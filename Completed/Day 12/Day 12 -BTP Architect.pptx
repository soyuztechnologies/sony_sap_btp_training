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6" r:id="rId2"/>
    <p:sldId id="4122" r:id="rId3"/>
    <p:sldId id="277" r:id="rId4"/>
    <p:sldId id="4802" r:id="rId5"/>
    <p:sldId id="4773" r:id="rId6"/>
    <p:sldId id="4774" r:id="rId7"/>
    <p:sldId id="4811" r:id="rId8"/>
    <p:sldId id="4812" r:id="rId9"/>
    <p:sldId id="4817" r:id="rId10"/>
    <p:sldId id="4754" r:id="rId11"/>
    <p:sldId id="4813" r:id="rId12"/>
    <p:sldId id="4814" r:id="rId13"/>
    <p:sldId id="4815" r:id="rId14"/>
    <p:sldId id="4816" r:id="rId15"/>
    <p:sldId id="4732" r:id="rId16"/>
    <p:sldId id="282" r:id="rId17"/>
    <p:sldId id="280" r:id="rId18"/>
    <p:sldId id="4711" r:id="rId19"/>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40" autoAdjust="0"/>
    <p:restoredTop sz="95033" autoAdjust="0"/>
  </p:normalViewPr>
  <p:slideViewPr>
    <p:cSldViewPr>
      <p:cViewPr varScale="1">
        <p:scale>
          <a:sx n="102" d="100"/>
          <a:sy n="102" d="100"/>
        </p:scale>
        <p:origin x="640" y="28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30T04:39:20.085"/>
    </inkml:context>
    <inkml:brush xml:id="br0">
      <inkml:brushProperty name="width" value="0.05" units="cm"/>
      <inkml:brushProperty name="height" value="0.05" units="cm"/>
    </inkml:brush>
  </inkml:definitions>
  <inkml:trace contextRef="#ctx0" brushRef="#br0">11 31 24575,'-1'0'0,"1"0"0,0 0 0,0 0 0,-1 1 0,1-1 0,0 0 0,0 0 0,-1 0 0,1 0 0,0 0 0,-1 0 0,1 0 0,0 0 0,0 0 0,-1 0 0,1 0 0,0 0 0,0 0 0,-1 0 0,1 0 0,0 0 0,-1 0 0,1 0 0,0-1 0,0 1 0,-1 0 0,1 0 0,0 0 0,0 0 0,-1-1 0,1 1 0,0 0 0,0 0 0,0 0 0,0-1 0,-1 1 0,1 0 0,0 0 0,0-1 0,0 1 0,0 0 0,0 0 0,0-1 0,-1 1 0,1 0 0,0 0 0,0-1 0,0 1 0,0 0 0,0-1 0,0 1 0,0 0 0,0 0 0,0-1 0,1 1 0,-1 0 0,0-1 0,0 1 0,0 0 0,0 0 0,0-1 0,0 1 0,1 0 0,0-2 0,0 1 0,0 0 0,0 0 0,0 0 0,0 0 0,0 1 0,0-1 0,0 0 0,1 0 0,-1 1 0,0-1 0,3 0 0,23-3 0,0 0 0,0 2 0,54 4 0,-30-1 0,463 0-1365,-471-1-5461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30T04:39:20.086"/>
    </inkml:context>
    <inkml:brush xml:id="br0">
      <inkml:brushProperty name="width" value="0.05" units="cm"/>
      <inkml:brushProperty name="height" value="0.05" units="cm"/>
    </inkml:brush>
  </inkml:definitions>
  <inkml:trace contextRef="#ctx0" brushRef="#br0">1 29 24575,'5'0'0,"6"0"0,6 0 0,9 0 0,5 0 0,6 0 0,7 0 0,4-5 0,9-1 0,3 0 0,6 1 0,1 2 0,-2 1 0,-7 1 0,-13 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9T05:49:54.250"/>
    </inkml:context>
    <inkml:brush xml:id="br0">
      <inkml:brushProperty name="width" value="0.05" units="cm"/>
      <inkml:brushProperty name="height" value="0.05" units="cm"/>
      <inkml:brushProperty name="color" value="#F6630D"/>
    </inkml:brush>
  </inkml:definitions>
  <inkml:trace contextRef="#ctx0" brushRef="#br0">1 3 24575,'3'-3'0</inkml:trace>
</inkml:ink>
</file>

<file path=ppt/ink/ink4.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1-30T06:40:30.549"/>
    </inkml:context>
    <inkml:brush xml:id="br0">
      <inkml:brushProperty name="width" value="0.05292" units="cm"/>
      <inkml:brushProperty name="height" value="0.05292" units="cm"/>
      <inkml:brushProperty name="color" value="#FFFF00"/>
    </inkml:brush>
  </inkml:definitions>
  <inkml:trace contextRef="#ctx0" brushRef="#br0">6097 3346 0,'27'0'63,"515"13"-32,384 120 0,-54-67 0,-594-66 1,-265 0-1,1 0-31</inkml:trace>
  <inkml:trace contextRef="#ctx0" brushRef="#br0" timeOffset="618.97">10369 3412 0,'185'-39'31,"-370"78"-31,661-78 32,-370 39-32,370 0 31,265 0 0,-583 0-31,160 0 31,-292 0 1</inkml:trace>
  <inkml:trace contextRef="#ctx0" brushRef="#br0" timeOffset="3594.25">14257 3426 0,'66'-14'78,"371"14"-63,92 0 17,-410 0-1</inkml:trace>
  <inkml:trace contextRef="#ctx0" brushRef="#br0" timeOffset="4669.77">17141 3478 0,'26'0'31,"477"0"1,-318 0-32,132 0 31,-277 0 0,-27-13 0</inkml:trace>
  <inkml:trace contextRef="#ctx0" brushRef="#br0" timeOffset="5332.95">20381 3452 0,'26'-13'16,"199"-40"15,-13 40-15,396 13-1,-423 0 1,159 0 0,-317 0-1</inkml:trace>
  <inkml:trace contextRef="#ctx0" brushRef="#br0" timeOffset="5770.13">23304 3386 0,'0'0'0,"13"0"15,13 0-15,54 0 16,-54 0 0,225-40-1,-92 40 1,264 0-1,-290 0 1,-28 0 0,-91 0-16</inkml:trace>
  <inkml:trace contextRef="#ctx0" brushRef="#br0" timeOffset="21460.97">8385 4219 0,'0'0'0,"79"0"15,186 0 17,-212 0-32,172 0 31,-172 0-16,158-13 1,199 0 15,-39 13 1,-80 0-1,-239 0-16,41 0 1,-53 0 0,39 0-1,-66 0-15,53 0 16,14 0 0,26 0 15,-93 0-31,0 0 62,40 0-46</inkml:trace>
  <inkml:trace contextRef="#ctx0" brushRef="#br0" timeOffset="22031.27">11837 4193 0,'0'0'0,"13"0"15,67 0 17,118 0-1,212 39 0,-146-39 0,-211 0-15,-13 0 0,-27 0 62</inkml:trace>
  <inkml:trace contextRef="#ctx0" brushRef="#br0" timeOffset="27182.21">3214 4841 0,'0'13'16,"40"0"15,12-13-31,107 13 31,397-13 0,-345 0-31,-26 0 16,239 0 0,144 0 15,-409 53 0</inkml:trace>
  <inkml:trace contextRef="#ctx0" brushRef="#br0" timeOffset="27815.08">6573 4933 0,'66'0'63,"516"0"-32,-317 0-15,-27 0-16,635 40 31,-688-40-15,40 39-1,105-39 16,-264 0-31,14 0 32,-40 0-1,-27 0 0</inkml:trace>
  <inkml:trace contextRef="#ctx0" brushRef="#br0" timeOffset="34105.94">2394 5634 0,'436'0'93,"199"0"-61,-238 0-1,-371 13 0</inkml:trace>
  <inkml:trace contextRef="#ctx0" brushRef="#br0" timeOffset="45029.56">15382 13582 0,'-53'0'32,"106"0"-32,-133 13 15,67-13-15,-14-39 31,-39 12 1,-53 1-1,-119 12 0,172 14-31,-278 53 31,-238 212 1,119 79-1,146 79 0,277-344-31,-65 371 31,157-40 1,-12-344-32,225 198 31,277-12 0,265-120 0,-635-132-31,621-53 32,-237-211-1,-464 184-31,173-317 31,-159-198 0,-120 476-31,-118-264 32,66 317-32,-304-212 31,-67 146 0,27 132 0,238 26-15</inkml:trace>
  <inkml:trace contextRef="#ctx0" brushRef="#br0" timeOffset="46169.66">20407 13661 0,'0'0'0,"0"-26"16,14-1-16,-67-92 31,-146 53 0,-171 119 0,264-13-31,-304 171 32,291-131-32,-317 277 31,343-265-31,-145 292 31,344 211 0,-40-502-31,26-14 16,781 371 15,80-226 0,-120-224 1,-714-39-32,278-199 31,-80-238 0,-277 370-31,39-317 31,-251-120 1,106 464-32,-13-13 15,-371-252 1,344 291 0,-330-79-1,330 118 1,-317 28-1,330-1 1,-132 53 0</inkml:trace>
  <inkml:trace contextRef="#ctx0" brushRef="#br0" timeOffset="49208.18">21571 17920 0,'0'0'0,"40"0"32,39-27-1,-66 27-15,80-13-1,-53 13-15,-1 0 16,147 13-1,-147-13 1,93 0 0,-118 0-1,-41 0 1</inkml:trace>
  <inkml:trace contextRef="#ctx0" brushRef="#br0" timeOffset="49501.19">21677 18092 0,'0'0'16,"0"13"-1,13-13-15,106-13 32,225 13-1,-291 0-15,92 0-1,-131 0 1</inkml:trace>
  <inkml:trace contextRef="#ctx0" brushRef="#br0" timeOffset="68691.97">13609 9165 0,'0'0'0,"-13"-40"32,0 14-1,13 39 0,0 0-15,-13 40-1,26 40 17,-13-80-32,13-13 15,40 0 1,79-119 15,-92 79-15,0 1-16,79-107 15,66-26 17,-132 159-17</inkml:trace>
  <inkml:trace contextRef="#ctx0" brushRef="#br0" timeOffset="69636.55">20262 9006 0,'26'-26'31,"-13"26"-31,14 0 31,-27 53 0,0 53 1,0-40-1,79-93 0,120-105 0,65-40 1,-198 132-32,80-13 31,-93 53-31</inkml:trace>
  <inkml:trace contextRef="#ctx0" brushRef="#br0" timeOffset="70548.77">26213 9033 0,'0'-13'31,"0"26"16,14 26-15,-1 28-1,13-1 0,27-80 0,79-91 1,67-107-1,-40 67 0,-133 131-31,-13 14 0,0 0 16</inkml:trace>
  <inkml:trace contextRef="#ctx0" brushRef="#br0" timeOffset="74653.42">13847 14508 0,'0'0'0,"0"13"0,-13-13 31,-13 0 0,26 13 1,39 0-1,1-13-31,158 14 31,-131-1-31,263 13 16,-264-26-1,159 27 1,-185-27 0,-1 0-1,-65-13 17,0 13-1,39 0-16</inkml:trace>
  <inkml:trace contextRef="#ctx0" brushRef="#br0" timeOffset="76332.02">19614 14680 0,'0'0'0,"-27"0"16,14 0-16,-53-14 15,53 1 1,26 0-1,0 0 1,14 13-16,197 0 16,-131 0-1,423 39 1,185 14 15,-595-39-15,171-14-1,-250 0 1,26-27 0,-93 27 15</inkml:trace>
  <inkml:trace contextRef="#ctx0" brushRef="#br0" timeOffset="78027">26570 14561 0,'0'0'0,"-13"0"15,0-14 1,0 14 0,26 0 15,13 0-15,94-13-1,-81 0 1,305 13-1,-212 0 1,516 0 0,186 0 15,-398-13 0,-396-27 0,-67 27-31,-12 13 0</inkml:trace>
  <inkml:trace contextRef="#ctx0" brushRef="#br0" timeOffset="82687.14">13622 11003 0,'14'-39'32,"-28"78"-32,28-105 31,-41 198 0,-12 67-15,25-120-16,-12 278 31,52 40 0,-12-318-31,25 252 31,67-106 1,119-172-1,79-146 0,0 27 0,-132 185 1,-119 132-1,-40 106 0,-26-92 0,0-93 1,13-172-17</inkml:trace>
  <inkml:trace contextRef="#ctx0" brushRef="#br0" timeOffset="83773.28">20249 11109 0,'39'-13'32,"-78"26"-32,118 27 31,-92 92 0,-27 225 0,27-278-31,-14 292 32,27-133-17,14 53 17,105-172-17,-93-119 1,212 0-1,-172 0 1,212 0 0,-225 13-1,79 106 1,-172 119 15,27-185-15,-53 198-1,40-198 1,-14 145 0,27-158-1,13-14-15,13 41 16,0-54-16,80-26 47,-67-1-47</inkml:trace>
  <inkml:trace contextRef="#ctx0" brushRef="#br0" timeOffset="84855.82">26002 10964 0,'0'0'0,"106"0"15,-80 13 1,14 53-1,-14 132 17,-26-132-17,0 0-15,0 173 16,13-147 0,-13-13-16,27 239 15,-27-252 1,53 185-1,-40-198 1,66 66 0,-39-106-1,145-13 1,-119-13 0,238-13-1,-224 26 1,211 53-1,-238-27 1,92 80 0,-118-40-1,-27 53 1,-27-26 0,-39 105-1,40 27 16,26-199-15,0 80 0,26-27 15,-13-79-15,1 14-16,-1-14 0</inkml:trace>
  <inkml:trace contextRef="#ctx0" brushRef="#br0" timeOffset="95654.92">14019 10263 0,'0'0'0,"13"0"15,-13-14 1,-13 1 0,-13-13-1,13 13 1,-14-27-1,-158 0 17,119 40-17,-238 13 1,-146 67 15,304-27-15,80-27-16,-132 146 31,172-132-15,-27 132-1,211 13 17,292-106-1,-40-92-16,198-106 17,-462 39-17,-93 28-15,13-253 32,-93 239-17,-12 13-15,-160-92 16,14 92-1,-185 53 1</inkml:trace>
  <inkml:trace contextRef="#ctx0" brushRef="#br0" timeOffset="98926.04">15580 14733 0,'0'26'32,"66"-39"-1,-26 66 0,-27-53-31,13 26 31,41-52 1,104-120-1,160-92 0,-252 198-31,133-39 16</inkml:trace>
  <inkml:trace contextRef="#ctx0" brushRef="#br0" timeOffset="101403.88">21188 10487 0,'13'0'15,"0"0"16,-13-13 1,13 40 30,14 26-31,-14-27 1,27-52-1,39-107 0,80-39 0,-133 146-31</inkml:trace>
  <inkml:trace contextRef="#ctx0" brushRef="#br0" timeOffset="103099.19">21346 15023 0,'14'0'16,"-1"0"15,13 40 1,1 0-1,-14 13 0,0-53-31,0 0 16,133-133 15,79-52-15</inkml:trace>
  <inkml:trace contextRef="#ctx0" brushRef="#br0" timeOffset="105045.93">28078 10474 0,'0'0'0,"0"-13"31,-13 13 0,13 13 0,-13 40 1,26-13-1,40-53 0,79-106 0,67-40 1</inkml:trace>
  <inkml:trace contextRef="#ctx0" brushRef="#br0" timeOffset="106257.15">28475 14957 0,'-13'14'110,"13"-1"-95,0 0-15,0 27 31,39-14 1,-25-26-32,105-53 31,145-105 0,-211 118-31,172-79 16</inkml:trace>
  <inkml:trace contextRef="#ctx0" brushRef="#br0" timeOffset="118662.87">11070 14217 0,'0'0'0,"13"-53"16,14 13 15,-41 14 1,1 13-17,-146-54 16,-356 41 1,-54 171-17,450-92 1,-331 225 0,344-185-1,-145 369 16,225-343-31,39 371 16,13-384 0,331 304-1,344-212 17,238-304-1,-753 40-16,396-291 1,-490 251 0,133-396-1,-212 369 1,-92-356 0,13 383-1,-331-211 1,251 264-16,-12 13 15</inkml:trace>
  <inkml:trace contextRef="#ctx0" brushRef="#br0" timeOffset="120229.31">5700 13397 0,'-53'-40'32,"106"80"-32,-119-106 31,397 66 0,462 0 0,-26 132 1,-409 199-1,-332-239-31,-52 239 31,-120 105 0,53-118 1,93-67-1,212-79 0,211-106 0,-330-66-31,198-40 32,-251 27-32,-1-13 0</inkml:trace>
  <inkml:trace contextRef="#ctx0" brushRef="#br0" timeOffset="120535">8398 14984 0,'14'0'32,"-1"0"-32,93 53 31,-80-27-31,106 133 31,-105 158 0,-80-277-31,-238 66 16</inkml:trace>
  <inkml:trace contextRef="#ctx0" brushRef="#br0" timeOffset="131340.22">15897 16901 0,'0'0'0,"14"0"32,-1 0-17,13 27 1,-13 39 15,1 13 0,-14-52-15,0 12 0,66-65 15,-40 13-16,252-186 1,119-78 15,-265 197-15</inkml:trace>
  <inkml:trace contextRef="#ctx0" brushRef="#br0" timeOffset="144989.24">3055 7023 0,'0'0'16,"0"-14"-16,27-39 15,-27 40 1,39-40 0,-26 14 15,-13 25-16,-66-25 1,-119 52 15,146 0-15,-160 106 15,159-79-31,1 13 0,-27 145 16,52-132-1,67 186 1,-26-200-16,12-12 16,147 79-1,-120-106 1,0-13-16,0 0 16,225-92-1,-212 39 1,-26 0-16,79-172 15,-118 146-15,-1-14 16,-66-184 0,13 237-1,-184-13 1,171 53 0,0 13-16</inkml:trace>
  <inkml:trace contextRef="#ctx0" brushRef="#br0" timeOffset="145342.37">2844 7962 0,'0'0'0,"-27"52"0</inkml:trace>
  <inkml:trace contextRef="#ctx0" brushRef="#br0" timeOffset="145731.07">2804 8107 0,'-13'40'0,"26"-80"0,-40 146 16,14 0-1,13-80 1,-13 14 0,39-40 15,-12 0-15,91 0-1,-52 0 1,0 0-16,199 0 15,-186 0 1,106-27 0,-159 14-1,26-53 1,-39 53 0,0-14-16,-13-39 15,13 40 1,-39-67-1,12 14 17,1 39-1,12 40-15</inkml:trace>
  <inkml:trace contextRef="#ctx0" brushRef="#br0" timeOffset="146231.24">2896 7525 0,'-13'0'15,"13"27"17,13-27-17,27 26 1,-13-13-1,-14-13-15,0 0 16,66-13 0,-65 13-1,52-40 1,-53 40 0,0-26-16</inkml:trace>
  <inkml:trace contextRef="#ctx0" brushRef="#br0" timeOffset="146500.93">2791 7274 0,'13'0'31</inkml:trace>
  <inkml:trace contextRef="#ctx0" brushRef="#br0" timeOffset="146713.63">3174 7274 0,'13'0'32,"-26"0"-32,40 0 31</inkml:trace>
  <inkml:trace contextRef="#ctx0" brushRef="#br0" timeOffset="147691.82">4206 7604 0,'0'-13'31,"13"0"0,199 13 0,251 0 1,-93 13-1,-291-13-16,-92-13 17,-40 13-17</inkml:trace>
  <inkml:trace contextRef="#ctx0" brushRef="#br0" timeOffset="148389">5304 6904 0,'0'0'0,"13"185"16,0-119-1,13 172 1,-26-185 0,14 92-1,-14-132 1,0 27-16</inkml:trace>
  <inkml:trace contextRef="#ctx0" brushRef="#br0" timeOffset="148844.26">5343 6890 0,'0'0'0,"13"0"32,1 0-17,78-13 1,265 13 15,-158 0-15,78 13-1,-78-13 17,-265 0-1,26 0-15</inkml:trace>
  <inkml:trace contextRef="#ctx0" brushRef="#br0" timeOffset="149378.51">6772 6798 0,'-27'26'46,"-26"80"-14,53 40-1,80-67 0,52-119 0,-53-132 1,-79 133-32,-66-80 31,-66 105 0,79 28-15</inkml:trace>
  <inkml:trace contextRef="#ctx0" brushRef="#br0" timeOffset="150027.76">7102 6798 0,'0'-13'16,"13"26"15,-26 53 0,13-53-31,-13 14 0,13-14 16,13 93 15,0-93-31,54 27 31,12-67 1,-66 14-32,14-80 31,-14-13 0,-13 133 0,13 39 1,-13-40-32,13-12 0,1-1 15,12 0-15,-13 0 16,93-13 15,-80-13-31,27-66 31,-53-40 1,-92 79-1,12 53-16</inkml:trace>
  <inkml:trace contextRef="#ctx0" brushRef="#br0" timeOffset="150516.99">7803 6785 0,'0'0'0,"0"-14"15,-26-12 1,39 52 15,0-12-15,0 65-1,1-53 1,-14 1-16,0 39 16,13-53-16,-13 0 15,0 14 1,0-80 15,0 26-15,40-92-1,-27 93 1,0 13-16,40-27 16,-40 40-16,53 53 31,-39-27-15,-14-12-16,13 65 15,-26-53 1,0 1-16,0 26 15</inkml:trace>
  <inkml:trace contextRef="#ctx0" brushRef="#br0" timeOffset="150963.13">8306 6837 0,'0'0'16,"-13"0"-16,-1 0 16,1 0-1,13 14 1,27 12 0,-14-26-1,53 27 1,-53-27-1,0 0-15,27 0 16,-40-14 0,13 14-16,-13-53 15,0 40 1,0-13-16,-53-27 16,-52 79 15,78-12-16,1 91 1,26-78 0,53 79-1,-27-80 1,27 1-16</inkml:trace>
  <inkml:trace contextRef="#ctx0" brushRef="#br0" timeOffset="151403.29">8570 6718 0,'0'0'0,"0"-26"32,27 52-1,-14 1-16,66 65 1,-39 1 15,-40-80-15,0 14 0,-13-27-1,-14-27 1,27 1-1,0 13-15,0-67 16,14 54 0,52-54-1,-40 67 1,-13 0-16,67 13 16,-54 26 15,-26-12-16,0-1-15,-13-13 0</inkml:trace>
  <inkml:trace contextRef="#ctx0" brushRef="#br0" timeOffset="152533.2">9536 6480 0,'0'0'0,"-13"-26"31,-1 26-15,-39 13-1,27-13-15,-40 93 32,66-67-17,26 80 1,54-40 0,-41-53-1,120 1 1,-133-28-1,80-78 1,-93 65 0,-13-131-1,-26 91 1,-53 1 0,52 66-1,-12 0-15,-28 14 16,54-1-16</inkml:trace>
  <inkml:trace contextRef="#ctx0" brushRef="#br0" timeOffset="153099.26">9589 6824 0,'0'0'31,"13"27"0,-13-14-15,-40 53-1,-26 80 17,26-54-1,40-79-31,0 1 16,40-1 15,-13 0-31,105-13 31,26-40 0,-144 40-31,12-39 32,-39-67-1,-27 0 0,27 66-15,13 27 15</inkml:trace>
  <inkml:trace contextRef="#ctx0" brushRef="#br0" timeOffset="187714.21">5462 7644 0,'-13'-13'31,"13"0"1,-13 13-1,0-14 0,13 1 0,-14 13-15,14 13 109,0 1-109,14 78-1,-1-52 1,0 119 0,-13-106-1,0-14-15,13 54 16,-13-67-1,13 27 1,-13-40 0,27 1-1,-1-14-15,1 0 16,105 0 0,-66 0-16,318 0 31,-318 0-16,119 13 1,-159-13 0,-12 0-16</inkml:trace>
  <inkml:trace contextRef="#ctx0" brushRef="#br0" timeOffset="188405.95">6798 8107 0,'0'0'0,"-40"-13"15,27 13-15,13-13 16,0 26 0,13-13-1,1 13-15,-1 0 0,-13 14 16,39 52 0,-39-53-1,0 1-15,0 39 16,0-53-1,0 1-15,0 12 16,0-92 15,0 39-15,14-105 0,-1 106-1,0-1-15,27-26 16,-14 53-16,-12 0 15,52 53 1,-53-26 0,0 65-1,0-79 1,-13 54 0,0-54 15,0-26-16,53-106 1,-26 79 0,105-53-1,-13 120 17,-106-1-17,-13 67 16,0-67-31,-13 54 16</inkml:trace>
  <inkml:trace contextRef="#ctx0" brushRef="#br0" timeOffset="188884.32">7896 8186 0,'0'0'0,"0"-53"15,-13 40 1,-27-66 0,27 79-1,-27 0 1,27 26-16,-40 80 31,26-13-15,27-67-1,14 54 1,-1-67-16,93-26 31,-80-1-15,67-118-1,-80 92 1,13-26 0,-26 119 15,-13-26-15,13-1-16,0 80 15,0-40 1</inkml:trace>
  <inkml:trace contextRef="#ctx0" brushRef="#br0" timeOffset="189303.01">8226 8133 0,'0'0'0,"0"-13"16,14 0-16,-14 26 31,0 0-15,0 106-1,0-92 1,13-1-16,-13 1 16,13 39-1,-13-106 16,0 27-15,13-13-16,53-120 16,-52 106-1,65-12 1,-66 52 0,27 92-1,-40-52 1,40 145-1,-40-159 1</inkml:trace>
  <inkml:trace contextRef="#ctx0" brushRef="#br0" timeOffset="189636.73">8861 8067 0,'13'-13'0,"-26"26"0,26-13 32,-26 40-17,0-27 1,13 80 0,0-54-1,66 67 1,-53-92-16,14 12 15,52-26 1,-52 0-16,78-106 31,-78 27-15,-1-40 0,-79 92 15,40 27-16</inkml:trace>
  <inkml:trace contextRef="#ctx0" brushRef="#br0" timeOffset="191292.16">9509 8133 0,'0'0'0,"27"0"15,-27-13 1,0 0 0,0 0-16,0 0 15,-13-27 1,-67 66 15,67 1-15,-40 52-1,66 0 17,0-65-17,1-1-15,25 0 16,14-26 15,-53 0-31,14-1 31,-1 14 16,53 14-15,26-67-1,-25-93 0,-67-39 0,-14 119 1,-25 198-1,52 67 0,-13-160-31,53 107 31,13-146 1,0-106-1,-53 53 0,-13 27 0,-13-27 1,13 13-17,0-26 16,0 92 110,-13 80-125,13-93-1,13 67 1,0-67 0,40 13-1,-40-26 1,40 0-1,-26-13 1,12-53 0,-25 53-1,-1-53 1,-40 66 15,27 13-15,-26 40-1,26-40 1,13 14 0,0-27-1,27 0 1,-27-14 0,27 1-1,-27 40 16,-13-1-15,0 199 0,0-146-1,27 199 1,-27-212 0,13-26-16,-13 39 15,-106-198 16,80 66-15,-54-158 0,67 171-1,13-26 1,13 66 0,1-13-16,38 13 15,-25 0 1,-1 0-16,40-14 15</inkml:trace>
  <inkml:trace contextRef="#ctx0" brushRef="#br0" timeOffset="192016.81">10819 7988 0,'-27'13'31,"54"-26"-31,-67 26 32,53-13-17,67 0 1,144-26 15,-78-1 0</inkml:trace>
  <inkml:trace contextRef="#ctx0" brushRef="#br0" timeOffset="192274.17">11586 7882 0,'0'0'0,"-53"-26"31,53 65 1,-13 147-1,13-147-31,0 107 15</inkml:trace>
  <inkml:trace contextRef="#ctx0" brushRef="#br0" timeOffset="192623.39">11533 7882 0,'0'-26'0,"0"52"0,0-79 31,0 67-31,13-14 0,0 26 16,80 133 15,-53-133-31,131 120 31,-91-133 0,-54-159 1,-12-78-1,-28 171 0,1 92-15</inkml:trace>
  <inkml:trace contextRef="#ctx0" brushRef="#br0" timeOffset="192982.13">12260 7975 0,'0'-13'31,"0"26"-31,-53-13 32,53 13-32,-26 106 31,52-79-15,-12-14-16,52 1 31,40-133 0,-93-53 0,-106 133 1,67 26-32,12 13 0</inkml:trace>
  <inkml:trace contextRef="#ctx0" brushRef="#br0" timeOffset="193409.02">12988 7909 0,'13'0'0,"-26"0"0,52-14 15,-25 1-15,-1 0 16,13-27 15,-39 40-31,-80 0 32,-39 66-1,132-26-16,159 79 17,13-13-1,-172-40 0,-27-66-31,-118 26 31,105-26-31,-52-26 16</inkml:trace>
  <inkml:trace contextRef="#ctx0" brushRef="#br0" timeOffset="193811.18">13345 8041 0,'-13'-40'31,"26"80"-31,0-93 31,0 53-31,0 0 16,93 93 15,-79-80-31,-14 13 16,13 67 15,-26-80-31,-13-13 31,-13-79-15,26 52-1,0 1-15,26-54 16,-13 54 0,14 0-1</inkml:trace>
  <inkml:trace contextRef="#ctx0" brushRef="#br0" timeOffset="194163.97">13847 8028 0,'0'0'0,"-13"0"0,-13-14 31,26 1-31,0 40 31,39 78 0,27-12-15,-52-93 0,25 13-1,-39-26 1,27-66 0,-27 52-1,26-79 1,-26 93-1,13-13 1</inkml:trace>
  <inkml:trace contextRef="#ctx0" brushRef="#br0" timeOffset="194326.93">14363 8160 0,'0'0'0,"-13"13"16,-27 0 0</inkml:trace>
  <inkml:trace contextRef="#ctx0" brushRef="#br0" timeOffset="-213133.55">14588 6057 0,'0'-13'16,"0"-13"15,13 12 0,93-12 0,-66 26-31,-1-13 16,107 13 0,105 53 15,-224-27-16,-1-13-15,-13 14 0,0 78 32,-52-38-17,-80 65 1,92-93 0,-12-12-16,12-1 0,-65 120 31,92-106-16,53 79 1,171 13 15,-171-106-15,119 40 0,-145-52-16,39-1 31,-106 13 16,14-12-32,12 12-15,-65 27 16,0 92 15,79-118-31,0 12 16,39 94-1,-25-107 1,39 106 0,-27-105-1,14 92 1,-27-79-16,27 79 31,-27-53-15,13 13-1,-13 14 17,-65-80-1,-81-26 0</inkml:trace>
  <inkml:trace contextRef="#ctx0" brushRef="#br0" timeOffset="-204604.78">16612 6573 0,'13'0'47,"0"0"-16,0 66 1,-13 159-1,0-27 0,-13 1 0</inkml:trace>
  <inkml:trace contextRef="#ctx0" brushRef="#br0" timeOffset="-204198.54">16704 6864 0,'-13'-13'31,"53"26"1,145-26-1,-40-14 0,-105 1-15</inkml:trace>
  <inkml:trace contextRef="#ctx0" brushRef="#br0" timeOffset="-203890.85">17022 6626 0,'13'-13'31,"-26"26"-31,26-26 31,0 26-31,-13 0 0,0 0 16,40 159 15,-27 53 0,-13-198-31,0 12 0,0-12 16</inkml:trace>
  <inkml:trace contextRef="#ctx0" brushRef="#br0" timeOffset="-203422.72">17484 6666 0,'0'0'0,"0"-14"31,14 14-31,-1 66 31,0 199 0,0-67 1,-13-171-32</inkml:trace>
  <inkml:trace contextRef="#ctx0" brushRef="#br0" timeOffset="-203056.63">17379 6745 0,'0'0'0,"-27"-40"16,27 27 0,53-53-1,106 26 16,26 93 1,-159-26-17,40 105 17,-132 66-1,-119-105-16,27-133 17,131 14-17</inkml:trace>
  <inkml:trace contextRef="#ctx0" brushRef="#br0" timeOffset="-202763.2">18119 6599 0,'0'0'0,"-13"-13"0,0 0 31,39 132-15,-13-66 0,14 145-1,-14-158 1,0 132 0,-13-146-1</inkml:trace>
  <inkml:trace contextRef="#ctx0" brushRef="#br0" timeOffset="-202584.71">18040 7142 0,'0'0'0,"-13"-14"31,26 14-31,66-13 16,-39 13-1,92-13 1</inkml:trace>
  <inkml:trace contextRef="#ctx0" brushRef="#br0" timeOffset="-202376.03">17934 6613 0,'0'0'0,"0"-93"16,13 80-16,159 0 31,-132 26-15,105 40-1</inkml:trace>
  <inkml:trace contextRef="#ctx0" brushRef="#br0" timeOffset="-201888.33">19442 6547 0,'0'0'0,"13"-27"15,-13-13-15,0-39 16,0 66 0,-79-14-1,52 41 1,-118 118-1,105-79-15,-53 198 32,186 53-1,-53-277-15,105-1-1</inkml:trace>
  <inkml:trace contextRef="#ctx0" brushRef="#br0" timeOffset="-201523.62">19640 6824 0,'0'0'0,"-26"0"16,13 13 15,-1 1-16,14 52 1,-13-13 0,26 26-1,80 0 17,-67-79-32,1 0 15,26-52 1,-40 25-16,0-105 31,-39 79-15,-14 0-1,14 53 1,-27 13 0</inkml:trace>
  <inkml:trace contextRef="#ctx0" brushRef="#br0" timeOffset="-201088.73">19971 6904 0,'0'0'0,"-66"-40"16,66 27-1,13 26 1,0-13 0,40 92-1,-40-65 1,14 66 0,-27-80-16,0 0 15,-13-13 1,13-93 15,13 67-15,26-80-1,-12 93 1,26 13 0,-14 79-1,14 106 16,-39-118-15</inkml:trace>
  <inkml:trace contextRef="#ctx0" brushRef="#br0" timeOffset="-200880.89">20460 6718 0,'13'-66'31,"-26"132"-31,26-66 31,-13 40-31,0 0 0,14 105 32,12 40-17</inkml:trace>
  <inkml:trace contextRef="#ctx0" brushRef="#br0" timeOffset="-200093.81">20421 6930 0,'-14'-13'0,"28"26"0,-41-39 15,93 12 16,199 14 1,-1 0-1,-184-39 0,-186-1 0,79 40-31,-78 13 32,38 106-1,120 27 0,93-80 0,-120-66-31,67-53 32,-54-106-1,-39 133-31,0-1 0,0 14 16,-13 26 15,0 67 0,26-54-31,53 67 31,-39-67-31,79 14 32,26-133-1,-132 67-31,0-106 15,-13 52 32,-1 80-47,14 66 16,0-39 0,14 105-1,-1-105 1,40 65-1,-27-92-15</inkml:trace>
  <inkml:trace contextRef="#ctx0" brushRef="#br0" timeOffset="-199931.04">21584 6613 0,'0'0'0,"-26"0"15,13 0-15,-53 13 16,79 40 15</inkml:trace>
  <inkml:trace contextRef="#ctx0" brushRef="#br0" timeOffset="-199520.73">21703 6824 0,'0'13'15,"0"14"17,0-1-17,0 80 1,0-66-1,0-14-15,0 1 0,0 52 32,14-79-17,-1-13-15,53-106 32,-40 39-17,67-39 1,-80 106-1,53 26 1,-52 40 0,25 172 15,-39-198-15,14-1-16</inkml:trace>
  <inkml:trace contextRef="#ctx0" brushRef="#br0" timeOffset="-199137.14">22259 6996 0,'0'-13'16,"0"26"-16,26-26 62,-12 13-46,-1 0-16,0 0 0,0 0 16,67-40-1,-67 14 1,0-54 0,-26 67-1,0 0-15,-67-13 16,41 26-1,-80 66 1,79 0 0,40 40-1,145 92 17,-105-198-17</inkml:trace>
  <inkml:trace contextRef="#ctx0" brushRef="#br0" timeOffset="-198703.55">22576 6798 0,'-13'-27'32,"26"54"-32,-26-40 31,26 26-16,-13 0-15,14 0 0,-1 0 16,0 1-16,40 39 16,-40-27-1,27 80 1,-40-93 0,0 53-1,-13-79 16,13 0-15,0 0-16,-14-93 16,41 13-1,39-92 1,0 79 0,66-13-1,-92 119 1,39 93-1,-65-54 1,-1 1-16,-26 39 16</inkml:trace>
  <inkml:trace contextRef="#ctx0" brushRef="#br0" timeOffset="-187142.41">16545 7552 0,'53'-14'109,"-13"14"-109,105-39 16,-105 25-1,53 1 1,-107 13 31,1 0-47</inkml:trace>
  <inkml:trace contextRef="#ctx0" brushRef="#br0" timeOffset="-186124.86">17379 7565 0,'0'13'16,"53"-26"15,-27 13-16,93-13 1,-79-1 0,39 14-1,-79-13 1,13 13 0</inkml:trace>
  <inkml:trace contextRef="#ctx0" brushRef="#br0" timeOffset="-185393.01">18159 7578 0,'0'13'47,"66"-26"-16,-40 0-31,146-14 31,-26 1 1,-159 26-32</inkml:trace>
  <inkml:trace contextRef="#ctx0" brushRef="#br0" timeOffset="-177735.99">21227 5079 0,'0'0'0,"0"-14"16,14-12-1,-14 52 16,0-12-15,-53 105 0,39-66-1,14-1-15,-53 147 16,53-120 0,-52 225-1,52-238 1,-14-13-16,14 27 15</inkml:trace>
  <inkml:trace contextRef="#ctx0" brushRef="#br0" timeOffset="-177497.28">20791 5951 0,'0'0'0,"13"14"16,53 39 15,-26-14-15,26 1-1,-13-14 1</inkml:trace>
  <inkml:trace contextRef="#ctx0" brushRef="#br0" timeOffset="-177350.11">21320 5965 0,'0'0'16,"26"-14"0,-92 81 15,-13-1-16</inkml:trace>
  <inkml:trace contextRef="#ctx0" brushRef="#br0" timeOffset="-176154.53">20460 4523 0,'0'0'0,"0"-13"16,0-40 15,13 53 0,1 132 0,-1 40 1,-40-92-1,27-133 0,27-146 0,26-39 1,-14 212-17,-25 26 1,52 106 0,-27 66 15,-39-106 0,0-106 0,40-132 1,40 66-1,-41 225 0,-26 66 0,-13-158-31</inkml:trace>
  <inkml:trace contextRef="#ctx0" brushRef="#br0" timeOffset="-175719.78">21121 4470 0,'27'-13'31,"-27"0"-31,-27 39 0,54-92 31,-27 53-31,-27-14 31,-52 107 1,13 65-1,106-65 0,-27-67-31,66-26 31,-26-120 1,-40 41-1,-13 171 0,0-52-31,0 92 31,0-106-31,0 13 0</inkml:trace>
  <inkml:trace contextRef="#ctx0" brushRef="#br0" timeOffset="-175342.53">21307 4444 0,'0'-27'0,"0"54"0,0-67 15,0 133 17,26 79-1,-26-146-31,0-13 16,0 27 15,27-146 0,52-66 0,-66 159-31,40 26 32,-40 120-1,-13-94-31</inkml:trace>
  <inkml:trace contextRef="#ctx0" brushRef="#br0" timeOffset="-174567.36">21849 4431 0,'0'-53'31,"-13"53"-31,26 53 0,-119-93 31,40 132 1,53 28-1,66-54 0,39-66 0,-79-14-31,27-78 32,-27-14-1,-13 119 0,14 93 0,38-53-15,54-93 31,0-92-16,-93 106-31,27-80 16,-53 93 15,-40 39 0,13 0 0,40-12-15,0 52 0,0-40-1,53 107 17,-40-94-32,40 80 15,-66-39 16,-93-14 1</inkml:trace>
  <inkml:trace contextRef="#ctx0" brushRef="#br0" timeOffset="-174134.57">22444 4523 0,'0'0'0,"-53"0"16,80 0 30,-14 0-30,0 0-16,53-26 31,-53 26-31,1-53 16,-54-53 15,27 93-15,-53-14-1,52 41 1,-12 144 15,79 14 1,39-119-17</inkml:trace>
  <inkml:trace contextRef="#ctx0" brushRef="#br0" timeOffset="-173452.02">22642 4232 0,'-13'-39'16,"26"78"-16,-52-105 31,39 79-31,13 53 15,-13-52 1,26 91 15,-12-91-31,-1 52 32,-13-93-1,0 1 0,0 13-15,0 39 31,-27 53-16,41 27-16,25-40 32,14-92-31,-40 13 0,14-133-1,-27 93 1,13-185-1,-13 185 1,-40-92 0,1 264 15,39 132 0,13-185-15,40 133-1,-27-160 1,14 1-16</inkml:trace>
  <inkml:trace contextRef="#ctx0" brushRef="#br0" timeOffset="-172863.72">23224 4206 0,'0'0'0,"-26"-93"16,13 80-1,13-13 1,-27 105 15,27-39-15,-13-1-16,13 80 16,0 66 15,13-145-16,-13-13 1,13-107 15,1 40-15,39-79 0,-14 93-1,-12 26 1,52 119-1,-52 40 17,-120-93-1,66-66-15,-12 0-16,-41-53 15,28-79 1</inkml:trace>
  <inkml:trace contextRef="#ctx0" brushRef="#br0" timeOffset="-172276.41">23674 4351 0,'0'0'0,"-66"-26"31,66 79 1,13 92-1,0-118-31,27 65 31,-14-79-31,67-39 31,-66-27-15,-14 27-16,0-14 16,-13-132-1,-26 119 16,-14 304 1,66 106-1,-26-185 0,0-158-31,-79-41 31,52 1-31,-65-212 32,118 79-1,40 146-15</inkml:trace>
  <inkml:trace contextRef="#ctx0" brushRef="#br0" timeOffset="-171812.42">24177 4285 0,'0'0'0,"0"-13"16,0 66 15,0 158 0,0-158-31,0-13 16,0 39 0,-14-39 15,1-159 0,13 79-31,13-211 31,54 26 1,25 384-1,-13 132 0,-65-119 0</inkml:trace>
  <inkml:trace contextRef="#ctx0" brushRef="#br0" timeOffset="-171189.56">24296 4431 0,'119'-14'31,"-238"28"-31,330-54 16,-198 27-1,-13 66 17,-13 171-1,13-184-15,0 119-1,0-133 1,13 40-1,1-119 17,-14 27-17,0-133 1,0 106 0,-14-105-1,14 131 1,0-79-1,53 54 17,0 52-1,-13 119 0,-27-93-15,-13 27-1,-39 40 1,-14-80 15</inkml:trace>
  <inkml:trace contextRef="#ctx0" brushRef="#br0" timeOffset="-170677.68">24851 4404 0,'0'0'0,"-13"0"16,0 0-16,-27 13 16,40 1-1,0 78 1,0-52-1,0 0-15,26 79 16,-26-93-16,40 93 31,-40-119 1,-13-13-17,-14-93 1,14 66-1,0-158 1,13 132 0,53-93-1,-40 146 1,93 39 0,-93-12-1,27 105 1,-40-93-1,-106 67 1,66-67 0,1-13-16</inkml:trace>
  <inkml:trace contextRef="#ctx0" brushRef="#br0" timeOffset="-151575.74">21174 6150 0</inkml:trace>
  <inkml:trace contextRef="#ctx0" brushRef="#br0" timeOffset="-150718.67">21174 6150 0,'-13'0'15,"13"13"1,-13-13 0,-27 13 15,14-13 0,-27 0 0,26 13 1,14-13-1,13-13 16,27 0-16,-27-13 0,13 12 0,-26 14 1,26-13 93,0 13-94,0 0 0,1 0-15,-14-13-16,39 13 31,-12 0 0,-1-13 1,-13 13-17,27-14 16,-27 1 1,-39 0-1,13 0 0,-27 26 0,13 0-31</inkml:trace>
  <inkml:trace contextRef="#ctx0" brushRef="#br0" timeOffset="-144099.77">19587 4245 0,'-39'0'31,"25"0"0,14 27 0,0-14-31,0 0 16,0 53 0,0-39-1,14 92 16,-14-106-31</inkml:trace>
  <inkml:trace contextRef="#ctx0" brushRef="#br0" timeOffset="-143746.56">19653 3928 0,'0'0'0,"0"0"31,80 119 0,12 132 0,-78-185-31,-1 173 32,-172-28-1,93-184-31</inkml:trace>
  <inkml:trace contextRef="#ctx0" brushRef="#br0" timeOffset="-136297.45">23912 6427 0,'13'-26'31,"1"13"1,-14 39 14,-40 27-30,-92 79 15,92-105-15,27-14-16,-27 14 31,199-1 0,52 40 1,-171-53-32</inkml:trace>
  <inkml:trace contextRef="#ctx0" brushRef="#br0" timeOffset="-135986.81">23700 6613 0,'0'0'0,"27"0"31,13 0-31,-14-14 0,252 1 31,119-13 1,-120 13-17,-65-1 17,-186 14-1,-39 0-31</inkml:trace>
  <inkml:trace contextRef="#ctx0" brushRef="#br0" timeOffset="-134586.64">25473 6943 0,'0'13'32,"13"1"-1,0-1-31,40-92 31,-40 39-15,80-158-1,-67 131 1,27-263 15,-40-186 1,-39 410-17,0 358 32,26-173-47,26 212 16,-13-238-1,40 119 17,27-119-1,12-173-16,-13-78 17,-79 172-1,0 39-15,-26 93-1,13-67 1,26 80-1,0-92 1,0-1-16</inkml:trace>
  <inkml:trace contextRef="#ctx0" brushRef="#br0" timeOffset="-134187.02">26465 6242 0,'0'0'0,"-14"-39"16,-78 12 15,65 40-15,-52 54-1,66-54 1,13 79 0,13-78-1,80 78 1,-67-65 0,67 65-1,-93-79 1,-53 27-1,-79-40 17,105-13-17</inkml:trace>
  <inkml:trace contextRef="#ctx0" brushRef="#br0" timeOffset="-133773.02">26663 6388 0,'0'0'0,"-13"0"16,-27 0 0,80 26 15,-27-13-16,80-13 1,-67 0 0,14-39-1,-40 26 1,-13-93 0,-80 66 15,67 53-16,-41 93 1,67-79 0,40 92-1,-13-93 1,92 40 0</inkml:trace>
  <inkml:trace contextRef="#ctx0" brushRef="#br0" timeOffset="-133431.23">26954 6256 0,'0'-14'0,"0"28"0,0-14 32,13 13-17,-13 0-15,66 80 31,-52-80-31,39 79 16,-27-25 15,-79-94 1,40 14-17,0-93 1,13 80-1,66-67 1,-40 80 0,54 13-1</inkml:trace>
  <inkml:trace contextRef="#ctx0" brushRef="#br0" timeOffset="-133017.81">27430 6256 0,'0'0'0,"-26"-14"16,12 54 15,28-27-15,25 106-1,-25-92 1,39 65 0,-14-39 15,-26-53-15,14-53-1,-14 27-15,0-14 16,27-66-1,0 14 1,-40 52 15,-40 119 1,27-52-17</inkml:trace>
  <inkml:trace contextRef="#ctx0" brushRef="#br0" timeOffset="-132820.02">28012 6454 0,'0'0'0,"0"13"15,0 0-15,13 1 47,1-1-31</inkml:trace>
  <inkml:trace contextRef="#ctx0" brushRef="#br0" timeOffset="-132279.08">25486 7142 0,'0'0'0,"-13"-27"32,52 14-17,332-80 1,713 1 15,-118 105 0,-689-13 1,-250 0-1,-27 13-15</inkml:trace>
  <inkml:trace contextRef="#ctx0" brushRef="#br0" timeOffset="-118447.14">26861 5409 0,'14'-13'15,"-28"26"-15,67-66 32,-53 67 14,-26 118-14,26-93-32,-13 14 15,-1 66 1,1-92-16,0 79 31,13-93-15,13-40-1,80-105 17,39-13-1,-105 145-31,-1-14 16,14 107 15,-54 52 0,14-65-15</inkml:trace>
  <inkml:trace contextRef="#ctx0" brushRef="#br0" timeOffset="-117733.89">27457 5568 0,'13'0'31,"-26"0"-31,26-13 31,-26 26-15,-67 93 15,41 13 0,78-80 1,-12-39-32,52-53 31,0-145 0,-65 158-31,25-105 31,-65 171 1,-14 133-1,40 13 0,53-79 0,53-107 1,-14-131-1,-52 52 0,-80 146 0,1 53 1,65-13-1,27-80-16</inkml:trace>
  <inkml:trace contextRef="#ctx0" brushRef="#br0" timeOffset="-117573.87">27880 5475 0,'0'0'0,"-40"0"15,53 14 17</inkml:trace>
  <inkml:trace contextRef="#ctx0" brushRef="#br0" timeOffset="-117318.52">28158 5383 0,'0'0'0,"0"13"16,13 13 0,13 120-1,-26-93 1,-79 185-1,39-185 1,-13 0-16</inkml:trace>
  <inkml:trace contextRef="#ctx0" brushRef="#br0" timeOffset="-116966.7">26901 5237 0,'-53'40'31,"14"-14"-31,-14 1 16,-106 92 0,40 145 15,383-39 0</inkml:trace>
</inkml:ink>
</file>

<file path=ppt/ink/ink5.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1-30T06:46:16.930"/>
    </inkml:context>
    <inkml:brush xml:id="br0">
      <inkml:brushProperty name="width" value="0.05292" units="cm"/>
      <inkml:brushProperty name="height" value="0.05292" units="cm"/>
      <inkml:brushProperty name="color" value="#FFFF00"/>
    </inkml:brush>
  </inkml:definitions>
  <inkml:trace contextRef="#ctx0" brushRef="#br0">2526 5449 0,'40'-27'32,"-80"54"-32,265-173 31,-40 67 0,-119 79-15</inkml:trace>
  <inkml:trace contextRef="#ctx0" brushRef="#br0" timeOffset="274.51">2553 5330 0,'-27'0'31,"54"0"-31,-14-13 32,13 13-32,239-53 31,-1 26-16</inkml:trace>
  <inkml:trace contextRef="#ctx0" brushRef="#br0" timeOffset="3337.87">2870 6216 0,'0'0'0,"-13"0"15,0-13 1,13-1-1,0 1 1,39 13 0,-26 0-1,120 0 1,-67 0 0,278-13-1,66 13 16,-357 0-15,-14 0-16,-12 0 16,-41 0-1,-65-13 1,39 13 0</inkml:trace>
  <inkml:trace contextRef="#ctx0" brushRef="#br0" timeOffset="4024.73">5528 6163 0,'0'0'0,"-13"0"16,-13-13 0,65 0 15,-25 13-16,12 0-15,106 0 16,-66 0 0,344 0-1,-92-27 17,-278 27-17,-14-26 1,-52 12 15</inkml:trace>
  <inkml:trace contextRef="#ctx0" brushRef="#br0" timeOffset="4566.95">8676 6176 0,'-26'-26'16,"79"-1"15,211 27 0,-185 0-15,226 14-1,-239-14 1,92-14 0,-144 1-1,-14 0-15</inkml:trace>
  <inkml:trace contextRef="#ctx0" brushRef="#br0" timeOffset="7147.93">16215 6163 0,'13'0'0,"-26"0"0,0 0 16,-1 0-16,41 0 31,-1 0-16,1 0-15,145 0 16,-14-13 0,146 0-1,-237 13 1,78-14 0,-132 14-1,-13-13-15,-39 13 16,25 0-16,-25-13 15</inkml:trace>
  <inkml:trace contextRef="#ctx0" brushRef="#br0" timeOffset="7609.21">18344 6216 0,'-13'0'16,"39"-13"15,1 13-15,-1 0-16,106-14 15,-79 14 1,212 0 0,-159 0-1,13-13 1,-119 0 15</inkml:trace>
  <inkml:trace contextRef="#ctx0" brushRef="#br0" timeOffset="8178.74">20262 6163 0,'39'-13'31,"-78"26"-31,250-13 31,-158 0-31,199 0 31,-14-26 1,-225 26-32,13 0 15,-12-14 1,-28 1 15,28 13 0,12 13 1</inkml:trace>
  <inkml:trace contextRef="#ctx0" brushRef="#br0" timeOffset="9208.5">21849 6057 0,'26'0'31,"146"0"0,-92 0-31,290-13 32,80 0-1,-371-14 0,-105 14 0</inkml:trace>
  <inkml:trace contextRef="#ctx0" brushRef="#br0" timeOffset="9600.01">24269 6070 0,'40'0'31,"39"0"-15,173 27 15,197 13 0,-171-27 1,-225-26-1,-66-1-15</inkml:trace>
  <inkml:trace contextRef="#ctx0" brushRef="#br0" timeOffset="9964.89">26809 6269 0,'0'0'0,"198"-27"32,-132 27-32,265 14 31,158 12 0,-251-13 0,-159-26 1</inkml:trace>
  <inkml:trace contextRef="#ctx0" brushRef="#br0" timeOffset="13417.69">5198 6904 0,'0'0'0,"66"0"16,-26 0-1,145 0 1,-119-14 0,172 1-1,-185 13 1,119-13 0,-146 13-16,1 0 15,-14-13 1</inkml:trace>
  <inkml:trace contextRef="#ctx0" brushRef="#br0" timeOffset="16302.06">8372 6890 0,'0'0'0,"66"0"16,-26 0 0,13 0-16,211-13 15,-171 0-15,12 13 16,292-13 0,-317 13-1,105 0 1,-159 0-1,1 0 1,-54 0 0</inkml:trace>
  <inkml:trace contextRef="#ctx0" brushRef="#br0" timeOffset="22724.74">5039 7843 0,'40'-40'31,"-80"80"-31,185-93 31,80 26 1,199-12-1,-332 39-31,318-27 31,-251 14 0,-146 0 1,-26 13-32</inkml:trace>
  <inkml:trace contextRef="#ctx0" brushRef="#br0" timeOffset="23259.73">8451 7618 0,'0'0'0,"-13"0"16,0 0-1,13-14 1,13 14-16,80 0 15,-41 0 1,15 0-16,276-13 16,-250 13-1,224 0 1,-264 0 0,53 0-1,-119 0 16</inkml:trace>
  <inkml:trace contextRef="#ctx0" brushRef="#br0" timeOffset="24645.63">12300 7671 0,'-27'0'16,"-78"0"0,91 0-1,41 0 1,-1-14-16,199 1 31,251-13 0,-410 26-15,106-14 0,-132 1 15,-53 13 0</inkml:trace>
  <inkml:trace contextRef="#ctx0" brushRef="#br0" timeOffset="35303.37">11811 7023 0,'0'0'0,"-14"-27"15,28 14 1,38 0 15,-25 26-31,-1 0 0,120 93 16,-80-66 0,0 13-16,133 132 15,-133-132-15,132 118 31,-158-131-15,-14-13 0</inkml:trace>
  <inkml:trace contextRef="#ctx0" brushRef="#br0" timeOffset="35664.58">12617 6930 0,'0'-13'31,"-13"26"-31,-119 106 31,-199 159 0,40-27 1,159-119-1,119-118-31,0 12 31,26-52-15</inkml:trace>
  <inkml:trace contextRef="#ctx0" brushRef="#br0" timeOffset="43939.05">19191 7684 0,'-27'-13'15,"27"-1"16,172-12 1,-119 26-17,225-27 1,-199 27 0,66-13-1,120-26 1,-239 39-1,14-14 1</inkml:trace>
  <inkml:trace contextRef="#ctx0" brushRef="#br0" timeOffset="44487.74">22206 7724 0,'0'0'0,"-13"0"15,39-14 17,1 14-17,131-26 1,-105 26-1,265-40 1,-226 40 0,212-40-1,-251 27 1,-13 13-16,26-13 16,-53 13-1,1 0-15</inkml:trace>
  <inkml:trace contextRef="#ctx0" brushRef="#br0" timeOffset="44927.38">25116 7671 0,'13'-27'16,"13"27"-1,107-40 1,197 14 15,-250 26-15,158 0-16</inkml:trace>
  <inkml:trace contextRef="#ctx0" brushRef="#br0" timeOffset="49693.02">8504 8517 0,'0'0'0,"0"-40"32,27 40-32,211 0 31,211-26 0,-369 26-31,105 0 31</inkml:trace>
  <inkml:trace contextRef="#ctx0" brushRef="#br0" timeOffset="50305.89">11414 8557 0,'-13'-14'32,"26"1"-32,-13 40 0,106-93 31,-53 52-31,13 1 0,211-13 16,-171 12-1,357-12 1,-357 26-1,172-26 1,-212 26 0,-53 0-16</inkml:trace>
  <inkml:trace contextRef="#ctx0" brushRef="#br0" timeOffset="50963.06">5740 8438 0,'0'0'0,"-26"13"15,12-13-15,80-27 16,477-39 15,-358 53-15,397-27 0</inkml:trace>
  <inkml:trace contextRef="#ctx0" brushRef="#br0" timeOffset="59506.25">3240 10025 0,'0'0'0,"0"-14"16,27 1-1,-14 13 1,40 0-1,145-26 1,-118 26 0,330-40-1,-291 40 1,277-26 0,-316 26-1,52 0 16</inkml:trace>
  <inkml:trace contextRef="#ctx0" brushRef="#br0" timeOffset="61725.71">3478 10673 0,'371'-27'31,"-742"54"-31,1006-67 16,-172 27-1,-145 13 1,184 0 0,-409 0-16</inkml:trace>
  <inkml:trace contextRef="#ctx0" brushRef="#br0" timeOffset="67583.06">8054 10699 0,'0'0'0,"67"0"0,12 0 16,199-13-1,304-14 17,-159 27-1,-304 0 0,-106 0-31</inkml:trace>
  <inkml:trace contextRef="#ctx0" brushRef="#br0" timeOffset="68261.67">11427 10765 0,'0'0'31,"13"0"-15,14 0-16,65-13 15,239-27 16,-252 27-31,14 13 16,118-26 0,-158 26-16,66 0 31</inkml:trace>
  <inkml:trace contextRef="#ctx0" brushRef="#br0" timeOffset="68667.94">13781 10778 0,'0'0'0,"27"14"31,145-14 0,158-27 1,80 14-1,-304 13 0</inkml:trace>
  <inkml:trace contextRef="#ctx0" brushRef="#br0" timeOffset="70222.94">23687 10699 0,'0'0'0,"0"-13"16,119 0-1,344 26 17,291 26-1,-608-39-15,92 14-16</inkml:trace>
  <inkml:trace contextRef="#ctx0" brushRef="#br0" timeOffset="71528.39">3650 11572 0,'0'0'0,"0"13"16,14-26-1,144-14 16,398 54 1,-437-27-17,330 40 1,-356-27 0,-27-13-16,80 0 15,-120 0 1,-13 0-16,1-13 15,-28-1 1</inkml:trace>
  <inkml:trace contextRef="#ctx0" brushRef="#br0" timeOffset="71979.64">7896 11731 0,'79'0'32,"27"0"-17,502-27 17,-475 27-17,-1-13-15</inkml:trace>
  <inkml:trace contextRef="#ctx0" brushRef="#br0" timeOffset="74091.92">12512 11585 0,'0'13'16</inkml:trace>
  <inkml:trace contextRef="#ctx0" brushRef="#br0" timeOffset="74159.75">12538 11585 0,'0'0'0,"304"-13"31,-198 0-31</inkml:trace>
  <inkml:trace contextRef="#ctx0" brushRef="#br0" timeOffset="74249.08">13279 11545 0,'0'0'15,"410"0"1,-172 14 15,-212-14-15</inkml:trace>
  <inkml:trace contextRef="#ctx0" brushRef="#br0" timeOffset="74837.22">16545 11572 0,'0'0'0,"-13"0"31,66-27 1,185-25-1,-172 52-31,305-27 31,-279 27-31,226-13 31,-279 13-31</inkml:trace>
  <inkml:trace contextRef="#ctx0" brushRef="#br0" timeOffset="75742.22">20368 11691 0,'0'0'0,"-14"0"15,28-13 16,118-40-15,265 13 15,-278 27-15,423 13 0,-397 0-1,252 13 1</inkml:trace>
  <inkml:trace contextRef="#ctx0" brushRef="#br0" timeOffset="76255.03">24970 11691 0,'0'0'0,"40"0"16,171-13 0,-144 13-1,263-27 1,-237 27-16</inkml:trace>
  <inkml:trace contextRef="#ctx0" brushRef="#br0" timeOffset="76732.73">28039 11704 0,'0'0'0,"211"0"16,-118 0 0,449 53-1</inkml:trace>
  <inkml:trace contextRef="#ctx0" brushRef="#br0" timeOffset="79958.95">5714 13727 0,'0'0'15,"26"0"1,0 0 0,-26 14-16,27 12 15,-27-13 1,-13 120-1,-1-67 1,-12 0-16,-14 159 16,27-133-1,-13-12-15,-14 158 16,13-93 0,1 93-1,13-185 1,-14 79-1,27-92 1,14-27-16,-1-13 16,79 13-1,-39-26 1,318-26 0,-252 39-1,449 0 1,-422 0-16,-14 13 15,291 0 1,-343-13 0,92 0-1,-146-13 1,53-67 0,-65 41-16,91-173 31,-65 146-16,-13-13-15,78-278 16,-78 264 0,65-317-1,-65 304 1,39-238 0,-53 278-1,0 27-15,-13-54 16,0 80-1,0 0 1,-66 26 15,40-13-15,-278 40 0,171-27-1,-607 26 1,515-25-1,-622 52 1,676-53 0,25 0-16,-118 40 15,224-40 1,13 1-16,14 12 16</inkml:trace>
  <inkml:trace contextRef="#ctx0" brushRef="#br0" timeOffset="81060">6295 14296 0,'0'0'15,"-52"-13"1,-1 26 0,-13 53-1,39-39 1,14-14-16,-14 66 15,54 40 17,-1-105-17,67-14 1,-40-40 0,53-132 15,-106 145-16,13-25 1,-13 65 0,0 26-1,0-12-15,0 65 32,66-12-1,-53-80-31,67-13 31,-28-120 0,-52 120-15,0-27 0,0 133 15,0-27-16,-13 53 1,13 53 15,0-159-15,13 1 0,-13-41-1,0-118 1,0 92-16,14-159 31,12 146-15,-13 40-16,14-14 15,26 53 17,-53 106-1,-14-66-16,1-27-15,0-12 16,0 12-16</inkml:trace>
  <inkml:trace contextRef="#ctx0" brushRef="#br0" timeOffset="81469.78">7049 14442 0,'0'0'0,"0"39"31,-13-26-31,13 1 16,-13-1-16,13 0 0,0 67 31,13-54-15,-13 0-16,13 41 15,-13-54 17,-13-106-1,-13-211 0,79 145 0,79 212 1,-106-26-32,1-1 15,-14 80 1,-106 13 0</inkml:trace>
  <inkml:trace contextRef="#ctx0" brushRef="#br0" timeOffset="82168.14">8716 14600 0,'0'0'0,"-53"27"15,26-27-15,27-13 16,53-14-1,199-13 17,435-39-1,107 0 0,-463 39 0,-358 40 1</inkml:trace>
  <inkml:trace contextRef="#ctx0" brushRef="#br0" timeOffset="84465.99">12948 13463 0,'0'0'0,"0"13"31,-26 27-15,-54 92-1,-369 331 17,356-384-17,-264 173 1,145-107 15,199-132-15,13 1-16,13-28 47,0 14-16,1 14 16,91 91-16,-78-65-31,158 198 31,106 185 1,-159-211-1,-92-133 0,-27-79 0,0 0 16,40 13-16,-39-13-31,65 0 32,66-13-17,411-53 17,264 66-1,-661 13-31,343 27 31,-158-27 0,-251-26 1,-80 0-1,-13-1 78,40-65-78,52-159 1,133-159-1,92 54 0,-92 184 0,-198 146-31,12-14 32,-39 14-1,14 13 16,-1-13-16,-13-1 32,-66-25-32,-159-67 0,-132-79 0,277 145-31,1-13 0,-106-66 32,26-13-1,146 119-31,0 0 15,-14-14 17,27 14-32,-13 0 31,-13 13 0,-14 0 0,40-14 1,0 1 61,0 0-61,0-13-1,0-1 0,0 14-31,-27 0 31,-197 13 1,144 0-32,-12 0 15,-279 0 1,226 0-16,-437 13 31,450 0-31,-1-13 16,-171 13-1,238 1-15,-93-1 32,186-13-1,-14 0-31,27 0 16</inkml:trace>
  <inkml:trace contextRef="#ctx0" brushRef="#br0" timeOffset="85426.57">12922 15142 0,'0'27'31,"0"-54"-31,39 80 31,-39-39-15,13-28 15,54-158 0,-1-66-15,13-317 15,-66 343-15,-13 120-16,0-93 31,-66 423-15,53-159-1,13 357 17,66-197-1,40-279 0,13-211 0,-106 184-31,14-52 16,-41 252 15,1-80-15,13 185-1,27-146 17</inkml:trace>
  <inkml:trace contextRef="#ctx0" brushRef="#br0" timeOffset="85816.63">13874 14428 0,'0'0'0,"13"-39"15,0 12 1,0-52 0,-13 66-1,0-1-15,-52 14 16,25 14-1,1-1-15,-67 66 16,67 40 15,39-92-15,93 65 0,-67-65-1,41 39 1,-80-53-1,-53 40 1,26-53 0,-12 0-16,-67-13 15,66 0-15</inkml:trace>
  <inkml:trace contextRef="#ctx0" brushRef="#br0" timeOffset="86191.69">14165 14547 0,'0'0'0,"-27"0"31,14 14 0,13-1-15,79 0-1,-52-13 1,-1 0-16,67-40 16,-93 14-1,-40-53 1,14 65 0,-93 1-1,92 26 1,-26 93-1,53-79 1,40 105 0,-27-119-16,53 27 15</inkml:trace>
  <inkml:trace contextRef="#ctx0" brushRef="#br0" timeOffset="86487.36">14442 14415 0,'0'0'0,"-13"-26"16,13 39-1,13 0 1,67 106 0,-54-92-1,-12 12-15,25 54 16,-39-80-1,-53-26 1,0-133 15,53 107-15,67-94 0,-41 120-1,0 0-15</inkml:trace>
  <inkml:trace contextRef="#ctx0" brushRef="#br0" timeOffset="86811.01">14852 14362 0,'0'0'0,"-26"0"32,26 40-1,0-14-16,40 67 1,-27-67 0,93 80-1,-27-145 17,-66 12-17,1-132 1,-14 120-1,0-67 1,0 93 0,0 52-1</inkml:trace>
  <inkml:trace contextRef="#ctx0" brushRef="#br0" timeOffset="86978.66">15342 14375 0,'0'0'0,"13"0"16,0 27 0,-13-14-1,0 93 1,0-80 0,14 54-1</inkml:trace>
  <inkml:trace contextRef="#ctx0" brushRef="#br0" timeOffset="87132.97">15461 14217 0,'13'-27'16,"-26"54"-16,39-27 31,-26 13-31</inkml:trace>
  <inkml:trace contextRef="#ctx0" brushRef="#br0" timeOffset="88129.57">16717 14402 0,'0'0'0,"-92"-13"31,145 13 1,529 0-1,-358 0-16,861 0 1,-807 0-16,581 13 31,-607-26-15,-80-14 0,-252-52 15,54 79-31</inkml:trace>
  <inkml:trace contextRef="#ctx0" brushRef="#br0" timeOffset="88403.65">19958 14256 0,'-80'-13'15,"160"26"-15,-266-52 32,266 65-1,264 120 0,-186 52 0,-409-92-15</inkml:trace>
  <inkml:trace contextRef="#ctx0" brushRef="#br0" timeOffset="89162.78">21465 13926 0,'172'-13'31,"-344"26"-31,450-26 15,-331 13 17,-436 92-1,66 67 0,423-14 0,542-92 1,79-185-1,-554 92-31,-54-158 31,-648 39 0,516 159-31,13 0 0,27 27 16,13-1-16</inkml:trace>
  <inkml:trace contextRef="#ctx0" brushRef="#br0" timeOffset="89562.84">20910 14349 0,'0'0'0,"-13"0"0,13 13 16,13 14 15,0-1-31,0 146 16,-13-106-1,-26 225 1,13-212 0,13-12-16,-27 118 31,27-159-31,13 1 16,14-27-1,105-53 1,133 13 15,-199 40-15,0 0-16,132-13 15</inkml:trace>
  <inkml:trace contextRef="#ctx0" brushRef="#br0" timeOffset="90036.58">22034 14085 0,'0'0'0,"-53"0"16,40 26-16,-14 133 31,14-106-15,13 13-16,0 0 0,-13 172 15,13-159 1,26 212 0,-26-225-1,14-13-15,-14 40 16,0-80-1,0-26 1,0 0 0,0-14-16,0-26 15,-14 53 1,-25-13 0,12 26-1,-12-13-15,-146 27 16,92-27-1,0 13-15,-12-13 16,-81 13-16</inkml:trace>
  <inkml:trace contextRef="#ctx0" brushRef="#br0" timeOffset="90570.91">22418 14137 0,'0'0'16,"-14"-13"0,41 79 15,-27-26-15,13 158-1,-13-132 1,-13 146-1,0-172 1,-1 39 15,28-224 1,-1 105-32,53-172 31,13 159 0,-65 80-31,12 132 16,-26-106-1,26 52 1</inkml:trace>
  <inkml:trace contextRef="#ctx0" brushRef="#br0" timeOffset="91020.91">23171 14442 0,'0'0'0,"27"-14"0,-40 1 15,-14 13 1,-105 0 0,92 0-1,-79 66 1,106-53-1,0 120 1,26-107 0,106 40-1,-79-66 1,-1 0-16,94-92 16,-107 52-1,1-198 1,-27 159-1,-14-133 1,14 186 0,-26 65-1,13 1 1,13 185 0,0-172-1,13 0-15,40 92 16,-40-118-1,0-27-15</inkml:trace>
  <inkml:trace contextRef="#ctx0" brushRef="#br0" timeOffset="91166.18">23436 14323 0,'0'0'0,"0"-27"16,-13 93-1,13-26 1,-13 92-1,13-105 1,0 26 0</inkml:trace>
  <inkml:trace contextRef="#ctx0" brushRef="#br0" timeOffset="91308.62">23595 14190 0,'0'0'0,"0"-13"15,0 0-15,-14 0 16,1 52 15</inkml:trace>
  <inkml:trace contextRef="#ctx0" brushRef="#br0" timeOffset="91608.83">23952 14296 0,'13'0'0,"-26"0"0,26-13 15,-13 0-15,-40-1 16,27 14-1,-13 14-15,-80 52 16,79-40 0,1 14-16,-1-14 0,1 14 15,13 106 1,39-120 0,133 14-1</inkml:trace>
  <inkml:trace contextRef="#ctx0" brushRef="#br0" timeOffset="92334.82">24230 14455 0,'0'0'0,"13"-27"16,-13-12-16,-27-67 31,14 106-31,-53 13 31,53 14-31,-1-1 0,1 0 16,13 107 15,93-54-15,-67-79-1,54-40 17,-67 14-32,13-93 31,-26 106-31,-26-40 31,13 66 0,26 13 1,13-26-1,-12-13-31,38 0 15,-38 0 1,25 26 0,-25 0-1,-1 0-15,13 67 16,-26-54 0,13 14-1,1-53 16,-1-1-15,53-65 0,-53 53-1,80-40 1,-80 66 0,14 52 15,-27-25-31,0 65 15,0-78 1,66-1 0,-40-13-1,1-13-15</inkml:trace>
  <inkml:trace contextRef="#ctx0" brushRef="#br0" timeOffset="92466.74">25036 14045 0,'0'0'0,"14"-40"15,-14 1-15,-14 39 16,14 39 0,-26 146-1,13-132 1,13 13-16,0 67 16</inkml:trace>
  <inkml:trace contextRef="#ctx0" brushRef="#br0" timeOffset="93162.71">24944 14323 0,'0'0'0,"0"-40"15,66 40 17,-26 13-17,-1-13-15,107 13 16,-107-13-1,94-13 1,-120 0-16,-13 0 16,0-53-1,-53 26 1,40 40-16,-67 26 31,54 1-15,-1 52-1,27-26 1,40 13 0,-27-53-1,14-13-15,26 0 16,-40 0 0,0-13-16,27-53 15,-40 40 1,13-54-1,-13 67 1,0 39 0,-13 80 15,13-79-15,40 39-1,-27-53 1,0-13-16,40-13 15,-27 0 1,-12-1-16,38-78 16,-38 26-1,-1-40 1,-26 146 15,-1-27-15,14 13-16,0 54 15,14-67 1,-1 13-16</inkml:trace>
  <inkml:trace contextRef="#ctx0" brushRef="#br0" timeOffset="93307.92">25671 14058 0,'0'0'0,"-26"-66"15,26 79 17,13 0-17,0-13-15</inkml:trace>
  <inkml:trace contextRef="#ctx0" brushRef="#br0" timeOffset="93849.66">25790 14111 0,'0'0'0,"13"26"15,14 80 17,-14-79-17,0-1-15,1 27 16,-1-40 0,-13 0-16,13-39 46,0 13-30,14-53 0,-14 52-1,0-12 1,-13 52 15,13-12-15,-13 12-16,14 27 15,-14-40 1,13 14-16,53-1 16,-53-26-1,80-40 1,-67 14 0,54-93-1,-67 93 1,0-14-16,-26-26 15,-67 132 17,67-53-17,13 93 1,27-80 0,26 14-16</inkml:trace>
  <inkml:trace contextRef="#ctx0" brushRef="#br0" timeOffset="94176.9">26597 14124 0,'0'-53'16,"0"106"-16,0-145 0,0 12 16,13 94-1,0 65 1,1-26-16,-1 119 31,-13-106-15,-13-13-1,-1-40 1,1-13-16,-13-66 16,26 26-1,26 14-15,54-120 16,91 27 15,-157 119-15,-1 13-16,-13 40 15</inkml:trace>
  <inkml:trace contextRef="#ctx0" brushRef="#br0" timeOffset="97053.66">5634 13529 0,'13'-13'16,"1"0"15,-14 26 1,13 132-1,0 120 0,-13-225-31</inkml:trace>
  <inkml:trace contextRef="#ctx0" brushRef="#br0" timeOffset="104358.24">7195 17258 0,'0'0'0,"-27"-132"16,27 106-1,0-40 1,0 79 0,0 53-1,0-40-15,-13 226 31,13-199-15,-13 132 0,13-159-1,13 27 1,14-159 15,-14 67-15,0-1-16,66-145 15,54 145 17,-120 67-17,40 105 1,-53-93 0,26 94-1</inkml:trace>
  <inkml:trace contextRef="#ctx0" brushRef="#br0" timeOffset="104847.6">7883 17430 0,'0'0'0,"26"0"16,0-13-1,-26 0 1,-13-14-1,0 14 1,13 0-16,-53 0 16,40 26-1,-14 0-15,-39 67 16,53-54 0,13 80-1,13-80 1,80 14-1,-53-40 1,65-106 0,-91 66-1,12-211 1,-26 40 15,0 197-15,0 54-1,0 158 17,0-158-17,53 132 1,-27-132 0</inkml:trace>
  <inkml:trace contextRef="#ctx0" brushRef="#br0" timeOffset="105035.54">8200 17258 0,'0'0'0,"0"14"32,13-14-32,0 39 15,-13-25-15,40 65 31,-40-53-15,0-12-16</inkml:trace>
  <inkml:trace contextRef="#ctx0" brushRef="#br0" timeOffset="105182.39">8279 17034 0,'0'0'0,"-13"-14"16,0 28 0,0 25-1</inkml:trace>
  <inkml:trace contextRef="#ctx0" brushRef="#br0" timeOffset="106069.13">8438 17377 0,'0'0'15,"-40"-26"1,40 13-16,0 0 16,14 13-1,12 0 1,-13 13-1,-13 0 1,0 0 0,0-26 171,0 0-171,0 0-1,13-1 32,14 1-15,-27 0-1,-40 39 0,40-12-15,-39 65-1,39-53 1,13 54 0,0-67-16,66-13 31,14-53-16,-67 13-15,41-132 32,-67 120-17,0-1-15,-40-106 16,-40 93 15,80 105-15,-13 133-1,26-119 1,14 53 0,-14-53-16,40 79 15,-40-92-15</inkml:trace>
  <inkml:trace contextRef="#ctx0" brushRef="#br0" timeOffset="106847.38">8901 17311 0,'0'0'0,"0"14"15,0-1 1,13 0 0,40 13-1,-40-26-15,14 0 16,65-39-1,-65 26 1,-14-93 0,-13 79-1,-79-39 1,52 66 0,-65 66-1,78-26-15,1 105 31,40-78-15,12-15 0,80-25-1,-79-27-15,-14 0 16,54-79 0,-54 52-16,14-118 31,-40 105-31,0 14 15,-13 26 1,-1 26 0,-12 159-1,26-119 1,-13 212 0,39-27 15,1-251-16,-54-251 17,14 158-17,0 14-15,0-146 16,26 93 15,0 132-31,13 0 16,27 26-1,27 93 17,-80-92-17,-53 39 1,-13-26 0</inkml:trace>
  <inkml:trace contextRef="#ctx0" brushRef="#br0" timeOffset="107068.26">9668 16981 0,'0'13'16,"0"-26"-16,-40 132 31,40-80-31,0 120 31,14-132-15,-1 12-16,13 54 15,-26-67-15</inkml:trace>
  <inkml:trace contextRef="#ctx0" brushRef="#br0" timeOffset="107818.97">9893 17153 0,'0'0'0,"0"13"15,-13 0 1,-14 66 0,27-52-16,-13 79 31,13-93-31,0 0 15,40 0 1,52-79 15,-79 13-15,-13 27-16,0-14 16,-13-13-1,-13 40-15,13 13 16,-40 40-1,53 52 17,13-78-17,0-1-15,80 13 16,92-52 15,-119-67 0,-66 67 1,-27 79-1,80 0 0,53-27 0,-79-26-31,52-53 32,-66 40-32,14-53 31,-80 172 0,40-54-15,-40 200-1,26-1 17,27-225-17,0-39-15</inkml:trace>
  <inkml:trace contextRef="#ctx0" brushRef="#br0" timeOffset="108182.4">10753 17219 0,'0'0'0,"-14"13"15,-12 13 17,52 1-1,67-14 0,-14-66 0,-105-66 1,-80 93-1,80 52-31,-14 27 15,13 119 17,94-93-17</inkml:trace>
  <inkml:trace contextRef="#ctx0" brushRef="#br0" timeOffset="108474.72">11110 17139 0,'0'0'0,"0"-79"16,0 132 15,26 119 0,-13-146-31,-13 40 31,-39-92 1,39-172-1,92 118 0</inkml:trace>
  <inkml:trace contextRef="#ctx0" brushRef="#br0" timeOffset="108724.44">11401 17007 0,'0'-66'31,"0"132"-31,52-106 31,-38 80-31,-14 225 32,-278 145-1,159-344-31</inkml:trace>
  <inkml:trace contextRef="#ctx0" brushRef="#br0" timeOffset="109177.2">6851 16835 0,'0'0'16,"-40"27"-16,-145 145 15,132-106 1,14 13-16,-1 0 0,27 1 15,132 264 17,-40-278-32,106 40 0</inkml:trace>
  <inkml:trace contextRef="#ctx0" brushRef="#br0" timeOffset="114395.78">9853 16782 0,'0'0'31,"-13"0"-31,0-13 16,-1 13-16,14-26 31,0-54 0,14 54-31,92-172 32,-40 118-32,423-330 31,-330 304-31,714-356 31,-490 316-15,-105 67 15,-252 92 0,-26 0 0,-13-13 79</inkml:trace>
  <inkml:trace contextRef="#ctx0" brushRef="#br0" timeOffset="114801.26">11943 15195 0,'-132'-13'32,"264"26"-32,-304-39 31,185 26 16,119 40 0,-92-40-47,106 13 15,-133-13 1,26 13 0,-78 53 15,-80 66 0,92-105-15,-39 26-16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54.088"/>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7.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1-30T06:48:45.330"/>
    </inkml:context>
    <inkml:brush xml:id="br0">
      <inkml:brushProperty name="width" value="0.05292" units="cm"/>
      <inkml:brushProperty name="height" value="0.05292" units="cm"/>
      <inkml:brushProperty name="color" value="#FFFF00"/>
    </inkml:brush>
  </inkml:definitions>
  <inkml:trace contextRef="#ctx0" brushRef="#br0">8398 1376 0,'0'0'0,"53"-27"31,13 14 0,-52 13-31,25 0 31,-12 0 1,12-13-1</inkml:trace>
  <inkml:trace contextRef="#ctx0" brushRef="#br0" timeOffset="1336.14">9218 1310 0,'0'0'0,"0"13"16,14-13 15,-1-40 1,-13 27-32,-13-53 31,-93 13 0,79 66-31,-92 80 31,93-54-31,13 1 16,-1 132 15,173-106 0,0-172 1,-106-132-1,-53 172-31,-27-172 31,1 172 0,13 106-31,13-14 16,13 278 15,13-79 1,14-172-17</inkml:trace>
  <inkml:trace contextRef="#ctx0" brushRef="#br0" timeOffset="1733.56">9509 1270 0,'-39'26'31,"78"-52"-31,-78 66 31,52-40-31,0 0 16,27 0-1,39-27 17,-79 14-32,0 0 15,-13-40 1,-80 0 15,80 53-31,-80 26 31,67 146 1,132-53-1,-40-105-16</inkml:trace>
  <inkml:trace contextRef="#ctx0" brushRef="#br0" timeOffset="2059.05">9668 1230 0,'0'0'0,"-13"-39"15,0 25-15,26 28 31,40 105 1,-40-93-32,40 67 31,-14-40 0,-39-67-31,14-65 31,-14 39-31,0 1 16,13-94 0,0 94-16,0-41 31,-13 94-31</inkml:trace>
  <inkml:trace contextRef="#ctx0" brushRef="#br0" timeOffset="2494.98">9999 1336 0,'0'0'16,"-27"13"15,54-13 0,52 13 0,0-26 1,-65-66-1,-81-14 0,15 67-15,-15 105 15,81 53 0,105-39 0,-53-80-31</inkml:trace>
  <inkml:trace contextRef="#ctx0" brushRef="#br0" timeOffset="2902.05">10343 1177 0,'-40'-26'31,"80"52"-31,-93-39 31,66 26 0,13-39-15,-26 13 0,14-67-1,-14 54 1,13-67-1,-13 80 1,0-27 0,0 54-1,0 131 1,0 106 31,13-198-47,0 80 15,-13-120 1,13 0-16</inkml:trace>
  <inkml:trace contextRef="#ctx0" brushRef="#br0" timeOffset="3293.94">10633 1191 0,'-13'26'32,"0"-26"-32,-13 26 31,26-12-31,-14 39 31,28-1-15,-14-25-16,66 26 31,66-53 0,-79-106 1,-93-26-1,27 119-31,0-1 15,-40 41 17,53-14-32</inkml:trace>
  <inkml:trace contextRef="#ctx0" brushRef="#br0" timeOffset="3748.43">11004 1243 0,'0'0'31,"0"14"0,0-1-31,13 13 0,-13 1 16,26 118 0,-26-92-1,14 146 1,-28-147 15,14-65-15,0-119-1,0 92 1,0-198 15,0 185-31,0 0 0,0-66 31,0 106-15,14 13 0,25 40-1,-12 52 17,-27-78-17,-13 65 1,-1-79-16,-12 0 31</inkml:trace>
  <inkml:trace contextRef="#ctx0" brushRef="#br0" timeOffset="4675.92">11308 1164 0,'0'13'16,"0"1"15,26 25 1,41 41-1,-54-67-16,13 40 1,-26-40 0,-39-13-1,-1-53 17,40 27-17,0-1-15,26-52 16,-12 39-1,-1 27-15,26-40 16,-25 53-16,-1 13 16,53 67-1,-26 52 17,-40-106-17,0 14 1,0-67 15,0 14-15,0-13-16,39-54 15,80-78 17,-105 158-17,39 39 1,-40-12-1,0 65 1,0-65-16,-13-14 16,27 40-1,-27-40-15,66 14 32,-53-27-17,66-53 1,-65 40-1,39-80 1,-53 67 0,0-1-16,0-26 15,-27 27 1,1 39 0,12 27-1,1 65 1,26-52-1,1-26-15,-1-1 16,53 14 0,-40-27-16,1-13 15</inkml:trace>
  <inkml:trace contextRef="#ctx0" brushRef="#br0" timeOffset="5295.89">12353 1124 0,'0'0'0,"-13"-39"16,-1 26-16,28 39 47,-14 0-31,13-12-16,27 91 31,-27-65 0,-13-53 0,39-119 1,-25 105-17,25-12 1,1 118 15,-14 66 0,54-65 1,26-133-1,-93 26-31,53-158 31,-53-172 0,-26 291-15,-40 185 15,0 159 0,53-186-15,13-52-16,40 79 31,-26-119-15</inkml:trace>
  <inkml:trace contextRef="#ctx0" brushRef="#br0" timeOffset="5464.69">12802 1045 0,'0'0'0,"-39"-40"16,39 27-16,-13 13 16,39 13-1,146 1 17,-40-28-17</inkml:trace>
  <inkml:trace contextRef="#ctx0" brushRef="#br0" timeOffset="5950.84">8835 1931 0,'0'0'0,"-93"-13"16,80 13-16,13-13 15,423-40 17,-264 40-32,39-14 15,1561-39 16,-225 159 1,-793-41-1,-701-52-31,-133-66 31</inkml:trace>
  <inkml:trace contextRef="#ctx0" brushRef="#br0" timeOffset="11105.12">2738 5370 0,'-133'0'31,"-65"92"0,158-65-15,-79 131 0,93-105-1,-14 159 1,40-146-1,13-13-15,27 105 16,-27-105 0,80 146-1,-67-160-15,133 94 32,-106-120-17,13 0-15,159-13 16,251-145 15,-410 118-15,146-118-1,-186 105-15,40-132 32,-52 119-17,-14 0-15,-27-185 16,14 185-1,-66-145 1,52 158 0,-105-79-1,92 106 1,-158-13 0,145 26-1,-119 0 1,106 26-1,53-26 1,-1 0-16,1 27 16,0-27 15</inkml:trace>
  <inkml:trace contextRef="#ctx0" brushRef="#br0" timeOffset="11880.43">2883 6599 0,'0'0'0,"-13"27"32,0-14-17,-40 93 1,40-66-16,-14-1 15,-52 93 1,39-52 0,-26 26-1,40-27 17,105-79-1,146-13 0,-159 26-31,212 27 31,52-27 1,-303-13-17,26-53 1,-40-79 15,-13 92-15,-13 0-16,-14-65 15,-79-81 17,80 160-17,-27-14 1,13 1 15</inkml:trace>
  <inkml:trace contextRef="#ctx0" brushRef="#br0" timeOffset="13022.18">2844 5409 0,'0'0'16,"-27"-26"0,14-14 15,-14-52 0,41-67 0,91-13 1,-52 132-32,-13 14 15,172-80 1,-54 40 15,-158 79 0,-79 40 1,-14 40-1,67-67-31,-133 146 31,14-13 0,105-80 1,40-66-17,0 0 1,27-26 31,105-40-16,93-66 0,39 27 0,-105 105 1,-80 40-1,-66-14 0,-105-12 0,52-27-31,-105 13 32,105 0-32,-185 54 31,66 25 0,133 1 0,171-40 1</inkml:trace>
  <inkml:trace contextRef="#ctx0" brushRef="#br0" timeOffset="13877.81">1693 4259 0,'-13'-40'31,"26"80"-31,-13-54 31,0 41-31,-13 145 31,-40 53 1,40-159-1,52-225 0,54-198 0,-67 278-31,1 13 16,145-159 15,-133 238-31,67 159 32,-40 198-1,-39-92 0,-27-238-31</inkml:trace>
  <inkml:trace contextRef="#ctx0" brushRef="#br0" timeOffset="14839.36">1891 4483 0,'0'0'0,"-53"-39"31,53 26-31,67-14 32,118-65-1,-132 65-31,79-13 31,-106 40-31,40 80 31,-52-41-31,-1 107 32,-26-27-1,-14-159 0,40-158 0,1 158-31,65-66 32,40 159-1,-66 66 0,-13-53 0,12-66 1,-12-52-1,-27 25-31,1-52 31,-14-14 0,0 80-31,-14 0 32,14 26-32,0 0 0,0 67 31,27 25-15,-14-78-1,53 12 16,-53-39-31,80-13 16,-80 0 0,14-93-1,-27 67 1,0 12-16,-27-65 16,27 78-1,-13 1-15,13 0 16,0 26-16,0 0 15,13 67 1,0-54 0,40 67-1,-26-80 1,65 13 0,-65-39-1,26-40-15</inkml:trace>
  <inkml:trace contextRef="#ctx0" brushRef="#br0" timeOffset="15281.41">3359 4007 0,'0'-39'0,"0"78"0,-53-211 15,53 159 1,-13 53 0,13 0-1,27 118 1,-1-105-1,-13-13-15,27 92 16,-27-92-16,0 52 31,1-92-15,-14-39 0,0-107 15,13 107-16,66-28 1,-52 67 0,-1 14-16,40 65 31,-52-53-31,-14 107 31,-14-120-31,-52 27 31,-26-107-15,78 41 0,1-106-1</inkml:trace>
  <inkml:trace contextRef="#ctx0" brushRef="#br0" timeOffset="15666.41">3769 3968 0,'0'0'0,"14"-13"16,-14 26 15,0 0-15,13 66 0,0-52-1,0 131 1,-13-118-1,0 106 1,27-160 15,-14-12-15,27-106 0,-27 105-1,66-52 1,-66 79-1,14 13-15,13 40 16,-14-27 0,-26 1-16,53 65 15</inkml:trace>
  <inkml:trace contextRef="#ctx0" brushRef="#br0" timeOffset="16356.03">4404 4100 0,'0'0'0,"27"-66"16,-107 92 15,54-12-15,13-1-16,-54 79 31,54-65-31,26 79 15,1-93 1,65 26 0,-53-39-1,54-66 1,-54 40 0,14-93-1,-40 92 1,0-52-1,-13 158 17,13-52-17,39 79 1,-25-80 0,52 14-1,-53-40 1,0-13-16,27-40 15,-27 39 1,27-105 0,-40 93-16,39 0 31,-25 52-15,-1 0-16,-13 14 15,13-13-15,0-1 16,54 93-1,-41-119 1,0 0-16,-12 0 0,12 0 16,67-66-1,-80 39 1,0-12-16,0-67 16,-13 80-1,-92-1 16</inkml:trace>
  <inkml:trace contextRef="#ctx0" brushRef="#br0" timeOffset="17060.11">2764 6229 0,'0'0'0,"-40"-13"15,54 26 17,-14 0-17,13-13-15,53 40 16,66 0 15,-105-40-31,-1-14 16,54-38-1,-54 25-15,40-118 32,-66 118-17,0 1-15,-26 13 16</inkml:trace>
  <inkml:trace contextRef="#ctx0" brushRef="#br0" timeOffset="17420.18">2804 5687 0,'0'-13'15,"0"26"-15,-13-40 0,13 1 16,13 66 15,-13-27-31,0 13 32,0-12-17,-13-28 1,13 1-1,13-27 1,0 27 0,14 0-1,-14 26-15</inkml:trace>
  <inkml:trace contextRef="#ctx0" brushRef="#br0" timeOffset="17723.27">3148 5713 0,'0'0'0,"0"-39"16,0 25 0,13 14-1,13 27 16,-12-27-15,-28-13 15,14-1-15,0-25 0</inkml:trace>
  <inkml:trace contextRef="#ctx0" brushRef="#br0" timeOffset="19580.98">4589 6295 0,'0'0'0,"27"0"15,79-13 16,198 13 1,-185-13-32,13 13 0,569-27 31,344 14 0</inkml:trace>
  <inkml:trace contextRef="#ctx0" brushRef="#br0" timeOffset="20025.49">8729 6216 0,'0'0'0,"13"-13"16,-26 13-16,-13-14 31,12 14 0,1 0 16,0 27-16,13-14-15,-13 14-1,-1 25 17,14 15-1,0-54-31,0 0 0,14 0 16,-1 53-1,-13-39 1,26 39-1,-12-40 17,-14-39-32</inkml:trace>
  <inkml:trace contextRef="#ctx0" brushRef="#br0" timeOffset="20957.37">6917 6282 0,'0'0'0,"-13"0"15,66 13 16,198-26 1,-158 0-32,12 13 15,398-40 1,-358 40 0,371 0-1,-397 0 1,238 13-1,-92 1 17,-225-1-17,-54-13 48,1 13-16,-13 0-32,26 0 1,-40 14 0,14-14-1</inkml:trace>
  <inkml:trace contextRef="#ctx0" brushRef="#br0" timeOffset="21707.69">8874 6295 0,'0'27'78,"-13"105"-47,13-92-31,13 171 32,-13-145-32,14 0 15,-1 133 1,-13-133-16,0 198 31,-13 80 0,13-132 1,0-146-1,0-53-31,13-13 47,53 13-16,-40-13-31,226 27 31,-146-27-31,436 0 32,489 13-1,-515-13 0,-397-13 0,-145 0 1,-27-14-17</inkml:trace>
  <inkml:trace contextRef="#ctx0" brushRef="#br0" timeOffset="21936.59">11295 7790 0,'-27'26'31,"54"-52"-31,-1 79 31,14-40-31,0 0 16,184 146 15,-210-93-15</inkml:trace>
  <inkml:trace contextRef="#ctx0" brushRef="#br0" timeOffset="23616.14">11692 6547 0,'0'0'0,"39"13"31,-26 13-31,80 318 31,-14 423 1,-79-608-32,-26 449 31,-106 146 0,13-185 0,39-93 1,107-238-1,12-119 0,-25-106-31,-1 13 0,0 1 16,-13-14-16,13 0 0,1 14 15,-14-14-15,13 0 16,0 0-16,53 14 31,-39-27-31,105 0 31,-79 13-31,211-13 32,450-13-1,212 66 0,265 13 0,-953-53-31,687 40 32,-52-40-1,-529-26-15,-251-13-16,132-67 31,-199 67-31,27-107 31,-53 14-15,-13 80-16,-40-160 31,-225-462 0,-13-172 0,265 13 1,39 674-32,106-409 31,13 13 0,-119 476-31,14-133 31,-67 93-15,27 93 0,-106-13 15,0 13-15,-278-14 15,-436 14 0,608 0-31,-820 13 31,-238 39 1,1058-25-32,-489-1 31,119 0 0,476 0 0,119 0 1,-13 27-1,13-27-31,-27 67 15</inkml:trace>
  <inkml:trace contextRef="#ctx0" brushRef="#br0" timeOffset="24185.86">12617 7935 0,'0'0'0,"14"-40"32,-14 27-1,0 26-31,-40 54 31,40-54-31,-40 26 31,27-78-15,13 26 0,40-212-1,13-106 32,26 212-16,-66 132-31,0 27 0,14 0 16,-14-1-16,53 186 16,-39-13 31,-27-186-47</inkml:trace>
  <inkml:trace contextRef="#ctx0" brushRef="#br0" timeOffset="24929.83">12683 7724 0,'0'0'0,"-13"-27"15,13 14-15,0-14 0,0 14 16,53-53 15,106 13 0,-67 13-15,-25 1 15,-67 52 1,0 0-32,0 80 31,0 52 0,0-118-31,0 12 31,0-105 1,0 53-32,-27-146 31,14 106-31,0-158 31,118 158 0,67 146 1,-105 26-1,-134-40 0,41-79-31,-14 26 31,93-12 1,-26-1-32,65 53 31,-79 27 0,-39-80-31,-106 0 31,105-13-31,-65-53 16</inkml:trace>
  <inkml:trace contextRef="#ctx0" brushRef="#br0" timeOffset="25349.7">13437 7353 0,'0'0'0,"66"-13"16,1 53 15,-41 105 0,14 27 0,-27-66 1,-13-93-32,0-53 31,-13 27-31,13-212 31,53-92 0,39 238 1,-12 290-1,-54-145-31,27 159 31,-27-66-15</inkml:trace>
  <inkml:trace contextRef="#ctx0" brushRef="#br0" timeOffset="25909.24">13715 7538 0,'-13'-53'31,"26"106"-31,-26-119 0,158 27 31,-105 25-31,145-12 32,-53-27-1,-118 40-31,-14 0 31,-27 52 0,27 133 1,0-145-32,27 78 31,-27-65 0,13-40-31,-13-40 31,0 14-31,-27-120 32,-52-224-1,185 225 0,119 277 0,-186-79-31,-52 79 32,-212-66-17,120-66-15</inkml:trace>
  <inkml:trace contextRef="#ctx0" brushRef="#br0" timeOffset="28066.96">6216 5819 0,'0'0'0,"-13"0"31,66 0 0,211 13 0,-65-13 1,-146 0-1,-67 0-31,-25-26 16</inkml:trace>
  <inkml:trace contextRef="#ctx0" brushRef="#br0" timeOffset="28356.1">6560 5608 0,'0'0'0,"-26"-27"31,26 14-15,0 26 0,26 66-1,-13-52 1,0 132 0,-13-133-1,14 106 1,-14-118-16</inkml:trace>
  <inkml:trace contextRef="#ctx0" brushRef="#br0" timeOffset="28853.23">7023 5594 0,'0'-13'16,"0"26"-16,-13-26 0,13 0 15,0 39 17,0-12-17,0 78 16,-14-65-31,14-1 0,0 27 16,0-40 0,0 0-1,0-26 17,14 0-17,12-53 1,-13 53-1,53 26 1,-39 0 0,26 93-1,-53-66 1,13-27-16,-26 53 16,-14-53-16,14 0 15,-53 1 1,40-14-16</inkml:trace>
  <inkml:trace contextRef="#ctx0" brushRef="#br0" timeOffset="29087.86">6983 5489 0,'0'0'0,"40"-27"16,-14 27-16,133 13 31,-133-13-15,80 14-1,-132-14 17,13 0-17,-1 0-15</inkml:trace>
  <inkml:trace contextRef="#ctx0" brushRef="#br0" timeOffset="30058.97">14032 5449 0,'0'13'16,"-13"93"15,13-53-31,0 0 15,0 132 1,0-119-16,-13 225 31,13-251-15,-13 12-16</inkml:trace>
  <inkml:trace contextRef="#ctx0" brushRef="#br0" timeOffset="30473.44">14006 5277 0,'-26'0'31,"52"0"-31,-92 66 31,66-53-31,-13 1 16,-1 38 0,14-38-16,-13 25 31,13-52-16,0 0-15,13 0 16,14-67 0,-14 54-16,80-53 31,-1 171 0,-52 1-15</inkml:trace>
  <inkml:trace contextRef="#ctx0" brushRef="#br0" timeOffset="31424.78">13530 3703 0,'13'-26'31,"-26"52"-31,26-65 31,0 39 32,14 0-32,-1 0 0,-39-14 0,-119 41 1,-53 92-1,171-93-31,94 133 15,369-80 17,-330-79-17,344-53 17,-158-92-1,-530-40 0,145 158-31,-369-52 31,211 105-15</inkml:trace>
  <inkml:trace contextRef="#ctx0" brushRef="#br0" timeOffset="31907.54">13279 3928 0,'0'13'16,"13"14"-1,-13-1-15,13 186 32,-106 237-1,14-118 0,79-291-31,-13 52 16,26-79-1,53 1 1,-39-28 0,145 1-1,-106 13 1,238 27-1,-211-27 1,-1 13-16,226-13 16,-252-13-1</inkml:trace>
  <inkml:trace contextRef="#ctx0" brushRef="#br0" timeOffset="32243.1">14416 3968 0,'0'0'0,"-13"-66"16,0 66-1,13 13-15,-40 132 31,40-92-31,-13 278 16,13-239 0,13 239-1,-13-265 1,0-13-16,0 0 16,0-13-16,0 12 15</inkml:trace>
  <inkml:trace contextRef="#ctx0" brushRef="#br0" timeOffset="32926.94">14800 4735 0,'0'0'15,"-14"-13"-15,1-1 0,13 1 31,0 40-15,27 78 0,-14-65-1,-13-14-15,13 54 16,0-54 0,0 27-1,-13-93 16,0 14-15,27-159 0,52 0 15,-26 224 0,-40-12-15,27 105-1,-40-105 1,27 52 0,-14-79 15,0-13-15,0-1-16,27-38 15,-27 38-15,80 1 31,-80 26-15,27 93 0,-40-79-1,13-1-15,0 27 16</inkml:trace>
  <inkml:trace contextRef="#ctx0" brushRef="#br0" timeOffset="33377.19">15606 4827 0,'0'0'0,"0"-39"31,0 12-15,0 14-16,0-27 15,-13 27 1,13 0-16,-26 39 16,12-12-1,-25 78 1,39-65 0,0 39-1,13-53 1,0 0-16,14 0 15,-14-13-15,40-39 32,-40 12-17,13-39 1,-12 53 0,-1 39-1,-13-12 1,40 118 15</inkml:trace>
  <inkml:trace contextRef="#ctx0" brushRef="#br0" timeOffset="33718.87">15818 4722 0,'0'0'0,"-13"-40"16,39 80 15,-13-14-15,-13 0-16,40 54 16,-27-1 15,-13-119 0,0 27-15,0-13-16,66-159 31,-39 158-15,-14 14-16,53 66 31</inkml:trace>
  <inkml:trace contextRef="#ctx0" brushRef="#br0" timeOffset="34277.32">16347 4907 0,'0'0'0,"0"-27"16,0 14-16,26-66 31,-12-14 0,-80 106 0,-27 186 1,146-67-1,66-106 0,-27-105 0,-52-133 1,-40 133-1,0 92-15,0 14-16,13-14 15,40 106 1,27-26 15,-54-80 0</inkml:trace>
  <inkml:trace contextRef="#ctx0" brushRef="#br0" timeOffset="40549.6">2672 10117 0,'0'0'0,"-27"-13"15,1 13 1,-54 40 0,54-27-1,-53 119 17,65-92-32,-12 118 15,39 54 32,0-172-47,159 132 31,106-53-15,39-133 15,-52-144 16,-146-133-31,-106 225-1,-53-172 1,14 185 0,-172-93-1,145 133 1,-265-13-1,265 39 1,-52 53 0,91-40-1,-12 67 1</inkml:trace>
  <inkml:trace contextRef="#ctx0" brushRef="#br0" timeOffset="41824.97">2711 10964 0,'0'0'0,"-13"0"47,0 13-16,-27 106 0,14-80-15,-67 173-1,67-159 1,-14 0-16,-39 79 16,52-92-1,14-14-15,-40 27 16,40-26 0,26-27-1,0 0 1,67-27-1,12 1 1,120-14 15,-159 40-15,185 26 0,-172-12-1,172 39 1,-185-40-1,-13-13-15,-1 13 16,27-13 0,-52-66 15,-14 39-15,13-92-1,-13 93 1,0-14-16,-27-92 15,1 0 1,13 92-16,-40-66 31,26 80-15,-12 52 0</inkml:trace>
  <inkml:trace contextRef="#ctx0" brushRef="#br0" timeOffset="42387.71">2724 10329 0,'0'0'0,"-26"-53"31,52-66 0,120-66 1,198 92-1,-252 106-31,318 225 31,-330-171-31,-27 12 16,105 225 15,-144-211-31</inkml:trace>
  <inkml:trace contextRef="#ctx0" brushRef="#br0" timeOffset="42733.39">2857 10170 0,'0'0'0,"0"-66"15,13 53-15,159-53 31,304 158 1,-106 239-1,-251 92 0,-158-106 0</inkml:trace>
  <inkml:trace contextRef="#ctx0" brushRef="#br0" timeOffset="42997.62">3518 10223 0,'26'0'32,"-52"0"-32,251 198 31,0 159 0,-172-13 0,-67-291-31,-12-13 0</inkml:trace>
  <inkml:trace contextRef="#ctx0" brushRef="#br0" timeOffset="43200.53">3624 10646 0,'53'79'31,"-106"-158"-31,264 410 31,-171-265-31,92 172 32,-92-172-32</inkml:trace>
  <inkml:trace contextRef="#ctx0" brushRef="#br0" timeOffset="43404.88">3796 10355 0,'0'0'16,"13"278"-1,13-199 1,54 252 0,-67-252-1</inkml:trace>
  <inkml:trace contextRef="#ctx0" brushRef="#br0" timeOffset="44136.85">2619 10712 0,'0'0'0,"0"-13"16,26 0 15,67 79 0,-67-53-31,54 53 16,-67-52-1,79-14 1,-52 0 0,39-67-1,-65 41 1,-1-1-16,0-39 15,-26 53 1</inkml:trace>
  <inkml:trace contextRef="#ctx0" brushRef="#br0" timeOffset="44650.11">2632 10408 0,'0'0'0,"13"0"15,0-13 1,1 13 0,-1 26-1,-13-12 1,0 25-1,0-26 1,-13 1 0,-1-14-1,-12 0 1,13-27 0,13 1-1,0 13 1,0-1-16,26 1 15,14 40 17</inkml:trace>
  <inkml:trace contextRef="#ctx0" brushRef="#br0" timeOffset="45015.83">3121 10487 0,'0'0'0,"0"-13"31,13 0-15,1 39-1,-14-12 1,-40-1 0,27-13-1,-14-27 1,27 14 0,0-40-1,14 40 1,38-13-1,-38 26 1,12 39 0</inkml:trace>
  <inkml:trace contextRef="#ctx0" brushRef="#br0" timeOffset="47136.41">4417 10924 0,'0'0'0,"-39"13"15,52 0 32,0-13-47,0 0 0,106 14 16,-39-1-1,436 0 17,52 13-1,-488-26-31,-14 0 0,53-26 31,-119 13-31,0-14 16,-119-145 15,106 133-31,-14-1 16,-13-251 15,40 225-31,-13-251 31,-26-27 0,12 278 1,14 66-1,26 0 47,-13 13-47,13-13-31,40-13 32,66 13-17,-39 0-15,502 0 31,330 39 1,93 14-1,-53 0 0,-780-40-31,410-13 31,-145-39 1,-358-14-1,-79 40 0,-13 13 47,0 13-46,39 0-1,54 13 0,-54-26-31,0 0 16,41 0-1,38 0 17,-91 0-32,-1 0 15,26 0 1,28-13 15,-1 13 0,-53 0-31,0 0 0,0 0 32,-13 0-1,-39-26 0,12 26-31</inkml:trace>
  <inkml:trace contextRef="#ctx0" brushRef="#br0" timeOffset="47457.33">10898 9416 0,'-26'0'31,"52"0"-31,-66 0 32,54 13-32,-1-13 15,66 40 1,-39-27-16,-1 1 15,133 78 1,-132-65 0,0 78-1,-53-78-15,-1-1 16,-131 67 0,-54-1-1</inkml:trace>
  <inkml:trace contextRef="#ctx0" brushRef="#br0" timeOffset="49108.64">6944 10197 0,'-40'13'31,"80"-26"-31,-120 39 31,80-13-31,80 0 31,39 14 1,-80-27-1,-39-13-16</inkml:trace>
  <inkml:trace contextRef="#ctx0" brushRef="#br0" timeOffset="49834.16">7301 10157 0,'0'0'0,"-27"-27"32,54-26-17,-14 53 1,93-13 0,-80 13-1,80 40 1,-93-27-1,-13 53 1,-26-52 0,-54 38-1,67-38 1,-40 12 15,40-26-31,53 0 31,-27-13-15,53 13 0,-53 13-1,53 40 1,-66-40 0,27 53-1,-27-52 1,-40 12-1,-52-26 17,25-13-1</inkml:trace>
  <inkml:trace contextRef="#ctx0" brushRef="#br0" timeOffset="58813.08">6309 6599 0,'0'14'16,"13"-14"47,-13 26-48,0 1 1,0-1-1,0 0-15,0 80 16,0-93 0,0 80-1,0-80 1,0 14-16,0-14 16</inkml:trace>
  <inkml:trace contextRef="#ctx0" brushRef="#br0" timeOffset="59349.83">6626 6639 0,'0'0'0,"0"13"47,-40 14-16,40-14-31,-13 66 32,40 27-1,-27-93-31,13 1 16,40 12-1,-40-13-15,53-52 31,0-107 1,-105 27-1,-67 106 0,79 13-31,1 13 16</inkml:trace>
  <inkml:trace contextRef="#ctx0" brushRef="#br0" timeOffset="60240.48">7076 6679 0,'0'0'0,"0"26"63,0 40-32,0-52-31,0 12 15,-13 27 1,-1-13 15,14-54 1,27-78-1,-27 65-31,13-12 15,53-94 17,-13 186-1,-13 66 0,-27-92-31,-13-1 16,26 54-1</inkml:trace>
  <inkml:trace contextRef="#ctx0" brushRef="#br0" timeOffset="61053.35">7063 6798 0,'0'0'31,"92"-27"0,-65 27-31,-1-13 16,67 0 0,-14 0 15,-66 13 0,0 39 0,-13-25-15,14 65 0,-14-66-16,0 14 15,0-14-15,13 13 16,-13-13-1,0-26 17,-13-106-1,13 93-31,0-1 0,13-52 31,40 13 0,0 106 1,0 52-1,-40-13 0,-13-65 0,0-54 1,39-92-1,14 92 0,-13 106 0,-27-53-31,0 14 16,14 105 15,-67-53-15</inkml:trace>
  <inkml:trace contextRef="#ctx0" brushRef="#br0" timeOffset="64317.47">6600 9205 0,'0'0'15,"0"-14"1,0 1 0,13 13-16,-13-13 15,13 13 1,-13 13 0,0 40 30,0 40-14,0-67-32,0 53 31,0-65-31,0 25 16</inkml:trace>
  <inkml:trace contextRef="#ctx0" brushRef="#br0" timeOffset="64836.89">6851 9231 0,'0'0'0,"0"-13"16,13 13-16,14-13 15,-41 39 32,1-13-31,13 1-16,-13 52 15,0-40 1,13 1-16,26 52 16,-26-66-1,53 0 1,-26-13 0,25-53-1,-38 40 1,-1-79-1,-26 65 1,-40-39 0,0 66 15,40 0-15,-1 27-1</inkml:trace>
  <inkml:trace contextRef="#ctx0" brushRef="#br0" timeOffset="65374.11">7221 9258 0,'-13'0'0,"13"-14"16,13 28 31,0-14-32,-13 13 17,14-13-32,-14 13 15</inkml:trace>
  <inkml:trace contextRef="#ctx0" brushRef="#br0" timeOffset="65833.96">7248 9469 0,'0'0'0,"0"13"62,0 1-46,0-28 15,0 1 0,-14 0 1,28 13 46,-1 13-47,0-13-15</inkml:trace>
  <inkml:trace contextRef="#ctx0" brushRef="#br0" timeOffset="66532.28">7499 9284 0,'-13'0'62,"13"13"-46,-27 27-1,27-27 1,-13 0-16,0 40 16,13-26-1,0-14-15,40 27 16,-14-27-1,40 0 1,-53-26 0,40-40-1,-40 26 1,-13 1-16,-26-40 16,13 39-1,-53-12 1,52 39-16,-38 0 31,52 13-15,-14-13-16,14 13 15</inkml:trace>
  <inkml:trace contextRef="#ctx0" brushRef="#br0" timeOffset="66942.13">7843 9284 0,'0'0'0,"13"0"16,0 0 31,-13 13-32,0 27 1,14 66 15,-14-80-15,13 27-1,-13-40 1,0 14 0</inkml:trace>
  <inkml:trace contextRef="#ctx0" brushRef="#br0" timeOffset="67778.17">8213 9310 0,'13'-13'31,"-26"26"-31,26 1 32,-13-1-32,0 40 31,-26 39 0,26-78-15,0-1-1,0-26 32,13-106-16,-13 92-31,40-65 32,26 65-1,-53 27-31,40 53 31,-13 13-15,-27-39-16,0 65 31,-13-65-15,-13-14-16</inkml:trace>
  <inkml:trace contextRef="#ctx0" brushRef="#br0" timeOffset="68562.89">8226 9390 0,'0'0'16,"67"-27"15,-41 27-31,93-26 31,-13-1 0,-93 27 1,-13 93-1,0-67-31,0 27 31,0-26-15,-13-14-1,13-26 17,-13-80-1,13 67-31,26-67 31,27 54 0,53 78 1,-53 41-1,-53-54-31,0 27 31,-27-40 0,27-39 1,40-80-1,-27 93-31,27-40 31,13 79 0,-53-13-31,13 14 16,40 52 0,-40 14 15,-53-67-15</inkml:trace>
  <inkml:trace contextRef="#ctx0" brushRef="#br0" timeOffset="76851.09">1336 8543 0,'0'0'31,"-13"27"-31,52-14 32,-26-13-32,14 0 15,52 0 1,-39 0-16</inkml:trace>
  <inkml:trace contextRef="#ctx0" brushRef="#br0" timeOffset="76984.82">2037 8557 0,'92'-14'31,"-184"28"-31,330-67 31</inkml:trace>
  <inkml:trace contextRef="#ctx0" brushRef="#br0" timeOffset="77108.59">2724 8583 0,'0'0'0,"14"0"15,-1 0-15,0 0 0,0-13 16,27-27-1</inkml:trace>
  <inkml:trace contextRef="#ctx0" brushRef="#br0" timeOffset="77266.64">3677 8610 0,'53'0'16,"-27"0"-16,-105 0 0,237-14 16</inkml:trace>
  <inkml:trace contextRef="#ctx0" brushRef="#br0" timeOffset="77396.48">4457 8557 0,'159'0'31,"-318"0"-31,503-40 32,-304 27-32</inkml:trace>
  <inkml:trace contextRef="#ctx0" brushRef="#br0" timeOffset="82669.63">11771 7274 0,'0'13'94,"-27"0"-48,-92-13-14,-145 0-1,-133 14 0,318-14-31,-1 0 16,-197-14-1,144 1 17,120 0-1,13-14 63,0-78-63,0 78-31,-13-118 31,13-80 0,13-79 1,-13 224-32,13 1 15,40-424 17,-39 424-32,-1 26 15,0-92 1,0 105-16,0-52 31,1 52 0,-14 27-31,0-1 32,0 1-1,-14 13 109,-38 0-108,-160-13-1,-198-13 0,317 26-31,-12-14 16,-372-12 15,425 26-31,-1 0 16,-119 0 15,53 0 0,13 0 0,93 0-31,-14 0 32,-13 0-1,-26 0 0,0 0 0,53 0-31,-13 0 32,12 0-1,1 0-31,26-13 109,1 13-93</inkml:trace>
  <inkml:trace contextRef="#ctx0" brushRef="#br0" timeOffset="82800.38">8504 5131 0,'0'0'15,"0"14"1</inkml:trace>
  <inkml:trace contextRef="#ctx0" brushRef="#br0" timeOffset="83466.82">8570 5290 0,'0'0'0,"0"-13"47,0 0-16,0 0-31,-39 13 31,-54-14 0,-132 1 1,-198-27-1,0 1 0,-93-1 0,-79 14 1,66 26-1,330 0 0,160 0 0,39-14 1</inkml:trace>
  <inkml:trace contextRef="#ctx0" brushRef="#br0" timeOffset="83773.05">5608 4880 0,'13'-26'16,"-26"52"-16,39-92 31,-39 79-15,-146 120 15,-52 12 0,78-79 1,186-66-1,146 27-16,-160-14 1,80 79 0</inkml:trace>
  <inkml:trace contextRef="#ctx0" brushRef="#br0" timeOffset="84372.29">6322 4589 0,'26'-26'0,"-52"52"0,66-79 15,-14-52 17,-39 105-32,-93 26 31,66 0-31,-92 120 31,119 26-15,39-159-1,107 14 1,-94-27 0,93-80-1,-105 41 1,-14-200 0,-145 94 15,26 238 0,106-54-15,40 133-1,-14-132 1,80 119 15,-13-14 0,-80-132-31</inkml:trace>
  <inkml:trace contextRef="#ctx0" brushRef="#br0" timeOffset="84739.09">6705 4470 0,'0'0'0,"-39"40"32,26-27-17,-1 93 1,14-80 0,53 120-1,-40-120 1,27 14-1,-27-40 1,27-26 15,-27-1-31,27-105 16,-40 92 0,26-92-1,-12 119 1,-14 52-1</inkml:trace>
  <inkml:trace contextRef="#ctx0" brushRef="#br0" timeOffset="85104.15">7049 4748 0,'0'0'0,"0"-13"78,40-14-62,-40 14 0,13-66 15,-39-40-16,13 105 1,-54 14 15,41 133 1,26-94-32,53 67 15,-27-93 1,1 1-16</inkml:trace>
  <inkml:trace contextRef="#ctx0" brushRef="#br0" timeOffset="85983.09">7274 4563 0,'-13'-27'0,"26"54"0,-26-93 15,13 79 1,26 66-1,27 67 17,-53-120-17,27 40 1,-27-79 15,-13 0-15,13-93-1,0 66 1,0 14-16,26-53 16,-26 65-1,53-12 1,-27 26 0,27 0-1,-40 0 1,1 0-16,-14 26 15,0-12 1,0-1-16,0 27 16,0-14-1,0-13-15,13 40 16,-13-40 0,53-13-1,-40 0 1,66-39-1,-52 39 1,-1-66 0,-26-1-1,-13 41 1,-13-40 0,12 66-1,14 66 1,0-26-1,0-1-15,40 160 16,-40-146 0,53 118-1,-53-131 1,13 39 0,-26-79-1,-80-13 1,67 0-1,-1-13-15,-39-93 16,66 92 0,40-39-1,-14 66 1,67 13 0,-80-13-1,0 40 1,-26-27-1</inkml:trace>
  <inkml:trace contextRef="#ctx0" brushRef="#br0" timeOffset="86749.61">8478 4788 0,'0'0'0,"-14"0"16,41 0 15,13 0-15,65 0-1,-25 0 1,-1-14-1,-52 1 1</inkml:trace>
  <inkml:trace contextRef="#ctx0" brushRef="#br0" timeOffset="87700.15">8703 4774 0,'0'0'15,"13"-13"1,0 13-16,0-13 15,0 13 1,-52 0 31,12 0-31,14 0-16,-53-26 15,39 26 1,14-14-16,-13-39 15,26 40 1,39-53 0,-12 53-1,-14 0-15,0-1 16,80 94 0,-93-41-1,-13 147 1,0-134-1,-120 81 1,107-107-16,-80 14 31,80-40-15,26-66 0,13 39-1,66-105 1,-52 106-1,105 26 1,-106 26 0,1 0-16,39 67 15,-40-53-15,14 52 32,-27-79-32</inkml:trace>
  <inkml:trace contextRef="#ctx0" brushRef="#br0" timeOffset="88028.65">8927 4880 0,'0'0'0,"0"-13"16,-13-13 0,66 78 15,13 54 0,-66-93-15,-13 27-1,13-27 1,-40-39 0,27 13-1,13-14-15,13-65 16,0 52-1,54-53 1,-41 80-16,1 13 16</inkml:trace>
  <inkml:trace contextRef="#ctx0" brushRef="#br0" timeOffset="88418.33">9258 4933 0,'0'0'0,"-26"27"16,39-27 31,0 0-32,13 0 1,-12 0-1,12-27 1,-26 14 0,0 0-16,0-27 15,0 14 1,-13 12-16,-40 1 16,27 26-1,-41 53 1,54-39-1,13-1-15,0 54 16,13-67 0,80 53-1,-67-66-15</inkml:trace>
  <inkml:trace contextRef="#ctx0" brushRef="#br0" timeOffset="88651.89">9628 4893 0,'0'-26'16,"0"52"-16,-53-78 16,27 52-16,-53-14 31,65 28-15,1 52-1,13-13 1,13-40-16,27 106 31,-13-106-15,12-13-16</inkml:trace>
  <inkml:trace contextRef="#ctx0" brushRef="#br0" timeOffset="88781.12">9813 4999 0,'0'0'0,"14"-26"31,-28 26-15,-25 26 0,26-26-1</inkml:trace>
  <inkml:trace contextRef="#ctx0" brushRef="#br0" timeOffset="138434.79">12802 6904 0,'0'0'0,"0"-14"31,172 80-15,-92-26-1,356 225 1,-330-199 0,238 211-1,-291-224 1,39 40-1,-78-80 1,-1 0-16,-13 1 16,-40-54 15</inkml:trace>
  <inkml:trace contextRef="#ctx0" brushRef="#br0" timeOffset="138855.89">13874 6890 0,'0'0'0,"13"-39"15,-53 131 16,14-39-15,-14 13-16,-92 159 16,66-146-1,-146 199 1,159-225 0,0 0-16,-52 66 15,78-93 1,1 1-16,-40 65 15,66-65 1,-40 26 0,27-53 15,26 0 0,0-13-15</inkml:trace>
  <inkml:trace contextRef="#ctx0" brushRef="#br0" timeOffset="146039.92">13649 8887 0,'0'0'0,"26"-26"16,-12-27 15,-67 26 0,-132 107 1,-40 118-1,198-145-31,67 79 31,105-79-15,226-66-1</inkml:trace>
  <inkml:trace contextRef="#ctx0" brushRef="#br0" timeOffset="146510.13">13993 8927 0,'0'0'32,"-13"79"-1,13-52-31,-27 79 31,1-14 0,26-105-15,0-14 0,13-92-1,-13 67 1,66-213-1,40 212 17,-53 159-1,-27 158 0,-26-224-31,-26 92 16,13-118-1</inkml:trace>
  <inkml:trace contextRef="#ctx0" brushRef="#br0" timeOffset="147107.1">13980 9072 0,'-80'0'16,"160"0"-1,-173 0-15,133 0 16,-14 0 0,133-26-1,-106 13 1,92-53 15,-132 52-31,40-39 16,-39 53-1,-14 40 1,0 132 15,13-13 16,-13-133-47,0 27 16,0-40-1,0-39 1,0-1 0,0-224-1,26 0 17,-13 224-17,80-25 1,-66 52-1,118 66 17,-105-40-32,-14 1 0,14 52 15,-40-53 1,-199 67 0,133-80-1</inkml:trace>
  <inkml:trace contextRef="#ctx0" brushRef="#br0" timeOffset="148861.06">21333 4232 0,'13'0'0,"-26"0"0,-13 0 31,26 53 0,0 0-15,13 13-16,79 278 16,-12-80-1,39 120 1,-53-146-16</inkml:trace>
  <inkml:trace contextRef="#ctx0" brushRef="#br0" timeOffset="149034.79">21875 7472 0,'0'185'15,"0"-370"-15,-26 767 31,13-503-31,-40 292 32,0-80-17</inkml:trace>
  <inkml:trace contextRef="#ctx0" brushRef="#br0" timeOffset="149215.99">21664 10474 0,'0'199'16,"0"-398"-16,-106 860 31,93-568-31,-14 0 16,-26 277-1,40-278 1</inkml:trace>
  <inkml:trace contextRef="#ctx0" brushRef="#br0" timeOffset="149251.31">21439 12061 0,'0'0'0,"-27"318"16</inkml:trace>
  <inkml:trace contextRef="#ctx0" brushRef="#br0" timeOffset="149451.09">21399 14296 0,'0'0'0,"-26"106"15,-27 198 1,26-106 0,14 107-1,26-107 1,14 225 0,-14-317-1</inkml:trace>
  <inkml:trace contextRef="#ctx0" brushRef="#br0" timeOffset="150653.29">24983 4153 0,'0'0'0,"80"-53"16,-133-40 15,-212 14 0,186 66-31,-331 39 31,-331 173 1,305 52-1,317 66 0,449-52 0,160-159-15,872-14 15,715 27 1,131 93-1,-1070-80-16,700 40 17,-952-318-1,-833 120-31,-66-225 31,-40 198-31,-13 0 0,-463-278 31,-371-92 1,662 331-32,0 12 0</inkml:trace>
  <inkml:trace contextRef="#ctx0" brushRef="#br0" timeOffset="150717.16">29295 3902 0,'-1243'-106'31</inkml:trace>
  <inkml:trace contextRef="#ctx0" brushRef="#br0" timeOffset="151829.97">23211 4510 0,'-198'106'31,"158"-53"-31,278-212 0,-502 397 16,237-145-16,1 12 0,12 14 15,28 675 17,-1-622-32,40 595 31,13 502 0,-66-1044-31,13-13 16,14 1150 15,-27-1151-31,-14 14 16,-25 767 15,12 106 0,14-199 0,26-119 1,1-661-32,25 291 31,-26-317-31,14 277 31,26-66 0,-27-251-31,173 79 32,369-118-1,702-147 0,-992 120-31,-14 0 16,1297-13 15,119 52 0,-1363-26-31,0 0 0,-26 0 16,-13 0-16,-13-13 15,462-40 1,-502 26-16,-14 1 0,-12 0 16,-1-1-16,464-92 31,-530 93-31,-26-14 0,-14-13 16,80-106-1</inkml:trace>
  <inkml:trace contextRef="#ctx0" brushRef="#br0" timeOffset="152638.04">31292 5131 0,'0'0'0,"66"172"31,-53-105-31,40 409 31,-53-304-31,-119 700 32,93-634-32,-14 754 31,53-754-31,146 926 31,13-132 0,-146-834-31,41 529 32,-54-542-32,-13 1 0,26 356 31,-12-357-31,-28 503 31,1-199-15,53 251 15,66-118-15,-80-503-1,67 238 1,-67-278-1,53 133 1,-65-185 0</inkml:trace>
  <inkml:trace contextRef="#ctx0" brushRef="#br0" timeOffset="158160.76">6044 7737 0,'0'0'0,"0"-27"15,27 14 1,-14 0-16,13 0 16,-12 13-1,12 53 1,-26-40-1,13 66 1,-13-52 0,0 25-1,-26-52 17,26-13-17,13-79 1,0 52-1,0 0-15,54-66 16,-28 54 0,80 104 15,-106 107 0,-13-132-31,0-14 16,0 0-16,0-26 31,0 0-31,0-14 16,0-52-1,14 52-15,-1 1 16,0-1-16,67-12 31,-67 52-31,0 13 16,0 41-1,0-41-15,1 53 32,-14-65-17</inkml:trace>
  <inkml:trace contextRef="#ctx0" brushRef="#br0" timeOffset="158670.16">6705 7565 0,'0'0'0,"14"-40"15,-1 27-15,0-27 32,-13 172-1,13-118-15,1 52-1,-1-53-15,0 0 16,27 14-1,13-80 17,-14-53-1,-39 80-31,0 12 16,0 41 15,0 92 0,14 66 0,-1-53 1,-13-119-32,0 1 0,-13-14 15,-54-53 16,41 13-31,-27-105 32,66 65-1</inkml:trace>
  <inkml:trace contextRef="#ctx0" brushRef="#br0" timeOffset="159429.85">7195 7393 0,'0'0'0,"13"-13"15,0-67 17,-52 146-1,25-39-31,14-1 16,-39 120 15,39-107-31,13 54 31,93-53 0,-80-40-31,67-66 16</inkml:trace>
  <inkml:trace contextRef="#ctx0" brushRef="#br0" timeOffset="160779.73">7486 7433 0,'13'-40'31,"-26"80"-31,26-93 0,-26 26 31,-27 54 0,-13 92 1,40-93-32,26 40 15,0-66 1,14 13 15,-14-13-31,0 0 0,27-52 31,13-41 1,-40 53-1,-13 106 0,13-52-31,-13-1 0,53 53 31,13-79 1,-66 0-17,14-67 1,-14 54 0,0-80-1,0 80 1,0 12-16,0-12 15,0 39 32,0 0 63,0 1-95,0-1-15,0 66 16,0-52 0,26 78-1,-26-91 1,13 38-1,-13-38 1,0-28 15,-13 1-15,13 0-16,0 0 16,0 0-16,0-27 15,0 27 1,13 13 15,-13-14 141,0 1-125,0 0-32,0 0-15,27-40 16,-14 40 0,40-14-1,-27 27 1,-12 0-16,-1 13 0,-13 1 16,0 78-1,-13-79 1,-80 67-1,66-67-15,-65-13 32,79-13-32</inkml:trace>
  <inkml:trace contextRef="#ctx0" brushRef="#br0" timeOffset="161704.82">8160 7300 0,'0'-39'15,"0"78"-15,0-92 16,0 27 0,-13 26-1,-40 53 1,-26 53 15,79-80-31,-13 53 31,105-39 1,-79-53-17,53-40 1,-66 40 0,27-80-1,-14 67-15,-13 13 16,0-1-1,0 67 17,0-13-17,27 13 1,-14-53 0,13 13-1,-12-26 1,12-27-1,-13 27-15,14-53 32,-14 53-17,-13 145 17,0-93-17,0-12-15,0 65 16,26-25 15,-12-67-31,-41-80 31,-26-131 1,40 131-17,39-12 16,-12 92-31,39 39 32,-40 80-1,-40-39 0</inkml:trace>
  <inkml:trace contextRef="#ctx0" brushRef="#br0" timeOffset="162095.76">8544 7327 0,'0'0'0,"-13"53"15,13-40-15,-14 13 16,14 27-1,27 40 17,-27-80-17,0-26 17,-13 0-32,13-1 15,-40-118 1,40 92-1,0-118 1,0 131 0,66 14-1,-40 53 1,1 66 0,-40-67-1,-1 1-15,-91 66 16</inkml:trace>
  <inkml:trace contextRef="#ctx0" brushRef="#br0" timeOffset="162652.88">7763 7499 0,'14'-14'31,"-1"41"1,0 105-1,0 93 0,1-185-15,-14-1-16,0 1 0</inkml:trace>
  <inkml:trace contextRef="#ctx0" brushRef="#br0" timeOffset="163343.67">7208 8239 0,'26'-39'31,"-52"78"-31,79-105 31,-40 66-31,0 132 32,-13 54-1</inkml:trace>
  <inkml:trace contextRef="#ctx0" brushRef="#br0" timeOffset="163500.16">7420 8173 0,'0'0'0,"39"-26"31,-25 290 0</inkml:trace>
  <inkml:trace contextRef="#ctx0" brushRef="#br0" timeOffset="169852.21">16202 7538 0,'0'0'16,"-14"0"-16,-12 0 16,13 0 15,13 14-15,13-14 30,0 0-30,278-27 0,661-65 15,-674 78-15,1150-25-1,-1018 39 1,1244 66-1,-1271-40 1,1 1-16,555 39 16,-688-53-1,-53 0-15,252-13 16,-410-13 0,-1-27-1,-39 27 1,-13-13-1,13 39 32,27 0 406,-1 0-437,1-13-16,12 14 0,27-14 16,239 52-1,-213-52 1,14 14-16,132-1 16,-172-13-16,-13 0 15,40-27 1,-80 27-16,0-13 31,-26 13 0,0 0 1,-40 0-1</inkml:trace>
  <inkml:trace contextRef="#ctx0" brushRef="#br0" timeOffset="170172.88">24772 7353 0,'0'0'0,"-13"0"15,-1 0-15,-12 0 16,-1 13 15,27 1-15,14-1-16,-1 0 0,13 0 0,1 14 16,79 39-1,-67-40-15,80 80 31,-105-93-15,-14 14-16,0-14 0,-40 27 16,13-27-16,1 0 15,-14 0-15,-52 1 16</inkml:trace>
  <inkml:trace contextRef="#ctx0" brushRef="#br0" timeOffset="171123.05">26782 6864 0,'0'0'0,"-13"0"31,0 0-15,-133 0 0,80 0-1,-251 13 1,224 0-1,-171 40 1,171 66 15,503 27 1,-291-133-32,26 0 15,1 14 1,-1-27-16,530-40 31,-582-119 0,-133 120-31,-13 12 16,-185-79 0,-238 27 15,396 79-31,14 0 15,-26 26-15</inkml:trace>
  <inkml:trace contextRef="#ctx0" brushRef="#br0" timeOffset="171691.32">25989 7023 0,'0'0'32,"-27"119"-1,-79 251 0,67 27 0,39-159 1,26-172-17,-13-53 16,67-13 1,131 13-1,252 40 0,93 0 0,-305-53 1,-251-26-17,-53-41 1,0 1 0</inkml:trace>
  <inkml:trace contextRef="#ctx0" brushRef="#br0" timeOffset="171987.23">27324 7247 0,'0'0'0,"-13"-39"31,0 52-31,13 0 0,-13 106 31,13 252 0,0-305-15,0 145 0,0-52 15,13-133-16</inkml:trace>
  <inkml:trace contextRef="#ctx0" brushRef="#br0" timeOffset="172451.24">27959 7591 0,'-26'-53'31,"52"106"-31,-39-40 31,13 14-31,13 13 16,-13 145-1,0-13 17,0-133-1,0-52-31,13 0 16,14-66-1,26-40 1,39 52 15,-26 186 0,-66-79-31,14 0 16,-1 39 0,0-52-16,-13-14 15</inkml:trace>
  <inkml:trace contextRef="#ctx0" brushRef="#br0" timeOffset="172917.25">28634 7856 0,'0'-13'16,"0"-1"-1,-14 1-15,-38-27 31,-15 67 1,-12 79-1,53 13 0,65-80-15,80-105 15,0-172 0,-66 13 1,-53 239-1,-13 12-31,13 146 31,40 106 0,-14-239-31</inkml:trace>
  <inkml:trace contextRef="#ctx0" brushRef="#br0" timeOffset="173096.51">28938 7724 0,'0'-14'16,"0"28"-16,0 25 31,0-26-31,0 106 31,26-13-15</inkml:trace>
  <inkml:trace contextRef="#ctx0" brushRef="#br0" timeOffset="173247.93">29070 7538 0,'0'0'0,"0"-66"31,-13 66-31,-14 80 31</inkml:trace>
  <inkml:trace contextRef="#ctx0" brushRef="#br0" timeOffset="173544.68">29507 7803 0,'0'-27'31,"0"54"-31,-14-67 32,-105 120-1,14 78 0,91-131-31,80 78 31,27-105-31</inkml:trace>
  <inkml:trace contextRef="#ctx0" brushRef="#br0" timeOffset="174252.15">29771 7869 0,'0'-53'31,"0"106"-31,-66-79 31,13 118 1,53 40-1,66-66 0,0-79-15,14-119 15,-67 13 0,-66 132-15,40-13-1,-14 53 17,27-40-32,40 1 15,-27-14 1,119-53 0,-26 13 15,-79 66 16,-27-12-47,0 65 15,0-66 1,13 27 15,0-27-31,14-26 16,26-80 31,-40 67-47,53-80 31,-53 93-31,53 26 16,-53 0-1,40 80 1,-39-67-1,12 40 1</inkml:trace>
  <inkml:trace contextRef="#ctx0" brushRef="#br0" timeOffset="179404.58">16030 9945 0,'0'0'0,"-14"13"0,-12 1 31,39-1-15,66 27 31,-26-27-47,424 13 15,-279-26 1,1032 27 15,-833-14-31,39 13 0,966 54 16,-926-41-16,14 1 15,1242 106 17,-1362-120-32,741 14 15,-939-40 1,212-66 0,-358 52-1,1-25 1,-27 25 15,0 28 0,0 12 1,-13-26 14,-27-26-14,27 26-17</inkml:trace>
  <inkml:trace contextRef="#ctx0" brushRef="#br0" timeOffset="179671">24785 10249 0,'-13'-13'0,"26"26"0,-39-39 15,12 26-15,1-13 16,0 13 0,26 13 15,0 0-15,106 40-1,-79-26 1,106 78-1,-133-78 1,-66 79 0,0-80-1,-13-13-15,-27 0 0</inkml:trace>
  <inkml:trace contextRef="#ctx0" brushRef="#br0" timeOffset="180808.42">26822 9906 0,'0'0'0,"39"-14"16,1 14-16,53-26 15,-67-1 16,-39 14-31,-27 13 16,-145-26 0,-397 79 15,503-40-15,-133 119-1,186-105 1,105 145-1,-13-133-15,14 1 16,277 39 0,-212-66-16,543-79 31,-582 27-15,119-213-1,-212 186 1,-172-185-1,66 211 1,-330 1 0,317 52-16,-224 106 31,277-93-31</inkml:trace>
  <inkml:trace contextRef="#ctx0" brushRef="#br0" timeOffset="181451.25">26081 10130 0,'13'0'31,"-26"0"-31,26 27 32,-13-14-17,-13 133 1,-27 224 15,40-291-31,-13 14 16,-26 158-1,25-172-15,-39 146 32,40-172-17,0-13 1,39-27 15,1-13-31,224 26 31,397 27 1,-502-39-32,-1-1 15,292 26 1,-371-39-1,-27 0-15,14-13 16,-39-13 0,-28-1-16,1 1 15,-40-106 1,40 92 0,13-26-16</inkml:trace>
  <inkml:trace contextRef="#ctx0" brushRef="#br0" timeOffset="181728.35">27748 10487 0,'0'0'0,"79"-238"15,-66 199 1,0-1-16,14-13 16,-27 66-1,-40 80 1,14-53-1,-1 26-15,-26 159 16,27-67 0,13 279 15,26-384-15,-13-1-16,13 67 15,-13-79 1</inkml:trace>
  <inkml:trace contextRef="#ctx0" brushRef="#br0" timeOffset="182202.24">27748 9932 0,'0'0'0,"0"-13"16,13 26 15,-13 27 1,0 13-1,0-1 0,0-25 0</inkml:trace>
  <inkml:trace contextRef="#ctx0" brushRef="#br0" timeOffset="182825.74">28329 10130 0,'-26'-26'31,"52"52"-31,-52-65 32,39 52-32,-13 106 31,-26 132 0,26-211-31,-13 119 31,13-93-15,0-93 15,66-145 1,-53 119-32,93-79 31,0 185 0,-40 132 0,-40-66 1,-13-119-32</inkml:trace>
  <inkml:trace contextRef="#ctx0" brushRef="#br0" timeOffset="183483.39">28925 10501 0,'0'0'15,"13"0"-15,0 0 47,0-27-16,-13-52 1,0 66-32,-13 13 0,-40 26 31,27-13-31,-40 93 31,52-66-31,1 66 31,119-54 1,-66-52-32,118-119 31,-78-251 0,-133 225 0,0 277-15,66 132 15,80-92 1,-80-158-17,66-14 1,-65-27-1</inkml:trace>
  <inkml:trace contextRef="#ctx0" brushRef="#br0" timeOffset="183620.08">29321 10487 0,'0'0'0,"0"-26"0,14-40 15,-1 132 17,-13-26-17,13 79 1,-13-93-1,13 14-15</inkml:trace>
  <inkml:trace contextRef="#ctx0" brushRef="#br0" timeOffset="183769.39">29427 10210 0,'0'0'0,"-13"-27"16,13 14-16,-40 13 15,27 79 17</inkml:trace>
  <inkml:trace contextRef="#ctx0" brushRef="#br0" timeOffset="184902.28">29864 10501 0,'0'0'0,"13"-14"16,13-52-1,-26 40 1,0-1-16,-13-25 16,0 52-1,-66 26 1,-40 133 15,92-80-15,27-53-16,66 133 31,-39-146-15,131-13-1,28-119 16,-173 93-15,26-80 0,-39 80-16,0 12 15,-39 54 17,-1 106-1,67-27 0,-14-106-31,79-13 31,14-199 1,-106 173-17,-53-80 16,27 119-31,-40 54 32,66-41-32,-14 80 31,81-67 0,38-131 0,1-40 1,-93 118-32,27 14 31,-40 14-31,13 118 31,1-40 0,-1-92 1,26-39-17,41-67 17,-27 106-1,-53 106 0,0-40-15,53 0 15,39-92 0,-65-1-31,52-39 31,-66 40 1,-39 39-32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05.330"/>
    </inkml:context>
    <inkml:brush xml:id="br0">
      <inkml:brushProperty name="width" value="0.05" units="cm"/>
      <inkml:brushProperty name="height" value="0.05" units="cm"/>
      <inkml:brushProperty name="color" value="#FFFFFF"/>
    </inkml:brush>
  </inkml:definitions>
  <inkml:trace contextRef="#ctx0" brushRef="#br0">19 1 24575,'-3'0'0,"-4"0"0,-1 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06.750"/>
    </inkml:context>
    <inkml:brush xml:id="br0">
      <inkml:brushProperty name="width" value="0.05" units="cm"/>
      <inkml:brushProperty name="height" value="0.05" units="cm"/>
      <inkml:brushProperty name="color" value="#FFFFFF"/>
    </inkml:brush>
  </inkml:definitions>
  <inkml:trace contextRef="#ctx0" brushRef="#br0">2317 143 24575,'17'-17'0,"21"-31"0,-37 47 0,0 0 0,0 0 0,-1 0 0,1 0 0,0 0 0,-1 0 0,1 0 0,-1 0 0,0-1 0,1 1 0,-1 0 0,0 0 0,0 0 0,0 0 0,1-1 0,-1 1 0,0 0 0,-1 0 0,1 0 0,0-1 0,0 1 0,-1-2 0,0 1 0,0 1 0,0-1 0,0 1 0,0-1 0,-1 1 0,1 0 0,0 0 0,-1-1 0,1 1 0,-1 0 0,1 0 0,-1 0 0,-2-1 0,-5-1 0,-1-1 0,0 1 0,1 1 0,-14-3 0,-61-3 0,0 3 0,-94 6 0,118 0 0,-149 9-204,0 8-1,-369 83 1,241-7 204,242-60 0,-132 65 0,201-85 61,0 0 1,1 2-1,0 1 0,-41 37 1,58-46-36,1 0 0,0 0 1,1 0-1,0 1 0,0-1 1,1 2-1,-6 13 0,9-16-18,0-1-1,0 0 1,0 1-1,1-1 0,0 1 1,1 0-1,-1-1 0,1 1 1,1 0-1,-1-1 1,1 1-1,3 12 0,-1-12-7,-1 1 0,1-1 0,1 0 0,-1 0 0,1 0 0,0-1 0,1 0 0,-1 1 0,1-1 0,7 6 0,-2-3 0,1 0 0,0-1 0,1 0 0,-1-1 0,15 7 0,11 2 0,0-2 0,0-1 0,40 7 0,40 4-172,0-5-1,125 4 1,240-12-859,305-26-82,-4-54 514,-504 22 230,-223 35 246,-1-3 0,99-41 1,-137 49 291,0-2 0,0 0 1,-1-1-1,0-1 0,-1 0 1,0-1-1,-1-1 0,17-19 1,-24 24-61,-1-1-1,1 0 1,-2-1 0,1 0 0,-1 0 0,-1 0 0,1 0 0,-2-1 0,1 1 0,-2-1 0,1 0 0,-2 0 0,1 0 0,-1 0 0,-1-16 0,-1 14-89,-1 0-1,1 1 1,-2-1 0,0 0 0,0 1-1,-1 0 1,-1 0 0,0 0 0,-1 0 0,0 1-1,-14-20 1,9 17 10,-2 1 0,1 0-1,-1 0 1,-1 1 0,0 1-1,-1 0 1,-26-14 0,0 5 12,-1 2 1,-1 2-1,-1 1 1,0 3 0,-84-13-1,-19 6-42,-1 8 0,-267 12 0,-293 73 0,688-71 0,-244 42 0,256-44 0,5 0 0,0-1 0,0 1 0,0 0 0,-1 0 0,1 0 0,0 0 0,1 0 0,-1 1 0,0-1 0,0 1 0,-3 3 0,6-5 4,0 0 0,0 0 0,-1 0 0,1 0 0,0 0 0,0 0-1,0 1 1,0-1 0,0 0 0,0 0 0,0 0 0,0 0 0,0 1 0,0-1-1,0 0 1,0 0 0,0 0 0,0 0 0,0 0 0,0 1 0,0-1 0,0 0-1,0 0 1,0 0 0,0 0 0,0 1 0,0-1 0,0 0 0,0 0 0,0 0-1,0 0 1,0 0 0,0 1 0,0-1 0,1 0 0,-1 0 0,0 0 0,0 0 0,0 0-1,0 0 1,0 0 0,0 0 0,1 1 0,9 3 167,10-2-1878,1 0-5119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08.283"/>
    </inkml:context>
    <inkml:brush xml:id="br0">
      <inkml:brushProperty name="width" value="0.05" units="cm"/>
      <inkml:brushProperty name="height" value="0.05" units="cm"/>
      <inkml:brushProperty name="color" value="#FFFFFF"/>
    </inkml:brush>
  </inkml:definitions>
  <inkml:trace contextRef="#ctx0" brushRef="#br0">0 0 24575,'0'1'0,"1"0"0,-1-1 0,0 1 0,0 0 0,1 0 0,-1-1 0,0 1 0,1 0 0,-1-1 0,1 1 0,-1-1 0,1 1 0,-1-1 0,1 1 0,0-1 0,-1 1 0,1-1 0,0 1 0,-1-1 0,1 1 0,0-1 0,-1 0 0,1 0 0,0 1 0,0-1 0,-1 0 0,1 0 0,0 0 0,0 0 0,0 0 0,-1 0 0,1 0 0,0 0 0,1 0 0,30-3 0,-29 3 0,0-1 0,-1 1 0,1-1 0,0 1 0,-1 0 0,1 0 0,-1 0 0,1 1 0,0-1 0,-1 1 0,1-1 0,-1 1 0,1 0 0,-1 0 0,1 0 0,-1 0 0,0 0 0,0 1 0,5 2 0,-5-1 0,1 0 0,-1 0 0,0 0 0,1 1 0,-1-1 0,-1 1 0,1-1 0,0 1 0,-1 0 0,0-1 0,0 1 0,1 6 0,4 39 0,-2 0 0,-2 0 0,-7 79 0,4-109 0,-31 349 0,-5 121 0,18-95 0,2 212 0,18-582 0,1-1 0,1 0 0,1 0 0,1-1 0,1 1 0,1-1 0,12 27 0,-15-39 0,1-1 0,1 1 0,-1-1 0,2 0 0,-1-1 0,1 1 0,1-1 0,-1 0 0,1-1 0,1 0 0,-1 0 0,1-1 0,0 0 0,1-1 0,-1 0 0,1 0 0,16 5 0,24 1 0,0-2 0,0-2 0,82 1 0,-52-3 0,910 15-1754,-376-16 895,159 24 656,-454-15-156,-296-12 340,-2 1 127,0-2 0,42-4 0,-57 3 65,0 0 0,0-1-1,-1 1 1,1-1 0,-1 0-1,1-1 1,-1 1 0,0-1-1,0 0 1,0 0 0,0-1-1,0 1 1,-1-1 0,1 0-1,4-7 1,-4 5-278,0 0 0,-1 0 1,0 0-1,0-1 0,0 1 0,-1-1 0,0 0 0,-1 0 0,1 0 1,-1 0-1,1-9 0,-2 2-6721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08.722"/>
    </inkml:context>
    <inkml:brush xml:id="br0">
      <inkml:brushProperty name="width" value="0.05" units="cm"/>
      <inkml:brushProperty name="height" value="0.05" units="cm"/>
      <inkml:brushProperty name="color" value="#FFFFFF"/>
    </inkml:brush>
  </inkml:definitions>
  <inkml:trace contextRef="#ctx0" brushRef="#br0">184 1 24575,'-9'443'0,"0"-35"0,9-237 0,-4 256 0,-27-2 0,-90 290-1365,112-675-5461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09.446"/>
    </inkml:context>
    <inkml:brush xml:id="br0">
      <inkml:brushProperty name="width" value="0.05" units="cm"/>
      <inkml:brushProperty name="height" value="0.05" units="cm"/>
      <inkml:brushProperty name="color" value="#FFFFFF"/>
    </inkml:brush>
  </inkml:definitions>
  <inkml:trace contextRef="#ctx0" brushRef="#br0">16 42 24575,'-14'-41'0,"12"86"0,56 312 0,-12-103 0,-20-97 0,-21-152 0,1-5 0,3-13 0,3-24 0,5-38 0,-1 0 0,41-140 0,-50 208 0,0-1 0,0 1 0,1 0 0,0 0 0,8-10 0,-12 16 0,1 0 0,-1 0 0,1 0 0,0 0 0,0 0 0,-1 1 0,1-1 0,0 0 0,0 0 0,0 1 0,0-1 0,0 1 0,0-1 0,0 1 0,0-1 0,0 1 0,0-1 0,0 1 0,0 0 0,0 0 0,0-1 0,0 1 0,0 0 0,1 0 0,-1 0 0,0 0 0,0 1 0,0-1 0,0 0 0,0 0 0,0 1 0,0-1 0,0 0 0,0 1 0,0-1 0,0 1 0,0-1 0,0 1 0,0 0 0,0-1 0,0 1 0,0 0 0,-1 0 0,1 0 0,0-1 0,0 1 0,-1 0 0,2 2 0,5 8 0,0 0 0,-1 1 0,-1 0 0,1 0 0,6 25 0,11 69 0,-16-68 0,21 119-1365,-23-134-5461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09.868"/>
    </inkml:context>
    <inkml:brush xml:id="br0">
      <inkml:brushProperty name="width" value="0.05" units="cm"/>
      <inkml:brushProperty name="height" value="0.05" units="cm"/>
      <inkml:brushProperty name="color" value="#FFFFFF"/>
    </inkml:brush>
  </inkml:definitions>
  <inkml:trace contextRef="#ctx0" brushRef="#br0">193 268 24575,'0'-29'0,"0"0"0,-2 0 0,-1 1 0,-2-1 0,0 1 0,-13-36 0,17 61 0,0 0 0,0 0 0,-1 1 0,1-1 0,-1 1 0,1-1 0,-1 1 0,0-1 0,-2-1 0,3 3 0,1 1 0,-1 0 0,0-1 0,1 1 0,-1 0 0,0-1 0,1 1 0,-1 0 0,0 0 0,0-1 0,1 1 0,-1 0 0,0 0 0,0 0 0,1 0 0,-1 0 0,0 0 0,0 0 0,1 1 0,-1-1 0,0 0 0,0 0 0,1 0 0,-1 1 0,0-1 0,1 0 0,-1 1 0,0-1 0,1 1 0,-1-1 0,0 1 0,1-1 0,-1 1 0,1-1 0,-1 1 0,1-1 0,-1 1 0,1 1 0,-9 9 0,0 1 0,1 0 0,0 0 0,2 1 0,-10 22 0,-19 72 0,33-100 0,-6 20 0,-4 30 0,11-50 0,0-1 0,0 1 0,1 0 0,0 0 0,0 0 0,1 0 0,0 0 0,0 0 0,0 0 0,3 7 0,-3-12 0,0 1 0,0-1 0,0 0 0,0 0 0,0 0 0,1 0 0,-1 1 0,1-1 0,-1-1 0,1 1 0,0 0 0,0 0 0,-1-1 0,1 1 0,0-1 0,1 1 0,-1-1 0,0 0 0,0 0 0,0 0 0,1 0 0,-1-1 0,1 1 0,-1 0 0,0-1 0,1 0 0,-1 1 0,1-1 0,-1 0 0,1 0 0,-1-1 0,1 1 0,-1 0 0,1-1 0,2-1 0,2 0 0,-1-1 0,0 1 0,1-2 0,-1 1 0,0-1 0,-1 0 0,1 0 0,-1 0 0,0-1 0,0 0 0,7-8 0,-4 1 0,-1 0 0,0 0 0,0 0 0,6-20 0,10-19 0,-23 50 0,0 1 0,0 0 0,1-1 0,-1 1 0,0-1 0,0 1 0,1-1 0,-1 1 0,0-1 0,1 1 0,-1 0 0,0-1 0,1 1 0,-1 0 0,0-1 0,1 1 0,-1 0 0,1 0 0,-1-1 0,1 1 0,-1 0 0,1 0 0,0-1 0,5 9 0,0 21 0,-6-26 0,11 60-1365,-8-45-5461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10.228"/>
    </inkml:context>
    <inkml:brush xml:id="br0">
      <inkml:brushProperty name="width" value="0.05" units="cm"/>
      <inkml:brushProperty name="height" value="0.05" units="cm"/>
      <inkml:brushProperty name="color" value="#FFFFFF"/>
    </inkml:brush>
  </inkml:definitions>
  <inkml:trace contextRef="#ctx0" brushRef="#br0">0 35 24575,'1'-22'0,"3"43"0,-2-2 0,34 249 0,-35-262 0,0-1 0,0 1 0,1-1 0,4 9 0,-6-14 0,0 0 0,0 1 0,0-1 0,0 0 0,0 0 0,0 1 0,0-1 0,0 0 0,1 0 0,-1 0 0,0 1 0,0-1 0,0 0 0,0 0 0,0 0 0,1 0 0,-1 1 0,0-1 0,0 0 0,0 0 0,1 0 0,-1 0 0,0 0 0,0 0 0,0 0 0,1 1 0,-1-1 0,0 0 0,0 0 0,1 0 0,-1 0 0,0 0 0,0 0 0,0 0 0,1 0 0,-1 0 0,0 0 0,0 0 0,1-1 0,0 0 0,0 0 0,-1-1 0,1 1 0,0 0 0,-1-1 0,1 1 0,-1-1 0,0 1 0,1-1 0,-1 1 0,0-3 0,7-78 0,-5 44 0,10-51 0,-10 78 0,0 1 0,1 0 0,0 0 0,1 1 0,0-1 0,1 1 0,0-1 0,0 2 0,12-16 0,-16 22 0,1 1 0,-1-1 0,1 1 0,-1-1 0,1 1 0,0-1 0,0 1 0,-1 0 0,1 0 0,0 0 0,0 0 0,0 0 0,0 0 0,0 0 0,0 1 0,0-1 0,1 1 0,-1-1 0,0 1 0,0 0 0,0 0 0,1 0 0,-1 0 0,0 0 0,0 1 0,0-1 0,0 1 0,0-1 0,1 1 0,-1 0 0,0 0 0,0 0 0,-1 0 0,1 0 0,0 0 0,0 0 0,0 1 0,-1-1 0,1 1 0,2 2 0,3 3 0,-1 1 0,0 0 0,0 0 0,0 0 0,-1 1 0,0 0 0,6 15 0,-4-1-227,-1-1-1,-1 1 1,-1 0-1,-1 0 1,0 43-1,-3-41-6598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10.695"/>
    </inkml:context>
    <inkml:brush xml:id="br0">
      <inkml:brushProperty name="width" value="0.05" units="cm"/>
      <inkml:brushProperty name="height" value="0.05" units="cm"/>
      <inkml:brushProperty name="color" value="#FFFFFF"/>
    </inkml:brush>
  </inkml:definitions>
  <inkml:trace contextRef="#ctx0" brushRef="#br0">123 122 24575,'1'0'0,"1"0"0,0-1 0,-1 1 0,1-1 0,-1 0 0,0 1 0,1-1 0,-1 0 0,1 0 0,-1 0 0,0 0 0,0 0 0,0 0 0,1 0 0,-1-1 0,0 1 0,0 0 0,-1-1 0,1 1 0,0 0 0,0-1 0,-1 1 0,1-1 0,-1 1 0,1-1 0,-1 0 0,0 1 0,1-3 0,0-1 0,0 0 0,0 0 0,-1 0 0,1 0 0,-1 0 0,-1-1 0,0-8 0,1 13 0,-1-1 0,1 0 0,-1 0 0,0 0 0,1 0 0,-1 1 0,0-1 0,0 0 0,0 1 0,0-1 0,0 1 0,0-1 0,-1 1 0,1-1 0,0 1 0,-1 0 0,1 0 0,-1-1 0,0 1 0,1 0 0,-1 1 0,0-1 0,0 0 0,1 0 0,-1 1 0,0-1 0,0 1 0,0-1 0,0 1 0,0 0 0,0 0 0,1 0 0,-1 0 0,0 0 0,-4 1 0,2 0 0,0 0 0,-1 0 0,1 1 0,0 0 0,0-1 0,0 1 0,0 1 0,1-1 0,-1 0 0,1 1 0,-1 0 0,1 0 0,0 0 0,-5 7 0,2-1 0,1 0 0,0 1 0,1-1 0,0 1 0,0 0 0,1 1 0,1-1 0,-1 1 0,2-1 0,0 1 0,0 18 0,0-21 0,2 0 0,-1-1 0,1 1 0,0 0 0,1 0 0,0-1 0,0 1 0,0-1 0,1 0 0,0 0 0,1 0 0,0 0 0,0 0 0,0-1 0,1 1 0,9 9 0,-12-14 0,0 0 0,0 0 0,0 0 0,0-1 0,1 1 0,-1-1 0,1 1 0,-1-1 0,1 0 0,0 0 0,-1 0 0,1 0 0,0 0 0,0-1 0,0 1 0,-1-1 0,1 0 0,0 0 0,0 0 0,0 0 0,0 0 0,0-1 0,-1 1 0,1-1 0,0 0 0,0 0 0,3-1 0,-2-1 0,0 0 0,0 0 0,0 0 0,0 0 0,-1 0 0,0-1 0,1 0 0,-1 0 0,-1 1 0,1-2 0,0 1 0,-1 0 0,0-1 0,0 1 0,1-6 0,7-24 0,-2 0 0,5-49 0,-12 98 0,0 1 0,1-1 0,0 0 0,7 21 0,-3-8 0,0-2 0,14 43 0,-18-62 0,1-1 0,0 1 0,0-1 0,1 0 0,-1 0 0,1 0 0,1-1 0,-1 1 0,1-1 0,0 0 0,10 8 0,-14-11-47,1-1 0,-1 0 0,1-1 0,-1 1 0,1 0 0,-1 0 0,1-1 0,0 1 0,-1 0-1,1-1 1,0 0 0,0 1 0,-1-1 0,1 0 0,0 0 0,-1 0 0,1 0 0,0 0 0,0-1 0,-1 1 0,1 0 0,0-1-1,-1 1 1,1-1 0,0 0 0,-1 0 0,1 1 0,2-3 0,8-9-6779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16.755"/>
    </inkml:context>
    <inkml:brush xml:id="br0">
      <inkml:brushProperty name="width" value="0.05" units="cm"/>
      <inkml:brushProperty name="height" value="0.05" units="cm"/>
      <inkml:brushProperty name="color" value="#FFFFFF"/>
    </inkml:brush>
  </inkml:definitions>
  <inkml:trace contextRef="#ctx0" brushRef="#br0">54 50 24575,'3'0'0,"1"-2"0,3-2 0,3 0 0,0 4 0,-2 5 0,-5 1 0,-6 0 0,-6-1 0,-4-4 0,-2-6 0,0-5 0,1 0 0,2-2 0,3-1 0,1 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17.284"/>
    </inkml:context>
    <inkml:brush xml:id="br0">
      <inkml:brushProperty name="width" value="0.05" units="cm"/>
      <inkml:brushProperty name="height" value="0.05" units="cm"/>
      <inkml:brushProperty name="color" value="#FFFFFF"/>
    </inkml:brush>
  </inkml:definitions>
  <inkml:trace contextRef="#ctx0" brushRef="#br0">1 16 24575,'1'0'0,"0"0"0,0 0 0,0-1 0,0 1 0,0 0 0,0-1 0,0 1 0,0-1 0,0 0 0,0 1 0,-1-1 0,1 0 0,0 1 0,1-2 0,-2 1 0,0 1 0,1-1 0,-1 1 0,0 0 0,0-1 0,1 1 0,-1-1 0,0 1 0,1 0 0,-1-1 0,1 1 0,-1 0 0,0-1 0,1 1 0,-1 0 0,1 0 0,-1 0 0,1-1 0,-1 1 0,1 0 0,-1 0 0,1 0 0,-1 0 0,1 0 0,-1 0 0,1 0 0,-1 0 0,1 0 0,-1 0 0,1 0 0,-1 0 0,1 0 0,-1 0 0,1 0 0,-1 1 0,1-1 0,-1 0 0,1 0 0,-1 1 0,0-1 0,1 0 0,-1 1 0,1-1 0,-1 0 0,0 1 0,1-1 0,-1 0 0,0 1 0,0-1 0,1 1 0,4 10 0,0-1 0,-1 1 0,0 0 0,-1 0 0,-1 0 0,1 1 0,0 19 0,1-2 0,7 75 0,-4 206 0,-7-301 0,1-26 0,2 0 0,0 0 0,1 1 0,0-1 0,12-25 0,-11 29 0,0 0 0,2 0 0,-1 1 0,2 0 0,0 0 0,0 1 0,1 0 0,13-13 0,-19 21 0,1 0 0,-1 0 0,0 1 0,1 0 0,-1-1 0,1 1 0,-1 1 0,1-1 0,0 0 0,0 1 0,0 0 0,0 0 0,0 0 0,0 0 0,0 1 0,0 0 0,0 0 0,1 0 0,-1 0 0,0 0 0,0 1 0,0 0 0,0 0 0,0 0 0,0 0 0,0 1 0,0-1 0,-1 1 0,5 3 0,-1 0 0,0 0 0,0 1 0,-1 0 0,0 0 0,0 1 0,-1-1 0,1 1 0,-2 0 0,1 1 0,-1-1 0,0 1 0,0 0 0,2 9 0,1 5-682,8 39-1,-12-39-6143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17.799"/>
    </inkml:context>
    <inkml:brush xml:id="br0">
      <inkml:brushProperty name="width" value="0.05" units="cm"/>
      <inkml:brushProperty name="height" value="0.05" units="cm"/>
      <inkml:brushProperty name="color" value="#FFFFFF"/>
    </inkml:brush>
  </inkml:definitions>
  <inkml:trace contextRef="#ctx0" brushRef="#br0">173 255 24575,'0'-5'0,"-1"1"0,0-1 0,0 1 0,0-1 0,-1 1 0,1 0 0,-1 0 0,0-1 0,0 1 0,0 1 0,-1-1 0,0 0 0,-5-6 0,7 9 0,0-1 0,0 1 0,0 0 0,-1 0 0,1 0 0,0 0 0,-1 0 0,1 0 0,-1 0 0,1 0 0,-1 0 0,1 1 0,-1-1 0,1 0 0,-1 1 0,0 0 0,1-1 0,-1 1 0,0 0 0,1 0 0,-1 0 0,0 0 0,1 0 0,-1 0 0,0 0 0,1 1 0,-1-1 0,0 1 0,1-1 0,-1 1 0,1-1 0,-1 1 0,1 0 0,-1 0 0,1 0 0,0 0 0,-1 0 0,1 0 0,-2 2 0,-5 6 0,1 0 0,0 1 0,0 0 0,1 1 0,0 0 0,1 0 0,-5 14 0,4-8 0,1 0 0,0 0 0,1 0 0,-1 25 0,4-38 0,1 1 0,0 0 0,0 0 0,0-1 0,1 1 0,0 0 0,-1-1 0,2 1 0,-1 0 0,0-1 0,1 0 0,3 7 0,-3-9 0,0 0 0,-1 0 0,1 0 0,0 0 0,0 0 0,0 0 0,1-1 0,-1 1 0,0-1 0,1 0 0,-1 1 0,0-1 0,1 0 0,0-1 0,-1 1 0,1 0 0,-1-1 0,1 1 0,0-1 0,0 0 0,-1 0 0,6 0 0,-3-1 0,-1 1 0,1-1 0,-1 0 0,1 0 0,-1 0 0,0 0 0,0-1 0,1 0 0,-1 0 0,0 0 0,-1 0 0,8-6 0,-5 3 0,0 0 0,-1-1 0,0 0 0,0 0 0,-1 0 0,8-14 0,-2 0 0,-1-2 0,-1 1 0,-1-1 0,4-24 0,-2 0 0,-3 0 0,-1-1 0,-3-89 0,5 229 0,25 113 0,-17-149-1365,-9-36-5461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18.250"/>
    </inkml:context>
    <inkml:brush xml:id="br0">
      <inkml:brushProperty name="width" value="0.05" units="cm"/>
      <inkml:brushProperty name="height" value="0.05" units="cm"/>
      <inkml:brushProperty name="color" value="#FFFFFF"/>
    </inkml:brush>
  </inkml:definitions>
  <inkml:trace contextRef="#ctx0" brushRef="#br0">1 45 24575,'0'-43'0,"3"41"0,1 7 0,2 8 0,8 28 0,11 46 0,-5-13 0,48 184 0,-70-273 0,2 0 0,0-1 0,1 1 0,1 0 0,0-1 0,1 1 0,8-22 0,-10 34 0,0 0 0,0 0 0,0 0 0,1 0 0,-1 0 0,1 0 0,-1 1 0,1-1 0,0 1 0,0-1 0,1 1 0,-1-1 0,0 1 0,1 0 0,-1 0 0,1 1 0,0-1 0,0 0 0,0 1 0,5-3 0,-4 4 0,-1-1 0,1 1 0,0 0 0,-1 0 0,1 1 0,0-1 0,-1 1 0,1 0 0,-1-1 0,1 2 0,-1-1 0,1 0 0,-1 1 0,0-1 0,0 1 0,1 0 0,-1 0 0,2 3 0,3 1 0,-1 0 0,0 0 0,-1 1 0,0 0 0,0 1 0,0-1 0,-1 1 0,0 0 0,5 13 0,-8-18 0,-1 0 0,0 0 0,0 0 0,0 1 0,-1-1 0,1 0 0,-1 1 0,1-1 0,-1 0 0,0 1 0,-1-1 0,0 7 0,0-8 0,0 0 0,0 0 0,0 1 0,0-1 0,0 0 0,-1 0 0,1 0 0,-1 0 0,1 0 0,-1 0 0,0-1 0,0 1 0,0 0 0,0-1 0,0 0 0,0 1 0,0-1 0,0 0 0,-4 1 0,-1 1 27,0-1-1,0 0 0,0-1 0,0 1 1,0-1-1,0-1 0,-1 1 0,1-1 1,0-1-1,0 1 0,0-1 0,-13-4 1,8 2-271,0-1 0,0 0 0,1-1 0,-1-1 1,1 0-1,-14-10 0,4 1-6582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18.517"/>
    </inkml:context>
    <inkml:brush xml:id="br0">
      <inkml:brushProperty name="width" value="0.05" units="cm"/>
      <inkml:brushProperty name="height" value="0.05" units="cm"/>
      <inkml:brushProperty name="color" value="#FFFFFF"/>
    </inkml:brush>
  </inkml:definitions>
  <inkml:trace contextRef="#ctx0" brushRef="#br0">1 43 24575,'0'-33'0,"0"23"0,0 23 0,-1 82 0,22 168 0,-8-173-1365,-11-71-5461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19.010"/>
    </inkml:context>
    <inkml:brush xml:id="br0">
      <inkml:brushProperty name="width" value="0.05" units="cm"/>
      <inkml:brushProperty name="height" value="0.05" units="cm"/>
      <inkml:brushProperty name="color" value="#FFFFFF"/>
    </inkml:brush>
  </inkml:definitions>
  <inkml:trace contextRef="#ctx0" brushRef="#br0">23 210 24575,'-5'-10'0,"-11"-22"0,16 31 0,0 0 0,-1 0 0,1 1 0,0-1 0,0 0 0,0 0 0,0 1 0,0-1 0,0 0 0,0 0 0,0 1 0,0-1 0,0 0 0,0 0 0,0 1 0,1-1 0,-1 0 0,0 0 0,1 1 0,-1-1 0,0 0 0,1 1 0,-1-1 0,1 0 0,-1 1 0,1-1 0,-1 1 0,1-1 0,-1 1 0,1-1 0,0 1 0,-1-1 0,1 1 0,-1 0 0,1-1 0,0 1 0,1-1 0,10-1 0,0 0 0,0 0 0,0 1 0,0 1 0,15 1 0,8-1 0,386-22 0,-401 20 0,43-6 0,-57 7 0,-1 0 0,0-1 0,0 0 0,0 1 0,0-2 0,0 1 0,0-1 0,9-5 0,-13 7 0,0 0 0,0 0 0,0 0 0,0 0 0,0 0 0,0 0 0,0 0 0,0 0 0,0 0 0,0 0 0,0 0 0,-1-1 0,1 1 0,-1 0 0,1-1 0,-1 1 0,1 0 0,-1-1 0,0 1 0,1-1 0,-1 1 0,0 0 0,0-1 0,0 1 0,0-1 0,0 1 0,-1-1 0,1 1 0,0 0 0,-1-1 0,1 1 0,-1-1 0,1 1 0,-1 0 0,0 0 0,1-1 0,-1 1 0,0 0 0,0 0 0,0 0 0,0 0 0,0 0 0,0 0 0,-2-2 0,-1 0 0,0 1 0,0-1 0,-1 0 0,1 1 0,-1 0 0,1 0 0,-1 0 0,0 1 0,1-1 0,-1 1 0,-10-1 0,8 3 0,1 0 0,-1 0 0,1 0 0,-1 1 0,1 0 0,-1 0 0,1 0 0,0 1 0,0 0 0,0 1 0,1-1 0,-1 1 0,1 0 0,-1 0 0,1 1 0,1-1 0,-1 1 0,1 0 0,-8 11 0,5-6 0,0 1 0,1-1 0,0 1 0,1 1 0,0-1 0,1 0 0,0 1 0,1 0 0,0 0 0,-1 14 0,4-24 0,0 1 0,0 0 0,0-1 0,0 1 0,0 0 0,0-1 0,1 1 0,-1-1 0,1 1 0,0-1 0,0 1 0,0-1 0,0 1 0,0-1 0,0 0 0,1 0 0,-1 1 0,1-1 0,0 0 0,-1 0 0,1-1 0,4 4 0,-4-3 0,1-1 0,-1 0 0,1 0 0,0 0 0,-1 0 0,1-1 0,0 1 0,0-1 0,0 1 0,-1-1 0,1 0 0,0 0 0,0 0 0,0-1 0,-1 1 0,1-1 0,0 1 0,0-1 0,-1 0 0,1 0 0,3-2 0,4-3 0,0 0 0,0-1 0,0 0 0,-1-1 0,0 0 0,-1 0 0,1-1 0,7-11 0,28-27 0,-44 47 0,0-1 0,1 1 0,-1-1 0,0 1 0,1-1 0,-1 1 0,1 0 0,-1-1 0,0 1 0,1-1 0,-1 1 0,1 0 0,-1 0 0,1-1 0,-1 1 0,1 0 0,-1 0 0,1 0 0,-1-1 0,1 1 0,0 0 0,-1 0 0,1 0 0,-1 0 0,1 0 0,-1 0 0,1 0 0,-1 0 0,1 0 0,0 0 0,-1 1 0,1-1 0,-1 0 0,1 0 0,-1 0 0,1 1 0,-1-1 0,1 0 0,-1 1 0,1-1 0,-1 0 0,0 1 0,1-1 0,-1 1 0,0-1 0,1 0 0,-1 1 0,0-1 0,1 1 0,-1-1 0,0 1 0,0-1 0,1 1 0,-1 0 0,0-1 0,0 1 0,0-1 0,0 1 0,0-1 0,0 1 0,0-1 0,0 2 0,2 42 0,-2-37 0,-1 1 13,1 6 96,0 1-1,4 21 0,-3-32-239,0 1 0,0-1 0,0 0 0,1 1 0,0-1 0,0 0 0,0 0 0,0 0 0,0 0 0,1-1 0,0 1 0,3 3 0,7 5-6695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19.417"/>
    </inkml:context>
    <inkml:brush xml:id="br0">
      <inkml:brushProperty name="width" value="0.05" units="cm"/>
      <inkml:brushProperty name="height" value="0.05" units="cm"/>
      <inkml:brushProperty name="color" value="#FFFFFF"/>
    </inkml:brush>
  </inkml:definitions>
  <inkml:trace contextRef="#ctx0" brushRef="#br0">57 89 24575,'-4'-47'0,"4"44"0,0 1 0,-1-1 0,1 1 0,-1 0 0,0-1 0,0 1 0,0-1 0,0 1 0,0 0 0,-1 0 0,1 0 0,0 0 0,-1 0 0,0 0 0,-3-3 0,5 5 0,-1-1 0,1 1 0,-1 0 0,1 0 0,-1-1 0,1 1 0,-1 0 0,1 0 0,-1 0 0,1-1 0,-1 1 0,0 0 0,1 0 0,-1 0 0,1 0 0,-1 0 0,1 0 0,-1 0 0,0 1 0,1-1 0,-1 0 0,1 0 0,-1 0 0,1 0 0,-1 1 0,1-1 0,-1 0 0,1 1 0,-1-1 0,1 0 0,-1 1 0,1-1 0,0 1 0,-1-1 0,1 0 0,0 1 0,-1-1 0,1 1 0,0-1 0,-1 1 0,1-1 0,0 1 0,0-1 0,0 1 0,-1 0 0,1 0 0,-6 28 0,1 49 0,6 95 0,1-86 0,-2-104 0,1-1 0,1 1 0,7-32 0,-8 45 0,0-1 0,0 0 0,1 1 0,-1-1 0,1 1 0,0-1 0,1 1 0,-1 0 0,1 0 0,0 0 0,0 0 0,0 1 0,0-1 0,1 1 0,-1 0 0,1 0 0,0 0 0,8-5 0,-10 8 0,1-1 0,-1 0 0,1 1 0,0 0 0,-1-1 0,1 1 0,0 0 0,-1 1 0,1-1 0,-1 0 0,1 1 0,0-1 0,-1 1 0,1 0 0,-1 0 0,1 0 0,-1 0 0,0 0 0,1 0 0,-1 1 0,0-1 0,0 1 0,0 0 0,0-1 0,0 1 0,0 0 0,-1 0 0,1 0 0,1 3 0,3 4 0,0-1 0,0 1 0,-1 1 0,0-1 0,6 20 0,-9-22 0,0-1 0,-1 1 0,1 0 0,-2 0 0,1 0 0,-1 0 0,0 0 0,0-1 0,-1 1 0,0 0 0,0 0 0,-1 0 0,0-1 0,-3 9 0,4-12 0,-1 0 0,1 0 0,-1 0 0,0 0 0,0 0 0,0 0 0,-1-1 0,1 1 0,0-1 0,-1 0 0,0 0 0,1 0 0,-1 0 0,0 0 0,0-1 0,0 1 0,0-1 0,-1 0 0,1 1 0,0-2 0,0 1 0,-1 0 0,1-1 0,0 1 0,-1-1 0,1 0 0,-1 0 0,1 0 0,0-1 0,-7-1 0,-14-4-1365,0-2-5461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19.619"/>
    </inkml:context>
    <inkml:brush xml:id="br0">
      <inkml:brushProperty name="width" value="0.05" units="cm"/>
      <inkml:brushProperty name="height" value="0.05" units="cm"/>
      <inkml:brushProperty name="color" value="#FFFFFF"/>
    </inkml:brush>
  </inkml:definitions>
  <inkml:trace contextRef="#ctx0" brushRef="#br0">1 0 24575,'3'0'0,"4"0"0,1 3 0,-1 4 0,-2 4 0,-1 6 0,-2 2 0,-1 5 0,-1 7 0,0 4 0,0 2 0,-1 3 0,1 1 0,0 0 0,-1-2 0,1-1 0,0-7-8191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19.975"/>
    </inkml:context>
    <inkml:brush xml:id="br0">
      <inkml:brushProperty name="width" value="0.05" units="cm"/>
      <inkml:brushProperty name="height" value="0.05" units="cm"/>
      <inkml:brushProperty name="color" value="#FFFFFF"/>
    </inkml:brush>
  </inkml:definitions>
  <inkml:trace contextRef="#ctx0" brushRef="#br0">19 114 24575,'52'22'0,"-44"-19"0,1-1 0,0 1 0,0-2 0,0 0 0,0 0 0,14 0 0,-21-1 0,1 0 0,0 0 0,-1 0 0,1 0 0,-1-1 0,1 1 0,0-1 0,-1 1 0,1-1 0,-1 0 0,0 0 0,1 0 0,-1 0 0,0-1 0,1 1 0,-1-1 0,0 1 0,0-1 0,0 0 0,-1 0 0,1 1 0,0-1 0,-1-1 0,1 1 0,-1 0 0,3-4 0,-4 4 0,1 0 0,-1 0 0,0 0 0,0 0 0,0 0 0,1 1 0,-2-1 0,1 0 0,0 0 0,0 0 0,-1 0 0,1 0 0,-1 0 0,1 0 0,-1 1 0,0-1 0,-1-2 0,0 0 0,-1 1 0,1-1 0,-1 1 0,0 0 0,0-1 0,0 1 0,-5-3 0,-4-2 0,1 1 0,-1 0 0,-23-9 0,31 14 0,1 1 0,-1 0 0,0-1 0,0 1 0,0 1 0,0-1 0,0 1 0,0-1 0,0 1 0,0 0 0,0 0 0,0 1 0,0-1 0,0 1 0,1 0 0,-1 0 0,-4 2 0,6-2 0,-1 1 0,1-1 0,0 1 0,0-1 0,0 1 0,0 0 0,1 0 0,-1 0 0,0 0 0,1 0 0,0 0 0,-1 1 0,1-1 0,0 0 0,0 1 0,0-1 0,0 1 0,1-1 0,-1 1 0,1-1 0,-1 1 0,1-1 0,0 1 0,0 0 0,0-1 0,0 1 0,1 3 0,1 3 27,-1 1-1,2 0 0,-1-1 0,1 0 1,1 0-1,0 0 0,0 0 0,0 0 1,1-1-1,1 0 0,0 0 0,13 15 1,-10-14-198,1 0 0,0 0 1,0-1-1,1 0 0,0-1 1,0 0-1,1-1 0,0 0 1,13 4-1,2-2-6655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0.833"/>
    </inkml:context>
    <inkml:brush xml:id="br0">
      <inkml:brushProperty name="width" value="0.05" units="cm"/>
      <inkml:brushProperty name="height" value="0.05" units="cm"/>
      <inkml:brushProperty name="color" value="#FFFFFF"/>
    </inkml:brush>
  </inkml:definitions>
  <inkml:trace contextRef="#ctx0" brushRef="#br0">0 35 24575,'0'0'0,"1"-1"0,-1 0 0,0 1 0,0-1 0,0 1 0,0-1 0,0 1 0,0-1 0,1 1 0,-1-1 0,0 1 0,0-1 0,1 1 0,-1 0 0,0-1 0,1 1 0,-1-1 0,0 1 0,1 0 0,-1-1 0,1 1 0,-1 0 0,1-1 0,-1 1 0,1 0 0,-1 0 0,1-1 0,-1 1 0,1 0 0,-1 0 0,1 0 0,-1 0 0,1 0 0,-1 0 0,1 0 0,-1 0 0,1 0 0,-1 0 0,1 0 0,0 0 0,-1 0 0,1 0 0,-1 0 0,1 1 0,-1-1 0,1 0 0,-1 0 0,1 1 0,-1-1 0,1 1 0,2 0 0,0 0 0,0 1 0,0-1 0,0 1 0,0 0 0,-1 0 0,4 2 0,4 12 0,-10-10 0,-8-9 0,5 1 0,0 0 0,0 0 0,0-1 0,0 1 0,0-1 0,1 1 0,0-1 0,-1 0 0,1 0 0,0-1 0,0 1 0,1 0 0,-1 0 0,1-1 0,-1 1 0,1-1 0,-1-7 0,22 27-1365,-12-9-5461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1.271"/>
    </inkml:context>
    <inkml:brush xml:id="br0">
      <inkml:brushProperty name="width" value="0.05" units="cm"/>
      <inkml:brushProperty name="height" value="0.05" units="cm"/>
      <inkml:brushProperty name="color" value="#FFFFFF"/>
    </inkml:brush>
  </inkml:definitions>
  <inkml:trace contextRef="#ctx0" brushRef="#br0">29 71 24575,'-3'-38'0,"2"35"0,1 1 0,-1 0 0,0 0 0,1-1 0,-1 1 0,0 0 0,0 0 0,-1 0 0,1 0 0,0 0 0,-1 0 0,1 0 0,-3-2 0,3 4 0,1 0 0,0 0 0,0 0 0,0 0 0,-1-1 0,1 1 0,0 0 0,0 0 0,-1 0 0,1 0 0,0 0 0,0 0 0,-1 0 0,1 0 0,0 0 0,0 0 0,0 0 0,-1 1 0,1-1 0,0 0 0,0 0 0,-1 0 0,1 0 0,0 0 0,0 0 0,0 0 0,-1 1 0,1-1 0,0 0 0,0 0 0,0 0 0,0 0 0,0 1 0,-1-1 0,1 0 0,0 0 0,0 0 0,0 1 0,0-1 0,0 0 0,0 0 0,0 0 0,0 1 0,0-1 0,0 0 0,0 0 0,0 1 0,0-1 0,0 0 0,0 0 0,0 1 0,0-1 0,0 0 0,0 0 0,0 0 0,0 1 0,0-1 0,0 0 0,1 1 0,0 17 0,1-4 0,58 479 0,-59-484 0,0-1 0,0 1 0,0 0 0,6 14 0,-7-23 0,0 0 0,0 0 0,0 1 0,0-1 0,0 0 0,0 0 0,0 0 0,0 0 0,0 0 0,0 0 0,0 0 0,0 0 0,0 0 0,0 0 0,0 0 0,1 0 0,-1 0 0,0 0 0,0 0 0,0 0 0,0 0 0,0 0 0,0 0 0,0 0 0,0 0 0,0 0 0,0 0 0,0 0 0,0 0 0,0 0 0,1 0 0,-1 0 0,0 0 0,0 0 0,0 0 0,0 0 0,0 0 0,0 0 0,0 0 0,0 0 0,0 0 0,0 0 0,0 0 0,0 0 0,0 0 0,0 0 0,0 0 0,1 0 0,-1 0 0,0 0 0,0 0 0,0-1 0,0 1 0,0 0 0,0 0 0,0 0 0,0 0 0,0 0 0,0 0 0,0 0 0,0 0 0,0 0 0,0 0 0,0 0 0,0 0 0,4-10 0,2-11 0,-5 17 0,6-23 0,1-1 0,20-43 0,-25 64 0,0 0 0,1 1 0,0 0 0,0 0 0,0 0 0,1 0 0,0 1 0,0 0 0,0 0 0,1 0 0,-1 0 0,1 1 0,0 0 0,1 0 0,-1 1 0,8-4 0,-10 6 11,-1 0 0,0 0-1,1 1 1,-1-1 0,1 1-1,-1 0 1,1-1 0,-1 2-1,1-1 1,-1 0 0,0 1-1,1-1 1,-1 1 0,1 0-1,-1 0 1,0 1 0,0-1-1,0 0 1,0 1 0,0 0-1,0 0 1,0 0 0,0 0-1,0 0 1,-1 1 0,0-1-1,1 1 1,-1 0 0,0-1-1,0 1 1,2 4 0,2 3-225,-1 1 1,0-1 0,-1 1-1,0 0 1,0 1 0,-1-1-1,3 24 1,-4-7-6613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1.724"/>
    </inkml:context>
    <inkml:brush xml:id="br0">
      <inkml:brushProperty name="width" value="0.05" units="cm"/>
      <inkml:brushProperty name="height" value="0.05" units="cm"/>
      <inkml:brushProperty name="color" value="#FFFFFF"/>
    </inkml:brush>
  </inkml:definitions>
  <inkml:trace contextRef="#ctx0" brushRef="#br0">53 239 24575,'2'-1'0,"0"1"0,0-1 0,0 1 0,0-1 0,0 0 0,0 1 0,0-1 0,0 0 0,-1 0 0,1-1 0,0 1 0,-1 0 0,1 0 0,0-1 0,-1 1 0,0-1 0,1 0 0,-1 1 0,0-1 0,0 0 0,0 0 0,0 1 0,1-4 0,0 1 0,0 0 0,-1 0 0,1 0 0,-1 0 0,0 0 0,0-1 0,-1 1 0,1 0 0,-1-9 0,0 11 0,0 1 0,0 0 0,0 0 0,0-1 0,0 1 0,0 0 0,-1 0 0,1-1 0,0 1 0,-1 0 0,1 0 0,-1 0 0,1-1 0,-1 1 0,0 0 0,0 0 0,1 0 0,-1 0 0,0 0 0,0 0 0,0 1 0,0-1 0,0 0 0,0 0 0,0 0 0,0 1 0,0-1 0,0 1 0,-1-1 0,1 1 0,0-1 0,0 1 0,-1 0 0,0-1 0,0 2 0,0-1 0,0 1 0,0-1 0,0 1 0,0 0 0,1-1 0,-1 1 0,0 0 0,1 0 0,-1 1 0,0-1 0,1 0 0,-1 0 0,1 1 0,0-1 0,-1 1 0,1-1 0,0 1 0,0-1 0,0 1 0,-2 3 0,-4 10 0,1 1 0,0-1 0,1 1 0,0 0 0,1 0 0,1 0 0,1 0 0,0 1 0,1-1 0,1 1 0,3 30 0,-2-45 0,-1 1 0,1 0 0,0-1 0,-1 1 0,1-1 0,0 1 0,1-1 0,-1 1 0,0-1 0,1 0 0,-1 0 0,1 1 0,0-1 0,0 0 0,0-1 0,0 1 0,0 0 0,0 0 0,0-1 0,0 1 0,1-1 0,-1 0 0,1 0 0,-1 0 0,3 1 0,-1-1 0,0-1 0,0 0 0,-1 0 0,1 0 0,0 0 0,0 0 0,0-1 0,-1 1 0,1-1 0,0 0 0,-1-1 0,1 1 0,0 0 0,-1-1 0,0 0 0,1 0 0,3-3 0,3-3 0,0-1 0,0 0 0,-1-1 0,0 0 0,-1 0 0,0-1 0,-1 0 0,0-1 0,0 1 0,-2-1 0,1 0 0,-1-1 0,-1 1 0,5-25 0,-3 1 0,0-1 0,-3 1 0,-1-1 0,-3-40 0,-6 152 280,2-29-828,1 1-1,3 48 1,4-71-6278</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2.143"/>
    </inkml:context>
    <inkml:brush xml:id="br0">
      <inkml:brushProperty name="width" value="0.05" units="cm"/>
      <inkml:brushProperty name="height" value="0.05" units="cm"/>
      <inkml:brushProperty name="color" value="#FFFFFF"/>
    </inkml:brush>
  </inkml:definitions>
  <inkml:trace contextRef="#ctx0" brushRef="#br0">0 31 24575,'3'-25'0,"0"19"0,1 18 0,11 63 0,6 115 0,-9-64 0,-8-99 0,-1-1 0,1 48 0,-4-74 0,0 0 0,0 0 0,0 0 0,0 0 0,0 0 0,0 0 0,0 0 0,0 0 0,0 0 0,0 0 0,0 0 0,0 0 0,-1 0 0,1 0 0,0 0 0,0 0 0,0 0 0,0 0 0,0 0 0,0 0 0,0 0 0,0 0 0,0 1 0,0-1 0,0 0 0,0 0 0,0 0 0,0 0 0,-1 0 0,1 0 0,0 0 0,0 0 0,0 0 0,0 0 0,0 0 0,0 0 0,0 0 0,0 1 0,0-1 0,0 0 0,0 0 0,0 0 0,0 0 0,0 0 0,0 0 0,0 0 0,0 0 0,0 0 0,0 0 0,0 0 0,0 1 0,-4-12 0,-2-18 0,6 24 0,-4-27 0,3-52 0,1 75 0,1 1 0,0-1 0,0 1 0,1 0 0,0 0 0,0 0 0,1 0 0,0 0 0,1 0 0,-1 1 0,9-13 0,-10 19 0,-1-1 0,0 0 0,1 1 0,0-1 0,-1 0 0,1 1 0,0 0 0,0-1 0,0 1 0,0 0 0,0 0 0,0 0 0,0 0 0,0 1 0,0-1 0,0 0 0,1 1 0,-1 0 0,0-1 0,0 1 0,1 0 0,-1 0 0,0 0 0,1 1 0,-1-1 0,0 0 0,0 1 0,0-1 0,1 1 0,-1 0 0,0 0 0,0 0 0,0 0 0,0 0 0,0 0 0,-1 1 0,3 1 0,5 4 0,0 1 0,-1-1 0,0 2 0,0-1 0,-1 1 0,7 10 0,-8-10 0,0 1 0,0 0 0,-1 0 0,0 0 0,-1 0 0,0 1 0,4 19 0,-7-27 0,-1 1 0,0-1 0,1 0 0,-1 0 0,0 0 0,-1 0 0,1 0 0,0 0 0,-1 0 0,0 0 0,0 0 0,0 0 0,0 0 0,0 0 0,0 0 0,-1 0 0,1-1 0,-1 1 0,0 0 0,0-1 0,0 0 0,0 1 0,-1-1 0,1 0 0,0 0 0,-1 0 0,1 0 0,-1-1 0,0 1 0,0-1 0,0 0 0,-4 2 0,-6 1-151,0-1-1,0-1 0,0 0 0,0-1 1,-1 0-1,1-1 0,0-1 1,-22-3-1,0 0-6674</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2.532"/>
    </inkml:context>
    <inkml:brush xml:id="br0">
      <inkml:brushProperty name="width" value="0.05" units="cm"/>
      <inkml:brushProperty name="height" value="0.05" units="cm"/>
      <inkml:brushProperty name="color" value="#FFFFFF"/>
    </inkml:brush>
  </inkml:definitions>
  <inkml:trace contextRef="#ctx0" brushRef="#br0">53 7 24575,'-19'-3'0,"18"3"0,1-1 0,-1 1 0,0-1 0,0 1 0,0 0 0,0 0 0,0-1 0,0 1 0,0 0 0,0 0 0,0 0 0,1 0 0,-1 0 0,0 0 0,0 0 0,0 0 0,0 1 0,0-1 0,0 0 0,0 0 0,0 1 0,0-1 0,1 1 0,-1-1 0,0 1 0,0-1 0,0 1 0,1-1 0,-1 1 0,0 0 0,1-1 0,-1 1 0,1 0 0,-1 0 0,1-1 0,-1 1 0,1 0 0,-1 0 0,1 0 0,0 0 0,-1-1 0,1 1 0,0 0 0,0 0 0,0 0 0,-1 0 0,1 0 0,0 0 0,1 1 0,-2 9 0,0-1 0,1 1 0,1 0 0,-1-1 0,2 1 0,0-1 0,0 1 0,4 10 0,33 80 0,-37-98 0,34 70 0,-31-64 0,0-2 0,0 1 0,0 0 0,1-1 0,1 0 0,11 10 0,-17-16 0,0 0 0,1 0 0,-1 0 0,1 0 0,-1 0 0,1 0 0,0 0 0,-1-1 0,1 1 0,0-1 0,0 1 0,-1-1 0,1 1 0,0-1 0,0 0 0,-1 0 0,1 0 0,0 0 0,0 0 0,0 0 0,2-1 0,-1 0 0,-1-1 0,0 1 0,1 0 0,-1-1 0,0 1 0,0-1 0,0 0 0,0 0 0,0 0 0,-1 0 0,1 0 0,-1 0 0,3-3 0,1-5 0,0 0 0,0-1 0,-1 0 0,0 0 0,3-17 0,2-22 0,-2 0 0,-2-1 0,-2-60 0,-4 105-1365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2.733"/>
    </inkml:context>
    <inkml:brush xml:id="br0">
      <inkml:brushProperty name="width" value="0.05" units="cm"/>
      <inkml:brushProperty name="height" value="0.05" units="cm"/>
      <inkml:brushProperty name="color" value="#FFFFFF"/>
    </inkml:brush>
  </inkml:definitions>
  <inkml:trace contextRef="#ctx0" brushRef="#br0">0 0 24575,'0'3'0,"0"4"0,0 4 0,0 2 0,0 3 0,0 4 0,0 2 0,3 3 0,1 3 0,0 3 0,2 2 0,0-2 0,-1 0 0,-1-2 0,-2-7-8191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2.858"/>
    </inkml:context>
    <inkml:brush xml:id="br0">
      <inkml:brushProperty name="width" value="0.05" units="cm"/>
      <inkml:brushProperty name="height" value="0.05" units="cm"/>
      <inkml:brushProperty name="color" value="#FFFFFF"/>
    </inkml:brush>
  </inkml:definitions>
  <inkml:trace contextRef="#ctx0" brushRef="#br0">8 5 24575,'0'-3'0,"-3"2"0,-1 4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3.794"/>
    </inkml:context>
    <inkml:brush xml:id="br0">
      <inkml:brushProperty name="width" value="0.05" units="cm"/>
      <inkml:brushProperty name="height" value="0.05" units="cm"/>
      <inkml:brushProperty name="color" value="#FFFFFF"/>
    </inkml:brush>
  </inkml:definitions>
  <inkml:trace contextRef="#ctx0" brushRef="#br0">0 136 24575,'1'3'0,"1"1"0,-1-1 0,1 1 0,-1-1 0,1 0 0,0 0 0,0 0 0,1 0 0,-1 0 0,0 0 0,5 3 0,2 5 0,-3-4 0,1 1 0,-1-1 0,1 0 0,1-1 0,-1 0 0,1 0 0,8 5 0,-12-9 0,-1 0 0,1-1 0,-1 1 0,1-1 0,0 1 0,0-1 0,0 0 0,0-1 0,-1 1 0,1-1 0,0 1 0,0-1 0,0 0 0,0-1 0,0 1 0,0-1 0,0 0 0,0 0 0,7-2 0,-8 1 0,-1 0 0,1 0 0,0 0 0,-1-1 0,1 1 0,-1 0 0,0-1 0,0 0 0,0 0 0,0 1 0,0-1 0,0 0 0,-1 0 0,0-1 0,1 1 0,-1 0 0,0 0 0,-1-1 0,2-4 0,-1-1 0,0 0 0,0 0 0,-1-1 0,0 1 0,0 0 0,-2-9 0,0 9 0,0 0 0,-1 1 0,0-1 0,0 1 0,-1 0 0,0 0 0,-8-11 0,10 16 0,0 0 0,0 0 0,0 0 0,-1 1 0,1-1 0,-1 0 0,0 1 0,0 0 0,0-1 0,0 1 0,0 1 0,0-1 0,0 0 0,-1 1 0,1-1 0,0 1 0,-1 0 0,0 0 0,1 0 0,-7 0 0,8 2 0,-1-1 0,0 1 0,1 0 0,-1-1 0,1 1 0,0 0 0,-1 0 0,1 1 0,0-1 0,0 1 0,-1-1 0,1 1 0,0-1 0,1 1 0,-1 0 0,0 0 0,0 0 0,1 0 0,-1 0 0,1 1 0,-1 1 0,-5 8 0,2 0 0,-8 22 0,11-29 0,-5 17 0,0 0 0,2 1 0,0 0 0,2 0 0,-2 37 0,6-51 0,-1 0 0,1 0 0,0 0 0,1 0 0,0 0 0,1 0 0,5 13 0,-6-17 0,1 0 0,0 0 0,0-1 0,0 1 0,0-1 0,1 1 0,0-1 0,0 0 0,0-1 0,0 1 0,1-1 0,-1 0 0,8 4 0,-7-4 0,0-1 0,0 0 0,1 0 0,-1 0 0,1-1 0,-1 1 0,1-1 0,0-1 0,0 1 0,-1-1 0,1 0 0,0 0 0,9-2 0,-7 0 0,0 0 0,-1-1 0,1 0 0,-1 0 0,0 0 0,0-1 0,0 0 0,0-1 0,6-5 0,-3 2 0,0-1 0,-1 0 0,-1 0 0,0-1 0,0-1 0,0 1 0,-2-1 0,1 0 0,-1-1 0,-1 1 0,0-1 0,3-13 0,-4 8 0,0-1 0,1-24 0,-4 34 0,-1 1 0,0-1 0,-1 1 0,0 0 0,0-1 0,0 1 0,-1 0 0,-4-11 0,6 17 0,0 0 0,-1 0 0,1 0 0,0 0 0,-1 0 0,0 0 0,1 1 0,-1-1 0,1 0 0,-1 0 0,0 0 0,0 1 0,1-1 0,-1 0 0,0 1 0,-1-2 0,1 2 0,1 0 0,0 0 0,-1 0 0,1 0 0,0 0 0,-1 0 0,1 1 0,-1-1 0,1 0 0,0 0 0,-1 0 0,1 0 0,0 0 0,-1 1 0,1-1 0,0 0 0,-1 0 0,1 1 0,0-1 0,-1 0 0,1 0 0,0 1 0,0-1 0,-1 0 0,1 1 0,0-1 0,0 0 0,0 1 0,-2 2 0,0 1 0,1-1 0,0 1 0,0-1 0,0 1 0,0 0 0,0 5 0,1-9 0,-2 15 0,1 0 0,1 0 0,0 0 0,1 0 0,1 0 0,6 29 0,-8-43 0,1 1 0,-1-1 0,1 1 0,-1-1 0,1 1 0,0-1 0,-1 1 0,1-1 0,0 0 0,0 0 0,0 1 0,0-1 0,0 0 0,0 0 0,1 0 0,-1 0 0,0 0 0,0 0 0,1-1 0,-1 1 0,1 0 0,-1-1 0,1 1 0,-1-1 0,1 1 0,-1-1 0,1 0 0,-1 1 0,1-1 0,-1 0 0,1 0 0,-1 0 0,1 0 0,0-1 0,-1 1 0,1 0 0,-1-1 0,1 1 0,-1-1 0,0 1 0,1-1 0,-1 0 0,1 1 0,1-3 0,5-2 0,0 0 0,-1-1 0,1 0 0,-1 0 0,-1 0 0,7-9 0,18-30 0,-25 35 0,1 1 0,0-1 0,0 1 0,12-12 0,-18 20 0,-1 1 0,0-1 0,1 1 0,-1-1 0,1 1 0,-1 0 0,0-1 0,1 1 0,-1-1 0,1 1 0,-1 0 0,1 0 0,-1-1 0,1 1 0,-1 0 0,1 0 0,-1-1 0,1 1 0,0 0 0,-1 0 0,1 0 0,-1 0 0,1 0 0,-1 0 0,1 0 0,0 0 0,-1 0 0,1 0 0,-1 0 0,1 1 0,-1-1 0,1 0 0,-1 0 0,1 1 0,-1-1 0,1 0 0,-1 0 0,1 1 0,-1-1 0,1 0 0,-1 1 0,1-1 0,-1 1 0,0-1 0,1 1 0,-1-1 0,0 1 0,1-1 0,-1 1 0,0-1 0,0 1 0,1 0 0,0 4 0,1 1 0,-1 0 0,0-1 0,1 9 0,-1-4 0,4 29 0,-5-28 0,1 0 0,1 0 0,-1 0 0,2 0 0,-1 0 0,2-1 0,-1 1 0,2-1 0,6 13 0,-10-21 0,0 0 0,1-1 0,-1 1 0,1-1 0,-1 1 0,1-1 0,-1 0 0,1 0 0,0 0 0,-1 0 0,1 0 0,0 0 0,0 0 0,0 0 0,0 0 0,0-1 0,0 1 0,0-1 0,2 0 0,-1 0 0,1 0 0,-1 0 0,0-1 0,0 1 0,0-1 0,0 0 0,0 0 0,0 0 0,0 0 0,0-1 0,4-1 0,-1-2 0,1 0 0,-1 1 0,0-2 0,0 1 0,-1-1 0,0 0 0,0 0 0,0 0 0,5-10 0,-5 5 0,0 1 0,-1-1 0,0 0 0,-1 0 0,-1 0 0,0 0 0,0 0 0,-1-1 0,0 1 0,-2-19 0,1 25 0,0 0 0,-1 0 0,0 0 0,0 0 0,0 1 0,-1-1 0,1 0 0,-1 1 0,0-1 0,0 1 0,-1-1 0,0 1 0,1 0 0,-1 0 0,-1 0 0,1 1 0,-1-1 0,1 1 0,-1 0 0,0 0 0,0 0 0,0 0 0,0 1 0,-1-1 0,1 1 0,-9-2 0,-1 0-273,0 2 0,-1 0 0,1 0 0,-29 1 0,-12 4-6553</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4.636"/>
    </inkml:context>
    <inkml:brush xml:id="br0">
      <inkml:brushProperty name="width" value="0.05" units="cm"/>
      <inkml:brushProperty name="height" value="0.05" units="cm"/>
      <inkml:brushProperty name="color" value="#FFFFFF"/>
    </inkml:brush>
  </inkml:definitions>
  <inkml:trace contextRef="#ctx0" brushRef="#br0">1 18 24575,'2'-2'0,"1"0"0,-1 0 0,1 0 0,0 1 0,0-1 0,0 1 0,0 0 0,0 0 0,0 0 0,0 0 0,0 0 0,0 1 0,1 0 0,-1-1 0,0 1 0,0 0 0,1 0 0,-1 1 0,0-1 0,0 1 0,4 1 0,0-1 0,-1 1 0,1 0 0,-1 1 0,1 0 0,-1 0 0,0 0 0,0 1 0,9 7 0,-10-7 0,0 0 0,-1 0 0,0 1 0,0-1 0,0 1 0,0 0 0,-1 0 0,1 1 0,-1-1 0,4 11 0,-9-15 171,-5-5 0,-4-7-1878,6 1-5119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5.070"/>
    </inkml:context>
    <inkml:brush xml:id="br0">
      <inkml:brushProperty name="width" value="0.05" units="cm"/>
      <inkml:brushProperty name="height" value="0.05" units="cm"/>
      <inkml:brushProperty name="color" value="#FFFFFF"/>
    </inkml:brush>
  </inkml:definitions>
  <inkml:trace contextRef="#ctx0" brushRef="#br0">54 52 24575,'-1'-4'0,"-1"0"0,0 0 0,-1-1 0,1 2 0,-1-1 0,0 0 0,0 1 0,0-1 0,0 1 0,-1 0 0,1 0 0,-8-5 0,11 8 0,0 0 0,-1 0 0,1 0 0,-1 0 0,1 0 0,0 0 0,-1 0 0,1 1 0,0-1 0,-1 0 0,1 0 0,0 0 0,-1 0 0,1 0 0,0 0 0,-1 1 0,1-1 0,0 0 0,-1 0 0,1 1 0,0-1 0,0 0 0,-1 0 0,1 1 0,0-1 0,0 0 0,0 1 0,-1-1 0,1 0 0,0 1 0,0-1 0,0 0 0,0 1 0,0-1 0,0 0 0,0 1 0,0-1 0,0 0 0,0 1 0,0-1 0,0 0 0,0 1 0,0 0 0,-2 21 0,2-20 0,2 37 0,5 42 0,2 9 0,-7 125 0,-2-236 0,1 0 0,1 0 0,1 0 0,8-30 0,-8 42 0,-1 0 0,1 1 0,1-1 0,0 1 0,0-1 0,1 1 0,0 0 0,0 1 0,1-1 0,0 1 0,0 0 0,12-10 0,-15 15 0,-1 0 0,1 0 0,0 0 0,-1 1 0,1-1 0,0 1 0,0 0 0,0 0 0,1 0 0,-1 0 0,0 0 0,0 1 0,0-1 0,1 1 0,-1 0 0,0 0 0,0 0 0,4 1 0,-3 0 0,0 0 0,0 1 0,-1-1 0,1 1 0,0 0 0,-1 0 0,1 0 0,-1 1 0,0-1 0,0 1 0,0 0 0,4 5 0,1 1 0,-1 1 0,0 1 0,-1-1 0,0 1 0,-1 0 0,0 1 0,-1-1 0,5 19 0,-7-20-227,0 1-1,0 0 1,-1 0-1,-1 0 1,-1 21-1,-2-11-6598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5.847"/>
    </inkml:context>
    <inkml:brush xml:id="br0">
      <inkml:brushProperty name="width" value="0.05" units="cm"/>
      <inkml:brushProperty name="height" value="0.05" units="cm"/>
      <inkml:brushProperty name="color" value="#FFFFFF"/>
    </inkml:brush>
  </inkml:definitions>
  <inkml:trace contextRef="#ctx0" brushRef="#br0">92 304 24575,'9'-1'0,"1"0"0,-1 0 0,0-1 0,0-1 0,0 0 0,0 0 0,-1 0 0,1-1 0,-1 0 0,8-6 0,-15 9 0,0 0 0,1 0 0,-1 0 0,0 0 0,0 0 0,0 0 0,0 0 0,0 0 0,0-1 0,0 1 0,-1 0 0,1 0 0,0-1 0,-1 1 0,1-1 0,-1 1 0,1-1 0,-1 1 0,0-1 0,1 1 0,-1-1 0,0 1 0,0-1 0,0 1 0,0-1 0,-1 1 0,1-1 0,0 1 0,-1-1 0,1 1 0,0 0 0,-1-1 0,0 1 0,1-1 0,-1 1 0,0 0 0,0 0 0,0-1 0,0 1 0,-1-2 0,-1 0 0,0 1 0,0-1 0,0 0 0,0 1 0,0-1 0,-1 1 0,1 0 0,-1 0 0,0 1 0,1-1 0,-1 1 0,0-1 0,0 1 0,-6-1 0,4 2 0,1 0 0,-1 0 0,1 0 0,0 1 0,-1 0 0,1 0 0,-1 0 0,1 0 0,0 1 0,0 0 0,0 0 0,0 1 0,0-1 0,0 1 0,1 0 0,-1 0 0,1 1 0,-8 6 0,8-4 0,0-1 0,0 1 0,0 0 0,0 0 0,1 0 0,0 0 0,0 0 0,1 1 0,0 0 0,0-1 0,0 1 0,1 0 0,0 0 0,0 10 0,0-6 0,1-1 0,1 0 0,0 0 0,0 0 0,1 0 0,0-1 0,6 16 0,-7-21 0,1-1 0,-1 0 0,1 1 0,0-1 0,0 0 0,1 0 0,-1 0 0,1 0 0,-1-1 0,1 1 0,0-1 0,0 1 0,0-1 0,0 0 0,1 0 0,-1 0 0,1-1 0,-1 1 0,1-1 0,-1 0 0,1 0 0,0 0 0,4 0 0,-2 0 0,1-1 0,0 0 0,-1 0 0,1-1 0,-1 0 0,1 0 0,-1 0 0,0-1 0,0 0 0,1 0 0,-1-1 0,0 1 0,-1-2 0,1 1 0,0 0 0,-1-1 0,0 0 0,0 0 0,0-1 0,-1 1 0,1-1 0,6-9 0,-1-1 0,0 0 0,0-1 0,-2 0 0,0-1 0,-1 1 0,10-36 0,-8 15 0,-3-1 0,-1 0 0,-1 0 0,-4-75 0,-16 216 0,12 70-1365,4-150-5461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6.254"/>
    </inkml:context>
    <inkml:brush xml:id="br0">
      <inkml:brushProperty name="width" value="0.05" units="cm"/>
      <inkml:brushProperty name="height" value="0.05" units="cm"/>
      <inkml:brushProperty name="color" value="#FFFFFF"/>
    </inkml:brush>
  </inkml:definitions>
  <inkml:trace contextRef="#ctx0" brushRef="#br0">1 72 24575,'0'-25'0,"-1"-11"0,2 26 0,-1 11 0,5 40 0,4 38 0,26 110 0,-34-197 0,0 0 0,0 1 0,0-1 0,1 0 0,0 1 0,1-1 0,-1 1 0,2 0 0,-1 0 0,8-12 0,-8 16 0,1 1 0,0-1 0,-1 1 0,1 0 0,0 0 0,0 0 0,0 0 0,0 1 0,0 0 0,1 0 0,-1 0 0,0 0 0,0 1 0,1 0 0,-1-1 0,1 2 0,-1-1 0,0 0 0,1 1 0,-1 0 0,0 0 0,0 0 0,5 2 0,6 2 0,-1 1 0,0 1 0,0 0 0,-1 1 0,15 11 0,-21-14 0,0 0 0,-1 1 0,1 0 0,-1 1 0,-1 0 0,1-1 0,-1 2 0,7 13 0,-11-20 0,0 1 0,0 0 0,0 0 0,0 0 0,-1 0 0,1 0 0,-1 0 0,1 0 0,-1 0 0,0 0 0,0 0 0,0 0 0,0 0 0,0 0 0,0 0 0,0 0 0,-1 0 0,1 0 0,-1 0 0,1-1 0,-1 1 0,0 0 0,0 0 0,0 0 0,0 0 0,0-1 0,0 1 0,0-1 0,-1 1 0,1-1 0,-1 1 0,1-1 0,-1 0 0,1 1 0,-1-1 0,0 0 0,0 0 0,1 0 0,-1-1 0,0 1 0,0 0 0,-3 0 0,-7 3 43,1-2 0,-1 1-1,0-1 1,0-1 0,0 0-1,0-1 1,-23-2 0,6-2-612,1-1 0,-32-10 0,25 5-6257</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6.490"/>
    </inkml:context>
    <inkml:brush xml:id="br0">
      <inkml:brushProperty name="width" value="0.05" units="cm"/>
      <inkml:brushProperty name="height" value="0.05" units="cm"/>
      <inkml:brushProperty name="color" value="#FFFFFF"/>
    </inkml:brush>
  </inkml:definitions>
  <inkml:trace contextRef="#ctx0" brushRef="#br0">38 0 24575,'-3'3'0,"-4"2"0,-4 1 0,1-2 0,4-2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6.632"/>
    </inkml:context>
    <inkml:brush xml:id="br0">
      <inkml:brushProperty name="width" value="0.05" units="cm"/>
      <inkml:brushProperty name="height" value="0.05" units="cm"/>
      <inkml:brushProperty name="color" value="#FFFFFF"/>
    </inkml:brush>
  </inkml:definitions>
  <inkml:trace contextRef="#ctx0" brushRef="#br0">1 0 24575,'3'0'0,"1"3"0,2 1 0,7 0 0,1-1-8191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6.726"/>
    </inkml:context>
    <inkml:brush xml:id="br0">
      <inkml:brushProperty name="width" value="0.05" units="cm"/>
      <inkml:brushProperty name="height" value="0.05" units="cm"/>
      <inkml:brushProperty name="color" value="#FFFFFF"/>
    </inkml:brush>
  </inkml:definitions>
  <inkml:trace contextRef="#ctx0" brushRef="#br0">0 0 24575,'3'3'0,"1"-2"0,3-1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7.616"/>
    </inkml:context>
    <inkml:brush xml:id="br0">
      <inkml:brushProperty name="width" value="0.05" units="cm"/>
      <inkml:brushProperty name="height" value="0.05" units="cm"/>
      <inkml:brushProperty name="color" value="#FFFFFF"/>
    </inkml:brush>
  </inkml:definitions>
  <inkml:trace contextRef="#ctx0" brushRef="#br0">62 0 24575,'0'147'-40,"-22"893"-881,8-840 729,-10 183-737,22-1 337,29-122 463,-17-207-14,2 0 1,35 91 0,-33-112 84,1 0 0,1-1 0,1-1 0,2-1 0,29 35 1,-29-42 71,1-2-1,1 0 1,0-1 0,1-2 0,1 0 0,1-1 0,31 15 0,-20-15-145,2-1 0,0-2-1,0-2 1,1-1 0,50 6-1,45-1-3805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8.034"/>
    </inkml:context>
    <inkml:brush xml:id="br0">
      <inkml:brushProperty name="width" value="0.05" units="cm"/>
      <inkml:brushProperty name="height" value="0.05" units="cm"/>
      <inkml:brushProperty name="color" value="#FFFFFF"/>
    </inkml:brush>
  </inkml:definitions>
  <inkml:trace contextRef="#ctx0" brushRef="#br0">319 18 24575,'0'-1'0,"1"0"0,-1 0 0,1 0 0,-1 0 0,0 0 0,1 0 0,0 0 0,-1 0 0,1 0 0,0 0 0,-1 1 0,1-1 0,0 0 0,0 1 0,0-1 0,0 0 0,-1 1 0,1-1 0,0 1 0,0-1 0,0 1 0,0 0 0,0-1 0,2 1 0,-2 0 0,0 0 0,0 1 0,0-1 0,1 1 0,-1-1 0,0 1 0,0-1 0,0 1 0,0-1 0,0 1 0,0 0 0,0 0 0,0 0 0,0-1 0,0 1 0,0 0 0,0 1 0,4 5 0,0 0 0,-1 0 0,0 1 0,0-1 0,2 10 0,17 61 0,-3 2 0,11 98 0,-26-144 0,50 387-1418,-1 458 0,-54-599 1288,-5-194-13,-20 109-1,15-146 73,-2 0-1,-3 0 1,-29 69-1,28-85 50,-2 0 1,0 0-1,-3-2 0,0-1 0,-39 43 1,28-41-168,-1-2 1,-2-1-1,-73 47 1,7-18-3580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8.503"/>
    </inkml:context>
    <inkml:brush xml:id="br0">
      <inkml:brushProperty name="width" value="0.05" units="cm"/>
      <inkml:brushProperty name="height" value="0.05" units="cm"/>
      <inkml:brushProperty name="color" value="#FFFFFF"/>
    </inkml:brush>
  </inkml:definitions>
  <inkml:trace contextRef="#ctx0" brushRef="#br0">53 35 24575,'-4'-1'0,"0"1"0,0-1 0,0 0 0,0 0 0,0-1 0,0 1 0,0-1 0,0 0 0,1 0 0,-1 0 0,-6-5 0,11 6 0,-1 1 0,0-1 0,0 0 0,1 1 0,-1-1 0,1 1 0,-1-1 0,0 1 0,1-1 0,-1 1 0,1 0 0,-1-1 0,1 1 0,-1 0 0,1-1 0,0 1 0,-1 0 0,1-1 0,-1 1 0,1 0 0,-1 0 0,1 0 0,0 0 0,-1 0 0,1 0 0,0 0 0,-1 0 0,1 0 0,1 0 0,-2 0 0,28-2 0,0 1 0,0 1 0,1 2 0,36 6 0,3 1 0,971 77-2436,-620-53 1826,-272-21 528,465 27-659,-604-39 739,11 1 36,0 0 1,0-2-1,0-1 1,20-3-1,-38 5-3,0-1-1,0 1 0,0 0 1,0 0-1,0-1 1,0 1-1,0-1 0,0 1 1,0-1-1,0 1 1,-1-1-1,1 1 1,0-1-1,0 0 0,0 0 1,1-1-1,-2 2-4,0-1 0,0 1 0,0-1 0,0 1 0,0-1 0,0 1 0,0-1 0,0 1 0,0-1 0,0 1 0,0-1 0,0 1 0,0-1 0,0 1 0,-1 0 0,1-1 0,0 1-1,0-1 1,0 1 0,-1-1 0,1 1 0,0 0 0,-1-1 0,1 0 0,-4-2-3,0-1-1,1 1 1,-1 0-1,-1 1 1,-3-4-1,6 6-108,-31-19-5621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28.717"/>
    </inkml:context>
    <inkml:brush xml:id="br0">
      <inkml:brushProperty name="width" value="0.05" units="cm"/>
      <inkml:brushProperty name="height" value="0.05" units="cm"/>
      <inkml:brushProperty name="color" value="#FFFFFF"/>
    </inkml:brush>
  </inkml:definitions>
  <inkml:trace contextRef="#ctx0" brushRef="#br0">151 1 24575,'3'0'0,"5"0"0,-1 3 0,0 4 0,-1 3 0,0 9 0,3 11 0,3 11 0,1 11 0,3 12 0,1 9 0,-2 7 0,-7 5 0,-14 3 0,-20 1 0,-30-6 0,-37-8 0,-4-17-8191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31.124"/>
    </inkml:context>
    <inkml:brush xml:id="br0">
      <inkml:brushProperty name="width" value="0.05" units="cm"/>
      <inkml:brushProperty name="height" value="0.05" units="cm"/>
      <inkml:brushProperty name="color" value="#FFFFFF"/>
    </inkml:brush>
  </inkml:definitions>
  <inkml:trace contextRef="#ctx0" brushRef="#br0">179 289 24575,'2'11'0,"0"0"0,0 0 0,7 16 0,4 15 0,5 37 0,-4 0 0,-4 1 0,-3 0 0,-3 0 0,-9 109 0,-5-92 0,-4-1 0,-5-1 0,-3 0 0,-38 99 0,2-50 0,-6 17 0,63-157 0,-1 0 0,1 0 0,0-1 0,0 1 0,1 0 0,-1 0 0,1 0 0,0 0 0,0 0 0,0 0 0,1 0 0,-1 0 0,2 7 0,0-9 0,-1 0 0,0 1 0,1-1 0,-1 0 0,1 0 0,0 0 0,0 0 0,0 0 0,0 0 0,0-1 0,0 1 0,0-1 0,0 1 0,1-1 0,-1 0 0,1 0 0,-1 0 0,1 0 0,-1 0 0,1 0 0,3 0 0,19 3 0,0 0 0,0-2 0,28-1 0,81-7 0,-73 2 0,959-19-2531,-239 74 2254,-3 28 33,-562-56-156,-146-15 318,99 8 17,-134-14 125,1-2 0,56-7 0,-87 7 38,1-1 1,-1 0-1,1-1 0,0 1 0,-1-1 1,0 0-1,1-1 0,-1 1 0,0-1 1,0 0-1,8-7 0,-11 8-38,0 0 0,0-1 1,0 1-1,-1 0 0,1-1 0,-1 1 0,1-1 1,-1 0-1,0 1 0,0-1 0,0 0 0,-1 0 1,1 0-1,-1 0 0,1 0 0,-1 0 0,0 1 1,0-1-1,-1 0 0,1 0 0,0 0 0,-1 0 1,0 0-1,-1-3 0,-2-8 8,-2 1-1,1 0 1,-2 0-1,0 1 0,-14-20 1,-51-57 231,44 58-268,2 0-31,-75-88 0,-91-140 0,165 216 0,1-1 0,3-2 0,1 0 0,2-1 0,3-1 0,1-1 0,-12-69 0,18 43 0,3-1 0,4 0 0,10-141 0,7 104 0,53-212 0,-66 321 0,0 0 0,0 0 0,0 0 0,0 0 0,-1 0 0,0 0 0,0-6 0,0 9 0,0 0 0,-1 0 0,1 0 0,-1 0 0,1 0 0,-1 0 0,1 0 0,-1 1 0,0-1 0,1 0 0,-1 0 0,0 0 0,0 1 0,1-1 0,-1 0 0,0 1 0,0-1 0,0 1 0,0-1 0,0 1 0,0-1 0,0 1 0,0 0 0,0-1 0,0 1 0,0 0 0,0 0 0,0 0 0,0 0 0,0 0 0,-2 0 0,-171 3 0,66 2 0,-1083 26-1988,641-14 1370,398-13 584,-378 16-359,483-17 351,-87 16-1,129-18 115,0 0-1,0 0 1,1 1-1,-1 0 1,1 0 0,-1 0-1,1 0 1,-1 1-1,-3 3 1,7-5-95,0 0 0,0 0-1,0 0 1,1 0 0,-1 0 0,0 0 0,0 0 0,1 1 0,-1-1 0,1 0 0,-1 1 0,1-1-1,0 0 1,-1 1 0,1-1 0,0 0 0,0 1 0,0-1 0,0 1 0,0-1 0,0 0 0,0 1-1,1-1 1,-1 0 0,0 1 0,1-1 0,-1 0 0,1 1 0,-1-1 0,1 0 0,0 0 0,0 0-1,0 2 1,19 23-4980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31.482"/>
    </inkml:context>
    <inkml:brush xml:id="br0">
      <inkml:brushProperty name="width" value="0.05" units="cm"/>
      <inkml:brushProperty name="height" value="0.05" units="cm"/>
      <inkml:brushProperty name="color" value="#FFFFFF"/>
    </inkml:brush>
  </inkml:definitions>
  <inkml:trace contextRef="#ctx0" brushRef="#br0">399 223 24575,'5'-11'0,"0"-1"0,-1 0 0,0-1 0,-1 1 0,0-1 0,-1 1 0,1-23 0,-2 31 0,-1 0 0,0 0 0,0 0 0,-1 0 0,1 0 0,-1 0 0,0 0 0,0 0 0,0 0 0,-1 0 0,1 0 0,-1 1 0,0-1 0,0 0 0,0 1 0,0 0 0,-1-1 0,1 1 0,-1 0 0,0 0 0,0 1 0,0-1 0,0 1 0,-1-1 0,1 1 0,-1 0 0,-6-3 0,4 3 0,-1 1 0,1 0 0,0 0 0,-1 1 0,1-1 0,-1 1 0,1 1 0,-1-1 0,1 1 0,-1 0 0,1 1 0,0-1 0,0 1 0,-1 0 0,1 1 0,-10 6 0,-4 2 0,0 2 0,1 0 0,-24 22 0,28-22 0,0 1 0,2 1 0,-1 1 0,2 0 0,0 0 0,1 1 0,0 1 0,2-1 0,0 2 0,-8 25 0,14-35 0,0 1 0,1-1 0,1 1 0,0 0 0,0 0 0,1 0 0,0-1 0,0 1 0,1 0 0,3 10 0,-2-12 0,0 0 0,1 0 0,0-1 0,1 0 0,0 1 0,0-1 0,0-1 0,1 1 0,0 0 0,0-1 0,1 0 0,0-1 0,10 9 0,-4-5-151,1-1-1,0 0 0,1-1 0,0 0 1,0-1-1,0-1 0,1 0 1,17 3-1,14 0-6674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31.898"/>
    </inkml:context>
    <inkml:brush xml:id="br0">
      <inkml:brushProperty name="width" value="0.05" units="cm"/>
      <inkml:brushProperty name="height" value="0.05" units="cm"/>
      <inkml:brushProperty name="color" value="#FFFFFF"/>
    </inkml:brush>
  </inkml:definitions>
  <inkml:trace contextRef="#ctx0" brushRef="#br0">259 133 24575,'-2'-13'0,"1"1"0,-2 0 0,0 0 0,0 0 0,-1 0 0,0 0 0,-12-21 0,15 32 0,1 0 0,-1 0 0,0 0 0,0 0 0,0 0 0,0 0 0,0 0 0,0 1 0,0-1 0,0 0 0,-1 0 0,1 1 0,0-1 0,0 1 0,-1-1 0,1 1 0,0-1 0,-1 1 0,1 0 0,0 0 0,-1 0 0,1 0 0,0 0 0,-1 0 0,1 0 0,0 0 0,-1 0 0,1 1 0,0-1 0,-1 0 0,1 1 0,0-1 0,-1 1 0,1 0 0,0-1 0,0 1 0,-1 1 0,-7 3 0,1 0 0,1 1 0,-14 13 0,20-18 0,-21 20 0,-33 43 0,47-54 0,1 0 0,1 0 0,0 1 0,0 0 0,1 0 0,1 0 0,-5 16 0,8-24 0,1-1 0,-1 1 0,1-1 0,-1 0 0,1 1 0,0-1 0,0 1 0,0-1 0,1 1 0,-1-1 0,1 1 0,-1-1 0,1 1 0,0-1 0,-1 0 0,1 1 0,1-1 0,-1 0 0,0 0 0,0 0 0,1 0 0,-1 0 0,1 0 0,0 0 0,0 0 0,-1-1 0,1 1 0,0-1 0,0 1 0,1-1 0,-1 0 0,0 0 0,0 0 0,1 0 0,-1 0 0,4 1 0,1-1 0,0 1 0,0-1 0,0 0 0,0-1 0,0 1 0,0-1 0,1-1 0,-1 0 0,0 0 0,0 0 0,13-5 0,-12 3 0,0-1 0,0 0 0,0-1 0,0 0 0,-1 0 0,0-1 0,0 1 0,0-2 0,-1 1 0,0-1 0,0 0 0,5-8 0,4-10 0,-1 0 0,15-36 0,-22 46 0,-7 15 0,0 0 0,0 0 0,0 0 0,0 0 0,0-1 0,0 1 0,0 0 0,0 0 0,0 0 0,0 0 0,0 0 0,0 0 0,0 0 0,0 0 0,0 0 0,0-1 0,0 1 0,0 0 0,0 0 0,1 0 0,-1 0 0,0 0 0,0 0 0,0 0 0,0 0 0,0 0 0,0 0 0,0 0 0,0 0 0,0 0 0,0 0 0,1 0 0,-1 0 0,0 0 0,0 0 0,0 0 0,0 0 0,0 0 0,0 0 0,0 0 0,0 0 0,1 0 0,-1 0 0,0 0 0,0 0 0,0 0 0,0 0 0,0 0 0,0 0 0,0 0 0,0 0 0,1 0 0,-1 0 0,0 0 0,0 0 0,0 0 0,0 0 0,0 0 0,0 0 0,0 1 0,0-1 0,0 0 0,0 0 0,0 0 0,4 11 0,2 17 0,-3 5 78,0-6 40,10 45 1,-11-66-249,0 1 1,0-1 0,0 0 0,1 1 0,0-1-1,0 0 1,1-1 0,0 1 0,0 0 0,0-1-1,0 0 1,6 5 0,8 2-6697</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32.323"/>
    </inkml:context>
    <inkml:brush xml:id="br0">
      <inkml:brushProperty name="width" value="0.05" units="cm"/>
      <inkml:brushProperty name="height" value="0.05" units="cm"/>
      <inkml:brushProperty name="color" value="#FFFFFF"/>
    </inkml:brush>
  </inkml:definitions>
  <inkml:trace contextRef="#ctx0" brushRef="#br0">35 296 24575,'0'-29'0,"1"14"0,-1 0 0,-1 0 0,-3-20 0,-2 22 0,6 13 0,0 0 0,0 0 0,0 0 0,-1 0 0,1-1 0,0 1 0,0 0 0,0 0 0,-1 0 0,1 0 0,0 0 0,0 0 0,-1 0 0,1 1 0,0-1 0,0 0 0,0 0 0,-1 0 0,1 0 0,0 0 0,0 0 0,-1 0 0,1 0 0,0 0 0,0 1 0,0-1 0,0 0 0,-1 0 0,1 0 0,0 0 0,0 1 0,0-1 0,0 0 0,-2 2 0,1 1 0,-1-1 0,1 1 0,0-1 0,0 1 0,0-1 0,-1 6 0,-1 14 0,0 1 0,2-1 0,0 1 0,2-1 0,0 1 0,2 0 0,5 23 0,-1-15 0,2 0 0,1 0 0,1 0 0,21 37 0,-31-66 0,0 1 0,1 0 0,-1-1 0,0 1 0,1-1 0,0 1 0,0-1 0,-1 1 0,1-1 0,1 0 0,3 4 0,-5-6 0,-1 0 0,0 0 0,0 0 0,0 0 0,0 0 0,0 0 0,1 0 0,-1 0 0,0 0 0,0 0 0,0 0 0,0 0 0,0 0 0,1 0 0,-1 0 0,0 0 0,0 0 0,0 0 0,0 0 0,0 0 0,1 0 0,-1 0 0,0 0 0,0 0 0,0 0 0,0-1 0,0 1 0,0 0 0,1 0 0,-1 0 0,0 0 0,0 0 0,0 0 0,0 0 0,0 0 0,0-1 0,0 1 0,0 0 0,0 0 0,1 0 0,-1 0 0,0 0 0,0-1 0,0 1 0,0 0 0,0-12 0,-3-10 0,-33-90 0,23 75 0,-18-76 0,26 82 0,1 0 0,1 1 0,2-46 0,2 65 0,0 0 0,1 1 0,0-1 0,1 1 0,7-20 0,-7 25 0,-1 0 0,1-1 0,1 1 0,-1 0 0,1 0 0,-1 1 0,1-1 0,1 1 0,-1 0 0,1 0 0,7-5 0,-8 6 0,0 1 0,0 0 0,0 0 0,1 0 0,-1 0 0,0 1 0,1-1 0,0 1 0,-1 1 0,1-1 0,0 0 0,0 1 0,-1 0 0,8 1 0,-6 0 0,1 0 0,-1 1 0,0 0 0,1 0 0,-1 1 0,0 0 0,-1 0 0,1 0 0,8 6 0,-2 2 0,0 0 0,0 0 0,-1 1 0,0 1 0,-1 0 0,-1 0 0,14 24 0,-20-30 0,1 0 0,-1 0 0,0 0 0,-1 1 0,1-1 0,-2 1 0,1-1 0,-1 1 0,0 0 0,0 0 0,-1-1 0,-1 12 0,0-14 0,0 1 0,-1 0 0,1-1 0,-1 1 0,0-1 0,-1 0 0,1 0 0,-1 1 0,0-2 0,0 1 0,-1 0 0,1-1 0,-1 1 0,0-1 0,0 0 0,-1 0 0,-6 4 0,-2-1-124,0 0 0,0 0 0,-1-1 0,0-1 0,0 0 0,-1-1-1,1-1 1,-1 0 0,0-1 0,-16 1 0,-13 0-6702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33.965"/>
    </inkml:context>
    <inkml:brush xml:id="br0">
      <inkml:brushProperty name="width" value="0.05" units="cm"/>
      <inkml:brushProperty name="height" value="0.05" units="cm"/>
      <inkml:brushProperty name="color" value="#FFFFFF"/>
    </inkml:brush>
  </inkml:definitions>
  <inkml:trace contextRef="#ctx0" brushRef="#br0">47 86 24575,'0'-3'0,"0"0"0,1-1 0,-1 1 0,0 0 0,1 0 0,0 0 0,1-5 0,-1 7 0,-1 1 0,0-1 0,1 0 0,-1 1 0,1-1 0,-1 1 0,1-1 0,-1 1 0,1-1 0,-1 1 0,1-1 0,-1 1 0,1-1 0,0 1 0,-1 0 0,1-1 0,0 1 0,-1 0 0,1 0 0,0-1 0,-1 1 0,1 0 0,0 0 0,-1 0 0,1 0 0,0 0 0,0 0 0,-1 0 0,1 0 0,0 0 0,-1 0 0,1 1 0,0-1 0,-1 0 0,1 0 0,0 1 0,-1-1 0,1 0 0,0 1 0,0 0 0,0-1 0,0 0 0,-1 1 0,1-1 0,0 0 0,0 1 0,-1-1 0,1 1 0,-1-1 0,1 1 0,0-1 0,-1 1 0,1 0 0,-1-1 0,1 1 0,-1 0 0,1-1 0,-1 1 0,0 0 0,1-1 0,-1 2 0,0-1 0,0 0 0,0-1 0,0 1 0,0-1 0,0 1 0,0-1 0,-1 1 0,1 0 0,0-1 0,0 1 0,-1-1 0,1 1 0,0-1 0,-1 1 0,1-1 0,0 0 0,-1 1 0,1-1 0,-1 1 0,0 0 0,-2 0 0,1 1 0,0-1 0,-1 0 0,1 1 0,-1-1 0,0-1 0,1 1 0,-1 0 0,0 0 0,-3-1 0,3 0 0,0 0 0,1 0 0,-1 0 0,0-1 0,1 1 0,-1-1 0,0 0 0,1 0 0,-1 0 0,1 0 0,0 0 0,-1-1 0,1 1 0,0-1 0,0 1 0,-2-3 0,3 3 0,0 1 0,1-1 0,-1 0 0,0 0 0,1 0 0,-1 0 0,1 0 0,-1 0 0,1 0 0,0 0 0,-1 0 0,1 0 0,0 0 0,0 0 0,-1-1 0,1 1 0,0 0 0,0 0 0,0 0 0,1 0 0,-1 0 0,0 0 0,0 0 0,1 0 0,-1-1 0,0 1 0,1 0 0,-1 0 0,1 0 0,-1 0 0,1 1 0,0-1 0,-1 0 0,1 0 0,0 0 0,0 0 0,0 1 0,-1-1 0,1 0 0,1 0 0,2-2 34,0 0 1,0 0-1,1 0 0,-1 1 0,0 0 0,1 0 0,0 0 0,-1 0 0,10-1 1,-11 2-113,-1 1 0,1-1 1,-1 1-1,1 0 1,-1 0-1,0 0 1,1 0-1,-1 1 0,1-1 1,-1 1-1,1-1 1,-1 1-1,0 0 1,0 0-1,1 0 0,-1 0 1,0 0-1,0 0 1,0 1-1,0-1 1,3 4-1,4 6-6748</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34.276"/>
    </inkml:context>
    <inkml:brush xml:id="br0">
      <inkml:brushProperty name="width" value="0.05" units="cm"/>
      <inkml:brushProperty name="height" value="0.05" units="cm"/>
      <inkml:brushProperty name="color" value="#FFFFFF"/>
    </inkml:brush>
  </inkml:definitions>
  <inkml:trace contextRef="#ctx0" brushRef="#br0">228 100 24575,'1'-1'0,"0"0"0,0 0 0,0-1 0,0 1 0,0 0 0,0-1 0,-1 1 0,1-1 0,0 1 0,-1 0 0,1-1 0,-1 1 0,1-1 0,-1 0 0,0 1 0,0-1 0,0 1 0,0-1 0,0 1 0,0-1 0,0 0 0,-1-1 0,0 0 0,0 0 0,0 0 0,0 1 0,-1-1 0,1 0 0,-1 1 0,0 0 0,0-1 0,0 1 0,0 0 0,-3-3 0,1 2 0,0-1 0,0 1 0,0 0 0,-1 1 0,1-1 0,-1 1 0,1 0 0,-1 0 0,0 0 0,0 1 0,0 0 0,0 0 0,-10-1 0,10 3 0,-1 0 0,1 1 0,0-1 0,0 1 0,-1 1 0,1-1 0,1 1 0,-1 0 0,0 0 0,1 0 0,-1 0 0,1 1 0,0 0 0,0 0 0,1 0 0,-6 8 0,1-2 0,1 0 0,1 1 0,0 0 0,0 0 0,1 1 0,-5 15 0,8-18 0,-1 1 0,1-1 0,1 1 0,0 0 0,0 0 0,2 18 0,-1-25 0,0 0 0,1 0 0,-1 0 0,1 0 0,0 1 0,0-1 0,0 0 0,1 0 0,-1-1 0,1 1 0,-1 0 0,1 0 0,0-1 0,0 1 0,0-1 0,0 1 0,1-1 0,-1 0 0,1 0 0,-1 0 0,1 0 0,0-1 0,-1 1 0,6 1 0,3 0-273,0 0 0,0 0 0,1-1 0,17 0 0,10 0-6553</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34.759"/>
    </inkml:context>
    <inkml:brush xml:id="br0">
      <inkml:brushProperty name="width" value="0.05" units="cm"/>
      <inkml:brushProperty name="height" value="0.05" units="cm"/>
      <inkml:brushProperty name="color" value="#FFFFFF"/>
    </inkml:brush>
  </inkml:definitions>
  <inkml:trace contextRef="#ctx0" brushRef="#br0">212 434 24575,'-1'0'0,"0"0"0,1 0 0,-1-1 0,0 1 0,1 0 0,-1-1 0,0 1 0,1 0 0,-1-1 0,0 1 0,1-1 0,-1 1 0,1-1 0,-1 1 0,1-1 0,0 1 0,-1-1 0,1 0 0,-1 1 0,1-1 0,0 0 0,0 1 0,-1-1 0,1 0 0,0 1 0,0-1 0,0-1 0,-4-25 0,3 19 0,0 6 0,1-1 0,0 0 0,-1 1 0,0-1 0,0 0 0,1 1 0,-2 0 0,1-1 0,0 1 0,0-1 0,-1 1 0,1 0 0,-1 0 0,0 0 0,1 0 0,-5-3 0,5 4 0,-1 1 0,0-1 0,1 1 0,-1-1 0,0 1 0,1-1 0,-1 1 0,0 0 0,0 0 0,0 0 0,1 0 0,-1 0 0,0 0 0,0 1 0,1-1 0,-1 1 0,0-1 0,1 1 0,-1-1 0,0 1 0,1 0 0,-1 0 0,1 0 0,-1 0 0,-1 2 0,-10 6 0,2 0 0,-1 1 0,2 1 0,-1 0 0,-16 22 0,22-26 0,0 0 0,0 1 0,1 0 0,0-1 0,1 2 0,-1-1 0,2 0 0,-1 0 0,1 1 0,0 0 0,0 11 0,2-19 0,0 1 0,0-1 0,0 0 0,0 1 0,0-1 0,1 0 0,-1 0 0,0 1 0,1-1 0,-1 0 0,1 0 0,-1 0 0,1 1 0,0-1 0,0 0 0,-1 0 0,1 0 0,0 0 0,0 0 0,0-1 0,0 1 0,1 1 0,1 0 0,0-1 0,0 0 0,0 1 0,1-1 0,-1 0 0,0 0 0,0-1 0,6 1 0,4 0 0,-1-1 0,1 0 0,21-3 0,-20 0 0,0 0 0,1 0 0,-1-1 0,-1-1 0,1 0 0,-1-1 0,0 0 0,0-1 0,0-1 0,16-13 0,-20 13 0,0 0 0,-1-1 0,0 0 0,0 0 0,-1-1 0,0 0 0,-1 0 0,0-1 0,-1 1 0,0-1 0,-1-1 0,0 1 0,3-14 0,-2-2 0,0 0 0,-2-1 0,-1 1 0,-1-1 0,-2 1 0,0-1 0,-2 1 0,-1 0 0,-15-52 0,19 77 0,0 1 0,-1-1 0,1 1 0,-1-1 0,0 1 0,1-1 0,-1 1 0,0 0 0,0-1 0,0 1 0,0 0 0,0 0 0,0 0 0,0 0 0,0-1 0,0 1 0,-2-1 0,2 2 0,1 0 0,0 0 0,-1 0 0,1 0 0,0 0 0,-1 0 0,1 0 0,0 1 0,-1-1 0,1 0 0,0 0 0,-1 0 0,1 0 0,0 0 0,0 0 0,-1 1 0,1-1 0,0 0 0,0 0 0,-1 0 0,1 1 0,0-1 0,0 0 0,-1 0 0,1 1 0,0-1 0,0 0 0,0 1 0,-6 17 0,2 28 0,1 0 0,3 0 0,1 1 0,2-1 0,17 79 0,38 78-1365,-46-170-5461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35.226"/>
    </inkml:context>
    <inkml:brush xml:id="br0">
      <inkml:brushProperty name="width" value="0.05" units="cm"/>
      <inkml:brushProperty name="height" value="0.05" units="cm"/>
      <inkml:brushProperty name="color" value="#FFFFFF"/>
    </inkml:brush>
  </inkml:definitions>
  <inkml:trace contextRef="#ctx0" brushRef="#br0">227 124 24575,'2'-3'0,"0"0"0,0 0 0,0 0 0,-1 0 0,1-1 0,-1 1 0,0 0 0,0-1 0,0 1 0,0-1 0,0 0 0,0-4 0,-1 3 0,1-1 0,-1 0 0,0 1 0,0-1 0,-1 1 0,0-1 0,-1-6 0,1 10 0,0 0 0,0 1 0,0-1 0,-1 1 0,1-1 0,0 1 0,-1-1 0,1 1 0,0 0 0,-1 0 0,0 0 0,1 0 0,-1 0 0,0 0 0,1 0 0,-1 0 0,0 1 0,0-1 0,0 0 0,1 1 0,-1 0 0,0-1 0,0 1 0,0 0 0,0 0 0,0 0 0,0 1 0,0-1 0,-1 1 0,-10 0 0,1 1 0,0 1 0,-14 4 0,20-5 0,-6 2 0,0 0 0,1 0 0,-1 1 0,1 1 0,0 0 0,-14 11 0,22-16 0,1 1 0,0 0 0,0-1 0,0 1 0,0 0 0,0 0 0,1 0 0,-1 1 0,1-1 0,-1 0 0,1 1 0,0-1 0,0 1 0,0-1 0,0 1 0,0 0 0,1-1 0,-1 1 0,1 0 0,-1-1 0,1 1 0,0 0 0,0 0 0,1-1 0,-1 1 0,0 0 0,1-1 0,0 1 0,-1 0 0,1-1 0,0 1 0,0-1 0,1 1 0,-1-1 0,3 4 0,2 3 0,2 1 0,-1-1 0,1 0 0,0-1 0,1 0 0,0 0 0,14 9 0,77 40 0,-27-17 0,-71-39 0,0 0 0,0 0 0,0 1 0,0-1 0,0 0 0,-1 1 0,1-1 0,0 1 0,-1 0 0,0 0 0,1-1 0,-1 1 0,2 3 0,-3-4 0,0 0 0,0-1 0,0 1 0,0-1 0,0 1 0,0 0 0,0-1 0,0 1 0,0-1 0,0 1 0,0-1 0,0 1 0,-1 0 0,1-1 0,0 1 0,0-1 0,-1 1 0,1-1 0,0 1 0,-1 0 0,-17 10 0,-2-4-115,-1-1 0,0-1 1,0-1-1,-30 2 0,33-4-676,-48 6-6035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40.072"/>
    </inkml:context>
    <inkml:brush xml:id="br0">
      <inkml:brushProperty name="width" value="0.05" units="cm"/>
      <inkml:brushProperty name="height" value="0.05" units="cm"/>
      <inkml:brushProperty name="color" value="#FFFFFF"/>
    </inkml:brush>
  </inkml:definitions>
  <inkml:trace contextRef="#ctx0" brushRef="#br0">0 298 24575,'0'1'0,"1"-1"0,-1 1 0,1 0 0,-1-1 0,0 1 0,1-1 0,-1 1 0,1-1 0,0 1 0,-1-1 0,1 1 0,-1-1 0,1 0 0,0 1 0,-1-1 0,1 0 0,0 0 0,-1 1 0,1-1 0,0 0 0,-1 0 0,1 0 0,0 0 0,0 0 0,-1 0 0,1 0 0,0 0 0,-1 0 0,1 0 0,0 0 0,-1 0 0,1-1 0,0 1 0,0-1 0,3 1 0,-1 0 0,0-1 0,1 0 0,-1 0 0,0 0 0,5-3 0,24-20 0,69-40 0,-29 30 0,1 3 0,1 3 0,2 3 0,110-20 0,-74 26 0,0 5 0,172 1 0,58 15 0,-408 12 0,-23-9-1365,71-5-5461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40.863"/>
    </inkml:context>
    <inkml:brush xml:id="br0">
      <inkml:brushProperty name="width" value="0.05" units="cm"/>
      <inkml:brushProperty name="height" value="0.05" units="cm"/>
      <inkml:brushProperty name="color" value="#FFFFFF"/>
    </inkml:brush>
  </inkml:definitions>
  <inkml:trace contextRef="#ctx0" brushRef="#br0">67 164 24575,'23'-4'0,"-21"3"0,0 0 0,1 1 0,-1-1 0,0 1 0,0-1 0,1 1 0,-1 0 0,0 0 0,5 1 0,-7-1 0,0 0 0,1 0 0,-1 0 0,0 0 0,0 1 0,1-1 0,-1 0 0,0 0 0,0 0 0,1 1 0,-1-1 0,0 0 0,0 0 0,0 1 0,0-1 0,1 0 0,-1 1 0,0-1 0,0 0 0,0 1 0,0-1 0,0 0 0,0 1 0,0-1 0,0 0 0,0 0 0,0 1 0,0 0 0,-6 18 0,-17 26 0,4-8 0,1 1 0,2 0 0,-11 42 0,24-69 0,0 0 0,1 0 0,0 0 0,1 0 0,1 0 0,-1 0 0,2 1 0,0-1 0,0 0 0,1 0 0,0 0 0,1 0 0,0 0 0,1-1 0,0 1 0,7 12 0,-7-17 0,0 1 0,1-1 0,0 0 0,0 0 0,1 0 0,0 0 0,0-1 0,0 0 0,0-1 0,1 1 0,9 4 0,-5-4 0,0-1 0,0 0 0,1 0 0,-1-1 0,1-1 0,23 3 0,-12-4 0,0-2 0,1 0 0,-1-1 0,0-1 0,1-2 0,-2 0 0,28-10 0,-33 9 0,0-1 0,-1-1 0,0 0 0,0-1 0,-1-1 0,0-1 0,0 0 0,-1-1 0,-1 0 0,0-1 0,-1 0 0,0-1 0,11-17 0,-15 17 0,0 0 0,-1-1 0,0 1 0,-1-1 0,-1-1 0,0 1 0,-1-1 0,-1 1 0,0-1 0,-2 0 0,1-1 0,-2 1 0,0 0 0,-1 0 0,-3-17 0,1 18 0,0-1 0,-1 1 0,-1 0 0,0 0 0,-1 1 0,-1 0 0,0 0 0,-1 0 0,-14-18 0,16 24 0,-1 0 0,0 1 0,0-1 0,-1 2 0,0-1 0,-1 1 0,1 0 0,-1 0 0,0 1 0,-1 1 0,1-1 0,-1 1 0,0 1 0,0 0 0,-11-2 0,7 3 27,0 1-1,1 0 0,-1 1 0,0 1 1,0 0-1,1 1 0,-1 0 0,1 1 1,0 1-1,-1 0 0,2 1 0,-14 6 1,12-4-183,0 1 1,0 0 0,1 1 0,0 1 0,1 0 0,0 0 0,0 2-1,1-1 1,1 1 0,-10 14 0,8-6-6671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41.567"/>
    </inkml:context>
    <inkml:brush xml:id="br0">
      <inkml:brushProperty name="width" value="0.05" units="cm"/>
      <inkml:brushProperty name="height" value="0.05" units="cm"/>
      <inkml:brushProperty name="color" value="#FFFFFF"/>
    </inkml:brush>
  </inkml:definitions>
  <inkml:trace contextRef="#ctx0" brushRef="#br0">7 143 24575,'-3'-20'0,"2"19"0,0-1 0,1 0 0,-1 1 0,1-1 0,0 0 0,0 0 0,0 0 0,0 1 0,0-1 0,0 0 0,0 0 0,0 1 0,1-1 0,-1 0 0,2-2 0,0-1 0,1 1 0,0-1 0,0 1 0,0 0 0,1 0 0,0 0 0,-1 0 0,1 1 0,1-1 0,-1 1 0,0 0 0,1 0 0,-1 1 0,1-1 0,0 1 0,9-2 0,4-2 0,1 0 0,0 2 0,24-2 0,4 0 0,1 3 0,-1 2 0,1 2 0,0 2 0,-1 2 0,52 13 0,-73-12 0,0 1 0,0 1 0,-1 2 0,0 1 0,0 0 0,-1 2 0,-1 1 0,0 1 0,-1 0 0,-1 2 0,0 1 0,21 23 0,-18-11 0,-1 0 0,-1 2 0,-1 0 0,-2 2 0,-2 0 0,-1 1 0,-1 0 0,-2 1 0,-2 1 0,-1 0 0,-2 0 0,6 67 0,-14-98-136,0 1-1,0-1 1,0 0-1,-1 0 1,1 0-1,-1 0 1,-1 0-1,1 0 0,-4 6 1,-2 3-6690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41.986"/>
    </inkml:context>
    <inkml:brush xml:id="br0">
      <inkml:brushProperty name="width" value="0.05" units="cm"/>
      <inkml:brushProperty name="height" value="0.05" units="cm"/>
      <inkml:brushProperty name="color" value="#FFFFFF"/>
    </inkml:brush>
  </inkml:definitions>
  <inkml:trace contextRef="#ctx0" brushRef="#br0">0 5 24575,'5'2'0,"0"-1"0,-1 1 0,1 0 0,-1 0 0,0 1 0,0-1 0,6 5 0,34 26 0,13 26 0,-42-41 0,2-1 0,27 23 0,-37-35 0,0 0 0,0-1 0,0 0 0,1 0 0,-1 0 0,1-1 0,0 0 0,0-1 0,1 0 0,15 2 0,-17-3 0,0-1 0,0 0 0,0 0 0,0-1 0,0 0 0,0 0 0,0 0 0,0-1 0,0 0 0,0-1 0,-1 1 0,1-1 0,-1 0 0,0-1 0,0 0 0,0 0 0,0 0 0,-1-1 0,0 1 0,7-9 0,-6 6 0,-1 0 0,0-1 0,0 1 0,-1-1 0,0 0 0,0-1 0,-1 1 0,0 0 0,-1-1 0,0 0 0,0 0 0,-1 1 0,0-1 0,0 0 0,-2-16 0,1 23 17,0 1-1,0 0 0,0-1 0,0 1 1,0-1-1,-1 1 0,1 0 0,-1 0 1,1-1-1,-1 1 0,1 0 0,-1 0 1,0-1-1,0 1 0,1 0 0,-1 0 1,0 0-1,0 0 0,0 0 0,-2-1 1,2 2-69,0-1 0,1 1 0,-1 0 1,0 0-1,0 0 0,0 0 1,0 0-1,0 0 0,0 0 0,0 0 1,1 0-1,-1 0 0,0 1 1,0-1-1,0 0 0,0 1 0,1-1 1,-1 0-1,0 1 0,0-1 1,1 1-1,-1-1 0,0 1 0,0 0 1,1-1-1,-1 1 0,1 0 1,-1-1-1,1 1 0,-1 0 0,1 0 1,-1 0-1,-7 12-6774</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42.487"/>
    </inkml:context>
    <inkml:brush xml:id="br0">
      <inkml:brushProperty name="width" value="0.05" units="cm"/>
      <inkml:brushProperty name="height" value="0.05" units="cm"/>
      <inkml:brushProperty name="color" value="#FFFFFF"/>
    </inkml:brush>
  </inkml:definitions>
  <inkml:trace contextRef="#ctx0" brushRef="#br0">1050 9 24575,'0'0'0,"0"-1"0,0 1 0,-1 0 0,1 0 0,0 0 0,0 0 0,0 0 0,0 0 0,0-1 0,0 1 0,0 0 0,0 0 0,0 0 0,0 0 0,0 0 0,0 0 0,0 0 0,-1-1 0,1 1 0,0 0 0,0 0 0,0 0 0,0 0 0,0 0 0,0 0 0,0 0 0,-1 0 0,1 0 0,0 0 0,0 0 0,0 0 0,0 0 0,0 0 0,0 0 0,-1 0 0,1 0 0,0 0 0,0 0 0,0 0 0,0 0 0,0 0 0,0 0 0,-1 0 0,1 0 0,0 0 0,0 0 0,-11 5 0,-8 7 0,-55 62 0,-9 6 0,53-57 0,-1-2 0,-1-2 0,-1 0 0,-1-3 0,0 0 0,-1-3 0,0 0 0,-1-3 0,-1 0 0,0-3 0,0-1 0,-68 2 0,84-8 0,1 0 0,-1-2 0,0 0 0,1-2 0,0 0 0,0-1 0,-24-10 0,35 12 0,0-1 0,0-1 0,0 0 0,1 0 0,0 0 0,0-1 0,0 0 0,1-1 0,0 0 0,0 0 0,1 0 0,-1-1 0,2 0 0,-1 0 0,1-1 0,0 0 0,-3-10 0,3 5 0,0-2 0,1 1 0,1 0 0,-2-19 0,4 27 0,1 0 0,0 0 0,0-1 0,0 1 0,1 0 0,0 0 0,0 0 0,1 1 0,0-1 0,0 0 0,5-10 0,-7 17 5,0-1 0,0 1 0,1-1 0,-1 1 0,0-1 0,0 1 0,0 0 0,1-1 0,-1 1 0,0-1 0,1 1 0,-1 0 1,0-1-1,1 1 0,-1 0 0,0-1 0,1 1 0,-1 0 0,1-1 0,-1 1 0,0 0 0,1 0 0,-1 0 0,1-1 0,-1 1 0,1 0 0,-1 0 0,1 0 0,-1 0 0,1 0 0,-1 0 0,1 0 0,0 0 0,-1 1 6,1-1 1,0 1-1,-1 0 0,1 0 1,0 0-1,-1 0 1,1 0-1,-1-1 0,0 1 1,1 0-1,-1 0 0,0 0 1,1 0-1,-1 2 1,5 35-1719,-5-21-5119</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42.922"/>
    </inkml:context>
    <inkml:brush xml:id="br0">
      <inkml:brushProperty name="width" value="0.05" units="cm"/>
      <inkml:brushProperty name="height" value="0.05" units="cm"/>
      <inkml:brushProperty name="color" value="#FFFFFF"/>
    </inkml:brush>
  </inkml:definitions>
  <inkml:trace contextRef="#ctx0" brushRef="#br0">169 12 24575,'29'-6'0,"-26"5"0,0 0 0,0 0 0,0 0 0,1 1 0,-1-1 0,0 1 0,0 0 0,1 0 0,3 1 0,-7-1 0,1 0 0,-1 0 0,0 0 0,0 0 0,1 0 0,-1 0 0,0 0 0,0 0 0,0 1 0,1-1 0,-1 0 0,0 0 0,0 0 0,0 0 0,0 1 0,0-1 0,1 0 0,-1 0 0,0 0 0,0 1 0,0-1 0,0 0 0,0 0 0,0 0 0,0 1 0,0-1 0,0 0 0,0 0 0,0 1 0,0-1 0,0 0 0,0 0 0,0 1 0,0-1 0,0 0 0,0 1 0,-6 10 0,-14 11 0,19-20 0,-27 25 0,-1-1 0,-1-2 0,-60 38 0,65-54 0,17-11 0,8 3 0,-1-1 0,1 0 0,0 1 0,0-1 0,0 1 0,0-1 0,0 0 0,0 1 0,0-1 0,0 1 0,0-1 0,0 0 0,1 1 0,-1-1 0,0 1 0,0-1 0,1 1 0,-1-1 0,1 0 0,2-6 0,2 1 0,-1-1 0,1 1 0,0 0 0,0 1 0,1-1 0,0 1 0,0 0 0,0 0 0,0 1 0,12-6 0,-4 3 0,-1 0 0,1 1 0,1 1 0,-1 0 0,17-3 0,-27 7 0,-1 0 0,1 0 0,0 0 0,0 1 0,0 0 0,0-1 0,-1 2 0,1-1 0,0 0 0,0 1 0,0-1 0,0 1 0,-1 0 0,1 0 0,0 1 0,-1-1 0,1 1 0,-1 0 0,1 0 0,-1 0 0,0 0 0,0 0 0,0 1 0,0 0 0,0-1 0,-1 1 0,1 0 0,-1 0 0,0 1 0,0-1 0,3 5 0,15 29 254,22 33-1873,-31-54-5207</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43.813"/>
    </inkml:context>
    <inkml:brush xml:id="br0">
      <inkml:brushProperty name="width" value="0.05" units="cm"/>
      <inkml:brushProperty name="height" value="0.05" units="cm"/>
      <inkml:brushProperty name="color" value="#FFFFFF"/>
    </inkml:brush>
  </inkml:definitions>
  <inkml:trace contextRef="#ctx0" brushRef="#br0">1 252 24575,'0'5'0,"1"0"0,0 0 0,0 0 0,1 0 0,-1 0 0,1 0 0,0-1 0,0 1 0,5 6 0,0 1 0,1-1 0,13 14 0,-10-14 0,1 0 0,0-1 0,0-1 0,1 0 0,0-1 0,1 0 0,0-1 0,0 0 0,1-2 0,-1 1 0,30 5 0,0-3 0,0-1 0,86 0 0,-19-9 0,0-5 0,-1-5 0,0-4 0,-1-6 0,175-57 0,-225 58 0,-1-2 0,80-45 0,-108 51 0,-1-2 0,-1-1 0,-1-2 0,-1 0 0,0-2 0,22-27 0,-35 29 0,-11 19 0,-1 0 0,1 0 0,0 0 0,0 0 0,0 0 0,0 0 0,1 1 0,-1-1 0,5-3 0,-7 6 0,0 0 0,1 0 0,-1 0 0,0 0 0,0 1 0,1-1 0,-1 0 0,0 0 0,1 0 0,-1 0 0,0 0 0,0 0 0,1 1 0,-1-1 0,0 0 0,0 0 0,0 0 0,1 1 0,-1-1 0,0 0 0,0 0 0,0 0 0,0 1 0,1-1 0,-1 0 0,0 1 0,0-1 0,0 0 0,0 0 0,0 1 0,0-1 0,0 0 0,0 0 0,0 1 0,0-1 0,0 0 0,0 1 0,0-1 0,0 1 0,1 12 0,-2-9-76,1-1 1,-1 1-1,0-1 0,0 1 0,0-1 0,0 0 0,0 1 0,-1-1 1,0 0-1,0 0 0,1 0 0,-2 0 0,1 0 0,0 0 1,-1-1-1,1 1 0,-6 3 0,-5 3-6750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44.187"/>
    </inkml:context>
    <inkml:brush xml:id="br0">
      <inkml:brushProperty name="width" value="0.05" units="cm"/>
      <inkml:brushProperty name="height" value="0.05" units="cm"/>
      <inkml:brushProperty name="color" value="#FFFFFF"/>
    </inkml:brush>
  </inkml:definitions>
  <inkml:trace contextRef="#ctx0" brushRef="#br0">33 36 24575,'-2'0'0,"0"0"0,0 0 0,0 0 0,0 0 0,0-1 0,0 1 0,-1-1 0,1 0 0,0 1 0,1-1 0,-1 0 0,0 0 0,0 0 0,-2-2 0,4 2 0,0 1 0,0 0 0,0 0 0,0-1 0,0 1 0,0 0 0,1 0 0,-1-1 0,0 1 0,0 0 0,0 0 0,0 0 0,0-1 0,1 1 0,-1 0 0,0 0 0,0 0 0,0-1 0,1 1 0,-1 0 0,0 0 0,0 0 0,1 0 0,-1 0 0,0 0 0,0 0 0,1-1 0,-1 1 0,0 0 0,0 0 0,1 0 0,-1 0 0,0 0 0,1 0 0,-1 0 0,0 0 0,0 0 0,1 1 0,-1-1 0,14-2 0,73-6 0,-42 2 0,68 2 0,-108 4 0,0 0 0,0 1 0,-1 0 0,1 0 0,0 0 0,0 0 0,-1 1 0,1 0 0,-1 0 0,0 0 0,1 0 0,-1 1 0,0 0 0,0-1 0,4 6 0,-3-3 0,-1 0 0,0 1 0,0 0 0,0 0 0,0 0 0,-1 0 0,0 0 0,0 1 0,2 9 0,1 11 0,-2 0 0,0 0 0,-2 0 0,-1 35 0,-1-54 0,1 3-136,-1 0-1,-1 0 1,0 0-1,0 0 1,-1 0-1,0-1 1,-1 1-1,0-1 0,-9 20 1,-3-7-6690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46.534"/>
    </inkml:context>
    <inkml:brush xml:id="br0">
      <inkml:brushProperty name="width" value="0.05" units="cm"/>
      <inkml:brushProperty name="height" value="0.05" units="cm"/>
      <inkml:brushProperty name="color" value="#FFFFFF"/>
    </inkml:brush>
  </inkml:definitions>
  <inkml:trace contextRef="#ctx0" brushRef="#br0">2 19 24575,'-1'0'0,"1"-1"0,0 0 0,0 1 0,0-1 0,0 1 0,0-1 0,0 0 0,0 1 0,0-1 0,0 1 0,0-1 0,0 0 0,0 1 0,1-1 0,-1 1 0,0-1 0,0 0 0,1 1 0,-1-1 0,0 1 0,1-1 0,-1 1 0,0-1 0,1 1 0,-1 0 0,1-1 0,-1 1 0,1-1 0,-1 1 0,1 0 0,-1-1 0,1 1 0,-1 0 0,1 0 0,-1-1 0,1 1 0,0 0 0,-1 0 0,1 0 0,-1 0 0,1 0 0,0 0 0,-1 0 0,1 0 0,-1 0 0,1 0 0,0 0 0,0 0 0,1 1 0,0 0 0,0 0 0,0 0 0,0 0 0,-1 0 0,1 0 0,0 0 0,-1 0 0,1 1 0,-1-1 0,0 1 0,1-1 0,-1 1 0,2 2 0,2 8 0,0-1 0,0 1 0,-1 1 0,5 23 0,3 56 0,-9-72 0,9 120-273,-5 1 0,-6 0 0,-7-1 0,-26 157 0,20-227-6553</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46.894"/>
    </inkml:context>
    <inkml:brush xml:id="br0">
      <inkml:brushProperty name="width" value="0.05" units="cm"/>
      <inkml:brushProperty name="height" value="0.05" units="cm"/>
      <inkml:brushProperty name="color" value="#FFFFFF"/>
    </inkml:brush>
  </inkml:definitions>
  <inkml:trace contextRef="#ctx0" brushRef="#br0">0 1 24575,'1'3'0,"-1"0"0,1 0 0,0 0 0,0 0 0,0 0 0,0 0 0,1-1 0,-1 1 0,1 0 0,0-1 0,-1 1 0,1-1 0,1 1 0,-1-1 0,0 0 0,0 0 0,1 0 0,-1 0 0,1 0 0,3 1 0,6 4 0,0 0 0,0-1 0,16 5 0,-5-2 0,1-1 0,40 7 0,-57-14 0,0 1 0,0-2 0,0 1 0,1-1 0,-1 0 0,0-1 0,0 0 0,0 0 0,0 0 0,-1-1 0,1 0 0,0 0 0,-1-1 0,9-4 0,-14 7-59,1-1 0,-1 0-1,0 0 1,1 0-1,-1 0 1,0 0 0,0 0-1,0-1 1,0 1 0,0 0-1,0 0 1,0-1 0,-1 1-1,1-1 1,0 1-1,-1-1 1,1 1 0,-1-1-1,1 1 1,-1-1 0,0 1-1,0-3 1,-1-5-6767</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48.963"/>
    </inkml:context>
    <inkml:brush xml:id="br0">
      <inkml:brushProperty name="width" value="0.05" units="cm"/>
      <inkml:brushProperty name="height" value="0.05" units="cm"/>
      <inkml:brushProperty name="color" value="#FFFFFF"/>
    </inkml:brush>
  </inkml:definitions>
  <inkml:trace contextRef="#ctx0" brushRef="#br0">391 31 24575,'0'-2'0,"0"1"0,0 0 0,0 0 0,0 0 0,-1 0 0,1 0 0,0 0 0,0-1 0,-1 1 0,1 0 0,-1 0 0,1 0 0,-1 0 0,1 0 0,-1 0 0,0 0 0,1 1 0,-1-1 0,0 0 0,0 0 0,0 0 0,0 1 0,1-1 0,-1 0 0,0 1 0,-2-1 0,0 0 0,1 0 0,-1 0 0,0 0 0,-1 1 0,1-1 0,0 1 0,0 0 0,0 0 0,-5 1 0,-7 1 0,1 1 0,0 1 0,-15 5 0,5 0 0,0 0 0,1 2 0,1 0 0,0 2 0,0 0 0,-35 29 0,50-35 0,-1 1 0,2-1 0,-1 1 0,1 0 0,0 1 0,0-1 0,1 1 0,-6 15 0,8-17 0,1 0 0,0 0 0,0 0 0,1 0 0,0 0 0,1 1 0,-1-1 0,1 0 0,1 1 0,-1-1 0,1 0 0,1 0 0,2 9 0,-2-9 17,1 0-1,-1-1 0,2 1 0,-1-1 1,1 0-1,0 0 0,0 0 0,1 0 1,0-1-1,0 0 0,0 0 0,1 0 1,-1 0-1,1-1 0,0 0 0,0 0 1,1-1-1,-1 0 0,1 0 0,13 4 1,-6-3-188,0-1 0,-1 0 1,1-1-1,0-1 0,0 0 1,0 0-1,0-2 0,0 0 1,27-5-1,1-6-6655</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49.525"/>
    </inkml:context>
    <inkml:brush xml:id="br0">
      <inkml:brushProperty name="width" value="0.05" units="cm"/>
      <inkml:brushProperty name="height" value="0.05" units="cm"/>
      <inkml:brushProperty name="color" value="#FFFFFF"/>
    </inkml:brush>
  </inkml:definitions>
  <inkml:trace contextRef="#ctx0" brushRef="#br0">247 408 24575,'1'1'0,"1"0"0,-1 1 0,0-1 0,1-1 0,-1 1 0,1 0 0,-1 0 0,1 0 0,-1-1 0,1 1 0,-1-1 0,1 1 0,0-1 0,-1 0 0,1 0 0,0 1 0,-1-1 0,4-1 0,-1 1 0,-1-1 0,1 0 0,-1 0 0,1 0 0,-1 0 0,1-1 0,-1 1 0,5-4 0,-2 1 0,0 0 0,0-1 0,0 0 0,-1 0 0,1 0 0,-1-1 0,8-11 0,-11 15 0,-1-1 0,0 1 0,0 0 0,1 0 0,-1-1 0,-1 1 0,1 0 0,0-1 0,-1 1 0,1-1 0,-1 1 0,1-1 0,-1 1 0,0-1 0,0 1 0,-1-1 0,1 1 0,0-1 0,-2-3 0,1 3 0,-1 0 0,0 0 0,0 0 0,-1 0 0,1 0 0,0 0 0,-1 0 0,0 1 0,0-1 0,1 1 0,-1 0 0,-6-3 0,2 1 0,-1 0 0,0 1 0,0-1 0,1 2 0,-2-1 0,1 1 0,0 1 0,0-1 0,-1 1 0,1 1 0,-16 0 0,11 1 0,1 0 0,0 1 0,0 1 0,0 0 0,0 1 0,0 0 0,0 0 0,-11 8 0,15-8 0,0 1 0,0 0 0,0 1 0,0 0 0,1 0 0,0 1 0,0 0 0,1 0 0,0 0 0,-8 13 0,11-14 0,0-1 0,0 1 0,1 0 0,0 0 0,0 1 0,0-1 0,1 0 0,0 1 0,0-1 0,1 0 0,0 1 0,0-1 0,0 1 0,1-1 0,-1 1 0,4 8 0,-3-11 0,0 0 0,0 0 0,1 0 0,-1 0 0,1 0 0,0 0 0,1-1 0,-1 1 0,0-1 0,1 1 0,0-1 0,0 0 0,0 0 0,0 0 0,0-1 0,7 5 0,-4-4 0,-1-1 0,1 0 0,-1 0 0,1 0 0,0-1 0,-1 0 0,1 0 0,0 0 0,0-1 0,0 0 0,6 0 0,3-2 0,0 0 0,0-1 0,0-1 0,-1 0 0,1-1 0,-1-1 0,0 0 0,20-12 0,-22 10 0,-1-1 0,0 0 0,0-1 0,-1 0 0,0-1 0,0 1 0,-2-2 0,1 0 0,-1 0 0,-1 0 0,0-1 0,-1 0 0,-1 0 0,7-22 0,-4 5 0,-1 0 0,-2 0 0,-1-1 0,-1 0 0,-3-54 0,0 83 0,-4-35 0,4 35 0,0 0 0,0 0 0,-1 0 0,1 0 0,-1 0 0,0 0 0,0 1 0,1-1 0,-1 0 0,0 1 0,-1-1 0,1 0 0,0 1 0,0 0 0,-3-3 0,3 4 0,1-1 0,-1 1 0,0 0 0,1 0 0,-1 0 0,0 0 0,1 0 0,-1 0 0,0 0 0,1 0 0,-1 1 0,1-1 0,-1 0 0,0 0 0,1 0 0,-1 1 0,1-1 0,-1 0 0,0 1 0,1-1 0,-1 1 0,1-1 0,-1 0 0,1 1 0,0-1 0,-1 1 0,1-1 0,-1 1 0,1-1 0,0 1 0,-1 0 0,1-1 0,0 1 0,0-1 0,-1 2 0,-10 24 0,11-25 0,-8 29 0,2 0 0,1 1 0,1 0 0,1 0 0,2 0 0,1 0 0,5 33 0,-2-39-341,1 1 0,1-1-1,15 42 1,-7-32-6485</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49.974"/>
    </inkml:context>
    <inkml:brush xml:id="br0">
      <inkml:brushProperty name="width" value="0.05" units="cm"/>
      <inkml:brushProperty name="height" value="0.05" units="cm"/>
      <inkml:brushProperty name="color" value="#FFFFFF"/>
    </inkml:brush>
  </inkml:definitions>
  <inkml:trace contextRef="#ctx0" brushRef="#br0">376 107 24575,'3'-3'0,"0"0"0,-1 0 0,0 0 0,1 0 0,-1 0 0,0-1 0,-1 1 0,1-1 0,0 1 0,-1-1 0,0 0 0,0 1 0,1-8 0,-2 9 0,0 1 0,0-1 0,0 0 0,0 0 0,0 0 0,0 1 0,0-1 0,-1 0 0,1 0 0,-1 1 0,1-1 0,-1 0 0,0 1 0,0-1 0,0 1 0,0-1 0,0 1 0,0-1 0,0 1 0,0-1 0,0 1 0,-1 0 0,1 0 0,-1 0 0,1 0 0,-1 0 0,1 0 0,-1 0 0,1 0 0,-1 1 0,-2-2 0,-6 0 0,1 0 0,-1 1 0,0 0 0,0 0 0,0 1 0,0 0 0,0 1 0,0 0 0,1 1 0,-1 0 0,0 0 0,1 1 0,-1 1 0,1-1 0,0 1 0,0 1 0,1 0 0,-1 0 0,1 1 0,0-1 0,0 2 0,1-1 0,0 1 0,0 1 0,-6 7 0,12-13 0,-1 1 0,0-1 0,1 1 0,0-1 0,0 1 0,0-1 0,0 1 0,0 0 0,0 0 0,1-1 0,-1 1 0,1 0 0,0 0 0,0 0 0,0-1 0,0 1 0,0 0 0,1 0 0,-1 0 0,1 0 0,0-1 0,0 1 0,1 4 0,1-3 0,0 0 0,0 0 0,1 0 0,-1 0 0,1-1 0,-1 0 0,1 1 0,0-1 0,1-1 0,-1 1 0,0 0 0,9 2 0,17 7 0,0-2 0,41 9 0,-40-12 0,-1 2 0,43 17 0,-70-25 0,0 1 0,1-1 0,-1 1 0,0 0 0,0 0 0,-1 0 0,1 0 0,0 1 0,-1-1 0,1 1 0,-1 0 0,3 3 0,-5-5 0,1 1 0,-1-1 0,0 0 0,1 1 0,-1-1 0,0 0 0,0 1 0,0-1 0,0 0 0,0 1 0,0-1 0,0 0 0,-1 1 0,1-1 0,0 0 0,-1 1 0,1-1 0,-1 0 0,1 0 0,-1 1 0,0-1 0,1 0 0,-1 0 0,0 0 0,0 0 0,0 0 0,0 0 0,0 0 0,0 0 0,0-1 0,0 1 0,0 0 0,0 0 0,-3 0 0,-6 5 0,-1 0 0,0 0 0,-1-1 0,1-1 0,-1 0 0,-24 5 0,-77 5 0,102-13 0,-19 1 171,-57-2 0,77-1-342,0 0 0,0 0 1,0-1-1,0-1 0,0 0 1,1 0-1,-1-1 0,1 0 1,-12-7-1,4-1-6655</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51.087"/>
    </inkml:context>
    <inkml:brush xml:id="br0">
      <inkml:brushProperty name="width" value="0.05" units="cm"/>
      <inkml:brushProperty name="height" value="0.05" units="cm"/>
      <inkml:brushProperty name="color" value="#FFFFFF"/>
    </inkml:brush>
  </inkml:definitions>
  <inkml:trace contextRef="#ctx0" brushRef="#br0">1 104 24575,'0'-8'0,"2"0"0,-1 1 0,1-1 0,0 1 0,0-1 0,6-11 0,6-18 0,-14 37 0,0 0 0,0 0 0,0 0 0,0 0 0,0 0 0,0 0 0,0 0 0,0 0 0,1 0 0,-1 0 0,0 0 0,0 0 0,0 0 0,0 0 0,0 0 0,0 0 0,0 0 0,0 0 0,0 0 0,0 0 0,0 0 0,0 0 0,0 0 0,0 0 0,1 0 0,-1-1 0,0 1 0,0 0 0,0 0 0,0 0 0,0 0 0,0 0 0,0 0 0,0 0 0,0 0 0,0 0 0,0 0 0,0 0 0,0 0 0,2 15 0,0 40 0,0-12 0,12 431 0,-15-469 0,1 4 0,0 1 0,0 0 0,1-1 0,0 1 0,1-1 0,5 19 0,-5-27 0,0-8 0,0-10 0,-1-6 0,1 0 0,1 1 0,0-1 0,2 1 0,12-35 0,-15 50 0,2-1 0,-1 1 0,1 1 0,0-1 0,0 0 0,1 1 0,0 0 0,0 0 0,0 1 0,1-1 0,0 1 0,0 0 0,0 1 0,0-1 0,1 1 0,0 0 0,0 1 0,0 0 0,0 0 0,10-2 0,-10 3 0,-1 1 0,1 0 0,0 1 0,0 0 0,0 0 0,0 0 0,0 1 0,0 0 0,-1 0 0,1 0 0,0 1 0,-1 0 0,1 1 0,-1-1 0,1 1 0,-1 0 0,0 1 0,-1 0 0,1 0 0,0 0 0,6 7 0,-7-6 0,-1-1 0,0 1 0,0 0 0,0 0 0,-1 0 0,1 0 0,-1 1 0,-1-1 0,1 1 0,-1 0 0,0 0 0,0 0 0,0 0 0,-1 0 0,0 0 0,0 0 0,-1 0 0,0 1 0,0-1 0,0 0 0,-1 0 0,0 0 0,-3 12 0,2-13 18,0 1 0,-1-1 0,0 0 0,0 0 0,-1 0 0,1-1 0,-1 1 0,0-1 0,0 0 0,0 0 0,-1 0 0,1 0 0,-1-1 0,0 0 0,0 0 0,0 0 0,-1 0 0,-5 1 0,0 0-232,-1 0 1,1-1 0,-1 0-1,0-1 1,1 0 0,-1-1-1,-23-1 1,8-3-6613</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51.678"/>
    </inkml:context>
    <inkml:brush xml:id="br0">
      <inkml:brushProperty name="width" value="0.05" units="cm"/>
      <inkml:brushProperty name="height" value="0.05" units="cm"/>
      <inkml:brushProperty name="color" value="#FFFFFF"/>
    </inkml:brush>
  </inkml:definitions>
  <inkml:trace contextRef="#ctx0" brushRef="#br0">1 12 24575,'0'21'0,"2"0"0,0-1 0,1 1 0,1-1 0,9 25 0,-10-33 0,1-1 0,1-1 0,0 1 0,0-1 0,1 0 0,0 0 0,1 0 0,0-1 0,1 0 0,15 14 0,-20-20 0,1-1 0,-1 1 0,1-1 0,0 1 0,0-1 0,0 0 0,0-1 0,0 1 0,0-1 0,1 0 0,-1 0 0,0 0 0,1 0 0,-1-1 0,0 1 0,1-1 0,-1-1 0,1 1 0,-1 0 0,1-1 0,-1 0 0,0 0 0,0 0 0,5-3 0,-4 2 0,0-1 0,0 0 0,0-1 0,0 1 0,-1-1 0,1 0 0,-1 0 0,0 0 0,0-1 0,0 1 0,-1-1 0,0 0 0,0 0 0,0 0 0,0 0 0,-1-1 0,3-9 0,1-12 0,-2-1 0,0 1 0,-2-1 0,-1 0 0,-3-30 0,-1 39 0,3 19 0,0 0 0,0 0 0,0 0 0,-1 0 0,1 0 0,0 0 0,0 0 0,0 0 0,0-1 0,0 1 0,-1 1 0,1-1 0,0 0 0,0 0 0,0 0 0,0 0 0,0 0 0,-1 0 0,1 0 0,0 0 0,0 0 0,0 0 0,0 0 0,0 0 0,-1 0 0,1 0 0,0 0 0,0 1 0,0-1 0,0 0 0,0 0 0,0 0 0,0 0 0,0 0 0,0 0 0,-1 1 0,1-1 0,0 0 0,0 0 0,0 0 0,0 0 0,0 0 0,0 1 0,0-1 0,0 0 0,0 0 0,0 0 0,0 0 0,0 1 0,-8 33 0,7-20 0,1 0 0,0-1 0,1 1 0,0 0 0,1-1 0,1 1 0,0-1 0,1 0 0,6 14 0,-8-21 0,1 1 0,-1-1 0,2 0 0,-1-1 0,0 1 0,1 0 0,0-1 0,1 0 0,-1 0 0,1 0 0,0 0 0,0-1 0,0 0 0,1 0 0,0 0 0,-1-1 0,1 0 0,0 0 0,1 0 0,8 2 0,-11-5 0,-1 1 0,1 0 0,0-1 0,0 0 0,0 0 0,-1 0 0,1-1 0,0 1 0,0-1 0,-1 0 0,1 0 0,-1 0 0,1 0 0,0-1 0,-1 1 0,5-4 0,-3 2 0,-1-1 0,1 0 0,-1 0 0,0 0 0,0-1 0,0 1 0,-1-1 0,0 0 0,5-9 0,-2 0 0,0 0 0,-1-1 0,0 1 0,-2-1 0,0 0 0,0 0 0,0-20 0,-2 27 0,-1 0 0,0 0 0,-1 0 0,0 0 0,0 1 0,-4-14 0,2 18 0,1 9 0,-1 8 0,3 2-151,1 1-1,1-1 0,0 0 0,1 0 1,0 0-1,2 0 0,0 0 1,10 21-1,-8-19-6674</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51.836"/>
    </inkml:context>
    <inkml:brush xml:id="br0">
      <inkml:brushProperty name="width" value="0.05" units="cm"/>
      <inkml:brushProperty name="height" value="0.05" units="cm"/>
      <inkml:brushProperty name="color" value="#FFFFFF"/>
    </inkml:brush>
  </inkml:definitions>
  <inkml:trace contextRef="#ctx0" brushRef="#br0">19 117 24575,'0'-6'0,"-3"-8"0,-1-7 0,1-3 0,-1-1 0,2 7 0,1 10 0,0 9 0,1 7 0,0 2-8191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52.413"/>
    </inkml:context>
    <inkml:brush xml:id="br0">
      <inkml:brushProperty name="width" value="0.05" units="cm"/>
      <inkml:brushProperty name="height" value="0.05" units="cm"/>
      <inkml:brushProperty name="color" value="#FFFFFF"/>
    </inkml:brush>
  </inkml:definitions>
  <inkml:trace contextRef="#ctx0" brushRef="#br0">261 108 24575,'0'-7'0,"0"0"0,0 0 0,-1 0 0,0 0 0,0 0 0,-1 0 0,0 0 0,0 0 0,-5-9 0,6 14 0,-1 0 0,1 0 0,-1 0 0,1 0 0,-1 1 0,0-1 0,0 0 0,0 1 0,0-1 0,0 1 0,0-1 0,0 1 0,0 0 0,-1 0 0,1 0 0,0 0 0,-1 1 0,1-1 0,0 1 0,-1-1 0,1 1 0,-1 0 0,1 0 0,-1 0 0,1 0 0,-1 0 0,1 1 0,-1-1 0,1 1 0,-4 1 0,-4 1 0,1 0 0,0 1 0,0 1 0,0 0 0,1 0 0,0 0 0,-1 1 0,2 0 0,-1 1 0,1 0 0,0 0 0,-6 8 0,6-6 0,0 0 0,0 1 0,1-1 0,1 1 0,-1 1 0,2-1 0,-1 1 0,1-1 0,1 1 0,-3 14 0,6-22 0,-1 0 0,1 0 0,-1 1 0,1-1 0,0 0 0,1 0 0,-1 0 0,0 0 0,1 0 0,0 0 0,-1 0 0,1 0 0,1 0 0,-1 0 0,0 0 0,1-1 0,-1 1 0,1 0 0,0-1 0,0 1 0,0-1 0,0 0 0,0 0 0,0 1 0,1-1 0,-1-1 0,1 1 0,-1 0 0,1-1 0,0 1 0,0-1 0,0 0 0,0 0 0,0 0 0,0 0 0,0-1 0,4 1 0,2 1 0,1-1 0,-1-1 0,1 0 0,0 0 0,-1-1 0,1-1 0,-1 1 0,1-1 0,-1-1 0,0 0 0,10-4 0,-6 1 0,0-1 0,-1-1 0,0 0 0,0 0 0,-1-1 0,0-1 0,0 0 0,10-13 0,-16 17 0,0-1 0,0 0 0,-1 0 0,1 0 0,-1 0 0,-1-1 0,1 0 0,-2 0 0,1 0 0,-1 0 0,0 0 0,0 0 0,-1 0 0,0-1 0,-1-11 0,0 17-62,0 1 0,-1-1 0,1 1 0,0 0 0,-1-1 0,0 1 0,1 0 0,-1 0 0,0-1 0,0 1 0,0 0 0,-1 0-1,1 0 1,0 0 0,-1 0 0,1 0 0,-1 1 0,0-1 0,0 0 0,0 1 0,-3-3 0,-6 0-6764</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53.086"/>
    </inkml:context>
    <inkml:brush xml:id="br0">
      <inkml:brushProperty name="width" value="0.05" units="cm"/>
      <inkml:brushProperty name="height" value="0.05" units="cm"/>
      <inkml:brushProperty name="color" value="#FFFFFF"/>
    </inkml:brush>
  </inkml:definitions>
  <inkml:trace contextRef="#ctx0" brushRef="#br0">54 93 24575,'0'-93'0,"-8"128"0,2-11 0,-10 76 0,-4 126 0,17 103 0,3-318 71,-1-7-190,1 1-1,0-1 0,0 0 0,1 1 1,-1-1-1,1 1 0,0-1 1,0 0-1,0 1 0,1-1 1,2 6-1,4-1-6706</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53.727"/>
    </inkml:context>
    <inkml:brush xml:id="br0">
      <inkml:brushProperty name="width" value="0.05" units="cm"/>
      <inkml:brushProperty name="height" value="0.05" units="cm"/>
      <inkml:brushProperty name="color" value="#FFFFFF"/>
    </inkml:brush>
  </inkml:definitions>
  <inkml:trace contextRef="#ctx0" brushRef="#br0">188 513 24575,'0'0'0,"1"0"0,0-1 0,-1 1 0,1 0 0,0 0 0,-1-1 0,1 1 0,-1 0 0,1-1 0,-1 1 0,1 0 0,-1-1 0,1 1 0,-1-1 0,1 1 0,-1-1 0,1 1 0,-1-1 0,0 1 0,1-1 0,-1 0 0,0 1 0,0-1 0,1 1 0,-1-1 0,0 0 0,0 1 0,0-1 0,0 0 0,0 1 0,0-1 0,0 0 0,0 1 0,0-2 0,-3-23 0,2 22 0,-1-1 0,1 1 0,-1-1 0,0 1 0,0 0 0,0 0 0,0-1 0,-1 2 0,1-1 0,-1 0 0,0 0 0,0 1 0,0 0 0,0-1 0,-5-1 0,6 3 0,0 0 0,0 0 0,0 0 0,-1 0 0,1 1 0,0-1 0,0 1 0,-1-1 0,1 1 0,-1 0 0,1 0 0,0 0 0,-1 0 0,1 1 0,0-1 0,-1 1 0,1-1 0,0 1 0,0 0 0,0 0 0,-1 0 0,1 0 0,0 0 0,0 0 0,-3 3 0,-4 4 0,0 1 0,0-1 0,1 1 0,0 1 0,1 0 0,0 0 0,1 0 0,0 1 0,0-1 0,1 2 0,-6 18 0,10-27 0,1-1 0,-1 1 0,1 0 0,0-1 0,0 1 0,0 0 0,0-1 0,0 1 0,0 0 0,1-1 0,-1 1 0,1 0 0,0-1 0,0 1 0,0-1 0,0 1 0,1-1 0,-1 0 0,0 1 0,1-1 0,0 0 0,-1 0 0,1 0 0,0 0 0,0 0 0,0-1 0,0 1 0,1 0 0,-1-1 0,0 0 0,1 0 0,-1 1 0,1-1 0,2 0 0,2 2 0,0-1 0,0-1 0,0 1 0,0-1 0,0 0 0,1-1 0,-1 0 0,0 0 0,0 0 0,0-1 0,14-3 0,-10 0 0,1 0 0,-1-1 0,0 0 0,0 0 0,0-2 0,-1 1 0,0-1 0,0-1 0,-1 0 0,0 0 0,0-1 0,-1 0 0,0 0 0,0-1 0,11-20 0,-11 14 0,0 0 0,-1-1 0,-1 0 0,-1 0 0,0 0 0,-1-1 0,-1 1 0,-1-1 0,0 0 0,-2-23 0,-11-102 0,7 119 0,0 0 0,-2 0 0,-16-41 0,22 64 0,0 0 0,-1 0 0,1 0 0,0 0 0,-1 0 0,1 0 0,-1 0 0,0 0 0,1 0 0,-1 0 0,0 0 0,1 0 0,-1 0 0,0 0 0,0 1 0,0-1 0,0 0 0,-1 0 0,2 1 0,-1 0 0,1 1 0,-1-1 0,1 0 0,-1 1 0,1-1 0,-1 1 0,1-1 0,0 0 0,-1 1 0,1-1 0,0 1 0,-1-1 0,1 1 0,0-1 0,0 1 0,0-1 0,-1 1 0,1-1 0,0 1 0,0 0 0,0-1 0,0 1 0,0 0 0,-4 48 0,4-49 0,2 85 0,3-2 0,4 1 0,23 96 0,-28-164 0,16 69 0,-16-74 0,0 0 0,0 0 0,1 0 0,1-1 0,8 13 0,-12-19 17,1-1-1,0 0 0,0 0 0,1 0 1,-1-1-1,1 1 0,0-1 0,-1 1 1,1-1-1,0 0 0,0-1 0,0 1 1,0-1-1,1 0 0,-1 0 0,0 0 1,1 0-1,-1-1 0,0 0 0,9 0 1,-3-1-207,0 0 0,-1 0 1,1-1-1,-1 0 0,1-1 1,-1 0-1,0-1 1,11-5-1,-1-2-6636</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2:54.211"/>
    </inkml:context>
    <inkml:brush xml:id="br0">
      <inkml:brushProperty name="width" value="0.05" units="cm"/>
      <inkml:brushProperty name="height" value="0.05" units="cm"/>
      <inkml:brushProperty name="color" value="#FFFFFF"/>
    </inkml:brush>
  </inkml:definitions>
  <inkml:trace contextRef="#ctx0" brushRef="#br0">317 37 24575,'-36'-10'0,"-1"2"0,0 2 0,0 1 0,-43 1 0,73 3 0,-5 0 0,-26 0 0,36 1 0,0 0 0,0 0 0,0 0 0,0 1 0,0-1 0,0 0 0,1 1 0,-1-1 0,0 1 0,0 0 0,1 0 0,-1 0 0,0 0 0,1 0 0,-3 1 0,4-2 0,0 1 0,0-1 0,0 0 0,0 1 0,-1-1 0,1 0 0,0 1 0,0-1 0,0 0 0,0 1 0,0-1 0,0 1 0,0-1 0,0 0 0,0 1 0,0-1 0,0 0 0,0 1 0,0-1 0,0 0 0,0 1 0,1-1 0,-1 0 0,0 1 0,0-1 0,0 0 0,0 1 0,1-1 0,-1 0 0,0 1 0,0-1 0,1 0 0,-1 0 0,0 0 0,1 1 0,-1-1 0,0 0 0,0 0 0,1 0 0,-1 1 0,0-1 0,1 0 0,19 8 0,6-1 0,1-1 0,48 3 0,-68-8 0,899 42-3954,-751-40 3354,272 6-1747,2072 20 495,-1701-53 1013,-794 24 909,38-2 1097,48-10-1,-74 7 545,-18 1-4424</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8:18.397"/>
    </inkml:context>
    <inkml:brush xml:id="br0">
      <inkml:brushProperty name="width" value="0.05" units="cm"/>
      <inkml:brushProperty name="height" value="0.05" units="cm"/>
      <inkml:brushProperty name="color" value="#FF0066"/>
    </inkml:brush>
  </inkml:definitions>
  <inkml:trace contextRef="#ctx0" brushRef="#br0">0 1 24575,'6'0'0,"14"0"0,20 0 0,35 0 0,26 6 0,22 2 0,24-1 0,20-1 0,5-2 0,-9-1 0,-20-2 0,-32 0 0,-34-1-8191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1/30/2026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1/30/2026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1/30/2026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4" Type="http://schemas.openxmlformats.org/officeDocument/2006/relationships/customXml" Target="../ink/ink3.xml"/><Relationship Id="rId33" Type="http://schemas.openxmlformats.org/officeDocument/2006/relationships/image" Target="../media/image1321.png"/><Relationship Id="rId2" Type="http://schemas.openxmlformats.org/officeDocument/2006/relationships/customXml" Target="../ink/ink1.xml"/><Relationship Id="rId1" Type="http://schemas.openxmlformats.org/officeDocument/2006/relationships/slideLayout" Target="../slideLayouts/slideLayout2.xml"/><Relationship Id="rId32" Type="http://schemas.openxmlformats.org/officeDocument/2006/relationships/customXml" Target="../ink/ink2.xml"/><Relationship Id="rId37" Type="http://schemas.openxmlformats.org/officeDocument/2006/relationships/image" Target="../media/image7.png"/><Relationship Id="rId36" Type="http://schemas.openxmlformats.org/officeDocument/2006/relationships/customXml" Target="../ink/ink4.xml"/><Relationship Id="rId31" Type="http://schemas.openxmlformats.org/officeDocument/2006/relationships/image" Target="../media/image1320.png"/><Relationship Id="rId35" Type="http://schemas.openxmlformats.org/officeDocument/2006/relationships/image" Target="../media/image2410.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17" Type="http://schemas.openxmlformats.org/officeDocument/2006/relationships/image" Target="../media/image690.png"/><Relationship Id="rId138" Type="http://schemas.openxmlformats.org/officeDocument/2006/relationships/customXml" Target="../ink/ink16.xml"/><Relationship Id="rId159" Type="http://schemas.openxmlformats.org/officeDocument/2006/relationships/image" Target="../media/image34.png"/><Relationship Id="rId170" Type="http://schemas.openxmlformats.org/officeDocument/2006/relationships/customXml" Target="../ink/ink32.xml"/><Relationship Id="rId191" Type="http://schemas.openxmlformats.org/officeDocument/2006/relationships/image" Target="../media/image50.png"/><Relationship Id="rId196" Type="http://schemas.openxmlformats.org/officeDocument/2006/relationships/customXml" Target="../ink/ink45.xml"/><Relationship Id="rId200" Type="http://schemas.openxmlformats.org/officeDocument/2006/relationships/customXml" Target="../ink/ink47.xml"/><Relationship Id="rId205" Type="http://schemas.openxmlformats.org/officeDocument/2006/relationships/image" Target="../media/image57.png"/><Relationship Id="rId226" Type="http://schemas.openxmlformats.org/officeDocument/2006/relationships/customXml" Target="../ink/ink60.xml"/><Relationship Id="rId247" Type="http://schemas.openxmlformats.org/officeDocument/2006/relationships/image" Target="../media/image78.png"/><Relationship Id="rId221" Type="http://schemas.openxmlformats.org/officeDocument/2006/relationships/image" Target="../media/image65.png"/><Relationship Id="rId242" Type="http://schemas.openxmlformats.org/officeDocument/2006/relationships/customXml" Target="../ink/ink68.xml"/><Relationship Id="rId123" Type="http://schemas.openxmlformats.org/officeDocument/2006/relationships/image" Target="../media/image16.png"/><Relationship Id="rId128" Type="http://schemas.openxmlformats.org/officeDocument/2006/relationships/customXml" Target="../ink/ink11.xml"/><Relationship Id="rId144" Type="http://schemas.openxmlformats.org/officeDocument/2006/relationships/customXml" Target="../ink/ink19.xml"/><Relationship Id="rId149" Type="http://schemas.openxmlformats.org/officeDocument/2006/relationships/image" Target="../media/image29.png"/><Relationship Id="rId160" Type="http://schemas.openxmlformats.org/officeDocument/2006/relationships/customXml" Target="../ink/ink27.xml"/><Relationship Id="rId165" Type="http://schemas.openxmlformats.org/officeDocument/2006/relationships/image" Target="../media/image37.png"/><Relationship Id="rId181" Type="http://schemas.openxmlformats.org/officeDocument/2006/relationships/image" Target="../media/image45.png"/><Relationship Id="rId186" Type="http://schemas.openxmlformats.org/officeDocument/2006/relationships/customXml" Target="../ink/ink40.xml"/><Relationship Id="rId216" Type="http://schemas.openxmlformats.org/officeDocument/2006/relationships/customXml" Target="../ink/ink55.xml"/><Relationship Id="rId237" Type="http://schemas.openxmlformats.org/officeDocument/2006/relationships/image" Target="../media/image73.png"/><Relationship Id="rId211" Type="http://schemas.openxmlformats.org/officeDocument/2006/relationships/image" Target="../media/image60.png"/><Relationship Id="rId232" Type="http://schemas.openxmlformats.org/officeDocument/2006/relationships/customXml" Target="../ink/ink63.xml"/><Relationship Id="rId118" Type="http://schemas.openxmlformats.org/officeDocument/2006/relationships/image" Target="../media/image13.png"/><Relationship Id="rId134" Type="http://schemas.openxmlformats.org/officeDocument/2006/relationships/customXml" Target="../ink/ink14.xml"/><Relationship Id="rId139" Type="http://schemas.openxmlformats.org/officeDocument/2006/relationships/image" Target="../media/image24.png"/><Relationship Id="rId150" Type="http://schemas.openxmlformats.org/officeDocument/2006/relationships/customXml" Target="../ink/ink22.xml"/><Relationship Id="rId155" Type="http://schemas.openxmlformats.org/officeDocument/2006/relationships/image" Target="../media/image32.png"/><Relationship Id="rId171" Type="http://schemas.openxmlformats.org/officeDocument/2006/relationships/image" Target="../media/image40.png"/><Relationship Id="rId176" Type="http://schemas.openxmlformats.org/officeDocument/2006/relationships/customXml" Target="../ink/ink35.xml"/><Relationship Id="rId192" Type="http://schemas.openxmlformats.org/officeDocument/2006/relationships/customXml" Target="../ink/ink43.xml"/><Relationship Id="rId197" Type="http://schemas.openxmlformats.org/officeDocument/2006/relationships/image" Target="../media/image53.png"/><Relationship Id="rId206" Type="http://schemas.openxmlformats.org/officeDocument/2006/relationships/customXml" Target="../ink/ink50.xml"/><Relationship Id="rId227" Type="http://schemas.openxmlformats.org/officeDocument/2006/relationships/image" Target="../media/image68.png"/><Relationship Id="rId201" Type="http://schemas.openxmlformats.org/officeDocument/2006/relationships/image" Target="../media/image55.png"/><Relationship Id="rId222" Type="http://schemas.openxmlformats.org/officeDocument/2006/relationships/customXml" Target="../ink/ink58.xml"/><Relationship Id="rId243" Type="http://schemas.openxmlformats.org/officeDocument/2006/relationships/image" Target="../media/image76.png"/><Relationship Id="rId248" Type="http://schemas.openxmlformats.org/officeDocument/2006/relationships/customXml" Target="../ink/ink71.xml"/><Relationship Id="rId124" Type="http://schemas.openxmlformats.org/officeDocument/2006/relationships/customXml" Target="../ink/ink9.xml"/><Relationship Id="rId129" Type="http://schemas.openxmlformats.org/officeDocument/2006/relationships/image" Target="../media/image19.png"/><Relationship Id="rId140" Type="http://schemas.openxmlformats.org/officeDocument/2006/relationships/customXml" Target="../ink/ink17.xml"/><Relationship Id="rId145" Type="http://schemas.openxmlformats.org/officeDocument/2006/relationships/image" Target="../media/image27.png"/><Relationship Id="rId161" Type="http://schemas.openxmlformats.org/officeDocument/2006/relationships/image" Target="../media/image35.png"/><Relationship Id="rId166" Type="http://schemas.openxmlformats.org/officeDocument/2006/relationships/customXml" Target="../ink/ink30.xml"/><Relationship Id="rId182" Type="http://schemas.openxmlformats.org/officeDocument/2006/relationships/customXml" Target="../ink/ink38.xml"/><Relationship Id="rId187" Type="http://schemas.openxmlformats.org/officeDocument/2006/relationships/image" Target="../media/image48.png"/><Relationship Id="rId217" Type="http://schemas.openxmlformats.org/officeDocument/2006/relationships/image" Target="../media/image63.png"/><Relationship Id="rId1" Type="http://schemas.openxmlformats.org/officeDocument/2006/relationships/slideLayout" Target="../slideLayouts/slideLayout2.xml"/><Relationship Id="rId212" Type="http://schemas.openxmlformats.org/officeDocument/2006/relationships/customXml" Target="../ink/ink53.xml"/><Relationship Id="rId233" Type="http://schemas.openxmlformats.org/officeDocument/2006/relationships/image" Target="../media/image71.png"/><Relationship Id="rId238" Type="http://schemas.openxmlformats.org/officeDocument/2006/relationships/customXml" Target="../ink/ink66.xml"/><Relationship Id="rId119" Type="http://schemas.openxmlformats.org/officeDocument/2006/relationships/image" Target="../media/image14.jpeg"/><Relationship Id="rId130" Type="http://schemas.openxmlformats.org/officeDocument/2006/relationships/customXml" Target="../ink/ink12.xml"/><Relationship Id="rId135" Type="http://schemas.openxmlformats.org/officeDocument/2006/relationships/image" Target="../media/image22.png"/><Relationship Id="rId151" Type="http://schemas.openxmlformats.org/officeDocument/2006/relationships/image" Target="../media/image30.png"/><Relationship Id="rId156" Type="http://schemas.openxmlformats.org/officeDocument/2006/relationships/customXml" Target="../ink/ink25.xml"/><Relationship Id="rId177" Type="http://schemas.openxmlformats.org/officeDocument/2006/relationships/image" Target="../media/image43.png"/><Relationship Id="rId198" Type="http://schemas.openxmlformats.org/officeDocument/2006/relationships/customXml" Target="../ink/ink46.xml"/><Relationship Id="rId172" Type="http://schemas.openxmlformats.org/officeDocument/2006/relationships/customXml" Target="../ink/ink33.xml"/><Relationship Id="rId193" Type="http://schemas.openxmlformats.org/officeDocument/2006/relationships/image" Target="../media/image51.png"/><Relationship Id="rId202" Type="http://schemas.openxmlformats.org/officeDocument/2006/relationships/customXml" Target="../ink/ink48.xml"/><Relationship Id="rId207" Type="http://schemas.openxmlformats.org/officeDocument/2006/relationships/image" Target="../media/image58.png"/><Relationship Id="rId223" Type="http://schemas.openxmlformats.org/officeDocument/2006/relationships/image" Target="../media/image66.png"/><Relationship Id="rId228" Type="http://schemas.openxmlformats.org/officeDocument/2006/relationships/customXml" Target="../ink/ink61.xml"/><Relationship Id="rId244" Type="http://schemas.openxmlformats.org/officeDocument/2006/relationships/customXml" Target="../ink/ink69.xml"/><Relationship Id="rId249" Type="http://schemas.openxmlformats.org/officeDocument/2006/relationships/image" Target="../media/image79.png"/><Relationship Id="rId120" Type="http://schemas.openxmlformats.org/officeDocument/2006/relationships/customXml" Target="../ink/ink7.xml"/><Relationship Id="rId125" Type="http://schemas.openxmlformats.org/officeDocument/2006/relationships/image" Target="../media/image17.png"/><Relationship Id="rId141" Type="http://schemas.openxmlformats.org/officeDocument/2006/relationships/image" Target="../media/image25.png"/><Relationship Id="rId146" Type="http://schemas.openxmlformats.org/officeDocument/2006/relationships/customXml" Target="../ink/ink20.xml"/><Relationship Id="rId167" Type="http://schemas.openxmlformats.org/officeDocument/2006/relationships/image" Target="../media/image38.png"/><Relationship Id="rId188" Type="http://schemas.openxmlformats.org/officeDocument/2006/relationships/customXml" Target="../ink/ink41.xml"/><Relationship Id="rId162" Type="http://schemas.openxmlformats.org/officeDocument/2006/relationships/customXml" Target="../ink/ink28.xml"/><Relationship Id="rId183" Type="http://schemas.openxmlformats.org/officeDocument/2006/relationships/image" Target="../media/image46.png"/><Relationship Id="rId213" Type="http://schemas.openxmlformats.org/officeDocument/2006/relationships/image" Target="../media/image61.png"/><Relationship Id="rId218" Type="http://schemas.openxmlformats.org/officeDocument/2006/relationships/customXml" Target="../ink/ink56.xml"/><Relationship Id="rId234" Type="http://schemas.openxmlformats.org/officeDocument/2006/relationships/customXml" Target="../ink/ink64.xml"/><Relationship Id="rId239" Type="http://schemas.openxmlformats.org/officeDocument/2006/relationships/image" Target="../media/image74.png"/><Relationship Id="rId2" Type="http://schemas.openxmlformats.org/officeDocument/2006/relationships/customXml" Target="../ink/ink6.xml"/><Relationship Id="rId131" Type="http://schemas.openxmlformats.org/officeDocument/2006/relationships/image" Target="../media/image20.png"/><Relationship Id="rId136" Type="http://schemas.openxmlformats.org/officeDocument/2006/relationships/customXml" Target="../ink/ink15.xml"/><Relationship Id="rId157" Type="http://schemas.openxmlformats.org/officeDocument/2006/relationships/image" Target="../media/image33.png"/><Relationship Id="rId178" Type="http://schemas.openxmlformats.org/officeDocument/2006/relationships/customXml" Target="../ink/ink36.xml"/><Relationship Id="rId152" Type="http://schemas.openxmlformats.org/officeDocument/2006/relationships/customXml" Target="../ink/ink23.xml"/><Relationship Id="rId173" Type="http://schemas.openxmlformats.org/officeDocument/2006/relationships/image" Target="../media/image41.png"/><Relationship Id="rId194" Type="http://schemas.openxmlformats.org/officeDocument/2006/relationships/customXml" Target="../ink/ink44.xml"/><Relationship Id="rId199" Type="http://schemas.openxmlformats.org/officeDocument/2006/relationships/image" Target="../media/image54.png"/><Relationship Id="rId203" Type="http://schemas.openxmlformats.org/officeDocument/2006/relationships/image" Target="../media/image56.png"/><Relationship Id="rId208" Type="http://schemas.openxmlformats.org/officeDocument/2006/relationships/customXml" Target="../ink/ink51.xml"/><Relationship Id="rId229" Type="http://schemas.openxmlformats.org/officeDocument/2006/relationships/image" Target="../media/image69.png"/><Relationship Id="rId224" Type="http://schemas.openxmlformats.org/officeDocument/2006/relationships/customXml" Target="../ink/ink59.xml"/><Relationship Id="rId240" Type="http://schemas.openxmlformats.org/officeDocument/2006/relationships/customXml" Target="../ink/ink67.xml"/><Relationship Id="rId245" Type="http://schemas.openxmlformats.org/officeDocument/2006/relationships/image" Target="../media/image77.png"/><Relationship Id="rId126" Type="http://schemas.openxmlformats.org/officeDocument/2006/relationships/customXml" Target="../ink/ink10.xml"/><Relationship Id="rId147" Type="http://schemas.openxmlformats.org/officeDocument/2006/relationships/image" Target="../media/image28.png"/><Relationship Id="rId168" Type="http://schemas.openxmlformats.org/officeDocument/2006/relationships/customXml" Target="../ink/ink31.xml"/><Relationship Id="rId121" Type="http://schemas.openxmlformats.org/officeDocument/2006/relationships/image" Target="../media/image15.png"/><Relationship Id="rId142" Type="http://schemas.openxmlformats.org/officeDocument/2006/relationships/customXml" Target="../ink/ink18.xml"/><Relationship Id="rId163" Type="http://schemas.openxmlformats.org/officeDocument/2006/relationships/image" Target="../media/image36.png"/><Relationship Id="rId184" Type="http://schemas.openxmlformats.org/officeDocument/2006/relationships/customXml" Target="../ink/ink39.xml"/><Relationship Id="rId189" Type="http://schemas.openxmlformats.org/officeDocument/2006/relationships/image" Target="../media/image49.png"/><Relationship Id="rId219" Type="http://schemas.openxmlformats.org/officeDocument/2006/relationships/image" Target="../media/image64.png"/><Relationship Id="rId214" Type="http://schemas.openxmlformats.org/officeDocument/2006/relationships/customXml" Target="../ink/ink54.xml"/><Relationship Id="rId230" Type="http://schemas.openxmlformats.org/officeDocument/2006/relationships/customXml" Target="../ink/ink62.xml"/><Relationship Id="rId235" Type="http://schemas.openxmlformats.org/officeDocument/2006/relationships/image" Target="../media/image72.png"/><Relationship Id="rId137" Type="http://schemas.openxmlformats.org/officeDocument/2006/relationships/image" Target="../media/image23.png"/><Relationship Id="rId158" Type="http://schemas.openxmlformats.org/officeDocument/2006/relationships/customXml" Target="../ink/ink26.xml"/><Relationship Id="rId132" Type="http://schemas.openxmlformats.org/officeDocument/2006/relationships/customXml" Target="../ink/ink13.xml"/><Relationship Id="rId153" Type="http://schemas.openxmlformats.org/officeDocument/2006/relationships/image" Target="../media/image31.png"/><Relationship Id="rId174" Type="http://schemas.openxmlformats.org/officeDocument/2006/relationships/customXml" Target="../ink/ink34.xml"/><Relationship Id="rId179" Type="http://schemas.openxmlformats.org/officeDocument/2006/relationships/image" Target="../media/image44.png"/><Relationship Id="rId195" Type="http://schemas.openxmlformats.org/officeDocument/2006/relationships/image" Target="../media/image52.png"/><Relationship Id="rId209" Type="http://schemas.openxmlformats.org/officeDocument/2006/relationships/image" Target="../media/image59.png"/><Relationship Id="rId190" Type="http://schemas.openxmlformats.org/officeDocument/2006/relationships/customXml" Target="../ink/ink42.xml"/><Relationship Id="rId204" Type="http://schemas.openxmlformats.org/officeDocument/2006/relationships/customXml" Target="../ink/ink49.xml"/><Relationship Id="rId220" Type="http://schemas.openxmlformats.org/officeDocument/2006/relationships/customXml" Target="../ink/ink57.xml"/><Relationship Id="rId225" Type="http://schemas.openxmlformats.org/officeDocument/2006/relationships/image" Target="../media/image67.png"/><Relationship Id="rId241" Type="http://schemas.openxmlformats.org/officeDocument/2006/relationships/image" Target="../media/image75.png"/><Relationship Id="rId246" Type="http://schemas.openxmlformats.org/officeDocument/2006/relationships/customXml" Target="../ink/ink70.xml"/><Relationship Id="rId127" Type="http://schemas.openxmlformats.org/officeDocument/2006/relationships/image" Target="../media/image18.png"/><Relationship Id="rId122" Type="http://schemas.openxmlformats.org/officeDocument/2006/relationships/customXml" Target="../ink/ink8.xml"/><Relationship Id="rId143" Type="http://schemas.openxmlformats.org/officeDocument/2006/relationships/image" Target="../media/image26.png"/><Relationship Id="rId148" Type="http://schemas.openxmlformats.org/officeDocument/2006/relationships/customXml" Target="../ink/ink21.xml"/><Relationship Id="rId164" Type="http://schemas.openxmlformats.org/officeDocument/2006/relationships/customXml" Target="../ink/ink29.xml"/><Relationship Id="rId169" Type="http://schemas.openxmlformats.org/officeDocument/2006/relationships/image" Target="../media/image39.png"/><Relationship Id="rId185" Type="http://schemas.openxmlformats.org/officeDocument/2006/relationships/image" Target="../media/image47.png"/><Relationship Id="rId180" Type="http://schemas.openxmlformats.org/officeDocument/2006/relationships/customXml" Target="../ink/ink37.xml"/><Relationship Id="rId210" Type="http://schemas.openxmlformats.org/officeDocument/2006/relationships/customXml" Target="../ink/ink52.xml"/><Relationship Id="rId215" Type="http://schemas.openxmlformats.org/officeDocument/2006/relationships/image" Target="../media/image62.png"/><Relationship Id="rId236" Type="http://schemas.openxmlformats.org/officeDocument/2006/relationships/customXml" Target="../ink/ink65.xml"/><Relationship Id="rId231" Type="http://schemas.openxmlformats.org/officeDocument/2006/relationships/image" Target="../media/image70.png"/><Relationship Id="rId133" Type="http://schemas.openxmlformats.org/officeDocument/2006/relationships/image" Target="../media/image21.png"/><Relationship Id="rId154" Type="http://schemas.openxmlformats.org/officeDocument/2006/relationships/customXml" Target="../ink/ink24.xml"/><Relationship Id="rId175" Type="http://schemas.openxmlformats.org/officeDocument/2006/relationships/image" Target="../media/image4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jurnaloftalmologi.org/index.php/announce/viewarticle/122" TargetMode="External"/><Relationship Id="rId2" Type="http://schemas.openxmlformats.org/officeDocument/2006/relationships/image" Target="../media/image80.jpe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hyperlink" Target="https://pixabay.com/en/computer-user-icon-peolpe-avatar-1331579/" TargetMode="External"/><Relationship Id="rId4" Type="http://schemas.openxmlformats.org/officeDocument/2006/relationships/image" Target="../media/image81.png"/></Relationships>
</file>

<file path=ppt/slides/_rels/slide13.xml.rels><?xml version="1.0" encoding="UTF-8" standalone="yes"?>
<Relationships xmlns="http://schemas.openxmlformats.org/package/2006/relationships"><Relationship Id="rId8" Type="http://schemas.openxmlformats.org/officeDocument/2006/relationships/customXml" Target="../ink/ink72.xml"/><Relationship Id="rId85" Type="http://schemas.openxmlformats.org/officeDocument/2006/relationships/image" Target="../media/image900.png"/><Relationship Id="rId3" Type="http://schemas.openxmlformats.org/officeDocument/2006/relationships/hyperlink" Target="https://jurnaloftalmologi.org/index.php/announce/viewarticle/122" TargetMode="External"/><Relationship Id="rId7" Type="http://schemas.openxmlformats.org/officeDocument/2006/relationships/hyperlink" Target="https://pixabay.com/en/computer-user-icon-peolpe-avatar-1331579/" TargetMode="External"/><Relationship Id="rId2" Type="http://schemas.openxmlformats.org/officeDocument/2006/relationships/image" Target="../media/image80.jpe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3.png"/><Relationship Id="rId4" Type="http://schemas.openxmlformats.org/officeDocument/2006/relationships/image" Target="../media/image82.png"/></Relationships>
</file>

<file path=ppt/slides/_rels/slide1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jurnaloftalmologi.org/index.php/announce/viewarticle/122" TargetMode="External"/><Relationship Id="rId2" Type="http://schemas.openxmlformats.org/officeDocument/2006/relationships/image" Target="../media/image80.jpe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hyperlink" Target="https://pixabay.com/en/computer-user-icon-peolpe-avatar-1331579/" TargetMode="External"/><Relationship Id="rId4" Type="http://schemas.openxmlformats.org/officeDocument/2006/relationships/image" Target="../media/image81.png"/></Relationships>
</file>

<file path=ppt/slides/_rels/slide16.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86.png"/><Relationship Id="rId4" Type="http://schemas.openxmlformats.org/officeDocument/2006/relationships/hyperlink" Target="http://www.dribbble.com/"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92.jpeg"/><Relationship Id="rId3" Type="http://schemas.openxmlformats.org/officeDocument/2006/relationships/image" Target="../media/image87.jpeg"/><Relationship Id="rId7" Type="http://schemas.openxmlformats.org/officeDocument/2006/relationships/image" Target="../media/image91.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90.tiff"/><Relationship Id="rId5" Type="http://schemas.openxmlformats.org/officeDocument/2006/relationships/image" Target="../media/image89.tiff"/><Relationship Id="rId4" Type="http://schemas.openxmlformats.org/officeDocument/2006/relationships/image" Target="../media/image88.tiff"/><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12</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3453886" y="134076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3453886" y="3096490"/>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3453886" y="4852213"/>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4118572" y="1593781"/>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243564"/>
              <a:ext cx="2236930" cy="319585"/>
            </a:xfrm>
            <a:prstGeom prst="rect">
              <a:avLst/>
            </a:prstGeom>
            <a:noFill/>
          </p:spPr>
          <p:txBody>
            <a:bodyPr wrap="square" lIns="0" tIns="0" rIns="0" bIns="0" rtlCol="0" anchor="ctr">
              <a:spAutoFit/>
            </a:bodyPr>
            <a:lstStyle/>
            <a:p>
              <a:r>
                <a:rPr lang="en-US" sz="180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HANA Cloud</a:t>
              </a:r>
              <a:endPar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endParaRP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4118572" y="3349500"/>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923979"/>
              <a:ext cx="2236930" cy="958755"/>
            </a:xfrm>
            <a:prstGeom prst="rect">
              <a:avLst/>
            </a:prstGeom>
            <a:noFill/>
          </p:spPr>
          <p:txBody>
            <a:bodyPr wrap="square" lIns="0" tIns="0" rIns="0" bIns="0" rtlCol="0" anchor="ctr">
              <a:spAutoFit/>
            </a:bodyPr>
            <a:lstStyle/>
            <a:p>
              <a:r>
                <a:rPr lang="en-US" sz="1800" dirty="0">
                  <a:solidFill>
                    <a:srgbClr val="FFFFFF"/>
                  </a:solidFill>
                  <a:latin typeface="Segoe UI" panose="020B0502040204020203" pitchFamily="34" charset="0"/>
                  <a:ea typeface="Calibri Light" panose="020F0302020204030204" pitchFamily="34" charset="0"/>
                  <a:cs typeface="Segoe UI" panose="020B0502040204020203" pitchFamily="34" charset="0"/>
                </a:rPr>
                <a:t>Authentication v/s Authorization</a:t>
              </a:r>
            </a:p>
            <a:p>
              <a:r>
                <a:rPr lang="en-US" sz="1800" dirty="0">
                  <a:solidFill>
                    <a:schemeClr val="bg1"/>
                  </a:solidFill>
                  <a:latin typeface="Segoe UI" panose="020B0502040204020203" pitchFamily="34" charset="0"/>
                  <a:ea typeface="Calibri Light" charset="0"/>
                  <a:cs typeface="Segoe UI" panose="020B0502040204020203" pitchFamily="34" charset="0"/>
                </a:rPr>
                <a:t>XSUAA</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4118572" y="5105223"/>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243563"/>
              <a:ext cx="2236930" cy="319585"/>
            </a:xfrm>
            <a:prstGeom prst="rect">
              <a:avLst/>
            </a:prstGeom>
            <a:noFill/>
          </p:spPr>
          <p:txBody>
            <a:bodyPr wrap="square" lIns="0" tIns="0" rIns="0" bIns="0" rtlCol="0" anchor="ctr">
              <a:spAutoFit/>
            </a:bodyPr>
            <a:lstStyle/>
            <a:p>
              <a:pPr marL="0" algn="l" rtl="0" eaLnBrk="1" latinLnBrk="0" hangingPunct="1">
                <a:spcBef>
                  <a:spcPts val="0"/>
                </a:spcBef>
                <a:spcAft>
                  <a:spcPts val="0"/>
                </a:spcAft>
              </a:pPr>
              <a:r>
                <a:rPr lang="en-US" sz="1800" kern="120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Adding Security</a:t>
              </a:r>
              <a:endParaRPr lang="en-US" sz="1400" dirty="0">
                <a:effectLst/>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12</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Introduction to HANA Cloud</a:t>
            </a:r>
          </a:p>
        </p:txBody>
      </p:sp>
      <p:sp>
        <p:nvSpPr>
          <p:cNvPr id="4" name="TextBox 3">
            <a:extLst>
              <a:ext uri="{FF2B5EF4-FFF2-40B4-BE49-F238E27FC236}">
                <a16:creationId xmlns:a16="http://schemas.microsoft.com/office/drawing/2014/main" id="{4CD1B822-FD1F-30ED-76E7-5E494D6E61DA}"/>
              </a:ext>
            </a:extLst>
          </p:cNvPr>
          <p:cNvSpPr txBox="1"/>
          <p:nvPr/>
        </p:nvSpPr>
        <p:spPr>
          <a:xfrm>
            <a:off x="405781" y="974164"/>
            <a:ext cx="11161643" cy="1477328"/>
          </a:xfrm>
          <a:prstGeom prst="rect">
            <a:avLst/>
          </a:prstGeom>
          <a:noFill/>
        </p:spPr>
        <p:txBody>
          <a:bodyPr wrap="square" rtlCol="0">
            <a:spAutoFit/>
          </a:bodyPr>
          <a:lstStyle/>
          <a:p>
            <a:pPr algn="just" defTabSz="914400"/>
            <a:r>
              <a:rPr lang="en-US" sz="1800" dirty="0">
                <a:solidFill>
                  <a:schemeClr val="bg1"/>
                </a:solidFill>
                <a:latin typeface="Calibri" panose="020F0502020204030204"/>
              </a:rPr>
              <a:t>SAP HANA Cloud is a fully managed, in-memory, cloud database as a service (DBaaS). It is the cloud-based data foundation for SAP Business Technology Platform. With SAP HANA Cloud you can create, run, and extend new and existing applications.</a:t>
            </a:r>
          </a:p>
          <a:p>
            <a:pPr algn="just" defTabSz="914400"/>
            <a:r>
              <a:rPr lang="en-US" sz="1800" dirty="0">
                <a:solidFill>
                  <a:schemeClr val="bg1"/>
                </a:solidFill>
                <a:latin typeface="Calibri" panose="020F0502020204030204"/>
              </a:rPr>
              <a:t>SAP HANA Cloud includes a number of software components. The core component is SAP HANA Database, but other components can be added at any time, such as a data lake.</a:t>
            </a:r>
          </a:p>
        </p:txBody>
      </p:sp>
      <p:sp>
        <p:nvSpPr>
          <p:cNvPr id="5" name="TextBox 4">
            <a:extLst>
              <a:ext uri="{FF2B5EF4-FFF2-40B4-BE49-F238E27FC236}">
                <a16:creationId xmlns:a16="http://schemas.microsoft.com/office/drawing/2014/main" id="{2C22E0C3-2785-33E1-C2AE-1D0F297AB256}"/>
              </a:ext>
            </a:extLst>
          </p:cNvPr>
          <p:cNvSpPr txBox="1"/>
          <p:nvPr/>
        </p:nvSpPr>
        <p:spPr>
          <a:xfrm>
            <a:off x="405780" y="2451492"/>
            <a:ext cx="5834237" cy="3693319"/>
          </a:xfrm>
          <a:prstGeom prst="rect">
            <a:avLst/>
          </a:prstGeom>
          <a:noFill/>
        </p:spPr>
        <p:txBody>
          <a:bodyPr wrap="square">
            <a:spAutoFit/>
          </a:bodyPr>
          <a:lstStyle/>
          <a:p>
            <a:pPr algn="just" defTabSz="914400"/>
            <a:r>
              <a:rPr lang="en-US" sz="1800" b="1" dirty="0">
                <a:solidFill>
                  <a:schemeClr val="bg1"/>
                </a:solidFill>
                <a:latin typeface="Calibri" panose="020F0502020204030204"/>
              </a:rPr>
              <a:t>Key Components of SAP HANA Cloud</a:t>
            </a:r>
          </a:p>
          <a:p>
            <a:pPr algn="just" defTabSz="914400"/>
            <a:r>
              <a:rPr lang="en-US" sz="1800" dirty="0">
                <a:solidFill>
                  <a:schemeClr val="bg1"/>
                </a:solidFill>
                <a:latin typeface="Calibri" panose="020F0502020204030204"/>
              </a:rPr>
              <a:t>There are four key components of SAP HANA Cloud:</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SAP HANA Database</a:t>
            </a:r>
          </a:p>
          <a:p>
            <a:pPr marL="457200" lvl="1" algn="just" defTabSz="914400"/>
            <a:r>
              <a:rPr lang="en-US" sz="1800" dirty="0">
                <a:solidFill>
                  <a:schemeClr val="bg1"/>
                </a:solidFill>
                <a:latin typeface="Calibri" panose="020F0502020204030204"/>
              </a:rPr>
              <a:t>In-memory database with built-in advanced analytics (spatial, graph, text, etc.)</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data lake</a:t>
            </a:r>
          </a:p>
          <a:p>
            <a:pPr marL="457200" lvl="1" algn="just" defTabSz="914400"/>
            <a:r>
              <a:rPr lang="en-US" sz="1800" dirty="0">
                <a:solidFill>
                  <a:schemeClr val="bg1"/>
                </a:solidFill>
                <a:latin typeface="Calibri" panose="020F0502020204030204"/>
              </a:rPr>
              <a:t>Store and query large data sets and most file types</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adaptive server enterprise</a:t>
            </a:r>
          </a:p>
          <a:p>
            <a:pPr marL="457200" lvl="1" algn="just" defTabSz="914400"/>
            <a:r>
              <a:rPr lang="en-US" sz="1800" dirty="0">
                <a:solidFill>
                  <a:schemeClr val="bg1"/>
                </a:solidFill>
                <a:latin typeface="Calibri" panose="020F0502020204030204"/>
              </a:rPr>
              <a:t>Support for extreme –performance transactional applications</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adaptive server enterprise replication</a:t>
            </a:r>
          </a:p>
          <a:p>
            <a:pPr marL="457200" lvl="1" algn="just" defTabSz="914400"/>
            <a:r>
              <a:rPr lang="en-US" sz="1800" dirty="0">
                <a:solidFill>
                  <a:schemeClr val="bg1"/>
                </a:solidFill>
                <a:latin typeface="Calibri" panose="020F0502020204030204"/>
              </a:rPr>
              <a:t>Bi-directional real time data replication across databases</a:t>
            </a:r>
          </a:p>
        </p:txBody>
      </p:sp>
      <p:pic>
        <p:nvPicPr>
          <p:cNvPr id="6" name="Picture 6">
            <a:extLst>
              <a:ext uri="{FF2B5EF4-FFF2-40B4-BE49-F238E27FC236}">
                <a16:creationId xmlns:a16="http://schemas.microsoft.com/office/drawing/2014/main" id="{5E110644-46D4-5748-42EC-748B8BEACA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736" r="15934"/>
          <a:stretch/>
        </p:blipFill>
        <p:spPr bwMode="auto">
          <a:xfrm>
            <a:off x="6454452" y="2252115"/>
            <a:ext cx="5212531" cy="43087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292376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01A0C-49FC-7BA3-CF59-A7C15038F9D2}"/>
              </a:ext>
            </a:extLst>
          </p:cNvPr>
          <p:cNvSpPr>
            <a:spLocks noGrp="1"/>
          </p:cNvSpPr>
          <p:nvPr>
            <p:ph type="title"/>
          </p:nvPr>
        </p:nvSpPr>
        <p:spPr/>
        <p:txBody>
          <a:bodyPr/>
          <a:lstStyle/>
          <a:p>
            <a:r>
              <a:rPr lang="en-US" dirty="0"/>
              <a:t>HANA Cloud v/s On-premise</a:t>
            </a:r>
          </a:p>
        </p:txBody>
      </p:sp>
      <p:pic>
        <p:nvPicPr>
          <p:cNvPr id="5" name="Picture 2">
            <a:extLst>
              <a:ext uri="{FF2B5EF4-FFF2-40B4-BE49-F238E27FC236}">
                <a16:creationId xmlns:a16="http://schemas.microsoft.com/office/drawing/2014/main" id="{4EC22E48-21CE-5727-AE45-AAC559F4DE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51" r="4389"/>
          <a:stretch/>
        </p:blipFill>
        <p:spPr bwMode="auto">
          <a:xfrm>
            <a:off x="163242" y="2276872"/>
            <a:ext cx="6278151" cy="360213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FDD2028-068C-7296-D417-1CF7F3B9981E}"/>
              </a:ext>
            </a:extLst>
          </p:cNvPr>
          <p:cNvSpPr txBox="1"/>
          <p:nvPr/>
        </p:nvSpPr>
        <p:spPr>
          <a:xfrm>
            <a:off x="6653380" y="1076543"/>
            <a:ext cx="5390323" cy="1200329"/>
          </a:xfrm>
          <a:prstGeom prst="rect">
            <a:avLst/>
          </a:prstGeom>
          <a:noFill/>
        </p:spPr>
        <p:txBody>
          <a:bodyPr wrap="square">
            <a:spAutoFit/>
          </a:bodyPr>
          <a:lstStyle/>
          <a:p>
            <a:pPr defTabSz="914400"/>
            <a:r>
              <a:rPr lang="en-US" sz="1800" b="1" dirty="0">
                <a:solidFill>
                  <a:schemeClr val="bg1"/>
                </a:solidFill>
                <a:latin typeface="Calibri" panose="020F0502020204030204"/>
              </a:rPr>
              <a:t>Feature Differences</a:t>
            </a:r>
          </a:p>
          <a:p>
            <a:pPr defTabSz="914400"/>
            <a:r>
              <a:rPr lang="en-US" sz="1800" dirty="0">
                <a:solidFill>
                  <a:schemeClr val="bg1"/>
                </a:solidFill>
                <a:latin typeface="Calibri" panose="020F0502020204030204"/>
              </a:rPr>
              <a:t>SAP HANA Cloud compares very closely with SAP HANA on-premise in terms of features but there are some differences.</a:t>
            </a:r>
            <a:endParaRPr lang="en-US" sz="1800" b="1" dirty="0">
              <a:solidFill>
                <a:schemeClr val="bg1"/>
              </a:solidFill>
              <a:latin typeface="Calibri" panose="020F0502020204030204"/>
            </a:endParaRPr>
          </a:p>
        </p:txBody>
      </p:sp>
      <p:pic>
        <p:nvPicPr>
          <p:cNvPr id="7" name="Picture 4">
            <a:extLst>
              <a:ext uri="{FF2B5EF4-FFF2-40B4-BE49-F238E27FC236}">
                <a16:creationId xmlns:a16="http://schemas.microsoft.com/office/drawing/2014/main" id="{C2A828B7-B381-42D5-A741-CD7079B2ED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38" r="2147"/>
          <a:stretch/>
        </p:blipFill>
        <p:spPr bwMode="auto">
          <a:xfrm>
            <a:off x="6753498" y="2276872"/>
            <a:ext cx="5190086" cy="3838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5511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0ACD8-99C5-715D-47B1-B722AF07636E}"/>
              </a:ext>
            </a:extLst>
          </p:cNvPr>
          <p:cNvSpPr>
            <a:spLocks noGrp="1"/>
          </p:cNvSpPr>
          <p:nvPr>
            <p:ph type="title"/>
          </p:nvPr>
        </p:nvSpPr>
        <p:spPr/>
        <p:txBody>
          <a:bodyPr/>
          <a:lstStyle/>
          <a:p>
            <a:r>
              <a:rPr lang="en-US" dirty="0"/>
              <a:t>What is Schema in HANA</a:t>
            </a:r>
          </a:p>
        </p:txBody>
      </p:sp>
      <p:sp>
        <p:nvSpPr>
          <p:cNvPr id="3" name="TextBox 2">
            <a:extLst>
              <a:ext uri="{FF2B5EF4-FFF2-40B4-BE49-F238E27FC236}">
                <a16:creationId xmlns:a16="http://schemas.microsoft.com/office/drawing/2014/main" id="{5F163BFF-9905-49BA-CDA8-491A130A9728}"/>
              </a:ext>
            </a:extLst>
          </p:cNvPr>
          <p:cNvSpPr txBox="1"/>
          <p:nvPr/>
        </p:nvSpPr>
        <p:spPr>
          <a:xfrm>
            <a:off x="338571" y="884478"/>
            <a:ext cx="11850254" cy="1754326"/>
          </a:xfrm>
          <a:prstGeom prst="rect">
            <a:avLst/>
          </a:prstGeom>
          <a:noFill/>
        </p:spPr>
        <p:txBody>
          <a:bodyPr wrap="square" rtlCol="0">
            <a:spAutoFit/>
          </a:bodyPr>
          <a:lstStyle/>
          <a:p>
            <a:pPr defTabSz="914400"/>
            <a:r>
              <a:rPr lang="en-US" sz="1800" dirty="0">
                <a:solidFill>
                  <a:schemeClr val="bg1"/>
                </a:solidFill>
                <a:latin typeface="Calibri" panose="020F0502020204030204"/>
              </a:rPr>
              <a:t>Schema – Is a mandatory database object of database which stores other database objects. </a:t>
            </a:r>
          </a:p>
          <a:p>
            <a:pPr marL="285750" indent="-285750" defTabSz="914400">
              <a:buFontTx/>
              <a:buChar char="-"/>
            </a:pPr>
            <a:r>
              <a:rPr lang="en-US" sz="1800" dirty="0">
                <a:solidFill>
                  <a:schemeClr val="bg1"/>
                </a:solidFill>
                <a:latin typeface="Calibri" panose="020F0502020204030204"/>
              </a:rPr>
              <a:t>It’s a logical separation of database objects.</a:t>
            </a:r>
          </a:p>
          <a:p>
            <a:pPr marL="285750" indent="-285750" defTabSz="914400">
              <a:buFontTx/>
              <a:buChar char="-"/>
            </a:pPr>
            <a:r>
              <a:rPr lang="en-US" sz="1800" dirty="0">
                <a:solidFill>
                  <a:schemeClr val="bg1"/>
                </a:solidFill>
                <a:latin typeface="Calibri" panose="020F0502020204030204"/>
              </a:rPr>
              <a:t>It is home of all the runtime object</a:t>
            </a:r>
          </a:p>
          <a:p>
            <a:pPr marL="285750" indent="-285750" defTabSz="914400">
              <a:buFontTx/>
              <a:buChar char="-"/>
            </a:pPr>
            <a:r>
              <a:rPr lang="en-US" sz="1800" dirty="0">
                <a:solidFill>
                  <a:schemeClr val="bg1"/>
                </a:solidFill>
                <a:latin typeface="Calibri" panose="020F0502020204030204"/>
              </a:rPr>
              <a:t>Security</a:t>
            </a:r>
          </a:p>
          <a:p>
            <a:pPr marL="285750" indent="-285750" defTabSz="914400">
              <a:buFontTx/>
              <a:buChar char="-"/>
            </a:pPr>
            <a:endParaRPr lang="en-US" sz="1800" dirty="0">
              <a:solidFill>
                <a:schemeClr val="bg1"/>
              </a:solidFill>
              <a:latin typeface="Calibri" panose="020F0502020204030204"/>
            </a:endParaRPr>
          </a:p>
          <a:p>
            <a:pPr marL="285750" indent="-285750" defTabSz="914400">
              <a:buFontTx/>
              <a:buChar char="-"/>
            </a:pPr>
            <a:endParaRPr lang="en-US" sz="1800" dirty="0">
              <a:solidFill>
                <a:schemeClr val="bg1"/>
              </a:solidFill>
              <a:latin typeface="Calibri" panose="020F0502020204030204"/>
            </a:endParaRPr>
          </a:p>
        </p:txBody>
      </p:sp>
      <p:sp>
        <p:nvSpPr>
          <p:cNvPr id="4" name="Flowchart: Magnetic Disk 3">
            <a:extLst>
              <a:ext uri="{FF2B5EF4-FFF2-40B4-BE49-F238E27FC236}">
                <a16:creationId xmlns:a16="http://schemas.microsoft.com/office/drawing/2014/main" id="{2DF3AC68-4734-9C09-3F5B-A68E318F20A5}"/>
              </a:ext>
            </a:extLst>
          </p:cNvPr>
          <p:cNvSpPr/>
          <p:nvPr/>
        </p:nvSpPr>
        <p:spPr>
          <a:xfrm>
            <a:off x="3251200" y="4572000"/>
            <a:ext cx="8432800" cy="1985818"/>
          </a:xfrm>
          <a:prstGeom prst="flowChartMagneticDisk">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SAP HANA  600GB</a:t>
            </a:r>
          </a:p>
        </p:txBody>
      </p:sp>
      <p:sp>
        <p:nvSpPr>
          <p:cNvPr id="5" name="Rectangle 4">
            <a:extLst>
              <a:ext uri="{FF2B5EF4-FFF2-40B4-BE49-F238E27FC236}">
                <a16:creationId xmlns:a16="http://schemas.microsoft.com/office/drawing/2014/main" id="{B358302C-9592-6298-CC80-D07CD85A71B4}"/>
              </a:ext>
            </a:extLst>
          </p:cNvPr>
          <p:cNvSpPr/>
          <p:nvPr/>
        </p:nvSpPr>
        <p:spPr>
          <a:xfrm>
            <a:off x="3860800" y="3241964"/>
            <a:ext cx="1874982" cy="72967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BW</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0FED573D-9479-5606-E379-F344204ADF77}"/>
              </a:ext>
            </a:extLst>
          </p:cNvPr>
          <p:cNvSpPr/>
          <p:nvPr/>
        </p:nvSpPr>
        <p:spPr>
          <a:xfrm>
            <a:off x="6400799" y="3224645"/>
            <a:ext cx="1874982" cy="72967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ECC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A9B5E973-27E9-815C-F666-ABA22AE46148}"/>
              </a:ext>
            </a:extLst>
          </p:cNvPr>
          <p:cNvSpPr/>
          <p:nvPr/>
        </p:nvSpPr>
        <p:spPr>
          <a:xfrm>
            <a:off x="8811491" y="3241964"/>
            <a:ext cx="1874982" cy="72967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S/4HANA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717456D9-F5B2-364F-8358-081A37CF0A32}"/>
              </a:ext>
            </a:extLst>
          </p:cNvPr>
          <p:cNvCxnSpPr>
            <a:stCxn id="5" idx="2"/>
          </p:cNvCxnSpPr>
          <p:nvPr/>
        </p:nvCxnSpPr>
        <p:spPr>
          <a:xfrm flipH="1">
            <a:off x="4793673" y="3971636"/>
            <a:ext cx="4618" cy="692728"/>
          </a:xfrm>
          <a:prstGeom prst="straightConnector1">
            <a:avLst/>
          </a:prstGeom>
          <a:noFill/>
          <a:ln w="6350" cap="flat" cmpd="sng" algn="ctr">
            <a:solidFill>
              <a:srgbClr val="4E67C8"/>
            </a:solidFill>
            <a:prstDash val="solid"/>
            <a:miter lim="800000"/>
            <a:tailEnd type="triangle"/>
          </a:ln>
          <a:effectLst/>
        </p:spPr>
      </p:cxnSp>
      <p:cxnSp>
        <p:nvCxnSpPr>
          <p:cNvPr id="9" name="Connector: Elbow 8">
            <a:extLst>
              <a:ext uri="{FF2B5EF4-FFF2-40B4-BE49-F238E27FC236}">
                <a16:creationId xmlns:a16="http://schemas.microsoft.com/office/drawing/2014/main" id="{5C2FA129-2D8A-4A91-6B3B-CC328101A3FE}"/>
              </a:ext>
            </a:extLst>
          </p:cNvPr>
          <p:cNvCxnSpPr>
            <a:cxnSpLocks/>
          </p:cNvCxnSpPr>
          <p:nvPr/>
        </p:nvCxnSpPr>
        <p:spPr>
          <a:xfrm>
            <a:off x="2004292" y="4828309"/>
            <a:ext cx="1246908" cy="510309"/>
          </a:xfrm>
          <a:prstGeom prst="bentConnector3">
            <a:avLst/>
          </a:prstGeom>
          <a:noFill/>
          <a:ln w="6350" cap="flat" cmpd="sng" algn="ctr">
            <a:solidFill>
              <a:srgbClr val="4E67C8"/>
            </a:solidFill>
            <a:prstDash val="solid"/>
            <a:miter lim="800000"/>
            <a:tailEnd type="triangle"/>
          </a:ln>
          <a:effectLst/>
        </p:spPr>
      </p:cxnSp>
      <p:sp>
        <p:nvSpPr>
          <p:cNvPr id="10" name="Rectangle 9">
            <a:extLst>
              <a:ext uri="{FF2B5EF4-FFF2-40B4-BE49-F238E27FC236}">
                <a16:creationId xmlns:a16="http://schemas.microsoft.com/office/drawing/2014/main" id="{5E5E059E-EB61-7991-66E4-B76378D45CC9}"/>
              </a:ext>
            </a:extLst>
          </p:cNvPr>
          <p:cNvSpPr/>
          <p:nvPr/>
        </p:nvSpPr>
        <p:spPr>
          <a:xfrm>
            <a:off x="4544291" y="4828309"/>
            <a:ext cx="1399309" cy="842818"/>
          </a:xfrm>
          <a:prstGeom prst="rect">
            <a:avLst/>
          </a:prstGeom>
          <a:solidFill>
            <a:srgbClr val="A7EA52">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SCBW</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C72A8368-9E25-7960-31FA-777489354C47}"/>
              </a:ext>
            </a:extLst>
          </p:cNvPr>
          <p:cNvSpPr/>
          <p:nvPr/>
        </p:nvSpPr>
        <p:spPr>
          <a:xfrm>
            <a:off x="6638636" y="4846781"/>
            <a:ext cx="1399309" cy="842818"/>
          </a:xfrm>
          <a:prstGeom prst="rect">
            <a:avLst/>
          </a:prstGeom>
          <a:solidFill>
            <a:srgbClr val="A7EA52">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ECC001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38A8DE3-3559-C1BD-D746-6D5AF1FBAE8C}"/>
              </a:ext>
            </a:extLst>
          </p:cNvPr>
          <p:cNvSpPr/>
          <p:nvPr/>
        </p:nvSpPr>
        <p:spPr>
          <a:xfrm>
            <a:off x="9172863" y="4828309"/>
            <a:ext cx="1399309" cy="842818"/>
          </a:xfrm>
          <a:prstGeom prst="rect">
            <a:avLst/>
          </a:prstGeom>
          <a:solidFill>
            <a:srgbClr val="A7EA52">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SAPS4C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cxnSp>
        <p:nvCxnSpPr>
          <p:cNvPr id="13" name="Connector: Elbow 12">
            <a:extLst>
              <a:ext uri="{FF2B5EF4-FFF2-40B4-BE49-F238E27FC236}">
                <a16:creationId xmlns:a16="http://schemas.microsoft.com/office/drawing/2014/main" id="{38CA6B91-6F24-F3A1-5739-8970D1C15756}"/>
              </a:ext>
            </a:extLst>
          </p:cNvPr>
          <p:cNvCxnSpPr>
            <a:stCxn id="6" idx="2"/>
            <a:endCxn id="11" idx="0"/>
          </p:cNvCxnSpPr>
          <p:nvPr/>
        </p:nvCxnSpPr>
        <p:spPr>
          <a:xfrm rot="16200000" flipH="1">
            <a:off x="6892058" y="4400548"/>
            <a:ext cx="892464" cy="1"/>
          </a:xfrm>
          <a:prstGeom prst="bentConnector3">
            <a:avLst/>
          </a:prstGeom>
          <a:noFill/>
          <a:ln w="6350" cap="flat" cmpd="sng" algn="ctr">
            <a:solidFill>
              <a:srgbClr val="4E67C8"/>
            </a:solidFill>
            <a:prstDash val="solid"/>
            <a:miter lim="800000"/>
            <a:tailEnd type="triangle"/>
          </a:ln>
          <a:effectLst/>
        </p:spPr>
      </p:cxnSp>
      <p:cxnSp>
        <p:nvCxnSpPr>
          <p:cNvPr id="14" name="Connector: Elbow 13">
            <a:extLst>
              <a:ext uri="{FF2B5EF4-FFF2-40B4-BE49-F238E27FC236}">
                <a16:creationId xmlns:a16="http://schemas.microsoft.com/office/drawing/2014/main" id="{A729AECB-71DB-3B69-271E-9D8C01DDF96F}"/>
              </a:ext>
            </a:extLst>
          </p:cNvPr>
          <p:cNvCxnSpPr>
            <a:stCxn id="7" idx="2"/>
            <a:endCxn id="12" idx="0"/>
          </p:cNvCxnSpPr>
          <p:nvPr/>
        </p:nvCxnSpPr>
        <p:spPr>
          <a:xfrm rot="16200000" flipH="1">
            <a:off x="9382414" y="4338204"/>
            <a:ext cx="856673" cy="123536"/>
          </a:xfrm>
          <a:prstGeom prst="bentConnector3">
            <a:avLst/>
          </a:prstGeom>
          <a:noFill/>
          <a:ln w="6350" cap="flat" cmpd="sng" algn="ctr">
            <a:solidFill>
              <a:srgbClr val="4E67C8"/>
            </a:solidFill>
            <a:prstDash val="solid"/>
            <a:miter lim="800000"/>
            <a:tailEnd type="triangle"/>
          </a:ln>
          <a:effectLst/>
        </p:spPr>
      </p:cxnSp>
      <p:sp>
        <p:nvSpPr>
          <p:cNvPr id="15" name="Rectangle 14">
            <a:extLst>
              <a:ext uri="{FF2B5EF4-FFF2-40B4-BE49-F238E27FC236}">
                <a16:creationId xmlns:a16="http://schemas.microsoft.com/office/drawing/2014/main" id="{8137D824-B767-6D55-ACC8-B8B9FE76895A}"/>
              </a:ext>
            </a:extLst>
          </p:cNvPr>
          <p:cNvSpPr/>
          <p:nvPr/>
        </p:nvSpPr>
        <p:spPr>
          <a:xfrm>
            <a:off x="4544290" y="5837382"/>
            <a:ext cx="1399309" cy="517451"/>
          </a:xfrm>
          <a:prstGeom prst="rect">
            <a:avLst/>
          </a:prstGeom>
          <a:solidFill>
            <a:srgbClr val="F14124">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SYS</a:t>
            </a:r>
          </a:p>
        </p:txBody>
      </p:sp>
      <p:sp>
        <p:nvSpPr>
          <p:cNvPr id="16" name="Rectangle 15">
            <a:extLst>
              <a:ext uri="{FF2B5EF4-FFF2-40B4-BE49-F238E27FC236}">
                <a16:creationId xmlns:a16="http://schemas.microsoft.com/office/drawing/2014/main" id="{EF516C57-7745-1FE5-9227-E054E963BBC9}"/>
              </a:ext>
            </a:extLst>
          </p:cNvPr>
          <p:cNvSpPr/>
          <p:nvPr/>
        </p:nvSpPr>
        <p:spPr>
          <a:xfrm>
            <a:off x="3251200" y="5082309"/>
            <a:ext cx="997527" cy="68118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MIG</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1A9A7B03-0E45-C520-605C-FF4A229EC65B}"/>
              </a:ext>
            </a:extLst>
          </p:cNvPr>
          <p:cNvGrpSpPr/>
          <p:nvPr/>
        </p:nvGrpSpPr>
        <p:grpSpPr>
          <a:xfrm>
            <a:off x="7134383" y="5573524"/>
            <a:ext cx="284400" cy="60480"/>
            <a:chOff x="7134383" y="5573524"/>
            <a:chExt cx="284400" cy="60480"/>
          </a:xfrm>
        </p:grpSpPr>
        <mc:AlternateContent xmlns:mc="http://schemas.openxmlformats.org/markup-compatibility/2006" xmlns:p14="http://schemas.microsoft.com/office/powerpoint/2010/main">
          <mc:Choice Requires="p14">
            <p:contentPart p14:bwMode="auto" r:id="rId2">
              <p14:nvContentPartPr>
                <p14:cNvPr id="21" name="Ink 20">
                  <a:extLst>
                    <a:ext uri="{FF2B5EF4-FFF2-40B4-BE49-F238E27FC236}">
                      <a16:creationId xmlns:a16="http://schemas.microsoft.com/office/drawing/2014/main" id="{818FDB6C-5815-0A00-C001-BB777DFA20C5}"/>
                    </a:ext>
                  </a:extLst>
                </p14:cNvPr>
                <p14:cNvContentPartPr/>
                <p14:nvPr/>
              </p14:nvContentPartPr>
              <p14:xfrm>
                <a:off x="7134383" y="5573524"/>
                <a:ext cx="284400" cy="11880"/>
              </p14:xfrm>
            </p:contentPart>
          </mc:Choice>
          <mc:Fallback xmlns="">
            <p:pic>
              <p:nvPicPr>
                <p:cNvPr id="34" name="Ink 33">
                  <a:extLst>
                    <a:ext uri="{FF2B5EF4-FFF2-40B4-BE49-F238E27FC236}">
                      <a16:creationId xmlns:a16="http://schemas.microsoft.com/office/drawing/2014/main" id="{D2F3F907-6AC8-9E5B-18A3-032277223210}"/>
                    </a:ext>
                  </a:extLst>
                </p:cNvPr>
                <p:cNvPicPr/>
                <p:nvPr/>
              </p:nvPicPr>
              <p:blipFill>
                <a:blip r:embed="rId31"/>
                <a:stretch>
                  <a:fillRect/>
                </a:stretch>
              </p:blipFill>
              <p:spPr>
                <a:xfrm>
                  <a:off x="7125383" y="5564524"/>
                  <a:ext cx="30204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A4E8E2BB-AF00-7485-B4FF-D8C379630C01}"/>
                    </a:ext>
                  </a:extLst>
                </p14:cNvPr>
                <p14:cNvContentPartPr/>
                <p14:nvPr/>
              </p14:nvContentPartPr>
              <p14:xfrm>
                <a:off x="7157423" y="5623564"/>
                <a:ext cx="229680" cy="10440"/>
              </p14:xfrm>
            </p:contentPart>
          </mc:Choice>
          <mc:Fallback xmlns="">
            <p:pic>
              <p:nvPicPr>
                <p:cNvPr id="35" name="Ink 34">
                  <a:extLst>
                    <a:ext uri="{FF2B5EF4-FFF2-40B4-BE49-F238E27FC236}">
                      <a16:creationId xmlns:a16="http://schemas.microsoft.com/office/drawing/2014/main" id="{BD9170FC-C85B-7048-08A3-6118F66FD4D9}"/>
                    </a:ext>
                  </a:extLst>
                </p:cNvPr>
                <p:cNvPicPr/>
                <p:nvPr/>
              </p:nvPicPr>
              <p:blipFill>
                <a:blip r:embed="rId33"/>
                <a:stretch>
                  <a:fillRect/>
                </a:stretch>
              </p:blipFill>
              <p:spPr>
                <a:xfrm>
                  <a:off x="7148783" y="5614564"/>
                  <a:ext cx="247320" cy="28080"/>
                </a:xfrm>
                <a:prstGeom prst="rect">
                  <a:avLst/>
                </a:prstGeom>
              </p:spPr>
            </p:pic>
          </mc:Fallback>
        </mc:AlternateContent>
      </p:grpSp>
      <p:sp>
        <p:nvSpPr>
          <p:cNvPr id="26" name="Rectangle 25">
            <a:extLst>
              <a:ext uri="{FF2B5EF4-FFF2-40B4-BE49-F238E27FC236}">
                <a16:creationId xmlns:a16="http://schemas.microsoft.com/office/drawing/2014/main" id="{42AC1E59-BF40-61BD-2778-D1F7EEACDEDE}"/>
              </a:ext>
            </a:extLst>
          </p:cNvPr>
          <p:cNvSpPr/>
          <p:nvPr/>
        </p:nvSpPr>
        <p:spPr>
          <a:xfrm>
            <a:off x="693812" y="4365104"/>
            <a:ext cx="1422470" cy="717205"/>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Non-SAP</a:t>
            </a:r>
          </a:p>
        </p:txBody>
      </p:sp>
      <mc:AlternateContent xmlns:mc="http://schemas.openxmlformats.org/markup-compatibility/2006" xmlns:p14="http://schemas.microsoft.com/office/powerpoint/2010/main">
        <mc:Choice Requires="p14">
          <p:contentPart p14:bwMode="auto" r:id="rId34">
            <p14:nvContentPartPr>
              <p14:cNvPr id="17" name="Ink 16">
                <a:extLst>
                  <a:ext uri="{FF2B5EF4-FFF2-40B4-BE49-F238E27FC236}">
                    <a16:creationId xmlns:a16="http://schemas.microsoft.com/office/drawing/2014/main" id="{88F7F230-C806-6E21-22EE-26497A2D3C3A}"/>
                  </a:ext>
                </a:extLst>
              </p14:cNvPr>
              <p14:cNvContentPartPr/>
              <p14:nvPr/>
            </p14:nvContentPartPr>
            <p14:xfrm>
              <a:off x="7890015" y="2687710"/>
              <a:ext cx="1440" cy="1440"/>
            </p14:xfrm>
          </p:contentPart>
        </mc:Choice>
        <mc:Fallback xmlns="">
          <p:pic>
            <p:nvPicPr>
              <p:cNvPr id="17" name="Ink 16">
                <a:extLst>
                  <a:ext uri="{FF2B5EF4-FFF2-40B4-BE49-F238E27FC236}">
                    <a16:creationId xmlns:a16="http://schemas.microsoft.com/office/drawing/2014/main" id="{88F7F230-C806-6E21-22EE-26497A2D3C3A}"/>
                  </a:ext>
                </a:extLst>
              </p:cNvPr>
              <p:cNvPicPr/>
              <p:nvPr/>
            </p:nvPicPr>
            <p:blipFill>
              <a:blip r:embed="rId35"/>
              <a:stretch>
                <a:fillRect/>
              </a:stretch>
            </p:blipFill>
            <p:spPr>
              <a:xfrm>
                <a:off x="7881375" y="2678710"/>
                <a:ext cx="1908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9" name="Ink 18">
                <a:extLst>
                  <a:ext uri="{FF2B5EF4-FFF2-40B4-BE49-F238E27FC236}">
                    <a16:creationId xmlns:a16="http://schemas.microsoft.com/office/drawing/2014/main" id="{F8A38A04-72DA-E5DD-3E1D-FA2255FA567F}"/>
                  </a:ext>
                </a:extLst>
              </p14:cNvPr>
              <p14:cNvContentPartPr/>
              <p14:nvPr/>
            </p14:nvContentPartPr>
            <p14:xfrm>
              <a:off x="861840" y="1204560"/>
              <a:ext cx="9641880" cy="5313600"/>
            </p14:xfrm>
          </p:contentPart>
        </mc:Choice>
        <mc:Fallback>
          <p:pic>
            <p:nvPicPr>
              <p:cNvPr id="19" name="Ink 18">
                <a:extLst>
                  <a:ext uri="{FF2B5EF4-FFF2-40B4-BE49-F238E27FC236}">
                    <a16:creationId xmlns:a16="http://schemas.microsoft.com/office/drawing/2014/main" id="{F8A38A04-72DA-E5DD-3E1D-FA2255FA567F}"/>
                  </a:ext>
                </a:extLst>
              </p:cNvPr>
              <p:cNvPicPr/>
              <p:nvPr/>
            </p:nvPicPr>
            <p:blipFill>
              <a:blip r:embed="rId37"/>
              <a:stretch>
                <a:fillRect/>
              </a:stretch>
            </p:blipFill>
            <p:spPr>
              <a:xfrm>
                <a:off x="852480" y="1195200"/>
                <a:ext cx="9660600" cy="5332320"/>
              </a:xfrm>
              <a:prstGeom prst="rect">
                <a:avLst/>
              </a:prstGeom>
            </p:spPr>
          </p:pic>
        </mc:Fallback>
      </mc:AlternateContent>
    </p:spTree>
    <p:extLst>
      <p:ext uri="{BB962C8B-B14F-4D97-AF65-F5344CB8AC3E}">
        <p14:creationId xmlns:p14="http://schemas.microsoft.com/office/powerpoint/2010/main" val="1988133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3B2C1-2D72-48F5-D6C5-A17C95C8F7F8}"/>
              </a:ext>
            </a:extLst>
          </p:cNvPr>
          <p:cNvSpPr>
            <a:spLocks noGrp="1"/>
          </p:cNvSpPr>
          <p:nvPr>
            <p:ph type="title"/>
          </p:nvPr>
        </p:nvSpPr>
        <p:spPr/>
        <p:txBody>
          <a:bodyPr/>
          <a:lstStyle/>
          <a:p>
            <a:r>
              <a:rPr lang="en-US" dirty="0"/>
              <a:t>HDI Container</a:t>
            </a:r>
          </a:p>
        </p:txBody>
      </p:sp>
      <p:sp>
        <p:nvSpPr>
          <p:cNvPr id="3" name="TextBox 2">
            <a:extLst>
              <a:ext uri="{FF2B5EF4-FFF2-40B4-BE49-F238E27FC236}">
                <a16:creationId xmlns:a16="http://schemas.microsoft.com/office/drawing/2014/main" id="{7C36AE77-6D9D-323A-80AD-336A21B8B2E3}"/>
              </a:ext>
            </a:extLst>
          </p:cNvPr>
          <p:cNvSpPr txBox="1"/>
          <p:nvPr/>
        </p:nvSpPr>
        <p:spPr>
          <a:xfrm>
            <a:off x="164670" y="784925"/>
            <a:ext cx="11161643" cy="3970318"/>
          </a:xfrm>
          <a:prstGeom prst="rect">
            <a:avLst/>
          </a:prstGeom>
          <a:noFill/>
        </p:spPr>
        <p:txBody>
          <a:bodyPr wrap="square" rtlCol="0">
            <a:spAutoFit/>
          </a:bodyPr>
          <a:lstStyle/>
          <a:p>
            <a:pPr defTabSz="914400">
              <a:defRPr/>
            </a:pPr>
            <a:r>
              <a:rPr lang="en-US" sz="1800" dirty="0">
                <a:solidFill>
                  <a:schemeClr val="bg1"/>
                </a:solidFill>
                <a:latin typeface="Calibri"/>
              </a:rPr>
              <a:t>An HDI Container is also a </a:t>
            </a:r>
            <a:r>
              <a:rPr lang="en-US" sz="1800" b="1" dirty="0">
                <a:solidFill>
                  <a:schemeClr val="bg1"/>
                </a:solidFill>
                <a:latin typeface="Calibri"/>
              </a:rPr>
              <a:t>schema</a:t>
            </a:r>
            <a:r>
              <a:rPr lang="en-US" sz="1800" dirty="0">
                <a:solidFill>
                  <a:schemeClr val="bg1"/>
                </a:solidFill>
                <a:latin typeface="Calibri"/>
              </a:rPr>
              <a:t>. But it is managed differently from a normal schema.</a:t>
            </a:r>
          </a:p>
          <a:p>
            <a:pPr defTabSz="914400">
              <a:defRPr/>
            </a:pPr>
            <a:endParaRPr lang="en-US" sz="1800" b="1" dirty="0">
              <a:solidFill>
                <a:schemeClr val="bg1"/>
              </a:solidFill>
              <a:latin typeface="Calibri"/>
            </a:endParaRPr>
          </a:p>
          <a:p>
            <a:pPr defTabSz="914400">
              <a:defRPr/>
            </a:pPr>
            <a:r>
              <a:rPr lang="en-US" sz="1800" b="1" dirty="0">
                <a:solidFill>
                  <a:schemeClr val="bg1"/>
                </a:solidFill>
                <a:latin typeface="Calibri"/>
              </a:rPr>
              <a:t>Schema -- How its created?</a:t>
            </a:r>
          </a:p>
          <a:p>
            <a:pPr marL="342900" indent="-342900" defTabSz="914400">
              <a:buFontTx/>
              <a:buAutoNum type="arabicPeriod"/>
              <a:defRPr/>
            </a:pPr>
            <a:r>
              <a:rPr lang="en-US" sz="1800" dirty="0">
                <a:solidFill>
                  <a:schemeClr val="bg1"/>
                </a:solidFill>
                <a:latin typeface="Calibri"/>
              </a:rPr>
              <a:t>Manually create it in BTP</a:t>
            </a:r>
          </a:p>
          <a:p>
            <a:pPr marL="342900" indent="-342900" defTabSz="914400">
              <a:buFontTx/>
              <a:buAutoNum type="arabicPeriod"/>
              <a:defRPr/>
            </a:pPr>
            <a:r>
              <a:rPr lang="en-US" sz="1800" dirty="0">
                <a:solidFill>
                  <a:schemeClr val="bg1"/>
                </a:solidFill>
                <a:latin typeface="Calibri"/>
              </a:rPr>
              <a:t>Application Managed HDI Container (You as developer ONLY work with App, App will talk to HANA to create and manage this schema to store/read data internally)</a:t>
            </a:r>
          </a:p>
          <a:p>
            <a:pPr defTabSz="914400">
              <a:defRPr/>
            </a:pPr>
            <a:r>
              <a:rPr lang="en-US" sz="1800" dirty="0">
                <a:solidFill>
                  <a:schemeClr val="bg1"/>
                </a:solidFill>
                <a:latin typeface="Calibri"/>
              </a:rPr>
              <a:t>You cant access HDI Container using HANA Studio (Deprecated tool), We can use new SAP HANA Database Explorer, SAP HANA </a:t>
            </a:r>
            <a:r>
              <a:rPr lang="en-US" sz="1800" dirty="0" err="1">
                <a:solidFill>
                  <a:schemeClr val="bg1"/>
                </a:solidFill>
                <a:latin typeface="Calibri"/>
              </a:rPr>
              <a:t>WebIDE</a:t>
            </a:r>
            <a:r>
              <a:rPr lang="en-US" sz="1800" dirty="0">
                <a:solidFill>
                  <a:schemeClr val="bg1"/>
                </a:solidFill>
                <a:latin typeface="Calibri"/>
              </a:rPr>
              <a:t> for OP or BAS to access HDI Container.</a:t>
            </a:r>
          </a:p>
          <a:p>
            <a:pPr defTabSz="914400">
              <a:defRPr/>
            </a:pPr>
            <a:endParaRPr lang="en-US" sz="1800" dirty="0">
              <a:solidFill>
                <a:schemeClr val="bg1"/>
              </a:solidFill>
              <a:latin typeface="Calibri"/>
            </a:endParaRPr>
          </a:p>
          <a:p>
            <a:pPr defTabSz="914400">
              <a:defRPr/>
            </a:pPr>
            <a:r>
              <a:rPr lang="en-US" sz="1800" b="1" dirty="0">
                <a:solidFill>
                  <a:schemeClr val="bg1"/>
                </a:solidFill>
                <a:latin typeface="Calibri"/>
              </a:rPr>
              <a:t>HDI -- Who creates it?</a:t>
            </a:r>
          </a:p>
          <a:p>
            <a:pPr defTabSz="914400">
              <a:defRPr/>
            </a:pPr>
            <a:r>
              <a:rPr lang="en-US" sz="1800" dirty="0">
                <a:solidFill>
                  <a:schemeClr val="bg1"/>
                </a:solidFill>
                <a:latin typeface="Calibri"/>
              </a:rPr>
              <a:t>There is a new service in SAP HANA called SAP HDI (HANA Deployer Infrastructure) which is just a microservice responsible to managing the container. HDI Deployer is a component which is used to talk to this service from our app.</a:t>
            </a:r>
          </a:p>
          <a:p>
            <a:pPr defTabSz="914400"/>
            <a:endParaRPr lang="en-US" sz="1800" dirty="0">
              <a:solidFill>
                <a:schemeClr val="bg1"/>
              </a:solidFill>
              <a:latin typeface="Calibri"/>
            </a:endParaRP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E63756AE-9F09-AA7F-99DD-EFEAB5CC0A4E}"/>
                  </a:ext>
                </a:extLst>
              </p14:cNvPr>
              <p14:cNvContentPartPr/>
              <p14:nvPr/>
            </p14:nvContentPartPr>
            <p14:xfrm>
              <a:off x="909360" y="1880640"/>
              <a:ext cx="9489600" cy="4604040"/>
            </p14:xfrm>
          </p:contentPart>
        </mc:Choice>
        <mc:Fallback>
          <p:pic>
            <p:nvPicPr>
              <p:cNvPr id="5" name="Ink 4">
                <a:extLst>
                  <a:ext uri="{FF2B5EF4-FFF2-40B4-BE49-F238E27FC236}">
                    <a16:creationId xmlns:a16="http://schemas.microsoft.com/office/drawing/2014/main" id="{E63756AE-9F09-AA7F-99DD-EFEAB5CC0A4E}"/>
                  </a:ext>
                </a:extLst>
              </p:cNvPr>
              <p:cNvPicPr/>
              <p:nvPr/>
            </p:nvPicPr>
            <p:blipFill>
              <a:blip r:embed="rId3"/>
              <a:stretch>
                <a:fillRect/>
              </a:stretch>
            </p:blipFill>
            <p:spPr>
              <a:xfrm>
                <a:off x="900000" y="1871280"/>
                <a:ext cx="9508320" cy="4622760"/>
              </a:xfrm>
              <a:prstGeom prst="rect">
                <a:avLst/>
              </a:prstGeom>
            </p:spPr>
          </p:pic>
        </mc:Fallback>
      </mc:AlternateContent>
    </p:spTree>
    <p:extLst>
      <p:ext uri="{BB962C8B-B14F-4D97-AF65-F5344CB8AC3E}">
        <p14:creationId xmlns:p14="http://schemas.microsoft.com/office/powerpoint/2010/main" val="3636112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A2947-8BD4-1919-0AE6-C14C8F6FE0D7}"/>
              </a:ext>
            </a:extLst>
          </p:cNvPr>
          <p:cNvSpPr>
            <a:spLocks noGrp="1"/>
          </p:cNvSpPr>
          <p:nvPr>
            <p:ph type="title"/>
          </p:nvPr>
        </p:nvSpPr>
        <p:spPr/>
        <p:txBody>
          <a:bodyPr/>
          <a:lstStyle/>
          <a:p>
            <a:r>
              <a:rPr lang="en-US" dirty="0"/>
              <a:t>Hands on - Create HANA Cloud Instance</a:t>
            </a:r>
          </a:p>
        </p:txBody>
      </p:sp>
      <p:pic>
        <p:nvPicPr>
          <p:cNvPr id="3" name="Picture 2">
            <a:extLst>
              <a:ext uri="{FF2B5EF4-FFF2-40B4-BE49-F238E27FC236}">
                <a16:creationId xmlns:a16="http://schemas.microsoft.com/office/drawing/2014/main" id="{8CB5A8D5-EF9E-9286-069A-7C912612B43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8256" r="7337"/>
          <a:stretch/>
        </p:blipFill>
        <p:spPr bwMode="auto">
          <a:xfrm>
            <a:off x="190016" y="1702420"/>
            <a:ext cx="5174395" cy="183777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0653BBD-DA91-2996-8A54-0B82D95D8890}"/>
              </a:ext>
            </a:extLst>
          </p:cNvPr>
          <p:cNvSpPr txBox="1"/>
          <p:nvPr/>
        </p:nvSpPr>
        <p:spPr>
          <a:xfrm>
            <a:off x="261763" y="779090"/>
            <a:ext cx="5174395" cy="954107"/>
          </a:xfrm>
          <a:prstGeom prst="rect">
            <a:avLst/>
          </a:prstGeom>
          <a:noFill/>
        </p:spPr>
        <p:txBody>
          <a:bodyPr wrap="square" rtlCol="0">
            <a:spAutoFit/>
          </a:bodyPr>
          <a:lstStyle/>
          <a:p>
            <a:pPr marL="342900" indent="-342900" algn="just" defTabSz="914400">
              <a:buFontTx/>
              <a:buAutoNum type="arabicPeriod"/>
            </a:pPr>
            <a:r>
              <a:rPr lang="en-US" sz="1400" dirty="0">
                <a:solidFill>
                  <a:schemeClr val="bg1"/>
                </a:solidFill>
                <a:latin typeface="Calibri" panose="020F0502020204030204"/>
              </a:rPr>
              <a:t>Login to your trial and navigate to your </a:t>
            </a:r>
            <a:r>
              <a:rPr lang="en-US" sz="1400" b="1" dirty="0">
                <a:solidFill>
                  <a:schemeClr val="bg1"/>
                </a:solidFill>
                <a:latin typeface="Calibri" panose="020F0502020204030204"/>
              </a:rPr>
              <a:t>dev </a:t>
            </a:r>
            <a:r>
              <a:rPr lang="en-US" sz="1400" dirty="0">
                <a:solidFill>
                  <a:schemeClr val="bg1"/>
                </a:solidFill>
                <a:latin typeface="Calibri" panose="020F0502020204030204"/>
              </a:rPr>
              <a:t>space</a:t>
            </a:r>
          </a:p>
          <a:p>
            <a:pPr marL="342900" indent="-342900" algn="just" defTabSz="914400">
              <a:buFontTx/>
              <a:buAutoNum type="arabicPeriod"/>
            </a:pPr>
            <a:r>
              <a:rPr lang="en-US" sz="1400" dirty="0">
                <a:solidFill>
                  <a:schemeClr val="bg1"/>
                </a:solidFill>
                <a:latin typeface="Calibri" panose="020F0502020204030204"/>
              </a:rPr>
              <a:t>Select </a:t>
            </a:r>
            <a:r>
              <a:rPr lang="en-US" sz="1400" b="1" dirty="0">
                <a:solidFill>
                  <a:schemeClr val="bg1"/>
                </a:solidFill>
                <a:latin typeface="Calibri" panose="020F0502020204030204"/>
              </a:rPr>
              <a:t>SAP HANA Cloud</a:t>
            </a:r>
          </a:p>
          <a:p>
            <a:pPr marL="342900" indent="-342900" algn="just"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Manage SAP HANA Cloud </a:t>
            </a:r>
            <a:r>
              <a:rPr lang="en-US" sz="1400" dirty="0">
                <a:solidFill>
                  <a:schemeClr val="bg1"/>
                </a:solidFill>
                <a:latin typeface="Calibri" panose="020F0502020204030204"/>
              </a:rPr>
              <a:t>button to start the SAP HANA Cloud Central</a:t>
            </a:r>
          </a:p>
        </p:txBody>
      </p:sp>
      <p:pic>
        <p:nvPicPr>
          <p:cNvPr id="5" name="Picture 4">
            <a:extLst>
              <a:ext uri="{FF2B5EF4-FFF2-40B4-BE49-F238E27FC236}">
                <a16:creationId xmlns:a16="http://schemas.microsoft.com/office/drawing/2014/main" id="{CE3EF897-818D-A144-9DAA-ED76C105C49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6" t="15296"/>
          <a:stretch/>
        </p:blipFill>
        <p:spPr bwMode="auto">
          <a:xfrm>
            <a:off x="6674485" y="1527830"/>
            <a:ext cx="4543262" cy="1978350"/>
          </a:xfrm>
          <a:prstGeom prst="rect">
            <a:avLst/>
          </a:prstGeom>
          <a:noFill/>
          <a:extLst>
            <a:ext uri="{909E8E84-426E-40DD-AFC4-6F175D3DCCD1}">
              <a14:hiddenFill xmlns:a14="http://schemas.microsoft.com/office/drawing/2010/main">
                <a:solidFill>
                  <a:srgbClr val="FFFFFF"/>
                </a:solidFill>
              </a14:hiddenFill>
            </a:ext>
          </a:extLst>
        </p:spPr>
      </p:pic>
      <p:sp>
        <p:nvSpPr>
          <p:cNvPr id="6" name="Arrow: Chevron 5">
            <a:extLst>
              <a:ext uri="{FF2B5EF4-FFF2-40B4-BE49-F238E27FC236}">
                <a16:creationId xmlns:a16="http://schemas.microsoft.com/office/drawing/2014/main" id="{F9ED8215-03AA-D8FB-EE7A-028B143BC7BD}"/>
              </a:ext>
            </a:extLst>
          </p:cNvPr>
          <p:cNvSpPr/>
          <p:nvPr/>
        </p:nvSpPr>
        <p:spPr>
          <a:xfrm>
            <a:off x="5617029" y="1733197"/>
            <a:ext cx="296160" cy="590450"/>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sp>
        <p:nvSpPr>
          <p:cNvPr id="7" name="Arrow: Chevron 6">
            <a:extLst>
              <a:ext uri="{FF2B5EF4-FFF2-40B4-BE49-F238E27FC236}">
                <a16:creationId xmlns:a16="http://schemas.microsoft.com/office/drawing/2014/main" id="{65EBF26E-6D84-D4F3-490D-2C8E2ECA0675}"/>
              </a:ext>
            </a:extLst>
          </p:cNvPr>
          <p:cNvSpPr/>
          <p:nvPr/>
        </p:nvSpPr>
        <p:spPr>
          <a:xfrm rot="5400000">
            <a:off x="8770215" y="3566145"/>
            <a:ext cx="351801" cy="474214"/>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pic>
        <p:nvPicPr>
          <p:cNvPr id="8" name="Picture 6">
            <a:extLst>
              <a:ext uri="{FF2B5EF4-FFF2-40B4-BE49-F238E27FC236}">
                <a16:creationId xmlns:a16="http://schemas.microsoft.com/office/drawing/2014/main" id="{462670FC-3E42-A072-DD2C-754FA0F8C92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4485" y="4017448"/>
            <a:ext cx="4805728" cy="265191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0BE4A37-E533-D631-EC68-7557BDA35E2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2614" y="3938076"/>
            <a:ext cx="5328976" cy="2701263"/>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Chevron 9">
            <a:extLst>
              <a:ext uri="{FF2B5EF4-FFF2-40B4-BE49-F238E27FC236}">
                <a16:creationId xmlns:a16="http://schemas.microsoft.com/office/drawing/2014/main" id="{35D2515A-A0D2-B87A-B280-CC3F1560B881}"/>
              </a:ext>
            </a:extLst>
          </p:cNvPr>
          <p:cNvSpPr/>
          <p:nvPr/>
        </p:nvSpPr>
        <p:spPr>
          <a:xfrm rot="10800000">
            <a:off x="5926368" y="5151312"/>
            <a:ext cx="296160" cy="590450"/>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24B66864-1F90-CAC7-3886-475219B67685}"/>
              </a:ext>
            </a:extLst>
          </p:cNvPr>
          <p:cNvCxnSpPr/>
          <p:nvPr/>
        </p:nvCxnSpPr>
        <p:spPr>
          <a:xfrm>
            <a:off x="190016" y="3753010"/>
            <a:ext cx="5915500" cy="0"/>
          </a:xfrm>
          <a:prstGeom prst="line">
            <a:avLst/>
          </a:prstGeom>
          <a:noFill/>
          <a:ln w="6350" cap="flat" cmpd="sng" algn="ctr">
            <a:solidFill>
              <a:srgbClr val="4E67C8"/>
            </a:solidFill>
            <a:prstDash val="solid"/>
            <a:miter lim="800000"/>
          </a:ln>
          <a:effectLst/>
        </p:spPr>
      </p:cxnSp>
      <p:sp>
        <p:nvSpPr>
          <p:cNvPr id="12" name="TextBox 11">
            <a:extLst>
              <a:ext uri="{FF2B5EF4-FFF2-40B4-BE49-F238E27FC236}">
                <a16:creationId xmlns:a16="http://schemas.microsoft.com/office/drawing/2014/main" id="{A38502F2-40B4-4D81-DD19-83B489ECC97A}"/>
              </a:ext>
            </a:extLst>
          </p:cNvPr>
          <p:cNvSpPr txBox="1"/>
          <p:nvPr/>
        </p:nvSpPr>
        <p:spPr>
          <a:xfrm>
            <a:off x="6105516" y="779090"/>
            <a:ext cx="5681200" cy="738664"/>
          </a:xfrm>
          <a:prstGeom prst="rect">
            <a:avLst/>
          </a:prstGeom>
          <a:noFill/>
        </p:spPr>
        <p:txBody>
          <a:bodyPr wrap="square" rtlCol="0">
            <a:spAutoFit/>
          </a:bodyPr>
          <a:lstStyle/>
          <a:p>
            <a:pPr marL="342900" indent="-342900"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Create </a:t>
            </a:r>
            <a:r>
              <a:rPr lang="en-US" sz="1400" dirty="0">
                <a:solidFill>
                  <a:schemeClr val="bg1"/>
                </a:solidFill>
                <a:latin typeface="Calibri" panose="020F0502020204030204"/>
              </a:rPr>
              <a:t>button to start the wizard</a:t>
            </a:r>
          </a:p>
          <a:p>
            <a:pPr marL="342900" indent="-342900" defTabSz="914400">
              <a:buFontTx/>
              <a:buAutoNum type="arabicPeriod"/>
            </a:pPr>
            <a:r>
              <a:rPr lang="en-US" sz="1400" dirty="0">
                <a:solidFill>
                  <a:schemeClr val="bg1"/>
                </a:solidFill>
                <a:latin typeface="Calibri" panose="020F0502020204030204"/>
              </a:rPr>
              <a:t>Select the SAP HANA Cloud instance Type to create</a:t>
            </a:r>
          </a:p>
          <a:p>
            <a:pPr marL="342900" indent="-342900"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Next Step </a:t>
            </a:r>
            <a:r>
              <a:rPr lang="en-US" sz="1400" dirty="0">
                <a:solidFill>
                  <a:schemeClr val="bg1"/>
                </a:solidFill>
                <a:latin typeface="Calibri" panose="020F0502020204030204"/>
              </a:rPr>
              <a:t>button to continue</a:t>
            </a:r>
          </a:p>
        </p:txBody>
      </p:sp>
    </p:spTree>
    <p:extLst>
      <p:ext uri="{BB962C8B-B14F-4D97-AF65-F5344CB8AC3E}">
        <p14:creationId xmlns:p14="http://schemas.microsoft.com/office/powerpoint/2010/main" val="3235868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2AF90-E623-BB88-6CCD-1830BB1A34D7}"/>
              </a:ext>
            </a:extLst>
          </p:cNvPr>
          <p:cNvSpPr>
            <a:spLocks noGrp="1"/>
          </p:cNvSpPr>
          <p:nvPr>
            <p:ph type="title"/>
          </p:nvPr>
        </p:nvSpPr>
        <p:spPr/>
        <p:txBody>
          <a:bodyPr/>
          <a:lstStyle/>
          <a:p>
            <a:r>
              <a:rPr lang="en-IN" dirty="0"/>
              <a:t>Design time</a:t>
            </a:r>
          </a:p>
        </p:txBody>
      </p:sp>
      <mc:AlternateContent xmlns:mc="http://schemas.openxmlformats.org/markup-compatibility/2006" xmlns:p14="http://schemas.microsoft.com/office/powerpoint/2010/main">
        <mc:Choice Requires="p14">
          <p:contentPart p14:bwMode="auto" r:id="rId2">
            <p14:nvContentPartPr>
              <p14:cNvPr id="199" name="Ink 198">
                <a:extLst>
                  <a:ext uri="{FF2B5EF4-FFF2-40B4-BE49-F238E27FC236}">
                    <a16:creationId xmlns:a16="http://schemas.microsoft.com/office/drawing/2014/main" id="{92AA2931-853A-434B-3245-46E773FF9620}"/>
                  </a:ext>
                </a:extLst>
              </p14:cNvPr>
              <p14:cNvContentPartPr/>
              <p14:nvPr/>
            </p14:nvContentPartPr>
            <p14:xfrm>
              <a:off x="7565558" y="5648903"/>
              <a:ext cx="360" cy="360"/>
            </p14:xfrm>
          </p:contentPart>
        </mc:Choice>
        <mc:Fallback xmlns="">
          <p:pic>
            <p:nvPicPr>
              <p:cNvPr id="199" name="Ink 198">
                <a:extLst>
                  <a:ext uri="{FF2B5EF4-FFF2-40B4-BE49-F238E27FC236}">
                    <a16:creationId xmlns:a16="http://schemas.microsoft.com/office/drawing/2014/main" id="{92AA2931-853A-434B-3245-46E773FF9620}"/>
                  </a:ext>
                </a:extLst>
              </p:cNvPr>
              <p:cNvPicPr/>
              <p:nvPr/>
            </p:nvPicPr>
            <p:blipFill>
              <a:blip r:embed="rId117"/>
              <a:stretch>
                <a:fillRect/>
              </a:stretch>
            </p:blipFill>
            <p:spPr>
              <a:xfrm>
                <a:off x="7556918" y="5640263"/>
                <a:ext cx="18000" cy="18000"/>
              </a:xfrm>
              <a:prstGeom prst="rect">
                <a:avLst/>
              </a:prstGeom>
            </p:spPr>
          </p:pic>
        </mc:Fallback>
      </mc:AlternateContent>
      <p:pic>
        <p:nvPicPr>
          <p:cNvPr id="1026" name="Picture 2" descr="PNG Mickey Mouse Disney Round Logo | Citypng">
            <a:extLst>
              <a:ext uri="{FF2B5EF4-FFF2-40B4-BE49-F238E27FC236}">
                <a16:creationId xmlns:a16="http://schemas.microsoft.com/office/drawing/2014/main" id="{DEDB62D9-B2D4-A2EA-45E3-94F4A10FBC9F}"/>
              </a:ext>
            </a:extLst>
          </p:cNvPr>
          <p:cNvPicPr>
            <a:picLocks noChangeAspect="1" noChangeArrowheads="1"/>
          </p:cNvPicPr>
          <p:nvPr/>
        </p:nvPicPr>
        <p:blipFill>
          <a:blip r:embed="rId118" cstate="print">
            <a:extLst>
              <a:ext uri="{28A0092B-C50C-407E-A947-70E740481C1C}">
                <a14:useLocalDpi xmlns:a14="http://schemas.microsoft.com/office/drawing/2010/main" val="0"/>
              </a:ext>
            </a:extLst>
          </a:blip>
          <a:srcRect/>
          <a:stretch>
            <a:fillRect/>
          </a:stretch>
        </p:blipFill>
        <p:spPr bwMode="auto">
          <a:xfrm>
            <a:off x="9334772" y="2488444"/>
            <a:ext cx="504056" cy="50405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onald duck cartoon 22026266 Vector Art at Vecteezy">
            <a:extLst>
              <a:ext uri="{FF2B5EF4-FFF2-40B4-BE49-F238E27FC236}">
                <a16:creationId xmlns:a16="http://schemas.microsoft.com/office/drawing/2014/main" id="{46010C6D-1E6A-668E-8F6A-1479DAB4A063}"/>
              </a:ext>
            </a:extLst>
          </p:cNvPr>
          <p:cNvPicPr>
            <a:picLocks noChangeAspect="1" noChangeArrowheads="1"/>
          </p:cNvPicPr>
          <p:nvPr/>
        </p:nvPicPr>
        <p:blipFill>
          <a:blip r:embed="rId119" cstate="print">
            <a:extLst>
              <a:ext uri="{28A0092B-C50C-407E-A947-70E740481C1C}">
                <a14:useLocalDpi xmlns:a14="http://schemas.microsoft.com/office/drawing/2010/main" val="0"/>
              </a:ext>
            </a:extLst>
          </a:blip>
          <a:srcRect/>
          <a:stretch>
            <a:fillRect/>
          </a:stretch>
        </p:blipFill>
        <p:spPr bwMode="auto">
          <a:xfrm>
            <a:off x="9406780" y="3613473"/>
            <a:ext cx="503590" cy="50405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120">
            <p14:nvContentPartPr>
              <p14:cNvPr id="15" name="Ink 14">
                <a:extLst>
                  <a:ext uri="{FF2B5EF4-FFF2-40B4-BE49-F238E27FC236}">
                    <a16:creationId xmlns:a16="http://schemas.microsoft.com/office/drawing/2014/main" id="{524E97A3-FA0F-91E8-FFB3-E4A99F15FBC9}"/>
                  </a:ext>
                </a:extLst>
              </p14:cNvPr>
              <p14:cNvContentPartPr/>
              <p14:nvPr/>
            </p14:nvContentPartPr>
            <p14:xfrm>
              <a:off x="476280" y="247680"/>
              <a:ext cx="11527200" cy="5489640"/>
            </p14:xfrm>
          </p:contentPart>
        </mc:Choice>
        <mc:Fallback>
          <p:pic>
            <p:nvPicPr>
              <p:cNvPr id="15" name="Ink 14">
                <a:extLst>
                  <a:ext uri="{FF2B5EF4-FFF2-40B4-BE49-F238E27FC236}">
                    <a16:creationId xmlns:a16="http://schemas.microsoft.com/office/drawing/2014/main" id="{524E97A3-FA0F-91E8-FFB3-E4A99F15FBC9}"/>
                  </a:ext>
                </a:extLst>
              </p:cNvPr>
              <p:cNvPicPr/>
              <p:nvPr/>
            </p:nvPicPr>
            <p:blipFill>
              <a:blip r:embed="rId121"/>
              <a:stretch>
                <a:fillRect/>
              </a:stretch>
            </p:blipFill>
            <p:spPr>
              <a:xfrm>
                <a:off x="466920" y="238320"/>
                <a:ext cx="11545920" cy="5508360"/>
              </a:xfrm>
              <a:prstGeom prst="rect">
                <a:avLst/>
              </a:prstGeom>
            </p:spPr>
          </p:pic>
        </mc:Fallback>
      </mc:AlternateContent>
      <p:grpSp>
        <p:nvGrpSpPr>
          <p:cNvPr id="1120" name="Group 1119">
            <a:extLst>
              <a:ext uri="{FF2B5EF4-FFF2-40B4-BE49-F238E27FC236}">
                <a16:creationId xmlns:a16="http://schemas.microsoft.com/office/drawing/2014/main" id="{D0E92355-B075-95DC-C5CB-3166940D8761}"/>
              </a:ext>
            </a:extLst>
          </p:cNvPr>
          <p:cNvGrpSpPr/>
          <p:nvPr/>
        </p:nvGrpSpPr>
        <p:grpSpPr>
          <a:xfrm>
            <a:off x="248558" y="4388183"/>
            <a:ext cx="7155360" cy="1906560"/>
            <a:chOff x="248558" y="4388183"/>
            <a:chExt cx="7155360" cy="1906560"/>
          </a:xfrm>
        </p:grpSpPr>
        <mc:AlternateContent xmlns:mc="http://schemas.openxmlformats.org/markup-compatibility/2006">
          <mc:Choice xmlns:p14="http://schemas.microsoft.com/office/powerpoint/2010/main" Requires="p14">
            <p:contentPart p14:bwMode="auto" r:id="rId122">
              <p14:nvContentPartPr>
                <p14:cNvPr id="31" name="Ink 30">
                  <a:extLst>
                    <a:ext uri="{FF2B5EF4-FFF2-40B4-BE49-F238E27FC236}">
                      <a16:creationId xmlns:a16="http://schemas.microsoft.com/office/drawing/2014/main" id="{37620939-E099-BAA1-7B61-AC1C9CD2B962}"/>
                    </a:ext>
                  </a:extLst>
                </p14:cNvPr>
                <p14:cNvContentPartPr/>
                <p14:nvPr/>
              </p14:nvContentPartPr>
              <p14:xfrm>
                <a:off x="6281438" y="5266943"/>
                <a:ext cx="6840" cy="1440"/>
              </p14:xfrm>
            </p:contentPart>
          </mc:Choice>
          <mc:Fallback>
            <p:pic>
              <p:nvPicPr>
                <p:cNvPr id="31" name="Ink 30">
                  <a:extLst>
                    <a:ext uri="{FF2B5EF4-FFF2-40B4-BE49-F238E27FC236}">
                      <a16:creationId xmlns:a16="http://schemas.microsoft.com/office/drawing/2014/main" id="{37620939-E099-BAA1-7B61-AC1C9CD2B962}"/>
                    </a:ext>
                  </a:extLst>
                </p:cNvPr>
                <p:cNvPicPr/>
                <p:nvPr/>
              </p:nvPicPr>
              <p:blipFill>
                <a:blip r:embed="rId123"/>
                <a:stretch>
                  <a:fillRect/>
                </a:stretch>
              </p:blipFill>
              <p:spPr>
                <a:xfrm>
                  <a:off x="6272798" y="5258303"/>
                  <a:ext cx="2448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32" name="Ink 31">
                  <a:extLst>
                    <a:ext uri="{FF2B5EF4-FFF2-40B4-BE49-F238E27FC236}">
                      <a16:creationId xmlns:a16="http://schemas.microsoft.com/office/drawing/2014/main" id="{74B5B052-FC28-D3CA-7BEC-A1A7B04593BC}"/>
                    </a:ext>
                  </a:extLst>
                </p14:cNvPr>
                <p14:cNvContentPartPr/>
                <p14:nvPr/>
              </p14:nvContentPartPr>
              <p14:xfrm>
                <a:off x="6092798" y="5071463"/>
                <a:ext cx="1301400" cy="334440"/>
              </p14:xfrm>
            </p:contentPart>
          </mc:Choice>
          <mc:Fallback>
            <p:pic>
              <p:nvPicPr>
                <p:cNvPr id="32" name="Ink 31">
                  <a:extLst>
                    <a:ext uri="{FF2B5EF4-FFF2-40B4-BE49-F238E27FC236}">
                      <a16:creationId xmlns:a16="http://schemas.microsoft.com/office/drawing/2014/main" id="{74B5B052-FC28-D3CA-7BEC-A1A7B04593BC}"/>
                    </a:ext>
                  </a:extLst>
                </p:cNvPr>
                <p:cNvPicPr/>
                <p:nvPr/>
              </p:nvPicPr>
              <p:blipFill>
                <a:blip r:embed="rId125"/>
                <a:stretch>
                  <a:fillRect/>
                </a:stretch>
              </p:blipFill>
              <p:spPr>
                <a:xfrm>
                  <a:off x="6083798" y="5062823"/>
                  <a:ext cx="1319040" cy="35208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38" name="Ink 37">
                  <a:extLst>
                    <a:ext uri="{FF2B5EF4-FFF2-40B4-BE49-F238E27FC236}">
                      <a16:creationId xmlns:a16="http://schemas.microsoft.com/office/drawing/2014/main" id="{D7AA5A45-24C0-3071-4D04-E41E249D72E9}"/>
                    </a:ext>
                  </a:extLst>
                </p14:cNvPr>
                <p14:cNvContentPartPr/>
                <p14:nvPr/>
              </p14:nvContentPartPr>
              <p14:xfrm>
                <a:off x="6125198" y="5329583"/>
                <a:ext cx="1278720" cy="965160"/>
              </p14:xfrm>
            </p:contentPart>
          </mc:Choice>
          <mc:Fallback>
            <p:pic>
              <p:nvPicPr>
                <p:cNvPr id="38" name="Ink 37">
                  <a:extLst>
                    <a:ext uri="{FF2B5EF4-FFF2-40B4-BE49-F238E27FC236}">
                      <a16:creationId xmlns:a16="http://schemas.microsoft.com/office/drawing/2014/main" id="{D7AA5A45-24C0-3071-4D04-E41E249D72E9}"/>
                    </a:ext>
                  </a:extLst>
                </p:cNvPr>
                <p:cNvPicPr/>
                <p:nvPr/>
              </p:nvPicPr>
              <p:blipFill>
                <a:blip r:embed="rId127"/>
                <a:stretch>
                  <a:fillRect/>
                </a:stretch>
              </p:blipFill>
              <p:spPr>
                <a:xfrm>
                  <a:off x="6116198" y="5320583"/>
                  <a:ext cx="1296360" cy="9828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46" name="Ink 45">
                  <a:extLst>
                    <a:ext uri="{FF2B5EF4-FFF2-40B4-BE49-F238E27FC236}">
                      <a16:creationId xmlns:a16="http://schemas.microsoft.com/office/drawing/2014/main" id="{DAAB598D-569D-9B05-15F8-B3A65C66A2E4}"/>
                    </a:ext>
                  </a:extLst>
                </p14:cNvPr>
                <p14:cNvContentPartPr/>
                <p14:nvPr/>
              </p14:nvContentPartPr>
              <p14:xfrm>
                <a:off x="7273958" y="5292143"/>
                <a:ext cx="66600" cy="947160"/>
              </p14:xfrm>
            </p:contentPart>
          </mc:Choice>
          <mc:Fallback>
            <p:pic>
              <p:nvPicPr>
                <p:cNvPr id="46" name="Ink 45">
                  <a:extLst>
                    <a:ext uri="{FF2B5EF4-FFF2-40B4-BE49-F238E27FC236}">
                      <a16:creationId xmlns:a16="http://schemas.microsoft.com/office/drawing/2014/main" id="{DAAB598D-569D-9B05-15F8-B3A65C66A2E4}"/>
                    </a:ext>
                  </a:extLst>
                </p:cNvPr>
                <p:cNvPicPr/>
                <p:nvPr/>
              </p:nvPicPr>
              <p:blipFill>
                <a:blip r:embed="rId129"/>
                <a:stretch>
                  <a:fillRect/>
                </a:stretch>
              </p:blipFill>
              <p:spPr>
                <a:xfrm>
                  <a:off x="7265318" y="5283503"/>
                  <a:ext cx="84240" cy="9648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49" name="Ink 48">
                  <a:extLst>
                    <a:ext uri="{FF2B5EF4-FFF2-40B4-BE49-F238E27FC236}">
                      <a16:creationId xmlns:a16="http://schemas.microsoft.com/office/drawing/2014/main" id="{4EDAE415-AD43-A1CF-BF19-8C2848061890}"/>
                    </a:ext>
                  </a:extLst>
                </p14:cNvPr>
                <p14:cNvContentPartPr/>
                <p14:nvPr/>
              </p14:nvContentPartPr>
              <p14:xfrm>
                <a:off x="6420398" y="5584103"/>
                <a:ext cx="141840" cy="294840"/>
              </p14:xfrm>
            </p:contentPart>
          </mc:Choice>
          <mc:Fallback>
            <p:pic>
              <p:nvPicPr>
                <p:cNvPr id="49" name="Ink 48">
                  <a:extLst>
                    <a:ext uri="{FF2B5EF4-FFF2-40B4-BE49-F238E27FC236}">
                      <a16:creationId xmlns:a16="http://schemas.microsoft.com/office/drawing/2014/main" id="{4EDAE415-AD43-A1CF-BF19-8C2848061890}"/>
                    </a:ext>
                  </a:extLst>
                </p:cNvPr>
                <p:cNvPicPr/>
                <p:nvPr/>
              </p:nvPicPr>
              <p:blipFill>
                <a:blip r:embed="rId131"/>
                <a:stretch>
                  <a:fillRect/>
                </a:stretch>
              </p:blipFill>
              <p:spPr>
                <a:xfrm>
                  <a:off x="6411398" y="5575463"/>
                  <a:ext cx="159480" cy="3124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52" name="Ink 51">
                  <a:extLst>
                    <a:ext uri="{FF2B5EF4-FFF2-40B4-BE49-F238E27FC236}">
                      <a16:creationId xmlns:a16="http://schemas.microsoft.com/office/drawing/2014/main" id="{A2D8C809-6876-3272-D62E-B6D53F01FA8E}"/>
                    </a:ext>
                  </a:extLst>
                </p14:cNvPr>
                <p14:cNvContentPartPr/>
                <p14:nvPr/>
              </p14:nvContentPartPr>
              <p14:xfrm>
                <a:off x="6613358" y="5684183"/>
                <a:ext cx="93240" cy="154080"/>
              </p14:xfrm>
            </p:contentPart>
          </mc:Choice>
          <mc:Fallback>
            <p:pic>
              <p:nvPicPr>
                <p:cNvPr id="52" name="Ink 51">
                  <a:extLst>
                    <a:ext uri="{FF2B5EF4-FFF2-40B4-BE49-F238E27FC236}">
                      <a16:creationId xmlns:a16="http://schemas.microsoft.com/office/drawing/2014/main" id="{A2D8C809-6876-3272-D62E-B6D53F01FA8E}"/>
                    </a:ext>
                  </a:extLst>
                </p:cNvPr>
                <p:cNvPicPr/>
                <p:nvPr/>
              </p:nvPicPr>
              <p:blipFill>
                <a:blip r:embed="rId133"/>
                <a:stretch>
                  <a:fillRect/>
                </a:stretch>
              </p:blipFill>
              <p:spPr>
                <a:xfrm>
                  <a:off x="6604718" y="5675183"/>
                  <a:ext cx="11088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58" name="Ink 57">
                  <a:extLst>
                    <a:ext uri="{FF2B5EF4-FFF2-40B4-BE49-F238E27FC236}">
                      <a16:creationId xmlns:a16="http://schemas.microsoft.com/office/drawing/2014/main" id="{86028553-79F8-1646-5CDE-A42D5CEC7C7D}"/>
                    </a:ext>
                  </a:extLst>
                </p14:cNvPr>
                <p14:cNvContentPartPr/>
                <p14:nvPr/>
              </p14:nvContentPartPr>
              <p14:xfrm>
                <a:off x="6745118" y="5693183"/>
                <a:ext cx="108000" cy="130320"/>
              </p14:xfrm>
            </p:contentPart>
          </mc:Choice>
          <mc:Fallback>
            <p:pic>
              <p:nvPicPr>
                <p:cNvPr id="58" name="Ink 57">
                  <a:extLst>
                    <a:ext uri="{FF2B5EF4-FFF2-40B4-BE49-F238E27FC236}">
                      <a16:creationId xmlns:a16="http://schemas.microsoft.com/office/drawing/2014/main" id="{86028553-79F8-1646-5CDE-A42D5CEC7C7D}"/>
                    </a:ext>
                  </a:extLst>
                </p:cNvPr>
                <p:cNvPicPr/>
                <p:nvPr/>
              </p:nvPicPr>
              <p:blipFill>
                <a:blip r:embed="rId135"/>
                <a:stretch>
                  <a:fillRect/>
                </a:stretch>
              </p:blipFill>
              <p:spPr>
                <a:xfrm>
                  <a:off x="6736118" y="5684543"/>
                  <a:ext cx="12564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59" name="Ink 58">
                  <a:extLst>
                    <a:ext uri="{FF2B5EF4-FFF2-40B4-BE49-F238E27FC236}">
                      <a16:creationId xmlns:a16="http://schemas.microsoft.com/office/drawing/2014/main" id="{DD75A6D4-DF1C-89B2-872C-E20D4919E1F9}"/>
                    </a:ext>
                  </a:extLst>
                </p14:cNvPr>
                <p14:cNvContentPartPr/>
                <p14:nvPr/>
              </p14:nvContentPartPr>
              <p14:xfrm>
                <a:off x="6945278" y="5667623"/>
                <a:ext cx="135000" cy="151200"/>
              </p14:xfrm>
            </p:contentPart>
          </mc:Choice>
          <mc:Fallback>
            <p:pic>
              <p:nvPicPr>
                <p:cNvPr id="59" name="Ink 58">
                  <a:extLst>
                    <a:ext uri="{FF2B5EF4-FFF2-40B4-BE49-F238E27FC236}">
                      <a16:creationId xmlns:a16="http://schemas.microsoft.com/office/drawing/2014/main" id="{DD75A6D4-DF1C-89B2-872C-E20D4919E1F9}"/>
                    </a:ext>
                  </a:extLst>
                </p:cNvPr>
                <p:cNvPicPr/>
                <p:nvPr/>
              </p:nvPicPr>
              <p:blipFill>
                <a:blip r:embed="rId137"/>
                <a:stretch>
                  <a:fillRect/>
                </a:stretch>
              </p:blipFill>
              <p:spPr>
                <a:xfrm>
                  <a:off x="6936278" y="5658983"/>
                  <a:ext cx="15264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032" name="Ink 1031">
                  <a:extLst>
                    <a:ext uri="{FF2B5EF4-FFF2-40B4-BE49-F238E27FC236}">
                      <a16:creationId xmlns:a16="http://schemas.microsoft.com/office/drawing/2014/main" id="{CB070474-53C6-F644-1422-CE85E7890F5C}"/>
                    </a:ext>
                  </a:extLst>
                </p14:cNvPr>
                <p14:cNvContentPartPr/>
                <p14:nvPr/>
              </p14:nvContentPartPr>
              <p14:xfrm>
                <a:off x="3637958" y="5280263"/>
                <a:ext cx="35640" cy="22680"/>
              </p14:xfrm>
            </p:contentPart>
          </mc:Choice>
          <mc:Fallback>
            <p:pic>
              <p:nvPicPr>
                <p:cNvPr id="1032" name="Ink 1031">
                  <a:extLst>
                    <a:ext uri="{FF2B5EF4-FFF2-40B4-BE49-F238E27FC236}">
                      <a16:creationId xmlns:a16="http://schemas.microsoft.com/office/drawing/2014/main" id="{CB070474-53C6-F644-1422-CE85E7890F5C}"/>
                    </a:ext>
                  </a:extLst>
                </p:cNvPr>
                <p:cNvPicPr/>
                <p:nvPr/>
              </p:nvPicPr>
              <p:blipFill>
                <a:blip r:embed="rId139"/>
                <a:stretch>
                  <a:fillRect/>
                </a:stretch>
              </p:blipFill>
              <p:spPr>
                <a:xfrm>
                  <a:off x="3629318" y="5271623"/>
                  <a:ext cx="5328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035" name="Ink 1034">
                  <a:extLst>
                    <a:ext uri="{FF2B5EF4-FFF2-40B4-BE49-F238E27FC236}">
                      <a16:creationId xmlns:a16="http://schemas.microsoft.com/office/drawing/2014/main" id="{06E99BB2-D800-888C-9166-43AACD5A5593}"/>
                    </a:ext>
                  </a:extLst>
                </p14:cNvPr>
                <p14:cNvContentPartPr/>
                <p14:nvPr/>
              </p14:nvContentPartPr>
              <p14:xfrm>
                <a:off x="3751358" y="5135903"/>
                <a:ext cx="150480" cy="204120"/>
              </p14:xfrm>
            </p:contentPart>
          </mc:Choice>
          <mc:Fallback>
            <p:pic>
              <p:nvPicPr>
                <p:cNvPr id="1035" name="Ink 1034">
                  <a:extLst>
                    <a:ext uri="{FF2B5EF4-FFF2-40B4-BE49-F238E27FC236}">
                      <a16:creationId xmlns:a16="http://schemas.microsoft.com/office/drawing/2014/main" id="{06E99BB2-D800-888C-9166-43AACD5A5593}"/>
                    </a:ext>
                  </a:extLst>
                </p:cNvPr>
                <p:cNvPicPr/>
                <p:nvPr/>
              </p:nvPicPr>
              <p:blipFill>
                <a:blip r:embed="rId141"/>
                <a:stretch>
                  <a:fillRect/>
                </a:stretch>
              </p:blipFill>
              <p:spPr>
                <a:xfrm>
                  <a:off x="3742718" y="5127263"/>
                  <a:ext cx="16812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038" name="Ink 1037">
                  <a:extLst>
                    <a:ext uri="{FF2B5EF4-FFF2-40B4-BE49-F238E27FC236}">
                      <a16:creationId xmlns:a16="http://schemas.microsoft.com/office/drawing/2014/main" id="{3922C7E9-75AA-3E3B-495F-495A8B295655}"/>
                    </a:ext>
                  </a:extLst>
                </p14:cNvPr>
                <p14:cNvContentPartPr/>
                <p14:nvPr/>
              </p14:nvContentPartPr>
              <p14:xfrm>
                <a:off x="3964838" y="5175503"/>
                <a:ext cx="109800" cy="174600"/>
              </p14:xfrm>
            </p:contentPart>
          </mc:Choice>
          <mc:Fallback>
            <p:pic>
              <p:nvPicPr>
                <p:cNvPr id="1038" name="Ink 1037">
                  <a:extLst>
                    <a:ext uri="{FF2B5EF4-FFF2-40B4-BE49-F238E27FC236}">
                      <a16:creationId xmlns:a16="http://schemas.microsoft.com/office/drawing/2014/main" id="{3922C7E9-75AA-3E3B-495F-495A8B295655}"/>
                    </a:ext>
                  </a:extLst>
                </p:cNvPr>
                <p:cNvPicPr/>
                <p:nvPr/>
              </p:nvPicPr>
              <p:blipFill>
                <a:blip r:embed="rId143"/>
                <a:stretch>
                  <a:fillRect/>
                </a:stretch>
              </p:blipFill>
              <p:spPr>
                <a:xfrm>
                  <a:off x="3956198" y="5166863"/>
                  <a:ext cx="12744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046" name="Ink 1045">
                  <a:extLst>
                    <a:ext uri="{FF2B5EF4-FFF2-40B4-BE49-F238E27FC236}">
                      <a16:creationId xmlns:a16="http://schemas.microsoft.com/office/drawing/2014/main" id="{3E4E227F-00B5-CF5F-CFDE-B8D92D2129B7}"/>
                    </a:ext>
                  </a:extLst>
                </p14:cNvPr>
                <p14:cNvContentPartPr/>
                <p14:nvPr/>
              </p14:nvContentPartPr>
              <p14:xfrm>
                <a:off x="4083278" y="5163263"/>
                <a:ext cx="125280" cy="173880"/>
              </p14:xfrm>
            </p:contentPart>
          </mc:Choice>
          <mc:Fallback>
            <p:pic>
              <p:nvPicPr>
                <p:cNvPr id="1046" name="Ink 1045">
                  <a:extLst>
                    <a:ext uri="{FF2B5EF4-FFF2-40B4-BE49-F238E27FC236}">
                      <a16:creationId xmlns:a16="http://schemas.microsoft.com/office/drawing/2014/main" id="{3E4E227F-00B5-CF5F-CFDE-B8D92D2129B7}"/>
                    </a:ext>
                  </a:extLst>
                </p:cNvPr>
                <p:cNvPicPr/>
                <p:nvPr/>
              </p:nvPicPr>
              <p:blipFill>
                <a:blip r:embed="rId145"/>
                <a:stretch>
                  <a:fillRect/>
                </a:stretch>
              </p:blipFill>
              <p:spPr>
                <a:xfrm>
                  <a:off x="4074638" y="5154263"/>
                  <a:ext cx="14292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049" name="Ink 1048">
                  <a:extLst>
                    <a:ext uri="{FF2B5EF4-FFF2-40B4-BE49-F238E27FC236}">
                      <a16:creationId xmlns:a16="http://schemas.microsoft.com/office/drawing/2014/main" id="{A075D5EC-8F8F-B51A-1991-6ED0CBB07E16}"/>
                    </a:ext>
                  </a:extLst>
                </p14:cNvPr>
                <p14:cNvContentPartPr/>
                <p14:nvPr/>
              </p14:nvContentPartPr>
              <p14:xfrm>
                <a:off x="4321238" y="5176583"/>
                <a:ext cx="12960" cy="173160"/>
              </p14:xfrm>
            </p:contentPart>
          </mc:Choice>
          <mc:Fallback>
            <p:pic>
              <p:nvPicPr>
                <p:cNvPr id="1049" name="Ink 1048">
                  <a:extLst>
                    <a:ext uri="{FF2B5EF4-FFF2-40B4-BE49-F238E27FC236}">
                      <a16:creationId xmlns:a16="http://schemas.microsoft.com/office/drawing/2014/main" id="{A075D5EC-8F8F-B51A-1991-6ED0CBB07E16}"/>
                    </a:ext>
                  </a:extLst>
                </p:cNvPr>
                <p:cNvPicPr/>
                <p:nvPr/>
              </p:nvPicPr>
              <p:blipFill>
                <a:blip r:embed="rId147"/>
                <a:stretch>
                  <a:fillRect/>
                </a:stretch>
              </p:blipFill>
              <p:spPr>
                <a:xfrm>
                  <a:off x="4312238" y="5167583"/>
                  <a:ext cx="3060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053" name="Ink 1052">
                  <a:extLst>
                    <a:ext uri="{FF2B5EF4-FFF2-40B4-BE49-F238E27FC236}">
                      <a16:creationId xmlns:a16="http://schemas.microsoft.com/office/drawing/2014/main" id="{2A35C904-16C7-F675-4080-FFF4FF5B3260}"/>
                    </a:ext>
                  </a:extLst>
                </p14:cNvPr>
                <p14:cNvContentPartPr/>
                <p14:nvPr/>
              </p14:nvContentPartPr>
              <p14:xfrm>
                <a:off x="4269398" y="5210423"/>
                <a:ext cx="269280" cy="123120"/>
              </p14:xfrm>
            </p:contentPart>
          </mc:Choice>
          <mc:Fallback>
            <p:pic>
              <p:nvPicPr>
                <p:cNvPr id="1053" name="Ink 1052">
                  <a:extLst>
                    <a:ext uri="{FF2B5EF4-FFF2-40B4-BE49-F238E27FC236}">
                      <a16:creationId xmlns:a16="http://schemas.microsoft.com/office/drawing/2014/main" id="{2A35C904-16C7-F675-4080-FFF4FF5B3260}"/>
                    </a:ext>
                  </a:extLst>
                </p:cNvPr>
                <p:cNvPicPr/>
                <p:nvPr/>
              </p:nvPicPr>
              <p:blipFill>
                <a:blip r:embed="rId149"/>
                <a:stretch>
                  <a:fillRect/>
                </a:stretch>
              </p:blipFill>
              <p:spPr>
                <a:xfrm>
                  <a:off x="4260758" y="5201423"/>
                  <a:ext cx="28692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058" name="Ink 1057">
                  <a:extLst>
                    <a:ext uri="{FF2B5EF4-FFF2-40B4-BE49-F238E27FC236}">
                      <a16:creationId xmlns:a16="http://schemas.microsoft.com/office/drawing/2014/main" id="{1CAE5B42-566E-7AAB-065E-ECBA2793158F}"/>
                    </a:ext>
                  </a:extLst>
                </p14:cNvPr>
                <p14:cNvContentPartPr/>
                <p14:nvPr/>
              </p14:nvContentPartPr>
              <p14:xfrm>
                <a:off x="4589078" y="5172623"/>
                <a:ext cx="68760" cy="165240"/>
              </p14:xfrm>
            </p:contentPart>
          </mc:Choice>
          <mc:Fallback>
            <p:pic>
              <p:nvPicPr>
                <p:cNvPr id="1058" name="Ink 1057">
                  <a:extLst>
                    <a:ext uri="{FF2B5EF4-FFF2-40B4-BE49-F238E27FC236}">
                      <a16:creationId xmlns:a16="http://schemas.microsoft.com/office/drawing/2014/main" id="{1CAE5B42-566E-7AAB-065E-ECBA2793158F}"/>
                    </a:ext>
                  </a:extLst>
                </p:cNvPr>
                <p:cNvPicPr/>
                <p:nvPr/>
              </p:nvPicPr>
              <p:blipFill>
                <a:blip r:embed="rId151"/>
                <a:stretch>
                  <a:fillRect/>
                </a:stretch>
              </p:blipFill>
              <p:spPr>
                <a:xfrm>
                  <a:off x="4580438" y="5163623"/>
                  <a:ext cx="8640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064" name="Ink 1063">
                  <a:extLst>
                    <a:ext uri="{FF2B5EF4-FFF2-40B4-BE49-F238E27FC236}">
                      <a16:creationId xmlns:a16="http://schemas.microsoft.com/office/drawing/2014/main" id="{E76F4FE1-092D-6F80-8595-971362367746}"/>
                    </a:ext>
                  </a:extLst>
                </p14:cNvPr>
                <p14:cNvContentPartPr/>
                <p14:nvPr/>
              </p14:nvContentPartPr>
              <p14:xfrm>
                <a:off x="4677998" y="5166863"/>
                <a:ext cx="13680" cy="149040"/>
              </p14:xfrm>
            </p:contentPart>
          </mc:Choice>
          <mc:Fallback>
            <p:pic>
              <p:nvPicPr>
                <p:cNvPr id="1064" name="Ink 1063">
                  <a:extLst>
                    <a:ext uri="{FF2B5EF4-FFF2-40B4-BE49-F238E27FC236}">
                      <a16:creationId xmlns:a16="http://schemas.microsoft.com/office/drawing/2014/main" id="{E76F4FE1-092D-6F80-8595-971362367746}"/>
                    </a:ext>
                  </a:extLst>
                </p:cNvPr>
                <p:cNvPicPr/>
                <p:nvPr/>
              </p:nvPicPr>
              <p:blipFill>
                <a:blip r:embed="rId153"/>
                <a:stretch>
                  <a:fillRect/>
                </a:stretch>
              </p:blipFill>
              <p:spPr>
                <a:xfrm>
                  <a:off x="4669358" y="5157863"/>
                  <a:ext cx="3132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068" name="Ink 1067">
                  <a:extLst>
                    <a:ext uri="{FF2B5EF4-FFF2-40B4-BE49-F238E27FC236}">
                      <a16:creationId xmlns:a16="http://schemas.microsoft.com/office/drawing/2014/main" id="{09267410-A710-7944-2204-6774BC053EA0}"/>
                    </a:ext>
                  </a:extLst>
                </p14:cNvPr>
                <p14:cNvContentPartPr/>
                <p14:nvPr/>
              </p14:nvContentPartPr>
              <p14:xfrm>
                <a:off x="4746758" y="5232383"/>
                <a:ext cx="76680" cy="104400"/>
              </p14:xfrm>
            </p:contentPart>
          </mc:Choice>
          <mc:Fallback>
            <p:pic>
              <p:nvPicPr>
                <p:cNvPr id="1068" name="Ink 1067">
                  <a:extLst>
                    <a:ext uri="{FF2B5EF4-FFF2-40B4-BE49-F238E27FC236}">
                      <a16:creationId xmlns:a16="http://schemas.microsoft.com/office/drawing/2014/main" id="{09267410-A710-7944-2204-6774BC053EA0}"/>
                    </a:ext>
                  </a:extLst>
                </p:cNvPr>
                <p:cNvPicPr/>
                <p:nvPr/>
              </p:nvPicPr>
              <p:blipFill>
                <a:blip r:embed="rId155"/>
                <a:stretch>
                  <a:fillRect/>
                </a:stretch>
              </p:blipFill>
              <p:spPr>
                <a:xfrm>
                  <a:off x="4738118" y="5223383"/>
                  <a:ext cx="9432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074" name="Ink 1073">
                  <a:extLst>
                    <a:ext uri="{FF2B5EF4-FFF2-40B4-BE49-F238E27FC236}">
                      <a16:creationId xmlns:a16="http://schemas.microsoft.com/office/drawing/2014/main" id="{59EB579E-3CA7-A3E5-C58A-EAD6A0862323}"/>
                    </a:ext>
                  </a:extLst>
                </p14:cNvPr>
                <p14:cNvContentPartPr/>
                <p14:nvPr/>
              </p14:nvContentPartPr>
              <p14:xfrm>
                <a:off x="3651278" y="5605343"/>
                <a:ext cx="20880" cy="23040"/>
              </p14:xfrm>
            </p:contentPart>
          </mc:Choice>
          <mc:Fallback>
            <p:pic>
              <p:nvPicPr>
                <p:cNvPr id="1074" name="Ink 1073">
                  <a:extLst>
                    <a:ext uri="{FF2B5EF4-FFF2-40B4-BE49-F238E27FC236}">
                      <a16:creationId xmlns:a16="http://schemas.microsoft.com/office/drawing/2014/main" id="{59EB579E-3CA7-A3E5-C58A-EAD6A0862323}"/>
                    </a:ext>
                  </a:extLst>
                </p:cNvPr>
                <p:cNvPicPr/>
                <p:nvPr/>
              </p:nvPicPr>
              <p:blipFill>
                <a:blip r:embed="rId157"/>
                <a:stretch>
                  <a:fillRect/>
                </a:stretch>
              </p:blipFill>
              <p:spPr>
                <a:xfrm>
                  <a:off x="3642278" y="5596343"/>
                  <a:ext cx="3852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075" name="Ink 1074">
                  <a:extLst>
                    <a:ext uri="{FF2B5EF4-FFF2-40B4-BE49-F238E27FC236}">
                      <a16:creationId xmlns:a16="http://schemas.microsoft.com/office/drawing/2014/main" id="{77AC057E-06D4-6F95-F7F6-449E2B534EAC}"/>
                    </a:ext>
                  </a:extLst>
                </p14:cNvPr>
                <p14:cNvContentPartPr/>
                <p14:nvPr/>
              </p14:nvContentPartPr>
              <p14:xfrm>
                <a:off x="3797438" y="5467103"/>
                <a:ext cx="131040" cy="213840"/>
              </p14:xfrm>
            </p:contentPart>
          </mc:Choice>
          <mc:Fallback>
            <p:pic>
              <p:nvPicPr>
                <p:cNvPr id="1075" name="Ink 1074">
                  <a:extLst>
                    <a:ext uri="{FF2B5EF4-FFF2-40B4-BE49-F238E27FC236}">
                      <a16:creationId xmlns:a16="http://schemas.microsoft.com/office/drawing/2014/main" id="{77AC057E-06D4-6F95-F7F6-449E2B534EAC}"/>
                    </a:ext>
                  </a:extLst>
                </p:cNvPr>
                <p:cNvPicPr/>
                <p:nvPr/>
              </p:nvPicPr>
              <p:blipFill>
                <a:blip r:embed="rId159"/>
                <a:stretch>
                  <a:fillRect/>
                </a:stretch>
              </p:blipFill>
              <p:spPr>
                <a:xfrm>
                  <a:off x="3788798" y="5458103"/>
                  <a:ext cx="14868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078" name="Ink 1077">
                  <a:extLst>
                    <a:ext uri="{FF2B5EF4-FFF2-40B4-BE49-F238E27FC236}">
                      <a16:creationId xmlns:a16="http://schemas.microsoft.com/office/drawing/2014/main" id="{9E6AB2B3-C009-FCA9-4366-B577764F6072}"/>
                    </a:ext>
                  </a:extLst>
                </p14:cNvPr>
                <p14:cNvContentPartPr/>
                <p14:nvPr/>
              </p14:nvContentPartPr>
              <p14:xfrm>
                <a:off x="3982838" y="5544503"/>
                <a:ext cx="90000" cy="154440"/>
              </p14:xfrm>
            </p:contentPart>
          </mc:Choice>
          <mc:Fallback>
            <p:pic>
              <p:nvPicPr>
                <p:cNvPr id="1078" name="Ink 1077">
                  <a:extLst>
                    <a:ext uri="{FF2B5EF4-FFF2-40B4-BE49-F238E27FC236}">
                      <a16:creationId xmlns:a16="http://schemas.microsoft.com/office/drawing/2014/main" id="{9E6AB2B3-C009-FCA9-4366-B577764F6072}"/>
                    </a:ext>
                  </a:extLst>
                </p:cNvPr>
                <p:cNvPicPr/>
                <p:nvPr/>
              </p:nvPicPr>
              <p:blipFill>
                <a:blip r:embed="rId161"/>
                <a:stretch>
                  <a:fillRect/>
                </a:stretch>
              </p:blipFill>
              <p:spPr>
                <a:xfrm>
                  <a:off x="3973838" y="5535503"/>
                  <a:ext cx="10764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080" name="Ink 1079">
                  <a:extLst>
                    <a:ext uri="{FF2B5EF4-FFF2-40B4-BE49-F238E27FC236}">
                      <a16:creationId xmlns:a16="http://schemas.microsoft.com/office/drawing/2014/main" id="{DDF634DB-A968-9508-04AA-76FCE7A21772}"/>
                    </a:ext>
                  </a:extLst>
                </p14:cNvPr>
                <p14:cNvContentPartPr/>
                <p14:nvPr/>
              </p14:nvContentPartPr>
              <p14:xfrm>
                <a:off x="4121078" y="5500223"/>
                <a:ext cx="98280" cy="191880"/>
              </p14:xfrm>
            </p:contentPart>
          </mc:Choice>
          <mc:Fallback>
            <p:pic>
              <p:nvPicPr>
                <p:cNvPr id="1080" name="Ink 1079">
                  <a:extLst>
                    <a:ext uri="{FF2B5EF4-FFF2-40B4-BE49-F238E27FC236}">
                      <a16:creationId xmlns:a16="http://schemas.microsoft.com/office/drawing/2014/main" id="{DDF634DB-A968-9508-04AA-76FCE7A21772}"/>
                    </a:ext>
                  </a:extLst>
                </p:cNvPr>
                <p:cNvPicPr/>
                <p:nvPr/>
              </p:nvPicPr>
              <p:blipFill>
                <a:blip r:embed="rId163"/>
                <a:stretch>
                  <a:fillRect/>
                </a:stretch>
              </p:blipFill>
              <p:spPr>
                <a:xfrm>
                  <a:off x="4112078" y="5491223"/>
                  <a:ext cx="11592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93" name="Ink 192">
                  <a:extLst>
                    <a:ext uri="{FF2B5EF4-FFF2-40B4-BE49-F238E27FC236}">
                      <a16:creationId xmlns:a16="http://schemas.microsoft.com/office/drawing/2014/main" id="{80FD448C-4A40-4A02-4720-46DAC840C5E8}"/>
                    </a:ext>
                  </a:extLst>
                </p14:cNvPr>
                <p14:cNvContentPartPr/>
                <p14:nvPr/>
              </p14:nvContentPartPr>
              <p14:xfrm>
                <a:off x="4314758" y="5571503"/>
                <a:ext cx="95040" cy="137520"/>
              </p14:xfrm>
            </p:contentPart>
          </mc:Choice>
          <mc:Fallback>
            <p:pic>
              <p:nvPicPr>
                <p:cNvPr id="193" name="Ink 192">
                  <a:extLst>
                    <a:ext uri="{FF2B5EF4-FFF2-40B4-BE49-F238E27FC236}">
                      <a16:creationId xmlns:a16="http://schemas.microsoft.com/office/drawing/2014/main" id="{80FD448C-4A40-4A02-4720-46DAC840C5E8}"/>
                    </a:ext>
                  </a:extLst>
                </p:cNvPr>
                <p:cNvPicPr/>
                <p:nvPr/>
              </p:nvPicPr>
              <p:blipFill>
                <a:blip r:embed="rId165"/>
                <a:stretch>
                  <a:fillRect/>
                </a:stretch>
              </p:blipFill>
              <p:spPr>
                <a:xfrm>
                  <a:off x="4305758" y="5562863"/>
                  <a:ext cx="11268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205" name="Ink 204">
                  <a:extLst>
                    <a:ext uri="{FF2B5EF4-FFF2-40B4-BE49-F238E27FC236}">
                      <a16:creationId xmlns:a16="http://schemas.microsoft.com/office/drawing/2014/main" id="{F6EC116F-E30E-656F-E622-0D80C797A523}"/>
                    </a:ext>
                  </a:extLst>
                </p14:cNvPr>
                <p14:cNvContentPartPr/>
                <p14:nvPr/>
              </p14:nvContentPartPr>
              <p14:xfrm>
                <a:off x="4484318" y="5586623"/>
                <a:ext cx="12600" cy="116280"/>
              </p14:xfrm>
            </p:contentPart>
          </mc:Choice>
          <mc:Fallback>
            <p:pic>
              <p:nvPicPr>
                <p:cNvPr id="205" name="Ink 204">
                  <a:extLst>
                    <a:ext uri="{FF2B5EF4-FFF2-40B4-BE49-F238E27FC236}">
                      <a16:creationId xmlns:a16="http://schemas.microsoft.com/office/drawing/2014/main" id="{F6EC116F-E30E-656F-E622-0D80C797A523}"/>
                    </a:ext>
                  </a:extLst>
                </p:cNvPr>
                <p:cNvPicPr/>
                <p:nvPr/>
              </p:nvPicPr>
              <p:blipFill>
                <a:blip r:embed="rId167"/>
                <a:stretch>
                  <a:fillRect/>
                </a:stretch>
              </p:blipFill>
              <p:spPr>
                <a:xfrm>
                  <a:off x="4475318" y="5577623"/>
                  <a:ext cx="3024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217" name="Ink 216">
                  <a:extLst>
                    <a:ext uri="{FF2B5EF4-FFF2-40B4-BE49-F238E27FC236}">
                      <a16:creationId xmlns:a16="http://schemas.microsoft.com/office/drawing/2014/main" id="{48F0A707-6B20-5F44-B4C8-681B798FD161}"/>
                    </a:ext>
                  </a:extLst>
                </p14:cNvPr>
                <p14:cNvContentPartPr/>
                <p14:nvPr/>
              </p14:nvContentPartPr>
              <p14:xfrm>
                <a:off x="4500518" y="5497343"/>
                <a:ext cx="2880" cy="1800"/>
              </p14:xfrm>
            </p:contentPart>
          </mc:Choice>
          <mc:Fallback>
            <p:pic>
              <p:nvPicPr>
                <p:cNvPr id="217" name="Ink 216">
                  <a:extLst>
                    <a:ext uri="{FF2B5EF4-FFF2-40B4-BE49-F238E27FC236}">
                      <a16:creationId xmlns:a16="http://schemas.microsoft.com/office/drawing/2014/main" id="{48F0A707-6B20-5F44-B4C8-681B798FD161}"/>
                    </a:ext>
                  </a:extLst>
                </p:cNvPr>
                <p:cNvPicPr/>
                <p:nvPr/>
              </p:nvPicPr>
              <p:blipFill>
                <a:blip r:embed="rId169"/>
                <a:stretch>
                  <a:fillRect/>
                </a:stretch>
              </p:blipFill>
              <p:spPr>
                <a:xfrm>
                  <a:off x="4491878" y="5488703"/>
                  <a:ext cx="2052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218" name="Ink 217">
                  <a:extLst>
                    <a:ext uri="{FF2B5EF4-FFF2-40B4-BE49-F238E27FC236}">
                      <a16:creationId xmlns:a16="http://schemas.microsoft.com/office/drawing/2014/main" id="{C67B5B69-418F-117E-2C96-22BFA6B6E9A9}"/>
                    </a:ext>
                  </a:extLst>
                </p14:cNvPr>
                <p14:cNvContentPartPr/>
                <p14:nvPr/>
              </p14:nvContentPartPr>
              <p14:xfrm>
                <a:off x="4565678" y="5575103"/>
                <a:ext cx="276120" cy="155880"/>
              </p14:xfrm>
            </p:contentPart>
          </mc:Choice>
          <mc:Fallback>
            <p:pic>
              <p:nvPicPr>
                <p:cNvPr id="218" name="Ink 217">
                  <a:extLst>
                    <a:ext uri="{FF2B5EF4-FFF2-40B4-BE49-F238E27FC236}">
                      <a16:creationId xmlns:a16="http://schemas.microsoft.com/office/drawing/2014/main" id="{C67B5B69-418F-117E-2C96-22BFA6B6E9A9}"/>
                    </a:ext>
                  </a:extLst>
                </p:cNvPr>
                <p:cNvPicPr/>
                <p:nvPr/>
              </p:nvPicPr>
              <p:blipFill>
                <a:blip r:embed="rId171"/>
                <a:stretch>
                  <a:fillRect/>
                </a:stretch>
              </p:blipFill>
              <p:spPr>
                <a:xfrm>
                  <a:off x="4556678" y="5566103"/>
                  <a:ext cx="29376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221" name="Ink 220">
                  <a:extLst>
                    <a:ext uri="{FF2B5EF4-FFF2-40B4-BE49-F238E27FC236}">
                      <a16:creationId xmlns:a16="http://schemas.microsoft.com/office/drawing/2014/main" id="{71C846F7-AAAF-8FE1-647B-4992AA154AD7}"/>
                    </a:ext>
                  </a:extLst>
                </p14:cNvPr>
                <p14:cNvContentPartPr/>
                <p14:nvPr/>
              </p14:nvContentPartPr>
              <p14:xfrm>
                <a:off x="3644798" y="5874623"/>
                <a:ext cx="66240" cy="36360"/>
              </p14:xfrm>
            </p:contentPart>
          </mc:Choice>
          <mc:Fallback>
            <p:pic>
              <p:nvPicPr>
                <p:cNvPr id="221" name="Ink 220">
                  <a:extLst>
                    <a:ext uri="{FF2B5EF4-FFF2-40B4-BE49-F238E27FC236}">
                      <a16:creationId xmlns:a16="http://schemas.microsoft.com/office/drawing/2014/main" id="{71C846F7-AAAF-8FE1-647B-4992AA154AD7}"/>
                    </a:ext>
                  </a:extLst>
                </p:cNvPr>
                <p:cNvPicPr/>
                <p:nvPr/>
              </p:nvPicPr>
              <p:blipFill>
                <a:blip r:embed="rId173"/>
                <a:stretch>
                  <a:fillRect/>
                </a:stretch>
              </p:blipFill>
              <p:spPr>
                <a:xfrm>
                  <a:off x="3636158" y="5865623"/>
                  <a:ext cx="8388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224" name="Ink 223">
                  <a:extLst>
                    <a:ext uri="{FF2B5EF4-FFF2-40B4-BE49-F238E27FC236}">
                      <a16:creationId xmlns:a16="http://schemas.microsoft.com/office/drawing/2014/main" id="{E384DC14-B62D-1680-0503-87BCB0B5FC86}"/>
                    </a:ext>
                  </a:extLst>
                </p14:cNvPr>
                <p14:cNvContentPartPr/>
                <p14:nvPr/>
              </p14:nvContentPartPr>
              <p14:xfrm>
                <a:off x="3813278" y="5805863"/>
                <a:ext cx="101880" cy="165960"/>
              </p14:xfrm>
            </p:contentPart>
          </mc:Choice>
          <mc:Fallback>
            <p:pic>
              <p:nvPicPr>
                <p:cNvPr id="224" name="Ink 223">
                  <a:extLst>
                    <a:ext uri="{FF2B5EF4-FFF2-40B4-BE49-F238E27FC236}">
                      <a16:creationId xmlns:a16="http://schemas.microsoft.com/office/drawing/2014/main" id="{E384DC14-B62D-1680-0503-87BCB0B5FC86}"/>
                    </a:ext>
                  </a:extLst>
                </p:cNvPr>
                <p:cNvPicPr/>
                <p:nvPr/>
              </p:nvPicPr>
              <p:blipFill>
                <a:blip r:embed="rId175"/>
                <a:stretch>
                  <a:fillRect/>
                </a:stretch>
              </p:blipFill>
              <p:spPr>
                <a:xfrm>
                  <a:off x="3804278" y="5796863"/>
                  <a:ext cx="11952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234" name="Ink 233">
                  <a:extLst>
                    <a:ext uri="{FF2B5EF4-FFF2-40B4-BE49-F238E27FC236}">
                      <a16:creationId xmlns:a16="http://schemas.microsoft.com/office/drawing/2014/main" id="{53413465-8A65-90A9-EBA9-2E3ABEE25FD1}"/>
                    </a:ext>
                  </a:extLst>
                </p14:cNvPr>
                <p14:cNvContentPartPr/>
                <p14:nvPr/>
              </p14:nvContentPartPr>
              <p14:xfrm>
                <a:off x="3987518" y="5790383"/>
                <a:ext cx="115920" cy="172080"/>
              </p14:xfrm>
            </p:contentPart>
          </mc:Choice>
          <mc:Fallback>
            <p:pic>
              <p:nvPicPr>
                <p:cNvPr id="234" name="Ink 233">
                  <a:extLst>
                    <a:ext uri="{FF2B5EF4-FFF2-40B4-BE49-F238E27FC236}">
                      <a16:creationId xmlns:a16="http://schemas.microsoft.com/office/drawing/2014/main" id="{53413465-8A65-90A9-EBA9-2E3ABEE25FD1}"/>
                    </a:ext>
                  </a:extLst>
                </p:cNvPr>
                <p:cNvPicPr/>
                <p:nvPr/>
              </p:nvPicPr>
              <p:blipFill>
                <a:blip r:embed="rId177"/>
                <a:stretch>
                  <a:fillRect/>
                </a:stretch>
              </p:blipFill>
              <p:spPr>
                <a:xfrm>
                  <a:off x="3978518" y="5781743"/>
                  <a:ext cx="13356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237" name="Ink 236">
                  <a:extLst>
                    <a:ext uri="{FF2B5EF4-FFF2-40B4-BE49-F238E27FC236}">
                      <a16:creationId xmlns:a16="http://schemas.microsoft.com/office/drawing/2014/main" id="{6C60F1E3-11B7-4B38-667F-609231B8B335}"/>
                    </a:ext>
                  </a:extLst>
                </p14:cNvPr>
                <p14:cNvContentPartPr/>
                <p14:nvPr/>
              </p14:nvContentPartPr>
              <p14:xfrm>
                <a:off x="4158158" y="5798663"/>
                <a:ext cx="126360" cy="146520"/>
              </p14:xfrm>
            </p:contentPart>
          </mc:Choice>
          <mc:Fallback>
            <p:pic>
              <p:nvPicPr>
                <p:cNvPr id="237" name="Ink 236">
                  <a:extLst>
                    <a:ext uri="{FF2B5EF4-FFF2-40B4-BE49-F238E27FC236}">
                      <a16:creationId xmlns:a16="http://schemas.microsoft.com/office/drawing/2014/main" id="{6C60F1E3-11B7-4B38-667F-609231B8B335}"/>
                    </a:ext>
                  </a:extLst>
                </p:cNvPr>
                <p:cNvPicPr/>
                <p:nvPr/>
              </p:nvPicPr>
              <p:blipFill>
                <a:blip r:embed="rId179"/>
                <a:stretch>
                  <a:fillRect/>
                </a:stretch>
              </p:blipFill>
              <p:spPr>
                <a:xfrm>
                  <a:off x="4149158" y="5790023"/>
                  <a:ext cx="14400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242" name="Ink 241">
                  <a:extLst>
                    <a:ext uri="{FF2B5EF4-FFF2-40B4-BE49-F238E27FC236}">
                      <a16:creationId xmlns:a16="http://schemas.microsoft.com/office/drawing/2014/main" id="{E962E3F9-77AF-F4C8-D154-7DB525B0B905}"/>
                    </a:ext>
                  </a:extLst>
                </p14:cNvPr>
                <p14:cNvContentPartPr/>
                <p14:nvPr/>
              </p14:nvContentPartPr>
              <p14:xfrm>
                <a:off x="4439318" y="5893343"/>
                <a:ext cx="13680" cy="7560"/>
              </p14:xfrm>
            </p:contentPart>
          </mc:Choice>
          <mc:Fallback>
            <p:pic>
              <p:nvPicPr>
                <p:cNvPr id="242" name="Ink 241">
                  <a:extLst>
                    <a:ext uri="{FF2B5EF4-FFF2-40B4-BE49-F238E27FC236}">
                      <a16:creationId xmlns:a16="http://schemas.microsoft.com/office/drawing/2014/main" id="{E962E3F9-77AF-F4C8-D154-7DB525B0B905}"/>
                    </a:ext>
                  </a:extLst>
                </p:cNvPr>
                <p:cNvPicPr/>
                <p:nvPr/>
              </p:nvPicPr>
              <p:blipFill>
                <a:blip r:embed="rId181"/>
                <a:stretch>
                  <a:fillRect/>
                </a:stretch>
              </p:blipFill>
              <p:spPr>
                <a:xfrm>
                  <a:off x="4430678" y="5884343"/>
                  <a:ext cx="3132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247" name="Ink 246">
                  <a:extLst>
                    <a:ext uri="{FF2B5EF4-FFF2-40B4-BE49-F238E27FC236}">
                      <a16:creationId xmlns:a16="http://schemas.microsoft.com/office/drawing/2014/main" id="{66F65E58-B0B8-4524-15AC-CE6C96835552}"/>
                    </a:ext>
                  </a:extLst>
                </p14:cNvPr>
                <p14:cNvContentPartPr/>
                <p14:nvPr/>
              </p14:nvContentPartPr>
              <p14:xfrm>
                <a:off x="4527878" y="5918543"/>
                <a:ext cx="14760" cy="5040"/>
              </p14:xfrm>
            </p:contentPart>
          </mc:Choice>
          <mc:Fallback>
            <p:pic>
              <p:nvPicPr>
                <p:cNvPr id="247" name="Ink 246">
                  <a:extLst>
                    <a:ext uri="{FF2B5EF4-FFF2-40B4-BE49-F238E27FC236}">
                      <a16:creationId xmlns:a16="http://schemas.microsoft.com/office/drawing/2014/main" id="{66F65E58-B0B8-4524-15AC-CE6C96835552}"/>
                    </a:ext>
                  </a:extLst>
                </p:cNvPr>
                <p:cNvPicPr/>
                <p:nvPr/>
              </p:nvPicPr>
              <p:blipFill>
                <a:blip r:embed="rId183"/>
                <a:stretch>
                  <a:fillRect/>
                </a:stretch>
              </p:blipFill>
              <p:spPr>
                <a:xfrm>
                  <a:off x="4519238" y="5909543"/>
                  <a:ext cx="3240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248" name="Ink 247">
                  <a:extLst>
                    <a:ext uri="{FF2B5EF4-FFF2-40B4-BE49-F238E27FC236}">
                      <a16:creationId xmlns:a16="http://schemas.microsoft.com/office/drawing/2014/main" id="{19B3A5F9-86FF-FFA2-7978-498F3C9C4EB4}"/>
                    </a:ext>
                  </a:extLst>
                </p14:cNvPr>
                <p14:cNvContentPartPr/>
                <p14:nvPr/>
              </p14:nvContentPartPr>
              <p14:xfrm>
                <a:off x="4647038" y="5931143"/>
                <a:ext cx="5400" cy="1800"/>
              </p14:xfrm>
            </p:contentPart>
          </mc:Choice>
          <mc:Fallback>
            <p:pic>
              <p:nvPicPr>
                <p:cNvPr id="248" name="Ink 247">
                  <a:extLst>
                    <a:ext uri="{FF2B5EF4-FFF2-40B4-BE49-F238E27FC236}">
                      <a16:creationId xmlns:a16="http://schemas.microsoft.com/office/drawing/2014/main" id="{19B3A5F9-86FF-FFA2-7978-498F3C9C4EB4}"/>
                    </a:ext>
                  </a:extLst>
                </p:cNvPr>
                <p:cNvPicPr/>
                <p:nvPr/>
              </p:nvPicPr>
              <p:blipFill>
                <a:blip r:embed="rId185"/>
                <a:stretch>
                  <a:fillRect/>
                </a:stretch>
              </p:blipFill>
              <p:spPr>
                <a:xfrm>
                  <a:off x="4638038" y="5922143"/>
                  <a:ext cx="2304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251" name="Ink 250">
                  <a:extLst>
                    <a:ext uri="{FF2B5EF4-FFF2-40B4-BE49-F238E27FC236}">
                      <a16:creationId xmlns:a16="http://schemas.microsoft.com/office/drawing/2014/main" id="{58C64082-D622-C0A2-4175-370D70646742}"/>
                    </a:ext>
                  </a:extLst>
                </p14:cNvPr>
                <p14:cNvContentPartPr/>
                <p14:nvPr/>
              </p14:nvContentPartPr>
              <p14:xfrm>
                <a:off x="3316118" y="5016743"/>
                <a:ext cx="300600" cy="1130040"/>
              </p14:xfrm>
            </p:contentPart>
          </mc:Choice>
          <mc:Fallback>
            <p:pic>
              <p:nvPicPr>
                <p:cNvPr id="251" name="Ink 250">
                  <a:extLst>
                    <a:ext uri="{FF2B5EF4-FFF2-40B4-BE49-F238E27FC236}">
                      <a16:creationId xmlns:a16="http://schemas.microsoft.com/office/drawing/2014/main" id="{58C64082-D622-C0A2-4175-370D70646742}"/>
                    </a:ext>
                  </a:extLst>
                </p:cNvPr>
                <p:cNvPicPr/>
                <p:nvPr/>
              </p:nvPicPr>
              <p:blipFill>
                <a:blip r:embed="rId187"/>
                <a:stretch>
                  <a:fillRect/>
                </a:stretch>
              </p:blipFill>
              <p:spPr>
                <a:xfrm>
                  <a:off x="3307118" y="5007743"/>
                  <a:ext cx="318240" cy="114768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252" name="Ink 251">
                  <a:extLst>
                    <a:ext uri="{FF2B5EF4-FFF2-40B4-BE49-F238E27FC236}">
                      <a16:creationId xmlns:a16="http://schemas.microsoft.com/office/drawing/2014/main" id="{4F500E15-EBC3-2F47-EF20-BABF6E87ACAB}"/>
                    </a:ext>
                  </a:extLst>
                </p14:cNvPr>
                <p14:cNvContentPartPr/>
                <p14:nvPr/>
              </p14:nvContentPartPr>
              <p14:xfrm>
                <a:off x="4870598" y="5028983"/>
                <a:ext cx="207000" cy="1087200"/>
              </p14:xfrm>
            </p:contentPart>
          </mc:Choice>
          <mc:Fallback>
            <p:pic>
              <p:nvPicPr>
                <p:cNvPr id="252" name="Ink 251">
                  <a:extLst>
                    <a:ext uri="{FF2B5EF4-FFF2-40B4-BE49-F238E27FC236}">
                      <a16:creationId xmlns:a16="http://schemas.microsoft.com/office/drawing/2014/main" id="{4F500E15-EBC3-2F47-EF20-BABF6E87ACAB}"/>
                    </a:ext>
                  </a:extLst>
                </p:cNvPr>
                <p:cNvPicPr/>
                <p:nvPr/>
              </p:nvPicPr>
              <p:blipFill>
                <a:blip r:embed="rId189"/>
                <a:stretch>
                  <a:fillRect/>
                </a:stretch>
              </p:blipFill>
              <p:spPr>
                <a:xfrm>
                  <a:off x="4861598" y="5019983"/>
                  <a:ext cx="224640" cy="110484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253" name="Ink 252">
                  <a:extLst>
                    <a:ext uri="{FF2B5EF4-FFF2-40B4-BE49-F238E27FC236}">
                      <a16:creationId xmlns:a16="http://schemas.microsoft.com/office/drawing/2014/main" id="{D7DE0DFF-8257-655B-E218-874BE2CE121D}"/>
                    </a:ext>
                  </a:extLst>
                </p14:cNvPr>
                <p14:cNvContentPartPr/>
                <p14:nvPr/>
              </p14:nvContentPartPr>
              <p14:xfrm>
                <a:off x="5223038" y="5561423"/>
                <a:ext cx="943560" cy="69120"/>
              </p14:xfrm>
            </p:contentPart>
          </mc:Choice>
          <mc:Fallback>
            <p:pic>
              <p:nvPicPr>
                <p:cNvPr id="253" name="Ink 252">
                  <a:extLst>
                    <a:ext uri="{FF2B5EF4-FFF2-40B4-BE49-F238E27FC236}">
                      <a16:creationId xmlns:a16="http://schemas.microsoft.com/office/drawing/2014/main" id="{D7DE0DFF-8257-655B-E218-874BE2CE121D}"/>
                    </a:ext>
                  </a:extLst>
                </p:cNvPr>
                <p:cNvPicPr/>
                <p:nvPr/>
              </p:nvPicPr>
              <p:blipFill>
                <a:blip r:embed="rId191"/>
                <a:stretch>
                  <a:fillRect/>
                </a:stretch>
              </p:blipFill>
              <p:spPr>
                <a:xfrm>
                  <a:off x="5214038" y="5552783"/>
                  <a:ext cx="96120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254" name="Ink 253">
                  <a:extLst>
                    <a:ext uri="{FF2B5EF4-FFF2-40B4-BE49-F238E27FC236}">
                      <a16:creationId xmlns:a16="http://schemas.microsoft.com/office/drawing/2014/main" id="{463EA6C9-C3FD-F475-9399-A9066779F74F}"/>
                    </a:ext>
                  </a:extLst>
                </p14:cNvPr>
                <p14:cNvContentPartPr/>
                <p14:nvPr/>
              </p14:nvContentPartPr>
              <p14:xfrm>
                <a:off x="5957798" y="5467463"/>
                <a:ext cx="100080" cy="309240"/>
              </p14:xfrm>
            </p:contentPart>
          </mc:Choice>
          <mc:Fallback>
            <p:pic>
              <p:nvPicPr>
                <p:cNvPr id="254" name="Ink 253">
                  <a:extLst>
                    <a:ext uri="{FF2B5EF4-FFF2-40B4-BE49-F238E27FC236}">
                      <a16:creationId xmlns:a16="http://schemas.microsoft.com/office/drawing/2014/main" id="{463EA6C9-C3FD-F475-9399-A9066779F74F}"/>
                    </a:ext>
                  </a:extLst>
                </p:cNvPr>
                <p:cNvPicPr/>
                <p:nvPr/>
              </p:nvPicPr>
              <p:blipFill>
                <a:blip r:embed="rId193"/>
                <a:stretch>
                  <a:fillRect/>
                </a:stretch>
              </p:blipFill>
              <p:spPr>
                <a:xfrm>
                  <a:off x="5948798" y="5458823"/>
                  <a:ext cx="117720" cy="3268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088" name="Ink 1087">
                  <a:extLst>
                    <a:ext uri="{FF2B5EF4-FFF2-40B4-BE49-F238E27FC236}">
                      <a16:creationId xmlns:a16="http://schemas.microsoft.com/office/drawing/2014/main" id="{6C8DADBD-9FA4-7C88-808D-278A292B098A}"/>
                    </a:ext>
                  </a:extLst>
                </p14:cNvPr>
                <p14:cNvContentPartPr/>
                <p14:nvPr/>
              </p14:nvContentPartPr>
              <p14:xfrm>
                <a:off x="248558" y="5407343"/>
                <a:ext cx="1319400" cy="761040"/>
              </p14:xfrm>
            </p:contentPart>
          </mc:Choice>
          <mc:Fallback>
            <p:pic>
              <p:nvPicPr>
                <p:cNvPr id="1088" name="Ink 1087">
                  <a:extLst>
                    <a:ext uri="{FF2B5EF4-FFF2-40B4-BE49-F238E27FC236}">
                      <a16:creationId xmlns:a16="http://schemas.microsoft.com/office/drawing/2014/main" id="{6C8DADBD-9FA4-7C88-808D-278A292B098A}"/>
                    </a:ext>
                  </a:extLst>
                </p:cNvPr>
                <p:cNvPicPr/>
                <p:nvPr/>
              </p:nvPicPr>
              <p:blipFill>
                <a:blip r:embed="rId195"/>
                <a:stretch>
                  <a:fillRect/>
                </a:stretch>
              </p:blipFill>
              <p:spPr>
                <a:xfrm>
                  <a:off x="239918" y="5398703"/>
                  <a:ext cx="1337040" cy="77868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089" name="Ink 1088">
                  <a:extLst>
                    <a:ext uri="{FF2B5EF4-FFF2-40B4-BE49-F238E27FC236}">
                      <a16:creationId xmlns:a16="http://schemas.microsoft.com/office/drawing/2014/main" id="{239A3A20-277A-B430-10ED-F6E08CA1D91C}"/>
                    </a:ext>
                  </a:extLst>
                </p14:cNvPr>
                <p14:cNvContentPartPr/>
                <p14:nvPr/>
              </p14:nvContentPartPr>
              <p14:xfrm>
                <a:off x="545558" y="5769143"/>
                <a:ext cx="154440" cy="213120"/>
              </p14:xfrm>
            </p:contentPart>
          </mc:Choice>
          <mc:Fallback>
            <p:pic>
              <p:nvPicPr>
                <p:cNvPr id="1089" name="Ink 1088">
                  <a:extLst>
                    <a:ext uri="{FF2B5EF4-FFF2-40B4-BE49-F238E27FC236}">
                      <a16:creationId xmlns:a16="http://schemas.microsoft.com/office/drawing/2014/main" id="{239A3A20-277A-B430-10ED-F6E08CA1D91C}"/>
                    </a:ext>
                  </a:extLst>
                </p:cNvPr>
                <p:cNvPicPr/>
                <p:nvPr/>
              </p:nvPicPr>
              <p:blipFill>
                <a:blip r:embed="rId197"/>
                <a:stretch>
                  <a:fillRect/>
                </a:stretch>
              </p:blipFill>
              <p:spPr>
                <a:xfrm>
                  <a:off x="536918" y="5760143"/>
                  <a:ext cx="17208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090" name="Ink 1089">
                  <a:extLst>
                    <a:ext uri="{FF2B5EF4-FFF2-40B4-BE49-F238E27FC236}">
                      <a16:creationId xmlns:a16="http://schemas.microsoft.com/office/drawing/2014/main" id="{D155FD10-46F9-500F-4CFC-944B67536AF5}"/>
                    </a:ext>
                  </a:extLst>
                </p14:cNvPr>
                <p14:cNvContentPartPr/>
                <p14:nvPr/>
              </p14:nvContentPartPr>
              <p14:xfrm>
                <a:off x="752558" y="5808023"/>
                <a:ext cx="145800" cy="129240"/>
              </p14:xfrm>
            </p:contentPart>
          </mc:Choice>
          <mc:Fallback>
            <p:pic>
              <p:nvPicPr>
                <p:cNvPr id="1090" name="Ink 1089">
                  <a:extLst>
                    <a:ext uri="{FF2B5EF4-FFF2-40B4-BE49-F238E27FC236}">
                      <a16:creationId xmlns:a16="http://schemas.microsoft.com/office/drawing/2014/main" id="{D155FD10-46F9-500F-4CFC-944B67536AF5}"/>
                    </a:ext>
                  </a:extLst>
                </p:cNvPr>
                <p:cNvPicPr/>
                <p:nvPr/>
              </p:nvPicPr>
              <p:blipFill>
                <a:blip r:embed="rId199"/>
                <a:stretch>
                  <a:fillRect/>
                </a:stretch>
              </p:blipFill>
              <p:spPr>
                <a:xfrm>
                  <a:off x="743558" y="5799383"/>
                  <a:ext cx="16344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091" name="Ink 1090">
                  <a:extLst>
                    <a:ext uri="{FF2B5EF4-FFF2-40B4-BE49-F238E27FC236}">
                      <a16:creationId xmlns:a16="http://schemas.microsoft.com/office/drawing/2014/main" id="{F08C5F5D-0193-22B9-310B-C6C344A5F5B4}"/>
                    </a:ext>
                  </a:extLst>
                </p14:cNvPr>
                <p14:cNvContentPartPr/>
                <p14:nvPr/>
              </p14:nvContentPartPr>
              <p14:xfrm>
                <a:off x="964598" y="5768063"/>
                <a:ext cx="127440" cy="227160"/>
              </p14:xfrm>
            </p:contentPart>
          </mc:Choice>
          <mc:Fallback>
            <p:pic>
              <p:nvPicPr>
                <p:cNvPr id="1091" name="Ink 1090">
                  <a:extLst>
                    <a:ext uri="{FF2B5EF4-FFF2-40B4-BE49-F238E27FC236}">
                      <a16:creationId xmlns:a16="http://schemas.microsoft.com/office/drawing/2014/main" id="{F08C5F5D-0193-22B9-310B-C6C344A5F5B4}"/>
                    </a:ext>
                  </a:extLst>
                </p:cNvPr>
                <p:cNvPicPr/>
                <p:nvPr/>
              </p:nvPicPr>
              <p:blipFill>
                <a:blip r:embed="rId201"/>
                <a:stretch>
                  <a:fillRect/>
                </a:stretch>
              </p:blipFill>
              <p:spPr>
                <a:xfrm>
                  <a:off x="955598" y="5759063"/>
                  <a:ext cx="14508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093" name="Ink 1092">
                  <a:extLst>
                    <a:ext uri="{FF2B5EF4-FFF2-40B4-BE49-F238E27FC236}">
                      <a16:creationId xmlns:a16="http://schemas.microsoft.com/office/drawing/2014/main" id="{DDB6D858-0234-0FCF-83BC-E3AE9EE0520F}"/>
                    </a:ext>
                  </a:extLst>
                </p14:cNvPr>
                <p14:cNvContentPartPr/>
                <p14:nvPr/>
              </p14:nvContentPartPr>
              <p14:xfrm>
                <a:off x="446558" y="5223743"/>
                <a:ext cx="46440" cy="30960"/>
              </p14:xfrm>
            </p:contentPart>
          </mc:Choice>
          <mc:Fallback>
            <p:pic>
              <p:nvPicPr>
                <p:cNvPr id="1093" name="Ink 1092">
                  <a:extLst>
                    <a:ext uri="{FF2B5EF4-FFF2-40B4-BE49-F238E27FC236}">
                      <a16:creationId xmlns:a16="http://schemas.microsoft.com/office/drawing/2014/main" id="{DDB6D858-0234-0FCF-83BC-E3AE9EE0520F}"/>
                    </a:ext>
                  </a:extLst>
                </p:cNvPr>
                <p:cNvPicPr/>
                <p:nvPr/>
              </p:nvPicPr>
              <p:blipFill>
                <a:blip r:embed="rId203"/>
                <a:stretch>
                  <a:fillRect/>
                </a:stretch>
              </p:blipFill>
              <p:spPr>
                <a:xfrm>
                  <a:off x="437558" y="5215103"/>
                  <a:ext cx="6408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094" name="Ink 1093">
                  <a:extLst>
                    <a:ext uri="{FF2B5EF4-FFF2-40B4-BE49-F238E27FC236}">
                      <a16:creationId xmlns:a16="http://schemas.microsoft.com/office/drawing/2014/main" id="{5A1FC958-2334-E0E1-CA75-3E29DF9E4943}"/>
                    </a:ext>
                  </a:extLst>
                </p14:cNvPr>
                <p14:cNvContentPartPr/>
                <p14:nvPr/>
              </p14:nvContentPartPr>
              <p14:xfrm>
                <a:off x="625838" y="5168663"/>
                <a:ext cx="86400" cy="113040"/>
              </p14:xfrm>
            </p:contentPart>
          </mc:Choice>
          <mc:Fallback>
            <p:pic>
              <p:nvPicPr>
                <p:cNvPr id="1094" name="Ink 1093">
                  <a:extLst>
                    <a:ext uri="{FF2B5EF4-FFF2-40B4-BE49-F238E27FC236}">
                      <a16:creationId xmlns:a16="http://schemas.microsoft.com/office/drawing/2014/main" id="{5A1FC958-2334-E0E1-CA75-3E29DF9E4943}"/>
                    </a:ext>
                  </a:extLst>
                </p:cNvPr>
                <p:cNvPicPr/>
                <p:nvPr/>
              </p:nvPicPr>
              <p:blipFill>
                <a:blip r:embed="rId205"/>
                <a:stretch>
                  <a:fillRect/>
                </a:stretch>
              </p:blipFill>
              <p:spPr>
                <a:xfrm>
                  <a:off x="616838" y="5160023"/>
                  <a:ext cx="10404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095" name="Ink 1094">
                  <a:extLst>
                    <a:ext uri="{FF2B5EF4-FFF2-40B4-BE49-F238E27FC236}">
                      <a16:creationId xmlns:a16="http://schemas.microsoft.com/office/drawing/2014/main" id="{D0AC2DEF-0F80-70B6-4B16-A20A3A92BB31}"/>
                    </a:ext>
                  </a:extLst>
                </p14:cNvPr>
                <p14:cNvContentPartPr/>
                <p14:nvPr/>
              </p14:nvContentPartPr>
              <p14:xfrm>
                <a:off x="769478" y="5067143"/>
                <a:ext cx="152280" cy="221760"/>
              </p14:xfrm>
            </p:contentPart>
          </mc:Choice>
          <mc:Fallback>
            <p:pic>
              <p:nvPicPr>
                <p:cNvPr id="1095" name="Ink 1094">
                  <a:extLst>
                    <a:ext uri="{FF2B5EF4-FFF2-40B4-BE49-F238E27FC236}">
                      <a16:creationId xmlns:a16="http://schemas.microsoft.com/office/drawing/2014/main" id="{D0AC2DEF-0F80-70B6-4B16-A20A3A92BB31}"/>
                    </a:ext>
                  </a:extLst>
                </p:cNvPr>
                <p:cNvPicPr/>
                <p:nvPr/>
              </p:nvPicPr>
              <p:blipFill>
                <a:blip r:embed="rId207"/>
                <a:stretch>
                  <a:fillRect/>
                </a:stretch>
              </p:blipFill>
              <p:spPr>
                <a:xfrm>
                  <a:off x="760838" y="5058143"/>
                  <a:ext cx="16992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096" name="Ink 1095">
                  <a:extLst>
                    <a:ext uri="{FF2B5EF4-FFF2-40B4-BE49-F238E27FC236}">
                      <a16:creationId xmlns:a16="http://schemas.microsoft.com/office/drawing/2014/main" id="{CDC0CD73-ABA8-DC0D-54DB-107C2BE51F35}"/>
                    </a:ext>
                  </a:extLst>
                </p14:cNvPr>
                <p14:cNvContentPartPr/>
                <p14:nvPr/>
              </p14:nvContentPartPr>
              <p14:xfrm>
                <a:off x="995558" y="5134823"/>
                <a:ext cx="104400" cy="149040"/>
              </p14:xfrm>
            </p:contentPart>
          </mc:Choice>
          <mc:Fallback>
            <p:pic>
              <p:nvPicPr>
                <p:cNvPr id="1096" name="Ink 1095">
                  <a:extLst>
                    <a:ext uri="{FF2B5EF4-FFF2-40B4-BE49-F238E27FC236}">
                      <a16:creationId xmlns:a16="http://schemas.microsoft.com/office/drawing/2014/main" id="{CDC0CD73-ABA8-DC0D-54DB-107C2BE51F35}"/>
                    </a:ext>
                  </a:extLst>
                </p:cNvPr>
                <p:cNvPicPr/>
                <p:nvPr/>
              </p:nvPicPr>
              <p:blipFill>
                <a:blip r:embed="rId209"/>
                <a:stretch>
                  <a:fillRect/>
                </a:stretch>
              </p:blipFill>
              <p:spPr>
                <a:xfrm>
                  <a:off x="986558" y="5125823"/>
                  <a:ext cx="12204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098" name="Ink 1097">
                  <a:extLst>
                    <a:ext uri="{FF2B5EF4-FFF2-40B4-BE49-F238E27FC236}">
                      <a16:creationId xmlns:a16="http://schemas.microsoft.com/office/drawing/2014/main" id="{7442431E-F9DD-ABD9-25BD-DAD1D1FD2786}"/>
                    </a:ext>
                  </a:extLst>
                </p14:cNvPr>
                <p14:cNvContentPartPr/>
                <p14:nvPr/>
              </p14:nvContentPartPr>
              <p14:xfrm>
                <a:off x="1534478" y="5717303"/>
                <a:ext cx="545040" cy="110880"/>
              </p14:xfrm>
            </p:contentPart>
          </mc:Choice>
          <mc:Fallback>
            <p:pic>
              <p:nvPicPr>
                <p:cNvPr id="1098" name="Ink 1097">
                  <a:extLst>
                    <a:ext uri="{FF2B5EF4-FFF2-40B4-BE49-F238E27FC236}">
                      <a16:creationId xmlns:a16="http://schemas.microsoft.com/office/drawing/2014/main" id="{7442431E-F9DD-ABD9-25BD-DAD1D1FD2786}"/>
                    </a:ext>
                  </a:extLst>
                </p:cNvPr>
                <p:cNvPicPr/>
                <p:nvPr/>
              </p:nvPicPr>
              <p:blipFill>
                <a:blip r:embed="rId211"/>
                <a:stretch>
                  <a:fillRect/>
                </a:stretch>
              </p:blipFill>
              <p:spPr>
                <a:xfrm>
                  <a:off x="1525478" y="5708303"/>
                  <a:ext cx="56268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099" name="Ink 1098">
                  <a:extLst>
                    <a:ext uri="{FF2B5EF4-FFF2-40B4-BE49-F238E27FC236}">
                      <a16:creationId xmlns:a16="http://schemas.microsoft.com/office/drawing/2014/main" id="{A9B0BD46-CDF9-3453-677C-FAF2CB0E1C80}"/>
                    </a:ext>
                  </a:extLst>
                </p14:cNvPr>
                <p14:cNvContentPartPr/>
                <p14:nvPr/>
              </p14:nvContentPartPr>
              <p14:xfrm>
                <a:off x="2086718" y="5558903"/>
                <a:ext cx="250920" cy="259200"/>
              </p14:xfrm>
            </p:contentPart>
          </mc:Choice>
          <mc:Fallback>
            <p:pic>
              <p:nvPicPr>
                <p:cNvPr id="1099" name="Ink 1098">
                  <a:extLst>
                    <a:ext uri="{FF2B5EF4-FFF2-40B4-BE49-F238E27FC236}">
                      <a16:creationId xmlns:a16="http://schemas.microsoft.com/office/drawing/2014/main" id="{A9B0BD46-CDF9-3453-677C-FAF2CB0E1C80}"/>
                    </a:ext>
                  </a:extLst>
                </p:cNvPr>
                <p:cNvPicPr/>
                <p:nvPr/>
              </p:nvPicPr>
              <p:blipFill>
                <a:blip r:embed="rId213"/>
                <a:stretch>
                  <a:fillRect/>
                </a:stretch>
              </p:blipFill>
              <p:spPr>
                <a:xfrm>
                  <a:off x="2077718" y="5549903"/>
                  <a:ext cx="268560"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100" name="Ink 1099">
                  <a:extLst>
                    <a:ext uri="{FF2B5EF4-FFF2-40B4-BE49-F238E27FC236}">
                      <a16:creationId xmlns:a16="http://schemas.microsoft.com/office/drawing/2014/main" id="{2305C05D-B2E1-5035-2B3B-CC9AD34EB812}"/>
                    </a:ext>
                  </a:extLst>
                </p14:cNvPr>
                <p14:cNvContentPartPr/>
                <p14:nvPr/>
              </p14:nvContentPartPr>
              <p14:xfrm>
                <a:off x="2083118" y="5372423"/>
                <a:ext cx="397800" cy="291240"/>
              </p14:xfrm>
            </p:contentPart>
          </mc:Choice>
          <mc:Fallback>
            <p:pic>
              <p:nvPicPr>
                <p:cNvPr id="1100" name="Ink 1099">
                  <a:extLst>
                    <a:ext uri="{FF2B5EF4-FFF2-40B4-BE49-F238E27FC236}">
                      <a16:creationId xmlns:a16="http://schemas.microsoft.com/office/drawing/2014/main" id="{2305C05D-B2E1-5035-2B3B-CC9AD34EB812}"/>
                    </a:ext>
                  </a:extLst>
                </p:cNvPr>
                <p:cNvPicPr/>
                <p:nvPr/>
              </p:nvPicPr>
              <p:blipFill>
                <a:blip r:embed="rId215"/>
                <a:stretch>
                  <a:fillRect/>
                </a:stretch>
              </p:blipFill>
              <p:spPr>
                <a:xfrm>
                  <a:off x="2074478" y="5363423"/>
                  <a:ext cx="415440" cy="30888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101" name="Ink 1100">
                  <a:extLst>
                    <a:ext uri="{FF2B5EF4-FFF2-40B4-BE49-F238E27FC236}">
                      <a16:creationId xmlns:a16="http://schemas.microsoft.com/office/drawing/2014/main" id="{22A486EA-59D5-5225-88F0-EF12FC9E9FC3}"/>
                    </a:ext>
                  </a:extLst>
                </p14:cNvPr>
                <p14:cNvContentPartPr/>
                <p14:nvPr/>
              </p14:nvContentPartPr>
              <p14:xfrm>
                <a:off x="2386238" y="5634863"/>
                <a:ext cx="183240" cy="84240"/>
              </p14:xfrm>
            </p:contentPart>
          </mc:Choice>
          <mc:Fallback>
            <p:pic>
              <p:nvPicPr>
                <p:cNvPr id="1101" name="Ink 1100">
                  <a:extLst>
                    <a:ext uri="{FF2B5EF4-FFF2-40B4-BE49-F238E27FC236}">
                      <a16:creationId xmlns:a16="http://schemas.microsoft.com/office/drawing/2014/main" id="{22A486EA-59D5-5225-88F0-EF12FC9E9FC3}"/>
                    </a:ext>
                  </a:extLst>
                </p:cNvPr>
                <p:cNvPicPr/>
                <p:nvPr/>
              </p:nvPicPr>
              <p:blipFill>
                <a:blip r:embed="rId217"/>
                <a:stretch>
                  <a:fillRect/>
                </a:stretch>
              </p:blipFill>
              <p:spPr>
                <a:xfrm>
                  <a:off x="2377238" y="5626223"/>
                  <a:ext cx="20088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102" name="Ink 1101">
                  <a:extLst>
                    <a:ext uri="{FF2B5EF4-FFF2-40B4-BE49-F238E27FC236}">
                      <a16:creationId xmlns:a16="http://schemas.microsoft.com/office/drawing/2014/main" id="{07CE8FA4-4D6C-96D3-1BFE-ABE873709A4F}"/>
                    </a:ext>
                  </a:extLst>
                </p14:cNvPr>
                <p14:cNvContentPartPr/>
                <p14:nvPr/>
              </p14:nvContentPartPr>
              <p14:xfrm>
                <a:off x="2052158" y="5859143"/>
                <a:ext cx="378000" cy="128880"/>
              </p14:xfrm>
            </p:contentPart>
          </mc:Choice>
          <mc:Fallback>
            <p:pic>
              <p:nvPicPr>
                <p:cNvPr id="1102" name="Ink 1101">
                  <a:extLst>
                    <a:ext uri="{FF2B5EF4-FFF2-40B4-BE49-F238E27FC236}">
                      <a16:creationId xmlns:a16="http://schemas.microsoft.com/office/drawing/2014/main" id="{07CE8FA4-4D6C-96D3-1BFE-ABE873709A4F}"/>
                    </a:ext>
                  </a:extLst>
                </p:cNvPr>
                <p:cNvPicPr/>
                <p:nvPr/>
              </p:nvPicPr>
              <p:blipFill>
                <a:blip r:embed="rId219"/>
                <a:stretch>
                  <a:fillRect/>
                </a:stretch>
              </p:blipFill>
              <p:spPr>
                <a:xfrm>
                  <a:off x="2043518" y="5850503"/>
                  <a:ext cx="39564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103" name="Ink 1102">
                  <a:extLst>
                    <a:ext uri="{FF2B5EF4-FFF2-40B4-BE49-F238E27FC236}">
                      <a16:creationId xmlns:a16="http://schemas.microsoft.com/office/drawing/2014/main" id="{D81D0B6D-A5FC-D6EE-CFF6-ACDBF71634F7}"/>
                    </a:ext>
                  </a:extLst>
                </p14:cNvPr>
                <p14:cNvContentPartPr/>
                <p14:nvPr/>
              </p14:nvContentPartPr>
              <p14:xfrm>
                <a:off x="1986998" y="5858063"/>
                <a:ext cx="130320" cy="84960"/>
              </p14:xfrm>
            </p:contentPart>
          </mc:Choice>
          <mc:Fallback>
            <p:pic>
              <p:nvPicPr>
                <p:cNvPr id="1103" name="Ink 1102">
                  <a:extLst>
                    <a:ext uri="{FF2B5EF4-FFF2-40B4-BE49-F238E27FC236}">
                      <a16:creationId xmlns:a16="http://schemas.microsoft.com/office/drawing/2014/main" id="{D81D0B6D-A5FC-D6EE-CFF6-ACDBF71634F7}"/>
                    </a:ext>
                  </a:extLst>
                </p:cNvPr>
                <p:cNvPicPr/>
                <p:nvPr/>
              </p:nvPicPr>
              <p:blipFill>
                <a:blip r:embed="rId221"/>
                <a:stretch>
                  <a:fillRect/>
                </a:stretch>
              </p:blipFill>
              <p:spPr>
                <a:xfrm>
                  <a:off x="1977998" y="5849423"/>
                  <a:ext cx="14796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104" name="Ink 1103">
                  <a:extLst>
                    <a:ext uri="{FF2B5EF4-FFF2-40B4-BE49-F238E27FC236}">
                      <a16:creationId xmlns:a16="http://schemas.microsoft.com/office/drawing/2014/main" id="{955B2DAC-202E-42D8-783D-BE48446457AF}"/>
                    </a:ext>
                  </a:extLst>
                </p14:cNvPr>
                <p14:cNvContentPartPr/>
                <p14:nvPr/>
              </p14:nvContentPartPr>
              <p14:xfrm>
                <a:off x="2605118" y="5652503"/>
                <a:ext cx="651960" cy="172800"/>
              </p14:xfrm>
            </p:contentPart>
          </mc:Choice>
          <mc:Fallback>
            <p:pic>
              <p:nvPicPr>
                <p:cNvPr id="1104" name="Ink 1103">
                  <a:extLst>
                    <a:ext uri="{FF2B5EF4-FFF2-40B4-BE49-F238E27FC236}">
                      <a16:creationId xmlns:a16="http://schemas.microsoft.com/office/drawing/2014/main" id="{955B2DAC-202E-42D8-783D-BE48446457AF}"/>
                    </a:ext>
                  </a:extLst>
                </p:cNvPr>
                <p:cNvPicPr/>
                <p:nvPr/>
              </p:nvPicPr>
              <p:blipFill>
                <a:blip r:embed="rId223"/>
                <a:stretch>
                  <a:fillRect/>
                </a:stretch>
              </p:blipFill>
              <p:spPr>
                <a:xfrm>
                  <a:off x="2596478" y="5643503"/>
                  <a:ext cx="66960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105" name="Ink 1104">
                  <a:extLst>
                    <a:ext uri="{FF2B5EF4-FFF2-40B4-BE49-F238E27FC236}">
                      <a16:creationId xmlns:a16="http://schemas.microsoft.com/office/drawing/2014/main" id="{40415BA3-8CEE-FDE1-BF4B-CEC60CB27A46}"/>
                    </a:ext>
                  </a:extLst>
                </p14:cNvPr>
                <p14:cNvContentPartPr/>
                <p14:nvPr/>
              </p14:nvContentPartPr>
              <p14:xfrm>
                <a:off x="3150878" y="5623703"/>
                <a:ext cx="144360" cy="154440"/>
              </p14:xfrm>
            </p:contentPart>
          </mc:Choice>
          <mc:Fallback>
            <p:pic>
              <p:nvPicPr>
                <p:cNvPr id="1105" name="Ink 1104">
                  <a:extLst>
                    <a:ext uri="{FF2B5EF4-FFF2-40B4-BE49-F238E27FC236}">
                      <a16:creationId xmlns:a16="http://schemas.microsoft.com/office/drawing/2014/main" id="{40415BA3-8CEE-FDE1-BF4B-CEC60CB27A46}"/>
                    </a:ext>
                  </a:extLst>
                </p:cNvPr>
                <p:cNvPicPr/>
                <p:nvPr/>
              </p:nvPicPr>
              <p:blipFill>
                <a:blip r:embed="rId225"/>
                <a:stretch>
                  <a:fillRect/>
                </a:stretch>
              </p:blipFill>
              <p:spPr>
                <a:xfrm>
                  <a:off x="3142238" y="5615063"/>
                  <a:ext cx="16200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107" name="Ink 1106">
                  <a:extLst>
                    <a:ext uri="{FF2B5EF4-FFF2-40B4-BE49-F238E27FC236}">
                      <a16:creationId xmlns:a16="http://schemas.microsoft.com/office/drawing/2014/main" id="{FBAB16FC-203E-6DDD-5AFD-486C6D5B5F05}"/>
                    </a:ext>
                  </a:extLst>
                </p14:cNvPr>
                <p14:cNvContentPartPr/>
                <p14:nvPr/>
              </p14:nvContentPartPr>
              <p14:xfrm>
                <a:off x="2247998" y="4752863"/>
                <a:ext cx="38880" cy="412920"/>
              </p14:xfrm>
            </p:contentPart>
          </mc:Choice>
          <mc:Fallback>
            <p:pic>
              <p:nvPicPr>
                <p:cNvPr id="1107" name="Ink 1106">
                  <a:extLst>
                    <a:ext uri="{FF2B5EF4-FFF2-40B4-BE49-F238E27FC236}">
                      <a16:creationId xmlns:a16="http://schemas.microsoft.com/office/drawing/2014/main" id="{FBAB16FC-203E-6DDD-5AFD-486C6D5B5F05}"/>
                    </a:ext>
                  </a:extLst>
                </p:cNvPr>
                <p:cNvPicPr/>
                <p:nvPr/>
              </p:nvPicPr>
              <p:blipFill>
                <a:blip r:embed="rId227"/>
                <a:stretch>
                  <a:fillRect/>
                </a:stretch>
              </p:blipFill>
              <p:spPr>
                <a:xfrm>
                  <a:off x="2239358" y="4744223"/>
                  <a:ext cx="56520" cy="43056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108" name="Ink 1107">
                  <a:extLst>
                    <a:ext uri="{FF2B5EF4-FFF2-40B4-BE49-F238E27FC236}">
                      <a16:creationId xmlns:a16="http://schemas.microsoft.com/office/drawing/2014/main" id="{AF4F2E3A-B22E-6B4D-F6D2-A00E85A1DF03}"/>
                    </a:ext>
                  </a:extLst>
                </p14:cNvPr>
                <p14:cNvContentPartPr/>
                <p14:nvPr/>
              </p14:nvContentPartPr>
              <p14:xfrm>
                <a:off x="2179598" y="5242103"/>
                <a:ext cx="124560" cy="43920"/>
              </p14:xfrm>
            </p:contentPart>
          </mc:Choice>
          <mc:Fallback>
            <p:pic>
              <p:nvPicPr>
                <p:cNvPr id="1108" name="Ink 1107">
                  <a:extLst>
                    <a:ext uri="{FF2B5EF4-FFF2-40B4-BE49-F238E27FC236}">
                      <a16:creationId xmlns:a16="http://schemas.microsoft.com/office/drawing/2014/main" id="{AF4F2E3A-B22E-6B4D-F6D2-A00E85A1DF03}"/>
                    </a:ext>
                  </a:extLst>
                </p:cNvPr>
                <p:cNvPicPr/>
                <p:nvPr/>
              </p:nvPicPr>
              <p:blipFill>
                <a:blip r:embed="rId229"/>
                <a:stretch>
                  <a:fillRect/>
                </a:stretch>
              </p:blipFill>
              <p:spPr>
                <a:xfrm>
                  <a:off x="2170598" y="5233463"/>
                  <a:ext cx="14220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110" name="Ink 1109">
                  <a:extLst>
                    <a:ext uri="{FF2B5EF4-FFF2-40B4-BE49-F238E27FC236}">
                      <a16:creationId xmlns:a16="http://schemas.microsoft.com/office/drawing/2014/main" id="{5A91DCEA-787B-CC9D-1FEC-E76312FA2AF8}"/>
                    </a:ext>
                  </a:extLst>
                </p14:cNvPr>
                <p14:cNvContentPartPr/>
                <p14:nvPr/>
              </p14:nvContentPartPr>
              <p14:xfrm>
                <a:off x="1844798" y="4504463"/>
                <a:ext cx="140760" cy="161640"/>
              </p14:xfrm>
            </p:contentPart>
          </mc:Choice>
          <mc:Fallback>
            <p:pic>
              <p:nvPicPr>
                <p:cNvPr id="1110" name="Ink 1109">
                  <a:extLst>
                    <a:ext uri="{FF2B5EF4-FFF2-40B4-BE49-F238E27FC236}">
                      <a16:creationId xmlns:a16="http://schemas.microsoft.com/office/drawing/2014/main" id="{5A91DCEA-787B-CC9D-1FEC-E76312FA2AF8}"/>
                    </a:ext>
                  </a:extLst>
                </p:cNvPr>
                <p:cNvPicPr/>
                <p:nvPr/>
              </p:nvPicPr>
              <p:blipFill>
                <a:blip r:embed="rId231"/>
                <a:stretch>
                  <a:fillRect/>
                </a:stretch>
              </p:blipFill>
              <p:spPr>
                <a:xfrm>
                  <a:off x="1835798" y="4495463"/>
                  <a:ext cx="15840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111" name="Ink 1110">
                  <a:extLst>
                    <a:ext uri="{FF2B5EF4-FFF2-40B4-BE49-F238E27FC236}">
                      <a16:creationId xmlns:a16="http://schemas.microsoft.com/office/drawing/2014/main" id="{A1577B87-01B7-61FF-427E-97006A13576C}"/>
                    </a:ext>
                  </a:extLst>
                </p14:cNvPr>
                <p14:cNvContentPartPr/>
                <p14:nvPr/>
              </p14:nvContentPartPr>
              <p14:xfrm>
                <a:off x="2090678" y="4431383"/>
                <a:ext cx="159120" cy="196920"/>
              </p14:xfrm>
            </p:contentPart>
          </mc:Choice>
          <mc:Fallback>
            <p:pic>
              <p:nvPicPr>
                <p:cNvPr id="1111" name="Ink 1110">
                  <a:extLst>
                    <a:ext uri="{FF2B5EF4-FFF2-40B4-BE49-F238E27FC236}">
                      <a16:creationId xmlns:a16="http://schemas.microsoft.com/office/drawing/2014/main" id="{A1577B87-01B7-61FF-427E-97006A13576C}"/>
                    </a:ext>
                  </a:extLst>
                </p:cNvPr>
                <p:cNvPicPr/>
                <p:nvPr/>
              </p:nvPicPr>
              <p:blipFill>
                <a:blip r:embed="rId233"/>
                <a:stretch>
                  <a:fillRect/>
                </a:stretch>
              </p:blipFill>
              <p:spPr>
                <a:xfrm>
                  <a:off x="2082038" y="4422383"/>
                  <a:ext cx="17676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112" name="Ink 1111">
                  <a:extLst>
                    <a:ext uri="{FF2B5EF4-FFF2-40B4-BE49-F238E27FC236}">
                      <a16:creationId xmlns:a16="http://schemas.microsoft.com/office/drawing/2014/main" id="{33CF5DC0-53FE-1ECA-4C81-0286E422AE57}"/>
                    </a:ext>
                  </a:extLst>
                </p14:cNvPr>
                <p14:cNvContentPartPr/>
                <p14:nvPr/>
              </p14:nvContentPartPr>
              <p14:xfrm>
                <a:off x="2275718" y="4495823"/>
                <a:ext cx="176760" cy="150840"/>
              </p14:xfrm>
            </p:contentPart>
          </mc:Choice>
          <mc:Fallback>
            <p:pic>
              <p:nvPicPr>
                <p:cNvPr id="1112" name="Ink 1111">
                  <a:extLst>
                    <a:ext uri="{FF2B5EF4-FFF2-40B4-BE49-F238E27FC236}">
                      <a16:creationId xmlns:a16="http://schemas.microsoft.com/office/drawing/2014/main" id="{33CF5DC0-53FE-1ECA-4C81-0286E422AE57}"/>
                    </a:ext>
                  </a:extLst>
                </p:cNvPr>
                <p:cNvPicPr/>
                <p:nvPr/>
              </p:nvPicPr>
              <p:blipFill>
                <a:blip r:embed="rId235"/>
                <a:stretch>
                  <a:fillRect/>
                </a:stretch>
              </p:blipFill>
              <p:spPr>
                <a:xfrm>
                  <a:off x="2266718" y="4486823"/>
                  <a:ext cx="19440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113" name="Ink 1112">
                  <a:extLst>
                    <a:ext uri="{FF2B5EF4-FFF2-40B4-BE49-F238E27FC236}">
                      <a16:creationId xmlns:a16="http://schemas.microsoft.com/office/drawing/2014/main" id="{26511BFE-08D4-9667-79FB-5F0AE7CA897D}"/>
                    </a:ext>
                  </a:extLst>
                </p14:cNvPr>
                <p14:cNvContentPartPr/>
                <p14:nvPr/>
              </p14:nvContentPartPr>
              <p14:xfrm>
                <a:off x="2686478" y="4428143"/>
                <a:ext cx="151560" cy="244440"/>
              </p14:xfrm>
            </p:contentPart>
          </mc:Choice>
          <mc:Fallback>
            <p:pic>
              <p:nvPicPr>
                <p:cNvPr id="1113" name="Ink 1112">
                  <a:extLst>
                    <a:ext uri="{FF2B5EF4-FFF2-40B4-BE49-F238E27FC236}">
                      <a16:creationId xmlns:a16="http://schemas.microsoft.com/office/drawing/2014/main" id="{26511BFE-08D4-9667-79FB-5F0AE7CA897D}"/>
                    </a:ext>
                  </a:extLst>
                </p:cNvPr>
                <p:cNvPicPr/>
                <p:nvPr/>
              </p:nvPicPr>
              <p:blipFill>
                <a:blip r:embed="rId237"/>
                <a:stretch>
                  <a:fillRect/>
                </a:stretch>
              </p:blipFill>
              <p:spPr>
                <a:xfrm>
                  <a:off x="2677838" y="4419503"/>
                  <a:ext cx="16920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114" name="Ink 1113">
                  <a:extLst>
                    <a:ext uri="{FF2B5EF4-FFF2-40B4-BE49-F238E27FC236}">
                      <a16:creationId xmlns:a16="http://schemas.microsoft.com/office/drawing/2014/main" id="{ED4EA768-3661-BC9D-BD5E-90507F5398AF}"/>
                    </a:ext>
                  </a:extLst>
                </p14:cNvPr>
                <p14:cNvContentPartPr/>
                <p14:nvPr/>
              </p14:nvContentPartPr>
              <p14:xfrm>
                <a:off x="2868278" y="4542623"/>
                <a:ext cx="210600" cy="111960"/>
              </p14:xfrm>
            </p:contentPart>
          </mc:Choice>
          <mc:Fallback>
            <p:pic>
              <p:nvPicPr>
                <p:cNvPr id="1114" name="Ink 1113">
                  <a:extLst>
                    <a:ext uri="{FF2B5EF4-FFF2-40B4-BE49-F238E27FC236}">
                      <a16:creationId xmlns:a16="http://schemas.microsoft.com/office/drawing/2014/main" id="{ED4EA768-3661-BC9D-BD5E-90507F5398AF}"/>
                    </a:ext>
                  </a:extLst>
                </p:cNvPr>
                <p:cNvPicPr/>
                <p:nvPr/>
              </p:nvPicPr>
              <p:blipFill>
                <a:blip r:embed="rId239"/>
                <a:stretch>
                  <a:fillRect/>
                </a:stretch>
              </p:blipFill>
              <p:spPr>
                <a:xfrm>
                  <a:off x="2859638" y="4533623"/>
                  <a:ext cx="22824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115" name="Ink 1114">
                  <a:extLst>
                    <a:ext uri="{FF2B5EF4-FFF2-40B4-BE49-F238E27FC236}">
                      <a16:creationId xmlns:a16="http://schemas.microsoft.com/office/drawing/2014/main" id="{DC967288-82F9-0E78-B551-FA68750CB386}"/>
                    </a:ext>
                  </a:extLst>
                </p14:cNvPr>
                <p14:cNvContentPartPr/>
                <p14:nvPr/>
              </p14:nvContentPartPr>
              <p14:xfrm>
                <a:off x="3074558" y="4442183"/>
                <a:ext cx="7200" cy="42120"/>
              </p14:xfrm>
            </p:contentPart>
          </mc:Choice>
          <mc:Fallback>
            <p:pic>
              <p:nvPicPr>
                <p:cNvPr id="1115" name="Ink 1114">
                  <a:extLst>
                    <a:ext uri="{FF2B5EF4-FFF2-40B4-BE49-F238E27FC236}">
                      <a16:creationId xmlns:a16="http://schemas.microsoft.com/office/drawing/2014/main" id="{DC967288-82F9-0E78-B551-FA68750CB386}"/>
                    </a:ext>
                  </a:extLst>
                </p:cNvPr>
                <p:cNvPicPr/>
                <p:nvPr/>
              </p:nvPicPr>
              <p:blipFill>
                <a:blip r:embed="rId241"/>
                <a:stretch>
                  <a:fillRect/>
                </a:stretch>
              </p:blipFill>
              <p:spPr>
                <a:xfrm>
                  <a:off x="3065918" y="4433543"/>
                  <a:ext cx="2484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116" name="Ink 1115">
                  <a:extLst>
                    <a:ext uri="{FF2B5EF4-FFF2-40B4-BE49-F238E27FC236}">
                      <a16:creationId xmlns:a16="http://schemas.microsoft.com/office/drawing/2014/main" id="{7BE5F399-9738-9C2E-8828-9C0911D3A5F7}"/>
                    </a:ext>
                  </a:extLst>
                </p14:cNvPr>
                <p14:cNvContentPartPr/>
                <p14:nvPr/>
              </p14:nvContentPartPr>
              <p14:xfrm>
                <a:off x="3125318" y="4545503"/>
                <a:ext cx="127440" cy="107280"/>
              </p14:xfrm>
            </p:contentPart>
          </mc:Choice>
          <mc:Fallback>
            <p:pic>
              <p:nvPicPr>
                <p:cNvPr id="1116" name="Ink 1115">
                  <a:extLst>
                    <a:ext uri="{FF2B5EF4-FFF2-40B4-BE49-F238E27FC236}">
                      <a16:creationId xmlns:a16="http://schemas.microsoft.com/office/drawing/2014/main" id="{7BE5F399-9738-9C2E-8828-9C0911D3A5F7}"/>
                    </a:ext>
                  </a:extLst>
                </p:cNvPr>
                <p:cNvPicPr/>
                <p:nvPr/>
              </p:nvPicPr>
              <p:blipFill>
                <a:blip r:embed="rId243"/>
                <a:stretch>
                  <a:fillRect/>
                </a:stretch>
              </p:blipFill>
              <p:spPr>
                <a:xfrm>
                  <a:off x="3116318" y="4536863"/>
                  <a:ext cx="14508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117" name="Ink 1116">
                  <a:extLst>
                    <a:ext uri="{FF2B5EF4-FFF2-40B4-BE49-F238E27FC236}">
                      <a16:creationId xmlns:a16="http://schemas.microsoft.com/office/drawing/2014/main" id="{B71A93A9-094C-D2A8-09A6-A2DE939EDBCE}"/>
                    </a:ext>
                  </a:extLst>
                </p14:cNvPr>
                <p14:cNvContentPartPr/>
                <p14:nvPr/>
              </p14:nvContentPartPr>
              <p14:xfrm>
                <a:off x="3187238" y="4388183"/>
                <a:ext cx="19800" cy="285480"/>
              </p14:xfrm>
            </p:contentPart>
          </mc:Choice>
          <mc:Fallback>
            <p:pic>
              <p:nvPicPr>
                <p:cNvPr id="1117" name="Ink 1116">
                  <a:extLst>
                    <a:ext uri="{FF2B5EF4-FFF2-40B4-BE49-F238E27FC236}">
                      <a16:creationId xmlns:a16="http://schemas.microsoft.com/office/drawing/2014/main" id="{B71A93A9-094C-D2A8-09A6-A2DE939EDBCE}"/>
                    </a:ext>
                  </a:extLst>
                </p:cNvPr>
                <p:cNvPicPr/>
                <p:nvPr/>
              </p:nvPicPr>
              <p:blipFill>
                <a:blip r:embed="rId245"/>
                <a:stretch>
                  <a:fillRect/>
                </a:stretch>
              </p:blipFill>
              <p:spPr>
                <a:xfrm>
                  <a:off x="3178238" y="4379183"/>
                  <a:ext cx="37440" cy="3031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118" name="Ink 1117">
                  <a:extLst>
                    <a:ext uri="{FF2B5EF4-FFF2-40B4-BE49-F238E27FC236}">
                      <a16:creationId xmlns:a16="http://schemas.microsoft.com/office/drawing/2014/main" id="{299389F5-D10C-7264-587D-156DF02BD28D}"/>
                    </a:ext>
                  </a:extLst>
                </p14:cNvPr>
                <p14:cNvContentPartPr/>
                <p14:nvPr/>
              </p14:nvContentPartPr>
              <p14:xfrm>
                <a:off x="3289478" y="4399703"/>
                <a:ext cx="217080" cy="255600"/>
              </p14:xfrm>
            </p:contentPart>
          </mc:Choice>
          <mc:Fallback>
            <p:pic>
              <p:nvPicPr>
                <p:cNvPr id="1118" name="Ink 1117">
                  <a:extLst>
                    <a:ext uri="{FF2B5EF4-FFF2-40B4-BE49-F238E27FC236}">
                      <a16:creationId xmlns:a16="http://schemas.microsoft.com/office/drawing/2014/main" id="{299389F5-D10C-7264-587D-156DF02BD28D}"/>
                    </a:ext>
                  </a:extLst>
                </p:cNvPr>
                <p:cNvPicPr/>
                <p:nvPr/>
              </p:nvPicPr>
              <p:blipFill>
                <a:blip r:embed="rId247"/>
                <a:stretch>
                  <a:fillRect/>
                </a:stretch>
              </p:blipFill>
              <p:spPr>
                <a:xfrm>
                  <a:off x="3280838" y="4391063"/>
                  <a:ext cx="234720" cy="27324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119" name="Ink 1118">
                  <a:extLst>
                    <a:ext uri="{FF2B5EF4-FFF2-40B4-BE49-F238E27FC236}">
                      <a16:creationId xmlns:a16="http://schemas.microsoft.com/office/drawing/2014/main" id="{7586B450-75D9-FABE-80F1-B28820286BED}"/>
                    </a:ext>
                  </a:extLst>
                </p14:cNvPr>
                <p14:cNvContentPartPr/>
                <p14:nvPr/>
              </p14:nvContentPartPr>
              <p14:xfrm>
                <a:off x="1814918" y="4734143"/>
                <a:ext cx="1835640" cy="50040"/>
              </p14:xfrm>
            </p:contentPart>
          </mc:Choice>
          <mc:Fallback>
            <p:pic>
              <p:nvPicPr>
                <p:cNvPr id="1119" name="Ink 1118">
                  <a:extLst>
                    <a:ext uri="{FF2B5EF4-FFF2-40B4-BE49-F238E27FC236}">
                      <a16:creationId xmlns:a16="http://schemas.microsoft.com/office/drawing/2014/main" id="{7586B450-75D9-FABE-80F1-B28820286BED}"/>
                    </a:ext>
                  </a:extLst>
                </p:cNvPr>
                <p:cNvPicPr/>
                <p:nvPr/>
              </p:nvPicPr>
              <p:blipFill>
                <a:blip r:embed="rId249"/>
                <a:stretch>
                  <a:fillRect/>
                </a:stretch>
              </p:blipFill>
              <p:spPr>
                <a:xfrm>
                  <a:off x="1806278" y="4725503"/>
                  <a:ext cx="1853280" cy="67680"/>
                </a:xfrm>
                <a:prstGeom prst="rect">
                  <a:avLst/>
                </a:prstGeom>
              </p:spPr>
            </p:pic>
          </mc:Fallback>
        </mc:AlternateContent>
      </p:grpSp>
    </p:spTree>
    <p:extLst>
      <p:ext uri="{BB962C8B-B14F-4D97-AF65-F5344CB8AC3E}">
        <p14:creationId xmlns:p14="http://schemas.microsoft.com/office/powerpoint/2010/main" val="2012325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 HANA Cloud Integration</a:t>
            </a:r>
            <a:endParaRPr lang="en-IN" sz="3600" dirty="0">
              <a:latin typeface="Cooper Black" panose="0208090404030B020404" pitchFamily="18" charset="0"/>
            </a:endParaRPr>
          </a:p>
        </p:txBody>
      </p:sp>
      <p:sp>
        <p:nvSpPr>
          <p:cNvPr id="13" name="TextBox 12">
            <a:extLst>
              <a:ext uri="{FF2B5EF4-FFF2-40B4-BE49-F238E27FC236}">
                <a16:creationId xmlns:a16="http://schemas.microsoft.com/office/drawing/2014/main" id="{78B33051-A262-4738-BE23-009A377F6D2B}"/>
              </a:ext>
            </a:extLst>
          </p:cNvPr>
          <p:cNvSpPr txBox="1"/>
          <p:nvPr/>
        </p:nvSpPr>
        <p:spPr>
          <a:xfrm>
            <a:off x="189756" y="908720"/>
            <a:ext cx="11809312" cy="5293757"/>
          </a:xfrm>
          <a:prstGeom prst="rect">
            <a:avLst/>
          </a:prstGeom>
          <a:noFill/>
        </p:spPr>
        <p:txBody>
          <a:bodyPr wrap="square" rtlCol="0">
            <a:spAutoFit/>
          </a:bodyPr>
          <a:lstStyle/>
          <a:p>
            <a:r>
              <a:rPr lang="en-US" sz="1800" dirty="0">
                <a:solidFill>
                  <a:schemeClr val="bg1"/>
                </a:solidFill>
              </a:rPr>
              <a:t>Pre-requisites</a:t>
            </a:r>
          </a:p>
          <a:p>
            <a:pPr marL="457200" indent="-457200">
              <a:buAutoNum type="arabicPeriod"/>
            </a:pPr>
            <a:r>
              <a:rPr lang="en-US" sz="1800" dirty="0">
                <a:solidFill>
                  <a:schemeClr val="bg1"/>
                </a:solidFill>
              </a:rPr>
              <a:t>Check the version of CDS (which must be &gt; 2.0) </a:t>
            </a:r>
            <a:r>
              <a:rPr lang="en-US" sz="1800" b="1" dirty="0" err="1">
                <a:solidFill>
                  <a:schemeClr val="bg1"/>
                </a:solidFill>
              </a:rPr>
              <a:t>cds</a:t>
            </a:r>
            <a:r>
              <a:rPr lang="en-US" sz="1800" b="1" dirty="0">
                <a:solidFill>
                  <a:schemeClr val="bg1"/>
                </a:solidFill>
              </a:rPr>
              <a:t> –v</a:t>
            </a:r>
          </a:p>
          <a:p>
            <a:pPr marL="342900" indent="-342900">
              <a:buAutoNum type="arabicPeriod"/>
            </a:pPr>
            <a:r>
              <a:rPr lang="en-US" sz="1800" dirty="0">
                <a:solidFill>
                  <a:schemeClr val="bg1"/>
                </a:solidFill>
              </a:rPr>
              <a:t>Start a HANA cloud instance in SAP BTP</a:t>
            </a:r>
          </a:p>
          <a:p>
            <a:r>
              <a:rPr lang="en-US" sz="1800" dirty="0">
                <a:solidFill>
                  <a:schemeClr val="bg1"/>
                </a:solidFill>
              </a:rPr>
              <a:t>Main steps</a:t>
            </a:r>
          </a:p>
          <a:p>
            <a:pPr marL="342900" indent="-342900">
              <a:buAutoNum type="arabicPeriod"/>
            </a:pPr>
            <a:r>
              <a:rPr lang="en-US" sz="1800" dirty="0">
                <a:solidFill>
                  <a:schemeClr val="bg1"/>
                </a:solidFill>
              </a:rPr>
              <a:t>Add </a:t>
            </a:r>
            <a:r>
              <a:rPr lang="en-US" sz="1800" dirty="0" err="1">
                <a:solidFill>
                  <a:schemeClr val="bg1"/>
                </a:solidFill>
              </a:rPr>
              <a:t>hana</a:t>
            </a:r>
            <a:r>
              <a:rPr lang="en-US" sz="1800" dirty="0">
                <a:solidFill>
                  <a:schemeClr val="bg1"/>
                </a:solidFill>
              </a:rPr>
              <a:t> configuration to our app, which tell cap framework that the default </a:t>
            </a:r>
            <a:r>
              <a:rPr lang="en-US" sz="1800" dirty="0" err="1">
                <a:solidFill>
                  <a:schemeClr val="bg1"/>
                </a:solidFill>
              </a:rPr>
              <a:t>db</a:t>
            </a:r>
            <a:r>
              <a:rPr lang="en-US" sz="1800" dirty="0">
                <a:solidFill>
                  <a:schemeClr val="bg1"/>
                </a:solidFill>
              </a:rPr>
              <a:t> is now </a:t>
            </a:r>
            <a:r>
              <a:rPr lang="en-US" sz="1800" dirty="0" err="1">
                <a:solidFill>
                  <a:schemeClr val="bg1"/>
                </a:solidFill>
              </a:rPr>
              <a:t>hana</a:t>
            </a:r>
            <a:r>
              <a:rPr lang="en-US" sz="1800" dirty="0">
                <a:solidFill>
                  <a:schemeClr val="bg1"/>
                </a:solidFill>
              </a:rPr>
              <a:t> – </a:t>
            </a:r>
            <a:r>
              <a:rPr lang="en-US" sz="1800" b="1" dirty="0" err="1">
                <a:solidFill>
                  <a:schemeClr val="bg1"/>
                </a:solidFill>
              </a:rPr>
              <a:t>cds</a:t>
            </a:r>
            <a:r>
              <a:rPr lang="en-US" sz="1800" b="1" dirty="0">
                <a:solidFill>
                  <a:schemeClr val="bg1"/>
                </a:solidFill>
              </a:rPr>
              <a:t> add </a:t>
            </a:r>
            <a:r>
              <a:rPr lang="en-US" sz="1800" b="1" dirty="0" err="1">
                <a:solidFill>
                  <a:schemeClr val="bg1"/>
                </a:solidFill>
              </a:rPr>
              <a:t>hana</a:t>
            </a:r>
            <a:endParaRPr lang="en-US" sz="1800" b="1" dirty="0">
              <a:solidFill>
                <a:schemeClr val="bg1"/>
              </a:solidFill>
            </a:endParaRPr>
          </a:p>
          <a:p>
            <a:r>
              <a:rPr lang="en-IN" sz="1600" dirty="0">
                <a:solidFill>
                  <a:schemeClr val="bg1"/>
                </a:solidFill>
              </a:rPr>
              <a:t>2.   Add the </a:t>
            </a:r>
            <a:r>
              <a:rPr lang="en-IN" sz="1600" dirty="0" err="1">
                <a:solidFill>
                  <a:schemeClr val="bg1"/>
                </a:solidFill>
              </a:rPr>
              <a:t>hana</a:t>
            </a:r>
            <a:r>
              <a:rPr lang="en-IN" sz="1600" dirty="0">
                <a:solidFill>
                  <a:schemeClr val="bg1"/>
                </a:solidFill>
              </a:rPr>
              <a:t> specific deployment format name to our project under </a:t>
            </a:r>
            <a:r>
              <a:rPr lang="en-IN" sz="1600" dirty="0" err="1">
                <a:solidFill>
                  <a:schemeClr val="bg1"/>
                </a:solidFill>
              </a:rPr>
              <a:t>cds</a:t>
            </a:r>
            <a:r>
              <a:rPr lang="en-IN" sz="1600" dirty="0">
                <a:solidFill>
                  <a:schemeClr val="bg1"/>
                </a:solidFill>
              </a:rPr>
              <a:t> section as below inside </a:t>
            </a:r>
            <a:r>
              <a:rPr lang="en-IN" sz="1600" dirty="0" err="1">
                <a:solidFill>
                  <a:schemeClr val="bg1"/>
                </a:solidFill>
              </a:rPr>
              <a:t>package.json</a:t>
            </a:r>
            <a:r>
              <a:rPr lang="en-IN" sz="1600" dirty="0">
                <a:solidFill>
                  <a:schemeClr val="bg1"/>
                </a:solidFill>
              </a:rPr>
              <a:t> file</a:t>
            </a:r>
            <a:br>
              <a:rPr lang="en-IN" sz="1600" dirty="0">
                <a:solidFill>
                  <a:schemeClr val="bg1"/>
                </a:solidFill>
              </a:rPr>
            </a:br>
            <a:r>
              <a:rPr lang="en-US" sz="1200" b="0" dirty="0">
                <a:solidFill>
                  <a:schemeClr val="bg1"/>
                </a:solidFill>
                <a:effectLst/>
                <a:latin typeface="Consolas" panose="020B0609020204030204" pitchFamily="49" charset="0"/>
              </a:rPr>
              <a:t>"</a:t>
            </a:r>
            <a:r>
              <a:rPr lang="en-US" sz="1200" b="0" dirty="0" err="1">
                <a:solidFill>
                  <a:schemeClr val="bg1"/>
                </a:solidFill>
                <a:effectLst/>
                <a:latin typeface="Consolas" panose="020B0609020204030204" pitchFamily="49" charset="0"/>
              </a:rPr>
              <a:t>hana</a:t>
            </a:r>
            <a:r>
              <a:rPr lang="en-US" sz="1200" b="0" dirty="0">
                <a:solidFill>
                  <a:schemeClr val="bg1"/>
                </a:solidFill>
                <a:effectLst/>
                <a:latin typeface="Consolas" panose="020B0609020204030204" pitchFamily="49" charset="0"/>
              </a:rPr>
              <a:t>":{</a:t>
            </a:r>
          </a:p>
          <a:p>
            <a:r>
              <a:rPr lang="en-US" sz="1200" b="0" dirty="0">
                <a:solidFill>
                  <a:schemeClr val="bg1"/>
                </a:solidFill>
                <a:effectLst/>
                <a:latin typeface="Consolas" panose="020B0609020204030204" pitchFamily="49" charset="0"/>
              </a:rPr>
              <a:t>      "deploy-format":"</a:t>
            </a:r>
            <a:r>
              <a:rPr lang="en-US" sz="1200" b="0" dirty="0" err="1">
                <a:solidFill>
                  <a:schemeClr val="bg1"/>
                </a:solidFill>
                <a:effectLst/>
                <a:latin typeface="Consolas" panose="020B0609020204030204" pitchFamily="49" charset="0"/>
              </a:rPr>
              <a:t>hdbtable</a:t>
            </a:r>
            <a:r>
              <a:rPr lang="en-US" sz="1200" b="0" dirty="0">
                <a:solidFill>
                  <a:schemeClr val="bg1"/>
                </a:solidFill>
                <a:effectLst/>
                <a:latin typeface="Consolas" panose="020B0609020204030204" pitchFamily="49" charset="0"/>
              </a:rPr>
              <a:t>"</a:t>
            </a:r>
          </a:p>
          <a:p>
            <a:r>
              <a:rPr lang="en-US" sz="1200" b="0" dirty="0">
                <a:solidFill>
                  <a:schemeClr val="bg1"/>
                </a:solidFill>
                <a:effectLst/>
                <a:latin typeface="Consolas" panose="020B0609020204030204" pitchFamily="49" charset="0"/>
              </a:rPr>
              <a:t>    }</a:t>
            </a:r>
          </a:p>
          <a:p>
            <a:r>
              <a:rPr lang="en-IN" sz="1600" dirty="0">
                <a:solidFill>
                  <a:schemeClr val="bg1"/>
                </a:solidFill>
              </a:rPr>
              <a:t>3. Since the first step added the </a:t>
            </a:r>
            <a:r>
              <a:rPr lang="en-IN" sz="1600" dirty="0" err="1">
                <a:solidFill>
                  <a:schemeClr val="bg1"/>
                </a:solidFill>
              </a:rPr>
              <a:t>hdb</a:t>
            </a:r>
            <a:r>
              <a:rPr lang="en-IN" sz="1600" dirty="0">
                <a:solidFill>
                  <a:schemeClr val="bg1"/>
                </a:solidFill>
              </a:rPr>
              <a:t> node module, we need to install it. Run </a:t>
            </a:r>
            <a:r>
              <a:rPr lang="en-IN" sz="1600" b="1" dirty="0" err="1">
                <a:solidFill>
                  <a:schemeClr val="bg1"/>
                </a:solidFill>
              </a:rPr>
              <a:t>npm</a:t>
            </a:r>
            <a:r>
              <a:rPr lang="en-IN" sz="1600" b="1" dirty="0">
                <a:solidFill>
                  <a:schemeClr val="bg1"/>
                </a:solidFill>
              </a:rPr>
              <a:t> install</a:t>
            </a:r>
          </a:p>
          <a:p>
            <a:r>
              <a:rPr lang="en-IN" sz="1600" dirty="0">
                <a:solidFill>
                  <a:schemeClr val="bg1"/>
                </a:solidFill>
              </a:rPr>
              <a:t>4. We need to perform a build, which will create all the </a:t>
            </a:r>
            <a:r>
              <a:rPr lang="en-IN" sz="1600" dirty="0" err="1">
                <a:solidFill>
                  <a:schemeClr val="bg1"/>
                </a:solidFill>
              </a:rPr>
              <a:t>hana</a:t>
            </a:r>
            <a:r>
              <a:rPr lang="en-IN" sz="1600" dirty="0">
                <a:solidFill>
                  <a:schemeClr val="bg1"/>
                </a:solidFill>
              </a:rPr>
              <a:t> specific files which will be deployed to HANA cloud. </a:t>
            </a:r>
            <a:r>
              <a:rPr lang="en-IN" sz="1600" b="1" dirty="0" err="1">
                <a:solidFill>
                  <a:schemeClr val="bg1"/>
                </a:solidFill>
              </a:rPr>
              <a:t>cds</a:t>
            </a:r>
            <a:r>
              <a:rPr lang="en-IN" sz="1600" b="1" dirty="0">
                <a:solidFill>
                  <a:schemeClr val="bg1"/>
                </a:solidFill>
              </a:rPr>
              <a:t> build --production</a:t>
            </a:r>
            <a:endParaRPr lang="en-IN" sz="1600" dirty="0">
              <a:solidFill>
                <a:schemeClr val="bg1"/>
              </a:solidFill>
            </a:endParaRPr>
          </a:p>
          <a:p>
            <a:r>
              <a:rPr lang="en-IN" sz="1600" dirty="0">
                <a:solidFill>
                  <a:schemeClr val="bg1"/>
                </a:solidFill>
              </a:rPr>
              <a:t>5. We need to login to cloud foundry from BAS – </a:t>
            </a:r>
            <a:r>
              <a:rPr lang="en-IN" sz="1600" b="1" dirty="0" err="1">
                <a:solidFill>
                  <a:schemeClr val="bg1"/>
                </a:solidFill>
              </a:rPr>
              <a:t>cf</a:t>
            </a:r>
            <a:r>
              <a:rPr lang="en-IN" sz="1600" b="1" dirty="0">
                <a:solidFill>
                  <a:schemeClr val="bg1"/>
                </a:solidFill>
              </a:rPr>
              <a:t> login</a:t>
            </a:r>
          </a:p>
          <a:p>
            <a:r>
              <a:rPr lang="en-IN" sz="1600" dirty="0">
                <a:solidFill>
                  <a:schemeClr val="bg1"/>
                </a:solidFill>
              </a:rPr>
              <a:t>6. Finally we need to deploy the DB and everything to SAP HANA Cloud – </a:t>
            </a:r>
            <a:r>
              <a:rPr lang="en-IN" sz="1600" b="1" dirty="0" err="1">
                <a:solidFill>
                  <a:schemeClr val="bg1"/>
                </a:solidFill>
              </a:rPr>
              <a:t>cds</a:t>
            </a:r>
            <a:r>
              <a:rPr lang="en-IN" sz="1600" b="1" dirty="0">
                <a:solidFill>
                  <a:schemeClr val="bg1"/>
                </a:solidFill>
              </a:rPr>
              <a:t> deploy --to </a:t>
            </a:r>
            <a:r>
              <a:rPr lang="en-IN" sz="1600" b="1" dirty="0" err="1">
                <a:solidFill>
                  <a:schemeClr val="bg1"/>
                </a:solidFill>
              </a:rPr>
              <a:t>hana:batman</a:t>
            </a:r>
            <a:endParaRPr lang="en-IN" sz="1600" b="1" dirty="0">
              <a:solidFill>
                <a:schemeClr val="bg1"/>
              </a:solidFill>
            </a:endParaRPr>
          </a:p>
          <a:p>
            <a:r>
              <a:rPr lang="en-IN" sz="1600" dirty="0">
                <a:solidFill>
                  <a:schemeClr val="bg1"/>
                </a:solidFill>
              </a:rPr>
              <a:t>7. We fixed issues related to excel format of HANA and changed the size of field </a:t>
            </a:r>
            <a:r>
              <a:rPr lang="en-IN" sz="1600" dirty="0" err="1">
                <a:solidFill>
                  <a:schemeClr val="bg1"/>
                </a:solidFill>
              </a:rPr>
              <a:t>bankid</a:t>
            </a:r>
            <a:r>
              <a:rPr lang="en-IN" sz="1600" dirty="0">
                <a:solidFill>
                  <a:schemeClr val="bg1"/>
                </a:solidFill>
              </a:rPr>
              <a:t> for employee, redo the build and deploy</a:t>
            </a:r>
          </a:p>
          <a:p>
            <a:r>
              <a:rPr lang="en-IN" sz="1600" dirty="0">
                <a:solidFill>
                  <a:schemeClr val="bg1"/>
                </a:solidFill>
              </a:rPr>
              <a:t>8. If deployment worked, a new file </a:t>
            </a:r>
            <a:r>
              <a:rPr lang="en-IN" sz="1600" b="1" dirty="0" err="1">
                <a:solidFill>
                  <a:schemeClr val="bg1"/>
                </a:solidFill>
              </a:rPr>
              <a:t>cdsrc-private.json</a:t>
            </a:r>
            <a:r>
              <a:rPr lang="en-IN" sz="1600" b="1" dirty="0">
                <a:solidFill>
                  <a:schemeClr val="bg1"/>
                </a:solidFill>
              </a:rPr>
              <a:t> </a:t>
            </a:r>
            <a:r>
              <a:rPr lang="en-IN" sz="1600" dirty="0">
                <a:solidFill>
                  <a:schemeClr val="bg1"/>
                </a:solidFill>
              </a:rPr>
              <a:t>gets created automatically, this file contain the information about which container in SAP BTP HANA Cloud to connect to. And the private key is stored in this file.</a:t>
            </a:r>
          </a:p>
          <a:p>
            <a:r>
              <a:rPr lang="en-IN" sz="1600" dirty="0">
                <a:solidFill>
                  <a:schemeClr val="bg1"/>
                </a:solidFill>
              </a:rPr>
              <a:t>9. Provide the credentials which will be used to connect database, start using </a:t>
            </a:r>
            <a:r>
              <a:rPr lang="en-IN" sz="1600" b="1" dirty="0" err="1">
                <a:solidFill>
                  <a:schemeClr val="bg1"/>
                </a:solidFill>
              </a:rPr>
              <a:t>cds</a:t>
            </a:r>
            <a:r>
              <a:rPr lang="en-IN" sz="1600" b="1" dirty="0">
                <a:solidFill>
                  <a:schemeClr val="bg1"/>
                </a:solidFill>
              </a:rPr>
              <a:t> watch --profile hybrid</a:t>
            </a:r>
            <a:endParaRPr lang="en-IN" sz="1600" dirty="0">
              <a:solidFill>
                <a:schemeClr val="bg1"/>
              </a:solidFill>
            </a:endParaRPr>
          </a:p>
          <a:p>
            <a:r>
              <a:rPr lang="en-US" sz="1200" b="0" dirty="0">
                <a:solidFill>
                  <a:schemeClr val="bg1"/>
                </a:solidFill>
                <a:effectLst/>
                <a:latin typeface="Consolas" panose="020B0609020204030204" pitchFamily="49" charset="0"/>
              </a:rPr>
              <a:t>"credentials": {</a:t>
            </a:r>
          </a:p>
          <a:p>
            <a:r>
              <a:rPr lang="en-US" sz="1200" b="0" dirty="0">
                <a:solidFill>
                  <a:schemeClr val="bg1"/>
                </a:solidFill>
                <a:effectLst/>
                <a:latin typeface="Consolas" panose="020B0609020204030204" pitchFamily="49" charset="0"/>
              </a:rPr>
              <a:t>          "database": "batman-key"</a:t>
            </a:r>
          </a:p>
          <a:p>
            <a:r>
              <a:rPr lang="en-US" sz="1200" b="0" dirty="0">
                <a:solidFill>
                  <a:schemeClr val="bg1"/>
                </a:solidFill>
                <a:effectLst/>
                <a:latin typeface="Consolas" panose="020B0609020204030204" pitchFamily="49" charset="0"/>
              </a:rPr>
              <a:t>        }</a:t>
            </a:r>
          </a:p>
          <a:p>
            <a:endParaRPr lang="en-IN" sz="1600" dirty="0">
              <a:solidFill>
                <a:schemeClr val="bg1"/>
              </a:solidFill>
            </a:endParaRPr>
          </a:p>
        </p:txBody>
      </p:sp>
    </p:spTree>
    <p:extLst>
      <p:ext uri="{BB962C8B-B14F-4D97-AF65-F5344CB8AC3E}">
        <p14:creationId xmlns:p14="http://schemas.microsoft.com/office/powerpoint/2010/main" val="1776666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Authentication v/s Authorization</a:t>
            </a:r>
            <a:endParaRPr lang="en-IN" dirty="0"/>
          </a:p>
        </p:txBody>
      </p:sp>
      <p:sp>
        <p:nvSpPr>
          <p:cNvPr id="12" name="TextBox 11">
            <a:extLst>
              <a:ext uri="{FF2B5EF4-FFF2-40B4-BE49-F238E27FC236}">
                <a16:creationId xmlns:a16="http://schemas.microsoft.com/office/drawing/2014/main" id="{6F10F899-F228-C7A0-F638-DA5009D28E9C}"/>
              </a:ext>
            </a:extLst>
          </p:cNvPr>
          <p:cNvSpPr txBox="1"/>
          <p:nvPr/>
        </p:nvSpPr>
        <p:spPr>
          <a:xfrm>
            <a:off x="183628" y="785615"/>
            <a:ext cx="11806237" cy="4215441"/>
          </a:xfrm>
          <a:prstGeom prst="rect">
            <a:avLst/>
          </a:prstGeom>
          <a:noFill/>
        </p:spPr>
        <p:txBody>
          <a:bodyPr wrap="square" rtlCol="0">
            <a:spAutoFit/>
          </a:bodyPr>
          <a:lstStyle/>
          <a:p>
            <a:pPr>
              <a:defRPr/>
            </a:pPr>
            <a:r>
              <a:rPr lang="en-US" sz="1400" b="1" kern="0" dirty="0">
                <a:solidFill>
                  <a:prstClr val="white"/>
                </a:solidFill>
                <a:latin typeface="Segoe UI"/>
              </a:rPr>
              <a:t>Authentication</a:t>
            </a:r>
            <a:r>
              <a:rPr lang="en-US" sz="1400" kern="0" dirty="0">
                <a:solidFill>
                  <a:prstClr val="white"/>
                </a:solidFill>
                <a:latin typeface="Segoe UI"/>
              </a:rPr>
              <a:t> – It ensures that is our user a valid user? Has he/she entered valid credentials to login to our app. It is enforced by a login screen. This login screen can also come from IDP like SSO, LDAP, Social integration.</a:t>
            </a:r>
          </a:p>
          <a:p>
            <a:pPr>
              <a:defRPr/>
            </a:pPr>
            <a:endParaRPr lang="en-US" sz="1400" kern="0" dirty="0">
              <a:solidFill>
                <a:prstClr val="white"/>
              </a:solidFill>
              <a:latin typeface="Segoe UI"/>
            </a:endParaRPr>
          </a:p>
          <a:p>
            <a:pPr>
              <a:defRPr/>
            </a:pPr>
            <a:r>
              <a:rPr lang="en-US" sz="1400" b="1" kern="0" dirty="0">
                <a:solidFill>
                  <a:prstClr val="white"/>
                </a:solidFill>
                <a:latin typeface="Segoe UI"/>
              </a:rPr>
              <a:t>Authorization</a:t>
            </a:r>
            <a:r>
              <a:rPr lang="en-US" sz="1400" kern="0" dirty="0">
                <a:solidFill>
                  <a:prstClr val="white"/>
                </a:solidFill>
                <a:latin typeface="Segoe UI"/>
              </a:rPr>
              <a:t> – Once user is authentication, then the authorization comes into play. It ensures, is our user allowed to do certain activities inside app. What is the level of access. E.g. create, update, delete, approve, view.</a:t>
            </a:r>
          </a:p>
          <a:p>
            <a:pPr>
              <a:defRPr/>
            </a:pPr>
            <a:endParaRPr lang="en-US" sz="1600" kern="0" dirty="0">
              <a:solidFill>
                <a:prstClr val="white"/>
              </a:solidFill>
              <a:latin typeface="Segoe UI"/>
            </a:endParaRPr>
          </a:p>
          <a:p>
            <a:pPr>
              <a:defRPr/>
            </a:pPr>
            <a:r>
              <a:rPr lang="en-US" sz="1400" kern="0" dirty="0">
                <a:solidFill>
                  <a:prstClr val="white"/>
                </a:solidFill>
                <a:latin typeface="Segoe UI"/>
              </a:rPr>
              <a:t>SAP BTP </a:t>
            </a:r>
            <a:r>
              <a:rPr lang="en-US" sz="1400" kern="0" dirty="0" err="1">
                <a:solidFill>
                  <a:prstClr val="white"/>
                </a:solidFill>
                <a:latin typeface="Segoe UI"/>
              </a:rPr>
              <a:t>cf</a:t>
            </a:r>
            <a:r>
              <a:rPr lang="en-US" sz="1400" kern="0" dirty="0">
                <a:solidFill>
                  <a:prstClr val="white"/>
                </a:solidFill>
                <a:latin typeface="Segoe UI"/>
              </a:rPr>
              <a:t> environment has a special component called XSUAA – </a:t>
            </a:r>
          </a:p>
          <a:p>
            <a:pPr>
              <a:defRPr/>
            </a:pPr>
            <a:r>
              <a:rPr lang="en-US" sz="1400" kern="0" dirty="0">
                <a:solidFill>
                  <a:prstClr val="white"/>
                </a:solidFill>
                <a:latin typeface="Segoe UI"/>
              </a:rPr>
              <a:t>XS – </a:t>
            </a:r>
            <a:r>
              <a:rPr lang="en-US" sz="1400" kern="0" dirty="0" err="1">
                <a:solidFill>
                  <a:prstClr val="white"/>
                </a:solidFill>
                <a:latin typeface="Segoe UI"/>
              </a:rPr>
              <a:t>eXtended</a:t>
            </a:r>
            <a:r>
              <a:rPr lang="en-US" sz="1400" kern="0" dirty="0">
                <a:solidFill>
                  <a:prstClr val="white"/>
                </a:solidFill>
                <a:latin typeface="Segoe UI"/>
              </a:rPr>
              <a:t> Services</a:t>
            </a:r>
          </a:p>
          <a:p>
            <a:pPr>
              <a:defRPr/>
            </a:pPr>
            <a:r>
              <a:rPr lang="en-US" sz="1400" kern="0" dirty="0">
                <a:solidFill>
                  <a:prstClr val="white"/>
                </a:solidFill>
                <a:latin typeface="Segoe UI"/>
              </a:rPr>
              <a:t>UAA – User Account and Authorization</a:t>
            </a:r>
          </a:p>
          <a:p>
            <a:pPr marL="342797" indent="-342797">
              <a:buFont typeface="Arial" panose="020B0604020202020204" pitchFamily="34" charset="0"/>
              <a:buChar char="•"/>
              <a:defRPr/>
            </a:pPr>
            <a:r>
              <a:rPr lang="en-IN" sz="1400" kern="0" dirty="0">
                <a:solidFill>
                  <a:prstClr val="white"/>
                </a:solidFill>
                <a:latin typeface="Segoe UI"/>
              </a:rPr>
              <a:t>This is an in-built component inside of CF</a:t>
            </a:r>
          </a:p>
          <a:p>
            <a:pPr marL="342797" indent="-342797">
              <a:buFont typeface="Arial" panose="020B0604020202020204" pitchFamily="34" charset="0"/>
              <a:buChar char="•"/>
              <a:defRPr/>
            </a:pPr>
            <a:r>
              <a:rPr lang="en-IN" sz="1400" kern="0" dirty="0">
                <a:solidFill>
                  <a:prstClr val="white"/>
                </a:solidFill>
                <a:latin typeface="Segoe UI"/>
              </a:rPr>
              <a:t>It is responsible to control the user account and authorization</a:t>
            </a:r>
          </a:p>
          <a:p>
            <a:pPr marL="342797" indent="-342797">
              <a:buFont typeface="Arial" panose="020B0604020202020204" pitchFamily="34" charset="0"/>
              <a:buChar char="•"/>
              <a:defRPr/>
            </a:pPr>
            <a:r>
              <a:rPr lang="en-IN" sz="1400" kern="0" dirty="0">
                <a:solidFill>
                  <a:prstClr val="white"/>
                </a:solidFill>
                <a:latin typeface="Segoe UI"/>
              </a:rPr>
              <a:t>It manages our application security</a:t>
            </a:r>
          </a:p>
          <a:p>
            <a:pPr marL="342797" indent="-342797">
              <a:buFont typeface="Arial" panose="020B0604020202020204" pitchFamily="34" charset="0"/>
              <a:buChar char="•"/>
              <a:defRPr/>
            </a:pPr>
            <a:r>
              <a:rPr lang="en-IN" sz="1400" kern="0" dirty="0">
                <a:solidFill>
                  <a:prstClr val="white"/>
                </a:solidFill>
                <a:latin typeface="Segoe UI"/>
              </a:rPr>
              <a:t>In CF we use modular approach to address security</a:t>
            </a:r>
          </a:p>
          <a:p>
            <a:pPr marL="342797" indent="-342797">
              <a:buFont typeface="Arial" panose="020B0604020202020204" pitchFamily="34" charset="0"/>
              <a:buChar char="•"/>
              <a:defRPr/>
            </a:pPr>
            <a:r>
              <a:rPr lang="en-IN" sz="1400" kern="0" dirty="0">
                <a:solidFill>
                  <a:prstClr val="white"/>
                </a:solidFill>
                <a:latin typeface="Segoe UI"/>
              </a:rPr>
              <a:t>As a developer we need to decide what roles and level of security we need in our app. Example, we need to secure </a:t>
            </a:r>
            <a:r>
              <a:rPr lang="en-IN" sz="1400" kern="0" dirty="0" err="1">
                <a:solidFill>
                  <a:prstClr val="white"/>
                </a:solidFill>
                <a:latin typeface="Segoe UI"/>
              </a:rPr>
              <a:t>odata</a:t>
            </a:r>
            <a:r>
              <a:rPr lang="en-IN" sz="1400" kern="0" dirty="0">
                <a:solidFill>
                  <a:prstClr val="white"/>
                </a:solidFill>
                <a:latin typeface="Segoe UI"/>
              </a:rPr>
              <a:t> resource /</a:t>
            </a:r>
            <a:r>
              <a:rPr lang="en-IN" sz="1400" kern="0" dirty="0" err="1">
                <a:solidFill>
                  <a:prstClr val="white"/>
                </a:solidFill>
                <a:latin typeface="Segoe UI"/>
              </a:rPr>
              <a:t>Anubhav.svc</a:t>
            </a:r>
            <a:endParaRPr lang="en-IN" sz="1400" kern="0" dirty="0">
              <a:solidFill>
                <a:prstClr val="white"/>
              </a:solidFill>
              <a:latin typeface="Segoe UI"/>
            </a:endParaRPr>
          </a:p>
          <a:p>
            <a:pPr marL="342797" indent="-342797">
              <a:buFont typeface="Arial" panose="020B0604020202020204" pitchFamily="34" charset="0"/>
              <a:buChar char="•"/>
              <a:defRPr/>
            </a:pPr>
            <a:r>
              <a:rPr lang="en-IN" sz="1400" kern="0" dirty="0">
                <a:solidFill>
                  <a:prstClr val="white"/>
                </a:solidFill>
                <a:latin typeface="Segoe UI"/>
              </a:rPr>
              <a:t>Usually we define Viewer, Editor</a:t>
            </a:r>
          </a:p>
          <a:p>
            <a:pPr marL="342797" indent="-342797">
              <a:buFont typeface="Arial" panose="020B0604020202020204" pitchFamily="34" charset="0"/>
              <a:buChar char="•"/>
              <a:defRPr/>
            </a:pPr>
            <a:r>
              <a:rPr lang="en-IN" sz="1400" kern="0" dirty="0">
                <a:solidFill>
                  <a:prstClr val="white"/>
                </a:solidFill>
                <a:latin typeface="Segoe UI"/>
              </a:rPr>
              <a:t>We need to define our scope and role templates inside a special file called </a:t>
            </a:r>
            <a:r>
              <a:rPr lang="en-IN" sz="1400" b="1" kern="0" dirty="0" err="1">
                <a:solidFill>
                  <a:prstClr val="white"/>
                </a:solidFill>
                <a:latin typeface="Segoe UI"/>
              </a:rPr>
              <a:t>xs-security.json</a:t>
            </a:r>
            <a:r>
              <a:rPr lang="en-IN" sz="1400" b="1" kern="0" dirty="0">
                <a:solidFill>
                  <a:prstClr val="white"/>
                </a:solidFill>
                <a:latin typeface="Segoe UI"/>
              </a:rPr>
              <a:t> </a:t>
            </a:r>
            <a:r>
              <a:rPr lang="en-IN" sz="1400" kern="0" dirty="0">
                <a:solidFill>
                  <a:prstClr val="white"/>
                </a:solidFill>
                <a:latin typeface="Segoe UI"/>
              </a:rPr>
              <a:t>file</a:t>
            </a:r>
          </a:p>
          <a:p>
            <a:pPr marL="342797" indent="-342797">
              <a:buFont typeface="Arial" panose="020B0604020202020204" pitchFamily="34" charset="0"/>
              <a:buChar char="•"/>
              <a:defRPr/>
            </a:pPr>
            <a:r>
              <a:rPr lang="en-IN" sz="1400" kern="0" dirty="0">
                <a:solidFill>
                  <a:prstClr val="white"/>
                </a:solidFill>
                <a:latin typeface="Segoe UI"/>
              </a:rPr>
              <a:t>XSUAA Communicates to the </a:t>
            </a:r>
            <a:r>
              <a:rPr lang="en-IN" sz="1400" b="1" kern="0" dirty="0">
                <a:solidFill>
                  <a:prstClr val="white"/>
                </a:solidFill>
                <a:latin typeface="Segoe UI"/>
              </a:rPr>
              <a:t>IDP – Identity Provider</a:t>
            </a:r>
          </a:p>
          <a:p>
            <a:pPr marL="342797" indent="-342797">
              <a:buFont typeface="Arial" panose="020B0604020202020204" pitchFamily="34" charset="0"/>
              <a:buChar char="•"/>
              <a:defRPr/>
            </a:pPr>
            <a:r>
              <a:rPr lang="en-IN" sz="1400" kern="0" dirty="0">
                <a:solidFill>
                  <a:prstClr val="white"/>
                </a:solidFill>
                <a:latin typeface="Segoe UI"/>
              </a:rPr>
              <a:t>Issues </a:t>
            </a:r>
            <a:r>
              <a:rPr lang="en-IN" sz="1400" b="1" kern="0" dirty="0">
                <a:solidFill>
                  <a:prstClr val="white"/>
                </a:solidFill>
                <a:latin typeface="Segoe UI"/>
              </a:rPr>
              <a:t>JWT (JSON web Token) </a:t>
            </a:r>
            <a:r>
              <a:rPr lang="en-IN" sz="1400" kern="0" dirty="0">
                <a:solidFill>
                  <a:prstClr val="white"/>
                </a:solidFill>
                <a:latin typeface="Segoe UI"/>
              </a:rPr>
              <a:t>to cloud foundry router which let user access the app based on permission.</a:t>
            </a:r>
          </a:p>
        </p:txBody>
      </p:sp>
      <p:sp>
        <p:nvSpPr>
          <p:cNvPr id="13" name="Rectangle 12">
            <a:extLst>
              <a:ext uri="{FF2B5EF4-FFF2-40B4-BE49-F238E27FC236}">
                <a16:creationId xmlns:a16="http://schemas.microsoft.com/office/drawing/2014/main" id="{3643048D-A7CA-D41E-C7AC-CCAB701256CA}"/>
              </a:ext>
            </a:extLst>
          </p:cNvPr>
          <p:cNvSpPr/>
          <p:nvPr/>
        </p:nvSpPr>
        <p:spPr>
          <a:xfrm>
            <a:off x="1623413"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Scope</a:t>
            </a:r>
          </a:p>
          <a:p>
            <a:pPr algn="ctr">
              <a:defRPr/>
            </a:pPr>
            <a:r>
              <a:rPr lang="en-US" sz="2000" kern="0" dirty="0">
                <a:solidFill>
                  <a:prstClr val="white"/>
                </a:solidFill>
                <a:latin typeface="Segoe UI"/>
              </a:rPr>
              <a:t>(permission)</a:t>
            </a:r>
          </a:p>
        </p:txBody>
      </p:sp>
      <p:sp>
        <p:nvSpPr>
          <p:cNvPr id="14" name="Rectangle 13">
            <a:extLst>
              <a:ext uri="{FF2B5EF4-FFF2-40B4-BE49-F238E27FC236}">
                <a16:creationId xmlns:a16="http://schemas.microsoft.com/office/drawing/2014/main" id="{CAF1E737-A025-646B-E1D2-2FDCC17E4BD0}"/>
              </a:ext>
            </a:extLst>
          </p:cNvPr>
          <p:cNvSpPr/>
          <p:nvPr/>
        </p:nvSpPr>
        <p:spPr>
          <a:xfrm>
            <a:off x="5438843"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Role Template</a:t>
            </a:r>
          </a:p>
        </p:txBody>
      </p:sp>
      <p:cxnSp>
        <p:nvCxnSpPr>
          <p:cNvPr id="15" name="Straight Connector 14">
            <a:extLst>
              <a:ext uri="{FF2B5EF4-FFF2-40B4-BE49-F238E27FC236}">
                <a16:creationId xmlns:a16="http://schemas.microsoft.com/office/drawing/2014/main" id="{40BB33BA-B03F-9320-17D7-F05B3766B37A}"/>
              </a:ext>
            </a:extLst>
          </p:cNvPr>
          <p:cNvCxnSpPr>
            <a:stCxn id="13" idx="3"/>
            <a:endCxn id="14" idx="1"/>
          </p:cNvCxnSpPr>
          <p:nvPr/>
        </p:nvCxnSpPr>
        <p:spPr>
          <a:xfrm>
            <a:off x="3351155" y="5874152"/>
            <a:ext cx="2087688" cy="0"/>
          </a:xfrm>
          <a:prstGeom prst="line">
            <a:avLst/>
          </a:prstGeom>
          <a:noFill/>
          <a:ln w="9525" cap="flat" cmpd="sng" algn="ctr">
            <a:solidFill>
              <a:srgbClr val="202B50">
                <a:shade val="95000"/>
                <a:satMod val="105000"/>
              </a:srgbClr>
            </a:solidFill>
            <a:prstDash val="solid"/>
          </a:ln>
          <a:effectLst/>
        </p:spPr>
      </p:cxnSp>
      <p:sp>
        <p:nvSpPr>
          <p:cNvPr id="16" name="TextBox 15">
            <a:extLst>
              <a:ext uri="{FF2B5EF4-FFF2-40B4-BE49-F238E27FC236}">
                <a16:creationId xmlns:a16="http://schemas.microsoft.com/office/drawing/2014/main" id="{7B3AAFBE-55E6-7165-C524-D53C89F1869D}"/>
              </a:ext>
            </a:extLst>
          </p:cNvPr>
          <p:cNvSpPr txBox="1"/>
          <p:nvPr/>
        </p:nvSpPr>
        <p:spPr>
          <a:xfrm>
            <a:off x="3351155" y="5426323"/>
            <a:ext cx="2375645" cy="461417"/>
          </a:xfrm>
          <a:prstGeom prst="rect">
            <a:avLst/>
          </a:prstGeom>
          <a:noFill/>
        </p:spPr>
        <p:txBody>
          <a:bodyPr wrap="square" rtlCol="0">
            <a:spAutoFit/>
          </a:bodyPr>
          <a:lstStyle/>
          <a:p>
            <a:pPr>
              <a:defRPr/>
            </a:pPr>
            <a:r>
              <a:rPr lang="en-US" sz="2399" kern="0" dirty="0">
                <a:solidFill>
                  <a:prstClr val="white"/>
                </a:solidFill>
                <a:latin typeface="Segoe UI"/>
              </a:rPr>
              <a:t>*	     *</a:t>
            </a:r>
          </a:p>
        </p:txBody>
      </p:sp>
      <p:sp>
        <p:nvSpPr>
          <p:cNvPr id="17" name="Rectangle 16">
            <a:extLst>
              <a:ext uri="{FF2B5EF4-FFF2-40B4-BE49-F238E27FC236}">
                <a16:creationId xmlns:a16="http://schemas.microsoft.com/office/drawing/2014/main" id="{11A855E9-5463-D35A-F9B3-9506DDDF0ED5}"/>
              </a:ext>
            </a:extLst>
          </p:cNvPr>
          <p:cNvSpPr/>
          <p:nvPr/>
        </p:nvSpPr>
        <p:spPr>
          <a:xfrm>
            <a:off x="8390402"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Role Collection</a:t>
            </a:r>
          </a:p>
        </p:txBody>
      </p:sp>
      <p:cxnSp>
        <p:nvCxnSpPr>
          <p:cNvPr id="18" name="Straight Connector 17">
            <a:extLst>
              <a:ext uri="{FF2B5EF4-FFF2-40B4-BE49-F238E27FC236}">
                <a16:creationId xmlns:a16="http://schemas.microsoft.com/office/drawing/2014/main" id="{AD307554-17F7-7992-5053-6F85F367361B}"/>
              </a:ext>
            </a:extLst>
          </p:cNvPr>
          <p:cNvCxnSpPr>
            <a:stCxn id="14" idx="3"/>
            <a:endCxn id="17" idx="1"/>
          </p:cNvCxnSpPr>
          <p:nvPr/>
        </p:nvCxnSpPr>
        <p:spPr>
          <a:xfrm>
            <a:off x="7166585" y="5874152"/>
            <a:ext cx="1223817" cy="0"/>
          </a:xfrm>
          <a:prstGeom prst="line">
            <a:avLst/>
          </a:prstGeom>
          <a:noFill/>
          <a:ln w="9525" cap="flat" cmpd="sng" algn="ctr">
            <a:solidFill>
              <a:srgbClr val="202B50">
                <a:shade val="95000"/>
                <a:satMod val="105000"/>
              </a:srgbClr>
            </a:solidFill>
            <a:prstDash val="solid"/>
          </a:ln>
          <a:effectLst/>
        </p:spPr>
      </p:cxnSp>
      <p:sp>
        <p:nvSpPr>
          <p:cNvPr id="19" name="TextBox 18">
            <a:extLst>
              <a:ext uri="{FF2B5EF4-FFF2-40B4-BE49-F238E27FC236}">
                <a16:creationId xmlns:a16="http://schemas.microsoft.com/office/drawing/2014/main" id="{67E8CB7F-3920-0EEF-4648-0869E7E16F62}"/>
              </a:ext>
            </a:extLst>
          </p:cNvPr>
          <p:cNvSpPr txBox="1"/>
          <p:nvPr/>
        </p:nvSpPr>
        <p:spPr>
          <a:xfrm>
            <a:off x="7166585" y="5426323"/>
            <a:ext cx="1295806" cy="461417"/>
          </a:xfrm>
          <a:prstGeom prst="rect">
            <a:avLst/>
          </a:prstGeom>
          <a:noFill/>
        </p:spPr>
        <p:txBody>
          <a:bodyPr wrap="square" rtlCol="0">
            <a:spAutoFit/>
          </a:bodyPr>
          <a:lstStyle/>
          <a:p>
            <a:pPr>
              <a:defRPr/>
            </a:pPr>
            <a:r>
              <a:rPr lang="en-US" sz="2399" kern="0" dirty="0">
                <a:solidFill>
                  <a:prstClr val="white"/>
                </a:solidFill>
                <a:latin typeface="Segoe UI"/>
              </a:rPr>
              <a:t>*         *</a:t>
            </a:r>
          </a:p>
        </p:txBody>
      </p:sp>
      <p:sp>
        <p:nvSpPr>
          <p:cNvPr id="20" name="Smiley Face 19">
            <a:extLst>
              <a:ext uri="{FF2B5EF4-FFF2-40B4-BE49-F238E27FC236}">
                <a16:creationId xmlns:a16="http://schemas.microsoft.com/office/drawing/2014/main" id="{DC9EB602-77FC-D2F5-43BC-C520B7ED05D9}"/>
              </a:ext>
            </a:extLst>
          </p:cNvPr>
          <p:cNvSpPr/>
          <p:nvPr/>
        </p:nvSpPr>
        <p:spPr>
          <a:xfrm>
            <a:off x="11054004" y="5334014"/>
            <a:ext cx="719892" cy="646163"/>
          </a:xfrm>
          <a:prstGeom prst="smileyFace">
            <a:avLst/>
          </a:prstGeom>
          <a:gradFill rotWithShape="1">
            <a:gsLst>
              <a:gs pos="0">
                <a:srgbClr val="38C6C6">
                  <a:tint val="50000"/>
                  <a:satMod val="300000"/>
                </a:srgbClr>
              </a:gs>
              <a:gs pos="35000">
                <a:srgbClr val="38C6C6">
                  <a:tint val="37000"/>
                  <a:satMod val="300000"/>
                </a:srgbClr>
              </a:gs>
              <a:gs pos="100000">
                <a:srgbClr val="38C6C6">
                  <a:tint val="15000"/>
                  <a:satMod val="350000"/>
                </a:srgbClr>
              </a:gs>
            </a:gsLst>
            <a:lin ang="16200000" scaled="1"/>
          </a:gradFill>
          <a:ln w="9525" cap="flat" cmpd="sng" algn="ctr">
            <a:solidFill>
              <a:sysClr val="windowText" lastClr="000000">
                <a:lumMod val="95000"/>
                <a:lumOff val="5000"/>
              </a:sysClr>
            </a:solidFill>
            <a:prstDash val="solid"/>
          </a:ln>
          <a:effectLst>
            <a:outerShdw blurRad="40000" dist="20000" dir="5400000" rotWithShape="0">
              <a:srgbClr val="000000">
                <a:alpha val="38000"/>
              </a:srgbClr>
            </a:outerShdw>
          </a:effectLst>
        </p:spPr>
        <p:txBody>
          <a:bodyPr rtlCol="0" anchor="ctr"/>
          <a:lstStyle/>
          <a:p>
            <a:pPr algn="ctr">
              <a:defRPr/>
            </a:pPr>
            <a:endParaRPr lang="en-US" sz="2399" b="1" kern="0" dirty="0">
              <a:solidFill>
                <a:prstClr val="white"/>
              </a:solidFill>
              <a:latin typeface="Segoe UI"/>
            </a:endParaRPr>
          </a:p>
        </p:txBody>
      </p:sp>
      <p:cxnSp>
        <p:nvCxnSpPr>
          <p:cNvPr id="21" name="Connector: Elbow 20">
            <a:extLst>
              <a:ext uri="{FF2B5EF4-FFF2-40B4-BE49-F238E27FC236}">
                <a16:creationId xmlns:a16="http://schemas.microsoft.com/office/drawing/2014/main" id="{39FB7B0B-43C4-53CC-F7CB-9A6A0904A3A3}"/>
              </a:ext>
            </a:extLst>
          </p:cNvPr>
          <p:cNvCxnSpPr>
            <a:stCxn id="17" idx="3"/>
            <a:endCxn id="20" idx="4"/>
          </p:cNvCxnSpPr>
          <p:nvPr/>
        </p:nvCxnSpPr>
        <p:spPr>
          <a:xfrm>
            <a:off x="10118144" y="5874154"/>
            <a:ext cx="1295806" cy="106023"/>
          </a:xfrm>
          <a:prstGeom prst="bentConnector4">
            <a:avLst>
              <a:gd name="adj1" fmla="val 36111"/>
              <a:gd name="adj2" fmla="val 315557"/>
            </a:avLst>
          </a:prstGeom>
          <a:noFill/>
          <a:ln w="9525" cap="flat" cmpd="sng" algn="ctr">
            <a:solidFill>
              <a:srgbClr val="202B50">
                <a:shade val="95000"/>
                <a:satMod val="105000"/>
              </a:srgbClr>
            </a:solidFill>
            <a:prstDash val="solid"/>
            <a:tailEnd type="triangle"/>
          </a:ln>
          <a:effectLst/>
        </p:spPr>
      </p:cxnSp>
    </p:spTree>
    <p:extLst>
      <p:ext uri="{BB962C8B-B14F-4D97-AF65-F5344CB8AC3E}">
        <p14:creationId xmlns:p14="http://schemas.microsoft.com/office/powerpoint/2010/main" val="308907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IDP – Identity Provider</a:t>
            </a:r>
            <a:endParaRPr lang="en-IN" dirty="0"/>
          </a:p>
        </p:txBody>
      </p:sp>
      <p:sp>
        <p:nvSpPr>
          <p:cNvPr id="10" name="Slide Number Placeholder 3">
            <a:extLst>
              <a:ext uri="{FF2B5EF4-FFF2-40B4-BE49-F238E27FC236}">
                <a16:creationId xmlns:a16="http://schemas.microsoft.com/office/drawing/2014/main" id="{2F3035AE-3E52-4994-6211-AE55192D28F5}"/>
              </a:ext>
            </a:extLst>
          </p:cNvPr>
          <p:cNvSpPr>
            <a:spLocks noGrp="1"/>
          </p:cNvSpPr>
          <p:nvPr>
            <p:ph type="sldNum" sz="quarter" idx="12"/>
          </p:nvPr>
        </p:nvSpPr>
        <p:spPr>
          <a:xfrm flipH="1">
            <a:off x="11637584" y="6596527"/>
            <a:ext cx="218945" cy="143978"/>
          </a:xfrm>
          <a:ln>
            <a:solidFill>
              <a:schemeClr val="bg1"/>
            </a:solidFill>
          </a:ln>
        </p:spPr>
        <p:txBody>
          <a:bodyPr/>
          <a:lstStyle/>
          <a:p>
            <a:pPr defTabSz="1218621"/>
            <a:fld id="{96E69268-9C8B-4EBF-A9EE-DC5DC2D48DC3}" type="slidenum">
              <a:rPr lang="en-US">
                <a:solidFill>
                  <a:prstClr val="white"/>
                </a:solidFill>
                <a:latin typeface="Segoe UI"/>
              </a:rPr>
              <a:pPr defTabSz="1218621"/>
              <a:t>12</a:t>
            </a:fld>
            <a:endParaRPr lang="en-US" dirty="0">
              <a:solidFill>
                <a:prstClr val="white"/>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2362F458-B5B7-154C-F189-BA5A239E04AA}"/>
              </a:ext>
            </a:extLst>
          </p:cNvPr>
          <p:cNvSpPr txBox="1"/>
          <p:nvPr/>
        </p:nvSpPr>
        <p:spPr>
          <a:xfrm>
            <a:off x="191294" y="745067"/>
            <a:ext cx="11806237" cy="830781"/>
          </a:xfrm>
          <a:prstGeom prst="rect">
            <a:avLst/>
          </a:prstGeom>
          <a:noFill/>
          <a:ln>
            <a:noFill/>
          </a:ln>
        </p:spPr>
        <p:txBody>
          <a:bodyPr wrap="square" rtlCol="0">
            <a:spAutoFit/>
          </a:bodyPr>
          <a:lstStyle/>
          <a:p>
            <a:pPr defTabSz="1218621"/>
            <a:r>
              <a:rPr lang="en-US" sz="1600" dirty="0">
                <a:solidFill>
                  <a:prstClr val="white"/>
                </a:solidFill>
                <a:latin typeface="Segoe UI"/>
              </a:rPr>
              <a:t>An identity provider is a software or group of software which stores all the user credentials and their scopes (roles) in itself. This will centralize the user management in company and simplify the login process to different apps. This way user do not need to remember multiple passwords to multiple apps.</a:t>
            </a:r>
            <a:endParaRPr lang="en-IN" sz="1600" dirty="0">
              <a:solidFill>
                <a:prstClr val="white"/>
              </a:solidFill>
              <a:latin typeface="Segoe UI"/>
            </a:endParaRPr>
          </a:p>
        </p:txBody>
      </p:sp>
      <p:sp>
        <p:nvSpPr>
          <p:cNvPr id="12" name="Rectangle 11">
            <a:extLst>
              <a:ext uri="{FF2B5EF4-FFF2-40B4-BE49-F238E27FC236}">
                <a16:creationId xmlns:a16="http://schemas.microsoft.com/office/drawing/2014/main" id="{1713AAA2-6DEA-AA00-A36C-E150CA26CDC0}"/>
              </a:ext>
            </a:extLst>
          </p:cNvPr>
          <p:cNvSpPr/>
          <p:nvPr/>
        </p:nvSpPr>
        <p:spPr>
          <a:xfrm>
            <a:off x="3502799" y="1773200"/>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Portal</a:t>
            </a:r>
          </a:p>
        </p:txBody>
      </p:sp>
      <p:sp>
        <p:nvSpPr>
          <p:cNvPr id="13" name="Rectangle 12">
            <a:extLst>
              <a:ext uri="{FF2B5EF4-FFF2-40B4-BE49-F238E27FC236}">
                <a16:creationId xmlns:a16="http://schemas.microsoft.com/office/drawing/2014/main" id="{9E1B9187-7A51-944A-FE75-AE7CA8C09B1E}"/>
              </a:ext>
            </a:extLst>
          </p:cNvPr>
          <p:cNvSpPr/>
          <p:nvPr/>
        </p:nvSpPr>
        <p:spPr>
          <a:xfrm>
            <a:off x="3502799" y="2459418"/>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Launchpad</a:t>
            </a:r>
          </a:p>
        </p:txBody>
      </p:sp>
      <p:sp>
        <p:nvSpPr>
          <p:cNvPr id="14" name="Rectangle 13">
            <a:extLst>
              <a:ext uri="{FF2B5EF4-FFF2-40B4-BE49-F238E27FC236}">
                <a16:creationId xmlns:a16="http://schemas.microsoft.com/office/drawing/2014/main" id="{9FCB960D-CAA4-5664-1FA8-E37E384BDDA6}"/>
              </a:ext>
            </a:extLst>
          </p:cNvPr>
          <p:cNvSpPr/>
          <p:nvPr/>
        </p:nvSpPr>
        <p:spPr>
          <a:xfrm>
            <a:off x="3502799" y="3155302"/>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Dedicated SRM</a:t>
            </a:r>
          </a:p>
        </p:txBody>
      </p:sp>
      <p:sp>
        <p:nvSpPr>
          <p:cNvPr id="15" name="Rectangle 14">
            <a:extLst>
              <a:ext uri="{FF2B5EF4-FFF2-40B4-BE49-F238E27FC236}">
                <a16:creationId xmlns:a16="http://schemas.microsoft.com/office/drawing/2014/main" id="{9913C176-6984-A538-324D-90535DAEDDF5}"/>
              </a:ext>
            </a:extLst>
          </p:cNvPr>
          <p:cNvSpPr/>
          <p:nvPr/>
        </p:nvSpPr>
        <p:spPr>
          <a:xfrm>
            <a:off x="3502799" y="3838466"/>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SAP Server</a:t>
            </a:r>
          </a:p>
        </p:txBody>
      </p:sp>
      <p:sp>
        <p:nvSpPr>
          <p:cNvPr id="16" name="Rectangle 15">
            <a:extLst>
              <a:ext uri="{FF2B5EF4-FFF2-40B4-BE49-F238E27FC236}">
                <a16:creationId xmlns:a16="http://schemas.microsoft.com/office/drawing/2014/main" id="{589C4928-B238-BC26-0800-90E199EC2DA8}"/>
              </a:ext>
            </a:extLst>
          </p:cNvPr>
          <p:cNvSpPr/>
          <p:nvPr/>
        </p:nvSpPr>
        <p:spPr>
          <a:xfrm>
            <a:off x="3505536" y="4501267"/>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Outlook</a:t>
            </a:r>
          </a:p>
        </p:txBody>
      </p:sp>
      <p:pic>
        <p:nvPicPr>
          <p:cNvPr id="17" name="Picture 16" descr="Icon&#10;&#10;Description automatically generated">
            <a:extLst>
              <a:ext uri="{FF2B5EF4-FFF2-40B4-BE49-F238E27FC236}">
                <a16:creationId xmlns:a16="http://schemas.microsoft.com/office/drawing/2014/main" id="{39D951F8-AAB4-A0F2-64B5-B0695D8D1380}"/>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12" t="9401" r="10243" b="17538"/>
          <a:stretch/>
        </p:blipFill>
        <p:spPr>
          <a:xfrm>
            <a:off x="407263" y="1853558"/>
            <a:ext cx="982807" cy="991115"/>
          </a:xfrm>
          <a:prstGeom prst="rect">
            <a:avLst/>
          </a:prstGeom>
          <a:ln>
            <a:solidFill>
              <a:schemeClr val="bg1"/>
            </a:solidFill>
          </a:ln>
        </p:spPr>
      </p:pic>
      <p:sp>
        <p:nvSpPr>
          <p:cNvPr id="18" name="Rectangle 17">
            <a:extLst>
              <a:ext uri="{FF2B5EF4-FFF2-40B4-BE49-F238E27FC236}">
                <a16:creationId xmlns:a16="http://schemas.microsoft.com/office/drawing/2014/main" id="{36D70D1E-84DF-C8FB-E0C6-192510CBE30B}"/>
              </a:ext>
            </a:extLst>
          </p:cNvPr>
          <p:cNvSpPr/>
          <p:nvPr/>
        </p:nvSpPr>
        <p:spPr>
          <a:xfrm>
            <a:off x="389118" y="3807751"/>
            <a:ext cx="98280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SSO</a:t>
            </a:r>
          </a:p>
        </p:txBody>
      </p:sp>
      <p:sp>
        <p:nvSpPr>
          <p:cNvPr id="19" name="TextBox 18">
            <a:extLst>
              <a:ext uri="{FF2B5EF4-FFF2-40B4-BE49-F238E27FC236}">
                <a16:creationId xmlns:a16="http://schemas.microsoft.com/office/drawing/2014/main" id="{8E35FBE6-EE4A-7358-7C15-CA18584BCB9F}"/>
              </a:ext>
            </a:extLst>
          </p:cNvPr>
          <p:cNvSpPr txBox="1"/>
          <p:nvPr/>
        </p:nvSpPr>
        <p:spPr>
          <a:xfrm>
            <a:off x="107446" y="4582175"/>
            <a:ext cx="3239516" cy="1076937"/>
          </a:xfrm>
          <a:prstGeom prst="rect">
            <a:avLst/>
          </a:prstGeom>
          <a:noFill/>
          <a:ln>
            <a:noFill/>
          </a:ln>
        </p:spPr>
        <p:txBody>
          <a:bodyPr wrap="square" rtlCol="0">
            <a:spAutoFit/>
          </a:bodyPr>
          <a:lstStyle/>
          <a:p>
            <a:pPr marL="342797" indent="-342797" defTabSz="1218621">
              <a:buFont typeface="Arial" panose="020B0604020202020204" pitchFamily="34" charset="0"/>
              <a:buChar char="•"/>
            </a:pPr>
            <a:r>
              <a:rPr lang="en-US" sz="1600" dirty="0">
                <a:solidFill>
                  <a:prstClr val="white"/>
                </a:solidFill>
                <a:latin typeface="Segoe UI"/>
              </a:rPr>
              <a:t>User/email/password</a:t>
            </a:r>
          </a:p>
          <a:p>
            <a:pPr marL="342797" indent="-342797" defTabSz="1218621">
              <a:buFont typeface="Arial" panose="020B0604020202020204" pitchFamily="34" charset="0"/>
              <a:buChar char="•"/>
            </a:pPr>
            <a:r>
              <a:rPr lang="en-US" sz="1600" dirty="0">
                <a:solidFill>
                  <a:prstClr val="white"/>
                </a:solidFill>
                <a:latin typeface="Segoe UI"/>
              </a:rPr>
              <a:t>Single source of truth</a:t>
            </a:r>
          </a:p>
          <a:p>
            <a:pPr marL="342797" indent="-342797" defTabSz="1218621">
              <a:buFont typeface="Arial" panose="020B0604020202020204" pitchFamily="34" charset="0"/>
              <a:buChar char="•"/>
            </a:pPr>
            <a:r>
              <a:rPr lang="en-US" sz="1600" dirty="0">
                <a:solidFill>
                  <a:prstClr val="white"/>
                </a:solidFill>
                <a:latin typeface="Segoe UI"/>
              </a:rPr>
              <a:t>Trust relation</a:t>
            </a:r>
          </a:p>
          <a:p>
            <a:pPr marL="342797" indent="-342797" defTabSz="1218621">
              <a:buFont typeface="Arial" panose="020B0604020202020204" pitchFamily="34" charset="0"/>
              <a:buChar char="•"/>
            </a:pPr>
            <a:r>
              <a:rPr lang="en-US" sz="1600" dirty="0">
                <a:solidFill>
                  <a:prstClr val="white"/>
                </a:solidFill>
                <a:latin typeface="Segoe UI"/>
              </a:rPr>
              <a:t>Scope- clerk, manager, </a:t>
            </a:r>
            <a:r>
              <a:rPr lang="en-US" sz="1600" dirty="0" err="1">
                <a:solidFill>
                  <a:prstClr val="white"/>
                </a:solidFill>
                <a:latin typeface="Segoe UI"/>
              </a:rPr>
              <a:t>ceo</a:t>
            </a:r>
            <a:endParaRPr lang="en-US" sz="1600" dirty="0">
              <a:solidFill>
                <a:prstClr val="white"/>
              </a:solidFill>
              <a:latin typeface="Segoe UI"/>
            </a:endParaRPr>
          </a:p>
        </p:txBody>
      </p:sp>
      <p:cxnSp>
        <p:nvCxnSpPr>
          <p:cNvPr id="20" name="Connector: Elbow 19">
            <a:extLst>
              <a:ext uri="{FF2B5EF4-FFF2-40B4-BE49-F238E27FC236}">
                <a16:creationId xmlns:a16="http://schemas.microsoft.com/office/drawing/2014/main" id="{A06E4B9A-E55F-7DAF-07FF-C736E0A752F5}"/>
              </a:ext>
            </a:extLst>
          </p:cNvPr>
          <p:cNvCxnSpPr>
            <a:stCxn id="18" idx="3"/>
            <a:endCxn id="12" idx="1"/>
          </p:cNvCxnSpPr>
          <p:nvPr/>
        </p:nvCxnSpPr>
        <p:spPr>
          <a:xfrm flipV="1">
            <a:off x="1371925" y="2061157"/>
            <a:ext cx="2130876" cy="2013332"/>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56443317-E2EA-2C86-ECE8-16E203402076}"/>
              </a:ext>
            </a:extLst>
          </p:cNvPr>
          <p:cNvCxnSpPr>
            <a:stCxn id="18" idx="3"/>
            <a:endCxn id="13" idx="1"/>
          </p:cNvCxnSpPr>
          <p:nvPr/>
        </p:nvCxnSpPr>
        <p:spPr>
          <a:xfrm flipV="1">
            <a:off x="1371925" y="2747375"/>
            <a:ext cx="2130876" cy="132711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08849323-73AD-A813-42B8-53A87C2E44C2}"/>
              </a:ext>
            </a:extLst>
          </p:cNvPr>
          <p:cNvCxnSpPr>
            <a:stCxn id="18" idx="3"/>
            <a:endCxn id="16" idx="1"/>
          </p:cNvCxnSpPr>
          <p:nvPr/>
        </p:nvCxnSpPr>
        <p:spPr>
          <a:xfrm>
            <a:off x="1371923" y="4074490"/>
            <a:ext cx="2133612" cy="714735"/>
          </a:xfrm>
          <a:prstGeom prst="bentConnector3">
            <a:avLst>
              <a:gd name="adj1" fmla="val 68889"/>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4AB3834-6AC9-C350-02E7-3D7213F7E79A}"/>
              </a:ext>
            </a:extLst>
          </p:cNvPr>
          <p:cNvCxnSpPr>
            <a:stCxn id="18" idx="3"/>
            <a:endCxn id="14" idx="1"/>
          </p:cNvCxnSpPr>
          <p:nvPr/>
        </p:nvCxnSpPr>
        <p:spPr>
          <a:xfrm flipV="1">
            <a:off x="1371925" y="3443259"/>
            <a:ext cx="2130876" cy="631230"/>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39DA4809-328C-6EED-69FE-2327C386C972}"/>
              </a:ext>
            </a:extLst>
          </p:cNvPr>
          <p:cNvCxnSpPr>
            <a:stCxn id="18" idx="3"/>
            <a:endCxn id="15" idx="1"/>
          </p:cNvCxnSpPr>
          <p:nvPr/>
        </p:nvCxnSpPr>
        <p:spPr>
          <a:xfrm>
            <a:off x="1371925" y="4074489"/>
            <a:ext cx="2130876" cy="5193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rrow: Right 24">
            <a:extLst>
              <a:ext uri="{FF2B5EF4-FFF2-40B4-BE49-F238E27FC236}">
                <a16:creationId xmlns:a16="http://schemas.microsoft.com/office/drawing/2014/main" id="{3669FCA9-87D0-AC5F-55AA-0597B8F77F08}"/>
              </a:ext>
            </a:extLst>
          </p:cNvPr>
          <p:cNvSpPr/>
          <p:nvPr/>
        </p:nvSpPr>
        <p:spPr>
          <a:xfrm>
            <a:off x="1371925" y="1989763"/>
            <a:ext cx="2130876" cy="4570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399">
              <a:solidFill>
                <a:prstClr val="white"/>
              </a:solidFill>
              <a:latin typeface="Segoe UI"/>
            </a:endParaRPr>
          </a:p>
        </p:txBody>
      </p:sp>
      <p:sp>
        <p:nvSpPr>
          <p:cNvPr id="26" name="Arrow: Down 25">
            <a:extLst>
              <a:ext uri="{FF2B5EF4-FFF2-40B4-BE49-F238E27FC236}">
                <a16:creationId xmlns:a16="http://schemas.microsoft.com/office/drawing/2014/main" id="{A8345884-5E1C-A794-D6F2-A15B553F7C24}"/>
              </a:ext>
            </a:extLst>
          </p:cNvPr>
          <p:cNvSpPr/>
          <p:nvPr/>
        </p:nvSpPr>
        <p:spPr>
          <a:xfrm rot="2714639">
            <a:off x="2318350" y="1942625"/>
            <a:ext cx="143978" cy="2185413"/>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399">
              <a:solidFill>
                <a:prstClr val="white"/>
              </a:solidFill>
              <a:latin typeface="Segoe UI"/>
            </a:endParaRPr>
          </a:p>
        </p:txBody>
      </p:sp>
      <p:pic>
        <p:nvPicPr>
          <p:cNvPr id="27" name="Picture 26" descr="Icon&#10;&#10;Description automatically generated">
            <a:extLst>
              <a:ext uri="{FF2B5EF4-FFF2-40B4-BE49-F238E27FC236}">
                <a16:creationId xmlns:a16="http://schemas.microsoft.com/office/drawing/2014/main" id="{08CC5429-0F02-836F-E9B5-6972D4792749}"/>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159077" y="3706055"/>
            <a:ext cx="666351" cy="666351"/>
          </a:xfrm>
          <a:prstGeom prst="rect">
            <a:avLst/>
          </a:prstGeom>
          <a:ln>
            <a:solidFill>
              <a:schemeClr val="bg1"/>
            </a:solidFill>
          </a:ln>
        </p:spPr>
      </p:pic>
      <p:sp>
        <p:nvSpPr>
          <p:cNvPr id="28" name="Rectangle 27">
            <a:extLst>
              <a:ext uri="{FF2B5EF4-FFF2-40B4-BE49-F238E27FC236}">
                <a16:creationId xmlns:a16="http://schemas.microsoft.com/office/drawing/2014/main" id="{968180D4-9E3E-DBC4-F148-C59BD00E9B2C}"/>
              </a:ext>
            </a:extLst>
          </p:cNvPr>
          <p:cNvSpPr/>
          <p:nvPr/>
        </p:nvSpPr>
        <p:spPr>
          <a:xfrm>
            <a:off x="3505536" y="5184432"/>
            <a:ext cx="1871720" cy="374843"/>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1800" dirty="0">
                <a:solidFill>
                  <a:prstClr val="white"/>
                </a:solidFill>
                <a:latin typeface="Segoe UI"/>
              </a:rPr>
              <a:t>Our cloud app</a:t>
            </a:r>
          </a:p>
        </p:txBody>
      </p:sp>
      <p:sp>
        <p:nvSpPr>
          <p:cNvPr id="29" name="Rectangle 28">
            <a:extLst>
              <a:ext uri="{FF2B5EF4-FFF2-40B4-BE49-F238E27FC236}">
                <a16:creationId xmlns:a16="http://schemas.microsoft.com/office/drawing/2014/main" id="{10601AA0-415A-129A-44AA-F47497DD9974}"/>
              </a:ext>
            </a:extLst>
          </p:cNvPr>
          <p:cNvSpPr/>
          <p:nvPr/>
        </p:nvSpPr>
        <p:spPr>
          <a:xfrm>
            <a:off x="3502799" y="6099898"/>
            <a:ext cx="1871720" cy="777349"/>
          </a:xfrm>
          <a:prstGeom prst="rect">
            <a:avLst/>
          </a:prstGeom>
          <a:solidFill>
            <a:schemeClr val="accent2">
              <a:lumMod val="50000"/>
            </a:schemeClr>
          </a:solidFill>
          <a:ln>
            <a:solidFill>
              <a:schemeClr val="bg1"/>
            </a:solidFill>
          </a:ln>
        </p:spPr>
        <p:style>
          <a:lnRef idx="0">
            <a:schemeClr val="accent2"/>
          </a:lnRef>
          <a:fillRef idx="3">
            <a:schemeClr val="accent2"/>
          </a:fillRef>
          <a:effectRef idx="3">
            <a:schemeClr val="accent2"/>
          </a:effectRef>
          <a:fontRef idx="minor">
            <a:schemeClr val="lt1"/>
          </a:fontRef>
        </p:style>
        <p:txBody>
          <a:bodyPr rtlCol="0" anchor="ctr"/>
          <a:lstStyle/>
          <a:p>
            <a:pPr algn="ctr" defTabSz="1218621"/>
            <a:r>
              <a:rPr lang="en-US" sz="2399" dirty="0">
                <a:solidFill>
                  <a:prstClr val="white"/>
                </a:solidFill>
                <a:latin typeface="Segoe UI"/>
              </a:rPr>
              <a:t>XSUAA</a:t>
            </a:r>
          </a:p>
        </p:txBody>
      </p:sp>
      <p:cxnSp>
        <p:nvCxnSpPr>
          <p:cNvPr id="30" name="Connector: Elbow 29">
            <a:extLst>
              <a:ext uri="{FF2B5EF4-FFF2-40B4-BE49-F238E27FC236}">
                <a16:creationId xmlns:a16="http://schemas.microsoft.com/office/drawing/2014/main" id="{6B494515-9A9A-1712-7726-F5038BA946F9}"/>
              </a:ext>
            </a:extLst>
          </p:cNvPr>
          <p:cNvCxnSpPr>
            <a:cxnSpLocks/>
            <a:stCxn id="33" idx="2"/>
            <a:endCxn id="29" idx="3"/>
          </p:cNvCxnSpPr>
          <p:nvPr/>
        </p:nvCxnSpPr>
        <p:spPr>
          <a:xfrm rot="5400000">
            <a:off x="5906799" y="3961307"/>
            <a:ext cx="1994984" cy="3059543"/>
          </a:xfrm>
          <a:prstGeom prst="bentConnector2">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9AE44EF-AE51-A6DC-5A0F-D8B3211751E9}"/>
              </a:ext>
            </a:extLst>
          </p:cNvPr>
          <p:cNvSpPr/>
          <p:nvPr/>
        </p:nvSpPr>
        <p:spPr>
          <a:xfrm>
            <a:off x="5302530" y="5371853"/>
            <a:ext cx="1151828" cy="28925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err="1">
                <a:solidFill>
                  <a:prstClr val="white"/>
                </a:solidFill>
                <a:latin typeface="Segoe UI"/>
              </a:rPr>
              <a:t>xsuaa</a:t>
            </a:r>
            <a:endParaRPr lang="en-US" sz="2399" dirty="0">
              <a:solidFill>
                <a:prstClr val="white"/>
              </a:solidFill>
              <a:latin typeface="Segoe UI"/>
            </a:endParaRPr>
          </a:p>
        </p:txBody>
      </p:sp>
      <p:cxnSp>
        <p:nvCxnSpPr>
          <p:cNvPr id="32" name="Straight Arrow Connector 31">
            <a:extLst>
              <a:ext uri="{FF2B5EF4-FFF2-40B4-BE49-F238E27FC236}">
                <a16:creationId xmlns:a16="http://schemas.microsoft.com/office/drawing/2014/main" id="{056403A1-F029-1521-C4A5-66552EAC5E74}"/>
              </a:ext>
            </a:extLst>
          </p:cNvPr>
          <p:cNvCxnSpPr>
            <a:cxnSpLocks/>
            <a:stCxn id="31" idx="2"/>
            <a:endCxn id="29" idx="0"/>
          </p:cNvCxnSpPr>
          <p:nvPr/>
        </p:nvCxnSpPr>
        <p:spPr>
          <a:xfrm flipH="1">
            <a:off x="4438659" y="5661105"/>
            <a:ext cx="1439785" cy="438793"/>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E2764941-BC4D-1F67-1326-598557175FB7}"/>
              </a:ext>
            </a:extLst>
          </p:cNvPr>
          <p:cNvSpPr/>
          <p:nvPr/>
        </p:nvSpPr>
        <p:spPr>
          <a:xfrm>
            <a:off x="731822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err="1">
                <a:solidFill>
                  <a:prstClr val="white"/>
                </a:solidFill>
                <a:latin typeface="Segoe UI"/>
              </a:rPr>
              <a:t>GSuite</a:t>
            </a:r>
            <a:endParaRPr lang="en-US" sz="2399" dirty="0">
              <a:solidFill>
                <a:prstClr val="white"/>
              </a:solidFill>
              <a:latin typeface="Segoe UI"/>
            </a:endParaRPr>
          </a:p>
        </p:txBody>
      </p:sp>
      <p:sp>
        <p:nvSpPr>
          <p:cNvPr id="34" name="Rectangle 33">
            <a:extLst>
              <a:ext uri="{FF2B5EF4-FFF2-40B4-BE49-F238E27FC236}">
                <a16:creationId xmlns:a16="http://schemas.microsoft.com/office/drawing/2014/main" id="{2324E37F-AA76-6411-2D82-89A33007BA18}"/>
              </a:ext>
            </a:extLst>
          </p:cNvPr>
          <p:cNvSpPr/>
          <p:nvPr/>
        </p:nvSpPr>
        <p:spPr>
          <a:xfrm>
            <a:off x="972070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LDAP</a:t>
            </a:r>
          </a:p>
        </p:txBody>
      </p:sp>
      <p:pic>
        <p:nvPicPr>
          <p:cNvPr id="35" name="Picture 34">
            <a:extLst>
              <a:ext uri="{FF2B5EF4-FFF2-40B4-BE49-F238E27FC236}">
                <a16:creationId xmlns:a16="http://schemas.microsoft.com/office/drawing/2014/main" id="{7AB56319-F7EE-8C5A-E21A-23E397AD6269}"/>
              </a:ext>
            </a:extLst>
          </p:cNvPr>
          <p:cNvPicPr>
            <a:picLocks noChangeAspect="1"/>
          </p:cNvPicPr>
          <p:nvPr/>
        </p:nvPicPr>
        <p:blipFill>
          <a:blip r:embed="rId6"/>
          <a:stretch>
            <a:fillRect/>
          </a:stretch>
        </p:blipFill>
        <p:spPr>
          <a:xfrm>
            <a:off x="6568249" y="1771665"/>
            <a:ext cx="2981648" cy="2013332"/>
          </a:xfrm>
          <a:prstGeom prst="rect">
            <a:avLst/>
          </a:prstGeom>
          <a:ln>
            <a:solidFill>
              <a:schemeClr val="bg1"/>
            </a:solidFill>
          </a:ln>
        </p:spPr>
      </p:pic>
    </p:spTree>
    <p:extLst>
      <p:ext uri="{BB962C8B-B14F-4D97-AF65-F5344CB8AC3E}">
        <p14:creationId xmlns:p14="http://schemas.microsoft.com/office/powerpoint/2010/main" val="34121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How it works behind scenes</a:t>
            </a:r>
            <a:endParaRPr lang="en-IN" dirty="0"/>
          </a:p>
        </p:txBody>
      </p:sp>
      <p:pic>
        <p:nvPicPr>
          <p:cNvPr id="4" name="Picture 3" descr="Icon&#10;&#10;Description automatically generated">
            <a:extLst>
              <a:ext uri="{FF2B5EF4-FFF2-40B4-BE49-F238E27FC236}">
                <a16:creationId xmlns:a16="http://schemas.microsoft.com/office/drawing/2014/main" id="{814846B4-B965-238F-DDE0-4674D196BA3B}"/>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12" t="9401" r="10243" b="17538"/>
          <a:stretch/>
        </p:blipFill>
        <p:spPr>
          <a:xfrm>
            <a:off x="306857" y="773693"/>
            <a:ext cx="982807" cy="991115"/>
          </a:xfrm>
          <a:prstGeom prst="rect">
            <a:avLst/>
          </a:prstGeom>
          <a:ln>
            <a:solidFill>
              <a:schemeClr val="bg1"/>
            </a:solidFill>
          </a:ln>
        </p:spPr>
      </p:pic>
      <p:sp>
        <p:nvSpPr>
          <p:cNvPr id="5" name="Rectangle 4">
            <a:extLst>
              <a:ext uri="{FF2B5EF4-FFF2-40B4-BE49-F238E27FC236}">
                <a16:creationId xmlns:a16="http://schemas.microsoft.com/office/drawing/2014/main" id="{AB771F5C-5323-B558-B82A-B5BD808B9CD2}"/>
              </a:ext>
            </a:extLst>
          </p:cNvPr>
          <p:cNvSpPr/>
          <p:nvPr/>
        </p:nvSpPr>
        <p:spPr>
          <a:xfrm>
            <a:off x="4536797" y="1917179"/>
            <a:ext cx="2015699" cy="863871"/>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App</a:t>
            </a:r>
          </a:p>
        </p:txBody>
      </p:sp>
      <p:cxnSp>
        <p:nvCxnSpPr>
          <p:cNvPr id="6" name="Straight Arrow Connector 5">
            <a:extLst>
              <a:ext uri="{FF2B5EF4-FFF2-40B4-BE49-F238E27FC236}">
                <a16:creationId xmlns:a16="http://schemas.microsoft.com/office/drawing/2014/main" id="{FC337487-243A-994B-4FAA-77EE83073B1D}"/>
              </a:ext>
            </a:extLst>
          </p:cNvPr>
          <p:cNvCxnSpPr>
            <a:cxnSpLocks/>
            <a:endCxn id="5" idx="1"/>
          </p:cNvCxnSpPr>
          <p:nvPr/>
        </p:nvCxnSpPr>
        <p:spPr>
          <a:xfrm>
            <a:off x="1415112" y="2349114"/>
            <a:ext cx="312168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1E2EEC2-0FD1-4EF2-2CEF-862F70DDF4F5}"/>
              </a:ext>
            </a:extLst>
          </p:cNvPr>
          <p:cNvSpPr/>
          <p:nvPr/>
        </p:nvSpPr>
        <p:spPr>
          <a:xfrm>
            <a:off x="6382444" y="2699961"/>
            <a:ext cx="1511774" cy="431935"/>
          </a:xfrm>
          <a:prstGeom prst="rect">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1218621"/>
            <a:r>
              <a:rPr lang="en-US" sz="2399" dirty="0" err="1">
                <a:solidFill>
                  <a:prstClr val="white"/>
                </a:solidFill>
                <a:latin typeface="Segoe UI"/>
              </a:rPr>
              <a:t>ourxsuaa</a:t>
            </a:r>
            <a:endParaRPr lang="en-US" sz="2399" dirty="0">
              <a:solidFill>
                <a:prstClr val="white"/>
              </a:solidFill>
              <a:latin typeface="Segoe UI"/>
            </a:endParaRPr>
          </a:p>
        </p:txBody>
      </p:sp>
      <p:sp>
        <p:nvSpPr>
          <p:cNvPr id="8" name="Rectangle 7">
            <a:extLst>
              <a:ext uri="{FF2B5EF4-FFF2-40B4-BE49-F238E27FC236}">
                <a16:creationId xmlns:a16="http://schemas.microsoft.com/office/drawing/2014/main" id="{79496F2E-B052-6CF3-F4F6-A3F880430DE7}"/>
              </a:ext>
            </a:extLst>
          </p:cNvPr>
          <p:cNvSpPr/>
          <p:nvPr/>
        </p:nvSpPr>
        <p:spPr>
          <a:xfrm>
            <a:off x="4766365" y="1648114"/>
            <a:ext cx="1511774" cy="431935"/>
          </a:xfrm>
          <a:prstGeom prst="rect">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1218621"/>
            <a:r>
              <a:rPr lang="en-US" sz="1100" dirty="0">
                <a:solidFill>
                  <a:prstClr val="white"/>
                </a:solidFill>
                <a:latin typeface="Segoe UI"/>
              </a:rPr>
              <a:t>code</a:t>
            </a:r>
          </a:p>
        </p:txBody>
      </p:sp>
      <p:cxnSp>
        <p:nvCxnSpPr>
          <p:cNvPr id="9" name="Straight Arrow Connector 8">
            <a:extLst>
              <a:ext uri="{FF2B5EF4-FFF2-40B4-BE49-F238E27FC236}">
                <a16:creationId xmlns:a16="http://schemas.microsoft.com/office/drawing/2014/main" id="{C1E86AEA-54EF-33A3-5854-9BC5C342905A}"/>
              </a:ext>
            </a:extLst>
          </p:cNvPr>
          <p:cNvCxnSpPr>
            <a:cxnSpLocks/>
          </p:cNvCxnSpPr>
          <p:nvPr/>
        </p:nvCxnSpPr>
        <p:spPr>
          <a:xfrm flipH="1">
            <a:off x="1289663" y="2603549"/>
            <a:ext cx="324713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DD80DE9-A6FA-9AF2-B628-38DF7869A775}"/>
              </a:ext>
            </a:extLst>
          </p:cNvPr>
          <p:cNvSpPr/>
          <p:nvPr/>
        </p:nvSpPr>
        <p:spPr>
          <a:xfrm>
            <a:off x="191294" y="2061206"/>
            <a:ext cx="1151828" cy="71984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1800" dirty="0">
                <a:solidFill>
                  <a:prstClr val="white"/>
                </a:solidFill>
                <a:latin typeface="Segoe UI"/>
              </a:rPr>
              <a:t>Browser</a:t>
            </a:r>
          </a:p>
          <a:p>
            <a:pPr algn="ctr" defTabSz="1218621"/>
            <a:r>
              <a:rPr lang="en-US" sz="1800" dirty="0">
                <a:solidFill>
                  <a:prstClr val="white"/>
                </a:solidFill>
                <a:latin typeface="Segoe UI"/>
              </a:rPr>
              <a:t>postman</a:t>
            </a:r>
          </a:p>
        </p:txBody>
      </p:sp>
      <p:cxnSp>
        <p:nvCxnSpPr>
          <p:cNvPr id="11" name="Straight Arrow Connector 10">
            <a:extLst>
              <a:ext uri="{FF2B5EF4-FFF2-40B4-BE49-F238E27FC236}">
                <a16:creationId xmlns:a16="http://schemas.microsoft.com/office/drawing/2014/main" id="{571200EF-86F1-DED3-88FA-2AE359C65A33}"/>
              </a:ext>
            </a:extLst>
          </p:cNvPr>
          <p:cNvCxnSpPr>
            <a:cxnSpLocks/>
            <a:stCxn id="10" idx="2"/>
          </p:cNvCxnSpPr>
          <p:nvPr/>
        </p:nvCxnSpPr>
        <p:spPr>
          <a:xfrm>
            <a:off x="767209" y="2781052"/>
            <a:ext cx="3769589" cy="146476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44D77AC-6B43-B0F9-C898-A96C51C6F15E}"/>
              </a:ext>
            </a:extLst>
          </p:cNvPr>
          <p:cNvSpPr/>
          <p:nvPr/>
        </p:nvSpPr>
        <p:spPr>
          <a:xfrm>
            <a:off x="4536797" y="4051173"/>
            <a:ext cx="2015699" cy="863871"/>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XSUAA</a:t>
            </a:r>
          </a:p>
        </p:txBody>
      </p:sp>
      <p:cxnSp>
        <p:nvCxnSpPr>
          <p:cNvPr id="13" name="Straight Arrow Connector 12">
            <a:extLst>
              <a:ext uri="{FF2B5EF4-FFF2-40B4-BE49-F238E27FC236}">
                <a16:creationId xmlns:a16="http://schemas.microsoft.com/office/drawing/2014/main" id="{40E1B0E9-F615-7826-1EFF-CC76DA4E6B5A}"/>
              </a:ext>
            </a:extLst>
          </p:cNvPr>
          <p:cNvCxnSpPr>
            <a:cxnSpLocks/>
            <a:stCxn id="12" idx="1"/>
          </p:cNvCxnSpPr>
          <p:nvPr/>
        </p:nvCxnSpPr>
        <p:spPr>
          <a:xfrm flipH="1" flipV="1">
            <a:off x="479252" y="2853088"/>
            <a:ext cx="4057546" cy="16300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A744B89-AE01-1AFE-2D0C-7B80EAD834E7}"/>
              </a:ext>
            </a:extLst>
          </p:cNvPr>
          <p:cNvCxnSpPr/>
          <p:nvPr/>
        </p:nvCxnSpPr>
        <p:spPr>
          <a:xfrm>
            <a:off x="191294" y="2806829"/>
            <a:ext cx="0" cy="26378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DA7D5A2F-2282-43D3-91D7-A4E86F116D4C}"/>
              </a:ext>
            </a:extLst>
          </p:cNvPr>
          <p:cNvSpPr/>
          <p:nvPr/>
        </p:nvSpPr>
        <p:spPr>
          <a:xfrm>
            <a:off x="119304" y="5444701"/>
            <a:ext cx="1655753" cy="71984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IdP</a:t>
            </a:r>
          </a:p>
        </p:txBody>
      </p:sp>
      <p:pic>
        <p:nvPicPr>
          <p:cNvPr id="16" name="Picture 15">
            <a:extLst>
              <a:ext uri="{FF2B5EF4-FFF2-40B4-BE49-F238E27FC236}">
                <a16:creationId xmlns:a16="http://schemas.microsoft.com/office/drawing/2014/main" id="{E6BA8F46-8075-2E91-8004-686B5EF95376}"/>
              </a:ext>
            </a:extLst>
          </p:cNvPr>
          <p:cNvPicPr>
            <a:picLocks noChangeAspect="1"/>
          </p:cNvPicPr>
          <p:nvPr/>
        </p:nvPicPr>
        <p:blipFill>
          <a:blip r:embed="rId4"/>
          <a:stretch>
            <a:fillRect/>
          </a:stretch>
        </p:blipFill>
        <p:spPr>
          <a:xfrm>
            <a:off x="5950433" y="5114448"/>
            <a:ext cx="2015699" cy="1361082"/>
          </a:xfrm>
          <a:prstGeom prst="rect">
            <a:avLst/>
          </a:prstGeom>
          <a:ln>
            <a:solidFill>
              <a:schemeClr val="bg1"/>
            </a:solidFill>
          </a:ln>
        </p:spPr>
      </p:pic>
      <p:pic>
        <p:nvPicPr>
          <p:cNvPr id="17" name="Picture 16">
            <a:extLst>
              <a:ext uri="{FF2B5EF4-FFF2-40B4-BE49-F238E27FC236}">
                <a16:creationId xmlns:a16="http://schemas.microsoft.com/office/drawing/2014/main" id="{F06141F9-53BD-36FF-9942-866DDB500278}"/>
              </a:ext>
            </a:extLst>
          </p:cNvPr>
          <p:cNvPicPr>
            <a:picLocks noChangeAspect="1"/>
          </p:cNvPicPr>
          <p:nvPr/>
        </p:nvPicPr>
        <p:blipFill>
          <a:blip r:embed="rId5"/>
          <a:stretch>
            <a:fillRect/>
          </a:stretch>
        </p:blipFill>
        <p:spPr>
          <a:xfrm>
            <a:off x="8057337" y="5075713"/>
            <a:ext cx="2428420" cy="1390183"/>
          </a:xfrm>
          <a:prstGeom prst="rect">
            <a:avLst/>
          </a:prstGeom>
          <a:ln>
            <a:solidFill>
              <a:schemeClr val="bg1"/>
            </a:solidFill>
          </a:ln>
        </p:spPr>
      </p:pic>
      <p:cxnSp>
        <p:nvCxnSpPr>
          <p:cNvPr id="18" name="Straight Arrow Connector 17">
            <a:extLst>
              <a:ext uri="{FF2B5EF4-FFF2-40B4-BE49-F238E27FC236}">
                <a16:creationId xmlns:a16="http://schemas.microsoft.com/office/drawing/2014/main" id="{B3A99372-D1C6-AE14-51F0-4C81FB668B99}"/>
              </a:ext>
            </a:extLst>
          </p:cNvPr>
          <p:cNvCxnSpPr/>
          <p:nvPr/>
        </p:nvCxnSpPr>
        <p:spPr>
          <a:xfrm flipV="1">
            <a:off x="479251" y="2806829"/>
            <a:ext cx="0" cy="26378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19FBE10-64FE-EB83-3880-2BD272348A3D}"/>
              </a:ext>
            </a:extLst>
          </p:cNvPr>
          <p:cNvSpPr txBox="1"/>
          <p:nvPr/>
        </p:nvSpPr>
        <p:spPr>
          <a:xfrm>
            <a:off x="623229" y="4652819"/>
            <a:ext cx="1799731" cy="471262"/>
          </a:xfrm>
          <a:prstGeom prst="rect">
            <a:avLst/>
          </a:prstGeom>
          <a:noFill/>
          <a:ln>
            <a:noFill/>
          </a:ln>
        </p:spPr>
        <p:txBody>
          <a:bodyPr wrap="square" rtlCol="0">
            <a:spAutoFit/>
          </a:bodyPr>
          <a:lstStyle/>
          <a:p>
            <a:pPr defTabSz="1218621"/>
            <a:r>
              <a:rPr lang="en-US" sz="2399" b="1" dirty="0">
                <a:solidFill>
                  <a:prstClr val="white"/>
                </a:solidFill>
                <a:latin typeface="Segoe UI"/>
              </a:rPr>
              <a:t>SAML</a:t>
            </a:r>
          </a:p>
        </p:txBody>
      </p:sp>
      <p:cxnSp>
        <p:nvCxnSpPr>
          <p:cNvPr id="20" name="Straight Arrow Connector 19">
            <a:extLst>
              <a:ext uri="{FF2B5EF4-FFF2-40B4-BE49-F238E27FC236}">
                <a16:creationId xmlns:a16="http://schemas.microsoft.com/office/drawing/2014/main" id="{D9AF08C7-9B1E-5055-6265-B06EBF10AFCB}"/>
              </a:ext>
            </a:extLst>
          </p:cNvPr>
          <p:cNvCxnSpPr/>
          <p:nvPr/>
        </p:nvCxnSpPr>
        <p:spPr>
          <a:xfrm flipH="1">
            <a:off x="1775058" y="4854133"/>
            <a:ext cx="2761740" cy="590566"/>
          </a:xfrm>
          <a:prstGeom prst="straightConnector1">
            <a:avLst/>
          </a:prstGeom>
          <a:ln>
            <a:solidFill>
              <a:schemeClr val="bg1"/>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68CCD73E-4261-3A94-70B7-1A81CE4325B8}"/>
              </a:ext>
            </a:extLst>
          </p:cNvPr>
          <p:cNvSpPr txBox="1"/>
          <p:nvPr/>
        </p:nvSpPr>
        <p:spPr>
          <a:xfrm>
            <a:off x="2422960" y="4915045"/>
            <a:ext cx="1079839" cy="461545"/>
          </a:xfrm>
          <a:prstGeom prst="rect">
            <a:avLst/>
          </a:prstGeom>
          <a:noFill/>
          <a:ln>
            <a:noFill/>
          </a:ln>
        </p:spPr>
        <p:txBody>
          <a:bodyPr wrap="square" rtlCol="0">
            <a:spAutoFit/>
          </a:bodyPr>
          <a:lstStyle/>
          <a:p>
            <a:pPr defTabSz="1218621"/>
            <a:r>
              <a:rPr lang="en-US" sz="2399" b="1" dirty="0">
                <a:solidFill>
                  <a:prstClr val="white"/>
                </a:solidFill>
                <a:latin typeface="Segoe UI"/>
              </a:rPr>
              <a:t>trust</a:t>
            </a:r>
          </a:p>
        </p:txBody>
      </p:sp>
      <p:sp>
        <p:nvSpPr>
          <p:cNvPr id="40" name="TextBox 39">
            <a:extLst>
              <a:ext uri="{FF2B5EF4-FFF2-40B4-BE49-F238E27FC236}">
                <a16:creationId xmlns:a16="http://schemas.microsoft.com/office/drawing/2014/main" id="{61E0A965-EFB8-7809-B73B-AB5E04FB25C2}"/>
              </a:ext>
            </a:extLst>
          </p:cNvPr>
          <p:cNvSpPr txBox="1"/>
          <p:nvPr/>
        </p:nvSpPr>
        <p:spPr>
          <a:xfrm>
            <a:off x="6614252" y="4145382"/>
            <a:ext cx="1243510" cy="461545"/>
          </a:xfrm>
          <a:prstGeom prst="rect">
            <a:avLst/>
          </a:prstGeom>
          <a:noFill/>
          <a:ln>
            <a:noFill/>
          </a:ln>
        </p:spPr>
        <p:txBody>
          <a:bodyPr wrap="square" rtlCol="0">
            <a:spAutoFit/>
          </a:bodyPr>
          <a:lstStyle/>
          <a:p>
            <a:pPr defTabSz="1218621"/>
            <a:r>
              <a:rPr lang="en-US" sz="2399" b="1" dirty="0">
                <a:solidFill>
                  <a:prstClr val="white"/>
                </a:solidFill>
                <a:latin typeface="Segoe UI"/>
              </a:rPr>
              <a:t>Scope</a:t>
            </a:r>
          </a:p>
        </p:txBody>
      </p:sp>
      <p:sp>
        <p:nvSpPr>
          <p:cNvPr id="41" name="TextBox 40">
            <a:extLst>
              <a:ext uri="{FF2B5EF4-FFF2-40B4-BE49-F238E27FC236}">
                <a16:creationId xmlns:a16="http://schemas.microsoft.com/office/drawing/2014/main" id="{E0CF7A11-09D3-9A03-994C-9B5415A0635B}"/>
              </a:ext>
            </a:extLst>
          </p:cNvPr>
          <p:cNvSpPr txBox="1"/>
          <p:nvPr/>
        </p:nvSpPr>
        <p:spPr>
          <a:xfrm>
            <a:off x="1598314" y="3429001"/>
            <a:ext cx="1112605" cy="461545"/>
          </a:xfrm>
          <a:prstGeom prst="rect">
            <a:avLst/>
          </a:prstGeom>
          <a:noFill/>
          <a:ln>
            <a:noFill/>
          </a:ln>
        </p:spPr>
        <p:txBody>
          <a:bodyPr wrap="square" rtlCol="0">
            <a:spAutoFit/>
          </a:bodyPr>
          <a:lstStyle/>
          <a:p>
            <a:pPr defTabSz="1218621"/>
            <a:r>
              <a:rPr lang="en-US" sz="2399" b="1" dirty="0">
                <a:solidFill>
                  <a:prstClr val="white"/>
                </a:solidFill>
                <a:latin typeface="Segoe UI"/>
              </a:rPr>
              <a:t>JWT</a:t>
            </a:r>
          </a:p>
        </p:txBody>
      </p:sp>
      <p:sp>
        <p:nvSpPr>
          <p:cNvPr id="42" name="TextBox 41">
            <a:extLst>
              <a:ext uri="{FF2B5EF4-FFF2-40B4-BE49-F238E27FC236}">
                <a16:creationId xmlns:a16="http://schemas.microsoft.com/office/drawing/2014/main" id="{15874FC5-7E19-DFA2-286C-82B3AB00B89A}"/>
              </a:ext>
            </a:extLst>
          </p:cNvPr>
          <p:cNvSpPr txBox="1"/>
          <p:nvPr/>
        </p:nvSpPr>
        <p:spPr>
          <a:xfrm>
            <a:off x="2356928" y="1870833"/>
            <a:ext cx="1112605" cy="461545"/>
          </a:xfrm>
          <a:prstGeom prst="rect">
            <a:avLst/>
          </a:prstGeom>
          <a:noFill/>
          <a:ln>
            <a:noFill/>
          </a:ln>
        </p:spPr>
        <p:txBody>
          <a:bodyPr wrap="square" rtlCol="0">
            <a:spAutoFit/>
          </a:bodyPr>
          <a:lstStyle/>
          <a:p>
            <a:pPr defTabSz="1218621"/>
            <a:r>
              <a:rPr lang="en-US" sz="2399" b="1" dirty="0">
                <a:solidFill>
                  <a:prstClr val="white"/>
                </a:solidFill>
                <a:latin typeface="Segoe UI"/>
              </a:rPr>
              <a:t>JWT</a:t>
            </a:r>
          </a:p>
        </p:txBody>
      </p:sp>
      <p:cxnSp>
        <p:nvCxnSpPr>
          <p:cNvPr id="43" name="Connector: Elbow 42">
            <a:extLst>
              <a:ext uri="{FF2B5EF4-FFF2-40B4-BE49-F238E27FC236}">
                <a16:creationId xmlns:a16="http://schemas.microsoft.com/office/drawing/2014/main" id="{1D0116CF-EE39-A7C8-9798-757DF33C7C88}"/>
              </a:ext>
            </a:extLst>
          </p:cNvPr>
          <p:cNvCxnSpPr>
            <a:cxnSpLocks/>
            <a:stCxn id="7" idx="2"/>
            <a:endCxn id="12" idx="0"/>
          </p:cNvCxnSpPr>
          <p:nvPr/>
        </p:nvCxnSpPr>
        <p:spPr>
          <a:xfrm rot="5400000">
            <a:off x="5881851" y="2794692"/>
            <a:ext cx="919277" cy="1593684"/>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76D3AC8-122B-01F5-F952-46EB61FF54A8}"/>
              </a:ext>
            </a:extLst>
          </p:cNvPr>
          <p:cNvSpPr txBox="1"/>
          <p:nvPr/>
        </p:nvSpPr>
        <p:spPr>
          <a:xfrm>
            <a:off x="6342839" y="3246283"/>
            <a:ext cx="1079839" cy="461545"/>
          </a:xfrm>
          <a:prstGeom prst="rect">
            <a:avLst/>
          </a:prstGeom>
          <a:noFill/>
          <a:ln>
            <a:noFill/>
          </a:ln>
        </p:spPr>
        <p:txBody>
          <a:bodyPr wrap="square" rtlCol="0">
            <a:spAutoFit/>
          </a:bodyPr>
          <a:lstStyle/>
          <a:p>
            <a:pPr defTabSz="1218621"/>
            <a:r>
              <a:rPr lang="en-US" sz="2399" b="1" dirty="0">
                <a:solidFill>
                  <a:prstClr val="white"/>
                </a:solidFill>
                <a:latin typeface="Segoe UI"/>
              </a:rPr>
              <a:t>trust</a:t>
            </a:r>
          </a:p>
        </p:txBody>
      </p:sp>
      <p:sp>
        <p:nvSpPr>
          <p:cNvPr id="45" name="TextBox 44">
            <a:extLst>
              <a:ext uri="{FF2B5EF4-FFF2-40B4-BE49-F238E27FC236}">
                <a16:creationId xmlns:a16="http://schemas.microsoft.com/office/drawing/2014/main" id="{B0AEC2F2-77E4-4A70-FC14-BFC5C17C8189}"/>
              </a:ext>
            </a:extLst>
          </p:cNvPr>
          <p:cNvSpPr txBox="1"/>
          <p:nvPr/>
        </p:nvSpPr>
        <p:spPr>
          <a:xfrm>
            <a:off x="6614251" y="969725"/>
            <a:ext cx="5383280" cy="1568739"/>
          </a:xfrm>
          <a:prstGeom prst="rect">
            <a:avLst/>
          </a:prstGeom>
          <a:noFill/>
          <a:ln>
            <a:solidFill>
              <a:schemeClr val="bg1"/>
            </a:solidFill>
          </a:ln>
        </p:spPr>
        <p:txBody>
          <a:bodyPr wrap="square" rtlCol="0">
            <a:spAutoFit/>
          </a:bodyPr>
          <a:lstStyle/>
          <a:p>
            <a:pPr defTabSz="1218621"/>
            <a:r>
              <a:rPr lang="en-US" sz="2399" dirty="0" err="1">
                <a:solidFill>
                  <a:prstClr val="white"/>
                </a:solidFill>
                <a:latin typeface="Segoe UI"/>
              </a:rPr>
              <a:t>xs-security.json</a:t>
            </a:r>
            <a:r>
              <a:rPr lang="en-US" sz="2399" dirty="0">
                <a:solidFill>
                  <a:prstClr val="white"/>
                </a:solidFill>
                <a:latin typeface="Segoe UI"/>
              </a:rPr>
              <a:t> contains information which we need to register to define what are all permissions required in our app</a:t>
            </a:r>
          </a:p>
        </p:txBody>
      </p:sp>
      <p:pic>
        <p:nvPicPr>
          <p:cNvPr id="46" name="Picture 45" descr="Icon&#10;&#10;Description automatically generated">
            <a:extLst>
              <a:ext uri="{FF2B5EF4-FFF2-40B4-BE49-F238E27FC236}">
                <a16:creationId xmlns:a16="http://schemas.microsoft.com/office/drawing/2014/main" id="{C5D15A3F-1701-C50C-9063-827697F8AEE5}"/>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386852" y="5607186"/>
            <a:ext cx="666351" cy="666351"/>
          </a:xfrm>
          <a:prstGeom prst="rect">
            <a:avLst/>
          </a:prstGeom>
          <a:ln>
            <a:solidFill>
              <a:schemeClr val="bg1"/>
            </a:solidFill>
          </a:ln>
        </p:spPr>
      </p:pic>
      <mc:AlternateContent xmlns:mc="http://schemas.openxmlformats.org/markup-compatibility/2006" xmlns:p14="http://schemas.microsoft.com/office/powerpoint/2010/main">
        <mc:Choice Requires="p14">
          <p:contentPart p14:bwMode="auto" r:id="rId8">
            <p14:nvContentPartPr>
              <p14:cNvPr id="29" name="Ink 28">
                <a:extLst>
                  <a:ext uri="{FF2B5EF4-FFF2-40B4-BE49-F238E27FC236}">
                    <a16:creationId xmlns:a16="http://schemas.microsoft.com/office/drawing/2014/main" id="{80C3F50C-0F81-5543-8B72-884B7F88A756}"/>
                  </a:ext>
                </a:extLst>
              </p14:cNvPr>
              <p14:cNvContentPartPr/>
              <p14:nvPr/>
            </p14:nvContentPartPr>
            <p14:xfrm>
              <a:off x="7033478" y="3106223"/>
              <a:ext cx="484560" cy="13320"/>
            </p14:xfrm>
          </p:contentPart>
        </mc:Choice>
        <mc:Fallback xmlns="">
          <p:pic>
            <p:nvPicPr>
              <p:cNvPr id="29" name="Ink 28">
                <a:extLst>
                  <a:ext uri="{FF2B5EF4-FFF2-40B4-BE49-F238E27FC236}">
                    <a16:creationId xmlns:a16="http://schemas.microsoft.com/office/drawing/2014/main" id="{80C3F50C-0F81-5543-8B72-884B7F88A756}"/>
                  </a:ext>
                </a:extLst>
              </p:cNvPr>
              <p:cNvPicPr/>
              <p:nvPr/>
            </p:nvPicPr>
            <p:blipFill>
              <a:blip r:embed="rId85"/>
              <a:stretch>
                <a:fillRect/>
              </a:stretch>
            </p:blipFill>
            <p:spPr>
              <a:xfrm>
                <a:off x="7024478" y="3097583"/>
                <a:ext cx="502200" cy="30960"/>
              </a:xfrm>
              <a:prstGeom prst="rect">
                <a:avLst/>
              </a:prstGeom>
            </p:spPr>
          </p:pic>
        </mc:Fallback>
      </mc:AlternateContent>
    </p:spTree>
    <p:extLst>
      <p:ext uri="{BB962C8B-B14F-4D97-AF65-F5344CB8AC3E}">
        <p14:creationId xmlns:p14="http://schemas.microsoft.com/office/powerpoint/2010/main" val="471212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Hands-on Add Security and Test Microservice</a:t>
            </a:r>
          </a:p>
        </p:txBody>
      </p:sp>
      <p:pic>
        <p:nvPicPr>
          <p:cNvPr id="1026" name="Picture 2" descr="Page 34 | Identity Access Management Images - Free Download on Freepik">
            <a:extLst>
              <a:ext uri="{FF2B5EF4-FFF2-40B4-BE49-F238E27FC236}">
                <a16:creationId xmlns:a16="http://schemas.microsoft.com/office/drawing/2014/main" id="{BB81E557-BBEB-08A0-6A2C-2FE38C6F63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8148" y="2132856"/>
            <a:ext cx="3428107" cy="34281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CFC04D6-78E0-8064-4A47-0E7C46BB694F}"/>
              </a:ext>
            </a:extLst>
          </p:cNvPr>
          <p:cNvSpPr txBox="1"/>
          <p:nvPr/>
        </p:nvSpPr>
        <p:spPr>
          <a:xfrm>
            <a:off x="189756" y="908720"/>
            <a:ext cx="6048672" cy="461665"/>
          </a:xfrm>
          <a:prstGeom prst="rect">
            <a:avLst/>
          </a:prstGeom>
          <a:noFill/>
        </p:spPr>
        <p:txBody>
          <a:bodyPr wrap="square" rtlCol="0">
            <a:spAutoFit/>
          </a:bodyPr>
          <a:lstStyle/>
          <a:p>
            <a:r>
              <a:rPr lang="en-US" dirty="0" err="1">
                <a:solidFill>
                  <a:schemeClr val="bg1"/>
                </a:solidFill>
              </a:rPr>
              <a:t>cds</a:t>
            </a:r>
            <a:r>
              <a:rPr lang="en-US" dirty="0">
                <a:solidFill>
                  <a:schemeClr val="bg1"/>
                </a:solidFill>
              </a:rPr>
              <a:t> add </a:t>
            </a:r>
            <a:r>
              <a:rPr lang="en-US" dirty="0" err="1">
                <a:solidFill>
                  <a:schemeClr val="bg1"/>
                </a:solidFill>
              </a:rPr>
              <a:t>xsuaa</a:t>
            </a:r>
            <a:endParaRPr lang="en-US" dirty="0">
              <a:solidFill>
                <a:schemeClr val="bg1"/>
              </a:solidFill>
            </a:endParaRPr>
          </a:p>
        </p:txBody>
      </p:sp>
    </p:spTree>
    <p:extLst>
      <p:ext uri="{BB962C8B-B14F-4D97-AF65-F5344CB8AC3E}">
        <p14:creationId xmlns:p14="http://schemas.microsoft.com/office/powerpoint/2010/main" val="24607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IDP – Identity Provider</a:t>
            </a:r>
            <a:endParaRPr lang="en-IN" dirty="0"/>
          </a:p>
        </p:txBody>
      </p:sp>
      <p:sp>
        <p:nvSpPr>
          <p:cNvPr id="10" name="Slide Number Placeholder 3">
            <a:extLst>
              <a:ext uri="{FF2B5EF4-FFF2-40B4-BE49-F238E27FC236}">
                <a16:creationId xmlns:a16="http://schemas.microsoft.com/office/drawing/2014/main" id="{2F3035AE-3E52-4994-6211-AE55192D28F5}"/>
              </a:ext>
            </a:extLst>
          </p:cNvPr>
          <p:cNvSpPr>
            <a:spLocks noGrp="1"/>
          </p:cNvSpPr>
          <p:nvPr>
            <p:ph type="sldNum" sz="quarter" idx="12"/>
          </p:nvPr>
        </p:nvSpPr>
        <p:spPr>
          <a:xfrm flipH="1">
            <a:off x="11637584" y="6596527"/>
            <a:ext cx="218945" cy="143978"/>
          </a:xfrm>
          <a:ln>
            <a:solidFill>
              <a:schemeClr val="bg1"/>
            </a:solidFill>
          </a:ln>
        </p:spPr>
        <p:txBody>
          <a:bodyPr/>
          <a:lstStyle/>
          <a:p>
            <a:pPr defTabSz="1218621"/>
            <a:fld id="{96E69268-9C8B-4EBF-A9EE-DC5DC2D48DC3}" type="slidenum">
              <a:rPr lang="en-US">
                <a:solidFill>
                  <a:prstClr val="white"/>
                </a:solidFill>
                <a:latin typeface="Segoe UI"/>
              </a:rPr>
              <a:pPr defTabSz="1218621"/>
              <a:t>15</a:t>
            </a:fld>
            <a:endParaRPr lang="en-US" dirty="0">
              <a:solidFill>
                <a:prstClr val="white"/>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2362F458-B5B7-154C-F189-BA5A239E04AA}"/>
              </a:ext>
            </a:extLst>
          </p:cNvPr>
          <p:cNvSpPr txBox="1"/>
          <p:nvPr/>
        </p:nvSpPr>
        <p:spPr>
          <a:xfrm>
            <a:off x="191294" y="745067"/>
            <a:ext cx="11806237" cy="830781"/>
          </a:xfrm>
          <a:prstGeom prst="rect">
            <a:avLst/>
          </a:prstGeom>
          <a:noFill/>
          <a:ln>
            <a:noFill/>
          </a:ln>
        </p:spPr>
        <p:txBody>
          <a:bodyPr wrap="square" rtlCol="0">
            <a:spAutoFit/>
          </a:bodyPr>
          <a:lstStyle/>
          <a:p>
            <a:pPr defTabSz="1218621"/>
            <a:r>
              <a:rPr lang="en-US" sz="1600" dirty="0">
                <a:solidFill>
                  <a:prstClr val="white"/>
                </a:solidFill>
                <a:latin typeface="Segoe UI"/>
              </a:rPr>
              <a:t>An identity provider is a software or group of software which stores all the user credentials and their scopes (roles) in itself. This will centralize the user management in company and simplify the login process to different apps. This way user do not need to remember multiple passwords to multiple apps.</a:t>
            </a:r>
            <a:endParaRPr lang="en-IN" sz="1600" dirty="0">
              <a:solidFill>
                <a:prstClr val="white"/>
              </a:solidFill>
              <a:latin typeface="Segoe UI"/>
            </a:endParaRPr>
          </a:p>
        </p:txBody>
      </p:sp>
      <p:sp>
        <p:nvSpPr>
          <p:cNvPr id="12" name="Rectangle 11">
            <a:extLst>
              <a:ext uri="{FF2B5EF4-FFF2-40B4-BE49-F238E27FC236}">
                <a16:creationId xmlns:a16="http://schemas.microsoft.com/office/drawing/2014/main" id="{1713AAA2-6DEA-AA00-A36C-E150CA26CDC0}"/>
              </a:ext>
            </a:extLst>
          </p:cNvPr>
          <p:cNvSpPr/>
          <p:nvPr/>
        </p:nvSpPr>
        <p:spPr>
          <a:xfrm>
            <a:off x="3502799" y="1773200"/>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Portal</a:t>
            </a:r>
          </a:p>
        </p:txBody>
      </p:sp>
      <p:sp>
        <p:nvSpPr>
          <p:cNvPr id="13" name="Rectangle 12">
            <a:extLst>
              <a:ext uri="{FF2B5EF4-FFF2-40B4-BE49-F238E27FC236}">
                <a16:creationId xmlns:a16="http://schemas.microsoft.com/office/drawing/2014/main" id="{9E1B9187-7A51-944A-FE75-AE7CA8C09B1E}"/>
              </a:ext>
            </a:extLst>
          </p:cNvPr>
          <p:cNvSpPr/>
          <p:nvPr/>
        </p:nvSpPr>
        <p:spPr>
          <a:xfrm>
            <a:off x="3502799" y="2459418"/>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Launchpad</a:t>
            </a:r>
          </a:p>
        </p:txBody>
      </p:sp>
      <p:sp>
        <p:nvSpPr>
          <p:cNvPr id="14" name="Rectangle 13">
            <a:extLst>
              <a:ext uri="{FF2B5EF4-FFF2-40B4-BE49-F238E27FC236}">
                <a16:creationId xmlns:a16="http://schemas.microsoft.com/office/drawing/2014/main" id="{9FCB960D-CAA4-5664-1FA8-E37E384BDDA6}"/>
              </a:ext>
            </a:extLst>
          </p:cNvPr>
          <p:cNvSpPr/>
          <p:nvPr/>
        </p:nvSpPr>
        <p:spPr>
          <a:xfrm>
            <a:off x="3502799" y="3155302"/>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Dedicated SRM</a:t>
            </a:r>
          </a:p>
        </p:txBody>
      </p:sp>
      <p:sp>
        <p:nvSpPr>
          <p:cNvPr id="15" name="Rectangle 14">
            <a:extLst>
              <a:ext uri="{FF2B5EF4-FFF2-40B4-BE49-F238E27FC236}">
                <a16:creationId xmlns:a16="http://schemas.microsoft.com/office/drawing/2014/main" id="{9913C176-6984-A538-324D-90535DAEDDF5}"/>
              </a:ext>
            </a:extLst>
          </p:cNvPr>
          <p:cNvSpPr/>
          <p:nvPr/>
        </p:nvSpPr>
        <p:spPr>
          <a:xfrm>
            <a:off x="3502799" y="3838466"/>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SAP Server</a:t>
            </a:r>
          </a:p>
        </p:txBody>
      </p:sp>
      <p:sp>
        <p:nvSpPr>
          <p:cNvPr id="16" name="Rectangle 15">
            <a:extLst>
              <a:ext uri="{FF2B5EF4-FFF2-40B4-BE49-F238E27FC236}">
                <a16:creationId xmlns:a16="http://schemas.microsoft.com/office/drawing/2014/main" id="{589C4928-B238-BC26-0800-90E199EC2DA8}"/>
              </a:ext>
            </a:extLst>
          </p:cNvPr>
          <p:cNvSpPr/>
          <p:nvPr/>
        </p:nvSpPr>
        <p:spPr>
          <a:xfrm>
            <a:off x="3505536" y="4501267"/>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Outlook</a:t>
            </a:r>
          </a:p>
        </p:txBody>
      </p:sp>
      <p:pic>
        <p:nvPicPr>
          <p:cNvPr id="17" name="Picture 16" descr="Icon&#10;&#10;Description automatically generated">
            <a:extLst>
              <a:ext uri="{FF2B5EF4-FFF2-40B4-BE49-F238E27FC236}">
                <a16:creationId xmlns:a16="http://schemas.microsoft.com/office/drawing/2014/main" id="{39D951F8-AAB4-A0F2-64B5-B0695D8D1380}"/>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12" t="9401" r="10243" b="17538"/>
          <a:stretch/>
        </p:blipFill>
        <p:spPr>
          <a:xfrm>
            <a:off x="407263" y="1853558"/>
            <a:ext cx="982807" cy="991115"/>
          </a:xfrm>
          <a:prstGeom prst="rect">
            <a:avLst/>
          </a:prstGeom>
          <a:ln>
            <a:solidFill>
              <a:schemeClr val="bg1"/>
            </a:solidFill>
          </a:ln>
        </p:spPr>
      </p:pic>
      <p:sp>
        <p:nvSpPr>
          <p:cNvPr id="18" name="Rectangle 17">
            <a:extLst>
              <a:ext uri="{FF2B5EF4-FFF2-40B4-BE49-F238E27FC236}">
                <a16:creationId xmlns:a16="http://schemas.microsoft.com/office/drawing/2014/main" id="{36D70D1E-84DF-C8FB-E0C6-192510CBE30B}"/>
              </a:ext>
            </a:extLst>
          </p:cNvPr>
          <p:cNvSpPr/>
          <p:nvPr/>
        </p:nvSpPr>
        <p:spPr>
          <a:xfrm>
            <a:off x="389118" y="3807751"/>
            <a:ext cx="98280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SSO</a:t>
            </a:r>
          </a:p>
        </p:txBody>
      </p:sp>
      <p:sp>
        <p:nvSpPr>
          <p:cNvPr id="19" name="TextBox 18">
            <a:extLst>
              <a:ext uri="{FF2B5EF4-FFF2-40B4-BE49-F238E27FC236}">
                <a16:creationId xmlns:a16="http://schemas.microsoft.com/office/drawing/2014/main" id="{8E35FBE6-EE4A-7358-7C15-CA18584BCB9F}"/>
              </a:ext>
            </a:extLst>
          </p:cNvPr>
          <p:cNvSpPr txBox="1"/>
          <p:nvPr/>
        </p:nvSpPr>
        <p:spPr>
          <a:xfrm>
            <a:off x="107446" y="4582175"/>
            <a:ext cx="3239516" cy="1076937"/>
          </a:xfrm>
          <a:prstGeom prst="rect">
            <a:avLst/>
          </a:prstGeom>
          <a:noFill/>
          <a:ln>
            <a:noFill/>
          </a:ln>
        </p:spPr>
        <p:txBody>
          <a:bodyPr wrap="square" rtlCol="0">
            <a:spAutoFit/>
          </a:bodyPr>
          <a:lstStyle/>
          <a:p>
            <a:pPr marL="342797" indent="-342797" defTabSz="1218621">
              <a:buFont typeface="Arial" panose="020B0604020202020204" pitchFamily="34" charset="0"/>
              <a:buChar char="•"/>
            </a:pPr>
            <a:r>
              <a:rPr lang="en-US" sz="1600" dirty="0">
                <a:solidFill>
                  <a:prstClr val="white"/>
                </a:solidFill>
                <a:latin typeface="Segoe UI"/>
              </a:rPr>
              <a:t>User/email/password</a:t>
            </a:r>
          </a:p>
          <a:p>
            <a:pPr marL="342797" indent="-342797" defTabSz="1218621">
              <a:buFont typeface="Arial" panose="020B0604020202020204" pitchFamily="34" charset="0"/>
              <a:buChar char="•"/>
            </a:pPr>
            <a:r>
              <a:rPr lang="en-US" sz="1600" dirty="0">
                <a:solidFill>
                  <a:prstClr val="white"/>
                </a:solidFill>
                <a:latin typeface="Segoe UI"/>
              </a:rPr>
              <a:t>Single source of truth</a:t>
            </a:r>
          </a:p>
          <a:p>
            <a:pPr marL="342797" indent="-342797" defTabSz="1218621">
              <a:buFont typeface="Arial" panose="020B0604020202020204" pitchFamily="34" charset="0"/>
              <a:buChar char="•"/>
            </a:pPr>
            <a:r>
              <a:rPr lang="en-US" sz="1600" dirty="0">
                <a:solidFill>
                  <a:prstClr val="white"/>
                </a:solidFill>
                <a:latin typeface="Segoe UI"/>
              </a:rPr>
              <a:t>Trust relation</a:t>
            </a:r>
          </a:p>
          <a:p>
            <a:pPr marL="342797" indent="-342797" defTabSz="1218621">
              <a:buFont typeface="Arial" panose="020B0604020202020204" pitchFamily="34" charset="0"/>
              <a:buChar char="•"/>
            </a:pPr>
            <a:r>
              <a:rPr lang="en-US" sz="1600" dirty="0">
                <a:solidFill>
                  <a:prstClr val="white"/>
                </a:solidFill>
                <a:latin typeface="Segoe UI"/>
              </a:rPr>
              <a:t>Scope- clerk, manager, </a:t>
            </a:r>
            <a:r>
              <a:rPr lang="en-US" sz="1600" dirty="0" err="1">
                <a:solidFill>
                  <a:prstClr val="white"/>
                </a:solidFill>
                <a:latin typeface="Segoe UI"/>
              </a:rPr>
              <a:t>ceo</a:t>
            </a:r>
            <a:endParaRPr lang="en-US" sz="1600" dirty="0">
              <a:solidFill>
                <a:prstClr val="white"/>
              </a:solidFill>
              <a:latin typeface="Segoe UI"/>
            </a:endParaRPr>
          </a:p>
        </p:txBody>
      </p:sp>
      <p:cxnSp>
        <p:nvCxnSpPr>
          <p:cNvPr id="20" name="Connector: Elbow 19">
            <a:extLst>
              <a:ext uri="{FF2B5EF4-FFF2-40B4-BE49-F238E27FC236}">
                <a16:creationId xmlns:a16="http://schemas.microsoft.com/office/drawing/2014/main" id="{A06E4B9A-E55F-7DAF-07FF-C736E0A752F5}"/>
              </a:ext>
            </a:extLst>
          </p:cNvPr>
          <p:cNvCxnSpPr>
            <a:stCxn id="18" idx="3"/>
            <a:endCxn id="12" idx="1"/>
          </p:cNvCxnSpPr>
          <p:nvPr/>
        </p:nvCxnSpPr>
        <p:spPr>
          <a:xfrm flipV="1">
            <a:off x="1371925" y="2061157"/>
            <a:ext cx="2130876" cy="2013332"/>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56443317-E2EA-2C86-ECE8-16E203402076}"/>
              </a:ext>
            </a:extLst>
          </p:cNvPr>
          <p:cNvCxnSpPr>
            <a:stCxn id="18" idx="3"/>
            <a:endCxn id="13" idx="1"/>
          </p:cNvCxnSpPr>
          <p:nvPr/>
        </p:nvCxnSpPr>
        <p:spPr>
          <a:xfrm flipV="1">
            <a:off x="1371925" y="2747375"/>
            <a:ext cx="2130876" cy="132711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08849323-73AD-A813-42B8-53A87C2E44C2}"/>
              </a:ext>
            </a:extLst>
          </p:cNvPr>
          <p:cNvCxnSpPr>
            <a:stCxn id="18" idx="3"/>
            <a:endCxn id="16" idx="1"/>
          </p:cNvCxnSpPr>
          <p:nvPr/>
        </p:nvCxnSpPr>
        <p:spPr>
          <a:xfrm>
            <a:off x="1371923" y="4074490"/>
            <a:ext cx="2133612" cy="714735"/>
          </a:xfrm>
          <a:prstGeom prst="bentConnector3">
            <a:avLst>
              <a:gd name="adj1" fmla="val 68889"/>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4AB3834-6AC9-C350-02E7-3D7213F7E79A}"/>
              </a:ext>
            </a:extLst>
          </p:cNvPr>
          <p:cNvCxnSpPr>
            <a:stCxn id="18" idx="3"/>
            <a:endCxn id="14" idx="1"/>
          </p:cNvCxnSpPr>
          <p:nvPr/>
        </p:nvCxnSpPr>
        <p:spPr>
          <a:xfrm flipV="1">
            <a:off x="1371925" y="3443259"/>
            <a:ext cx="2130876" cy="631230"/>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39DA4809-328C-6EED-69FE-2327C386C972}"/>
              </a:ext>
            </a:extLst>
          </p:cNvPr>
          <p:cNvCxnSpPr>
            <a:stCxn id="18" idx="3"/>
            <a:endCxn id="15" idx="1"/>
          </p:cNvCxnSpPr>
          <p:nvPr/>
        </p:nvCxnSpPr>
        <p:spPr>
          <a:xfrm>
            <a:off x="1371925" y="4074489"/>
            <a:ext cx="2130876" cy="5193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rrow: Right 24">
            <a:extLst>
              <a:ext uri="{FF2B5EF4-FFF2-40B4-BE49-F238E27FC236}">
                <a16:creationId xmlns:a16="http://schemas.microsoft.com/office/drawing/2014/main" id="{3669FCA9-87D0-AC5F-55AA-0597B8F77F08}"/>
              </a:ext>
            </a:extLst>
          </p:cNvPr>
          <p:cNvSpPr/>
          <p:nvPr/>
        </p:nvSpPr>
        <p:spPr>
          <a:xfrm>
            <a:off x="1371925" y="1989763"/>
            <a:ext cx="2130876" cy="4570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399">
              <a:solidFill>
                <a:prstClr val="white"/>
              </a:solidFill>
              <a:latin typeface="Segoe UI"/>
            </a:endParaRPr>
          </a:p>
        </p:txBody>
      </p:sp>
      <p:sp>
        <p:nvSpPr>
          <p:cNvPr id="26" name="Arrow: Down 25">
            <a:extLst>
              <a:ext uri="{FF2B5EF4-FFF2-40B4-BE49-F238E27FC236}">
                <a16:creationId xmlns:a16="http://schemas.microsoft.com/office/drawing/2014/main" id="{A8345884-5E1C-A794-D6F2-A15B553F7C24}"/>
              </a:ext>
            </a:extLst>
          </p:cNvPr>
          <p:cNvSpPr/>
          <p:nvPr/>
        </p:nvSpPr>
        <p:spPr>
          <a:xfrm rot="2714639">
            <a:off x="2318350" y="1942625"/>
            <a:ext cx="143978" cy="2185413"/>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399">
              <a:solidFill>
                <a:prstClr val="white"/>
              </a:solidFill>
              <a:latin typeface="Segoe UI"/>
            </a:endParaRPr>
          </a:p>
        </p:txBody>
      </p:sp>
      <p:pic>
        <p:nvPicPr>
          <p:cNvPr id="27" name="Picture 26" descr="Icon&#10;&#10;Description automatically generated">
            <a:extLst>
              <a:ext uri="{FF2B5EF4-FFF2-40B4-BE49-F238E27FC236}">
                <a16:creationId xmlns:a16="http://schemas.microsoft.com/office/drawing/2014/main" id="{08CC5429-0F02-836F-E9B5-6972D4792749}"/>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159077" y="3706055"/>
            <a:ext cx="666351" cy="666351"/>
          </a:xfrm>
          <a:prstGeom prst="rect">
            <a:avLst/>
          </a:prstGeom>
          <a:ln>
            <a:solidFill>
              <a:schemeClr val="bg1"/>
            </a:solidFill>
          </a:ln>
        </p:spPr>
      </p:pic>
      <p:sp>
        <p:nvSpPr>
          <p:cNvPr id="28" name="Rectangle 27">
            <a:extLst>
              <a:ext uri="{FF2B5EF4-FFF2-40B4-BE49-F238E27FC236}">
                <a16:creationId xmlns:a16="http://schemas.microsoft.com/office/drawing/2014/main" id="{968180D4-9E3E-DBC4-F148-C59BD00E9B2C}"/>
              </a:ext>
            </a:extLst>
          </p:cNvPr>
          <p:cNvSpPr/>
          <p:nvPr/>
        </p:nvSpPr>
        <p:spPr>
          <a:xfrm>
            <a:off x="3505536" y="5184432"/>
            <a:ext cx="1871720" cy="374843"/>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1800" dirty="0">
                <a:solidFill>
                  <a:prstClr val="white"/>
                </a:solidFill>
                <a:latin typeface="Segoe UI"/>
              </a:rPr>
              <a:t>Our cloud app</a:t>
            </a:r>
          </a:p>
        </p:txBody>
      </p:sp>
      <p:sp>
        <p:nvSpPr>
          <p:cNvPr id="29" name="Rectangle 28">
            <a:extLst>
              <a:ext uri="{FF2B5EF4-FFF2-40B4-BE49-F238E27FC236}">
                <a16:creationId xmlns:a16="http://schemas.microsoft.com/office/drawing/2014/main" id="{10601AA0-415A-129A-44AA-F47497DD9974}"/>
              </a:ext>
            </a:extLst>
          </p:cNvPr>
          <p:cNvSpPr/>
          <p:nvPr/>
        </p:nvSpPr>
        <p:spPr>
          <a:xfrm>
            <a:off x="3502799" y="6099898"/>
            <a:ext cx="1871720" cy="777349"/>
          </a:xfrm>
          <a:prstGeom prst="rect">
            <a:avLst/>
          </a:prstGeom>
          <a:solidFill>
            <a:schemeClr val="accent2">
              <a:lumMod val="50000"/>
            </a:schemeClr>
          </a:solidFill>
          <a:ln>
            <a:solidFill>
              <a:schemeClr val="bg1"/>
            </a:solidFill>
          </a:ln>
        </p:spPr>
        <p:style>
          <a:lnRef idx="0">
            <a:schemeClr val="accent2"/>
          </a:lnRef>
          <a:fillRef idx="3">
            <a:schemeClr val="accent2"/>
          </a:fillRef>
          <a:effectRef idx="3">
            <a:schemeClr val="accent2"/>
          </a:effectRef>
          <a:fontRef idx="minor">
            <a:schemeClr val="lt1"/>
          </a:fontRef>
        </p:style>
        <p:txBody>
          <a:bodyPr rtlCol="0" anchor="ctr"/>
          <a:lstStyle/>
          <a:p>
            <a:pPr algn="ctr" defTabSz="1218621"/>
            <a:r>
              <a:rPr lang="en-US" sz="2399" dirty="0">
                <a:solidFill>
                  <a:prstClr val="white"/>
                </a:solidFill>
                <a:latin typeface="Segoe UI"/>
              </a:rPr>
              <a:t>XSUAA</a:t>
            </a:r>
          </a:p>
        </p:txBody>
      </p:sp>
      <p:cxnSp>
        <p:nvCxnSpPr>
          <p:cNvPr id="30" name="Connector: Elbow 29">
            <a:extLst>
              <a:ext uri="{FF2B5EF4-FFF2-40B4-BE49-F238E27FC236}">
                <a16:creationId xmlns:a16="http://schemas.microsoft.com/office/drawing/2014/main" id="{6B494515-9A9A-1712-7726-F5038BA946F9}"/>
              </a:ext>
            </a:extLst>
          </p:cNvPr>
          <p:cNvCxnSpPr>
            <a:cxnSpLocks/>
            <a:stCxn id="33" idx="2"/>
            <a:endCxn id="29" idx="3"/>
          </p:cNvCxnSpPr>
          <p:nvPr/>
        </p:nvCxnSpPr>
        <p:spPr>
          <a:xfrm rot="5400000">
            <a:off x="5906799" y="3961307"/>
            <a:ext cx="1994984" cy="3059543"/>
          </a:xfrm>
          <a:prstGeom prst="bentConnector2">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9AE44EF-AE51-A6DC-5A0F-D8B3211751E9}"/>
              </a:ext>
            </a:extLst>
          </p:cNvPr>
          <p:cNvSpPr/>
          <p:nvPr/>
        </p:nvSpPr>
        <p:spPr>
          <a:xfrm>
            <a:off x="5302530" y="5371853"/>
            <a:ext cx="1151828" cy="28925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err="1">
                <a:solidFill>
                  <a:prstClr val="white"/>
                </a:solidFill>
                <a:latin typeface="Segoe UI"/>
              </a:rPr>
              <a:t>xsuaa</a:t>
            </a:r>
            <a:endParaRPr lang="en-US" sz="2399" dirty="0">
              <a:solidFill>
                <a:prstClr val="white"/>
              </a:solidFill>
              <a:latin typeface="Segoe UI"/>
            </a:endParaRPr>
          </a:p>
        </p:txBody>
      </p:sp>
      <p:cxnSp>
        <p:nvCxnSpPr>
          <p:cNvPr id="32" name="Straight Arrow Connector 31">
            <a:extLst>
              <a:ext uri="{FF2B5EF4-FFF2-40B4-BE49-F238E27FC236}">
                <a16:creationId xmlns:a16="http://schemas.microsoft.com/office/drawing/2014/main" id="{056403A1-F029-1521-C4A5-66552EAC5E74}"/>
              </a:ext>
            </a:extLst>
          </p:cNvPr>
          <p:cNvCxnSpPr>
            <a:endCxn id="29" idx="0"/>
          </p:cNvCxnSpPr>
          <p:nvPr/>
        </p:nvCxnSpPr>
        <p:spPr>
          <a:xfrm flipH="1">
            <a:off x="4438659" y="5559276"/>
            <a:ext cx="1511774" cy="540622"/>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E2764941-BC4D-1F67-1326-598557175FB7}"/>
              </a:ext>
            </a:extLst>
          </p:cNvPr>
          <p:cNvSpPr/>
          <p:nvPr/>
        </p:nvSpPr>
        <p:spPr>
          <a:xfrm>
            <a:off x="731822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err="1">
                <a:solidFill>
                  <a:prstClr val="white"/>
                </a:solidFill>
                <a:latin typeface="Segoe UI"/>
              </a:rPr>
              <a:t>GSuite</a:t>
            </a:r>
            <a:endParaRPr lang="en-US" sz="2399" dirty="0">
              <a:solidFill>
                <a:prstClr val="white"/>
              </a:solidFill>
              <a:latin typeface="Segoe UI"/>
            </a:endParaRPr>
          </a:p>
        </p:txBody>
      </p:sp>
      <p:sp>
        <p:nvSpPr>
          <p:cNvPr id="34" name="Rectangle 33">
            <a:extLst>
              <a:ext uri="{FF2B5EF4-FFF2-40B4-BE49-F238E27FC236}">
                <a16:creationId xmlns:a16="http://schemas.microsoft.com/office/drawing/2014/main" id="{2324E37F-AA76-6411-2D82-89A33007BA18}"/>
              </a:ext>
            </a:extLst>
          </p:cNvPr>
          <p:cNvSpPr/>
          <p:nvPr/>
        </p:nvSpPr>
        <p:spPr>
          <a:xfrm>
            <a:off x="972070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LDAP</a:t>
            </a:r>
          </a:p>
        </p:txBody>
      </p:sp>
      <p:pic>
        <p:nvPicPr>
          <p:cNvPr id="35" name="Picture 34">
            <a:extLst>
              <a:ext uri="{FF2B5EF4-FFF2-40B4-BE49-F238E27FC236}">
                <a16:creationId xmlns:a16="http://schemas.microsoft.com/office/drawing/2014/main" id="{7AB56319-F7EE-8C5A-E21A-23E397AD6269}"/>
              </a:ext>
            </a:extLst>
          </p:cNvPr>
          <p:cNvPicPr>
            <a:picLocks noChangeAspect="1"/>
          </p:cNvPicPr>
          <p:nvPr/>
        </p:nvPicPr>
        <p:blipFill>
          <a:blip r:embed="rId6"/>
          <a:stretch>
            <a:fillRect/>
          </a:stretch>
        </p:blipFill>
        <p:spPr>
          <a:xfrm>
            <a:off x="6568249" y="1771665"/>
            <a:ext cx="2981648" cy="2013332"/>
          </a:xfrm>
          <a:prstGeom prst="rect">
            <a:avLst/>
          </a:prstGeom>
          <a:ln>
            <a:solidFill>
              <a:schemeClr val="bg1"/>
            </a:solidFill>
          </a:ln>
        </p:spPr>
      </p:pic>
    </p:spTree>
    <p:extLst>
      <p:ext uri="{BB962C8B-B14F-4D97-AF65-F5344CB8AC3E}">
        <p14:creationId xmlns:p14="http://schemas.microsoft.com/office/powerpoint/2010/main" val="2864685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12</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7901</TotalTime>
  <Words>1370</Words>
  <Application>Microsoft Office PowerPoint</Application>
  <PresentationFormat>Custom</PresentationFormat>
  <Paragraphs>191</Paragraphs>
  <Slides>18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Amasis MT Pro Black</vt:lpstr>
      <vt:lpstr>Arial</vt:lpstr>
      <vt:lpstr>Arial Black</vt:lpstr>
      <vt:lpstr>Calibri</vt:lpstr>
      <vt:lpstr>Consolas</vt:lpstr>
      <vt:lpstr>Cooper Black</vt:lpstr>
      <vt:lpstr>Segoe UI</vt:lpstr>
      <vt:lpstr>Segoe UI Black</vt:lpstr>
      <vt:lpstr>Segoe UI Light</vt:lpstr>
      <vt:lpstr>Office Theme</vt:lpstr>
      <vt:lpstr>SAP BTP Extension Suite Training</vt:lpstr>
      <vt:lpstr>PowerPoint Presentation</vt:lpstr>
      <vt:lpstr>Agenda – Day 12</vt:lpstr>
      <vt:lpstr>Introduction to HANA Cloud</vt:lpstr>
      <vt:lpstr>HANA Cloud v/s On-premise</vt:lpstr>
      <vt:lpstr>What is Schema in HANA</vt:lpstr>
      <vt:lpstr>HDI Container</vt:lpstr>
      <vt:lpstr>Hands on - Create HANA Cloud Instance</vt:lpstr>
      <vt:lpstr>Design time</vt:lpstr>
      <vt:lpstr>Hands on – HANA Cloud Integration</vt:lpstr>
      <vt:lpstr>Authentication v/s Authorization</vt:lpstr>
      <vt:lpstr>IDP – Identity Provider</vt:lpstr>
      <vt:lpstr>How it works behind scenes</vt:lpstr>
      <vt:lpstr>Hands-on Add Security and Test Microservice</vt:lpstr>
      <vt:lpstr>IDP – Identity Provider</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290</cp:revision>
  <dcterms:created xsi:type="dcterms:W3CDTF">2013-09-12T13:05:01Z</dcterms:created>
  <dcterms:modified xsi:type="dcterms:W3CDTF">2026-01-30T07:57:02Z</dcterms:modified>
</cp:coreProperties>
</file>