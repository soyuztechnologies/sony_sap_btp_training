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709" r:id="rId3"/>
  </p:sldMasterIdLst>
  <p:notesMasterIdLst>
    <p:notesMasterId r:id="rId20"/>
  </p:notesMasterIdLst>
  <p:sldIdLst>
    <p:sldId id="256" r:id="rId4"/>
    <p:sldId id="402" r:id="rId5"/>
    <p:sldId id="276" r:id="rId6"/>
    <p:sldId id="1035" r:id="rId7"/>
    <p:sldId id="287" r:id="rId8"/>
    <p:sldId id="1046" r:id="rId9"/>
    <p:sldId id="1047" r:id="rId10"/>
    <p:sldId id="1048" r:id="rId11"/>
    <p:sldId id="1049" r:id="rId12"/>
    <p:sldId id="1037" r:id="rId13"/>
    <p:sldId id="1038" r:id="rId14"/>
    <p:sldId id="1044" r:id="rId15"/>
    <p:sldId id="1045" r:id="rId16"/>
    <p:sldId id="1043" r:id="rId17"/>
    <p:sldId id="419" r:id="rId18"/>
    <p:sldId id="409" r:id="rId19"/>
  </p:sldIdLst>
  <p:sldSz cx="12188825" cy="6858000"/>
  <p:notesSz cx="6858000" cy="9144000"/>
  <p:embeddedFontLst>
    <p:embeddedFont>
      <p:font typeface="72 Condensed" panose="020B0506030000000003" pitchFamily="34" charset="0"/>
      <p:regular r:id="rId21"/>
      <p:bold r:id="rId22"/>
    </p:embeddedFont>
    <p:embeddedFont>
      <p:font typeface="72 Monospace" panose="020B0509030603020204" pitchFamily="49" charset="0"/>
      <p:regular r:id="rId23"/>
      <p:bold r:id="rId24"/>
    </p:embeddedFont>
    <p:embeddedFont>
      <p:font typeface="Amasis MT Pro Black" panose="02040A04050005020304" pitchFamily="18" charset="0"/>
      <p:bold r:id="rId25"/>
      <p:boldItalic r:id="rId26"/>
    </p:embeddedFont>
    <p:embeddedFont>
      <p:font typeface="Arial Black" panose="020B0A04020102020204" pitchFamily="34" charset="0"/>
      <p:regular r:id="rId27"/>
      <p:bold r:id="rId28"/>
    </p:embeddedFont>
    <p:embeddedFont>
      <p:font typeface="Cambria" panose="02040503050406030204" pitchFamily="18" charset="0"/>
      <p:regular r:id="rId29"/>
      <p:bold r:id="rId30"/>
      <p:italic r:id="rId31"/>
      <p:boldItalic r:id="rId32"/>
    </p:embeddedFont>
    <p:embeddedFont>
      <p:font typeface="Cooper Black" panose="0208090404030B020404" pitchFamily="18" charset="0"/>
      <p:regular r:id="rId33"/>
    </p:embeddedFont>
    <p:embeddedFont>
      <p:font typeface="Corben" panose="020B0604020202020204" charset="0"/>
      <p:bold r:id="rId34"/>
    </p:embeddedFont>
    <p:embeddedFont>
      <p:font typeface="Open Sans" panose="020B0606030504020204" pitchFamily="34" charset="0"/>
      <p:regular r:id="rId35"/>
      <p:bold r:id="rId36"/>
      <p:italic r:id="rId37"/>
      <p:boldItalic r:id="rId38"/>
    </p:embeddedFont>
    <p:embeddedFont>
      <p:font typeface="Quattrocento Sans" panose="020B0502050000020003" pitchFamily="34" charset="0"/>
      <p:regular r:id="rId39"/>
      <p:bold r:id="rId40"/>
      <p:italic r:id="rId41"/>
      <p:boldItalic r:id="rId42"/>
    </p:embeddedFont>
    <p:embeddedFont>
      <p:font typeface="Segoe UI" panose="020B0502040204020203" pitchFamily="34" charset="0"/>
      <p:regular r:id="rId43"/>
      <p:bold r:id="rId44"/>
      <p:italic r:id="rId45"/>
      <p:boldItalic r:id="rId46"/>
    </p:embeddedFont>
    <p:embeddedFont>
      <p:font typeface="Segoe UI Light" panose="020B0502040204020203" pitchFamily="34" charset="0"/>
      <p:regular r:id="rId47"/>
      <p: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3" roundtripDataSignature="AMtx7mjDuvg+AJ5SXhqS019oXJCQRE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3E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80" autoAdjust="0"/>
    <p:restoredTop sz="94660"/>
  </p:normalViewPr>
  <p:slideViewPr>
    <p:cSldViewPr snapToGrid="0">
      <p:cViewPr varScale="1">
        <p:scale>
          <a:sx n="96" d="100"/>
          <a:sy n="96" d="100"/>
        </p:scale>
        <p:origin x="904" y="288"/>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font" Target="fonts/font6.fntdata"/><Relationship Id="rId39" Type="http://schemas.openxmlformats.org/officeDocument/2006/relationships/font" Target="fonts/font19.fntdata"/><Relationship Id="rId21" Type="http://schemas.openxmlformats.org/officeDocument/2006/relationships/font" Target="fonts/font1.fntdata"/><Relationship Id="rId34" Type="http://schemas.openxmlformats.org/officeDocument/2006/relationships/font" Target="fonts/font14.fntdata"/><Relationship Id="rId42" Type="http://schemas.openxmlformats.org/officeDocument/2006/relationships/font" Target="fonts/font22.fntdata"/><Relationship Id="rId47" Type="http://schemas.openxmlformats.org/officeDocument/2006/relationships/font" Target="fonts/font27.fntdata"/><Relationship Id="rId7" Type="http://schemas.openxmlformats.org/officeDocument/2006/relationships/slide" Target="slides/slide4.xml"/><Relationship Id="rId20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font" Target="fonts/font9.fntdata"/><Relationship Id="rId11" Type="http://schemas.openxmlformats.org/officeDocument/2006/relationships/slide" Target="slides/slide8.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font" Target="fonts/font17.fntdata"/><Relationship Id="rId40" Type="http://schemas.openxmlformats.org/officeDocument/2006/relationships/font" Target="fonts/font20.fntdata"/><Relationship Id="rId45" Type="http://schemas.openxmlformats.org/officeDocument/2006/relationships/font" Target="fonts/font25.fntdata"/><Relationship Id="rId5" Type="http://schemas.openxmlformats.org/officeDocument/2006/relationships/slide" Target="slides/slide2.xml"/><Relationship Id="rId203" Type="http://customschemas.google.com/relationships/presentationmetadata" Target="meta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11.fntdata"/><Relationship Id="rId44" Type="http://schemas.openxmlformats.org/officeDocument/2006/relationships/font" Target="fonts/font24.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43" Type="http://schemas.openxmlformats.org/officeDocument/2006/relationships/font" Target="fonts/font23.fntdata"/><Relationship Id="rId48" Type="http://schemas.openxmlformats.org/officeDocument/2006/relationships/font" Target="fonts/font28.fntdata"/><Relationship Id="rId207" Type="http://schemas.openxmlformats.org/officeDocument/2006/relationships/tableStyles" Target="tableStyles.xml"/><Relationship Id="rId8" Type="http://schemas.openxmlformats.org/officeDocument/2006/relationships/slide" Target="slides/slide5.xml"/><Relationship Id="rId206"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font" Target="fonts/font18.fntdata"/><Relationship Id="rId46" Type="http://schemas.openxmlformats.org/officeDocument/2006/relationships/font" Target="fonts/font26.fntdata"/><Relationship Id="rId20" Type="http://schemas.openxmlformats.org/officeDocument/2006/relationships/notesMaster" Target="notesMasters/notesMaster1.xml"/><Relationship Id="rId41" Type="http://schemas.openxmlformats.org/officeDocument/2006/relationships/font" Target="fonts/font21.fntdata"/><Relationship Id="rId1" Type="http://schemas.openxmlformats.org/officeDocument/2006/relationships/slideMaster" Target="slideMasters/slideMaster1.xml"/><Relationship Id="rId6" Type="http://schemas.openxmlformats.org/officeDocument/2006/relationships/slide" Target="slides/slide3.xml"/><Relationship Id="rId204" Type="http://schemas.openxmlformats.org/officeDocument/2006/relationships/presProps" Target="presProps.xml"/><Relationship Id="rId15" Type="http://schemas.openxmlformats.org/officeDocument/2006/relationships/slide" Target="slides/slide12.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s>
</file>

<file path=ppt/ink/ink1.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6-02-13T06:14:30.793"/>
    </inkml:context>
    <inkml:brush xml:id="br0">
      <inkml:brushProperty name="width" value="0.05292" units="cm"/>
      <inkml:brushProperty name="height" value="0.05292" units="cm"/>
    </inkml:brush>
  </inkml:definitions>
  <inkml:trace contextRef="#ctx0" brushRef="#br0">16321 14825 0,'-252'13'16,"504"-26"-16,-1099 145 31,239 159-15,489-211-1,-357 263 1,370-250 0,-212 277-1,265-277-15,53 409 47,67-396-47,369 225 16,-264-265-1,754 106 1,-635-146 0,1058-39-1,-992-13 1,965-159 0,-1031 118-1,-13-12-15,370-265 16,-489 212-1,172-397 1,-345 291 0,-224-93-1,-79 107 1,-384-81 0,-1164 14 15,1574 291-16,-793 106 1,422 119 15</inkml:trace>
  <inkml:trace contextRef="#ctx0" brushRef="#br0" timeOffset="720.14">15580 16386 0,'0'0'0,"26"-67"32,1-52-1,-80 80 0,-66 211 0,53 66 1,66-199-32,53 14 31,92-158 0,-118 65-31,65-132 31,-79 132-31,1 1 16,-14 144 15,26 94 0,1-160-31</inkml:trace>
  <inkml:trace contextRef="#ctx0" brushRef="#br0" timeOffset="910.21">16096 16544 0,'0'0'31,"13"14"-31,0 52 32,-26-40-32,-14 80 31,14-80-31</inkml:trace>
  <inkml:trace contextRef="#ctx0" brushRef="#br0" timeOffset="1368.51">16479 16095 0,'0'-14'31,"0"28"-31,-39 12 31,39 1-31,0 144 31,13 81 1,0-213-17,0-52 1,27-106-1,-27 80 1,93-94 0,-27 199 15,-52 120 0,-146-107 0,79-79-15,-92-53 0</inkml:trace>
  <inkml:trace contextRef="#ctx0" brushRef="#br0" timeOffset="2218.98">16638 13741 0,'0'0'32,"13"0"-32,-39 277 31,-1-171-31,14-13 16,-27 211-1,40-198-15,-53 171 31,40-237-31</inkml:trace>
  <inkml:trace contextRef="#ctx0" brushRef="#br0" timeOffset="2662.15">16426 14137 0,'-13'0'16,"26"0"-16,-26-13 16,0 13-16,-27 40 31,27-27-16,-53 27 1,39-53 15,27-14-15,67-158 0,104-146 15,-25 292 0,-1 356 0,-118-251-31</inkml:trace>
  <inkml:trace contextRef="#ctx0" brushRef="#br0" timeOffset="3922.9">14271 12021 0,'0'0'0,"0"27"31,0 52-15,0-26-16,-67 384 31,-25 39 0,79-397-31,-14 159 31,27-198-31,66 52 32,490-105-1,502-66 0,383 13 0,-1163 52-31,767 14 32,-132-26-1,-503-14 0,-331-39 0,-132-80-15,0-185 15,80-118 0,-14 382-15,13-171 15,-13 211-31,-26-79 32,-132 27-17,79 78-15,-635-25 31,-516 65 1,939-13-17,-780 27 1,820-27 0,-555 40-1,634-40 1,-317 27-1,396-27 1,-78 1 0,144-14 15,14 26 0,0-13 0,-13 0-15,-40 14 0,40-14-1,-66 27 1,65-40 0,-12 13-16,13 0 0</inkml:trace>
  <inkml:trace contextRef="#ctx0" brushRef="#br0" timeOffset="4875.92">14905 12286 0,'0'0'0,"-66"0"32,53 0-32,0 0 15,26 0 1,146-26 15,39 39 0,-171 93 1,-186 52-1,0 41 0,199-54 0,251-158 1,-199-27-17</inkml:trace>
  <inkml:trace contextRef="#ctx0" brushRef="#br0" timeOffset="5032.18">15051 12656 0,'0'0'31,"-66"0"-31,119-13 16,171-53 15,-131 26-15</inkml:trace>
  <inkml:trace contextRef="#ctx0" brushRef="#br0" timeOffset="5439.3">15474 12365 0,'-13'-26'31,"13"145"0,-13 92 0,-14-65 1,14-159-1,53-225 0,52-93 0,-79 291-31,54 14 32,-54 52-32,53 212 31,-13 40 0,-40-198-31</inkml:trace>
  <inkml:trace contextRef="#ctx0" brushRef="#br0" timeOffset="5610.08">15540 12643 0,'-13'-26'31,"26"12"-31,93-52 31,-13 40-31</inkml:trace>
  <inkml:trace contextRef="#ctx0" brushRef="#br0" timeOffset="5798.39">15924 12365 0,'-40'-53'31,"27"106"0,-14 199 0,14-107 1,0-132-32</inkml:trace>
  <inkml:trace contextRef="#ctx0" brushRef="#br0" timeOffset="6112.14">15897 12392 0,'40'-132'31,"-27"105"-31,-66 186 0,159-278 32,-106 158-32,27 160 15,-14-160 1,0 107-1,0-133 1,0-53 0,1 1-1,39-186 1,-40 172 0,27-119-1,-67 185 16,27 1-15,-26 39 0</inkml:trace>
  <inkml:trace contextRef="#ctx0" brushRef="#br0" timeOffset="6485.07">16400 12220 0,'0'13'31,"0"14"-15,13 92 0,-13-1045-1,27 2090 1,-14-1125-1,13 27 1,-13-66 0,67-119-1,-54 80 1,67-199 0,-80 198-16,-13-13 15,0-13 1,-40 159 15,27-54-15</inkml:trace>
  <inkml:trace contextRef="#ctx0" brushRef="#br0" timeOffset="8705.69">17418 12828 0,'0'0'0,"0"-26"31,14 13-31,25-40 16,-26 39-1,-26-25 1,0 39-1,-93 39 17,27 107-17,79-120 1,13 54 0,0-67-1,53-13 1,-39-13-1,65-67 1,-65 54-16,26-80 31,-40 172 1,-13-39-17,0 92 1,0-106-1</inkml:trace>
  <inkml:trace contextRef="#ctx0" brushRef="#br0" timeOffset="8879.2">17815 12960 0,'13'0'15,"-26"0"-15,39 27 16,-26-14-16,14 0 15,-14 27 1,0-27 0,-14 14-1</inkml:trace>
  <inkml:trace contextRef="#ctx0" brushRef="#br0" timeOffset="9298.29">17987 12709 0,'0'0'0,"26"-79"15,-26 66-15,14 13 16,-14 26 0,0-13-16,0 146 31,13-53 0,-26-80 0,13-39-15,0-53 0,13 26-1,27 14 1,-14 26-16,-13 0 15,67 66 1,-67 26 15,-145-92 1,105-13-32,1-13 15</inkml:trace>
  <inkml:trace contextRef="#ctx0" brushRef="#br0" timeOffset="10642.34">16916 11850 0,'13'0'31,"-26"0"-31,26-146 31,0-79 0,27-264-15,13-66 15,-40 462-15,13-119-1,-26 173 17,-13 39-17,0 13-15</inkml:trace>
  <inkml:trace contextRef="#ctx0" brushRef="#br0" timeOffset="11064">16982 10263 0,'0'0'0,"0"-14"15,13 1 1,-26 13 0,-27 40-1,40-14 1,-13-12-16,-14 25 16,14-26-1,13 1-15,0-54 31,13 27-15,40-93 0,-39 93-1,-1-14-15,40 1 16,-14 39 0,-12 27-1,39 52 1</inkml:trace>
  <inkml:trace contextRef="#ctx0" brushRef="#br0" timeOffset="12939.2">14138 8372 0,'-26'-27'15,"52"54"-15,-65 25 31,39 1-31,0 0 16,0 159 0,0-133-16,0 265 31,13 39 0,0-316-31,53 184 31,-53-225-31,67 14 32,158-53-1,278 13 0,476 0 0,-728 0-31,953 13 32,568 27-1,-700-14 0,-516-26 0,-450-26 1,-133-40-1,1 52-15,-13-91-1,-27-134 16,92-118 1,54 0-1,-53 106 0,-40 211-31,-40-105 31,27 119-31,-106-94 32,-133 81-1,173 39-31,-13-13 16,-649-1 15,-92 14 0,-80 14 0,80-14 1,66 0-1,92 0 0,556 0-31,-291 0 31,-39 26 1,277 14-1,145-27-16,1 0 17,-1 0-17,-52 14 17,-27-14-1,80-13-31,-80 0 15,66 0 17,40-13 15,0 26-16,-39 40 0,25-40-15,-12 67-1,26-67 1,-13 40 0,13-40-1,0 0-15</inkml:trace>
  <inkml:trace contextRef="#ctx0" brushRef="#br0" timeOffset="15635.49">14548 8861 0,'-39'0'31,"78"0"-31,-52-13 16,92-1 15,159-25 0,-198 39-15,106 0-1,-120 0 1,-52 66 0,12-40-1,-118 159 1,106-145-1,12 79 1,28-106 0,52 27-1</inkml:trace>
  <inkml:trace contextRef="#ctx0" brushRef="#br0" timeOffset="15829.58">14707 9046 0,'0'0'16,"-26"0"-16,-1 13 15,199-13 17,-119 0-17,145-53 1,-145 40-1</inkml:trace>
  <inkml:trace contextRef="#ctx0" brushRef="#br0" timeOffset="16224.07">15487 8848 0,'0'0'0,"14"0"16,-14-40-1,0 27 1,-14-1 0,1 14-16,-79 27 31,39 26-16,39-27 1,41 93 0,-14-92-1,106 79 1,-106-93 0,27 53-1,-53-53-15,-27 0 16,-158-13 15</inkml:trace>
  <inkml:trace contextRef="#ctx0" brushRef="#br0" timeOffset="16564.77">15752 8953 0,'0'0'0,"13"-13"16,-66 0 15,-13 106 1,53-67-17,39 93 1,67-53 15,-80-66-15,80-79-1,-80 13 1,-13 39-16,0-12 16,-79-54-1,39 93 1</inkml:trace>
  <inkml:trace contextRef="#ctx0" brushRef="#br0" timeOffset="17133.5">16109 9006 0,'0'0'0,"-27"-13"16,14 0-16,-40-14 15,53 14 1,-13 0 0,79 132 15,-39-26-15,-27-14 15,0-132 0,66-92 0,13 78 1,-13 200-1,-26-41 0,0-105 0,13-119 1,-27 66-1,-13 66-31,0-913 31,40 2037 0</inkml:trace>
  <inkml:trace contextRef="#ctx0" brushRef="#br0" timeOffset="17262.12">16559 8768 0,'-27'-66'32,"54"132"-32,-67-92 15</inkml:trace>
  <inkml:trace contextRef="#ctx0" brushRef="#br0" timeOffset="17706.99">16770 9086 0,'0'0'0,"27"-27"31,-14-79 0,-53 40 0,-39 132 1,52 93-1,80-80 0,53-118 0,-27-107 1,-52 27-1,-14 225 0,0-40-15,27 0-1</inkml:trace>
  <inkml:trace contextRef="#ctx0" brushRef="#br0" timeOffset="18422.32">17815 8993 0,'13'-26'31,"-26"52"-31,39-66 16,-12-26 15,-14 27-15,0 25-16,-66 1 31,-53 145 0,105 1 1,67-94-1,53-78-15,-40-67 30,-39 79-14,-27 41-32,13 105 31,-13-93-31,26 53 16</inkml:trace>
  <inkml:trace contextRef="#ctx0" brushRef="#br0" timeOffset="18583.16">18093 9178 0,'0'0'0,"13"-13"16,0 13-1,-13 40 17,0-14-1,0-13-16</inkml:trace>
  <inkml:trace contextRef="#ctx0" brushRef="#br0" timeOffset="19001.18">18304 8980 0,'0'0'0,"27"-132"15,-27 105 1,0 27-1,0 27 1,0 131 0,-13-118-1,-1 119 1,14-146 0,-13 27-1,13-54 1,27-39-1,52-66 17,-26 106-17,0 40 1,-14 118 15,-39-132-15,-92 1-1,-40-67 17,105 39-32</inkml:trace>
  <inkml:trace contextRef="#ctx0" brushRef="#br0" timeOffset="20670.32">16334 16121 0,'0'0'16,"0"-13"-16,0-14 31,26 27 0,-13 27-31,173 145 16,-1 66 31,-79-146-16,-93-92-31</inkml:trace>
  <inkml:trace contextRef="#ctx0" brushRef="#br0" timeOffset="20982.95">16902 16029 0,'0'0'0,"0"0"31,-13 13-15,-66 106-1,39-80 1,-118 213-1,131-199 1,-92 158 0,53-52 15,53-119 0,39-67 0,-13 27-15,1-40-16</inkml:trace>
  <inkml:trace contextRef="#ctx0" brushRef="#br0" timeOffset="22753.6">18027 12656 0,'0'-13'31,"13"106"0,106 79 0,-13-80 1,-93-79-32,0 1 15</inkml:trace>
  <inkml:trace contextRef="#ctx0" brushRef="#br0" timeOffset="23061.58">18278 12656 0,'0'13'0,"0"-26"0,-27 26 31,-65 93-15,65-66-1,-78 66 1,91-80-1,-25 54 1,26-67 0,13 0-16,0 0 15,0 0 17,0-26-1</inkml:trace>
  <inkml:trace contextRef="#ctx0" brushRef="#br0" timeOffset="24095.32">18238 8834 0,'0'0'0,"-13"0"16,13 14-16,13 25 31,0-26-15,40 67-1,-39-54 1,78 67 0,-52-80-1,39 66 1,-66-65-1,14-14 1</inkml:trace>
  <inkml:trace contextRef="#ctx0" brushRef="#br0" timeOffset="24364.04">18556 8900 0,'0'0'0,"0"-13"31,0 26-15,-14 1-16,-38 52 15,12-26 1,-39 26 0,52-40-1,14 1-15,-27 25 16,-26 15 15,66-41-15</inkml:trace>
  <inkml:trace contextRef="#ctx0" brushRef="#br0" timeOffset="27505.28">22034 12220 0,'0'0'0,"27"-27"15,-14 1 17,0 13-17,-13-14 1,-13 14-1,0 0-15,-54-1005 16,41 2009 0,-80-938-1,93-26 1,-27 92 0,40-80-1,0 1-15,27 39 16,-27-65-1,13-1-15,53-40 16,-53 1 0,93-1098-1,-79 2076 1,52-1058 0,-66 93-1,-13 53 1,0-14-1,0 120 1,0-80 0,40 0-1</inkml:trace>
  <inkml:trace contextRef="#ctx0" brushRef="#br0" timeOffset="28243.85">22867 12220 0,'0'0'0,"53"-40"16,-40 14-16,14-40 31,-27 39-16,-93 1 1,-52 92 15,132-40-15,-27 107 0,93-28 15,-14-105-16,-12 0-15,92-105 32,-106 78-17,53-65 1,-66 92 15,0 13-31,-13 0 16,0 80-1,13-67 1,66-13 15,-40-26-15,80-80 0,26-52 15,-118 132-16,-14-27 1,-53 106 15,53-53-31,0 14 16,39 39 0,-12-40-16,52 54 31,-132-54 0,-13-26-15</inkml:trace>
  <inkml:trace contextRef="#ctx0" brushRef="#br0" timeOffset="28782.35">24309 11916 0,'0'0'0,"26"-27"16,1 1-16,12-27 16,-65 26 15,0 27-31,-1 14 15,-65 78 1,-80 146 15,132-185-31,-106 106 32,94-159-1,118-132 0,26 26 0,-26 132 1,-39 54-17,26 12 16,-14-92 1,-39-13-32,14 0 15,12-27 1,-26 14-16</inkml:trace>
  <inkml:trace contextRef="#ctx0" brushRef="#br0" timeOffset="30262.99">21862 13159 0,'0'0'0,"0"-13"16,-13-1-16,13-25 15,0 12 1,0 14-1,0 26 1,0 119 15,0-92-15,0 92 0,-13-52 15,26-107 0,66-78 0,80 78 1,-146 40-17,14 53 1,-107-13 15,-26-79 0,93 26-31</inkml:trace>
  <inkml:trace contextRef="#ctx0" brushRef="#br0" timeOffset="30775.75">23119 13291 0,'0'0'0,"-40"-119"31,27 0 0,-27 132 1,27 0-32,-67 106 31,27-13-16,53-92 1,27-1 0,-14-26-1,80-54 1,-67 41 0,40-53-1,-52 65 1,-1 41-1,-13-14 1,13 93 0,40-66 15</inkml:trace>
  <inkml:trace contextRef="#ctx0" brushRef="#br0" timeOffset="31347.72">23449 13119 0,'-26'-40'31,"26"27"-31,26 66 0,-92-132 31,0 92 1,13 40-17,40 39 16,145-52 1,-13-40-1,-172 0 0,-79 27 0,105-14-31,1-13 16</inkml:trace>
  <inkml:trace contextRef="#ctx0" brushRef="#br0" timeOffset="32018">23740 13159 0,'13'-13'16,"-26"26"-16,40 0 31,-27 0-31,0 106 31,-40 119 0,13-158 1,41-133-17,-1 26 1,66-237 0,-52 198-1,-14 13 1,53-146-1,-53 186-15,27 0 32,-27 66-1,-13-40-15,-13 40 15,-40 13 0,27-39 0,65-1 1,-25-26-32,38 26 31,-25 1-16,-27-14 1,-53 0 0,40-13-1,-67 0 1</inkml:trace>
  <inkml:trace contextRef="#ctx0" brushRef="#br0" timeOffset="35141.35">18119 11717 0,'0'14'31,"-13"-28"0,26-25 1,-13 12-32,80-105 31,78-212 0,-118 265-31,92-384 31,-105 66 1,-93 133-1,26 184-15,13 41 15,14 92 0,13 13 0,13-53-31</inkml:trace>
  <inkml:trace contextRef="#ctx0" brushRef="#br0" timeOffset="35547.22">18344 10051 0,'-13'0'16,"13"13"15,0 40 0,0-40-31,0 1 16,0-54 15,0 27-15,13-159-1,27 53 17,66 211-1,-27 67-15</inkml:trace>
  <inkml:trace contextRef="#ctx0" brushRef="#br0" timeOffset="36350.6">19402 8781 0,'0'0'15,"0"-26"-15,0 13 16,-13-14-1,13 14 1,-27 40 0,1 65-1,13-65 1,-67 105 0,28-79-1,-107-27 16,146-39-15,13-53 0,13 39-1,93-52 1,-40 66 0,79 132 15,-92-27 0</inkml:trace>
  <inkml:trace contextRef="#ctx0" brushRef="#br0" timeOffset="36559.08">19627 8980 0,'13'0'32,"-26"0"-32,26 13 15,-13 0-15,0 1 0,0 38 32,0 1-17</inkml:trace>
  <inkml:trace contextRef="#ctx0" brushRef="#br0" timeOffset="37236.87">19878 8887 0,'0'0'0,"0"27"31,0 52 0,0-66-31,0 27 16,0 0 15,0-27-31,0-26 31,-13-173 1,26-52-1,27 133 0,39 131 0,14 67 1,-93-67-32,-27 40 31,-52-13 0,106-66 0,92 0 1,-40 66-1,-185 26 0,-106-79 0</inkml:trace>
  <inkml:trace contextRef="#ctx0" brushRef="#br0" timeOffset="37781.05">20288 8398 0,'-79'-79'31,"158"158"-31,-528-251 32,356 172-32,0 13 15,-422 159 16,91 132 1,385-224-32,-1 211 31,357 66 0,-237-331-31,290 27 31,-158-79-15,-120 12-16,371-210 31,-172-134 1,-251 279-32,-14-225 31,-92 185-16,-450-13 17,411 118-32,-253 28 31,306-1-31</inkml:trace>
  <inkml:trace contextRef="#ctx0" brushRef="#br0" timeOffset="93233.99">18688 12868 0,'13'-992'16,"0"1971"31,-13-993-47,14 1 15,-14 0 16,-40 13 1,27 0-17,13 13-15,-14 0 16,-38 54 0,52-54-1,-14 26 1,28-25-1,38-14 1,1-27 0,27-52-1,-67 52 1,27-92 0,-27 53-1,-13 40 1,-13-1006-1,13 2024 1,-27-899 0,27-54-1,-13 80 1,13-92 0,0 52-1,13-79 1,14 27-1,-14-27 1,0 0-16,14-27 16</inkml:trace>
  <inkml:trace contextRef="#ctx0" brushRef="#br0" timeOffset="95257.07">24335 12881 0,'0'0'0,"-26"-26"15,-80-40 16,-106 39 1,160 40-32,-213 172 31,106 120 0,225-28 0,27-211-15,119-26 0,264-251 15,-410 144-15,40-369 15,-212 317-16,-119 26 1,146 80-16,13 0 16,-93 26-1</inkml:trace>
  <inkml:trace contextRef="#ctx0" brushRef="#br0" timeOffset="95878.28">24560 11744 0,'-13'-80'31,"26"160"-31,-53-199 16,-65 66 15,-239 119 0,66 146 0,212 118 1,79-264-32,119 159 31,226-132 0,-28-358 0,-145-198 1,-330 146-1,-265 330 0,330 27-31</inkml:trace>
  <inkml:trace contextRef="#ctx0" brushRef="#br0" timeOffset="96859.72">24375 11691 0,'13'0'31,"-26"0"-31,145-93 31,1-132 1,-94-211-1,-250 26 0,-239 0 0,-185 0 1,-238 93-1,172 198 0,252 92 0,356 54 1,133 12-1,-1-25 0</inkml:trace>
  <inkml:trace contextRef="#ctx0" brushRef="#br0" timeOffset="97219.4">21399 9112 0,'-13'0'32,"26"0"-32,-52 0 15,25 0 1,-78 27 0,65-27-1,-92 39 1,106-39-1,-66 40 1,52-27 0,14 53-1,13-53 1,66 80 0,-26-67-1,105 54 1,-105-67-16,66 13 15</inkml:trace>
  <inkml:trace contextRef="#ctx0" brushRef="#br0" timeOffset="128319.8">5608 4854 0,'106'-27'94,"184"27"-78,-104 0-16,620 0 31,41 0 0,-54 0 1,-462-13-1,-318 13 0</inkml:trace>
  <inkml:trace contextRef="#ctx0" brushRef="#br0" timeOffset="129425.47">11493 5079 0,'53'0'47,"13"0"-31,252-40 0,-160 40-1,530 0 1,-132 0-1,224 0 17,-304 0-17,27 0 1,-292 0 0,212 0-1,-198 0 16,-185 0-15,0 0 0,-27-13 15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16.032"/>
    </inkml:context>
    <inkml:brush xml:id="br0">
      <inkml:brushProperty name="width" value="0.05" units="cm"/>
      <inkml:brushProperty name="height" value="0.05" units="cm"/>
    </inkml:brush>
  </inkml:definitions>
  <inkml:trace contextRef="#ctx0" brushRef="#br0">3159 276 24575,'-1'-4'0,"0"0"0,0 0 0,-1 1 0,0-1 0,0 1 0,0-1 0,0 1 0,0 0 0,-4-4 0,-7-11 0,8 8 0,0 0 0,-1 0 0,-1 0 0,-11-13 0,14 19 0,0 1 0,0-1 0,-1 1 0,1 0 0,-1 0 0,0 0 0,0 1 0,0-1 0,0 1 0,0 1 0,0-1 0,-6 0 0,-19-4 0,0 2 0,-1 2 0,-36 1 0,-93 11 0,143-8 0,-539 68-406,390-39 203,-213 71-1,272-63 204,2 5 0,2 4 0,2 5 0,-126 88 0,53-16 0,-214 201 0,357-297 0,-139 134 0,143-134 0,1 1 0,2 1 0,-37 63 0,55-83 0,1 0 0,0 0 0,0 1 0,1 0 0,1-1 0,-4 24 0,6-28 0,1 0 0,0 0 0,0 0 0,0 0 0,1 0 0,0 0 0,1 0 0,0 0 0,0 0 0,0-1 0,1 1 0,-1-1 0,6 9 0,-1-5 0,0 0 0,1 0 0,0-1 0,1 0 0,0-1 0,0 1 0,1-2 0,0 1 0,20 10 0,2-2 0,1-1 0,41 13 0,37 6-240,148 26-1,125-3-341,516 0-2928,6-81 1886,-112-56 1624,-547 39 0,285-85 0,-412 89-423,-1-6-1,177-89 1,-241 103 376,-1-3-1,-2-2 0,-1-2 0,-2-2 1,-1-3-1,-3-1 0,48-57 1,-76 77 129,0-1 0,-1-1 0,-1 0 0,-2-1 0,0-1 0,-2 0 0,-1-1 0,8-28 0,-14 38-30,-1-1 1,0 0-1,-1 0 0,-1 0 1,-1-1-1,0 1 0,-2 0 1,0 0-1,-1 0 0,0 0 1,-2 1-1,0-1 0,-12-25 1,5 19-15,-2 0 1,-1 1 0,-1 1 0,0 1-1,-2 0 1,0 1 0,-2 1-1,0 1 1,-1 0 0,-40-24-1,2 6 160,-1 3 0,-2 2-1,-72-24 1,-6 7-142,-234-49-1,-155 14-1291,188 51 1047,-431 14 1,557 26-527</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20.037"/>
    </inkml:context>
    <inkml:brush xml:id="br0">
      <inkml:brushProperty name="width" value="0.05" units="cm"/>
      <inkml:brushProperty name="height" value="0.05" units="cm"/>
    </inkml:brush>
  </inkml:definitions>
  <inkml:trace contextRef="#ctx0" brushRef="#br0">60 413 24575,'0'-45'0,"11"79"0,17 164 0,-18-119 0,-10-75 0,1 1 0,0 0 0,-1 1 0,0-1 0,0 0 0,0 6 0,-4-11 0,-2-10 0,-5-10 0,-4-18 0,2-1 0,2 0 0,-7-41 0,-7-124 0,22 176 0,-1-73 0,4 89 0,0 1 0,2-1 0,-1 0 0,1 0 0,1 1 0,5-13 0,-7 20 0,1 0 0,0 0 0,0 0 0,0 1 0,0-1 0,1 1 0,-1 0 0,1-1 0,0 1 0,0 0 0,0 1 0,0-1 0,1 0 0,-1 1 0,7-4 0,-4 4 0,0 0 0,0 0 0,0 1 0,0-1 0,0 1 0,0 1 0,0-1 0,0 1 0,11 1 0,2 1 0,-1 2 0,0 0 0,0 1 0,-1 0 0,1 2 0,17 9 0,-22-10 0,0 1 0,-1 0 0,0 1 0,0 0 0,-1 1 0,16 15 0,-24-21 0,-1 0 0,1 0 0,-1 0 0,1 0 0,-1 0 0,0 1 0,-1-1 0,1 0 0,0 1 0,-1 0 0,0-1 0,0 1 0,0 0 0,0-1 0,-1 1 0,1 0 0,-1 0 0,0 0 0,0 0 0,0 0 0,-1-1 0,0 1 0,1 0 0,-1 0 0,0-1 0,-1 1 0,1 0 0,-4 5 0,0-2 0,0 0 0,0 0 0,-1-1 0,0 0 0,0 0 0,-1 0 0,0-1 0,0 0 0,0 0 0,-8 3 0,3-1 0,1 1 0,-16 13 0,26-21 0,0 1 0,0-1 0,1 1 0,-1 0 0,0-1 0,0 1 0,1 0 0,-1 0 0,1-1 0,-1 1 0,1 0 0,-1 0 0,1 0 0,-1 0 0,1 0 0,0 0 0,-1-1 0,1 1 0,0 0 0,0 0 0,0 0 0,0 0 0,0 0 0,0 0 0,0 0 0,0 0 0,0 0 0,0 0 0,0 0 0,1 0 0,-1 0 0,0 0 0,1 0 0,-1 0 0,1-1 0,-1 1 0,1 0 0,-1 0 0,1 0 0,-1-1 0,1 1 0,0 0 0,0-1 0,-1 1 0,1 0 0,0-1 0,0 1 0,0-1 0,1 1 0,6 4 0,0-1 0,1-1 0,-1 1 0,13 2 0,-11-3 0,2 1 0,16 5 0,0 2 0,30 15 0,-51-22 0,0 0 0,0 0 0,-1 0 0,0 1 0,0 0 0,0 0 0,0 0 0,-1 1 0,0 0 0,0 0 0,-1 0 0,0 1 0,6 11 0,-8-15 0,-1 1 0,0-1 0,0 1 0,0-1 0,-1 1 0,1-1 0,-1 1 0,0 0 0,0-1 0,0 1 0,0 0 0,-1-1 0,1 1 0,-1-1 0,-2 8 0,0-6 0,0 0 0,1 0 0,-1 0 0,-1 0 0,1 0 0,-1-1 0,0 1 0,0-1 0,-6 4 0,-2 2 0,-1-1 0,0-1 0,-1 0 0,0-1 0,0 0 0,-24 7 0,25-10-151,-1-1-1,0 0 0,0 0 0,0-2 1,0 0-1,0 0 0,0-1 1,-14-2-1,-10-5-6674</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20.473"/>
    </inkml:context>
    <inkml:brush xml:id="br0">
      <inkml:brushProperty name="width" value="0.05" units="cm"/>
      <inkml:brushProperty name="height" value="0.05" units="cm"/>
    </inkml:brush>
  </inkml:definitions>
  <inkml:trace contextRef="#ctx0" brushRef="#br0">0 222 24575,'2'1'0,"0"-1"0,0 0 0,0 1 0,0 0 0,0-1 0,0 1 0,-1 0 0,1 0 0,0 0 0,0 0 0,-1 0 0,1 0 0,-1 1 0,1-1 0,-1 0 0,0 1 0,1-1 0,-1 1 0,0 0 0,0-1 0,0 1 0,0 0 0,0 0 0,1 3 0,3 8 0,-1 0 0,5 22 0,-5-17 0,4 13 0,53 209 0,-102-369 0,20 50 0,3-1 0,-9-103 0,26 171 0,1 0 0,0-1 0,0 1 0,5-22 0,-4 32 0,-1-1 0,1 1 0,-1-1 0,1 1 0,0 0 0,0-1 0,0 1 0,0 0 0,0 0 0,1-1 0,-1 1 0,1 0 0,-1 0 0,1 1 0,0-1 0,0 0 0,0 1 0,0-1 0,0 1 0,0-1 0,0 1 0,0 0 0,1 0 0,-1 0 0,0 0 0,1 0 0,-1 1 0,1-1 0,-1 1 0,3-1 0,5 2 0,-1-1 0,0 2 0,0-1 0,1 1 0,-1 1 0,0-1 0,-1 2 0,1-1 0,9 6 0,7 5 0,39 28 0,-56-36 0,1 1 0,-1 0 0,0 0 0,-1 1 0,0 0 0,8 11 0,-13-16 0,0-1 0,-1 1 0,1 0 0,-1-1 0,0 1 0,0 0 0,0 0 0,0 0 0,0 0 0,0 0 0,-1 0 0,0 0 0,1 0 0,-1 0 0,0 0 0,-1 0 0,1 0 0,0 0 0,-1 0 0,0 0 0,0 0 0,0 0 0,0 0 0,0 0 0,0 0 0,-3 3 0,-1 0 0,0 0 0,0-1 0,-1 1 0,0-1 0,0 0 0,0 0 0,-1-1 0,1 0 0,-14 6 0,-7 2 0,-34 9 0,7-5-1365,4-4-5461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20.861"/>
    </inkml:context>
    <inkml:brush xml:id="br0">
      <inkml:brushProperty name="width" value="0.05" units="cm"/>
      <inkml:brushProperty name="height" value="0.05" units="cm"/>
    </inkml:brush>
  </inkml:definitions>
  <inkml:trace contextRef="#ctx0" brushRef="#br0">0 163 24575,'1'14'0,"0"0"0,1 0 0,0-1 0,1 1 0,8 22 0,32 64 0,-4-12 0,5 39 0,-40-180 0,0-31 0,4-1 0,3 2 0,30-114 0,-38 188 0,-1 0 0,2 0 0,-1 1 0,1-1 0,8-11 0,-12 19 0,1 0 0,0 0 0,-1 0 0,1 0 0,0 0 0,0 0 0,0 0 0,0 0 0,0 0 0,0 0 0,0 1 0,0-1 0,0 0 0,0 1 0,0-1 0,0 0 0,0 1 0,1 0 0,-1-1 0,0 1 0,0 0 0,1 0 0,-1-1 0,0 1 0,1 0 0,-1 0 0,0 0 0,0 1 0,1-1 0,-1 0 0,0 0 0,1 1 0,-1-1 0,0 1 0,0-1 0,0 1 0,0-1 0,1 1 0,-1 0 0,0-1 0,0 1 0,0 0 0,0 0 0,-1 0 0,1 0 0,0 0 0,0 0 0,1 2 0,6 8 0,1 1 0,-2 0 0,1 0 0,-2 0 0,6 15 0,24 70 0,-30-78 0,24 78-1365,-18-57-5461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21.016"/>
    </inkml:context>
    <inkml:brush xml:id="br0">
      <inkml:brushProperty name="width" value="0.05" units="cm"/>
      <inkml:brushProperty name="height" value="0.05" units="cm"/>
    </inkml:brush>
  </inkml:definitions>
  <inkml:trace contextRef="#ctx0" brushRef="#br0">23 159 24575,'-3'-7'0,"-4"-4"0,-2-4 0,5-3 0,6-1 0,9 2 0,12 2 0,14 2 0,14 1 0,10 0 0,8 1 0,-8 3-8191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17.022"/>
    </inkml:context>
    <inkml:brush xml:id="br0">
      <inkml:brushProperty name="width" value="0.05" units="cm"/>
      <inkml:brushProperty name="height" value="0.05" units="cm"/>
    </inkml:brush>
  </inkml:definitions>
  <inkml:trace contextRef="#ctx0" brushRef="#br0">2556 224 24575,'-1'-3'0,"1"-1"0,-1 1 0,0 0 0,0 0 0,0 0 0,-1 0 0,1-1 0,-1 2 0,0-1 0,1 0 0,-1 0 0,-1 1 0,1-1 0,0 1 0,0-1 0,-1 1 0,0 0 0,1 0 0,-1 0 0,-4-2 0,-4-3 0,-1 1 0,0 0 0,-24-7 0,13 6 0,-2 2 0,1 1 0,-1 1 0,1 1 0,-1 1 0,-29 2 0,-148 24 0,77 0-358,2 5-1,-165 63 1,136-32-180,-201 114 0,245-113 541,4 6 0,-119 98 0,147-100-30,3 3-1,3 3 0,-75 99 1,113-127-56,2 1 1,1 1-1,-31 69 0,51-95 67,1 1 0,0 0 0,2 1 0,0-1-1,2 1 1,0 0 0,2 1 0,0-1 0,1 0 0,5 44-1,-2-53 31,1 0 0,0-1-1,1 1 1,1-1 0,0 0-1,1 0 1,0 0-1,0-1 1,11 13 0,-5-10 37,0 0 0,1 0 0,0-2 1,1 0-1,29 20 0,-4-10 52,0-1 1,1-2-1,2-2 1,70 20-1,20-3-427,216 28 0,146-19-1444,804-39-1442,-2-112 767,-425-19 2050,-19-75-337,-513 80 512,-268 90 334,-1-2 0,99-68 1,-141 83 38,-1-1 0,-1-2 0,-1 0 0,-1-2 1,-1-1-1,23-31 0,-37 44 2,-1 0 1,-1 0-1,0-1 1,-1 0-1,-1 0 1,0 0-1,0-1 0,-1 1 1,-1-1-1,0 0 1,-1 0-1,-1 0 1,0-1-1,-1 1 0,0 0 1,-5-28-1,1 25-108,-1 0-1,-1 0 1,-1 0-1,0 0 0,-1 1 1,0 0-1,-2 1 1,0 0-1,0 1 0,-17-17 1,0 2-6,-2 2 0,-1 1 1,-57-38-1,17 20 293,-2 3 0,-110-46 1,-171-38-489,-541-85-2132,-23 89 711,-400 40-915,1 121 1810,1126-23 1805,-251 55 0,319-41 987</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21.654"/>
    </inkml:context>
    <inkml:brush xml:id="br0">
      <inkml:brushProperty name="width" value="0.05" units="cm"/>
      <inkml:brushProperty name="height" value="0.05" units="cm"/>
    </inkml:brush>
  </inkml:definitions>
  <inkml:trace contextRef="#ctx0" brushRef="#br0">0 1 24575,'3'6'0,"5"6"0,3 6 0,3 11 0,3 8 0,1 8 0,1 6 0,0 3 0,-3-7-8191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21.983"/>
    </inkml:context>
    <inkml:brush xml:id="br0">
      <inkml:brushProperty name="width" value="0.05" units="cm"/>
      <inkml:brushProperty name="height" value="0.05" units="cm"/>
    </inkml:brush>
  </inkml:definitions>
  <inkml:trace contextRef="#ctx0" brushRef="#br0">187 720 24575,'-28'-54'0,"2"-2"0,-22-65 0,32 77 0,6 18 0,-35-105 0,41 116 0,1 0 0,0 1 0,1-1 0,1 0 0,0 0 0,2 0 0,1-15 0,-2 24 0,2 0 0,-1 0 0,1 0 0,0 0 0,0 0 0,0 1 0,1-1 0,0 1 0,0 0 0,1 0 0,-1 0 0,1 0 0,0 0 0,6-4 0,-3 3 0,1 0 0,0 0 0,1 1 0,-1 0 0,1 1 0,0-1 0,0 2 0,11-4 0,9 1 0,0 0 0,0 2 0,0 1 0,56 1 0,-26 4 0,110 18 0,-140-15 0,-1 2 0,0 1 0,-1 1 0,0 1 0,48 26 0,-66-30 0,0 0 0,0 0 0,-1 1 0,0 0 0,0 0 0,0 1 0,-1 0 0,0 0 0,6 11 0,-10-13 0,0-1 0,0 1 0,0 0 0,-1 0 0,0 0 0,0 0 0,-1 0 0,1 1 0,-2-1 0,1 0 0,0 1 0,-1-1 0,-1 1 0,1-1 0,-1 0 0,-2 10 0,-1-3 0,-1-1 0,0 0 0,0 0 0,-2-1 0,1 1 0,-2-1 0,1-1 0,-1 1 0,-1-1 0,0-1 0,0 0 0,-15 11 0,-6 3 0,-1-1 0,-1-2 0,-35 17 0,-167 66 0,147-67 0,85-35 8,-5 2-283,0 0 1,0 0-1,1 1 0,-12 7 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22.294"/>
    </inkml:context>
    <inkml:brush xml:id="br0">
      <inkml:brushProperty name="width" value="0.05" units="cm"/>
      <inkml:brushProperty name="height" value="0.05" units="cm"/>
    </inkml:brush>
  </inkml:definitions>
  <inkml:trace contextRef="#ctx0" brushRef="#br0">1 180 24575,'30'-7'0,"-3"0"0,-8 5 0,0 1 0,0 1 0,-1 1 0,1 0 0,0 2 0,0 0 0,-1 1 0,23 8 0,-29-8 0,-1 1 0,1 0 0,-1 0 0,0 1 0,0 1 0,0 0 0,-1 0 0,0 1 0,-1 0 0,0 1 0,0 0 0,-1 0 0,10 15 0,-15-20 0,-1 0 0,1 0 0,-1 1 0,0-1 0,-1 1 0,1-1 0,-1 1 0,1 0 0,-2 0 0,1-1 0,0 1 0,-1 0 0,0 0 0,0 0 0,0 0 0,-1 0 0,0 0 0,0-1 0,0 1 0,0 0 0,-1-1 0,0 1 0,0-1 0,0 1 0,0-1 0,-1 0 0,1 0 0,-1 0 0,0 0 0,-1 0 0,1-1 0,-1 1 0,1-1 0,-1 0 0,0 0 0,0-1 0,0 1 0,-1-1 0,1 0 0,0 0 0,-1 0 0,0 0 0,1-1 0,-1 0 0,0 0 0,0 0 0,0-1 0,0 1 0,1-1 0,-10-1 0,10 1 0,-1-1 0,1 1 0,-1-1 0,1 0 0,-1 0 0,1 0 0,0-1 0,-1 0 0,1 1 0,0-1 0,0-1 0,0 1 0,1-1 0,-1 1 0,1-1 0,-1 0 0,1 0 0,0-1 0,0 1 0,0-1 0,0 1 0,1-1 0,0 0 0,-1 0 0,1 0 0,1 0 0,-1-1 0,1 1 0,-1 0 0,1-1 0,1 1 0,-1-1 0,0-7 0,1-1 0,0 1 0,0 0 0,1 0 0,1 0 0,0 0 0,1 0 0,0 0 0,1 0 0,0 1 0,1 0 0,10-18 0,-4 11-105,2 1 0,0 0 0,0 1 0,2 0 0,0 1 0,1 1 0,0 1 0,1 0 0,1 1 0,0 1 0,0 0 0,26-9 0,3 2-6721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23.011"/>
    </inkml:context>
    <inkml:brush xml:id="br0">
      <inkml:brushProperty name="width" value="0.05" units="cm"/>
      <inkml:brushProperty name="height" value="0.05" units="cm"/>
    </inkml:brush>
  </inkml:definitions>
  <inkml:trace contextRef="#ctx0" brushRef="#br0">138 559 24575,'-3'-1'0,"-1"1"0,0-1 0,1 0 0,-1 0 0,1 0 0,-1-1 0,1 1 0,-6-4 0,6 3 0,0 0 0,0 1 0,0-1 0,-1 1 0,1 0 0,0 0 0,0 0 0,-1 1 0,-5-2 0,8 3 0,0-1 0,0 0 0,0 1 0,0-1 0,0 0 0,1 1 0,-1-1 0,0 1 0,0-1 0,0 1 0,1 0 0,-1-1 0,0 1 0,1 0 0,-1 0 0,1-1 0,-1 1 0,1 0 0,-1 0 0,1 0 0,-1 0 0,1-1 0,0 1 0,-1 0 0,1 0 0,0 0 0,0 0 0,0 1 0,-2 30 0,2-17 0,2 0 0,0-1 0,0 1 0,2 0 0,0-1 0,0 1 0,2-1 0,-1 0 0,15 24 0,-19-37 0,-1-1 0,1 1 0,-1 0 0,1 0 0,-1 0 0,1-1 0,0 1 0,-1 0 0,1-1 0,0 1 0,0-1 0,-1 1 0,1-1 0,0 1 0,0-1 0,0 1 0,0-1 0,0 0 0,-1 1 0,1-1 0,1 0 0,-1 0 0,0 0 0,-1-1 0,1 1 0,0 0 0,-1 0 0,1-1 0,0 1 0,-1-1 0,1 1 0,0 0 0,-1-1 0,1 1 0,-1-1 0,1 1 0,-1-1 0,1 0 0,-1 1 0,0-1 0,1 1 0,0-2 0,0-2 0,1 1 0,-1-1 0,0 1 0,0-1 0,0 1 0,0-1 0,-1 0 0,1-7 0,-2 2 0,-1-1 0,1 1 0,-2 1 0,1-1 0,-1 0 0,-1 0 0,1 1 0,-1 0 0,-1 0 0,-7-11 0,-6-5 0,-37-38 0,52 59 0,2 2 0,-1 0 0,1 0 0,0-1 0,0 1 0,0 0 0,0 0 0,0-1 0,0 1 0,0-1 0,0 1 0,1-1 0,-1 1 0,1-1 0,-1 0 0,1 1 0,-1-1 0,1-2 0,0 4 0,0-1 0,0 1 0,1-1 0,-1 1 0,0 0 0,0-1 0,0 1 0,1-1 0,-1 1 0,0 0 0,1-1 0,-1 1 0,0 0 0,1-1 0,-1 1 0,1 0 0,-1 0 0,0-1 0,1 1 0,-1 0 0,1 0 0,0-1 0,19 0 0,104 9 0,149 3 0,-272-11 0,14-1 0,0 0 0,16-3 0,-28 3 0,-1 1 0,1 0 0,-1-1 0,0 0 0,1 1 0,-1-1 0,0 0 0,0 0 0,0 0 0,1 0 0,-1-1 0,0 1 0,0-1 0,-1 1 0,1-1 0,0 0 0,0 1 0,-1-1 0,1 0 0,-1 0 0,2-4 0,-3 5 0,1-1 0,-1 0 0,0 1 0,0-1 0,0 0 0,-1 1 0,1-1 0,0 0 0,-1 1 0,1-1 0,-1 1 0,1-1 0,-1 1 0,0-1 0,1 1 0,-1-1 0,0 1 0,0 0 0,0-1 0,0 1 0,-1 0 0,1 0 0,0 0 0,0 0 0,-3-2 0,-1-1 0,-1 0 0,0 1 0,0 0 0,0 0 0,-6-3 0,5 4 0,1 0 0,-1 0 0,0 0 0,1 1 0,-1 0 0,0 0 0,0 1 0,0 0 0,1 0 0,-11 2 0,14-2 0,-1 1 0,1 0 0,0 1 0,0-1 0,0 0 0,0 1 0,0 0 0,0-1 0,0 1 0,0 0 0,0 1 0,1-1 0,0 0 0,-1 1 0,1 0 0,0-1 0,0 1 0,0 0 0,0 0 0,1 0 0,-1 0 0,-1 5 0,0 3 0,0-1 0,1 1 0,0 0 0,1 0 0,0 0 0,1 0 0,0 0 0,0 0 0,1 0 0,1 0 0,4 17 0,-1-11 0,0-1 0,1 1 0,1-1 0,1-1 0,0 0 0,17 25 0,-20-34 0,-1-1 0,0 0 0,1 0 0,0 0 0,0 0 0,1-1 0,-1 0 0,1 0 0,0-1 0,0 0 0,0 0 0,11 4 0,-13-6 0,0 0 0,0 0 0,-1-1 0,1 1 0,0-1 0,0 0 0,0 0 0,-1-1 0,1 1 0,0-1 0,0 1 0,0-1 0,-1 0 0,1-1 0,-1 1 0,1-1 0,-1 1 0,1-1 0,-1 0 0,0 0 0,0-1 0,0 1 0,0-1 0,3-3 0,1-2 0,-1 0 0,0-1 0,0 1 0,-1-2 0,0 1 0,-1 0 0,0-1 0,-1 0 0,1 0 0,1-15 0,2-11 0,2-57 0,-6 0 0,-4 1 0,-24-167 0,24 252 0,0-1 0,0-1 0,-1 1 0,0 0 0,0-1 0,-7-12 0,9 20 0,0 1 0,0 0 0,0-1 0,0 1 0,0 0 0,-1-1 0,1 1 0,0 0 0,0 0 0,0-1 0,-1 1 0,1 0 0,0 0 0,0-1 0,-1 1 0,1 0 0,0 0 0,-1-1 0,1 1 0,0 0 0,-1 0 0,1 0 0,0 0 0,-1 0 0,1 0 0,0 0 0,-1-1 0,1 1 0,0 0 0,-1 0 0,1 0 0,-1 0 0,1 1 0,-9 9 0,-1 20 0,1 12 0,3 0 0,1 0 0,1 70 0,6-39 0,17 94 0,-9-107-682,19 62-1,-16-80-6143</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23.339"/>
    </inkml:context>
    <inkml:brush xml:id="br0">
      <inkml:brushProperty name="width" value="0.05" units="cm"/>
      <inkml:brushProperty name="height" value="0.05" units="cm"/>
    </inkml:brush>
  </inkml:definitions>
  <inkml:trace contextRef="#ctx0" brushRef="#br0">90 29 24575,'-4'0'0,"1"0"0,-1 0 0,1 1 0,0-1 0,-1 1 0,1 0 0,0-1 0,-1 2 0,1-1 0,0 0 0,0 1 0,0-1 0,0 1 0,0 0 0,1 0 0,-5 4 0,3-3 0,1 1 0,0 0 0,1 1 0,-1-1 0,1 0 0,0 1 0,0-1 0,0 1 0,0 0 0,1 0 0,-1 4 0,0 2 0,1-1 0,0 0 0,1 1 0,1-1 0,-1 0 0,1 1 0,1-1 0,0 0 0,1 0 0,0 0 0,4 10 0,0-4 0,1 1 0,0-1 0,1 0 0,1-1 0,16 21 0,-23-33 0,-1 0 0,1 0 0,0 0 0,0 0 0,0-1 0,1 1 0,-1-1 0,0 0 0,1 0 0,0 0 0,-1-1 0,1 1 0,0-1 0,0 0 0,0 0 0,6 1 0,-6-2 0,0 0 0,-1 0 0,1-1 0,-1 1 0,1-1 0,-1 0 0,0 0 0,1 0 0,-1 0 0,0-1 0,1 0 0,-1 1 0,0-1 0,0 0 0,-1 0 0,1-1 0,0 1 0,-1 0 0,4-5 0,2-3 0,-1 0 0,-1 0 0,0-1 0,0 1 0,-1-2 0,0 1 0,-1 0 0,5-20 0,-3 4 0,-2-1 0,3-46 0,-6 62 0,-1-1 0,-1 0 0,-2-12 0,3 22 0,0 0 0,-1 0 0,1 1 0,-1-1 0,0 0 0,0 0 0,0 1 0,0-1 0,-1 1 0,1-1 0,-1 1 0,1 0 0,-1-1 0,0 1 0,0 0 0,0 0 0,0 0 0,0 0 0,-4-2 0,5 4 17,-1-1 0,1 1 0,0 0 1,-1-1-1,1 1 0,-1 0 0,1 0 0,-1 0 0,1 0 0,0 0 0,-1 0 0,1 0 0,-1 0 0,1 1 0,-1-1 0,1 0 0,0 1 0,-1-1 1,-1 2-1,-22 17-1724,9-1-5119</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23.619"/>
    </inkml:context>
    <inkml:brush xml:id="br0">
      <inkml:brushProperty name="width" value="0.05" units="cm"/>
      <inkml:brushProperty name="height" value="0.05" units="cm"/>
    </inkml:brush>
  </inkml:definitions>
  <inkml:trace contextRef="#ctx0" brushRef="#br0">146 102 24575,'1'-15'0,"-3"-30"0,1 42 0,1 1 0,-1-1 0,1 1 0,-1-1 0,0 1 0,0 0 0,0-1 0,0 1 0,0 0 0,-1 0 0,1 0 0,-1 0 0,1 0 0,-1 0 0,-2-1 0,3 2 0,0 1 0,1-1 0,-1 1 0,0-1 0,0 1 0,0 0 0,0 0 0,0-1 0,0 1 0,0 0 0,0 0 0,1 0 0,-1 0 0,0 0 0,0 0 0,0 0 0,0 0 0,0 0 0,0 1 0,0-1 0,0 0 0,0 0 0,0 1 0,1-1 0,-1 1 0,0-1 0,0 1 0,0-1 0,1 1 0,-1-1 0,0 1 0,-1 1 0,-21 27 0,22-28 0,-9 16 0,1 0 0,0 0 0,1 1 0,1 0 0,-10 37 0,14-41 0,0-1 0,1 1 0,0 0 0,1 0 0,1 0 0,1 1 0,-1-1 0,7 27 0,-6-36 13,1 1 0,0-1-1,0 0 1,1 0-1,0 0 1,-1 0 0,1-1-1,1 1 1,-1-1 0,1 0-1,0 0 1,0 0 0,0 0-1,0-1 1,1 1 0,-1-1-1,1 0 1,0 0-1,0-1 1,0 0 0,0 0-1,0 0 1,1 0 0,-1-1-1,1 0 1,9 1 0,-1-1-184,0 0 0,0-1 1,0-1-1,0 0 0,0-1 1,-1-1-1,1 0 0,0 0 1,19-9-1,11-8-6655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23.774"/>
    </inkml:context>
    <inkml:brush xml:id="br0">
      <inkml:brushProperty name="width" value="0.05" units="cm"/>
      <inkml:brushProperty name="height" value="0.05" units="cm"/>
    </inkml:brush>
  </inkml:definitions>
  <inkml:trace contextRef="#ctx0" brushRef="#br0">169 254 24575,'-2'-10'0,"-24"-104"0,20 96 0,0 0 0,-1 0 0,-18-32 0,24 48 0,0 0 0,0 0 0,0 0 0,-1 0 0,1 0 0,-1 1 0,1-1 0,-1 1 0,0-1 0,1 1 0,-1-1 0,0 1 0,0 0 0,-4-1 0,5 1 0,0 1 0,0 0 0,0 0 0,-1 0 0,1 0 0,0 0 0,0 1 0,0-1 0,0 0 0,-1 1 0,1-1 0,0 0 0,0 1 0,0-1 0,0 1 0,0 0 0,0-1 0,0 1 0,0 0 0,0 0 0,0 0 0,1-1 0,-1 1 0,0 0 0,0 0 0,1 0 0,-1 0 0,0 2 0,-4 6 0,0 1 0,1-1 0,0 1 0,0 0 0,2 0 0,-1 0 0,-2 19 0,-2 79 0,7-81 0,-2 55-273,4 0 0,4-1 0,4 1 0,23 98 0,-23-142-6553</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23.882"/>
    </inkml:context>
    <inkml:brush xml:id="br0">
      <inkml:brushProperty name="width" value="0.05" units="cm"/>
      <inkml:brushProperty name="height" value="0.05" units="cm"/>
    </inkml:brush>
  </inkml:definitions>
  <inkml:trace contextRef="#ctx0" brushRef="#br0">8 141 24575,'-3'-6'0,"-1"-9"0,3-5 0,8-1 0,10 2 0,13 1 0,12 4 0,11 4 0,12 4 0,11 0 0,-8 1-8191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17.986"/>
    </inkml:context>
    <inkml:brush xml:id="br0">
      <inkml:brushProperty name="width" value="0.05" units="cm"/>
      <inkml:brushProperty name="height" value="0.05" units="cm"/>
    </inkml:brush>
  </inkml:definitions>
  <inkml:trace contextRef="#ctx0" brushRef="#br0">1916 389 24575,'2'-4'0,"0"-1"0,0 1 0,0-1 0,-1 1 0,0-1 0,0 1 0,0-1 0,0 0 0,0 0 0,-1 1 0,0-1 0,0 0 0,-1 0 0,1 1 0,-1-1 0,0 0 0,0 1 0,-4-10 0,3 9 0,-1 0 0,0 1 0,0-1 0,0 1 0,-1 0 0,1 0 0,-1 0 0,0 0 0,0 0 0,-1 1 0,1 0 0,-1 0 0,0 0 0,1 0 0,-1 1 0,-7-2 0,-3-1 0,-1 1 0,0 0 0,0 2 0,0-1 0,0 2 0,0 0 0,0 2 0,-31 3 0,4 3 0,0 1 0,-45 17 0,8 2-129,2 4 0,1 4 0,-103 62 0,81-35-129,-173 145 0,184-129 258,4 4 0,4 3 0,-82 111 0,121-139 0,3 2 0,1 2 0,4 1 0,2 2 0,3 0 0,-30 108 0,48-133 0,2 0 0,1 0 0,3 0 0,1 1 0,1 0 0,8 69 0,-3-82 0,2 0 0,1-1 0,2 0 0,0 0 0,1-1 0,2 0 0,1-1 0,0 0 0,2-1 0,31 41 0,-19-33 40,2-2 1,1 0-1,2-2 0,49 35 0,-29-29-297,1-2 0,82 35 0,-24-23-477,2-4 0,180 36 0,-68-33-1216,382 21 1,235-66 478,-429-26 510,442-90 1,-537 53 694,593-206 0,-419 60 158,-398 163 221,-2-4 1,-2-4-1,83-70 1,-141 101 59,-1-1-1,-1-2 1,-1 0 0,-2-2 0,40-62 0,-55 75-10,-2 0 1,0 0 0,-1 0 0,-1-1-1,-1 0 1,0-1 0,-2 0-1,0 1 1,-1-1 0,-1-1-1,-1 1 1,-1 0 0,-3-29 0,-2 22-122,-1 0 0,-1 1 0,-1 0 1,-2 0-1,0 1 0,-2 0 0,-1 1 1,0 0-1,-2 1 0,-1 1 1,-20-23-1,-8-3 224,-1 3 0,-3 1 0,-87-62 1,21 30-462,-3 5 0,-3 5 0,-213-84 0,102 67-366,-285-63 1,128 63-88,-603-48-1,-404 98-648,682 73 667,10 62 952,643-89 277,0 2-1,-89 35 1,136-44-479,0 0 1,1 1 0,-16 12-1,-7 14 594</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24.662"/>
    </inkml:context>
    <inkml:brush xml:id="br0">
      <inkml:brushProperty name="width" value="0.05" units="cm"/>
      <inkml:brushProperty name="height" value="0.05" units="cm"/>
    </inkml:brush>
  </inkml:definitions>
  <inkml:trace contextRef="#ctx0" brushRef="#br0">547 281 24575,'1'0'0,"1"-1"0,0 1 0,-1-1 0,1 1 0,-1-1 0,1 0 0,-1 1 0,1-1 0,-1 0 0,1 0 0,-1 0 0,0 0 0,1-1 0,-1 1 0,0 0 0,0 0 0,0-1 0,0 1 0,0-1 0,1-2 0,16-36 0,-16 36 0,3-10 0,0-1 0,-1 1 0,0 0 0,-1-1 0,1-20 0,-3 32 0,-1-1 0,0 0 0,0 1 0,0-1 0,-1 0 0,1 1 0,-1-1 0,1 1 0,-1-1 0,-1 1 0,1-1 0,0 1 0,-1 0 0,1-1 0,-1 1 0,0 0 0,0 0 0,-1 0 0,1 0 0,0 1 0,-1-1 0,0 1 0,1-1 0,-1 1 0,0 0 0,0 0 0,-5-2 0,-4 0 0,-1 0 0,0 1 0,1 0 0,-1 1 0,0 0 0,0 1 0,-19 1 0,-9 3 0,-41 7 0,-68 19 0,130-24 0,0 1 0,0 1 0,1 1 0,0 0 0,-22 14 0,38-20 0,0 0 0,0 0 0,0 1 0,0-1 0,1 1 0,-1-1 0,1 1 0,-1 0 0,1 0 0,0 0 0,0 0 0,0 0 0,0 0 0,1 1 0,0-1 0,-2 4 0,3-4 0,-1 1 0,1-1 0,0 0 0,0 0 0,1 0 0,-1 0 0,1 0 0,-1 0 0,1 0 0,0 0 0,0 0 0,0 0 0,1 0 0,-1 0 0,1-1 0,-1 1 0,1 0 0,0-1 0,3 4 0,6 5 0,0 0 0,1-1 0,0 0 0,0 0 0,1-1 0,15 7 0,90 41 0,-96-48 0,80 34 0,81 39 0,-175-78 0,-2 0 0,1 1 0,0-1 0,-1 1 0,0 1 0,7 7 0,-12-12 0,0 0 0,0 0 0,-1 0 0,1 0 0,0 0 0,0 1 0,-1-1 0,1 0 0,-1 1 0,1-1 0,-1 0 0,0 1 0,0-1 0,1 1 0,-1-1 0,0 0 0,0 3 0,-1-3 0,1 1 0,-1-1 0,0 0 0,1 1 0,-1-1 0,0 0 0,0 1 0,0-1 0,0 0 0,0 0 0,0 0 0,0 0 0,0 0 0,-1 0 0,1 0 0,0 0 0,-1 0 0,1-1 0,-3 2 0,-8 3 0,-1 0 0,1-1 0,-1-1 0,0 0 0,-25 2 0,-74-1 0,76-4 0,-37 1-682,-92-13-1,105 4-6143</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24.989"/>
    </inkml:context>
    <inkml:brush xml:id="br0">
      <inkml:brushProperty name="width" value="0.05" units="cm"/>
      <inkml:brushProperty name="height" value="0.05" units="cm"/>
    </inkml:brush>
  </inkml:definitions>
  <inkml:trace contextRef="#ctx0" brushRef="#br0">53 107 24575,'21'-5'0,"-9"3"0,0-1 0,20-7 0,-30 10 0,0-1 0,0 0 0,-1 1 0,1-1 0,0 0 0,0 0 0,-1 0 0,1-1 0,-1 1 0,1 0 0,-1-1 0,1 1 0,-1-1 0,0 1 0,0-1 0,0 1 0,0-1 0,0 0 0,0 0 0,0 0 0,-1 1 0,1-1 0,0-2 0,-1 2 0,0 1 0,0-1 0,-1 1 0,1-1 0,-1 1 0,1-1 0,-1 1 0,1-1 0,-1 1 0,0 0 0,0 0 0,1-1 0,-1 1 0,0 0 0,0 0 0,0 0 0,0 0 0,-1 0 0,1 0 0,0 0 0,0 0 0,-1 0 0,1 1 0,0-1 0,-1 0 0,1 1 0,-1-1 0,1 1 0,-1 0 0,-2-1 0,-4-1 0,0 0 0,0 1 0,0 0 0,-11 0 0,16 1 0,0 0 0,0 0 0,0 0 0,0 0 0,0 1 0,-1-1 0,1 1 0,0 0 0,0 0 0,1 0 0,-1 0 0,0 1 0,0-1 0,0 1 0,1 0 0,-1-1 0,1 1 0,-1 0 0,1 1 0,0-1 0,0 0 0,0 1 0,0-1 0,0 1 0,1-1 0,-1 1 0,1 0 0,-1 0 0,1 0 0,0 0 0,0 0 0,0 0 0,1 0 0,-1 0 0,1 0 0,0 5 0,-1 1 0,2 0 0,-1 0 0,1-1 0,1 1 0,-1 0 0,1 0 0,1-1 0,0 1 0,0-1 0,1 1 0,8 13 0,-7-15 0,0 0 0,0-1 0,1 0 0,0 0 0,0 0 0,1 0 0,0-1 0,-1 0 0,2-1 0,-1 0 0,0 0 0,1 0 0,0-1 0,0 0 0,0 0 0,0-1 0,0 0 0,17 1 0,-18-3 0,-1 1 0,1-1 0,0-1 0,-1 1 0,1-1 0,-1-1 0,0 1 0,1-1 0,-1 0 0,0 0 0,0-1 0,0 0 0,0 0 0,-1 0 0,1-1 0,-1 0 0,0 0 0,0 0 0,0 0 0,0-1 0,-1 0 0,0 0 0,0 0 0,0-1 0,3-6 0,-5 7 0,1 0 0,-1-1 0,0 0 0,-1 1 0,1-1 0,-1 0 0,0 0 0,-1 1 0,1-1 0,-1 0 0,-1 0 0,1 0 0,-1 0 0,0 0 0,0 1 0,0-1 0,-1 0 0,0 1 0,-2-6 0,0 4 0,1 1 0,-1-1 0,0 1 0,0 0 0,0 0 0,-1 1 0,0-1 0,0 1 0,0 0 0,-1 0 0,0 1 0,0 0 0,0 0 0,-13-7 0,17 11-49,1-1 1,-1 0-1,0 1 0,1-1 0,-1 1 1,0 0-1,1-1 0,-1 1 0,0 0 1,1 0-1,-1 0 0,0 0 0,0 0 1,1 1-1,-1-1 0,0 1 0,1-1 1,-1 1-1,0-1 0,1 1 0,-1 0 1,1 0-1,-1-1 0,1 1 0,-1 0 0,1 1 1,-2 1-1,-7 8-6777</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25.146"/>
    </inkml:context>
    <inkml:brush xml:id="br0">
      <inkml:brushProperty name="width" value="0.05" units="cm"/>
      <inkml:brushProperty name="height" value="0.05" units="cm"/>
    </inkml:brush>
  </inkml:definitions>
  <inkml:trace contextRef="#ctx0" brushRef="#br0">1 12 24575,'3'0'0,"4"0"0,5 0 0,2 0 0,3-3 0,4-1 0,-1 0-8191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25.506"/>
    </inkml:context>
    <inkml:brush xml:id="br0">
      <inkml:brushProperty name="width" value="0.05" units="cm"/>
      <inkml:brushProperty name="height" value="0.05" units="cm"/>
    </inkml:brush>
  </inkml:definitions>
  <inkml:trace contextRef="#ctx0" brushRef="#br0">0 117 24575,'0'-117'0,"5"130"0,1 16 0,10 133 0,-6 173 0,-7-350 0,0 0 0,10-28 0,-7 25 0,-4 12 0,7-22 0,21-49 0,-26 70 0,-1 0 0,1 1 0,0 0 0,0 0 0,0 0 0,1 0 0,0 1 0,0-1 0,1 1 0,-1 0 0,1 1 0,12-8 0,-15 11 0,0 0 0,-1 0 0,1 0 0,0 0 0,0 0 0,-1 1 0,1-1 0,0 1 0,0 0 0,0 0 0,0 0 0,0 0 0,-1 0 0,1 1 0,0-1 0,0 1 0,5 2 0,-4-1 0,1 0 0,-1 1 0,0 0 0,0 0 0,0 0 0,0 0 0,0 1 0,-1 0 0,5 5 0,4 7 0,-2 1 0,0 0 0,15 37 0,-10-16-1365,-4-5-5461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25.894"/>
    </inkml:context>
    <inkml:brush xml:id="br0">
      <inkml:brushProperty name="width" value="0.05" units="cm"/>
      <inkml:brushProperty name="height" value="0.05" units="cm"/>
    </inkml:brush>
  </inkml:definitions>
  <inkml:trace contextRef="#ctx0" brushRef="#br0">218 272 24575,'1'-3'0,"-1"0"0,-1 0 0,1 0 0,0 0 0,-1 0 0,0-1 0,0 1 0,0 0 0,0 0 0,0 1 0,0-1 0,-1 0 0,0 0 0,1 1 0,-1-1 0,-3-3 0,3 5 0,0-1 0,0 1 0,0 0 0,0-1 0,0 1 0,0 0 0,0 0 0,0 1 0,0-1 0,-1 0 0,1 1 0,0-1 0,0 1 0,-1 0 0,1 0 0,0 0 0,-1 0 0,1 0 0,0 0 0,-1 1 0,1-1 0,0 1 0,-3 0 0,-3 3 0,-1-1 0,1 1 0,0 0 0,1 1 0,-1 0 0,1 0 0,0 0 0,0 1 0,1 0 0,-1 1 0,1-1 0,1 1 0,-1 0 0,-6 12 0,8-11 0,-1 0 0,1 0 0,1 1 0,-1 0 0,1-1 0,1 1 0,0 0 0,0 0 0,1 0 0,0 0 0,0 0 0,1 1 0,0-1 0,2 10 0,-2-16 0,1 1 0,0 0 0,-1-1 0,2 1 0,-1 0 0,0-1 0,1 0 0,-1 1 0,1-1 0,0 0 0,0 0 0,1 0 0,-1 0 0,0 0 0,1 0 0,0-1 0,0 1 0,-1-1 0,2 0 0,-1 0 0,0 0 0,0 0 0,1 0 0,-1-1 0,1 1 0,-1-1 0,1 0 0,-1 0 0,1-1 0,0 1 0,7 0 0,-4-2 0,0 1 0,0-1 0,0 0 0,0 0 0,0-1 0,0 0 0,-1 0 0,1-1 0,-1 0 0,1 0 0,-1 0 0,0-1 0,0 0 0,-1 0 0,1-1 0,6-6 0,-2-1 0,-1 0 0,0 0 0,-1-1 0,0 0 0,-1-1 0,-1 0 0,0 0 0,-1 0 0,0-1 0,-1 0 0,-1 0 0,3-28 0,-3 2 0,-2 0 0,-2-1 0,-8-60 0,-1 68 0,10 33 0,0 1 0,0 0 0,0 0 0,0-1 0,0 1 0,0 0 0,0 0 0,0 0 0,0-1 0,0 1 0,-1 0 0,1 0 0,0 0 0,0-1 0,0 1 0,0 0 0,-1 0 0,1 0 0,0 0 0,0 0 0,0-1 0,-1 1 0,1 0 0,0 0 0,0 0 0,0 0 0,-1 0 0,1 0 0,0 0 0,0 0 0,-1 0 0,1 0 0,0 0 0,0 0 0,0 0 0,-1 0 0,1 0 0,-7 17 0,4 1 57,1 1-1,1-1 1,1 1-1,0 0 0,4 20 1,20 92-1364,-21-117 910,7 32-6429</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26.190"/>
    </inkml:context>
    <inkml:brush xml:id="br0">
      <inkml:brushProperty name="width" value="0.05" units="cm"/>
      <inkml:brushProperty name="height" value="0.05" units="cm"/>
    </inkml:brush>
  </inkml:definitions>
  <inkml:trace contextRef="#ctx0" brushRef="#br0">1 189 24575,'0'0'0,"0"0"0,0 0 0,0 0 0,0 0 0,-1 0 0,1 0 0,0-1 0,0 1 0,0 0 0,0 0 0,0 0 0,0 0 0,0 0 0,0 0 0,0-1 0,0 1 0,0 0 0,0 0 0,0 0 0,0 0 0,0 0 0,0-1 0,0 1 0,0 0 0,0 0 0,0 0 0,0 0 0,0 0 0,1 0 0,-1 0 0,0-1 0,0 1 0,0 0 0,0 0 0,0 0 0,0 0 0,0 0 0,0 0 0,0 0 0,1 0 0,-1 0 0,0 0 0,0-1 0,0 1 0,0 0 0,0 0 0,0 0 0,0 0 0,1 0 0,-1 0 0,0 0 0,0 0 0,0 0 0,0 0 0,0 0 0,1 0 0,-1 0 0,0 0 0,0 0 0,0 0 0,0 0 0,0 1 0,8 9 0,6 16 0,11 48 0,-4 1 0,12 80 0,-33-154 0,4 37 0,-8-21 0,4-17 0,-1 1 0,1-1 0,0 0 0,-1 1 0,1-1 0,0 0 0,-1 0 0,1 1 0,0-1 0,-1 0 0,1 0 0,-1 0 0,1 1 0,0-1 0,-1 0 0,1 0 0,-1 0 0,1 0 0,-1 0 0,1 0 0,0 0 0,-1 0 0,1 0 0,-1 0 0,1 0 0,-1 0 0,1 0 0,-1 0 0,1-1 0,0 1 0,-1 0 0,-2-2 0,0 0 0,1 0 0,-1 0 0,1 0 0,-1 0 0,1-1 0,0 1 0,0-1 0,0 1 0,1-1 0,-1 0 0,0 1 0,1-1 0,0 0 0,0 0 0,0 0 0,-1-7 0,-2-6 0,1 0 0,-2-19 0,4 9 0,0 0 0,2 0 0,0 1 0,2-1 0,1 1 0,1-1 0,10-27 0,-10 38 0,0-1 0,1 1 0,1 0 0,1 1 0,0 0 0,1 0 0,0 1 0,1 0 0,0 1 0,1 0 0,1 0 0,18-14 0,-22 21-151,0 0-1,0 0 0,1 1 0,-1 0 1,1 1-1,0-1 0,0 2 1,12-3-1,16 1-6674</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18.749"/>
    </inkml:context>
    <inkml:brush xml:id="br0">
      <inkml:brushProperty name="width" value="0.05" units="cm"/>
      <inkml:brushProperty name="height" value="0.05" units="cm"/>
    </inkml:brush>
  </inkml:definitions>
  <inkml:trace contextRef="#ctx0" brushRef="#br0">2528 582 24575,'8'-14'0,"-1"-1"0,0 0 0,-2 0 0,8-31 0,-12 41 0,0 1 0,-1-1 0,0 1 0,0-1 0,0 0 0,0 1 0,-1-1 0,0 1 0,0-1 0,0 1 0,0-1 0,-1 1 0,0 0 0,1 0 0,-2 0 0,1 0 0,0 0 0,-1 0 0,0 0 0,0 1 0,0-1 0,-5-3 0,0 0 0,-1 1 0,0 0 0,-1 0 0,0 1 0,0 0 0,0 1 0,0 0 0,0 0 0,-18-2 0,-5 0 0,-64-3 0,29 7-78,-1 4-1,1 3 0,0 2 1,-99 25-1,58-3-335,-205 85-1,199-61 226,3 4 1,1 5-1,4 5 0,-160 130 0,187-128 104,4 3 0,2 3 1,4 4-1,4 3 0,-110 175 0,149-210 26,3 1-1,1 1 1,2 1 0,3 0-1,2 2 1,2 0-1,-7 56 1,17-78 25,1 1 0,2-1 0,1 0 0,2 1 0,0-1 0,2 0 0,2 0 0,1 0 0,1-1 0,1 0 0,1 0 0,2-1 0,30 51 0,-21-47-23,2 0 1,0-2-1,3-1 0,49 45 0,-34-40-151,1-2 0,90 51 0,-49-41-19,2-3 0,1-5 0,151 40 0,-58-33-407,2-8 0,292 17 0,376-60-1344,-433-29 1261,545-121 1,377-217-1488,-923 222 2081,-22-28 491,-343 157-42,-1-2 0,-2-3 0,-1-1 1,74-68-1,-107 87-78,-1 0 0,-1 0 1,0-2-1,-1 1 0,0-1 1,-1-1-1,-1 0 0,10-27 1,-14 31-234,-1 0 1,0-1-1,-1 1 0,-1-1 1,0 0-1,0 0 1,-2 1-1,1-1 1,-2 0-1,1 1 1,-2-1-1,-6-19 1,-1 4 6,-1 2 0,-1 0 0,-1 0 0,-2 1 0,-1 1 0,0 0 0,-27-28 1,-14-9 636,-85-70 0,15 28-806,-4 6 0,-263-147-1,-330-89-742,441 233 340,-5 11-1,-3 13 1,-2 13-1,-506-42 1,403 83 1057,48 14 2031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27.047"/>
    </inkml:context>
    <inkml:brush xml:id="br0">
      <inkml:brushProperty name="width" value="0.05" units="cm"/>
      <inkml:brushProperty name="height" value="0.05" units="cm"/>
    </inkml:brush>
  </inkml:definitions>
  <inkml:trace contextRef="#ctx0" brushRef="#br0">649 129 24575,'5'-32'0,"-4"28"0,0 0 0,0-1 0,0 1 0,-1 0 0,0-1 0,0-4 0,0 7 0,0 1 0,-1-1 0,1 1 0,-1-1 0,0 0 0,1 1 0,-1 0 0,0-1 0,0 1 0,0-1 0,0 1 0,0 0 0,0 0 0,0-1 0,0 1 0,0 0 0,-1 0 0,1 0 0,0 0 0,-3-1 0,-8-4 0,-1 1 0,1 1 0,-1-1 0,0 2 0,0 0 0,0 0 0,0 2 0,0-1 0,-17 2 0,7 0 0,0 1 0,0 2 0,0 0 0,-34 10 0,47-10 0,1 0 0,-1 1 0,1 0 0,0 1 0,0 0 0,0 0 0,-11 9 0,18-12 0,0 0 0,0-1 0,-1 2 0,1-1 0,0 0 0,1 0 0,-1 1 0,0-1 0,1 1 0,-1-1 0,1 1 0,0-1 0,0 1 0,0 0 0,0 0 0,1 0 0,-1 0 0,1-1 0,-1 1 0,1 0 0,0 0 0,0 0 0,0 0 0,1 0 0,-1 0 0,1 0 0,-1 0 0,1-1 0,0 1 0,2 3 0,1 2 0,1 1 0,1-1 0,-1 0 0,2-1 0,-1 1 0,1-1 0,0-1 0,13 11 0,71 44 0,-67-46 0,46 26 0,-32-19 0,0 1 0,60 50 0,-93-68 0,0-1 0,-1 1 0,0-1 0,0 1 0,0 0 0,0 1 0,2 6 0,-5-11 0,0 1 0,0 0 0,-1 0 0,1 0 0,-1 0 0,1 1 0,-1-1 0,0 0 0,0 0 0,0 0 0,0 0 0,0 0 0,0 0 0,-1 0 0,1 0 0,-1 0 0,1 0 0,-1 0 0,0 0 0,0 0 0,0 0 0,0 0 0,0 0 0,-2 2 0,-1 1 0,-1-1 0,1 1 0,-1-1 0,0 0 0,-1 0 0,1-1 0,-1 1 0,0-1 0,1 0 0,-13 3 0,-6 2 0,-37 5 0,61-13 0,-45 8 86,0-2-1,-1-3 0,-67-2 1,84-3-330,1 0 0,0-3 0,0 0 0,0-1 1,0-2-1,-44-19 0,24 2-6582</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27.388"/>
    </inkml:context>
    <inkml:brush xml:id="br0">
      <inkml:brushProperty name="width" value="0.05" units="cm"/>
      <inkml:brushProperty name="height" value="0.05" units="cm"/>
    </inkml:brush>
  </inkml:definitions>
  <inkml:trace contextRef="#ctx0" brushRef="#br0">0 0 24575,'142'1'0,"-140"-1"0,-1 0 0,1 0 0,0 0 0,-1 0 0,1 1 0,-1-1 0,1 1 0,-1-1 0,1 1 0,-1-1 0,3 2 0,-4-1 0,0-1 0,1 1 0,-1-1 0,1 0 0,-1 1 0,0-1 0,1 1 0,-1-1 0,0 1 0,0-1 0,1 1 0,-1-1 0,0 1 0,0 0 0,0-1 0,0 1 0,0-1 0,0 1 0,0-1 0,0 1 0,0 1 0,-1 1 0,0 1 0,0 0 0,-1 0 0,1-1 0,-1 1 0,0-1 0,-3 5 0,-4 8 0,4-6 0,1 0 0,0 0 0,0 1 0,2 0 0,-1-1 0,1 1 0,1 0 0,0 0 0,0 0 0,1 0 0,0 1 0,1-1 0,4 16 0,-3-19 0,0 0 0,1-1 0,-1 0 0,2 1 0,-1-1 0,1 0 0,0-1 0,0 1 0,1-1 0,0 0 0,0 0 0,1 0 0,-1-1 0,1 0 0,0 0 0,1 0 0,-1-1 0,1 0 0,13 6 0,-5-4 0,0-1 0,0-1 0,1 0 0,0-1 0,0-1 0,-1 0 0,2-1 0,-1-1 0,0 0 0,30-5 0,-35 3 0,0 0 0,-1 0 0,1-1 0,-1-1 0,0 0 0,0 0 0,0-1 0,-1 0 0,0 0 0,0-1 0,0-1 0,0 0 0,-1 0 0,0 0 0,-1-1 0,0 0 0,7-9 0,-11 12 0,0 0 0,0 0 0,-1-1 0,1 1 0,-1-1 0,0 1 0,-1-1 0,1 0 0,-1 0 0,0 0 0,-1 0 0,0 0 0,1 1 0,-2-1 0,1 0 0,-1 0 0,0 0 0,0 0 0,0 0 0,-1 1 0,0-1 0,0 1 0,-1-1 0,1 1 0,-1 0 0,0 0 0,-6-7 0,4 5 0,-1 0 0,-1 1 0,1 0 0,-1 0 0,0 1 0,0-1 0,-1 1 0,0 1 0,0 0 0,0 0 0,0 0 0,0 1 0,-1 0 0,1 1 0,-1 0 0,0 0 0,-14-1 0,13 3 57,0 0 0,0 1 0,0 0 0,0 0 0,-15 5 0,20-5-200,0 1 1,0 0 0,0 0 0,0 1-1,0-1 1,1 1 0,-1 0 0,1 0 0,0 1-1,0-1 1,-7 8 0,-3 10-6684</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27.531"/>
    </inkml:context>
    <inkml:brush xml:id="br0">
      <inkml:brushProperty name="width" value="0.05" units="cm"/>
      <inkml:brushProperty name="height" value="0.05" units="cm"/>
    </inkml:brush>
  </inkml:definitions>
  <inkml:trace contextRef="#ctx0" brushRef="#br0">0 25 24575,'7'0'0,"4"3"0,4 1 0,3 0 0,1-1 0,0-1 0,4-1 0,1 0 0,2-4 0,3-1 0,7-3 0,6 0 0,5 0 0,1-1 0,-7 1-8191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27.763"/>
    </inkml:context>
    <inkml:brush xml:id="br0">
      <inkml:brushProperty name="width" value="0.05" units="cm"/>
      <inkml:brushProperty name="height" value="0.05" units="cm"/>
    </inkml:brush>
  </inkml:definitions>
  <inkml:trace contextRef="#ctx0" brushRef="#br0">0 23 24575,'0'-3'0,"0"-4"0,4-2 0,0 5 0,0 6 0,-1 9 0,3 5 0,-1 7 0,0 5 0,2 5 0,-1 2 0,-1 2 0,-1 1 0,1 0 0,1-3 0,-2-8-8191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27.935"/>
    </inkml:context>
    <inkml:brush xml:id="br0">
      <inkml:brushProperty name="width" value="0.05" units="cm"/>
      <inkml:brushProperty name="height" value="0.05" units="cm"/>
    </inkml:brush>
  </inkml:definitions>
  <inkml:trace contextRef="#ctx0" brushRef="#br0">9 31 24575,'0'-7'0,"-4"-4"0,0 2 0,3 6 0,2 6 0,4 7 0,1 1-8191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28.136"/>
    </inkml:context>
    <inkml:brush xml:id="br0">
      <inkml:brushProperty name="width" value="0.05" units="cm"/>
      <inkml:brushProperty name="height" value="0.05" units="cm"/>
    </inkml:brush>
  </inkml:definitions>
  <inkml:trace contextRef="#ctx0" brushRef="#br0">1 5 24575,'3'-3'0,"4"2"0,2 7 0,-2 10 0,1 7 0,0 10 0,-2 12 0,-2 10 0,-1 9 0,-2 5 0,0 2 0,-2-4 0,1-2 0,0-7 0,-1-12-8191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28.728"/>
    </inkml:context>
    <inkml:brush xml:id="br0">
      <inkml:brushProperty name="width" value="0.05" units="cm"/>
      <inkml:brushProperty name="height" value="0.05" units="cm"/>
    </inkml:brush>
  </inkml:definitions>
  <inkml:trace contextRef="#ctx0" brushRef="#br0">34 146 24575,'-2'-1'0,"0"1"0,1-1 0,-1 1 0,0-1 0,0 0 0,0 0 0,1 0 0,-1 0 0,0 0 0,1 0 0,-1 0 0,1 0 0,-1-1 0,-1-2 0,2 4 0,1-1 0,-1 1 0,1-1 0,-1 1 0,1-1 0,-1 1 0,1-1 0,0 1 0,-1-1 0,1 1 0,0-1 0,-1 0 0,1 1 0,0-1 0,0 1 0,0-1 0,0 0 0,0 1 0,-1-1 0,1 0 0,0 1 0,0-1 0,0 0 0,1 1 0,-1-1 0,0 0 0,0 1 0,0-1 0,0 1 0,1-1 0,-1 0 0,0 1 0,0-1 0,1 1 0,-1-1 0,1 1 0,-1-1 0,0 1 0,1-1 0,-1 1 0,1-1 0,-1 1 0,1 0 0,-1-1 0,2 0 0,13-5 0,1 1 0,0 0 0,0 1 0,17-2 0,1-1 0,68-19 0,-50 12 0,105-15 0,-156 29 0,1 0 0,0-1 0,0 1 0,0 0 0,0 0 0,0 0 0,-1 1 0,1-1 0,0 0 0,0 1 0,0-1 0,-1 1 0,1-1 0,0 1 0,0 0 0,-1 0 0,1 0 0,-1 0 0,1 0 0,-1 0 0,1 0 0,-1 1 0,0-1 0,1 0 0,-1 1 0,0-1 0,1 3 0,1 2 0,-1-1 0,-1 1 0,1 0 0,-1 0 0,0 1 0,0 10 0,0-5 0,3 111 0,-2-30 0,-2-92 0,0 0 0,0 0 0,0 0 0,0-1 0,0 1 0,0 0 0,0 0 0,0-1 0,0 1 0,0 0 0,0 0 0,1-1 0,-1 1 0,0 0 0,1 0 0,-1-1 0,0 1 0,1 0 0,-1-1 0,1 1 0,-1 0 0,1-1 0,-1 1 0,1-1 0,-1 1 0,2 0 0,-1-1 0,0-1 0,0 1 0,0 0 0,-1-1 0,1 1 0,0 0 0,0-1 0,0 1 0,-1-1 0,1 1 0,0-1 0,0 0 0,-1 1 0,1-1 0,-1 0 0,1 1 0,0-1 0,0-1 0,27-43 0,-27 42 0,8-13 0,59-105 0,-57 104 0,1 0 0,1 0 0,1 1 0,23-21 0,-36 36 0,1-1 0,-1 1 0,1 0 0,-1 0 0,1 0 0,0 0 0,0 0 0,-1 0 0,1 0 0,0 1 0,0-1 0,0 0 0,0 1 0,0 0 0,4-1 0,-5 1 0,0 1 0,0-1 0,1 1 0,-1-1 0,0 1 0,0-1 0,0 1 0,0-1 0,0 1 0,0 0 0,0 0 0,0-1 0,0 1 0,0 0 0,0 0 0,0 0 0,0 0 0,-1 0 0,1 0 0,0 1 0,-1-1 0,1 0 0,-1 0 0,1 3 0,5 16 0,0 0 0,-2 1 0,4 34 0,-6-31 0,1-1 0,12 38 0,-15-60 0,0 1 0,1-1 0,-1 0 0,1 1 0,-1-1 0,1 0 0,0 1 0,-1-1 0,1 0 0,0 0 0,0 1 0,0-1 0,0 0 0,0 0 0,0 0 0,0 0 0,0 0 0,1-1 0,0 2 0,-1-2 0,0 0 0,0 0 0,0 0 0,1 0 0,-1 0 0,0 0 0,0 0 0,0 0 0,0-1 0,0 1 0,-1 0 0,1-1 0,0 1 0,0 0 0,0-1 0,0 1 0,0-1 0,0 0 0,0 1 0,1-2 0,5-6 0,-1 1 0,1-1 0,-1 0 0,7-13 0,-7 10 0,26-50 0,-26 47 0,1 0 0,0 1 0,1 0 0,15-20 0,-22 32 0,0 0 0,0 0 0,0 0 0,0 0 0,0 0 0,0 0 0,0 0 0,0 0 0,0 1 0,1-1 0,-1 0 0,0 1 0,0-1 0,1 1 0,-1-1 0,1 1 0,-1-1 0,0 1 0,1 0 0,2 0 0,-3 0 0,0 1 0,1-1 0,-1 1 0,0-1 0,1 1 0,-1 0 0,0 0 0,0-1 0,0 1 0,0 0 0,1 0 0,-1 0 0,0 0 0,-1 0 0,1 0 0,0 1 0,1 0 0,3 8 0,0 0 0,-1 0 0,0 1 0,3 14 0,-2-10 0,8 25-1365,0-4-5461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30.488"/>
    </inkml:context>
    <inkml:brush xml:id="br0">
      <inkml:brushProperty name="width" value="0.05" units="cm"/>
      <inkml:brushProperty name="height" value="0.05" units="cm"/>
    </inkml:brush>
  </inkml:definitions>
  <inkml:trace contextRef="#ctx0" brushRef="#br0">0 195 24575,'2'-19'0,"1"0"0,1 0 0,0 1 0,1-1 0,12-26 0,-11 29 0,-4 9 0,1 0 0,0 0 0,7-12 0,-10 19 0,0 1 0,0-1 0,0 0 0,0 1 0,0-1 0,0 0 0,0 0 0,0 1 0,0-1 0,0 0 0,0 0 0,0 1 0,1-1 0,-1 0 0,0 0 0,0 1 0,0-1 0,0 0 0,0 0 0,0 0 0,1 1 0,-1-1 0,0 0 0,0 0 0,0 0 0,0 1 0,1-1 0,-1 0 0,0 0 0,0 0 0,1 0 0,-1 0 0,0 0 0,0 0 0,1 1 0,-1-1 0,0 0 0,0 0 0,1 0 0,-1 0 0,0 0 0,0 0 0,1 0 0,-1 0 0,0 0 0,0 0 0,1 0 0,-1-1 0,0 1 0,0 0 0,1 0 0,-1 0 0,0 0 0,0 0 0,1 0 0,-1 0 0,0-1 0,0 1 0,0 0 0,1 0 0,-1 0 0,0-1 0,0 1 0,0 0 0,0 0 0,0 0 0,1-1 0,-1 1 0,0 0 0,3 24 0,-3-23 0,4 245 0,-3-81 0,55 696-888,-18-618 1138,-12-91-1718,-22-120-4617</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31.032"/>
    </inkml:context>
    <inkml:brush xml:id="br0">
      <inkml:brushProperty name="width" value="0.05" units="cm"/>
      <inkml:brushProperty name="height" value="0.05" units="cm"/>
    </inkml:brush>
  </inkml:definitions>
  <inkml:trace contextRef="#ctx0" brushRef="#br0">149 113 24575,'0'0'0,"0"-1"0,0 1 0,0 0 0,0 0 0,0-1 0,0 1 0,0 0 0,0 0 0,0-1 0,0 1 0,0 0 0,0 0 0,0-1 0,0 1 0,-1 0 0,1 0 0,0-1 0,0 1 0,0 0 0,0 0 0,0-1 0,0 1 0,-1 0 0,1 0 0,0 0 0,0-1 0,0 1 0,-1 0 0,1 0 0,0 0 0,0 0 0,-1 0 0,1-1 0,0 1 0,0 0 0,-1 0 0,1 0 0,0 0 0,0 0 0,-1 0 0,1 0 0,-13 6 0,-9 15 0,8 0 0,1 0 0,2 0 0,-18 45 0,-12 23 0,128-224 0,4 27 0,-76 93 0,0 1 0,1 0 0,0 1 0,32-19 0,-44 29 0,1 0 0,0 1 0,-1 0 0,1 0 0,0 1 0,0-1 0,0 1 0,1 0 0,-1 0 0,0 1 0,0 0 0,1 0 0,-1 0 0,0 0 0,0 1 0,0 0 0,1 0 0,-1 0 0,5 2 0,-3 1 0,1 0 0,-1 0 0,-1 0 0,1 1 0,-1 0 0,0 0 0,0 1 0,0-1 0,-1 1 0,0 0 0,8 13 0,16 30-1365,-5 0-5461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31.875"/>
    </inkml:context>
    <inkml:brush xml:id="br0">
      <inkml:brushProperty name="width" value="0.05" units="cm"/>
      <inkml:brushProperty name="height" value="0.05" units="cm"/>
    </inkml:brush>
  </inkml:definitions>
  <inkml:trace contextRef="#ctx0" brushRef="#br0">298 1 24575,'-4'72'0,"-12"76"0,3-45 0,-5 67 0,-47 386 0,38-389 0,-63 211 0,70-315 0,10-38 0,1 1 0,2 1 0,1-1 0,0 1 0,-1 31 0,7-55 0,0-1 0,0 0 0,1 0 0,-1 0 0,0 0 0,1 0 0,-1 0 0,1 0 0,0 0 0,-1 0 0,1 0 0,0 0 0,0 0 0,0 0 0,1-1 0,-1 1 0,0 0 0,1-1 0,-1 1 0,1-1 0,-1 1 0,1-1 0,0 0 0,0 0 0,-1 0 0,1 0 0,0 0 0,0 0 0,0 0 0,0-1 0,0 1 0,0-1 0,0 1 0,3-1 0,8 1 0,0 0 0,0-1 0,1-1 0,19-3 0,-9 1 0,1435-45-4467,-2 96-452,-1354-44 4887,711 35-208,997 31-19,-1756-69 934,-4 1 560,0-2 0,79-11-1,-98 2-222,-32 9-992,0 0 1,0 0-1,1 0 0,-1 0 0,0 0 0,1 0 0,-1-1 0,0 1 0,0 0 0,0 0 0,1 0 0,-1-1 0,0 1 0,0 0 0,0 0 0,1-1 0,-1 1 0,0 0 0,0 0 1,0-1-1,0 1 0,0 0 0,0 0 0,0-1 0,1 1 0,-1 0 0,0-1 0,0 1 0,0 0 0,0-1 0,0 1 0,0 0 0,-1 0 0,1-1 0,0 1 0,0 0 0,0-1 0,0 1 1,0 0-1,0-1 0,-12-9-4508</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32.790"/>
    </inkml:context>
    <inkml:brush xml:id="br0">
      <inkml:brushProperty name="width" value="0.05" units="cm"/>
      <inkml:brushProperty name="height" value="0.05" units="cm"/>
    </inkml:brush>
  </inkml:definitions>
  <inkml:trace contextRef="#ctx0" brushRef="#br0">57 111 24575,'-2'-2'0,"0"1"0,0-1 0,0 1 0,0 0 0,0 0 0,0 0 0,-1 0 0,1 0 0,0 0 0,0 1 0,-4-1 0,4 1 0,0-1 0,0 1 0,0-1 0,0 1 0,0-1 0,0 0 0,0 0 0,1 0 0,-1 0 0,0 0 0,0 0 0,1 0 0,-2-2 0,3 3 0,0-1 0,0 1 0,0-1 0,0 1 0,0-1 0,0 0 0,1 1 0,-1 0 0,0-1 0,0 1 0,1-1 0,-1 1 0,0-1 0,1 1 0,-1-1 0,1 1 0,-1 0 0,0-1 0,1 1 0,-1 0 0,1-1 0,-1 1 0,1 0 0,-1 0 0,1 0 0,-1-1 0,1 1 0,-1 0 0,1 0 0,-1 0 0,2 0 0,19-8 0,38-5 0,107-12 0,66 10 0,-213 14 0,867-11-3417,4 36-746,956 49 1013,-299-10 3937,-1128-55 6011,-417-8-6681,1 0 1,-1 0-1,1 0 0,-1 1 0,0-1 0,1 0 1,-1 1-1,1 0 0,-1 0 0,0-1 0,0 1 0,1 1 1,-1-1-1,0 0 0,3 2 0,-5-1-62,1-1 1,0 1-1,0-1 0,-1 1 0,1-1 1,-1 1-1,1-1 0,-1 1 0,1 0 0,-1-1 1,0 1-1,0 0 0,0-1 0,0 1 1,0-1-1,0 1 0,-1 0 0,1-1 0,0 1 1,-1 0-1,1-1 0,-2 3 0,-10 34-55,3 0 0,1 1 0,-5 73 0,12 122 0,16 45 0,0 246 0,-20-450 0,-4 0 0,-21 85 0,28-150 0,0-2 0,0 0 0,0 0 0,0 0 0,-8 14 0,8-19 0,0 0 0,0 0 0,-1 0 0,1 0 0,-1-1 0,0 1 0,1-1 0,-1 0 0,0 0 0,-1 0 0,1 0 0,0 0 0,0-1 0,-5 2 0,-12 4-256,-1-2 0,0 0-1,-33 3 1,48-7-84,-47 5-6486</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33.426"/>
    </inkml:context>
    <inkml:brush xml:id="br0">
      <inkml:brushProperty name="width" value="0.05" units="cm"/>
      <inkml:brushProperty name="height" value="0.05" units="cm"/>
    </inkml:brush>
  </inkml:definitions>
  <inkml:trace contextRef="#ctx0" brushRef="#br0">32 39 24575,'-1'-3'0,"0"1"0,0-1 0,-1 0 0,1 1 0,-1-1 0,1 1 0,-1-1 0,0 1 0,0 0 0,-3-3 0,-5-3 0,8 9 0,4 5 0,23 49 0,32 112 0,-56-164 0,8 29-273,-1 1 0,-1 0 0,-2 0 0,2 64 0,-9-48-6553</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33.598"/>
    </inkml:context>
    <inkml:brush xml:id="br0">
      <inkml:brushProperty name="width" value="0.05" units="cm"/>
      <inkml:brushProperty name="height" value="0.05" units="cm"/>
    </inkml:brush>
  </inkml:definitions>
  <inkml:trace contextRef="#ctx0" brushRef="#br0">23 149 24575,'-3'-3'0,"-4"-4"0,-2-5 0,5 1 0,9-2 0,10 2 0,11 0 0,15 1 0,12 0 0,13 1 0,11-1 0,8 1 0,5 3 0,0-1 0,-6-3 0,-17 0-8191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33.767"/>
    </inkml:context>
    <inkml:brush xml:id="br0">
      <inkml:brushProperty name="width" value="0.05" units="cm"/>
      <inkml:brushProperty name="height" value="0.05" units="cm"/>
    </inkml:brush>
  </inkml:definitions>
  <inkml:trace contextRef="#ctx0" brushRef="#br0">38 133 24575,'-6'-7'0,"-6"-8"0,0-4 0,5-3 0,10 3 0,16 2 0,19 2 0,14 6 0,18 3 0,12 3 0,11 5 0,9 2 0,6 1 0,-16-1-8191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34.001"/>
    </inkml:context>
    <inkml:brush xml:id="br0">
      <inkml:brushProperty name="width" value="0.05" units="cm"/>
      <inkml:brushProperty name="height" value="0.05" units="cm"/>
    </inkml:brush>
  </inkml:definitions>
  <inkml:trace contextRef="#ctx0" brushRef="#br0">9 74 24575,'-4'0'0,"0"-3"0,3-4 0,5-1 0,8-2 0,9 0 0,6-1 0,8 2 0,8 1 0,6 4 0,-6 1-8191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34.641"/>
    </inkml:context>
    <inkml:brush xml:id="br0">
      <inkml:brushProperty name="width" value="0.05" units="cm"/>
      <inkml:brushProperty name="height" value="0.05" units="cm"/>
    </inkml:brush>
  </inkml:definitions>
  <inkml:trace contextRef="#ctx0" brushRef="#br0">11 208 24575,'0'0'0,"0"0"0,0-1 0,0 1 0,0 0 0,0 0 0,0 0 0,0-1 0,1 1 0,-1 0 0,0 0 0,0 0 0,0-1 0,0 1 0,-1 0 0,1 0 0,0 0 0,0-1 0,0 1 0,0 0 0,0 0 0,0 0 0,0-1 0,0 1 0,0 0 0,0 0 0,-1 0 0,1 0 0,0-1 0,0 1 0,0 0 0,0 0 0,0 0 0,-1 0 0,1 0 0,0 0 0,0 0 0,0-1 0,0 1 0,-1 0 0,1 0 0,0 0 0,0 0 0,0 0 0,-1 0 0,1 0 0,0 0 0,0 0 0,0 0 0,-1 0 0,1 0 0,0 0 0,0 0 0,-1 0 0,1 1 0,-1-1 0,1 0 0,0 1 0,-1-1 0,1 1 0,0-1 0,-1 1 0,1-1 0,0 0 0,0 1 0,-1-1 0,1 1 0,0-1 0,0 1 0,0 0 0,-1-1 0,1 1 0,0-1 0,0 1 0,0-1 0,0 1 0,0-1 0,0 1 0,3 15 0,0 0 0,1-1 0,11 30 0,0-1 0,9 58 0,15 140 0,-38-233 0,-11-98 0,0-111 0,10 156 0,3 0 0,1 0 0,3 1 0,18-69 0,-22 101 0,1 0 0,1-1 0,-1 1 0,2 0 0,0 1 0,13-19 0,-17 26 0,0 1 0,0-1 0,0 1 0,1 0 0,-1 0 0,1 0 0,0 0 0,-1 0 0,1 1 0,0-1 0,0 1 0,0-1 0,0 1 0,0 0 0,0 1 0,0-1 0,1 0 0,-1 1 0,0 0 0,0-1 0,1 1 0,-1 1 0,0-1 0,0 0 0,1 1 0,-1 0 0,0-1 0,0 1 0,6 3 0,-1 0 0,0 0 0,0 0 0,-1 1 0,1 0 0,-1 1 0,0 0 0,-1 0 0,1 0 0,-1 1 0,0 0 0,-1 0 0,0 0 0,0 1 0,0 0 0,-1 0 0,5 13 0,-7-15 0,0 1 0,0-1 0,-1 0 0,1 1 0,-2-1 0,1 1 0,-1-1 0,0 1 0,0-1 0,0 1 0,-1-1 0,0 1 0,-1-1 0,1 0 0,-1 0 0,0 1 0,-1-1 0,0-1 0,0 1 0,0 0 0,0-1 0,-1 1 0,-7 7 0,-36 29 0,47-42 0,0 0 0,0 0 0,-1 0 0,1 0 0,0 1 0,0-1 0,0 0 0,-1 0 0,1 0 0,0 0 0,0 1 0,0-1 0,0 0 0,-1 0 0,1 1 0,0-1 0,0 0 0,0 0 0,0 0 0,0 1 0,0-1 0,0 0 0,0 0 0,0 1 0,0-1 0,0 0 0,0 0 0,0 1 0,0-1 0,0 0 0,0 1 0,0-1 0,0 0 0,0 0 0,0 0 0,0 1 0,0-1 0,1 0 0,-1 0 0,0 1 0,0-1 0,1 0 0,13 7 0,28-1 0,-36-6 0,7 2 0,109 14 0,-103-12 0,0 0 0,0 1 0,0 1 0,21 11 0,-35-14 0,1-1 0,-1 1 0,0 1 0,0-1 0,-1 1 0,1 0 0,-1 0 0,4 5 0,-6-7 0,-1 0 0,0 0 0,1-1 0,-1 1 0,0 0 0,0 1 0,-1-1 0,1 0 0,0 0 0,-1 0 0,1 0 0,-1 1 0,0-1 0,0 0 0,1 0 0,-2 1 0,1-1 0,0 0 0,0 0 0,-1 0 0,1 1 0,-1-1 0,-1 4 0,-2 1 0,0 0 0,-1-1 0,1 1 0,-1-1 0,-1 0 0,1-1 0,-1 1 0,0-1 0,0 0 0,-11 7 0,-6 1 0,-45 21 0,38-21-151,-2-2-1,1-2 0,-1-1 0,-1-1 1,0-2-1,1-1 0,-1-2 1,-41-2-1,28-3-6674</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35.085"/>
    </inkml:context>
    <inkml:brush xml:id="br0">
      <inkml:brushProperty name="width" value="0.05" units="cm"/>
      <inkml:brushProperty name="height" value="0.05" units="cm"/>
    </inkml:brush>
  </inkml:definitions>
  <inkml:trace contextRef="#ctx0" brushRef="#br0">0 136 24575,'3'1'0,"0"-1"0,0 1 0,0-1 0,0 1 0,0 0 0,0 0 0,0 1 0,0-1 0,-1 0 0,1 1 0,0 0 0,-1-1 0,0 1 0,1 0 0,-1 0 0,0 1 0,0-1 0,0 0 0,0 1 0,0-1 0,-1 1 0,1 0 0,1 3 0,4 10 0,-1-1 0,0 1 0,4 17 0,-7-19 0,19 66 0,20 134 0,-42-186 0,0-28 0,0 0 0,0 0 0,0 0 0,0 0 0,0 0 0,0 0 0,0 0 0,0 1 0,0-1 0,0 0 0,0 0 0,0 0 0,0 0 0,0 0 0,0 0 0,0 0 0,0 1 0,0-1 0,-1 0 0,1 0 0,0 0 0,0 0 0,0 0 0,0 0 0,0 0 0,0 0 0,0 0 0,0 0 0,0 0 0,0 0 0,-1 1 0,1-1 0,0 0 0,0 0 0,0 0 0,0 0 0,0 0 0,0 0 0,0 0 0,-1 0 0,1 0 0,0 0 0,0 0 0,0 0 0,0 0 0,0 0 0,0 0 0,0 0 0,0 0 0,-1 0 0,1-1 0,0 1 0,0 0 0,-8-13 0,-3-19 0,1-1 0,-11-56 0,0-70 0,17 122 0,2-41 0,3 65 0,0 0 0,0 0 0,1 0 0,1 0 0,0 0 0,8-19 0,-10 29 0,0 0 0,1 0 0,-1 1 0,1-1 0,0 0 0,0 1 0,0 0 0,0-1 0,0 1 0,0 0 0,1 0 0,-1 0 0,1 0 0,-1 1 0,1-1 0,0 0 0,0 1 0,5-2 0,-4 2 0,1 0 0,0 1 0,0-1 0,0 1 0,0 0 0,0 0 0,0 1 0,0-1 0,0 1 0,8 3 0,0 0 0,0 1 0,-1 1 0,1 0 0,-1 1 0,-1 0 0,1 1 0,16 14 0,-22-16 0,1 1 0,-1-1 0,0 1 0,-1 0 0,1 1 0,7 14 0,-12-20 0,0 0 0,0 1 0,0-1 0,0 1 0,-1-1 0,1 1 0,-1-1 0,1 1 0,-1 0 0,0-1 0,0 1 0,0-1 0,0 1 0,-1 0 0,1-1 0,-1 1 0,1-1 0,-1 1 0,0-1 0,0 1 0,0-1 0,0 0 0,0 1 0,-1-1 0,1 0 0,-1 0 0,-3 4 0,-2-1 0,1 0 0,-2 0 0,1 0 0,0-1 0,-1 0 0,0 0 0,0-1 0,0 0 0,0 0 0,0-1 0,-10 2 0,-17 1 0,-45 2 0,76-6 0,-49 1-1365,7-1-5461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35.523"/>
    </inkml:context>
    <inkml:brush xml:id="br0">
      <inkml:brushProperty name="width" value="0.05" units="cm"/>
      <inkml:brushProperty name="height" value="0.05" units="cm"/>
    </inkml:brush>
  </inkml:definitions>
  <inkml:trace contextRef="#ctx0" brushRef="#br0">26 125 24575,'-1'-1'0,"0"0"0,0-1 0,-1 1 0,1 0 0,-1 0 0,1 0 0,-1-1 0,1 2 0,-1-1 0,0 0 0,-2-1 0,-1 7 0,6 10 0,34 201 0,-29-160 0,-3 106 0,-3-157 0,0 1 0,0 0 0,-1-1 0,0 1 0,-1-1 0,-1 7 0,3-12 0,0 0 0,0 0 0,0 0 0,0 0 0,0 0 0,0 0 0,0 1 0,0-1 0,0 0 0,0 0 0,0 0 0,0 0 0,0 0 0,0 0 0,0 0 0,0 0 0,0 0 0,-1 1 0,1-1 0,0 0 0,0 0 0,0 0 0,0 0 0,0 0 0,0 0 0,0 0 0,0 0 0,0 0 0,0 0 0,-1 0 0,1 0 0,0 0 0,0 0 0,0 0 0,0 0 0,0 0 0,0 0 0,0 0 0,0 0 0,-1 0 0,1 0 0,0 0 0,0 0 0,0 0 0,0 0 0,0 0 0,0 0 0,0 0 0,0 0 0,-1 0 0,1 0 0,0 0 0,0 0 0,0 0 0,-3-8 0,0-13 0,2-18 0,3 1 0,1-1 0,15-67 0,-14 83 0,6-27 0,1 1 0,3 0 0,36-84 0,-47 127 0,0-1 0,1 0 0,0 1 0,0 0 0,6-7 0,-9 12 0,0 0 0,0 0 0,-1 1 0,1-1 0,0 0 0,0 0 0,0 1 0,0-1 0,0 0 0,0 1 0,0-1 0,0 1 0,0-1 0,0 1 0,0 0 0,1-1 0,-1 1 0,0 0 0,0 0 0,0 0 0,0 0 0,1 0 0,-1 0 0,0 0 0,0 0 0,0 0 0,0 0 0,0 1 0,1-1 0,-1 1 0,0-1 0,0 1 0,0-1 0,0 1 0,0-1 0,0 1 0,0 0 0,0 0 0,-1-1 0,2 3 0,4 4 0,-1 1 0,0 0 0,-1 0 0,0 0 0,-1 1 0,1-1 0,-1 1 0,-1 0 0,3 18 0,-2-12 0,57 394-1365,-55-357-5461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35.645"/>
    </inkml:context>
    <inkml:brush xml:id="br0">
      <inkml:brushProperty name="width" value="0.05" units="cm"/>
      <inkml:brushProperty name="height" value="0.05" units="cm"/>
    </inkml:brush>
  </inkml:definitions>
  <inkml:trace contextRef="#ctx0" brushRef="#br0">9 115 24575,'-3'-7'0,"-1"-4"0,3-4 0,5-3 0,8-1 0,12 2 0,10 5 0,16 4 0,15 3 0,12 3 0,-8 1-8191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36.707"/>
    </inkml:context>
    <inkml:brush xml:id="br0">
      <inkml:brushProperty name="width" value="0.05" units="cm"/>
      <inkml:brushProperty name="height" value="0.05" units="cm"/>
    </inkml:brush>
  </inkml:definitions>
  <inkml:trace contextRef="#ctx0" brushRef="#br0">3 101 24575,'-1'-32'0,"0"19"0,1-1 0,0 1 0,3-15 0,7 69 0,15 278 0,-23 2 0,-2-192 0,20 587 0,-6-498-1365,-12-175-5461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37.219"/>
    </inkml:context>
    <inkml:brush xml:id="br0">
      <inkml:brushProperty name="width" value="0.05" units="cm"/>
      <inkml:brushProperty name="height" value="0.05" units="cm"/>
    </inkml:brush>
  </inkml:definitions>
  <inkml:trace contextRef="#ctx0" brushRef="#br0">124 57 24575,'0'-9'0,"0"-19"0,0 27 0,0 0 0,0 0 0,0 0 0,0 0 0,0 0 0,0 0 0,0 0 0,-1 0 0,1 0 0,0 0 0,-1 0 0,1 1 0,-1-1 0,1 0 0,-1 0 0,1 0 0,-1 0 0,0 1 0,1-1 0,-2 0 0,2 1 0,-1 0 0,0 0 0,1 0 0,-1 0 0,1 0 0,-1 0 0,1 0 0,-1 1 0,1-1 0,-1 0 0,1 0 0,-1 1 0,1-1 0,-1 0 0,1 0 0,-1 1 0,1-1 0,0 1 0,-1-1 0,1 0 0,-1 1 0,1-1 0,0 1 0,0-1 0,-1 1 0,1-1 0,-1 2 0,-8 17 0,7-15 0,-19 42 0,1 2 0,3 0 0,-15 69 0,32-116 0,-1 0 0,1 0 0,0 0 0,-1 0 0,1 0 0,0 0 0,0 0 0,0 0 0,0-1 0,0 1 0,0 0 0,0 0 0,1 0 0,-1 0 0,0 0 0,0 0 0,1 0 0,-1 0 0,0 0 0,1 1 0,0-2 0,0 0 0,-1 0 0,1 0 0,-1 0 0,1 0 0,-1 1 0,1-1 0,0-1 0,-1 1 0,1 0 0,-1 0 0,1 0 0,0 0 0,-1 0 0,1 0 0,-1-1 0,1 1 0,-1 0 0,1 0 0,-1-1 0,1 1 0,-1 0 0,1-2 0,34-30 0,-33 29 0,34-35 0,50-41 0,-75 70 0,1 0 0,1 0 0,0 1 0,0 1 0,0 0 0,1 0 0,0 2 0,0 0 0,18-4 0,-28 8 17,-1 0 0,1 1 0,0 0 1,1 0-1,-1 0 0,0 0 0,0 1 0,-1-1 0,1 1 0,0 0 0,0 0 0,0 0 0,0 1 0,-1 0 0,1-1 0,-1 1 0,1 0 0,-1 1 1,5 3-1,-3-1-188,1 1 0,-1 0 1,-1 0-1,1 0 0,-1 1 1,0-1-1,0 1 0,-1 0 1,3 7-1,10 35-6655</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37.966"/>
    </inkml:context>
    <inkml:brush xml:id="br0">
      <inkml:brushProperty name="width" value="0.05" units="cm"/>
      <inkml:brushProperty name="height" value="0.05" units="cm"/>
    </inkml:brush>
  </inkml:definitions>
  <inkml:trace contextRef="#ctx0" brushRef="#br0">143 151 24575,'-5'-12'0,"1"-1"0,1 1 0,0-1 0,1 0 0,1 0 0,0 0 0,1-21 0,-1 7 0,29 259 0,-21-60 0,-8 0 0,-8-1 0,-7 0 0,-59 266 0,68-406 0,-2 0 0,-1 0 0,-16 36 0,26-67 0,-1 1 0,1 0 0,-1 0 0,1-1 0,-1 1 0,1 0 0,0 0 0,0-1 0,-1 1 0,1 0 0,0 0 0,0 0 0,0 0 0,0-1 0,0 1 0,0 0 0,0 0 0,0 0 0,0 0 0,0-1 0,1 1 0,-1 0 0,0 0 0,0 0 0,1-1 0,-1 1 0,1 0 0,-1 0 0,1-1 0,-1 1 0,1 0 0,-1-1 0,1 1 0,-1-1 0,1 1 0,0-1 0,-1 1 0,1-1 0,1 1 0,3 1 0,-1 0 0,1-1 0,0 0 0,1 0 0,7 1 0,-3-1 0,330 15 23,-193-15-295,1363 49-5591,-2 17 5436,-1429-63 510,599 20-894,-596-25 753,-36-3-808</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38.728"/>
    </inkml:context>
    <inkml:brush xml:id="br0">
      <inkml:brushProperty name="width" value="0.05" units="cm"/>
      <inkml:brushProperty name="height" value="0.05" units="cm"/>
    </inkml:brush>
  </inkml:definitions>
  <inkml:trace contextRef="#ctx0" brushRef="#br0">159 116 24575,'-16'-7'0,"1"0"0,0 0 0,-23-16 0,4 3 0,29 17 0,1 2 0,1-1 0,0 0 0,0 0 0,-1 0 0,1 0 0,1-1 0,-1 1 0,0-1 0,-4-4 0,7 6 0,0 1 0,0 0 0,0-1 0,-1 1 0,1 0 0,0-1 0,0 1 0,0 0 0,0-1 0,0 1 0,0 0 0,0-1 0,0 1 0,0 0 0,0-1 0,0 1 0,0 0 0,0-1 0,0 1 0,1 0 0,-1 0 0,0-1 0,0 1 0,0 0 0,0-1 0,0 1 0,1 0 0,-1 0 0,0-1 0,0 1 0,1 0 0,-1 0 0,0-1 0,0 1 0,1 0 0,-1 0 0,0 0 0,1 0 0,-1-1 0,0 1 0,1 0 0,-1 0 0,19-4 0,-18 4 0,60-5 0,1 3 0,96 10 0,-82-3 0,1540 81-3783,1-22-1,-1531-62 3782,1414 24 769,-1479-26-70,-7-1 88,0 2-1,27 2 1,-41-3-704,1 0-1,0 1 1,0-1-1,0 0 0,0 0 1,0 1-1,0-1 1,0 0-1,-1 1 1,1-1-1,0 1 1,0-1-1,0 1 1,-1-1-1,1 1 1,0 0-1,-1-1 0,1 1 1,-1 0-1,1 0 1,-1-1-1,1 1 1,-1 0-1,1 0 1,-1 0-1,0 0 1,1-1-1,-1 1 1,0 0-1,0 0 0,0 0 1,1 0-1,-1 0 1,0 0-1,0 0 1,0 0-1,-1 0 1,1 1-1,-2 4 42,1 0 1,-1 0-1,-1 0 0,-5 10 0,2-1-132,-2 6 12,1 1 1,2 1 0,0-1-1,1 1 1,-1 30-1,5 119-4,2-131 1,33 626 1,-20-428 0,-6-105 0,7 204 0,-16-338 0,0 5 0,1-1 0,-2 1 0,1-1 0,0 1 0,-1-1 0,0 1 0,-2 6 0,3-10 0,-1 0 0,0 0 0,0 0 0,1 0 0,-1-1 0,0 1 0,0 0 0,0 0 0,0 0 0,0-1 0,0 1 0,0-1 0,0 1 0,0-1 0,-1 1 0,1-1 0,0 1 0,0-1 0,0 0 0,-1 0 0,1 0 0,0 1 0,0-1 0,0 0 0,-1-1 0,1 1 0,0 0 0,0 0 0,0 0 0,-1-1 0,1 1 0,-2-1 0,-342-55 342,0 31-2049,237 19-5119</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39.288"/>
    </inkml:context>
    <inkml:brush xml:id="br0">
      <inkml:brushProperty name="width" value="0.05" units="cm"/>
      <inkml:brushProperty name="height" value="0.05" units="cm"/>
    </inkml:brush>
  </inkml:definitions>
  <inkml:trace contextRef="#ctx0" brushRef="#br0">1 181 24575,'1'-13'0,"0"0"0,1 0 0,1 1 0,7-22 0,5-23 0,-7 19 0,-8 38 0,0 0 0,0 0 0,0 1 0,0-1 0,0 0 0,0 0 0,0 1 0,0-1 0,0 0 0,0 0 0,0 1 0,1-1 0,-1 0 0,0 0 0,0 1 0,0-1 0,0 0 0,0 0 0,1 0 0,-1 1 0,0-1 0,0 0 0,0 0 0,1 0 0,-1 0 0,0 0 0,0 1 0,1-1 0,-1 0 0,0 0 0,0 0 0,0 0 0,1 0 0,-1 0 0,0 0 0,1 0 0,-1 0 0,0 0 0,0 0 0,1 0 0,-1 0 0,0 0 0,0 0 0,1 0 0,-1 0 0,0 0 0,0 0 0,1 0 0,-1 0 0,0-1 0,0 1 0,0 0 0,1 0 0,-1 0 0,0 0 0,0-1 0,0 1 0,1 0 0,-1 0 0,0 0 0,0-1 0,0 1 0,0 0 0,0 0 0,1-1 0,-1 1 0,0 0 0,0 0 0,0-1 0,8 22 0,55 267 336,-22 4-1495,-35-246 617,2 19-6284</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39.460"/>
    </inkml:context>
    <inkml:brush xml:id="br0">
      <inkml:brushProperty name="width" value="0.05" units="cm"/>
      <inkml:brushProperty name="height" value="0.05" units="cm"/>
    </inkml:brush>
  </inkml:definitions>
  <inkml:trace contextRef="#ctx0" brushRef="#br0">0 38 24575,'0'-3'0,"0"-4"0,3-1 0,4 1 0,11 1 0,8 3 0,12 0 0,12 2 0,14 4 0,11 2 0,9-1 0,2 0 0,-1-2 0,-5 0 0,-17-1-8191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39.628"/>
    </inkml:context>
    <inkml:brush xml:id="br0">
      <inkml:brushProperty name="width" value="0.05" units="cm"/>
      <inkml:brushProperty name="height" value="0.05" units="cm"/>
    </inkml:brush>
  </inkml:definitions>
  <inkml:trace contextRef="#ctx0" brushRef="#br0">11 180 24575,'-3'-9'0,"-1"-10"0,0-7 0,4-3 0,11 0 0,14 3 0,14 5 0,14 6 0,13 10 0,11 4 0,5 7 0,4 4 0,-13 1-8191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39.863"/>
    </inkml:context>
    <inkml:brush xml:id="br0">
      <inkml:brushProperty name="width" value="0.05" units="cm"/>
      <inkml:brushProperty name="height" value="0.05" units="cm"/>
    </inkml:brush>
  </inkml:definitions>
  <inkml:trace contextRef="#ctx0" brushRef="#br0">0 76 24575,'0'-3'0,"3"-4"0,4-1 0,5-3 0,5 2 0,7-2 0,6 1 0,6 3 0,5 2 0,3 2 0,-5 1-8191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41.376"/>
    </inkml:context>
    <inkml:brush xml:id="br0">
      <inkml:brushProperty name="width" value="0.05" units="cm"/>
      <inkml:brushProperty name="height" value="0.05" units="cm"/>
    </inkml:brush>
  </inkml:definitions>
  <inkml:trace contextRef="#ctx0" brushRef="#br0">29 36 24575,'0'-3'0,"-3"-5"0,-5 0 0,0-2 0,1 4 0,5 8 0,2 11 0,5 13 0,5 11 0,0 11 0,2 8 0,1 6 0,0 3 0,0-1 0,-2-2 0,-3-5 0,-3-10 0,-2-11-8191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41.624"/>
    </inkml:context>
    <inkml:brush xml:id="br0">
      <inkml:brushProperty name="width" value="0.05" units="cm"/>
      <inkml:brushProperty name="height" value="0.05" units="cm"/>
    </inkml:brush>
  </inkml:definitions>
  <inkml:trace contextRef="#ctx0" brushRef="#br0">18 483 24575,'-6'-27'0,"1"-1"0,-1-54 0,8-54 0,-2 117 0,1-10 0,5-30 0,-5 52 0,0 1 0,1-1 0,0 0 0,0 1 0,0-1 0,1 1 0,0 0 0,0-1 0,9-10 0,-9 14 0,-1 1 0,1-1 0,1 1 0,-1 0 0,0 0 0,0 0 0,1 0 0,-1 1 0,1-1 0,0 1 0,-1 0 0,1 0 0,0 0 0,0 1 0,-1-1 0,1 1 0,0 0 0,0 0 0,0 0 0,0 0 0,0 1 0,6 1 0,6 2 0,0 1 0,0 0 0,27 13 0,-19-6 0,0 1 0,42 30 0,-56-35 0,-1-1 0,0 1 0,0 1 0,-1-1 0,0 2 0,-1-1 0,1 1 0,10 21 0,-17-28 0,1 0 0,-1 1 0,0 0 0,0-1 0,0 1 0,0 0 0,-1-1 0,1 1 0,-1 0 0,0 0 0,0 0 0,0-1 0,-1 1 0,0 0 0,1 0 0,-1-1 0,-3 7 0,2-5 0,-1 1 0,-1-1 0,1 0 0,-1 0 0,0 0 0,0 0 0,0-1 0,-1 0 0,-9 8 0,-3-1 0,-1 0 0,0-2 0,0 0 0,-1-1 0,-30 9 0,12-7-455,-1-1 0,-67 5 0,59-11-6371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42.154"/>
    </inkml:context>
    <inkml:brush xml:id="br0">
      <inkml:brushProperty name="width" value="0.05" units="cm"/>
      <inkml:brushProperty name="height" value="0.05" units="cm"/>
    </inkml:brush>
  </inkml:definitions>
  <inkml:trace contextRef="#ctx0" brushRef="#br0">1 217 24575,'1'11'0,"0"0"0,2 0 0,-1 0 0,1-1 0,1 1 0,6 12 0,6 20 0,-3 1 0,-1 0 0,-3 1 0,-1 0 0,-2 1 0,0 50 0,-6-180 0,5-142 0,-2 176 0,1-30 0,18-102 0,-11 148 0,-11 34 0,0-1 0,0 1 0,0-1 0,1 1 0,-1-1 0,0 1 0,0-1 0,1 1 0,-1-1 0,0 1 0,1-1 0,-1 1 0,0-1 0,1 1 0,-1-1 0,0 1 0,1 0 0,-1-1 0,1 1 0,-1 0 0,1-1 0,-1 1 0,1 0 0,-1 0 0,1-1 0,-1 1 0,1 0 0,0 0 0,-1 0 0,1 0 0,-1 0 0,1 0 0,-1 0 0,1 0 0,0 0 0,-1 0 0,1 0 0,-1 0 0,1 0 0,-1 1 0,1-1 0,-1 0 0,1 0 0,-1 0 0,1 1 0,-1-1 0,1 0 0,-1 1 0,1-1 0,-1 0 0,1 1 0,0 0 0,2 4 0,1 0 0,-1 0 0,0 0 0,0 0 0,0 1 0,-1-1 0,0 1 0,2 7 0,10 52 0,-12-53 0,1 1 0,-1 0 0,-1 0 0,0 0 0,-1 0 0,-1 0 0,0 0 0,-3 18 0,2-23 0,-1 0 0,1 0 0,-1 0 0,-1 0 0,0-1 0,0 0 0,0 1 0,-1-2 0,0 1 0,0 0 0,0-1 0,-12 10 0,9-9 0,-1 0 0,0-1 0,0 0 0,0 0 0,-1-1 0,0 0 0,0-1 0,0 0 0,-1-1 0,-14 4 0,26-7 0,-1 0 0,0 0 0,0 0 0,0 0 0,0 0 0,0 0 0,0 0 0,0 0 0,0 0 0,0 0 0,0 0 0,0 0 0,1 0 0,-1 0 0,0 0 0,0 0 0,0 0 0,0 0 0,0 0 0,0 0 0,0 0 0,0 0 0,0 0 0,0 0 0,0 0 0,0 1 0,0-1 0,0 0 0,0 0 0,0 0 0,0 0 0,0 0 0,0 0 0,0 0 0,0 0 0,0 0 0,0 0 0,0 0 0,1 0 0,-1 1 0,-1-1 0,1 0 0,0 0 0,0 0 0,0 0 0,0 0 0,0 0 0,0 0 0,0 0 0,0 0 0,0 0 0,0 0 0,0 0 0,0 0 0,0 1 0,0-1 0,0 0 0,0 0 0,0 0 0,0 0 0,0 0 0,0 0 0,0 0 0,0 0 0,0 0 0,-1 0 0,1 0 0,11 6 0,15 5 0,42 19-341,-2 3 0,-2 2-1,78 58 1,-112-73-6485</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42.479"/>
    </inkml:context>
    <inkml:brush xml:id="br0">
      <inkml:brushProperty name="width" value="0.05" units="cm"/>
      <inkml:brushProperty name="height" value="0.05" units="cm"/>
    </inkml:brush>
  </inkml:definitions>
  <inkml:trace contextRef="#ctx0" brushRef="#br0">67 312 24575,'1'-57'0,"0"15"0,-6-62 0,5 102 0,0 0 0,-1 0 0,1 0 0,-1 0 0,1 0 0,-1 0 0,1 0 0,-1 0 0,0 0 0,0 0 0,0 1 0,0-1 0,-2-2 0,3 4 0,0 0 0,0 0 0,-1 0 0,1 0 0,0 0 0,0 0 0,0 0 0,-1 0 0,1 0 0,0 0 0,0 0 0,0 0 0,-1 0 0,1 0 0,0 0 0,0 0 0,0 0 0,-1 0 0,1 0 0,0 0 0,0 0 0,0 0 0,-1 0 0,1 0 0,0 0 0,0 0 0,0 0 0,-1 1 0,1-1 0,0 0 0,0 0 0,0 0 0,0 0 0,0 0 0,-1 1 0,1-1 0,0 0 0,0 0 0,-6 19 0,2 7 0,2 0 0,2 0 0,0 1 0,1-1 0,2 0 0,0 0 0,2 0 0,1-1 0,10 28 0,-12-42 0,0-1 0,1 1 0,0-1 0,1 0 0,0 0 0,0-1 0,1 1 0,12 11 0,-16-18 0,-1-1 0,1 1 0,0-1 0,0 0 0,0 0 0,0 0 0,0 0 0,0-1 0,0 1 0,1-1 0,-1 1 0,1-1 0,-1-1 0,1 1 0,-1 0 0,1-1 0,0 0 0,-1 1 0,1-2 0,0 1 0,-1 0 0,1-1 0,-1 1 0,1-1 0,-1 0 0,1 0 0,-1-1 0,1 1 0,-1-1 0,4-2 0,-1 0 0,0-1 0,0 0 0,0 0 0,0 0 0,-1-1 0,0 0 0,0 0 0,-1 0 0,0-1 0,0 0 0,0 1 0,-1-1 0,0-1 0,0 1 0,0 0 0,-1-1 0,-1 1 0,2-15 0,-1 3 0,0 0 0,-2 0 0,-1 0 0,0 0 0,-1 0 0,-7-28 0,5 31 0,-1 2 0,-1-1 0,0 1 0,0 0 0,-2 0 0,1 0 0,-2 1 0,0 1 0,-11-14 0,14 21 0,0-1 0,0 0 0,0 1 0,0 0 0,-1 1 0,0-1 0,0 1 0,-11-4 0,13 6 0,0 0 0,-1 1 0,1 0 0,-1 0 0,0 0 0,1 0 0,-1 1 0,0 0 0,1 0 0,-1 1 0,0 0 0,1 0 0,-6 1 0,6 0-114,0 0 1,0 0-1,1 0 0,-1 0 0,1 1 1,-1-1-1,1 1 0,0 0 0,0 1 1,0-1-1,-4 5 0,-9 15-6712</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42.687"/>
    </inkml:context>
    <inkml:brush xml:id="br0">
      <inkml:brushProperty name="width" value="0.05" units="cm"/>
      <inkml:brushProperty name="height" value="0.05" units="cm"/>
    </inkml:brush>
  </inkml:definitions>
  <inkml:trace contextRef="#ctx0" brushRef="#br0">57 72 24575,'-3'-7'0,"-1"-4"0,-3-7 0,-4-1 0,1 6 0,1 9 0,3 14 0,2 15 0,2 13 0,1 11 0,4 12 0,2 3 0,2 4 0,1 0 0,-2-5 0,-1-14-8191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42.919"/>
    </inkml:context>
    <inkml:brush xml:id="br0">
      <inkml:brushProperty name="width" value="0.05" units="cm"/>
      <inkml:brushProperty name="height" value="0.05" units="cm"/>
    </inkml:brush>
  </inkml:definitions>
  <inkml:trace contextRef="#ctx0" brushRef="#br0">0 34 24575,'1'-2'0,"0"0"0,0 0 0,0 0 0,1 0 0,-1 0 0,0 0 0,1 0 0,0 0 0,-1 1 0,1-1 0,0 1 0,0-1 0,0 1 0,0 0 0,0-1 0,0 1 0,0 0 0,0 0 0,0 1 0,1-1 0,2 0 0,-1 1 0,-1 0 0,1 0 0,-1 0 0,0 1 0,1 0 0,-1 0 0,1 0 0,-1 0 0,0 0 0,0 1 0,0-1 0,0 1 0,0 0 0,4 3 0,11 9 0,-1 1 0,0 1 0,-1 0 0,-1 1 0,20 29 0,58 101 0,-84-131 0,-6-12 0,72 140 0,-68-130 0,-2 1 0,0-1 0,0 1 0,-2 1 0,1-1 0,-2 1 0,0-1 0,-1 20 0,-1-29 12,-1-1-1,0 1 0,0 0 1,0 0-1,-1 0 1,0-1-1,0 1 0,0-1 1,0 1-1,-1-1 0,0 0 1,-1 0-1,1 0 1,-7 7-1,3-6 8,0 1 0,-1-1 0,1-1 0,-1 1 0,-1-1 0,1-1 0,-1 1 0,-10 3 0,-13 2-446,0-2 0,0-1 1,-65 6-1,-7-5-6399</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43.696"/>
    </inkml:context>
    <inkml:brush xml:id="br0">
      <inkml:brushProperty name="width" value="0.05" units="cm"/>
      <inkml:brushProperty name="height" value="0.05" units="cm"/>
    </inkml:brush>
  </inkml:definitions>
  <inkml:trace contextRef="#ctx0" brushRef="#br0">16 53 24575,'0'-1'0,"2"-36"0,4 23 0,-6 14 0,0 0 0,1 0 0,-1 0 0,1 0 0,-1 0 0,0 0 0,1 0 0,-1 0 0,0 0 0,1 0 0,-1 0 0,1 0 0,-1 0 0,0 0 0,1 0 0,-1 1 0,0-1 0,1 0 0,-1 0 0,0 0 0,1 1 0,-1-1 0,0 0 0,0 0 0,1 1 0,-1-1 0,0 0 0,0 1 0,1-1 0,-1 0 0,0 1 0,0-1 0,0 0 0,0 1 0,0-1 0,1 1 0,3 6 0,-1 0 0,0 0 0,0 1 0,0-1 0,-1 1 0,0 0 0,2 12 0,3 63 0,-6-61 0,-6 499 342,-51-1-2049,51-484-5119</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44.144"/>
    </inkml:context>
    <inkml:brush xml:id="br0">
      <inkml:brushProperty name="width" value="0.05" units="cm"/>
      <inkml:brushProperty name="height" value="0.05" units="cm"/>
    </inkml:brush>
  </inkml:definitions>
  <inkml:trace contextRef="#ctx0" brushRef="#br0">23 158 24575,'-21'-1'0,"21"1"0,0 0 0,0-1 0,0 1 0,1 0 0,-1 0 0,0 0 0,0 0 0,0 0 0,0 0 0,0 0 0,0 0 0,0 0 0,0 0 0,0 0 0,0 0 0,0 0 0,0 0 0,0-1 0,0 1 0,0 0 0,0 0 0,0 0 0,0 0 0,0 0 0,0 0 0,0 0 0,0 0 0,0 0 0,0 0 0,0-1 0,0 1 0,0 0 0,0 0 0,0 0 0,0 0 0,0 0 0,0 0 0,0 0 0,0 0 0,0 0 0,0 0 0,0 0 0,0 0 0,0 0 0,0-1 0,-1 1 0,1 0 0,0 0 0,0 0 0,0 0 0,0 0 0,0 0 0,0 0 0,0 0 0,0 0 0,0 0 0,0 0 0,0 0 0,-1 0 0,1 0 0,0 0 0,0 0 0,0 0 0,0 0 0,34-10 0,56-4 0,-1 4 0,98 2 0,-124 6 0,1069 13-2005,-42 1-132,-1059-13 2087,171-9-92,-162 6 209,0-2-1,72-19 1,-107 23 74,1 0-1,-1 0 1,0 0 0,1-1 0,-1 0-1,-1 0 1,9-6 0,-12 8-97,-1 1 1,1-1-1,-1 1 1,1-1-1,-1 1 0,1-1 1,-1 0-1,0 1 1,1-1-1,-1 1 0,0-1 1,1 0-1,-1 1 1,0-1-1,0 0 1,0 0-1,0 1 0,0-1 1,0 0-1,0 1 1,0-1-1,0 0 0,0 1 1,0-2-1,-1 0 10,0 1 1,0 0-1,0 0 0,0 0 0,0-1 0,0 1 0,0 0 1,0 0-1,0 1 0,-1-1 0,1 0 0,0 0 0,-1 0 1,1 1-1,0-1 0,-3 0 0,-10-3 150,-1 0 0,1 1 0,-30-3 0,17 3-1408,-13-3-5622</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44.424"/>
    </inkml:context>
    <inkml:brush xml:id="br0">
      <inkml:brushProperty name="width" value="0.05" units="cm"/>
      <inkml:brushProperty name="height" value="0.05" units="cm"/>
    </inkml:brush>
  </inkml:definitions>
  <inkml:trace contextRef="#ctx0" brushRef="#br0">0 94 24575,'0'-93'0,"15"155"0,34 195 125,41 245 43,-39 3-1826,-49-436-5168</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44.862"/>
    </inkml:context>
    <inkml:brush xml:id="br0">
      <inkml:brushProperty name="width" value="0.05" units="cm"/>
      <inkml:brushProperty name="height" value="0.05" units="cm"/>
    </inkml:brush>
  </inkml:definitions>
  <inkml:trace contextRef="#ctx0" brushRef="#br0">185 197 24575,'0'-3'0,"0"-1"0,0 1 0,-1 0 0,1-1 0,-1 1 0,0 0 0,0 0 0,0 0 0,-3-5 0,4 7 0,0 1 0,-1-1 0,1 1 0,0-1 0,-1 1 0,1-1 0,-1 1 0,1-1 0,-1 1 0,1-1 0,-1 1 0,0 0 0,1-1 0,-1 1 0,1 0 0,-1 0 0,0-1 0,1 1 0,-1 0 0,0 0 0,1 0 0,-1 0 0,0 0 0,1 0 0,-1 0 0,0 0 0,1 0 0,-1 0 0,0 0 0,1 0 0,-1 0 0,0 1 0,1-1 0,-1 0 0,1 0 0,-1 1 0,0-1 0,1 0 0,-1 1 0,1-1 0,-1 1 0,1-1 0,-1 1 0,1-1 0,-1 1 0,1-1 0,0 1 0,-1-1 0,1 1 0,-1 0 0,-14 17 0,6-5 0,-1-2 0,-12 12 0,19-21 0,1 0 0,0 0 0,0 0 0,-1-1 0,0 1 0,1-1 0,-1 1 0,0-1 0,1 0 0,-1 0 0,0 0 0,0 0 0,0 0 0,0-1 0,0 0 0,-5 1 0,6-1 0,1-1 0,-1 1 0,0 0 0,1-1 0,-1 1 0,1-1 0,-1 0 0,1 1 0,-1-1 0,1 0 0,-1 0 0,1 0 0,0 0 0,0 0 0,-1 0 0,1 0 0,0-1 0,0 1 0,-1-2 0,0 0 0,1 0 0,-1 0 0,1 0 0,0 0 0,0-1 0,0 1 0,0 0 0,0-7 0,1 1 0,0-1 0,0 1 0,1 0 0,0 0 0,0 0 0,4-11 0,-2 11 0,1-1 0,0 1 0,0 0 0,1 0 0,0 1 0,1-1 0,-1 1 0,11-11 0,-13 16 0,-1 1 0,1-1 0,0 1 0,-1 0 0,1 0 0,0 0 0,0 0 0,1 0 0,-1 1 0,0-1 0,1 1 0,-1 0 0,1 0 0,-1 0 0,1 0 0,-1 1 0,1 0 0,-1-1 0,1 1 0,0 0 0,-1 1 0,1-1 0,-1 1 0,1-1 0,-1 1 0,6 2 0,-2 0 34,-1 1-1,1 0 0,-1 0 1,1 0-1,-1 1 1,0 0-1,-1 0 0,1 1 1,5 7-1,6 9-567,16 28 0,-25-37-97,22 35-6195</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45.634"/>
    </inkml:context>
    <inkml:brush xml:id="br0">
      <inkml:brushProperty name="width" value="0.05" units="cm"/>
      <inkml:brushProperty name="height" value="0.05" units="cm"/>
    </inkml:brush>
  </inkml:definitions>
  <inkml:trace contextRef="#ctx0" brushRef="#br0">7 20 24575,'-7'-2'0,"11"-2"0,13-3 0,32 2 0,0 3 0,83 8 0,-68-3 0,592 33-704,372 15-1768,5-32 1243,-915-20 4180,-122 2-2879,1 0 0,-1 0 0,0 1-1,1-1 1,0 1 0,-1 0 0,1 0 0,0 0 0,0 1-1,0-1 1,0 1 0,1 0 0,-4 3 0,0 1 2,0 0 1,0 1 0,0-1 0,1 1-1,-6 14 1,5-6-75,1 1 0,0 0 0,1 0 0,-2 22 0,-1 72 0,6-96 0,-1 134 0,26 224 0,59 144 0,-72-464-1365,-4-12-5461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48.444"/>
    </inkml:context>
    <inkml:brush xml:id="br0">
      <inkml:brushProperty name="width" value="0.05" units="cm"/>
      <inkml:brushProperty name="height" value="0.05" units="cm"/>
    </inkml:brush>
  </inkml:definitions>
  <inkml:trace contextRef="#ctx0" brushRef="#br0">35 130 24575,'0'-130'0,"14"336"0,-4-92 0,1 68 0,-9 0 0,-26 233 0,-19-61 0,42-343 0,-1-2 0,1 1 0,0 0 0,1 0 0,2 17 0,-2-25 0,0-1 0,0 1 0,1-1 0,-1 1 0,1-1 0,-1 0 0,1 1 0,-1-1 0,1 0 0,0 1 0,-1-1 0,1 0 0,0 0 0,0 0 0,0 0 0,0 0 0,0 0 0,0 0 0,0 0 0,0 0 0,1 0 0,-1 0 0,0-1 0,1 1 0,-1-1 0,0 1 0,1-1 0,-1 1 0,0-1 0,1 0 0,-1 1 0,1-1 0,-1 0 0,1 0 0,-1 0 0,1 0 0,-1-1 0,0 1 0,3-1 0,29-6 0,51-19 0,-12 2 0,34-2-341,186-23 0,116 16-455,-358 29 781,1695-71-7539,5 46 4706,-1326 24 3329,8 0-386,1163-34-1219,-1517 36 1688,10-1 1214,139-23-1,-220 26-1675,0-1-1,0 0 0,0 0 0,7-4 0,0-6-474</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49.249"/>
    </inkml:context>
    <inkml:brush xml:id="br0">
      <inkml:brushProperty name="width" value="0.05" units="cm"/>
      <inkml:brushProperty name="height" value="0.05" units="cm"/>
    </inkml:brush>
  </inkml:definitions>
  <inkml:trace contextRef="#ctx0" brushRef="#br0">200 292 24575,'-53'-17'0,"-62"-29"0,112 45 0,0 0 0,1-1 0,-1 1 0,1-1 0,-1 1 0,1-1 0,0 0 0,-1 0 0,1 0 0,0 0 0,-2-4 0,4 6 0,0-1 0,-1 1 0,1 0 0,0-1 0,0 1 0,0 0 0,0-1 0,0 1 0,0-1 0,0 1 0,0 0 0,0-1 0,0 1 0,0-1 0,0 1 0,0 0 0,0-1 0,1 1 0,-1 0 0,0-1 0,0 1 0,0 0 0,1-1 0,-1 1 0,0 0 0,0-1 0,1 1 0,-1 0 0,0 0 0,1-1 0,1 0 0,0 0 0,0-1 0,0 2 0,0-1 0,0 0 0,0 0 0,1 1 0,3-2 0,71-7 0,107-2 0,-80 8 0,4346-144-13883,-3045 133 13222,-704 20 1251,-3 17 3432,-667-22-3939,165 16 4416,-193-17-4172,0 1 1,1-1-1,-1 1 0,1 0 0,-1 0 1,0 0-1,4 3 0,-7-4-285,0 0 0,1 0 0,-1 0 0,0 0-1,0 0 1,0 0 0,0 1 0,1-1 0,-1 0-1,0 0 1,0 0 0,0 0 0,0 1 0,0-1-1,0 0 1,0 0 0,0 0 0,0 1 0,1-1-1,-1 0 1,0 0 0,0 1 0,0-1 0,0 0-1,0 0 1,0 0 0,0 1 0,0-1 0,-1 0 0,1 0-1,0 0 1,0 1 0,0-1 0,0 0 0,0 1-1,-13 8 572,2-4-564,-9 5 138,-31 19 0,44-23-163,0-1-1,1 1 1,0 0 0,0 0 0,0 0 0,1 1 0,-8 12 0,4-4-24,2 1 0,0 0 0,0 1 0,2-1 0,0 1 0,-5 34 0,4-2 0,1 60 0,7-31 0,11 89 0,25 77 0,-6-36 0,-9-33 0,-1 244 0,-22-411 0,0 11 0,-1 0 0,-4 26 0,4-41 0,1 0 0,-1-1 0,0 1 0,-1 0 0,1 0 0,-1-1 0,1 1 0,-1-1 0,0 1 0,0-1 0,-1 0 0,1 0 0,-1 0 0,1 0 0,-1 0 0,0-1 0,-5 5 0,5-6 16,1 0 0,-1 0 0,0-1 0,1 1 0,-1 0-1,0-1 1,1 0 0,-1 0 0,0 1 0,0-2 0,1 1 0,-1 0 0,0 0-1,0-1 1,1 0 0,-1 1 0,0-1 0,1 0 0,-1 0 0,-3-3 0,-6-2-366,1-1 0,-21-16 0,24 16-299,-27-21-6177</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50.584"/>
    </inkml:context>
    <inkml:brush xml:id="br0">
      <inkml:brushProperty name="width" value="0.05" units="cm"/>
      <inkml:brushProperty name="height" value="0.05" units="cm"/>
    </inkml:brush>
  </inkml:definitions>
  <inkml:trace contextRef="#ctx0" brushRef="#br0">151 26 24575,'-21'-19'0,"12"13"0,10 7 0,15 18 0,-1 0 0,-1 0 0,-1 1 0,13 26 0,-10-17 0,-14-27 0,77 145 0,-69-125 0,-2-1 0,0 2 0,-1-1 0,-1 1 0,3 24 0,-8-41 0,0 0 0,-1 0 0,0 0 0,0-1 0,-1 1 0,1 0 0,-1 0 0,0-1 0,-1 1 0,1-1 0,-1 1 0,-1-1 0,1 1 0,-1-1 0,1 0 0,-1 0 0,-5 5 0,4-5 0,-1 0 0,0-1 0,0 0 0,-1 0 0,1 0 0,-1 0 0,0-1 0,0 0 0,0 0 0,0-1 0,-1 0 0,1 0 0,-1 0 0,-9 1 0,1-1 0,-1-1 0,1 0 0,0-1 0,-1-1 0,-23-4 0,31 4 0,0-1 0,1 0 0,-1 0 0,1-1 0,-1 0 0,1 0 0,0-1 0,0 1 0,0-1 0,1-1 0,-1 0 0,-8-8 0,14 12 0,0 0 0,1 1 0,-1-1 0,0 0 0,0 0 0,1 0 0,-1 0 0,0 0 0,1 0 0,-1 0 0,1 0 0,0 0 0,-1-1 0,1 1 0,0 0 0,-1 0 0,1 0 0,0 0 0,0-1 0,0 1 0,0 0 0,0 0 0,1 0 0,-1-1 0,0 1 0,0 0 0,1 0 0,-1 0 0,1 0 0,-1 0 0,1 0 0,-1 0 0,1 0 0,0 0 0,-1 0 0,1 0 0,0 0 0,0 0 0,0 0 0,0 1 0,1-2 0,3-1 0,0 0 0,0 0 0,0 0 0,0 1 0,0 0 0,1 0 0,8-2 0,34-4 0,0 2 0,1 2 0,91 5 0,-32 1 0,-44-4-1365,-10-1-5461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50.754"/>
    </inkml:context>
    <inkml:brush xml:id="br0">
      <inkml:brushProperty name="width" value="0.05" units="cm"/>
      <inkml:brushProperty name="height" value="0.05" units="cm"/>
    </inkml:brush>
  </inkml:definitions>
  <inkml:trace contextRef="#ctx0" brushRef="#br0">85 258 24575,'-9'-6'0,"-10"-9"0,-4-10 0,1-8 0,11-1 0,17-2 0,19 3 0,22 7 0,18 4 0,17 7 0,13 5 0,7 8 0,1 7 0,-8 6 0,-10 1 0,-17 2 0,-20-2-8191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51.004"/>
    </inkml:context>
    <inkml:brush xml:id="br0">
      <inkml:brushProperty name="width" value="0.05" units="cm"/>
      <inkml:brushProperty name="height" value="0.05" units="cm"/>
    </inkml:brush>
  </inkml:definitions>
  <inkml:trace contextRef="#ctx0" brushRef="#br0">0 52 24575,'0'-3'0,"3"-1"0,5 0 0,6 1 0,7-2 0,10-1 0,9 1 0,10-1 0,6 0 0,6 0 0,-7 3-8191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51.624"/>
    </inkml:context>
    <inkml:brush xml:id="br0">
      <inkml:brushProperty name="width" value="0.05" units="cm"/>
      <inkml:brushProperty name="height" value="0.05" units="cm"/>
    </inkml:brush>
  </inkml:definitions>
  <inkml:trace contextRef="#ctx0" brushRef="#br0">432 187 24575,'22'-23'0,"-2"-1"0,0-1 0,26-44 0,-46 68 0,1 0 0,0 0 0,-1 0 0,1 0 0,-1 0 0,1-1 0,-1 1 0,0 0 0,1 0 0,-1 0 0,0-1 0,0 1 0,0 0 0,0-1 0,0 1 0,0 0 0,0 0 0,0-1 0,0 1 0,-1 0 0,1 0 0,0 0 0,-1-2 0,0 2 0,0 0 0,-1 0 0,1 0 0,0 0 0,0 0 0,-1 0 0,1 0 0,0 0 0,-1 0 0,1 1 0,-1-1 0,1 1 0,0-1 0,-1 1 0,-2-1 0,-8 0 0,1 0 0,0 0 0,0 2 0,-12 0 0,21 0 0,-35 2 0,1 2 0,0 2 0,0 1 0,0 1 0,1 3 0,1 0 0,0 3 0,-32 18 0,61-30 0,0-1 0,1 2 0,-1-1 0,1 1 0,0-1 0,0 1 0,0 0 0,1 1 0,-1-1 0,-4 8 0,7-10 0,1 0 0,-1 0 0,0 0 0,1 1 0,-1-1 0,1 0 0,0 0 0,0 0 0,0 0 0,0 0 0,0 1 0,0-1 0,1 0 0,-1 0 0,1 0 0,-1 0 0,1 0 0,0 0 0,-1 0 0,1 0 0,1 0 0,-1 0 0,0 0 0,0-1 0,0 1 0,1 0 0,-1-1 0,1 1 0,3 1 0,6 7 0,1-1 0,1-1 0,0 0 0,0 0 0,16 6 0,77 25 0,-78-29 0,44 14 0,-39-15 0,-1 2 0,0 1 0,42 23 0,-71-34 0,-1 1 0,0-1 0,1 1 0,-1 0 0,0-1 0,0 1 0,0 0 0,0 0 0,0 1 0,0-1 0,2 4 0,-4-5 0,0 0 0,1 0 0,-1 1 0,0-1 0,0 0 0,0 0 0,0 0 0,-1 0 0,1 0 0,0 0 0,0 0 0,-1 0 0,1 0 0,0 0 0,-1 0 0,1 0 0,-1 0 0,1 0 0,-1 0 0,0-1 0,1 1 0,-1 0 0,0 0 0,0-1 0,1 1 0,-1 0 0,0-1 0,0 1 0,0 0 0,0-1 0,0 1 0,0-1 0,-1 1 0,-12 6 0,0-1 0,-1 0 0,1-1 0,-1-1 0,-22 4 0,-84 8 0,98-14 0,-29 3-455,1-2 0,-83-6 0,79-4-6371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51.968"/>
    </inkml:context>
    <inkml:brush xml:id="br0">
      <inkml:brushProperty name="width" value="0.05" units="cm"/>
      <inkml:brushProperty name="height" value="0.05" units="cm"/>
    </inkml:brush>
  </inkml:definitions>
  <inkml:trace contextRef="#ctx0" brushRef="#br0">32 73 24575,'20'-1'0,"1"0"0,0-2 0,38-10 0,-43 7 0,-13 1 0,-5 4 0,1 1 0,0-1 0,0 1 0,-1-1 0,1 1 0,0-1 0,-1 1 0,1 0 0,0 0 0,-1 0 0,1 0 0,0 0 0,-1 0 0,1 0 0,0 0 0,-3 1 0,-5 1 0,-1-1 0,1 2 0,-1-1 0,1 1 0,0 1 0,0 0 0,1 0 0,-1 1 0,-14 10 0,19-12 0,1 0 0,0 0 0,0 0 0,0 0 0,0 0 0,0 1 0,1-1 0,-1 1 0,1 0 0,0 0 0,0 0 0,1 0 0,-1 0 0,1 0 0,0 0 0,0 0 0,0 1 0,1-1 0,-1 0 0,1 1 0,0-1 0,0 0 0,1 1 0,0 4 0,1-1 0,0-1 0,0 0 0,0 0 0,1 0 0,0 0 0,1 0 0,-1 0 0,1-1 0,1 0 0,-1 0 0,1 0 0,11 10 0,-8-9 0,1 0 0,0-1 0,0 0 0,0-1 0,1 0 0,0 0 0,0-1 0,15 4 0,-8-4 0,1 0 0,-1-1 0,1-1 0,0-1 0,-1-1 0,1 0 0,0-1 0,-1-1 0,1 0 0,32-10 0,-41 9 0,0-1 0,0 0 0,0 0 0,0-1 0,-1 0 0,0-1 0,0 0 0,-1 0 0,1 0 0,-1-1 0,-1 0 0,11-15 0,-13 18 0,-1-1 0,-1 0 0,1 0 0,-1 0 0,1 0 0,-1-1 0,-1 1 0,1-1 0,-1 1 0,0-1 0,0 0 0,-1 1 0,0-1 0,0 0 0,0 1 0,0-1 0,-1 0 0,0 1 0,0-1 0,-1 1 0,1-1 0,-1 1 0,-3-6 0,1 4 13,0 0 1,0 1-1,-1-1 0,0 1 0,0 0 0,0 0 0,-1 1 0,0-1 0,0 1 1,0 0-1,-1 1 0,-8-5 0,4 3 8,-1 1 1,1 1-1,-1 0 0,0 1 1,1 0-1,-2 0 0,-18 0 1,16 2-144,0 0 0,0 2 0,0 0 0,1 0 0,-1 1 0,0 1 0,1 1 0,-1 0 0,1 1 1,0 0-1,0 1 0,1 1 0,-19 12 0,2 5-6704</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57.548"/>
    </inkml:context>
    <inkml:brush xml:id="br0">
      <inkml:brushProperty name="width" value="0.05" units="cm"/>
      <inkml:brushProperty name="height" value="0.05" units="cm"/>
    </inkml:brush>
  </inkml:definitions>
  <inkml:trace contextRef="#ctx0" brushRef="#br0">1 103 24575,'0'-6'0,"1"0"0,0 1 0,0-1 0,0 1 0,1-1 0,0 1 0,0-1 0,0 1 0,6-9 0,-7 11 0,1 0 0,0 1 0,-1-1 0,1 1 0,0-1 0,1 1 0,-1 0 0,0 0 0,0 0 0,1 0 0,-1 0 0,1 0 0,0 1 0,0 0 0,-1-1 0,1 1 0,0 0 0,0 0 0,4 0 0,-5 1 0,-1 0 0,0 0 0,1 0 0,-1 0 0,0 0 0,1 1 0,-1-1 0,0 1 0,0-1 0,1 1 0,-1-1 0,0 1 0,0 0 0,0-1 0,0 1 0,0 0 0,0 0 0,0 0 0,0 0 0,0 0 0,0 0 0,0 0 0,-1 0 0,1 0 0,0 0 0,-1 1 0,1-1 0,-1 0 0,1 0 0,-1 2 0,2 5 0,0 0 0,0 0 0,0 15 0,-2-20 0,2 34 0,-2-1 0,-7 66 0,-23 73 0,4-27 0,23-132 47,0 5-400,0 0 0,2 0 0,1 29 0,3-29-6473</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57.717"/>
    </inkml:context>
    <inkml:brush xml:id="br0">
      <inkml:brushProperty name="width" value="0.05" units="cm"/>
      <inkml:brushProperty name="height" value="0.05" units="cm"/>
    </inkml:brush>
  </inkml:definitions>
  <inkml:trace contextRef="#ctx0" brushRef="#br0">0 315 24575,'12'-51'0,"19"-72"0,-25 102 0,1 1 0,2-1 0,16-29 0,-24 47 0,1 1 0,-1 0 0,1-1 0,0 1 0,0 0 0,0 0 0,0 0 0,0 0 0,0 0 0,1 0 0,2-1 0,-4 3 0,0-1 0,0 1 0,0 0 0,0 0 0,0-1 0,0 1 0,0 0 0,0 0 0,0 0 0,0 0 0,0 0 0,0 1 0,0-1 0,0 0 0,0 0 0,0 1 0,0-1 0,0 0 0,0 1 0,0-1 0,0 1 0,0-1 0,0 1 0,0 0 0,-1-1 0,1 1 0,0 0 0,0 0 0,-1 0 0,1-1 0,0 1 0,0 2 0,5 8 0,0 1 0,0 0 0,-1 1 0,-1-1 0,0 1 0,-1 0 0,0 0 0,1 18 0,0-6 0,18 130-682,4 225-1,-25-311-6143</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57.917"/>
    </inkml:context>
    <inkml:brush xml:id="br0">
      <inkml:brushProperty name="width" value="0.05" units="cm"/>
      <inkml:brushProperty name="height" value="0.05" units="cm"/>
    </inkml:brush>
  </inkml:definitions>
  <inkml:trace contextRef="#ctx0" brushRef="#br0">42 15 24575,'-7'-3'0,"-4"-1"0,-4 0 0,7 0 0,14 5 0,15 2 0,20 0 0,19 0 0,15 0 0,9-2 0,8 0 0,2 0 0,-1-1 0,-11 0 0,-19 0-8191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58.072"/>
    </inkml:context>
    <inkml:brush xml:id="br0">
      <inkml:brushProperty name="width" value="0.05" units="cm"/>
      <inkml:brushProperty name="height" value="0.05" units="cm"/>
    </inkml:brush>
  </inkml:definitions>
  <inkml:trace contextRef="#ctx0" brushRef="#br0">117 8 24575,'-13'3'0,"-13"5"0,-8 3 0,4 0 0,17-2 0,20-2 0,21-6 0,22-2 0,21-5 0,17-2 0,12-1 0,9-3 0,3 0 0,-16 3-8191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58.724"/>
    </inkml:context>
    <inkml:brush xml:id="br0">
      <inkml:brushProperty name="width" value="0.05" units="cm"/>
      <inkml:brushProperty name="height" value="0.05" units="cm"/>
    </inkml:brush>
  </inkml:definitions>
  <inkml:trace contextRef="#ctx0" brushRef="#br0">0 167 24575,'2'1'0,"0"-1"0,0 1 0,1-1 0,-1 1 0,0 0 0,0 0 0,0 0 0,-1 0 0,1 0 0,0 0 0,0 1 0,0-1 0,1 3 0,20 21 0,-15-13 0,0 0 0,-2 0 0,1 1 0,-2 0 0,0 0 0,0 0 0,-1 1 0,-1-1 0,0 1 0,1 17 0,0 21 0,-4 73 0,-1-82 0,0-32 0,2-3 0,-1-1 0,-1 0 0,1 1 0,-1-1 0,-1 0 0,-3 15 0,2-19 0,2-10 0,3-13 0,19-215 0,-21 191 0,-2 1 0,-1-1 0,-14-61 0,-16-19 0,33 122 0,-1 0 0,1 1 0,0-1 0,-1 0 0,1 1 0,0-1 0,0 0 0,0 0 0,1 1 0,-1-1 0,0 0 0,1 1 0,-1-1 0,1 0 0,-1 1 0,1-1 0,0 1 0,0-1 0,1-2 0,0 3 0,-1 0 0,1 0 0,-1 0 0,0 0 0,1 0 0,-1 1 0,1-1 0,0 0 0,-1 1 0,1 0 0,0-1 0,-1 1 0,1 0 0,0-1 0,-1 1 0,4 1 0,6 0 0,0 0 0,0 1 0,1 1 0,18 7 0,-22-8 0,44 14 0,43 15 0,-83-26 0,0 0 0,0 1 0,-1 0 0,0 1 0,14 11 0,-23-17 0,1 1 0,-1 0 0,0 0 0,0 0 0,-1 1 0,1-1 0,0 0 0,-1 1 0,2 3 0,-2-5 0,-1 0 0,0 1 0,1-1 0,-1 0 0,0 0 0,0 1 0,0-1 0,0 0 0,0 1 0,0-1 0,0 0 0,0 0 0,0 1 0,-1-1 0,0 2 0,-1 1 0,-1 1 0,0-1 0,0 0 0,0 0 0,-1 0 0,1-1 0,-1 1 0,-5 3 0,6-5 0,-1 1 0,1 0 0,0 0 0,0 0 0,0 0 0,0 0 0,0 1 0,1-1 0,0 1 0,-1-1 0,1 1 0,1 0 0,-3 6 0,4-9 0,0 1 0,0-1 0,0 0 0,0 0 0,0 0 0,1 0 0,-1 0 0,0 0 0,1 0 0,-1 0 0,1 0 0,-1 0 0,1 0 0,-1 0 0,1 0 0,0 0 0,0 0 0,-1 0 0,1-1 0,0 1 0,0 0 0,0 0 0,0-1 0,0 1 0,1 0 0,32 13 0,-21-10 0,-4 0 0,0 1 0,0-1 0,-1 1 0,0 1 0,0-1 0,0 1 0,-1 1 0,1-1 0,-1 2 0,-1-1 0,0 0 0,9 15 0,-12-18 0,-1 1 0,0-1 0,0 0 0,0 1 0,-1 0 0,1-1 0,-1 1 0,-1 0 0,1 0 0,0 0 0,-1 0 0,0-1 0,0 1 0,-1 0 0,1 0 0,-1 0 0,0 0 0,0-1 0,-1 1 0,0 0 0,1-1 0,-1 1 0,-1-1 0,1 0 0,-1 0 0,1 0 0,-5 5 0,-2 1-136,-1-1-1,0 0 1,-1 0-1,1-1 1,-2 0-1,1-1 1,-1 0-1,0-1 0,-25 9 1,0-2-6690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59.145"/>
    </inkml:context>
    <inkml:brush xml:id="br0">
      <inkml:brushProperty name="width" value="0.05" units="cm"/>
      <inkml:brushProperty name="height" value="0.05" units="cm"/>
    </inkml:brush>
  </inkml:definitions>
  <inkml:trace contextRef="#ctx0" brushRef="#br0">0 177 24575,'13'-3'0,"-13"3"0,0 0 0,0 0 0,0 0 0,0 0 0,0 0 0,0 0 0,0 0 0,0 0 0,0 1 0,0-1 0,0 0 0,0 0 0,0 0 0,-1 0 0,1 0 0,0 0 0,0 0 0,0 0 0,1 0 0,-1 0 0,0 0 0,0 0 0,0 0 0,0 0 0,0 0 0,0 0 0,0 0 0,0 0 0,0 1 0,0-1 0,0 0 0,0 0 0,0 0 0,0 0 0,0 0 0,0 0 0,0 0 0,0 0 0,0 0 0,0 0 0,0 0 0,0 0 0,0 0 0,0 0 0,0 0 0,0 0 0,1 0 0,-5 14 0,1 0 0,1 0 0,1 0 0,1 0 0,0 0 0,0 1 0,1-1 0,6 26 0,5 5 0,17 44 0,-24-73 0,5 6 0,-5-20 0,-3-14 0,1-55 0,-2 13 0,3 1 0,12-66 0,-12 98 0,1 1 0,1 0 0,0 0 0,1 0 0,2 1 0,19-35 0,-27 52 0,0 1 0,0-1 0,1 1 0,-1-1 0,0 1 0,0-1 0,1 1 0,-1 0 0,1-1 0,-1 1 0,1 0 0,0 0 0,-1 0 0,1 1 0,0-1 0,0 0 0,0 1 0,0-1 0,-1 1 0,1-1 0,0 1 0,3 0 0,-3 0 0,0 1 0,1 0 0,-1 0 0,0-1 0,1 2 0,-1-1 0,0 0 0,0 0 0,0 1 0,0-1 0,0 1 0,-1-1 0,1 1 0,0 0 0,-1 0 0,1 0 0,1 3 0,19 31 0,-2 1 0,18 44 0,0-1 0,75 123-1365,-91-170-5461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59.299"/>
    </inkml:context>
    <inkml:brush xml:id="br0">
      <inkml:brushProperty name="width" value="0.05" units="cm"/>
      <inkml:brushProperty name="height" value="0.05" units="cm"/>
    </inkml:brush>
  </inkml:definitions>
  <inkml:trace contextRef="#ctx0" brushRef="#br0">12 96 24575,'-3'-4'0,"-1"-6"0,0-6 0,4 1 0,8-1 0,9 3 0,11 3 0,10 4 0,12 2 0,8 3 0,6 1 0,3 0 0,3 1 0,-11-1-8191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59.627"/>
    </inkml:context>
    <inkml:brush xml:id="br0">
      <inkml:brushProperty name="width" value="0.05" units="cm"/>
      <inkml:brushProperty name="height" value="0.05" units="cm"/>
    </inkml:brush>
  </inkml:definitions>
  <inkml:trace contextRef="#ctx0" brushRef="#br0">287 107 24575,'-29'-39'0,"23"29"0,-1 0 0,0 1 0,-10-10 0,15 17 0,0 0 0,0 0 0,0 1 0,0-1 0,0 1 0,0-1 0,-1 1 0,1 0 0,-1 0 0,1 0 0,-1 0 0,1 0 0,-1 0 0,0 1 0,1 0 0,-1-1 0,0 1 0,-3 0 0,-5 2 0,1 1 0,0 0 0,0 0 0,0 1 0,0 1 0,1-1 0,0 1 0,0 1 0,0 0 0,0 0 0,1 1 0,0 0 0,0 0 0,1 1 0,0 0 0,-8 12 0,13-18 0,1 1 0,-1-1 0,1 0 0,0 1 0,0-1 0,0 1 0,0-1 0,0 1 0,1 0 0,-1-1 0,1 1 0,-1 0 0,1-1 0,0 1 0,0 0 0,0-1 0,1 1 0,-1 0 0,2 3 0,-1-2 0,1 1 0,0-2 0,0 1 0,1 0 0,-1 0 0,1-1 0,0 1 0,0-1 0,0 0 0,7 6 0,7 3 0,0-1 0,1-1 0,0-1 0,21 9 0,-33-16 0,85 32 0,-62-25 0,-1 1 0,-1 2 0,43 23 0,-69-35 0,1 1 0,-1 0 0,0 0 0,1 0 0,-1 0 0,0 0 0,1 0 0,-1 0 0,0 0 0,0 1 0,0-1 0,0 0 0,0 1 0,0-1 0,0 1 0,-1-1 0,1 1 0,-1-1 0,2 4 0,-2-4 0,-1 0 0,1 0 0,0 0 0,-1 1 0,1-1 0,-1 0 0,1 0 0,-1 0 0,1 0 0,-1-1 0,0 1 0,1 0 0,-1 0 0,0 0 0,0 0 0,0-1 0,0 1 0,1 0 0,-1-1 0,0 1 0,-2 0 0,-7 4 0,0-1 0,0-1 0,-1 1 0,-15 2 0,-24 2-682,-65 3-1,63-8-6143</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39:59.823"/>
    </inkml:context>
    <inkml:brush xml:id="br0">
      <inkml:brushProperty name="width" value="0.05" units="cm"/>
      <inkml:brushProperty name="height" value="0.05" units="cm"/>
    </inkml:brush>
  </inkml:definitions>
  <inkml:trace contextRef="#ctx0" brushRef="#br0">1 1 24575,'1'0'0,"1"0"0,-1 0 0,1 1 0,0-1 0,-1 1 0,1-1 0,-1 1 0,0-1 0,1 1 0,-1 0 0,1 0 0,-1-1 0,0 1 0,0 0 0,1 0 0,-1 0 0,0 1 0,0-1 0,0 0 0,0 0 0,0 0 0,-1 1 0,1-1 0,0 1 0,0-1 0,-1 0 0,1 1 0,-1-1 0,0 1 0,1 0 0,-1 1 0,2 8 0,-1-1 0,0 1 0,-1 17 0,0-15 0,1 16 101,1 0 0,12 54 0,24 56-538,-17-67-794,-14-43-5595</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00.072"/>
    </inkml:context>
    <inkml:brush xml:id="br0">
      <inkml:brushProperty name="width" value="0.05" units="cm"/>
      <inkml:brushProperty name="height" value="0.05" units="cm"/>
    </inkml:brush>
  </inkml:definitions>
  <inkml:trace contextRef="#ctx0" brushRef="#br0">181 26 24575,'1'0'0,"0"-1"0,-1 0 0,1 1 0,0-1 0,-1 0 0,1 1 0,-1-1 0,0 0 0,1 0 0,-1 1 0,1-1 0,-1 0 0,0 0 0,0 0 0,1 0 0,-1-1 0,0 1 0,0 1 0,0-1 0,0 1 0,-1 0 0,1-1 0,0 1 0,0-1 0,0 1 0,-1-1 0,1 1 0,0 0 0,0-1 0,-1 1 0,1 0 0,0-1 0,-1 1 0,1 0 0,0-1 0,-1 1 0,1 0 0,-1 0 0,0-1 0,-1 1 0,1-1 0,-1 0 0,0 1 0,0 0 0,1-1 0,-1 1 0,0 0 0,0 0 0,0 0 0,0 0 0,1 1 0,-1-1 0,0 0 0,0 1 0,-2 0 0,-6 4 0,0 1 0,0 0 0,0 1 0,0-1 0,1 2 0,0 0 0,1 0 0,0 0 0,0 1 0,1 0 0,0 1 0,0-1 0,1 1 0,0 1 0,1-1 0,0 1 0,1 0 0,-6 22 0,9-27 0,1-1 0,-1 0 0,1 1 0,0-1 0,0 0 0,1 1 0,-1-1 0,1 0 0,0 1 0,1-1 0,-1 0 0,1 0 0,0 0 0,4 6 0,-2-4 0,1 0 0,0 0 0,1 0 0,0-1 0,0 0 0,0 0 0,0 0 0,10 5 0,3 1 0,0-1 0,1-1 0,1 0 0,0-2 0,43 12 0,9-5-1365,-6-5-5461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02.224"/>
    </inkml:context>
    <inkml:brush xml:id="br0">
      <inkml:brushProperty name="width" value="0.05" units="cm"/>
      <inkml:brushProperty name="height" value="0.05" units="cm"/>
    </inkml:brush>
  </inkml:definitions>
  <inkml:trace contextRef="#ctx0" brushRef="#br0">1 0 24575,'20'174'0,"-5"-63"0,61 1147 0,-76-1232 0,-1-12 0,1-1 0,0 0 0,1 0 0,1 0 0,0 1 0,5 18 0,-4-31-1365</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02.735"/>
    </inkml:context>
    <inkml:brush xml:id="br0">
      <inkml:brushProperty name="width" value="0.05" units="cm"/>
      <inkml:brushProperty name="height" value="0.05" units="cm"/>
    </inkml:brush>
  </inkml:definitions>
  <inkml:trace contextRef="#ctx0" brushRef="#br0">1 322 24575,'29'-11'0,"18"3"0,69-2 0,-46 6 0,1009-73-1532,333-30-770,-1260 88 2474,-119 10 514,-32 9-662,-1 0-1,1 0 1,-1-1-1,0 1 0,1 0 1,-1 0-1,0 0 1,1 0-1,-1 0 0,0-1 1,1 1-1,-1 0 1,0 0-1,1-1 0,-1 1 1,0 0-1,0-1 0,1 1 1,-1 0-1,0 0 1,0-1-1,0 1 0,0 0 1,1-1-1,-1 1 1,0-1-1,0 1 0,0 0 1,0-1-1,0 0 1,-9-7 792,-19-2-135,28 10-699,-130-27 941,43 10-2440,64 12-5309</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03.002"/>
    </inkml:context>
    <inkml:brush xml:id="br0">
      <inkml:brushProperty name="width" value="0.05" units="cm"/>
      <inkml:brushProperty name="height" value="0.05" units="cm"/>
    </inkml:brush>
  </inkml:definitions>
  <inkml:trace contextRef="#ctx0" brushRef="#br0">52 133 24575,'-2'-13'0,"0"0"0,-1 0 0,0 0 0,-1 0 0,0 0 0,-1 1 0,-10-20 0,15 32 0,0-1 0,0 1 0,-1-1 0,1 1 0,0-1 0,0 1 0,0-1 0,0 1 0,-1-1 0,1 1 0,0 0 0,0-1 0,-1 1 0,1-1 0,0 1 0,-1 0 0,1-1 0,0 1 0,-1 0 0,1-1 0,-1 1 0,1 0 0,0 0 0,-1-1 0,1 1 0,-1 0 0,1 0 0,-1 0 0,1-1 0,-1 1 0,0 0 0,1 1 0,-1 0 0,1 0 0,-1 0 0,1 1 0,0-1 0,0 0 0,-1 0 0,1 0 0,0 0 0,0 0 0,0 0 0,0 0 0,0 1 0,1 1 0,11 74 0,25 91 0,-17-87 0,63 321-1365,-69-320-5461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03.500"/>
    </inkml:context>
    <inkml:brush xml:id="br0">
      <inkml:brushProperty name="width" value="0.05" units="cm"/>
      <inkml:brushProperty name="height" value="0.05" units="cm"/>
    </inkml:brush>
  </inkml:definitions>
  <inkml:trace contextRef="#ctx0" brushRef="#br0">272 140 24575,'0'-2'0,"-1"0"0,1 0 0,-1 0 0,1 0 0,-1 0 0,0 0 0,0 0 0,0 0 0,0 0 0,0 0 0,0 1 0,0-1 0,-1 0 0,1 1 0,-1-1 0,1 1 0,-1-1 0,1 1 0,-1 0 0,0 0 0,0 0 0,0 0 0,0 0 0,-3-1 0,2 0 0,0 1 0,0 0 0,0 0 0,0 1 0,0-1 0,0 0 0,0 1 0,-1 0 0,1 0 0,0 0 0,0 0 0,0 0 0,0 1 0,-1-1 0,-5 3 0,0 3 0,0 1 0,-1-1 0,2 2 0,-1 0 0,1 0 0,1 0 0,-13 17 0,-13 14 0,24-29 0,6-6 0,-1 0 0,1 0 0,0-1 0,-1 1 0,0-1 0,0 0 0,0 0 0,0 0 0,0-1 0,-9 4 0,13-6 0,-1 0 0,1 0 0,-1 0 0,1 0 0,0 0 0,-1 0 0,1 0 0,0 0 0,-1 0 0,1 0 0,-1 0 0,1 0 0,0-1 0,-1 1 0,1 0 0,0 0 0,-1 0 0,1-1 0,0 1 0,0 0 0,-1-1 0,1 1 0,0 0 0,0 0 0,-1-1 0,1 1 0,0 0 0,0-1 0,0 1 0,0 0 0,-1-1 0,1 1 0,0-1 0,0 1 0,0 0 0,0-1 0,0 1 0,0 0 0,0-1 0,0 1 0,0-1 0,0 1 0,0 0 0,0-1 0,1 0 0,4-19 0,0 7 0,2 0 0,-1 0 0,2 0 0,0 1 0,17-20 0,-4 9 0,40-36 0,-54 53 0,1 0 0,0 0 0,1 1 0,-1 0 0,1 0 0,0 1 0,10-4 0,-16 7 0,1 0 0,-1 0 0,0 0 0,0 1 0,0-1 0,0 1 0,1 0 0,-1 0 0,0 0 0,0 0 0,0 1 0,0-1 0,1 1 0,-1 0 0,0 0 0,0 0 0,0 0 0,0 1 0,0-1 0,-1 1 0,1 0 0,0-1 0,-1 1 0,1 0 0,3 5 0,2 3 55,0 1 0,-1 0-1,0 1 1,0 0 0,7 21-1,19 68-942,-25-77 83,10 39-6021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04.044"/>
    </inkml:context>
    <inkml:brush xml:id="br0">
      <inkml:brushProperty name="width" value="0.05" units="cm"/>
      <inkml:brushProperty name="height" value="0.05" units="cm"/>
    </inkml:brush>
  </inkml:definitions>
  <inkml:trace contextRef="#ctx0" brushRef="#br0">142 5 24575,'0'-3'0,"0"2"0,0 7 0,-3 10 0,-1 10 0,-3 11 0,-1 9 0,-1 8 0,-3 5 0,-2 2 0,-2-1 0,1-3 0,1-6 0,2-9 0,1-7 0,1-13 0,3-11-8191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04.169"/>
    </inkml:context>
    <inkml:brush xml:id="br0">
      <inkml:brushProperty name="width" value="0.05" units="cm"/>
      <inkml:brushProperty name="height" value="0.05" units="cm"/>
    </inkml:brush>
  </inkml:definitions>
  <inkml:trace contextRef="#ctx0" brushRef="#br0">1 70 24575,'6'-6'0,"8"-8"0,9-6 0,3 2 0,3 6 0,0 15 0,-2 17 0,-2 13 0,-2 12 0,-6 6 0,-1 8 0,-2 0 0,-2-10-8191</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04.914"/>
    </inkml:context>
    <inkml:brush xml:id="br0">
      <inkml:brushProperty name="width" value="0.05" units="cm"/>
      <inkml:brushProperty name="height" value="0.05" units="cm"/>
    </inkml:brush>
  </inkml:definitions>
  <inkml:trace contextRef="#ctx0" brushRef="#br0">1 11 24575,'0'-11'0,"1"27"0,1 16 0,27 113 0,8 48 0,-30-148 0,47 402 0,-7-459 0,436-23-49,-380 31-153,1817-35-5910,3 35 4817,-1849 4 1314,-51 0 245,259 12 4193,-278-11-4210,1-1-1,-1 1 0,1 0 1,-1 1-1,1-1 0,5 4 1,-10-5-211,1 0 1,-1 0-1,0 1 0,1-1 1,-1 0-1,1 1 1,-1-1-1,1 0 0,-1 1 1,0-1-1,1 1 1,-1-1-1,0 1 0,1-1 1,-1 1-1,0-1 0,0 1 1,0-1-1,1 1 1,-1-1-1,0 1 0,0 0 1,0 0-18,0 0-1,-1 0 1,1 0 0,0 0 0,-1-1-1,1 1 1,-1 0 0,1 0 0,-1 0-1,1-1 1,-1 1 0,1 0 0,-1 0-1,0-1 1,1 1 0,-1-1 0,0 1 0,-1 0-1,-3 2-18,-1 1 0,0-1 0,0-1 0,0 1 0,0-1 0,0 0 0,0-1 0,-11 2 0,-15 5 0,31-8 0,0 0 0,1 1 0,-1-1 0,0 0 0,0 1 0,1-1 0,-1 1 0,0-1 0,1 1 0,-1-1 0,0 1 0,1-1 0,-1 1 0,1 0 0,-1-1 0,1 1 0,-1 0 0,1 0 0,0-1 0,-1 1 0,1 0 0,0 0 0,0-1 0,-1 1 0,1 0 0,0 0 0,0 0 0,0-1 0,0 1 0,0 0 0,0 0 0,0 0 0,0 0 0,0-1 0,1 1 0,-1 0 0,1 1 0,1 4 0,0 1 0,1-1 0,6 12 0,0-2 0,2 15 0,-1-1 0,-2 2 0,6 37 0,6 100 0,-15-115 0,33 437-1365,-36-414-5461</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05.893"/>
    </inkml:context>
    <inkml:brush xml:id="br0">
      <inkml:brushProperty name="width" value="0.05" units="cm"/>
      <inkml:brushProperty name="height" value="0.05" units="cm"/>
    </inkml:brush>
  </inkml:definitions>
  <inkml:trace contextRef="#ctx0" brushRef="#br0">3 24 24575,'-3'-21'0,"3"19"0,2 10 0,-1-4 0,8 41 0,-2-1 0,2 75 0,-4-44 0,1-3 0,32 494 0,-20-332 0,-18-231 0,1-1 0,-1 1 0,1 0 0,-1 0 0,1-1 0,0 1 0,0-1 0,1 1 0,-1-1 0,0 1 0,1-1 0,-1 0 0,1 1 0,0-1 0,0 0 0,0 0 0,0 0 0,0-1 0,0 1 0,1 0 0,-1-1 0,0 0 0,1 1 0,-1-1 0,5 1 0,5 2 0,0-2 0,0 1 0,0-2 0,21 1 0,-21-1 0,355-4 4,-238-2-366,1898-19-8417,0 52 4593,-1827-23 4095,868 11 895,-872-19 3615</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06.781"/>
    </inkml:context>
    <inkml:brush xml:id="br0">
      <inkml:brushProperty name="width" value="0.05" units="cm"/>
      <inkml:brushProperty name="height" value="0.05" units="cm"/>
    </inkml:brush>
  </inkml:definitions>
  <inkml:trace contextRef="#ctx0" brushRef="#br0">19 371 24575,'0'0'0,"-1"0"0,0 0 0,0 0 0,1-1 0,-1 1 0,0 0 0,0 0 0,0 0 0,1 0 0,-1-1 0,0 1 0,1 0 0,-1-1 0,0 1 0,1-1 0,-1 1 0,0-1 0,1 1 0,-1-1 0,1 1 0,-1-1 0,1 1 0,-1-1 0,1 0 0,-1 1 0,1-1 0,0 0 0,-1 1 0,1-1 0,0 0 0,0 0 0,0 1 0,-1-1 0,1 0 0,0 0 0,0 1 0,0-1 0,0 0 0,0 0 0,0 0 0,0 1 0,1-1 0,-1 0 0,0 0 0,0 1 0,1-1 0,-1 0 0,0 1 0,1-1 0,-1 0 0,1-1 0,6-3 0,1 0 0,-1 1 0,1-1 0,0 1 0,0 1 0,0-1 0,0 2 0,1-1 0,14-2 0,-8 1 0,88-19-241,108-11 1,112 4-718,-258 25 772,1928-99-8554,7 69 7050,-1243 25 2043,1027-23-1642,-1025 15 5013,-693 16-3189,104 0 4984,-186 4-4889,-1 1 0,0 0 1,1 2-1,-30 11 0,35-12-568,6-2-62,-8 2 0,0 1 0,0 0 0,-23 14 0,33-17 0,0 0 0,0 1 0,0-1 0,1 1 0,-1-1 0,1 1 0,-1 0 0,1 0 0,0 0 0,0 0 0,0 0 0,0 1 0,1-1 0,-1 0 0,1 1 0,0-1 0,0 1 0,0 0 0,0 6 0,1 6 0,1 0 0,1 0 0,1-1 0,0 1 0,1 0 0,6 15 0,0 2 0,16 56 0,147 597 0,-149-566 0,-6 0 0,4 194 0,-22-311 0,0 1 0,0 0 0,0-1 0,-1 1 0,0-1 0,1 1 0,-1-1 0,0 0 0,0 1 0,-1-1 0,1 0 0,-1 1 0,0-1 0,-3 4 0,3-4 0,-1-1 0,0 1 0,-1-1 0,1 0 0,0 0 0,-1 0 0,1 0 0,-1-1 0,1 1 0,-1-1 0,0 0 0,0 0 0,-4 0 0,-37 6 0,0-3 0,0-2 0,-82-7 0,67 2 0,-1218-15-5777,861 30 3170,-55 9 1326,-1170 98-2434,1128-71 8904</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09.174"/>
    </inkml:context>
    <inkml:brush xml:id="br0">
      <inkml:brushProperty name="width" value="0.05" units="cm"/>
      <inkml:brushProperty name="height" value="0.05" units="cm"/>
    </inkml:brush>
  </inkml:definitions>
  <inkml:trace contextRef="#ctx0" brushRef="#br0">21 16 24575,'-3'0'0,"-1"-4"0,-3-3 0,2 2 0,3 5 0,5 9 0,4 9 0,5 11 0,3 7 0,3 6 0,-3 7 0,0 6 0,1 0 0,-3 1 0,-4-10-8191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09.357"/>
    </inkml:context>
    <inkml:brush xml:id="br0">
      <inkml:brushProperty name="width" value="0.05" units="cm"/>
      <inkml:brushProperty name="height" value="0.05" units="cm"/>
    </inkml:brush>
  </inkml:definitions>
  <inkml:trace contextRef="#ctx0" brushRef="#br0">25 168 24575,'-3'-2'0,"1"0"0,0 0 0,0-1 0,0 1 0,0-1 0,1 1 0,-1-1 0,1 1 0,-1-1 0,1 0 0,0 0 0,0 0 0,0 0 0,1 0 0,-1 0 0,1 0 0,-1 0 0,1-5 0,1 5 0,0-1 0,0 1 0,0 0 0,0 0 0,0 0 0,0 0 0,1 0 0,0 0 0,-1 0 0,1 1 0,0-1 0,0 1 0,1-1 0,-1 1 0,1 0 0,-1 0 0,5-3 0,4-2 0,1 0 0,1 0 0,0 1 0,-1 1 0,2 0 0,-1 1 0,0 0 0,27-3 0,-2 3 0,76 1 0,-2 14-1365,-87-7-5461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09.530"/>
    </inkml:context>
    <inkml:brush xml:id="br0">
      <inkml:brushProperty name="width" value="0.05" units="cm"/>
      <inkml:brushProperty name="height" value="0.05" units="cm"/>
    </inkml:brush>
  </inkml:definitions>
  <inkml:trace contextRef="#ctx0" brushRef="#br0">67 240 24575,'-6'-3'0,"-9"-8"0,-1-7 0,2-5 0,3-4 0,6-1 0,11 2 0,11 1 0,8 3 0,10 1 0,8 5 0,6 4 0,7 5 0,1 7 0,-1 3 0,-3 7 0,-4 6 0,-11-1-8191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10.599"/>
    </inkml:context>
    <inkml:brush xml:id="br0">
      <inkml:brushProperty name="width" value="0.05" units="cm"/>
      <inkml:brushProperty name="height" value="0.05" units="cm"/>
    </inkml:brush>
  </inkml:definitions>
  <inkml:trace contextRef="#ctx0" brushRef="#br0">33 53 24575,'-3'0'0,"-5"4"0,-3 0 0,3 0 0,6-4 0,12-2 0,15-4 0,12 0 0,12 0 0,10-2 0,8 1 0,5 1 0,0-1 0,-4 0 0,-6 1 0,-14 3-8191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10.970"/>
    </inkml:context>
    <inkml:brush xml:id="br0">
      <inkml:brushProperty name="width" value="0.05" units="cm"/>
      <inkml:brushProperty name="height" value="0.05" units="cm"/>
    </inkml:brush>
  </inkml:definitions>
  <inkml:trace contextRef="#ctx0" brushRef="#br0">366 167 24575,'1'-35'0,"0"22"0,-1 1 0,0-1 0,0 0 0,-1 1 0,-4-17 0,4 27 0,1 0 0,-1 0 0,0 0 0,0 0 0,0 0 0,0 0 0,0 0 0,0 0 0,-1 1 0,1-1 0,-1 0 0,1 1 0,-1-1 0,0 1 0,1 0 0,-1-1 0,0 1 0,0 0 0,-3-1 0,1 1 0,0-1 0,0 2 0,0-1 0,0 0 0,0 1 0,0 0 0,0 0 0,0 0 0,-8 1 0,0 1 0,1 1 0,0 0 0,0 1 0,0 0 0,0 1 0,-15 8 0,11-3 0,1 1 0,0 0 0,0 1 0,1 0 0,1 1 0,0 1 0,1 0 0,0 0 0,-8 16 0,11-16 0,0 1 0,1-1 0,1 1 0,0 1 0,1-1 0,1 1 0,0 0 0,1 0 0,1 0 0,0 18 0,2-26 14,1 1 1,-1-1-1,2 0 0,-1 1 0,1-1 1,1 0-1,-1 0 0,1 0 0,1 0 0,-1 0 1,1-1-1,1 0 0,0 0 0,0 0 1,0 0-1,0-1 0,1 1 0,0-2 0,1 1 1,-1-1-1,1 0 0,0 0 0,10 5 1,-2-2-171,1-1 1,0-1 0,0 0 0,1-1 0,-1-1 0,1-1 0,0 0-1,0-1 1,0-1 0,27-1 0,13-4-6671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11.313"/>
    </inkml:context>
    <inkml:brush xml:id="br0">
      <inkml:brushProperty name="width" value="0.05" units="cm"/>
      <inkml:brushProperty name="height" value="0.05" units="cm"/>
    </inkml:brush>
  </inkml:definitions>
  <inkml:trace contextRef="#ctx0" brushRef="#br0">131 48 24575,'0'-2'0,"-1"0"0,1 0 0,-1 0 0,1 0 0,-1 0 0,0 0 0,0 0 0,0 0 0,0 0 0,0 0 0,0 0 0,0 0 0,-1 1 0,1-1 0,-1 1 0,1-1 0,-1 1 0,0-1 0,1 1 0,-1 0 0,0 0 0,0 0 0,0 0 0,0 0 0,0 0 0,-4-1 0,4 1 0,-1 1 0,1-1 0,-1 0 0,1 1 0,-1 0 0,1-1 0,-1 1 0,0 0 0,1 0 0,-1 1 0,1-1 0,-1 0 0,1 1 0,-1-1 0,1 1 0,-1 0 0,1 0 0,-1 0 0,1 0 0,0 1 0,0-1 0,-4 3 0,3 1 0,-1-1 0,1 1 0,0 0 0,1 0 0,-1 0 0,1 0 0,0 1 0,0-1 0,1 1 0,-1-1 0,1 1 0,0 7 0,-1 11 0,2 35 0,0-58 0,0 10 0,1-1 0,0 0 0,1 0 0,0-1 0,1 1 0,0 0 0,0-1 0,1 1 0,0-1 0,1 0 0,0 0 0,8 10 0,-9-15 0,-1 1 0,2-1 0,-1 0 0,0 0 0,1 0 0,0 0 0,0-1 0,0 0 0,0 0 0,1 0 0,-1-1 0,1 1 0,0-1 0,-1-1 0,1 1 0,0-1 0,0 0 0,0 0 0,0-1 0,0 0 0,10-1 0,-6 0 0,-2-1 0,1 0 0,0 0 0,0-1 0,-1 0 0,1 0 0,-1-1 0,0-1 0,0 1 0,0-1 0,-1 0 0,0-1 0,0 0 0,0 0 0,-1 0 0,1-1 0,-2 0 0,1-1 0,-1 1 0,6-12 0,-8 13 0,0 0 0,0 0 0,0 0 0,-1-1 0,0 1 0,-1-1 0,0 0 0,0 1 0,0-1 0,0 0 0,-1 0 0,-1 0 0,1 1 0,-1-1 0,0 0 0,0 0 0,-1 1 0,0-1 0,0 1 0,-1 0 0,1-1 0,-1 1 0,-1 0 0,1 0 0,-1 1 0,0-1 0,-9-8 0,7 8-50,0 1-1,0 0 1,-1 1-1,1-1 0,-1 1 1,0 0-1,-1 1 1,1 0-1,-1 0 1,1 1-1,-1 0 0,0 0 1,0 0-1,1 1 1,-1 0-1,0 1 1,0 0-1,0 0 0,0 1 1,0 0-1,0 0 1,0 1-1,0 0 1,1 0-1,-1 1 1,-9 4-1,-12 10-6775</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11.531"/>
    </inkml:context>
    <inkml:brush xml:id="br0">
      <inkml:brushProperty name="width" value="0.05" units="cm"/>
      <inkml:brushProperty name="height" value="0.05" units="cm"/>
    </inkml:brush>
  </inkml:definitions>
  <inkml:trace contextRef="#ctx0" brushRef="#br0">50 19 24575,'-3'3'0,"-4"1"0,-4 0 0,-4-1 0,5-3 0,6-3 0,11 0 0,10 0 0,12-3 0,10 1 0,11 0 0,6 1 0,4 2 0,-3 1 0,-11 0-8191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12.143"/>
    </inkml:context>
    <inkml:brush xml:id="br0">
      <inkml:brushProperty name="width" value="0.05" units="cm"/>
      <inkml:brushProperty name="height" value="0.05" units="cm"/>
    </inkml:brush>
  </inkml:definitions>
  <inkml:trace contextRef="#ctx0" brushRef="#br0">514 189 24575,'7'-50'0,"-5"42"0,-1-1 0,1 1 0,-1 0 0,-1-1 0,0-10 0,-1 16 0,1 0 0,-1 0 0,0 0 0,0 0 0,0 0 0,0 0 0,0 0 0,-1 1 0,1-1 0,-1 0 0,0 1 0,0 0 0,0-1 0,0 1 0,0 0 0,0 0 0,-1 0 0,1 0 0,-3-1 0,-2-1 0,0 0 0,0 1 0,0 0 0,-1 1 0,1-1 0,-1 2 0,1-1 0,-1 1 0,0 0 0,1 0 0,-1 1 0,0 0 0,-8 1 0,-1 1 0,1 1 0,-1 0 0,0 2 0,-29 10 0,33-9 0,1-1 0,-1 2 0,1 0 0,1 0 0,-1 1 0,-12 12 0,21-18 0,0 0 0,1 0 0,-1 1 0,1-1 0,0 1 0,0 0 0,0 0 0,0 0 0,0 0 0,1 0 0,-1 0 0,1 0 0,0 0 0,0 1 0,0-1 0,0 1 0,1-1 0,0 0 0,-1 1 0,1-1 0,0 1 0,0-1 0,1 1 0,-1-1 0,1 0 0,0 1 0,0-1 0,0 0 0,0 1 0,3 4 0,1-1 0,0 1 0,1-1 0,0 0 0,0-1 0,1 1 0,0-1 0,0 0 0,0-1 0,1 0 0,12 7 0,14 5 0,42 16 0,-53-24 0,73 26 0,34 15 0,-124-47 0,-1 0 0,1 0 0,0 0 0,-1 0 0,0 1 0,0 0 0,5 4 0,-9-7 0,-1 0 0,1 0 0,-1-1 0,1 1 0,0 0 0,-1 0 0,1 0 0,-1 0 0,0 0 0,1 0 0,-1 0 0,0 0 0,0 0 0,1 0 0,-1 0 0,0 0 0,0 0 0,0 0 0,-1 2 0,1-2 0,-1 1 0,1-1 0,-1 0 0,0 1 0,0-1 0,0 1 0,0-1 0,0 0 0,0 0 0,0 0 0,-1 0 0,1 0 0,0 0 0,0 0 0,-1 0 0,-1 1 0,-9 4 0,-1 0 0,1-1 0,-1 0 0,0-1 0,-26 4 0,-71 5 0,97-12 0,-42 3 0,-64-3 0,97-2 0,0-1 0,0-1 0,0-2 0,0 0 0,-35-13 0,21-1-1365,12-1-5461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12.424"/>
    </inkml:context>
    <inkml:brush xml:id="br0">
      <inkml:brushProperty name="width" value="0.05" units="cm"/>
      <inkml:brushProperty name="height" value="0.05" units="cm"/>
    </inkml:brush>
  </inkml:definitions>
  <inkml:trace contextRef="#ctx0" brushRef="#br0">1 8 24575,'45'-4'0,"-34"2"0,0 1 0,0 0 0,12 1 0,-21 1 0,0-1 0,-1 1 0,1-1 0,-1 1 0,1 0 0,-1 0 0,1 0 0,-1-1 0,1 1 0,-1 1 0,0-1 0,0 0 0,1 0 0,-1 0 0,0 1 0,0-1 0,0 1 0,0-1 0,-1 1 0,1-1 0,0 1 0,-1-1 0,1 1 0,-1-1 0,1 1 0,-1 0 0,0-1 0,1 1 0,-1 2 0,1 9 0,0 0 0,-2 25 0,0-24 0,0 6 0,1 0 0,1 0 0,1 1 0,5 22 0,-6-37 0,1-1 0,0 1 0,0-1 0,0 1 0,1-1 0,-1 0 0,1 0 0,0 0 0,1 0 0,-1 0 0,1-1 0,0 0 0,0 0 0,1 0 0,-1 0 0,1 0 0,0-1 0,0 0 0,6 3 0,1-1 34,0-1 1,0-1-1,0 0 0,0 0 0,0-1 0,1-1 0,-1 0 0,1-1 0,13-1 1,14-3-889,55-13 1,-44 6-5973</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12.747"/>
    </inkml:context>
    <inkml:brush xml:id="br0">
      <inkml:brushProperty name="width" value="0.05" units="cm"/>
      <inkml:brushProperty name="height" value="0.05" units="cm"/>
    </inkml:brush>
  </inkml:definitions>
  <inkml:trace contextRef="#ctx0" brushRef="#br0">178 88 24575,'24'-22'0,"44"-31"0,-58 44 0,-10 8 0,0 1 0,0 0 0,0 0 0,0 0 0,0 0 0,0 0 0,0-1 0,-1 1 0,1 0 0,0 0 0,0 0 0,0 0 0,0 0 0,0-1 0,0 1 0,0 0 0,0 0 0,0 0 0,-1 0 0,1 0 0,0 0 0,0 0 0,0 0 0,0 0 0,0-1 0,0 1 0,-1 0 0,1 0 0,0 0 0,0 0 0,0 0 0,0 0 0,0 0 0,-1 0 0,1 0 0,0 0 0,0 0 0,0 0 0,0 0 0,0 0 0,-1 0 0,-26 5 0,-19 11 0,1 2 0,-51 29 0,89-44 0,0 1 0,1 1 0,0-1 0,0 1 0,-10 10 0,15-14 0,0 0 0,0 1 0,0-1 0,0 1 0,0-1 0,0 1 0,0-1 0,0 1 0,0 0 0,1-1 0,-1 1 0,1 0 0,-1 0 0,1-1 0,0 1 0,0 0 0,-1 0 0,1 0 0,1-1 0,-1 1 0,0 0 0,0 0 0,1-1 0,-1 1 0,1 0 0,-1 0 0,1-1 0,0 1 0,1 2 0,3 2 0,-1 0 0,1-1 0,0 0 0,1 0 0,-1 0 0,1-1 0,0 0 0,0 0 0,1 0 0,8 3 0,14 6 0,33 9 0,-34-13 0,52 17 0,-44-15 0,0 1 0,0 1 0,43 24 0,-77-35 0,1-1 0,-1 0 0,0 1 0,0 0 0,0-1 0,0 1 0,0 0 0,0 0 0,-1 0 0,2 2 0,-2-3 0,-1 0 0,0-1 0,1 1 0,-1 0 0,0-1 0,0 1 0,0 0 0,1 0 0,-1-1 0,0 1 0,0 0 0,0 0 0,0-1 0,0 1 0,-1 0 0,1 0 0,0-1 0,0 1 0,0 0 0,-1-1 0,1 1 0,0 0 0,-1-1 0,1 2 0,-3 1 0,0-1 0,-1 1 0,1-1 0,0 1 0,-1-1 0,1 0 0,-1 0 0,0 0 0,1-1 0,-1 0 0,0 1 0,-5 0 0,-47 10-452,0-2-1,-59 2 1,115-12 444,-142 12-6818</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15.247"/>
    </inkml:context>
    <inkml:brush xml:id="br0">
      <inkml:brushProperty name="width" value="0.05" units="cm"/>
      <inkml:brushProperty name="height" value="0.05" units="cm"/>
    </inkml:brush>
  </inkml:definitions>
  <inkml:trace contextRef="#ctx0" brushRef="#br0">60 4830 24575,'-11'-691'0,"4"-467"0,45 440 0,-6 174 0,-30 485 0,-3-1 0,-11-70 0,7 95 0,-2 0 0,-2 0 0,-1 1 0,-29-64 0,8 53 0,37 52 0,0 0 0,0 0 0,0 0 0,0-1 0,1 0 0,0 0 0,1-1 0,-1 0 0,1 0 0,0 0 0,0-1 0,1-1 0,-1 1 0,13 2 0,14 4 0,0-2 0,47 4 0,20-2-150,151-5 0,106-26-271,-240 12 379,1652-109-3832,537 7 4700,-2198 110 1921,-126 1-2609,1-1 0,0-1 1,0 0-1,-17-4 1,26 4-115,0 0 1,0 0 0,0-1 0,0 1 0,1-1 0,-1 0-1,1-1 1,-1 1 0,1-1 0,1 0 0,-1-1 0,0 1 0,1-1-1,-7-10 1,5 6-25,1-1 0,1 0 0,0 0 0,0-1 0,1 1 0,0-1 0,-1-11 0,-6-80 0,9 73 0,-6-204 0,2 23 0,0 149 0,-16-86 0,15 122 0,-2 1 0,-11-29 0,18 47-1365</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15.461"/>
    </inkml:context>
    <inkml:brush xml:id="br0">
      <inkml:brushProperty name="width" value="0.05" units="cm"/>
      <inkml:brushProperty name="height" value="0.05" units="cm"/>
    </inkml:brush>
  </inkml:definitions>
  <inkml:trace contextRef="#ctx0" brushRef="#br0">81 20 24575,'0'-4'0,"0"-3"0,-3-1 0,-1 7 0,-1 7 0,-1 6 0,0 6 0,1 4 0,-2 8 0,0 4 0,-2 4 0,1 0 0,2 1 0,-2 0 0,1-7-8191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15.649"/>
    </inkml:context>
    <inkml:brush xml:id="br0">
      <inkml:brushProperty name="width" value="0.05" units="cm"/>
      <inkml:brushProperty name="height" value="0.05" units="cm"/>
    </inkml:brush>
  </inkml:definitions>
  <inkml:trace contextRef="#ctx0" brushRef="#br0">1 158 24575,'3'-7'0,"8"-7"0,4-9 0,4-6 0,4-1 0,2 4 0,2 7 0,0 9 0,2 10 0,-1 11 0,1 10 0,2 11 0,-2 9 0,1 7 0,2 2 0,-5-8-8191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17.612"/>
    </inkml:context>
    <inkml:brush xml:id="br0">
      <inkml:brushProperty name="width" value="0.05" units="cm"/>
      <inkml:brushProperty name="height" value="0.05" units="cm"/>
    </inkml:brush>
  </inkml:definitions>
  <inkml:trace contextRef="#ctx0" brushRef="#br0">3182 1197 24575,'-1'0'0,"1"-1"0,0 1 0,0 0 0,0 0 0,0 0 0,0 0 0,0-1 0,-1 1 0,1 0 0,0 0 0,0 0 0,0 0 0,0-1 0,0 1 0,0 0 0,0 0 0,0 0 0,0-1 0,0 1 0,0 0 0,0 0 0,0 0 0,0 0 0,0-1 0,0 1 0,0 0 0,0 0 0,0 0 0,1-1 0,-1 1 0,0 0 0,0 0 0,0 0 0,0 0 0,0 0 0,0-1 0,0 1 0,1 0 0,-1 0 0,0 0 0,0 0 0,0 0 0,0 0 0,1-1 0,-1 1 0,0 0 0,0 0 0,0 0 0,0 0 0,1 0 0,-1 0 0,0 0 0,0 0 0,0 0 0,1 0 0,-1 0 0,0 0 0,0 0 0,0 0 0,0 0 0,1 0 0,-1 0 0,0 0 0,0 0 0,0 1 0,1-1 0,-1 0 0,0 0 0,-15-8 0,-18 5 0,0 2 0,1 1 0,-63 8 0,38-2 0,-920 49-572,82-6 69,384-1 503,504-48 32,1 1 1,0-1 0,0-1-1,0 0 1,-1 1-1,1-2 1,0 1-1,0-1 1,0 0 0,0 0-1,1-1 1,-1 1-1,1-1 1,-1 0 0,1-1-1,0 0 1,0 1-1,0-2 1,1 1 0,0 0-1,-1-1 1,2 0-1,-1 0 1,0 0 0,1 0-1,0-1 1,0 1-1,1-1 1,-1 0-1,1 0 1,1 0 0,-2-6-1,-34-181-32,-27-107 0,48 241 0,-20-68 0,-31-214 0,64 249 0,2 27 0,1 60 0,-1 1 0,1-1 0,-1 1 0,0-1 0,0 1 0,0 0 0,-1 0 0,1-1 0,-4-3 0,5 7 0,0 1 0,0 0 0,-1 0 0,1 0 0,0 0 0,-1 0 0,1 0 0,0 0 0,0 0 0,-1 0 0,1 0 0,0 0 0,-1 0 0,1 0 0,0 0 0,0 0 0,-1 0 0,1 1 0,0-1 0,-1 0 0,1 0 0,0 0 0,0 0 0,-1 0 0,1 1 0,0-1 0,0 0 0,0 0 0,-1 1 0,1-1 0,0 0 0,0 0 0,0 1 0,0-1 0,0 0 0,-1 0 0,1 1 0,0-1 0,0 0 0,0 1 0,-8 15 0,7-14 0,-38 89 283,28-61-695,-1-1 0,-2-1 0,-23 38 0,21-44-6414</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17.765"/>
    </inkml:context>
    <inkml:brush xml:id="br0">
      <inkml:brushProperty name="width" value="0.05" units="cm"/>
      <inkml:brushProperty name="height" value="0.05" units="cm"/>
    </inkml:brush>
  </inkml:definitions>
  <inkml:trace contextRef="#ctx0" brushRef="#br0">1 255 24575,'96'-111'0,"-12"13"0,-80 93 0,1 0 0,0 1 0,0-1 0,1 1 0,-1 0 0,1 0 0,0 1 0,10-4 0,-13 6 0,0 0 0,0 0 0,0 0 0,0 1 0,0 0 0,1-1 0,-1 1 0,0 0 0,0 1 0,0-1 0,0 0 0,1 1 0,-1 0 0,0 0 0,0 0 0,0 0 0,0 0 0,0 1 0,-1-1 0,5 3 0,4 4 66,-1 1 0,0 0 0,0 0 0,15 20 0,31 48-1005,-44-59 183,19 29-6070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18.920"/>
    </inkml:context>
    <inkml:brush xml:id="br0">
      <inkml:brushProperty name="width" value="0.05" units="cm"/>
      <inkml:brushProperty name="height" value="0.05" units="cm"/>
    </inkml:brush>
  </inkml:definitions>
  <inkml:trace contextRef="#ctx0" brushRef="#br0">1 0 24575,'0'105'0,"14"544"0,-10-592 0,35 625 0,-39-668 0,1 1 0,1-1 0,0 0 0,0 0 0,2 0 0,8 24 0,-9-32 0,0 0 0,0-1 0,0 0 0,1 1 0,0-1 0,0-1 0,0 1 0,0 0 0,1-1 0,0 0 0,0 0 0,0 0 0,0-1 0,0 0 0,1 0 0,0 0 0,11 3 0,12 3 0,0-2 0,1-2 0,43 4 0,93-5 0,-117-3 0,759-28-1594,-420 8 718,1290-38-4596,188-7 1152,-1090 31 4133,953-37 168,-4 42-298,-1091 40 1618,-502-8 1992</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20.149"/>
    </inkml:context>
    <inkml:brush xml:id="br0">
      <inkml:brushProperty name="width" value="0.05" units="cm"/>
      <inkml:brushProperty name="height" value="0.05" units="cm"/>
    </inkml:brush>
  </inkml:definitions>
  <inkml:trace contextRef="#ctx0" brushRef="#br0">1 239 24575,'1837'-24'-4100,"3177"-136"-4359,-3640 125 7910,-462 18 3367,-778 14-1971,322 6 3447,-372 5-1901,-76-4-1703,-23-2 151,-10 3 16,25-5-845,-1 0 0,1 0 0,-1 0-1,1 0 1,-1 0 0,1 0 0,-1 0 0,1 1 0,-1-1 0,1 0 0,-1 0-1,1 0 1,0 1 0,-1-1 0,1 0 0,-1 1 0,1-1 0,0 0 0,-1 1 0,1-1-1,0 0 1,-1 1 0,1-1 0,0 1 0,0-1 0,-1 0 0,1 1 0,0-1 0,0 1-1,0 0 1,16 43-12,-12-34 0,0 0 0,0 0 0,3 20 0,0 34 0,-4 131 0,-5-81 0,9 94-341,8 0 0,9-2-1,72 292 1,-83-451-6485</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22.244"/>
    </inkml:context>
    <inkml:brush xml:id="br0">
      <inkml:brushProperty name="width" value="0.05" units="cm"/>
      <inkml:brushProperty name="height" value="0.05" units="cm"/>
    </inkml:brush>
  </inkml:definitions>
  <inkml:trace contextRef="#ctx0" brushRef="#br0">0 58 24575,'0'-3'0,"0"-5"0,0-3 0,0-3 0,3 0 0,1 6 0,0 8 0,2 10 0,1 9 0,-2 11 0,2 7 0,0 6 0,2 6 0,2 3 0,-1 0 0,-1 0 0,-3-9-8191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22.430"/>
    </inkml:context>
    <inkml:brush xml:id="br0">
      <inkml:brushProperty name="width" value="0.05" units="cm"/>
      <inkml:brushProperty name="height" value="0.05" units="cm"/>
    </inkml:brush>
  </inkml:definitions>
  <inkml:trace contextRef="#ctx0" brushRef="#br0">32 78 24575,'-3'0'0,"-4"0"0,-4-3 0,3-1 0,5 0 0,8 1 0,11-2 0,13-1 0,11 1 0,10 2 0,11 0 0,6-1 0,2-1 0,-2 1 0,-3-2 0,-9 0 0,-14-3 0,-14 2-8191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22.573"/>
    </inkml:context>
    <inkml:brush xml:id="br0">
      <inkml:brushProperty name="width" value="0.05" units="cm"/>
      <inkml:brushProperty name="height" value="0.05" units="cm"/>
    </inkml:brush>
  </inkml:definitions>
  <inkml:trace contextRef="#ctx0" brushRef="#br0">157 337 24575,'-13'-3'0,"-12"-8"0,-10-7 0,-1-8 0,5-5 0,15-7 0,18 0 0,23 0 0,18 0 0,19 4 0,16 7 0,12 9 0,6 7 0,-2 5 0,-3 8 0,-8 5 0,-19 2-8191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22.758"/>
    </inkml:context>
    <inkml:brush xml:id="br0">
      <inkml:brushProperty name="width" value="0.05" units="cm"/>
      <inkml:brushProperty name="height" value="0.05" units="cm"/>
    </inkml:brush>
  </inkml:definitions>
  <inkml:trace contextRef="#ctx0" brushRef="#br0">1 10 24575,'0'3'0,"3"1"0,4 0 0,4 0 0,7-2 0,6-1 0,6 0 0,6-4 0,4-1 0,5-3 0,0-1 0,-7 2-8191</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23.129"/>
    </inkml:context>
    <inkml:brush xml:id="br0">
      <inkml:brushProperty name="width" value="0.05" units="cm"/>
      <inkml:brushProperty name="height" value="0.05" units="cm"/>
    </inkml:brush>
  </inkml:definitions>
  <inkml:trace contextRef="#ctx0" brushRef="#br0">305 295 24575,'11'-12'0,"-1"-1"0,0 0 0,-1-1 0,-1 0 0,13-28 0,-17 33 0,0-1 0,-1 0 0,0 1 0,0-1 0,-1 0 0,-1 0 0,0-1 0,0 1 0,-1 0 0,-1-15 0,0 22 0,1 0 0,-1 0 0,0 1 0,0-1 0,0 0 0,0 0 0,0 1 0,0-1 0,-1 1 0,1-1 0,-1 1 0,0-1 0,0 1 0,0 0 0,0 0 0,0 0 0,-5-3 0,3 3 0,0 0 0,0 0 0,0 0 0,0 1 0,-1-1 0,1 1 0,0 0 0,-1 1 0,1-1 0,-8 1 0,0 0 0,0 1 0,0 1 0,1 0 0,-1 0 0,1 1 0,-1 1 0,1 0 0,-12 6 0,8-2 0,1 1 0,0 0 0,0 1 0,1 1 0,1 0 0,-1 0 0,2 1 0,0 1 0,0 0 0,1 1 0,1 0 0,-9 17 0,13-22 0,1 0 0,0 0 0,1 0 0,0 0 0,0 1 0,1-1 0,0 1 0,1 0 0,0-1 0,0 1 0,1 0 0,0 0 0,1 0 0,0-1 0,1 1 0,0 0 0,0-1 0,1 1 0,0-1 0,1 0 0,0 0 0,6 9 0,-4-9 27,1 1-1,0-2 0,1 1 0,0-1 1,0 0-1,0 0 0,1-1 0,1 0 1,-1-1-1,1 0 0,0 0 0,21 8 1,-8-7-312,-1 0 1,1-2-1,0 0 1,0-2-1,31 2 1,3-3-6542</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23.473"/>
    </inkml:context>
    <inkml:brush xml:id="br0">
      <inkml:brushProperty name="width" value="0.05" units="cm"/>
      <inkml:brushProperty name="height" value="0.05" units="cm"/>
    </inkml:brush>
  </inkml:definitions>
  <inkml:trace contextRef="#ctx0" brushRef="#br0">256 60 24575,'0'-2'0,"0"1"0,-1-1 0,1 1 0,-1 0 0,1-1 0,-1 1 0,0-1 0,0 1 0,1 0 0,-1-1 0,0 1 0,0 0 0,0 0 0,0 0 0,-1 0 0,1 0 0,0 0 0,0 0 0,-1 0 0,1 1 0,0-1 0,-1 0 0,1 1 0,-1-1 0,1 1 0,-2-1 0,-3-1 0,0 1 0,0-1 0,1 1 0,-1 0 0,-9 1 0,8 0 0,0 1 0,0 1 0,-1-1 0,1 1 0,1 0 0,-1 1 0,0 0 0,1 0 0,-1 0 0,1 1 0,0 0 0,0 0 0,0 0 0,1 1 0,-8 8 0,5-5 0,0 1 0,1 0 0,0 0 0,1 1 0,0 0 0,0 0 0,1 0 0,-7 22 0,10-27 0,0 1 0,1-1 0,0 1 0,0 0 0,1-1 0,-1 1 0,1 0 0,0-1 0,1 1 0,-1 0 0,1-1 0,1 1 0,-1-1 0,1 1 0,0-1 0,0 0 0,3 6 0,-2-6 0,1 0 0,-1-1 0,1 1 0,0-1 0,0 0 0,1 0 0,-1-1 0,1 1 0,0-1 0,0 0 0,0-1 0,0 1 0,0-1 0,1 0 0,-1 0 0,12 2 0,-2-1 0,1-1 0,0 0 0,0-1 0,0-1 0,-1-1 0,1 0 0,0-1 0,0-1 0,-1 0 0,21-7 0,-29 7 0,-1 0 0,1 0 0,-1 0 0,1-1 0,-1 0 0,0 0 0,-1 0 0,1-1 0,-1 0 0,10-10 0,-12 10 0,-1 1 0,1-1 0,0 0 0,-1 1 0,0-1 0,0 0 0,-1-1 0,1 1 0,-1 0 0,0 0 0,-1 0 0,1-1 0,-1 1 0,0-1 0,0 1 0,-2-7 0,0 0 0,0 1 0,-1 0 0,0 0 0,-1 0 0,-1 0 0,0 0 0,0 1 0,-10-14 0,11 17 0,-1 1 0,0 0 0,0-1 0,-1 2 0,1-1 0,-1 1 0,-1 0 0,1 0 0,-1 0 0,0 1 0,0 0 0,0 1 0,-8-4 0,13 7-57,0-1 0,-1 0 1,1 1-1,0-1 0,-1 1 0,1 0 0,0 0 0,-1 0 0,1 0 0,0 0 0,-1 1 1,1-1-1,0 1 0,-1-1 0,1 1 0,0 0 0,0 0 0,0 0 0,0 0 1,0 0-1,0 1 0,0-1 0,-3 3 0,-8 10-6769</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23.673"/>
    </inkml:context>
    <inkml:brush xml:id="br0">
      <inkml:brushProperty name="width" value="0.05" units="cm"/>
      <inkml:brushProperty name="height" value="0.05" units="cm"/>
    </inkml:brush>
  </inkml:definitions>
  <inkml:trace contextRef="#ctx0" brushRef="#br0">37 60 24575,'-4'3'0,"-3"2"0,-1 2 0,-3 0 0,5-3 0,5-4 0,10-4 0,10-5 0,10-1 0,8-1 0,2 0 0,5 0 0,1 1 0,-4 0 0,-9 1-8191</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24.062"/>
    </inkml:context>
    <inkml:brush xml:id="br0">
      <inkml:brushProperty name="width" value="0.05" units="cm"/>
      <inkml:brushProperty name="height" value="0.05" units="cm"/>
    </inkml:brush>
  </inkml:definitions>
  <inkml:trace contextRef="#ctx0" brushRef="#br0">329 145 24575,'7'-43'0,"1"1"0,-8 40 0,0-1 0,0 0 0,0 1 0,0-1 0,0 1 0,-1-1 0,1 0 0,-1 1 0,0-1 0,0 1 0,1 0 0,-3-4 0,1 4 0,0-1 0,0 2 0,0-1 0,0 0 0,-1 0 0,1 1 0,0-1 0,-1 1 0,1-1 0,-1 1 0,1 0 0,-1 0 0,0 1 0,1-1 0,-1 0 0,0 1 0,0-1 0,0 1 0,1 0 0,-1 0 0,0 0 0,0 1 0,0-1 0,1 1 0,-5 0 0,-9 3 0,-1 0 0,-29 13 0,37-13 0,-11 3 0,1 2 0,0 0 0,-33 22 0,47-27 0,0 0 0,0 0 0,0 0 0,0 0 0,1 1 0,-1 0 0,1 0 0,0 0 0,1 0 0,0 1 0,-1 0 0,2-1 0,-1 1 0,1 0 0,0 0 0,-3 12 0,5-13 0,0-1 0,0 1 0,0-1 0,1 1 0,0-1 0,-1 0 0,2 1 0,-1-1 0,0 0 0,1 0 0,0 0 0,0 0 0,0 0 0,0 0 0,1-1 0,0 1 0,-1-1 0,1 1 0,1-1 0,-1 0 0,5 3 0,7 6 0,0-1 0,2-1 0,25 12 0,-42-22 0,56 25 0,70 21 0,-44-17 0,-74-26 0,1 0 0,-1 0 0,0 1 0,-1 1 0,13 8 0,-19-13 0,0 1 0,-1-1 0,1 1 0,-1-1 0,1 1 0,-1-1 0,1 1 0,-1-1 0,1 1 0,-1 0 0,1-1 0,-1 1 0,0 0 0,1-1 0,-1 1 0,0 0 0,0 0 0,1-1 0,-1 1 0,0 0 0,0 0 0,0-1 0,0 1 0,0 0 0,0 0 0,-1 1 0,1-1 0,-1 0 0,0 0 0,1 1 0,-1-1 0,0 0 0,0 0 0,0 0 0,0 0 0,0 0 0,0 0 0,0-1 0,-1 1 0,-1 1 0,-5 2 0,-1 0 0,0-1 0,-12 4 0,19-6 0,-32 8-151,-1-1-1,1-1 0,-1-2 0,0-2 1,-1-1-1,1-2 0,0-1 1,-56-9-1,60 2-6674</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24.357"/>
    </inkml:context>
    <inkml:brush xml:id="br0">
      <inkml:brushProperty name="width" value="0.05" units="cm"/>
      <inkml:brushProperty name="height" value="0.05" units="cm"/>
    </inkml:brush>
  </inkml:definitions>
  <inkml:trace contextRef="#ctx0" brushRef="#br0">0 20 24575,'9'-4'0,"0"1"0,1-1 0,-1 2 0,1 0 0,16-3 0,-25 5 0,-1 0 0,1 0 0,0 0 0,-1 0 0,1 0 0,0 1 0,-1-1 0,1 0 0,0 0 0,-1 0 0,1 0 0,-1 1 0,1-1 0,-1 0 0,1 1 0,0-1 0,-1 0 0,1 1 0,-1-1 0,1 1 0,-1-1 0,0 1 0,1-1 0,-1 1 0,1 0 0,3 19 0,-12 27 0,6-40 0,-13 52 0,8-40 0,2 1 0,1 0 0,0 0 0,1 0 0,1 40 0,2-56 0,0 0 0,1 0 0,0 0 0,0 0 0,0-1 0,0 1 0,1 0 0,-1-1 0,1 1 0,0-1 0,0 1 0,0-1 0,0 0 0,1 0 0,0 0 0,-1 0 0,4 2 0,-1-2 0,0 1 0,0-1 0,1 0 0,-1-1 0,1 1 0,0-1 0,-1 0 0,1-1 0,0 0 0,6 1 0,8 0 0,-1-1 0,1-1 0,0-1 0,-1-1 0,36-8 0,-9-2-1365,-3 0-5461</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24.728"/>
    </inkml:context>
    <inkml:brush xml:id="br0">
      <inkml:brushProperty name="width" value="0.05" units="cm"/>
      <inkml:brushProperty name="height" value="0.05" units="cm"/>
    </inkml:brush>
  </inkml:definitions>
  <inkml:trace contextRef="#ctx0" brushRef="#br0">160 89 24575,'5'-6'0,"-1"0"0,1-1 0,-1 0 0,0 0 0,-1 0 0,1 0 0,-1-1 0,-1 1 0,2-9 0,-4 15 0,0 1 0,0 0 0,0-1 0,0 1 0,0 0 0,0-1 0,0 1 0,0 0 0,0-1 0,0 1 0,0-1 0,0 1 0,0 0 0,0-1 0,-1 1 0,1 0 0,0 0 0,0-1 0,0 1 0,-1 0 0,1-1 0,0 1 0,0 0 0,-1 0 0,1-1 0,0 1 0,-1 0 0,1 0 0,0 0 0,-1 0 0,1-1 0,0 1 0,-1 0 0,1 0 0,0 0 0,-1 0 0,1 0 0,0 0 0,-1 0 0,1 0 0,0 0 0,-1 0 0,1 0 0,-1 0 0,1 0 0,0 0 0,-1 0 0,1 0 0,0 1 0,-1-1 0,1 0 0,0 0 0,-1 0 0,1 0 0,0 1 0,0-1 0,-1 1 0,-23 11 0,23-11 0,-86 59 0,79-54 0,1 0 0,0 1 0,0 0 0,0 0 0,1 1 0,0 0 0,0 0 0,-6 14 0,11-19 0,0-1 0,0 1 0,0-1 0,1 1 0,-1-1 0,1 1 0,0 0 0,-1-1 0,1 1 0,1 0 0,-1-1 0,0 1 0,1 0 0,-1-1 0,1 1 0,0 0 0,0-1 0,0 1 0,0-1 0,0 0 0,0 1 0,1-1 0,-1 0 0,1 0 0,0 0 0,-1 0 0,1 0 0,0 0 0,0 0 0,4 2 0,6 4 0,0 0 0,0-1 0,0-1 0,20 8 0,-31-14 0,114 40 0,-74-27 0,0 1 0,54 28 0,-92-40 0,0-1 0,0 1 0,-1 0 0,1 0 0,0 0 0,-1 0 0,1 0 0,-1 1 0,1-1 0,-1 1 0,3 4 0,-5-6 0,0 0 0,1-1 0,-1 1 0,0 0 0,0-1 0,0 1 0,0 0 0,0 0 0,0-1 0,0 1 0,0 0 0,0 0 0,0-1 0,0 1 0,0 0 0,0-1 0,-1 1 0,1 0 0,0-1 0,0 1 0,-1 0 0,-1 1 0,1 0 0,0-1 0,-1 1 0,1-1 0,-1 0 0,0 0 0,1 1 0,-1-1 0,0 0 0,-3 1 0,-10 4 0,-1-1 0,0 0 0,0-1 0,0-1 0,-31 3 0,-85-3 0,122-4 0,-53-1-1365,7-2-5461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24.945"/>
    </inkml:context>
    <inkml:brush xml:id="br0">
      <inkml:brushProperty name="width" value="0.05" units="cm"/>
      <inkml:brushProperty name="height" value="0.05" units="cm"/>
    </inkml:brush>
  </inkml:definitions>
  <inkml:trace contextRef="#ctx0" brushRef="#br0">48 18 24575,'-3'3'0,"-4"1"0,-5 3 0,-2 1 0,3-2 0,11-2 0,8-1 0,12-4 0,12-2 0,13-4 0,8-1 0,8-2 0,3-2 0,-10 1-8191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25.255"/>
    </inkml:context>
    <inkml:brush xml:id="br0">
      <inkml:brushProperty name="width" value="0.05" units="cm"/>
      <inkml:brushProperty name="height" value="0.05" units="cm"/>
    </inkml:brush>
  </inkml:definitions>
  <inkml:trace contextRef="#ctx0" brushRef="#br0">235 108 24575,'-1'-4'0,"-1"1"0,1-1 0,-1 1 0,1-1 0,-1 1 0,0 0 0,0-1 0,-1 1 0,1 0 0,-1 0 0,1 1 0,-5-4 0,0-2 0,1 2 0,0-1 0,0 1 0,-1 0 0,0 1 0,0-1 0,-10-4 0,15 9 0,0 0 0,0 0 0,0 0 0,0 0 0,-1 0 0,1 0 0,0 1 0,-1 0 0,1-1 0,0 1 0,-1 0 0,1 0 0,0 0 0,-1 0 0,1 0 0,0 1 0,0-1 0,-1 1 0,1 0 0,0-1 0,0 1 0,0 0 0,-1 0 0,1 1 0,0-1 0,1 0 0,-1 1 0,-3 2 0,-2 4 0,1-1 0,0 1 0,0 0 0,1 1 0,0-1 0,1 1 0,0 0 0,0 1 0,-2 12 0,-1 3 0,2 0 0,-4 37 0,8-48 0,0 1 0,2-1 0,-1 0 0,2 1 0,0-1 0,0 0 0,2 0 0,-1 0 0,2 0 0,0 0 0,1-1 0,0 0 0,13 20 0,-12-23 0,0-1 0,1 1 0,0-1 0,0-1 0,1 0 0,0 0 0,1 0 0,0-1 0,0-1 0,0 0 0,1 0 0,0-1 0,0 0 0,1-1 0,-1 0 0,21 3 0,21-1-1365,-3-6-5461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25.644"/>
    </inkml:context>
    <inkml:brush xml:id="br0">
      <inkml:brushProperty name="width" value="0.05" units="cm"/>
      <inkml:brushProperty name="height" value="0.05" units="cm"/>
    </inkml:brush>
  </inkml:definitions>
  <inkml:trace contextRef="#ctx0" brushRef="#br0">19 131 24575,'0'-9'0,"-2"-1"0,1 1 0,-6-16 0,0-1 0,5 93 0,5-30 0,1 1 0,12 53 0,-11-72 0,0-1 0,2 0 0,0 0 0,0-1 0,2 1 0,19 28 0,-26-43 0,0 0 0,0-1 0,1 1 0,-1 0 0,1-1 0,0 1 0,-1-1 0,1 0 0,0 0 0,0 0 0,1 0 0,-1-1 0,0 1 0,0-1 0,1 0 0,-1 0 0,1 0 0,-1 0 0,6 0 0,-5-1 0,1 0 0,-1-1 0,0 0 0,1 0 0,-1 0 0,0 0 0,0-1 0,0 1 0,0-1 0,0 0 0,0-1 0,-1 1 0,1 0 0,-1-1 0,6-5 0,1-3 0,0 1 0,0-2 0,-2 1 0,1-1 0,-1-1 0,-1 0 0,-1 0 0,1 0 0,-2-1 0,0 1 0,-1-1 0,4-20 0,-5 18 0,-1-1 0,0 1 0,-1-1 0,-1 1 0,-1 0 0,0-1 0,-1 1 0,0-1 0,-2 1 0,-9-27 0,11 38 49,0 0 0,-1 0 0,1 0-1,-1 0 1,0 1 0,-5-6 0,7 8-139,-1 1 0,1-1 0,-1 1 0,1 0 0,-1-1 1,0 1-1,0 0 0,0 0 0,1 0 0,-1 0 1,0 0-1,0 1 0,0-1 0,0 0 0,-1 1 0,1 0 1,0-1-1,-3 1 0,-7 2-6736</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26.283"/>
    </inkml:context>
    <inkml:brush xml:id="br0">
      <inkml:brushProperty name="width" value="0.05" units="cm"/>
      <inkml:brushProperty name="height" value="0.05" units="cm"/>
    </inkml:brush>
  </inkml:definitions>
  <inkml:trace contextRef="#ctx0" brushRef="#br0">36 190 24575,'-25'-28'0,"25"28"0,0 1 0,-1-1 0,1 1 0,0-1 0,-1 0 0,1 1 0,0-1 0,0 1 0,0-1 0,0 1 0,-1-1 0,1 1 0,0-1 0,0 1 0,0-1 0,0 1 0,0-1 0,0 1 0,0-1 0,0 1 0,0-1 0,0 1 0,0-1 0,1 1 0,-1-1 0,0 1 0,28 121 0,-9-51 0,-12-40 0,2 4 0,-2 1 0,5 63 0,-12-97 0,0 1 0,0-1 0,0 1 0,0-1 0,-1 0 0,1 1 0,-1-1 0,1 0 0,-1 0 0,0 1 0,0-1 0,0 0 0,0 0 0,-3 3 0,4-5 0,0 0 0,-1 1 0,1-1 0,0 0 0,-1 0 0,1 1 0,0-1 0,-1 0 0,1 0 0,-1 0 0,1 1 0,0-1 0,-1 0 0,1 0 0,-1 0 0,1 0 0,-1 0 0,1 0 0,0 0 0,-1 0 0,1 0 0,-1 0 0,1 0 0,-1 0 0,1 0 0,0 0 0,-1-1 0,0 1 0,0-1 0,0 0 0,0 0 0,-1 0 0,1 0 0,0 0 0,0 0 0,0 0 0,0-1 0,0 1 0,1 0 0,-1-1 0,-1-1 0,-5-14 0,0-1 0,1 1 0,-6-37 0,-4-58 0,12 74 0,2-2 0,4-53 0,-2 82 0,1 0 0,1 0 0,0 0 0,1 0 0,0 1 0,0-1 0,1 1 0,0 0 0,1 0 0,0 0 0,1 1 0,0-1 0,11-11 0,-13 17 0,1-1 0,0 1 0,0 0 0,0 0 0,1 1 0,-1 0 0,1 0 0,0 0 0,0 1 0,0-1 0,0 1 0,0 1 0,1-1 0,-1 1 0,10 0 0,-7 1 0,1 0 0,-1 1 0,1 0 0,-1 0 0,0 1 0,1 1 0,-1-1 0,0 1 0,0 1 0,8 4 0,-7-2 0,0-1 0,0 2 0,-1-1 0,0 2 0,0-1 0,-1 1 0,0 0 0,9 11 0,-13-12 0,1-1 0,-1 1 0,0 0 0,0 0 0,-1 0 0,0 0 0,0 1 0,-1-1 0,0 1 0,0 0 0,-1-1 0,1 9 0,-2-10 0,0-1 0,-1 0 0,1 0 0,-1 0 0,0 0 0,-1 0 0,1 0 0,-1 0 0,0 0 0,0 0 0,0-1 0,-5 7 0,2-4 0,0 0 0,-1 0 0,0-1 0,0 0 0,-1 0 0,-12 9 0,2-5 0,-1 0 0,0 0 0,0-2 0,-1 0 0,-31 8 0,34-13 0,19-8 0,29-8 0,-11 7 0,0 2 0,0 1 0,1 0 0,-1 2 0,1 0 0,0 2 0,-1 0 0,1 1 0,-1 2 0,0 0 0,25 8 0,-41-10 0,-1 0 0,1-1 0,-1 2 0,0-1 0,0 1 0,0-1 0,0 1 0,0 0 0,0 0 0,-1 1 0,5 4 0,-7-6 0,0 0 0,1 0 0,-1 0 0,-1 1 0,1-1 0,0 0 0,0 0 0,-1 0 0,1 1 0,-1-1 0,0 0 0,0 1 0,1-1 0,-2 0 0,1 0 0,0 1 0,0-1 0,-1 0 0,1 1 0,-1-1 0,0 0 0,0 0 0,1 0 0,-1 0 0,-3 4 0,-1 2 0,-1-1 0,0 0 0,0 0 0,0 0 0,-1 0 0,0-1 0,-1 0 0,1-1 0,-1 0 0,0 0 0,0-1 0,-14 6 0,-6 1 0,-1-2 0,-46 10 0,60-15-195,-1-2 0,1 0 0,0-1 0,0 0 0,-1-1 0,-27-4 0,12-3-6631</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26.545"/>
    </inkml:context>
    <inkml:brush xml:id="br0">
      <inkml:brushProperty name="width" value="0.05" units="cm"/>
      <inkml:brushProperty name="height" value="0.05" units="cm"/>
    </inkml:brush>
  </inkml:definitions>
  <inkml:trace contextRef="#ctx0" brushRef="#br0">149 15 24575,'1'0'0,"-1"0"0,1 0 0,0 0 0,-1 0 0,1 0 0,0 0 0,-1 0 0,1 0 0,-1 0 0,1-1 0,0 1 0,-1 0 0,1 0 0,-1-1 0,1 1 0,0 0 0,-1-1 0,1 1 0,-1-1 0,1 1 0,-1 0 0,0-1 0,1 1 0,-1-1 0,1 1 0,-1-1 0,0 0 0,1 0 0,-5-4 0,-9 5 0,6 2 0,0 0 0,0 0 0,0 1 0,1 0 0,-1 0 0,1 1 0,0-1 0,-1 2 0,2-1 0,-1 0 0,0 1 0,1 0 0,0 1 0,0-1 0,1 1 0,-1 0 0,1 0 0,1 0 0,-1 1 0,1-1 0,-3 8 0,1 1 0,0-1 0,0 1 0,2 1 0,0-1 0,0 0 0,2 1 0,0-1 0,2 31 0,1-28 31,0-1 0,2 1 0,0-1 0,1 0 0,1 0 0,0 0 0,1-1 0,1 0 1,1-1-1,12 19 0,-16-27-113,1 0 1,0 1 0,0-2 0,1 1-1,0-1 1,0 0 0,1 0-1,-1-1 1,1 0 0,0 0 0,1-1-1,-1 0 1,1-1 0,-1 0 0,1 0-1,0-1 1,0 0 0,1 0 0,-1-1-1,18 0 1,6-4-6745</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26.688"/>
    </inkml:context>
    <inkml:brush xml:id="br0">
      <inkml:brushProperty name="width" value="0.05" units="cm"/>
      <inkml:brushProperty name="height" value="0.05" units="cm"/>
    </inkml:brush>
  </inkml:definitions>
  <inkml:trace contextRef="#ctx0" brushRef="#br0">121 78 24575,'-9'-3'0,"-13"-1"0,-8-3 0,-3 0 0,11-3 0,18 1 0,26 2 0,24 3 0,21 0 0,14 3 0,12-3 0,3 0 0,-6-3 0,-18 0-8191</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28.098"/>
    </inkml:context>
    <inkml:brush xml:id="br0">
      <inkml:brushProperty name="width" value="0.05" units="cm"/>
      <inkml:brushProperty name="height" value="0.05" units="cm"/>
    </inkml:brush>
  </inkml:definitions>
  <inkml:trace contextRef="#ctx0" brushRef="#br0">0 124 24575,'2'-14'0,"0"0"0,1 1 0,0-1 0,1 1 0,10-23 0,-12 32 0,-2 3 0,0 0 0,0 0 0,1 0 0,-1 0 0,0 1 0,1-1 0,-1 0 0,1 0 0,-1 0 0,1 0 0,0 1 0,-1-1 0,1 0 0,0 1 0,-1-1 0,1 0 0,1 0 0,-1 1 0,-1 0 0,0 0 0,1 0 0,-1 0 0,1 1 0,-1-1 0,0 0 0,1 0 0,-1 0 0,0 1 0,1-1 0,-1 0 0,0 0 0,1 1 0,-1-1 0,0 0 0,0 1 0,1-1 0,-1 0 0,0 1 0,0-1 0,0 1 0,1-1 0,-1 0 0,0 1 0,0-1 0,0 1 0,9 39 0,-8-36 0,21 178 0,11 58 0,-31-230 13,36 151-1391,-26-124-5448</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28.453"/>
    </inkml:context>
    <inkml:brush xml:id="br0">
      <inkml:brushProperty name="width" value="0.05" units="cm"/>
      <inkml:brushProperty name="height" value="0.05" units="cm"/>
    </inkml:brush>
  </inkml:definitions>
  <inkml:trace contextRef="#ctx0" brushRef="#br0">244 121 24575,'0'-1'0,"0"0"0,-1-1 0,1 1 0,0 0 0,-1 0 0,1-1 0,-1 1 0,1 0 0,-1 0 0,1-1 0,-1 1 0,0 0 0,0 0 0,1 0 0,-1 0 0,0 0 0,0 0 0,0 0 0,0 1 0,0-1 0,-1 0 0,1 1 0,0-1 0,0 0 0,0 1 0,-1-1 0,1 1 0,0 0 0,0-1 0,-3 1 0,1-1 0,-1 1 0,1-1 0,0 1 0,-1 0 0,1 0 0,0 0 0,-1 1 0,1-1 0,0 1 0,-1-1 0,-3 3 0,-5 4 0,-1 1 0,1 1 0,1 0 0,0 0 0,0 1 0,0 1 0,2-1 0,-15 21 0,-26 27 0,50-58 0,0 0 0,0 0 0,0 0 0,0 1 0,-1-1 0,1 0 0,0 0 0,0 0 0,0 0 0,0 1 0,0-1 0,0 0 0,0 0 0,0 0 0,-1 0 0,1 1 0,0-1 0,0 0 0,0 0 0,0 0 0,0 0 0,-1 0 0,1 0 0,0 0 0,0 1 0,0-1 0,-1 0 0,1 0 0,0 0 0,0 0 0,0 0 0,-1 0 0,1 0 0,0 0 0,0 0 0,0 0 0,0 0 0,-1 0 0,1 0 0,0 0 0,0 0 0,0-1 0,-1 1 0,1 0 0,0 0 0,0 0 0,3-12 0,12-17 0,-13 26 0,19-34 0,37-47 0,-51 75 0,0 0 0,1 1 0,0 0 0,0 0 0,1 0 0,0 1 0,0 1 0,1 0 0,0 0 0,16-7 0,-21 11 20,1 1 0,0-1 0,-1 1 1,1 0-1,0 1 0,0-1 0,0 1 0,0 0 0,0 1 0,-1-1 0,1 1 0,0 0 0,0 1 0,-1-1 0,1 1 0,9 5 1,-4-2-235,-1 2 1,0 0 0,0 0-1,-1 0 1,0 1 0,0 1-1,8 9 1,12 17-6613</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29.291"/>
    </inkml:context>
    <inkml:brush xml:id="br0">
      <inkml:brushProperty name="width" value="0.05" units="cm"/>
      <inkml:brushProperty name="height" value="0.05" units="cm"/>
    </inkml:brush>
  </inkml:definitions>
  <inkml:trace contextRef="#ctx0" brushRef="#br0">1 7 24575,'25'-3'0,"-22"2"0,0 0 0,0 0 0,1 1 0,-1 0 0,0 0 0,0 0 0,1 0 0,-1 0 0,0 1 0,0-1 0,4 2 0,-2 0 0,0 0 0,0 0 0,0 1 0,0-1 0,-1 1 0,1 0 0,-1 1 0,0-1 0,0 1 0,0 0 0,0 0 0,3 5 0,-2-1 0,1 0 0,-1 1 0,-1 0 0,0 0 0,0 0 0,2 11 0,1 9 0,-2-1 0,-1 1 0,1 46 0,-5 9 0,-15 122 0,-29 84 0,25-175 0,-45 298 0,64-410 0,-1 0 0,0 0 0,1 1 0,0-1 0,0 0 0,0 0 0,0 0 0,1 0 0,-1 1 0,1-1 0,1 4 0,-1-5 0,0-1 0,0 0 0,0 0 0,0 1 0,0-1 0,1 0 0,-1 0 0,0 0 0,1 0 0,-1-1 0,1 1 0,-1 0 0,1 0 0,-1-1 0,1 1 0,0-1 0,-1 0 0,1 1 0,0-1 0,-1 0 0,1 0 0,0 0 0,2 0 0,34-1 0,-1-1 0,51-11 0,-7 2 0,494-29-1383,6 29-853,-513 11 2050,1677 10-6361,3 34 4356,-183-4 1728,-2-24-587,-554-46 2643,-882 18 768,-40-1-450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30.064"/>
    </inkml:context>
    <inkml:brush xml:id="br0">
      <inkml:brushProperty name="width" value="0.05" units="cm"/>
      <inkml:brushProperty name="height" value="0.05" units="cm"/>
    </inkml:brush>
  </inkml:definitions>
  <inkml:trace contextRef="#ctx0" brushRef="#br0">19 294 24575,'-1'0'0,"0"0"0,0 0 0,1 0 0,-1 0 0,0 0 0,0 0 0,0 0 0,0 0 0,0 0 0,1 0 0,-1-1 0,0 1 0,0 0 0,0-1 0,1 1 0,-1 0 0,0-1 0,0 1 0,1-1 0,-1 1 0,-1-2 0,2 1 0,1 1 0,-1-1 0,0 1 0,1-1 0,-1 0 0,1 1 0,-1-1 0,1 1 0,-1 0 0,1-1 0,-1 1 0,1-1 0,-1 1 0,1 0 0,0-1 0,-1 1 0,1 0 0,-1 0 0,1-1 0,0 1 0,-1 0 0,1 0 0,0 0 0,-1 0 0,1 0 0,0 0 0,-1 0 0,2 0 0,445-38 7,-286 28-227,1514-62-7392,3 53 2594,-1144 15 5097,-451 4-80,2121-30-2457,-1103-7 3603,2-27 5161,-1084 63-5729,3-1 334,0 1 0,26 2 0,-47-1-863,0 0 0,1 0 0,-1 0 0,1 0-1,-1 0 1,0 0 0,1 1 0,-1-1 0,1 1-1,-1-1 1,0 1 0,0-1 0,1 1 0,-1 0-1,0 0 1,0-1 0,0 1 0,0 0 0,0 0-1,0 0 1,1 2 0,-1-2 20,-1 0-1,0 0 1,0 0 0,0 0-1,0 1 1,0-1 0,0 0-1,0 0 1,0 0-1,0 0 1,-1 0 0,1 0-1,0 0 1,-1 0 0,1 0-1,-1 0 1,1 0 0,-1 0-1,0 0 1,0 2 0,-6 5 424,-1 1 1,0-1 0,-17 14 0,22-20-475,-29 23-18,21-18 0,1 1 0,0 0 0,0 1 0,1 0 0,0 0 0,0 1 0,1 0 0,1 1 0,-1 0 0,-7 17 0,6-5 0,2 1 0,1-1 0,0 1 0,2 1 0,1-1 0,1 0 0,1 1 0,4 42 0,6 11 0,26 107 0,51 142 333,14 66-2031,-83-300-5128</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30.793"/>
    </inkml:context>
    <inkml:brush xml:id="br0">
      <inkml:brushProperty name="width" value="0.05" units="cm"/>
      <inkml:brushProperty name="height" value="0.05" units="cm"/>
    </inkml:brush>
  </inkml:definitions>
  <inkml:trace contextRef="#ctx0" brushRef="#br0">686 93 24575,'0'-4'0,"0"1"0,0-1 0,-1 1 0,0-1 0,1 1 0,-1-1 0,0 1 0,-1 0 0,1-1 0,-1 1 0,1 0 0,-1 0 0,0 0 0,0 0 0,0 0 0,-1 1 0,1-1 0,-1 0 0,1 1 0,-1 0 0,0 0 0,0 0 0,0 0 0,0 0 0,0 0 0,0 1 0,-1 0 0,-5-2 0,-3-1 0,0 2 0,0-1 0,0 2 0,-1-1 0,1 2 0,-24 1 0,4 2 0,1 1 0,0 2 0,0 1 0,1 1 0,0 2 0,0 1 0,1 1 0,1 2 0,0 0 0,0 2 0,2 1 0,0 2 0,-41 37 0,60-49 0,0 1 0,0 0 0,1 0 0,0 0 0,1 0 0,0 1 0,0 0 0,1 0 0,0 1 0,1-1 0,-3 11 0,5-15 0,0 0 0,1 0 0,0 0 0,-1 0 0,2 0 0,-1 0 0,1 0 0,-1 0 0,1 0 0,1 0 0,-1 0 0,1 0 0,0 0 0,0 0 0,0-1 0,0 1 0,1-1 0,0 0 0,0 0 0,0 0 0,1 0 0,-1 0 0,7 4 0,2 2 0,1-2 0,0 0 0,0 0 0,0-2 0,1 1 0,0-2 0,1 0 0,-1 0 0,27 4 0,14-1 0,73 2 0,220-15 342,-274-3-911,-1-2 0,123-34 0,-140 26-6257</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31.167"/>
    </inkml:context>
    <inkml:brush xml:id="br0">
      <inkml:brushProperty name="width" value="0.05" units="cm"/>
      <inkml:brushProperty name="height" value="0.05" units="cm"/>
    </inkml:brush>
  </inkml:definitions>
  <inkml:trace contextRef="#ctx0" brushRef="#br0">0 49 24575,'3'0'0,"5"0"0,3 0 0,7 0 0,6 0 0,9-3 0,7-2 0,11 1 0,8 1 0,6-2 0,6-1 0,0 2 0,-7-3 0,-7 1 0,-14 0-8191</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32.189"/>
    </inkml:context>
    <inkml:brush xml:id="br0">
      <inkml:brushProperty name="width" value="0.05" units="cm"/>
      <inkml:brushProperty name="height" value="0.05" units="cm"/>
    </inkml:brush>
  </inkml:definitions>
  <inkml:trace contextRef="#ctx0" brushRef="#br0">431 152 24575,'19'-16'0,"5"-7"0,-19 16 0,-1 1 0,1-1 0,-1-1 0,-1 1 0,6-14 0,-9 19 0,1 1 0,-1 0 0,1-1 0,-1 1 0,1-1 0,-1 1 0,0-1 0,0 1 0,0-1 0,0 1 0,0-1 0,0 1 0,0-1 0,-1 1 0,1-1 0,0 1 0,-1-1 0,1 1 0,-1-1 0,0 1 0,1 0 0,-1-1 0,0 1 0,0 0 0,0 0 0,0 0 0,0-1 0,0 1 0,0 0 0,0 0 0,0 0 0,-1 1 0,1-1 0,0 0 0,-1 0 0,1 1 0,0-1 0,-3 0 0,-7-2 0,-1 1 0,0 1 0,1 0 0,-1 0 0,1 1 0,-1 1 0,0 0 0,1 0 0,-1 1 0,-14 5 0,-3 1 0,1 2 0,-48 24 0,66-30 0,-51 30 0,57-31 0,0-1 0,1 1 0,0-1 0,-1 1 0,1 0 0,0 0 0,0 1 0,1-1 0,-1 1 0,1-1 0,-1 1 0,-2 8 0,4-11 0,1 1 0,0 0 0,0 0 0,0 0 0,0-1 0,0 1 0,0 0 0,1 0 0,-1 0 0,1-1 0,-1 1 0,1 0 0,-1-1 0,1 1 0,0 0 0,0-1 0,0 1 0,0-1 0,0 1 0,0-1 0,1 0 0,-1 1 0,0-1 0,1 0 0,-1 0 0,0 0 0,3 1 0,5 5 0,1-1 0,1-1 0,11 5 0,-13-6 0,55 24 0,-31-15 0,0 2 0,-1 1 0,41 27 0,-69-40 0,-1-1 0,0 1 0,0 0 0,0 0 0,0 0 0,0 0 0,-1 0 0,1 0 0,-1 1 0,0-1 0,0 1 0,0 0 0,-1 0 0,2 5 0,-2-6 0,-1 0 0,0 0 0,0 0 0,0 0 0,0 0 0,0 0 0,0 0 0,-1 0 0,0 0 0,1 0 0,-1 0 0,-1 0 0,1 0 0,0 0 0,-1-1 0,1 1 0,-1 0 0,0-1 0,-3 5 0,-4 2 0,0 0 0,0-1 0,-1 0 0,0-1 0,-1 0 0,0 0 0,0-1 0,-17 7 0,-5 0 0,-61 16 0,76-24 86,0-1-1,-1-1 0,-26 1 1,41-3-158,0-1 1,0 0 0,0 0 0,0-1 0,0 1 0,0-1 0,0 0 0,1 0 0,-1 0-1,0 0 1,1-1 0,-1 1 0,0-1 0,1 0 0,0 0 0,-1 0 0,1-1 0,0 1 0,0-1-1,1 1 1,-1-1 0,0 0 0,-2-4 0,-5-16-6755</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32.467"/>
    </inkml:context>
    <inkml:brush xml:id="br0">
      <inkml:brushProperty name="width" value="0.05" units="cm"/>
      <inkml:brushProperty name="height" value="0.05" units="cm"/>
    </inkml:brush>
  </inkml:definitions>
  <inkml:trace contextRef="#ctx0" brushRef="#br0">0 58 24575,'20'-8'0,"1"1"0,0 1 0,31-6 0,-11 3 0,28-4 0,-62 12 0,0 0 0,0 1 0,1 0 0,-1 0 0,0 1 0,1 0 0,9 2 0,-14-2 0,-1 0 0,0 0 0,0 1 0,1-1 0,-1 0 0,0 1 0,-1 0 0,1-1 0,0 1 0,0 0 0,-1 0 0,1 0 0,-1 0 0,1 0 0,-1 0 0,0 0 0,0 1 0,0-1 0,0 0 0,0 1 0,-1-1 0,1 0 0,-1 1 0,1-1 0,-1 1 0,0-1 0,0 5 0,-1 8 0,0-1 0,-1 0 0,-5 23 0,5-28 0,-21 79 0,13-58 0,2 1 0,2 1 0,-4 33 0,10-63 0,0 1 0,0 0 0,0 0 0,0 0 0,0 0 0,0 0 0,1 0 0,-1 0 0,1 0 0,0-1 0,0 1 0,0 0 0,0 0 0,0-1 0,1 1 0,-1-1 0,1 1 0,0-1 0,0 0 0,0 0 0,0 1 0,0-1 0,0 0 0,0-1 0,1 1 0,-1 0 0,1-1 0,-1 1 0,1-1 0,0 0 0,-1 0 0,5 1 0,4 0 0,-1 0 0,1-1 0,-1 0 0,1-1 0,-1 0 0,1-1 0,18-3 0,38-9-682,72-24-1,-95 23-6143</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32.841"/>
    </inkml:context>
    <inkml:brush xml:id="br0">
      <inkml:brushProperty name="width" value="0.05" units="cm"/>
      <inkml:brushProperty name="height" value="0.05" units="cm"/>
    </inkml:brush>
  </inkml:definitions>
  <inkml:trace contextRef="#ctx0" brushRef="#br0">211 90 24575,'3'-1'0,"0"1"0,1-1 0,-1 1 0,0-1 0,0 0 0,0 0 0,0-1 0,0 1 0,-1-1 0,1 1 0,0-1 0,-1 0 0,1 0 0,-1 0 0,1 0 0,-1 0 0,0-1 0,0 1 0,0-1 0,0 0 0,-1 1 0,1-1 0,-1 0 0,1 0 0,-1 0 0,0 0 0,0 0 0,0 0 0,-1 0 0,1-5 0,-1 7 0,0 0 0,0 0 0,0 0 0,-1 0 0,1 0 0,0 1 0,-1-1 0,1 0 0,0 0 0,-1 0 0,1 1 0,-1-1 0,1 0 0,-1 1 0,1-1 0,-1 0 0,0 1 0,1-1 0,-1 1 0,0-1 0,0 1 0,1-1 0,-2 0 0,-1 1 0,1-1 0,-1 0 0,1 1 0,0-1 0,-1 1 0,0 0 0,1 0 0,-4 0 0,-4 1 0,0 0 0,-20 6 0,11-2 0,1 1 0,0 1 0,-26 14 0,36-16 0,-1 0 0,1 1 0,0 0 0,0 0 0,0 1 0,1 0 0,0 0 0,-9 13 0,15-18 0,-1 0 0,1 0 0,0 0 0,0 1 0,0-1 0,0 0 0,0 1 0,0-1 0,1 1 0,-1-1 0,1 1 0,0-1 0,-1 1 0,1-1 0,0 1 0,1-1 0,-1 1 0,1 2 0,0-1 0,0-1 0,1 1 0,0-1 0,-1 1 0,1-1 0,0 0 0,1 0 0,-1 0 0,1 0 0,4 5 0,6 2 0,0 0 0,0-1 0,1-1 0,21 10 0,-35-17 0,105 44 0,-69-32 0,-1 2 0,40 24 0,-69-36 0,-1 1 0,0 0 0,0 0 0,8 8 0,-12-11 0,0 0 0,0 0 0,-1 0 0,1 0 0,0 0 0,-1 0 0,1 0 0,-1 0 0,1 0 0,-1 0 0,1 1 0,-1-1 0,0 0 0,1 0 0,-1 0 0,0 1 0,0-1 0,0 0 0,0 0 0,0 1 0,0-1 0,-1 0 0,1 0 0,0 0 0,-1 1 0,1-1 0,0 0 0,-1 0 0,1 0 0,-1 0 0,-1 1 0,-1 2 0,0-1 0,0 1 0,0-1 0,-1 0 0,1-1 0,-1 1 0,0 0 0,0-1 0,0 0 0,-8 3 0,-48 13 0,49-16 0,-124 23-1365,70-17-5461</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33.123"/>
    </inkml:context>
    <inkml:brush xml:id="br0">
      <inkml:brushProperty name="width" value="0.05" units="cm"/>
      <inkml:brushProperty name="height" value="0.05" units="cm"/>
    </inkml:brush>
  </inkml:definitions>
  <inkml:trace contextRef="#ctx0" brushRef="#br0">12 15 24575,'-3'3'0,"-1"4"0,0 5 0,4-1 0,5-2 0,11-2 0,13-2 0,9-6 0,16-5 0,10-2 0,7-3 0,3-2 0,0-2 0,-14 1-8191</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33.450"/>
    </inkml:context>
    <inkml:brush xml:id="br0">
      <inkml:brushProperty name="width" value="0.05" units="cm"/>
      <inkml:brushProperty name="height" value="0.05" units="cm"/>
    </inkml:brush>
  </inkml:definitions>
  <inkml:trace contextRef="#ctx0" brushRef="#br0">0 16 24575,'0'-3'0,"0"-4"0,0 2 0,0 5 0,0 9 0,3 9 0,1 11 0,3 6 0,4 11 0,2 6 0,0 4 0,0 1 0,2 1 0,-3-9-8191</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33.744"/>
    </inkml:context>
    <inkml:brush xml:id="br0">
      <inkml:brushProperty name="width" value="0.05" units="cm"/>
      <inkml:brushProperty name="height" value="0.05" units="cm"/>
    </inkml:brush>
  </inkml:definitions>
  <inkml:trace contextRef="#ctx0" brushRef="#br0">38 168 24575,'-12'-21'0,"8"14"0,0 0 0,0 0 0,1 0 0,0 0 0,-3-10 0,5 15 0,1-1 0,0 1 0,-1 0 0,1 0 0,0 0 0,1-1 0,-1 1 0,0 0 0,0 0 0,1 0 0,-1-1 0,1 1 0,0 0 0,0 0 0,0 0 0,0 0 0,0 0 0,0 0 0,0 1 0,1-1 0,-1 0 0,1 0 0,2-2 0,2 0 0,0 0 0,1 0 0,-1 0 0,1 0 0,0 1 0,0 1 0,0-1 0,0 1 0,0 0 0,15-2 0,11 1 0,37 0 0,-62 3 0,45-1 0,0 4 0,88 14 0,-113-12 0,0 2 0,-1 1 0,0 1 0,0 1 0,-1 1 0,42 25 0,-60-31 0,-1 1 0,1-1 0,-1 2 0,0-1 0,0 1 0,-1 0 0,0 0 0,0 1 0,7 12 0,-11-16 0,1 1 0,-1 0 0,0 0 0,-1 0 0,1 1 0,-1-1 0,0 0 0,0 1 0,-1-1 0,0 0 0,0 1 0,0-1 0,0 0 0,-1 1 0,0-1 0,0 0 0,0 1 0,-3 4 0,-1 2 0,-1 0 0,-1-1 0,0 0 0,-1 0 0,0 0 0,0-1 0,-1-1 0,0 1 0,-1-1 0,0-1 0,-1 0 0,-13 8 0,-10 5 0,-2-1 0,-63 25 0,58-30-341,0-2 0,-1-2-1,-69 10 1,51-14-6485</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34.413"/>
    </inkml:context>
    <inkml:brush xml:id="br0">
      <inkml:brushProperty name="width" value="0.05" units="cm"/>
      <inkml:brushProperty name="height" value="0.05" units="cm"/>
    </inkml:brush>
  </inkml:definitions>
  <inkml:trace contextRef="#ctx0" brushRef="#br0">0 170 24575,'10'-1'0,"-9"1"0,0 0 0,0-1 0,-1 1 0,1 0 0,0 0 0,0 0 0,0 1 0,0-1 0,0 0 0,0 0 0,0 0 0,0 1 0,0-1 0,-1 0 0,1 1 0,0-1 0,0 1 0,0-1 0,-1 1 0,1-1 0,0 1 0,-1 0 0,1-1 0,1 2 0,7 10 0,0 0 0,0 1 0,-1 0 0,-1 0 0,0 1 0,-1-1 0,6 20 0,0-1 0,7 15 0,-3 1 0,16 74 0,-31-117 0,0-1 0,-1 1 0,1-1 0,-1 1 0,0 0 0,-1-1 0,0 6 0,1-9 0,0-1 0,0 1 0,0-1 0,-1 1 0,1-1 0,0 1 0,0-1 0,0 1 0,-1-1 0,1 1 0,0-1 0,-1 0 0,1 1 0,0-1 0,-1 0 0,1 1 0,0-1 0,-1 0 0,1 1 0,-1-1 0,1 0 0,-1 1 0,1-1 0,0 0 0,-1 0 0,0 1 0,-1-2 0,1 1 0,0 0 0,0-1 0,-1 1 0,1 0 0,0-1 0,0 0 0,0 1 0,0-1 0,0 0 0,0 1 0,0-1 0,0 0 0,0 0 0,0 0 0,-1-1 0,-10-11 0,2 0 0,-1-1 0,2 0 0,0-1 0,1 0 0,-11-27 0,2-1 0,-12-56 0,22 74 0,2-1 0,1 1 0,-2-51 0,5 67 0,2 0 0,-1 0 0,1 0 0,0 1 0,1-1 0,0 0 0,0 1 0,1-1 0,0 1 0,1 0 0,0 0 0,0 0 0,1 0 0,0 1 0,6-8 0,-8 12 0,0 0 0,0 1 0,0-1 0,0 1 0,0 0 0,1 0 0,-1 0 0,1 0 0,-1 1 0,1 0 0,-1-1 0,1 1 0,0 0 0,5 0 0,-2 1 0,0-1 0,-1 2 0,1-1 0,0 1 0,0 0 0,0 0 0,10 4 0,-4 0 0,0 0 0,0 1 0,-1 0 0,0 1 0,0 1 0,-1 0 0,16 14 0,-22-18 0,-1 0 0,0 1 0,0 0 0,0-1 0,-1 1 0,0 0 0,0 1 0,4 8 0,-6-11 0,0-1 0,0 1 0,-1-1 0,0 1 0,1-1 0,-1 1 0,0 0 0,0-1 0,0 1 0,0-1 0,-1 1 0,1 0 0,-1-1 0,1 1 0,-1-1 0,0 0 0,0 1 0,0-1 0,0 1 0,-1-1 0,1 0 0,-3 3 0,-3 3 0,-1-1 0,0 0 0,0-1 0,0 0 0,-1 0 0,0-1 0,0 0 0,0 0 0,-18 5 0,-21 12 0,47-22 0,1 0 0,0 0 0,-1 0 0,1 0 0,0 0 0,0 1 0,-1-1 0,1 0 0,0 0 0,-1 0 0,1 0 0,0 1 0,0-1 0,-1 0 0,1 0 0,0 0 0,0 1 0,0-1 0,-1 0 0,1 0 0,0 1 0,0-1 0,0 0 0,0 1 0,-1-1 0,1 0 0,0 1 0,0-1 0,0 0 0,0 0 0,0 1 0,0-1 0,0 0 0,0 1 0,0-1 0,0 0 0,0 1 0,0-1 0,13 8 0,26 0 0,-36-8 0,36 6 0,123 24 0,-142-25 0,-1 1 0,0 1 0,0 1 0,-1 0 0,0 1 0,18 13 0,-32-20 0,-1 1 0,1 0 0,-1 0 0,1 0 0,-1 0 0,0 1 0,0-1 0,2 5 0,-4-7 0,-1 1 0,1-1 0,0 0 0,-1 1 0,1-1 0,-1 1 0,0-1 0,1 1 0,-1-1 0,0 1 0,0-1 0,0 1 0,0-1 0,0 1 0,0-1 0,-1 1 0,1-1 0,0 0 0,-1 1 0,1-1 0,-1 1 0,1-1 0,-1 0 0,0 1 0,0-1 0,1 0 0,-3 3 0,-2 1 0,0 0 0,0-1 0,-1 1 0,0-1 0,1 0 0,-2 0 0,1-1 0,-13 6 0,-4 0 0,-31 6 0,5-4-682,-72 5-1,36-9-6143</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37.008"/>
    </inkml:context>
    <inkml:brush xml:id="br0">
      <inkml:brushProperty name="width" value="0.05" units="cm"/>
      <inkml:brushProperty name="height" value="0.05" units="cm"/>
    </inkml:brush>
  </inkml:definitions>
  <inkml:trace contextRef="#ctx0" brushRef="#br0">1 1 24575,'26'168'0,"-12"-85"0,12 123 0,-13-97 0,-9-75-1365,0-8-5461</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37.193"/>
    </inkml:context>
    <inkml:brush xml:id="br0">
      <inkml:brushProperty name="width" value="0.05" units="cm"/>
      <inkml:brushProperty name="height" value="0.05" units="cm"/>
    </inkml:brush>
  </inkml:definitions>
  <inkml:trace contextRef="#ctx0" brushRef="#br0">0 104 24575,'0'-10'0,"4"-12"0,3-5 0,4 1 0,4 9 0,2 16 0,4 18 0,2 19 0,0 15 0,0 15 0,-2 9 0,-4 7 0,-2 2 0,-3 0 0,-4-6 0,-3-16-8191</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37.396"/>
    </inkml:context>
    <inkml:brush xml:id="br0">
      <inkml:brushProperty name="width" value="0.05" units="cm"/>
      <inkml:brushProperty name="height" value="0.05" units="cm"/>
    </inkml:brush>
  </inkml:definitions>
  <inkml:trace contextRef="#ctx0" brushRef="#br0">43 167 24575,'-3'-4'0,"-4"-6"0,-4-6 0,-1-2 0,3-2 0,8 3 0,8 4 0,12 1 0,12 3 0,14-1 0,11 2 0,12 2 0,10 0 0,8-1 0,1 2 0,-5 2 0,-16 1-8191</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37.536"/>
    </inkml:context>
    <inkml:brush xml:id="br0">
      <inkml:brushProperty name="width" value="0.05" units="cm"/>
      <inkml:brushProperty name="height" value="0.05" units="cm"/>
    </inkml:brush>
  </inkml:definitions>
  <inkml:trace contextRef="#ctx0" brushRef="#br0">158 10 24575,'-9'7'0,"-13"4"0,-9 4 0,-2 3 0,1-2 0,10-4 0,14-4 0,18-6 0,20-10 0,18-6 0,15-8 0,13-6 0,-6 2-8191</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37.925"/>
    </inkml:context>
    <inkml:brush xml:id="br0">
      <inkml:brushProperty name="width" value="0.05" units="cm"/>
      <inkml:brushProperty name="height" value="0.05" units="cm"/>
    </inkml:brush>
  </inkml:definitions>
  <inkml:trace contextRef="#ctx0" brushRef="#br0">384 69 24575,'-1'-3'0,"1"0"0,0 0 0,-1 1 0,1-1 0,-1 0 0,0 0 0,0 1 0,0-1 0,0 1 0,0-1 0,0 1 0,-1-1 0,0 1 0,1 0 0,-1 0 0,0-1 0,0 1 0,0 0 0,0 1 0,0-1 0,0 0 0,-1 1 0,1-1 0,-1 1 0,1 0 0,-5-2 0,2 1 0,1 1 0,-1 0 0,0-1 0,0 1 0,-1 1 0,1-1 0,0 1 0,0 0 0,0 0 0,0 1 0,0-1 0,0 1 0,-9 3 0,1 1 0,1 1 0,0 0 0,1 1 0,0 0 0,0 0 0,0 2 0,1-1 0,-13 15 0,2 0 0,2 1 0,-26 39 0,36-49 0,1 0 0,1 0 0,0 1 0,1 0 0,1 0 0,0 0 0,1 1 0,-4 24 0,7-34 0,1-1 0,0 1 0,0 0 0,0-1 0,0 1 0,1-1 0,0 1 0,0-1 0,0 0 0,1 1 0,0-1 0,0 0 0,0 0 0,1 0 0,0 0 0,0 0 0,0-1 0,0 0 0,1 1 0,-1-1 0,1 0 0,0 0 0,0-1 0,1 1 0,-1-1 0,1 0 0,0 0 0,5 2 0,7 1-151,0-1-1,1 0 0,-1-1 0,1-1 1,0-1-1,0 0 0,0-2 1,24-1-1,27-2-6674</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38.267"/>
    </inkml:context>
    <inkml:brush xml:id="br0">
      <inkml:brushProperty name="width" value="0.05" units="cm"/>
      <inkml:brushProperty name="height" value="0.05" units="cm"/>
    </inkml:brush>
  </inkml:definitions>
  <inkml:trace contextRef="#ctx0" brushRef="#br0">46 95 24575,'-3'0'0,"0"0"0,1 0 0,-1 0 0,0 0 0,0 1 0,1-1 0,-1 1 0,0 0 0,1 0 0,-1 0 0,-2 1 0,4-1 0,0 0 0,0 0 0,0 0 0,0 0 0,1 0 0,-1 0 0,0 0 0,1 0 0,-1 0 0,1 0 0,-1 0 0,1 0 0,0 1 0,-1-1 0,1 0 0,0 0 0,0 0 0,0 1 0,0-1 0,0 0 0,0 0 0,0 1 0,0-1 0,0 0 0,1 0 0,0 3 0,17 68 0,37 90 0,-51-152 0,0 0 0,0-1 0,1 0 0,0 0 0,0 0 0,1-1 0,1 1 0,-1-2 0,1 1 0,11 9 0,-13-13 0,0-1 0,1 0 0,-1 0 0,1 0 0,-1 0 0,1-1 0,0 0 0,0 0 0,0-1 0,0 1 0,0-1 0,1-1 0,-1 1 0,0-1 0,0 0 0,1-1 0,-1 1 0,9-3 0,-1 0 0,-1-1 0,0 0 0,0-1 0,0-1 0,0 0 0,-1 0 0,0-1 0,-1-1 0,1 0 0,-2-1 0,1 0 0,-1 0 0,0-1 0,15-21 0,-19 23 0,0-1 0,-1 1 0,0-1 0,-1 0 0,0-1 0,0 1 0,-1-1 0,0 0 0,0 0 0,-1 0 0,-1 0 0,0 0 0,0 0 0,-1 0 0,0-1 0,-1 1 0,0 0 0,0 0 0,-1 0 0,-6-17 0,3 15 0,0 0 0,-1 0 0,0 0 0,-1 1 0,-1 0 0,-12-14 0,15 19 0,0 0 0,-1 1 0,1 0 0,-1 0 0,0 1 0,-1-1 0,1 1 0,-1 1 0,0-1 0,0 1 0,0 0 0,-11-2 0,-1 3-1365,4 5-5461</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38.874"/>
    </inkml:context>
    <inkml:brush xml:id="br0">
      <inkml:brushProperty name="width" value="0.05" units="cm"/>
      <inkml:brushProperty name="height" value="0.05" units="cm"/>
    </inkml:brush>
  </inkml:definitions>
  <inkml:trace contextRef="#ctx0" brushRef="#br0">8 163 24575,'0'0'0,"-7"1"0,10 7 0,-1-2 0,62 126 0,25 63 0,-87-190 0,0 0 0,-1 1 0,0-1 0,0 0 0,0 10 0,-1-14 0,0-1 0,0 1 0,0 0 0,0-1 0,-1 1 0,1-1 0,0 1 0,0-1 0,0 1 0,0-1 0,0 1 0,-1-1 0,1 1 0,0-1 0,0 1 0,-1-1 0,1 0 0,0 1 0,-1-1 0,1 1 0,0-1 0,-1 0 0,1 1 0,-1-1 0,0 1 0,0-1 0,0 0 0,0 0 0,0-1 0,0 1 0,0 0 0,0 0 0,0-1 0,0 1 0,0-1 0,0 1 0,0-1 0,0 1 0,0-1 0,0 1 0,0-1 0,0 0 0,1 1 0,-2-3 0,-4-3 0,0 0 0,0-1 0,1 0 0,0 0 0,0-1 0,1 1 0,-6-16 0,0-1 0,-8-34 0,11 29 0,1 1 0,2-1 0,0 1 0,2-46 0,2 63 0,0-1 0,1 1 0,1 0 0,0 0 0,0 0 0,1 0 0,0 0 0,1 0 0,1 1 0,-1 0 0,2 0 0,-1 0 0,1 0 0,12-13 0,-14 19 0,-1 1 0,1 0 0,0 0 0,0 0 0,0 0 0,0 1 0,1 0 0,-1 0 0,1 0 0,0 0 0,-1 1 0,1-1 0,0 1 0,0 1 0,0-1 0,-1 1 0,1-1 0,0 1 0,0 1 0,0-1 0,0 1 0,0 0 0,0 0 0,-1 0 0,1 0 0,0 1 0,-1 0 0,1 0 0,-1 0 0,0 1 0,0 0 0,0-1 0,0 1 0,0 1 0,0-1 0,-1 1 0,0-1 0,0 1 0,0 0 0,0 0 0,0 0 0,-1 0 0,1 1 0,-1-1 0,-1 1 0,1-1 0,0 1 0,-1 0 0,0 0 0,0-1 0,-1 1 0,1 8 0,-2-4 0,0-1 0,0 0 0,-1 0 0,0 0 0,0 0 0,-1 0 0,0-1 0,0 1 0,-1-1 0,0 0 0,0 0 0,-1 0 0,0 0 0,0-1 0,-1 0 0,1 0 0,-8 5 0,2-1 0,0 0 0,-1-1 0,0-1 0,-1 0 0,0-1 0,0 0 0,0-1 0,-23 7 0,36-13 0,0 0 0,0 0 0,0 0 0,0 0 0,0 0 0,0-1 0,0 1 0,0 0 0,0 0 0,0 0 0,0 0 0,-1 0 0,1 0 0,0 0 0,0 0 0,0 0 0,12-5 0,22-7 0,-3 6 0,0 1 0,48-2 0,-63 7 0,1 0 0,-1 1 0,0 1 0,0 0 0,0 1 0,27 9 0,-39-10 0,0-1 0,-1 1 0,1 0 0,-1 0 0,1 0 0,-1 0 0,1 0 0,-1 1 0,0 0 0,0-1 0,0 1 0,-1 0 0,1 0 0,-1 1 0,1-1 0,2 7 0,-4-7 0,0 0 0,-1 0 0,1 0 0,-1 0 0,1 0 0,-1 0 0,0 0 0,0 0 0,0 0 0,-1 0 0,1 0 0,-1 0 0,0 0 0,0 0 0,0 0 0,0 0 0,0-1 0,-1 1 0,1 0 0,-1-1 0,1 1 0,-4 3 0,-4 4 0,0 0 0,-1-1 0,0 0 0,0-1 0,-1 0 0,0-1 0,0 0 0,-22 10 0,8-7 0,0 0 0,-1-2 0,-35 7 0,44-12-341,-1 0 0,1-2-1,-20 0 1,0-3-6485</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39.135"/>
    </inkml:context>
    <inkml:brush xml:id="br0">
      <inkml:brushProperty name="width" value="0.05" units="cm"/>
      <inkml:brushProperty name="height" value="0.05" units="cm"/>
    </inkml:brush>
  </inkml:definitions>
  <inkml:trace contextRef="#ctx0" brushRef="#br0">54 23 24575,'10'-1'0,"1"0"0,-1-1 0,20-6 0,-20 5 0,-1 1 0,1 0 0,0 1 0,9-1 0,-19 2 0,1 0 0,-1 0 0,0 0 0,0 0 0,0 0 0,1 0 0,-1 0 0,0 0 0,0 0 0,0 0 0,1 0 0,-1 0 0,0 1 0,0-1 0,0 0 0,0 0 0,0 0 0,1 0 0,-1 0 0,0 0 0,0 1 0,0-1 0,0 0 0,0 0 0,0 0 0,0 1 0,1-1 0,-1 0 0,0 0 0,0 0 0,0 0 0,0 1 0,0-1 0,0 0 0,0 0 0,0 0 0,0 1 0,0-1 0,0 0 0,0 0 0,0 0 0,0 1 0,-1-1 0,1 0 0,0 0 0,0 0 0,0 1 0,0-1 0,0 0 0,0 0 0,0 0 0,-1 0 0,1 0 0,0 1 0,0-1 0,0 0 0,0 0 0,0 0 0,-1 0 0,1 0 0,0 0 0,0 1 0,-13 13 0,10-11 0,-21 22 0,2 1 0,1 1 0,-23 37 0,37-52 0,0 0 0,2 0 0,-1 0 0,1 1 0,1 0 0,1 0 0,-1 0 0,2 1 0,0-1 0,1 0 0,0 20 0,1-28 12,1 1-1,-1 0 0,1-1 1,1 1-1,-1 0 1,1-1-1,0 1 0,0-1 1,0 0-1,1 0 0,0 0 1,0 0-1,0 0 1,7 7-1,-4-7 4,-1 0 1,1-1-1,0 1 1,0-1-1,1 0 1,-1-1 0,1 0-1,0 0 1,0 0-1,8 2 1,5-1-230,0-1 1,1 0 0,-1-1-1,1-2 1,-1 0 0,0-1-1,26-4 1,5-4-6613</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39.291"/>
    </inkml:context>
    <inkml:brush xml:id="br0">
      <inkml:brushProperty name="width" value="0.05" units="cm"/>
      <inkml:brushProperty name="height" value="0.05" units="cm"/>
    </inkml:brush>
  </inkml:definitions>
  <inkml:trace contextRef="#ctx0" brushRef="#br0">67 96 24575,'-9'0'0,"-7"3"0,-7 1 0,8-4 0,11-1 0,17-3 0,18-5 0,16-4 0,17-3 0,9-1 0,5 1 0,-2 1 0,-13 3-8191</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40.691"/>
    </inkml:context>
    <inkml:brush xml:id="br0">
      <inkml:brushProperty name="width" value="0.05" units="cm"/>
      <inkml:brushProperty name="height" value="0.05" units="cm"/>
    </inkml:brush>
  </inkml:definitions>
  <inkml:trace contextRef="#ctx0" brushRef="#br0">368 444 24575,'1'-5'0,"0"1"0,0-1 0,0 1 0,0-1 0,1 1 0,0 0 0,0-1 0,3-3 0,7-19 0,-10 22 0,-1 0 0,0 1 0,0-1 0,-1 0 0,1 0 0,-1 0 0,0 0 0,-1-7 0,1 11 0,0 0 0,-1 0 0,1 0 0,0 0 0,-1 0 0,1 1 0,-1-1 0,1 0 0,-1 0 0,1 0 0,-1 0 0,1 0 0,-1 1 0,0-1 0,1 0 0,-1 1 0,0-1 0,-1-1 0,0 2 0,1 0 0,-1-1 0,1 1 0,0 0 0,-1 0 0,1-1 0,-1 1 0,1 0 0,-1 1 0,1-1 0,-1 0 0,1 0 0,-1 1 0,1-1 0,0 0 0,-1 1 0,0 0 0,-5 3 0,0-1 0,0 1 0,0 1 0,1-1 0,0 1 0,0 0 0,0 1 0,1-1 0,-7 10 0,-2 4 0,-22 37 0,24-32 0,-16 36 0,25-51 0,0 0 0,0 0 0,1 1 0,0-1 0,1 1 0,0-1 0,0 15 0,1-22 0,0 1 0,0-1 0,0 0 0,1 0 0,-1 0 0,0 1 0,1-1 0,0 0 0,0 0 0,0 0 0,0 0 0,0 0 0,0 0 0,0 0 0,0 0 0,1 0 0,-1-1 0,1 1 0,-1-1 0,1 1 0,0-1 0,0 1 0,0-1 0,-1 0 0,1 0 0,0 0 0,1 0 0,-1 0 0,0 0 0,0-1 0,0 1 0,5 0 0,-2-1 0,0 0 0,0 0 0,0 0 0,0-1 0,0 0 0,0 0 0,0 0 0,0-1 0,0 0 0,0 1 0,0-2 0,-1 1 0,7-5 0,-2 1 0,0-1 0,-1 0 0,0-1 0,0 1 0,-1-2 0,1 1 0,-2-1 0,0 0 0,0 0 0,0-1 0,-1 0 0,-1 0 0,5-14 0,-3 5 0,-2 1 0,0-1 0,-2 0 0,0 0 0,-1 0 0,-2-35 0,1 54 0,2 29 0,7 34 0,-5-49 0,0 0 0,1-1 0,0 0 0,1 0 0,0 0 0,15 20 0,-19-30 0,1 1 0,-1-1 0,1 1 0,0-1 0,0 0 0,0 0 0,1-1 0,-1 1 0,1-1 0,0 1 0,-1-1 0,1 0 0,0 0 0,0-1 0,0 1 0,1-1 0,-1 0 0,0 0 0,0-1 0,1 1 0,-1-1 0,0 0 0,1 0 0,-1 0 0,0 0 0,5-2 0,-3 0 0,-1 0 0,1 0 0,-1 0 0,0-1 0,0 0 0,0 0 0,-1 0 0,1-1 0,-1 0 0,1 0 0,-1 0 0,0 0 0,-1 0 0,1-1 0,-1 0 0,0 0 0,5-9 0,-2 0 0,0 0 0,-1 0 0,-1 0 0,0 0 0,4-27 0,-7 24 0,0 0 0,-2 0 0,0 0 0,0 0 0,-2 0 0,0 1 0,-1-1 0,0 1 0,-2 0 0,0 0 0,0 0 0,-2 1 0,0 0 0,0 1 0,-2 0 0,0 0 0,-15-16 0,15 19 0,-1 1 0,1 0 0,-2 0 0,0 2 0,0-1 0,0 1 0,-1 1 0,-27-11 0,29 14 0,0 1 0,0 0 0,-1 1 0,1 0 0,-1 0 0,0 2 0,1-1 0,-1 2 0,0-1 0,1 1 0,-24 6 0,19-2 0,-1 1 0,1 1 0,0 0 0,1 1 0,-1 0 0,2 2 0,-1 0 0,2 0 0,-1 1 0,1 1 0,1 0 0,0 1 0,1 0 0,0 1 0,1 0 0,0 1 0,-13 28 0,12-19 0,1 0 0,1 1 0,1 0 0,1 1 0,2-1 0,0 1 0,2 0 0,0 0 0,2 1 0,1-1 0,4 32 0,-1-37 0,1 0 0,1-1 0,0 1 0,2-1 0,0 0 0,1-1 0,1 0 0,1 0 0,18 25 0,-19-32 0,1 0 0,0 0 0,1-1 0,0-1 0,1 0 0,0 0 0,0-1 0,1-1 0,1 0 0,-1 0 0,1-2 0,0 0 0,25 8 0,-19-10-136,1 0-1,0-1 1,0-1-1,-1-1 1,1-1-1,0 0 1,0-2-1,0-1 0,29-7 1,20-9-6690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41.092"/>
    </inkml:context>
    <inkml:brush xml:id="br0">
      <inkml:brushProperty name="width" value="0.05" units="cm"/>
      <inkml:brushProperty name="height" value="0.05" units="cm"/>
    </inkml:brush>
  </inkml:definitions>
  <inkml:trace contextRef="#ctx0" brushRef="#br0">18 378 24575,'-7'-1'0,"1"1"0,2 9 0,4 4 0,0-1 0,0 0 0,1 1 0,1-1 0,0 0 0,1 0 0,5 16 0,3 12 0,23 149 0,-14-76 0,-23-127 0,-23-124 0,15 24 0,4 0 0,11-144 0,-4 248 0,9-76 0,-7 77 0,0-1 0,1 1 0,0 0 0,0 0 0,1 0 0,7-14 0,-10 21 0,0 0 0,1 0 0,-1 0 0,0 0 0,1 0 0,0 1 0,-1-1 0,1 1 0,0-1 0,0 1 0,-1-1 0,1 1 0,0 0 0,1 0 0,-1 0 0,0 0 0,0 0 0,0 0 0,0 1 0,3-1 0,-2 1 0,0 0 0,0 0 0,0 1 0,0-1 0,0 1 0,-1 0 0,1 0 0,0 0 0,0 0 0,-1 0 0,1 0 0,0 1 0,3 3 0,5 4 0,0 0 0,-1 2 0,0-1 0,0 1 0,8 14 0,19 31 0,-3 2 0,-2 1 0,-3 1 0,-2 2 0,-4 1 0,25 99 0,-42-138-455,-2 0 0,3 41 0,-7-24-6371</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41.262"/>
    </inkml:context>
    <inkml:brush xml:id="br0">
      <inkml:brushProperty name="width" value="0.05" units="cm"/>
      <inkml:brushProperty name="height" value="0.05" units="cm"/>
    </inkml:brush>
  </inkml:definitions>
  <inkml:trace contextRef="#ctx0" brushRef="#br0">3 152 24575,'-3'-3'0,"5"-5"0,6-3 0,7-3 0,7-3 0,7-1 0,8-1 0,9 0 0,7-4 0,-5 3-8191</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41.603"/>
    </inkml:context>
    <inkml:brush xml:id="br0">
      <inkml:brushProperty name="width" value="0.05" units="cm"/>
      <inkml:brushProperty name="height" value="0.05" units="cm"/>
    </inkml:brush>
  </inkml:definitions>
  <inkml:trace contextRef="#ctx0" brushRef="#br0">49 15 24575,'-10'0'0,"7"-1"0,0 1 0,-1 0 0,1 0 0,-1 0 0,1 1 0,-6 1 0,8-2 0,0 0 0,1 1 0,-1-1 0,1 1 0,-1-1 0,0 1 0,1-1 0,-1 1 0,1-1 0,0 1 0,-1-1 0,1 1 0,-1-1 0,1 1 0,0 0 0,-1-1 0,1 1 0,0 0 0,0-1 0,0 1 0,-1 0 0,1-1 0,0 1 0,0 0 0,0-1 0,0 1 0,0 0 0,0 0 0,0-1 0,0 1 0,1 0 0,-1-1 0,0 1 0,0 0 0,1-1 0,-1 1 0,0 0 0,1 0 0,14 34 0,23 39 0,-22-43 0,24 60 0,-38-88 0,28 94 0,-27-82 0,0 0 0,0 0 0,-1 0 0,-1 24 0,-5-25 0,4-14 0,0 0 0,0 0 0,-1 0 0,1 0 0,0 0 0,0 0 0,-1 0 0,1 0 0,0 0 0,-1 0 0,1-1 0,0 1 0,0 0 0,-1 0 0,1 0 0,0 0 0,0 0 0,0 0 0,-1-1 0,1 1 0,0 0 0,0 0 0,0 0 0,-1-1 0,1 1 0,0 0 0,0 0 0,0-1 0,-1 1 0,-11-27 0,8-2 0,1 1 0,1 0 0,1-1 0,2 1 0,1-1 0,1 1 0,1-1 0,1 1 0,2 1 0,11-31 0,-14 49 0,0-1 0,0 1 0,0 0 0,1 1 0,1-1 0,-1 1 0,1 0 0,1 0 0,7-7 0,-12 13 0,1 0 0,-1 0 0,1 0 0,-1 1 0,1-1 0,0 1 0,-1 0 0,1-1 0,0 1 0,0 0 0,0 1 0,0-1 0,0 0 0,0 1 0,0 0 0,0 0 0,1 0 0,-1 0 0,0 0 0,0 0 0,0 1 0,0 0 0,0 0 0,0-1 0,0 2 0,0-1 0,-1 0 0,1 0 0,0 1 0,-1 0 0,1-1 0,4 5 0,3 3 41,0 0 1,-1 1-1,0 0 0,0 1 0,-1 0 0,-1 0 0,13 24 0,34 95-957,-43-100 138,1 0-6048</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42.389"/>
    </inkml:context>
    <inkml:brush xml:id="br0">
      <inkml:brushProperty name="width" value="0.05" units="cm"/>
      <inkml:brushProperty name="height" value="0.05" units="cm"/>
    </inkml:brush>
  </inkml:definitions>
  <inkml:trace contextRef="#ctx0" brushRef="#br0">197 245 24575,'2'-2'0,"11"-26"0,14-37 0,-24 57 0,0-1 0,-1 0 0,0 0 0,-1 1 0,0-1 0,0 0 0,-1 0 0,0 0 0,-2-10 0,2 16 0,-1 0 0,1 1 0,-1-1 0,0 1 0,0 0 0,0-1 0,0 1 0,0 0 0,0 0 0,-1-1 0,1 1 0,-1 0 0,0 0 0,1 1 0,-1-1 0,0 0 0,0 0 0,0 1 0,0-1 0,0 1 0,-1 0 0,1 0 0,0 0 0,-1 0 0,1 0 0,0 0 0,-1 1 0,1-1 0,-1 1 0,0-1 0,1 1 0,-1 0 0,1 0 0,-4 0 0,0 1 0,-1 0 0,0 0 0,0 0 0,1 1 0,-1 0 0,1 0 0,-1 0 0,1 1 0,0 0 0,0 0 0,-10 8 0,7-3 0,1 0 0,-1 0 0,2 1 0,-1 0 0,2 1 0,-1-1 0,1 1 0,0 1 0,1-1 0,0 1 0,1-1 0,0 2 0,1-1 0,-4 23 0,6-27 0,0 0 0,1 0 0,0 0 0,0 0 0,0 0 0,1 0 0,0 1 0,0-1 0,1-1 0,0 1 0,0 0 0,1 0 0,0-1 0,0 1 0,0-1 0,1 0 0,0 0 0,0 0 0,0-1 0,1 1 0,0-1 0,0 0 0,1 0 0,-1-1 0,10 6 0,-10-7 0,1 1 0,0-2 0,0 1 0,0-1 0,1 0 0,-1 0 0,0-1 0,1 1 0,-1-2 0,1 1 0,-1-1 0,1 0 0,0 0 0,-1 0 0,1-1 0,6-2 0,-8 2 0,0-1 0,0 0 0,0 1 0,-1-2 0,1 1 0,0-1 0,-1 1 0,0-1 0,0-1 0,0 1 0,0 0 0,0-1 0,-1 0 0,1 0 0,-1 0 0,0 0 0,0-1 0,-1 1 0,1-1 0,3-8 0,-2-3 0,0 0 0,-1 0 0,0-1 0,-1 1 0,-1-1 0,-1 0 0,0 1 0,-1-1 0,-1 1 0,0-1 0,-8-24 0,11 60 0,4 16 0,3 0 0,27 64 0,-30-88 0,0 0 0,0 0 0,2-1 0,-1 0 0,1 0 0,1 0 0,0-1 0,0 0 0,15 12 0,-20-18 0,0-1 0,1 0 0,-1 0 0,0 0 0,1 0 0,0 0 0,-1-1 0,1 1 0,0-1 0,0 0 0,-1 0 0,1-1 0,0 1 0,0-1 0,0 0 0,0 0 0,0 0 0,0-1 0,0 1 0,0-1 0,0 0 0,6-2 0,-4 0 0,-1 0 0,1 0 0,-1-1 0,0 1 0,0-1 0,0-1 0,-1 1 0,1-1 0,-1 0 0,0 1 0,0-2 0,-1 1 0,5-9 0,3-8 0,0-1 0,-2 0 0,0-1 0,-2 0 0,0 0 0,-2 0 0,2-26 0,-9 25 0,-2 16 0,4 9 0,0 0 0,0 0 0,-1 0 0,1 0 0,0 0 0,0 0 0,-1 1 0,1-1 0,0 0 0,0 0 0,0 0 0,-1 0 0,1 0 0,0 0 0,0 1 0,0-1 0,-1 0 0,1 0 0,0 0 0,0 1 0,0-1 0,0 0 0,0 0 0,0 1 0,0-1 0,-1 0 0,1 0 0,0 0 0,0 1 0,0-1 0,0 0 0,0 0 0,0 1 0,0-1 0,0 0 0,0 2 0,-1-1 0,1 1 0,-1-1 0,1 1 0,-1-1 0,1 1 0,0-1 0,0 1 0,0-1 0,0 1 0,0-1 0,0 1 0,0-1 0,0 1 0,1-1 0,-1 1 0,1-1 0,-1 1 0,1-1 0,-1 0 0,1 1 0,0-1 0,0 0 0,0 1 0,0-1 0,0 0 0,0 0 0,0 0 0,0 0 0,0 0 0,0 0 0,0 0 0,1 0 0,-1 0 0,0-1 0,3 2 0,0-1 0,-1 0 0,1 0 0,-1-1 0,1 1 0,-1-1 0,1 0 0,-1 0 0,1 0 0,-1 0 0,1-1 0,-1 0 0,1 1 0,-1-1 0,0 0 0,5-3 0,-2 2 0,0-1 0,-1 0 0,0-1 0,1 1 0,-1-1 0,-1 0 0,1-1 0,0 1 0,-1-1 0,0 0 0,0 0 0,-1 0 0,1 0 0,-1-1 0,0 1 0,-1-1 0,1 0 0,1-6 0,-23 94 0,4 1 0,3 1 0,4 0 0,3 1 0,13 159 0,-6-223-455,2 1 0,8 33 0,-1-24-6371</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42.623"/>
    </inkml:context>
    <inkml:brush xml:id="br0">
      <inkml:brushProperty name="width" value="0.05" units="cm"/>
      <inkml:brushProperty name="height" value="0.05" units="cm"/>
    </inkml:brush>
  </inkml:definitions>
  <inkml:trace contextRef="#ctx0" brushRef="#br0">1 55 24575,'0'0'0,"4"-42"0,-4 41 0,0 0 0,0 1 0,0-1 0,0 0 0,0 1 0,1-1 0,-1 1 0,0-1 0,0 0 0,1 1 0,-1-1 0,0 1 0,1-1 0,-1 1 0,1-1 0,-1 1 0,1-1 0,-1 1 0,1 0 0,-1-1 0,1 1 0,0-1 0,0 1 0,0 1 0,0-1 0,0 0 0,0 0 0,0 1 0,-1-1 0,1 1 0,0-1 0,0 1 0,0-1 0,-1 1 0,1-1 0,0 1 0,0 0 0,-1-1 0,1 1 0,-1 0 0,1 0 0,-1-1 0,1 1 0,0 1 0,19 29 0,-1 1 0,-1 1 0,15 41 0,32 108 0,-24-28-1365,-32-113-5461</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42.933"/>
    </inkml:context>
    <inkml:brush xml:id="br0">
      <inkml:brushProperty name="width" value="0.05" units="cm"/>
      <inkml:brushProperty name="height" value="0.05" units="cm"/>
    </inkml:brush>
  </inkml:definitions>
  <inkml:trace contextRef="#ctx0" brushRef="#br0">1 248 24575,'0'-5'0,"0"1"0,0-1 0,0 1 0,0 0 0,1-1 0,0 1 0,0 0 0,0 0 0,1 0 0,-1 0 0,1 0 0,0 0 0,0 0 0,0 0 0,1 0 0,-1 1 0,1 0 0,0-1 0,0 1 0,0 0 0,0 0 0,1 0 0,-1 1 0,1-1 0,0 1 0,0 0 0,4-2 0,22-10 0,0 2 0,1 0 0,47-10 0,-18 6 0,-58 15 0,1 0 0,-1 1 0,0-1 0,0 0 0,0 0 0,0 0 0,0 0 0,0-1 0,0 1 0,0 0 0,0-1 0,0 0 0,-1 1 0,1-1 0,2-3 0,-4 3 0,1 1 0,-1 0 0,0-1 0,1 1 0,-1 0 0,0-1 0,0 1 0,0 0 0,0-1 0,0 1 0,0 0 0,0-1 0,0 1 0,-1 0 0,1-1 0,-1 1 0,1 0 0,-1-1 0,1 1 0,-1 0 0,0 0 0,1 0 0,-1 0 0,0 0 0,0-1 0,0 1 0,-1-1 0,2 2 0,-1-1 0,1 0 0,-1 1 0,1-1 0,-1 1 0,1-1 0,-1 1 0,1-1 0,-1 1 0,0-1 0,1 1 0,-1-1 0,1 1 0,-1-1 0,0 1 0,0 0 0,1 0 0,-1-1 0,0 1 0,0 0 0,1 0 0,-1 0 0,0 0 0,0 0 0,1 0 0,-2 0 0,1 1 0,0-1 0,1 1 0,-1 0 0,0-1 0,1 1 0,-1 0 0,1 0 0,-1 0 0,1-1 0,0 1 0,-1 0 0,1 0 0,0 0 0,0 0 0,-1 0 0,1 0 0,0 1 0,-1 7 0,1-1 0,0 0 0,3 15 0,6 21-227,2 0-1,2-1 1,2-1-1,1 0 1,32 56-1,-32-70-6598</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43.039"/>
    </inkml:context>
    <inkml:brush xml:id="br0">
      <inkml:brushProperty name="width" value="0.05" units="cm"/>
      <inkml:brushProperty name="height" value="0.05" units="cm"/>
    </inkml:brush>
  </inkml:definitions>
  <inkml:trace contextRef="#ctx0" brushRef="#br0">50 53 24575,'-3'-6'0,"-4"-6"0,-4-3 0,-4 3 0,2 5-8191</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43.304"/>
    </inkml:context>
    <inkml:brush xml:id="br0">
      <inkml:brushProperty name="width" value="0.05" units="cm"/>
      <inkml:brushProperty name="height" value="0.05" units="cm"/>
    </inkml:brush>
  </inkml:definitions>
  <inkml:trace contextRef="#ctx0" brushRef="#br0">220 92 24575,'0'-4'0,"0"1"0,0-1 0,0 0 0,-1 1 0,1-1 0,-1 0 0,0 1 0,0-1 0,0 1 0,-1-1 0,1 1 0,-1 0 0,0-1 0,1 1 0,-2 0 0,1 0 0,0 0 0,0 1 0,-1-1 0,0 0 0,0 1 0,1 0 0,-1 0 0,0 0 0,-1 0 0,1 0 0,0 0 0,-1 1 0,1-1 0,-1 1 0,1 0 0,-1 0 0,1 1 0,-1-1 0,0 1 0,1 0 0,-1-1 0,0 2 0,1-1 0,-1 0 0,0 1 0,1 0 0,-1-1 0,1 1 0,-7 3 0,3 0 0,0-1 0,1 1 0,0 1 0,0-1 0,0 1 0,0 0 0,1 0 0,-1 1 0,2 0 0,-1-1 0,0 2 0,1-1 0,0 0 0,1 1 0,0 0 0,0 0 0,0 0 0,0 0 0,1 0 0,-2 15 0,3-16 0,1 0 0,-1 0 0,1 0 0,0 0 0,1 1 0,-1-1 0,1 0 0,1 0 0,-1 0 0,1 0 0,3 8 0,-3-9 0,1-1 0,-1 0 0,1-1 0,0 1 0,-1 0 0,2-1 0,-1 1 0,0-1 0,1 0 0,-1 0 0,1-1 0,0 1 0,0-1 0,0 0 0,0 0 0,7 3 0,4-1 49,0 0 0,1-1 0,-1-1-1,0 0 1,1-1 0,26-1 0,-4-3-903,58-13 1,-41 4-5973</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43.599"/>
    </inkml:context>
    <inkml:brush xml:id="br0">
      <inkml:brushProperty name="width" value="0.05" units="cm"/>
      <inkml:brushProperty name="height" value="0.05" units="cm"/>
    </inkml:brush>
  </inkml:definitions>
  <inkml:trace contextRef="#ctx0" brushRef="#br0">8 1 24575,'-3'0'0,"-1"3"0,3 1 0,5 0 0,5-1 0,4-4 0,0-2-8191</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44.484"/>
    </inkml:context>
    <inkml:brush xml:id="br0">
      <inkml:brushProperty name="width" value="0.05" units="cm"/>
      <inkml:brushProperty name="height" value="0.05" units="cm"/>
    </inkml:brush>
  </inkml:definitions>
  <inkml:trace contextRef="#ctx0" brushRef="#br0">202 179 24575,'32'-25'0,"-25"20"0,0 0 0,-1 0 0,10-10 0,-12 11 0,0-1 0,-1 1 0,1-1 0,-1 0 0,-1 0 0,1 0 0,0 0 0,-1 0 0,0-1 0,2-10 0,-4 14 0,0 0 0,0-1 0,0 1 0,0 0 0,0 0 0,0 0 0,-1 0 0,1 0 0,-1 0 0,1 0 0,-1 0 0,0 0 0,0 0 0,0 1 0,0-1 0,0 0 0,0 0 0,-1 1 0,1-1 0,-1 1 0,1-1 0,-1 1 0,1-1 0,-1 1 0,0 0 0,0 0 0,1 0 0,-1 0 0,0 0 0,0 0 0,0 1 0,0-1 0,-3 0 0,-1 0 0,-1 0 0,0 0 0,1 0 0,-1 1 0,0 0 0,1 0 0,-1 0 0,0 1 0,1 0 0,-1 1 0,0-1 0,1 1 0,0 1 0,0-1 0,-7 4 0,1 0 0,1 1 0,0 0 0,0 0 0,1 1 0,0 0 0,-17 19 0,20-19 0,0 0 0,1 0 0,1 1 0,-1 0 0,2 0 0,-1 1 0,1-1 0,0 1 0,1 0 0,0 0 0,1 0 0,-2 16 0,4-21 0,-1 0 0,1 0 0,1 0 0,-1 0 0,1 0 0,0 0 0,0 0 0,0 0 0,1 0 0,0 0 0,0-1 0,0 1 0,0-1 0,1 1 0,0-1 0,0 0 0,0 0 0,0 0 0,0 0 0,1-1 0,0 1 0,0-1 0,0 0 0,0 0 0,0 0 0,1-1 0,4 3 0,1-1 0,1 0 0,-1-1 0,1 0 0,-1-1 0,1 0 0,0-1 0,0 0 0,0 0 0,0-1 0,0-1 0,18-3 0,-19 3 0,-1-1 0,1-1 0,-1 1 0,0-2 0,0 1 0,0-1 0,0-1 0,-1 1 0,0-1 0,1-1 0,-2 0 0,1 0 0,9-10 0,-14 13 0,-1-1 0,1 0 0,-1 0 0,1 0 0,-1 0 0,3-7 0,-5 9 0,1 1 0,-1 0 0,1-1 0,-1 1 0,0-1 0,0 1 0,1 0 0,-1-1 0,0 1 0,0-1 0,0 1 0,-1-1 0,1 1 0,0 0 0,0-1 0,-1 1 0,1-1 0,-1 1 0,1 0 0,-1 0 0,0-1 0,1 1 0,-1 0 0,-2-2 0,3 2 0,0 1 0,-1 0 0,1-1 0,-1 1 0,1-1 0,-1 1 0,1 0 0,-1-1 0,1 1 0,-1 0 0,1 0 0,-1-1 0,1 1 0,-1 0 0,1 0 0,-1 0 0,1 0 0,-1 0 0,1 0 0,-1 0 0,0 0 0,1 0 0,-1 0 0,1 0 0,-1 0 0,1 0 0,-1 0 0,0 1 0,1-1 0,-1 0 0,0 1 0,0 0 0,-1 0 0,1 0 0,0 1 0,0-1 0,0 1 0,0-1 0,0 1 0,0-1 0,0 1 0,-1 2 0,-1 4 0,0 1 0,1 0 0,-2 11 0,-1 25 0,1 1 0,3 0 0,7 81 0,3-60 0,33 126 0,-20-123-1365,-1-13-5461</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44.812"/>
    </inkml:context>
    <inkml:brush xml:id="br0">
      <inkml:brushProperty name="width" value="0.05" units="cm"/>
      <inkml:brushProperty name="height" value="0.05" units="cm"/>
    </inkml:brush>
  </inkml:definitions>
  <inkml:trace contextRef="#ctx0" brushRef="#br0">23 75 24575,'-1'0'0,"0"0"0,1 0 0,-1 0 0,0 0 0,0 0 0,0 0 0,1 0 0,-1 0 0,0 0 0,0 1 0,0-1 0,1 0 0,-1 0 0,0 1 0,0-1 0,1 1 0,-1-1 0,0 0 0,1 1 0,-1-1 0,1 1 0,-1-1 0,0 1 0,1 0 0,-1-1 0,1 1 0,0 0 0,-1-1 0,1 1 0,-1 0 0,1 0 0,0-1 0,0 1 0,-1 0 0,1 0 0,0-1 0,0 1 0,0 0 0,0 0 0,0 0 0,0-1 0,0 1 0,0 0 0,0 0 0,0 0 0,1-1 0,-1 1 0,0 0 0,0 0 0,1-1 0,-1 1 0,1 1 0,3 6 0,0 1 0,0-1 0,9 13 0,-8-13 0,97 190 0,-62-113 0,-39-82 0,1 1 0,0-1 0,0 0 0,0 0 0,1 0 0,4 4 0,-7-6 0,0-1 0,1 1 0,-1-1 0,1 0 0,-1 1 0,1-1 0,-1 0 0,1 0 0,-1 1 0,1-1 0,-1 0 0,1 0 0,-1 0 0,1 0 0,-1 1 0,1-1 0,-1 0 0,1 0 0,0 0 0,-1 0 0,1 0 0,-1 0 0,1-1 0,-1 1 0,1 0 0,-1 0 0,1 0 0,-1 0 0,1-1 0,-1 1 0,1 0 0,-1-1 0,1 1 0,-1 0 0,1-1 0,-1 1 0,1 0 0,-1-1 0,0 1 0,1-1 0,-1 1 0,0-1 0,1 1 0,-1-1 0,0 1 0,0-1 0,0 1 0,1-1 0,-1 1 0,0-1 0,0 0 0,5-14 0,0 1 0,-2 0 0,1-1 0,1-24 0,-1-65 0,-3 71 0,0-193-1365</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45.153"/>
    </inkml:context>
    <inkml:brush xml:id="br0">
      <inkml:brushProperty name="width" value="0.05" units="cm"/>
      <inkml:brushProperty name="height" value="0.05" units="cm"/>
    </inkml:brush>
  </inkml:definitions>
  <inkml:trace contextRef="#ctx0" brushRef="#br0">96 215 24575,'-24'5'0,"19"-2"0,18-5 0,6-1 0,0-1 0,0 0 0,0-2 0,0 0 0,-1-1 0,31-17 0,-48 23 0,1-1 0,0 1 0,0 0 0,0 0 0,-1-1 0,1 1 0,-1-1 0,1 1 0,-1-1 0,0 0 0,1 1 0,-1-1 0,0 0 0,0 0 0,0 0 0,-1 0 0,1 0 0,0 0 0,-1 0 0,1 0 0,0-4 0,-2 3 0,1-1 0,-1 1 0,1 0 0,-1 0 0,0 0 0,0 0 0,0 0 0,-1 0 0,1 0 0,-1 0 0,0 0 0,1 1 0,-4-4 0,-2-2 0,0 0 0,-1 0 0,-1 1 0,1 0 0,-1 0 0,-1 1 0,-14-8 0,19 11 0,0 1 0,-1 0 0,1 0 0,-1 0 0,1 1 0,-1 0 0,0 0 0,1 0 0,-1 1 0,0 0 0,0 0 0,1 0 0,-1 1 0,-6 1 0,8-1 0,0 1 0,0-1 0,1 1 0,-1 0 0,0 0 0,1 0 0,0 0 0,-1 1 0,1-1 0,0 1 0,0 0 0,0 0 0,1 0 0,-1 0 0,1 0 0,0 1 0,0-1 0,0 1 0,0-1 0,-2 7 0,1-1 25,0 1-1,1-1 0,0 1 1,0-1-1,1 1 1,1-1-1,-1 1 0,2 0 1,-1-1-1,1 1 0,1 0 1,-1-1-1,6 16 1,-2-12-215,1 1 0,0-1 1,1-1-1,0 1 0,1-1 1,0 0-1,1-1 1,14 15-1,7 3-6636</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45.867"/>
    </inkml:context>
    <inkml:brush xml:id="br0">
      <inkml:brushProperty name="width" value="0.05" units="cm"/>
      <inkml:brushProperty name="height" value="0.05" units="cm"/>
    </inkml:brush>
  </inkml:definitions>
  <inkml:trace contextRef="#ctx0" brushRef="#br0">42 263 24575,'-42'-73'0,"57"91"0,18 28 0,-28-38 0,0 1 0,-1 0 0,0 0 0,4 16 0,-7-24 0,-1 1 0,1 0 0,-1 0 0,1 0 0,-1 0 0,0-1 0,1 1 0,-1 0 0,0 0 0,-1 0 0,1 0 0,0 0 0,0 0 0,-1 0 0,1 0 0,-1-1 0,0 1 0,1 0 0,-1 0 0,0-1 0,0 1 0,0 0 0,0-1 0,0 1 0,-1-1 0,1 0 0,0 1 0,-1-1 0,1 0 0,-3 2 0,4-3 0,0 0 0,0 1 0,-1-1 0,1 0 0,0 0 0,0 0 0,0 0 0,0 0 0,0 0 0,0 1 0,0-1 0,0 0 0,0 0 0,-1 0 0,1 0 0,0 0 0,0 0 0,0 0 0,0 0 0,0 0 0,0 0 0,-1 0 0,1 1 0,0-1 0,0 0 0,0 0 0,0 0 0,-1 0 0,1 0 0,0 0 0,0 0 0,0 0 0,0 0 0,0 0 0,-1 0 0,1-1 0,0 1 0,0 0 0,0 0 0,0 0 0,0 0 0,-1 0 0,1 0 0,0 0 0,0 0 0,0 0 0,0 0 0,0 0 0,0-1 0,0 1 0,-1 0 0,1 0 0,0 0 0,0 0 0,6-10 0,14-11 0,21-14 0,35-31 0,-67 57 0,-1 0 0,-1 0 0,1 0 0,-1-1 0,11-21 0,-15 21 0,-6 11 0,-8 15 0,9-10 0,-1 1 0,1 0 0,1-1 0,-1 1 0,1 0 0,0 0 0,1 0 0,0 0 0,0 0 0,0 0 0,3 14 0,-2-18 0,0 0 0,0 0 0,0 0 0,0 0 0,0 0 0,1 0 0,-1-1 0,1 1 0,0-1 0,0 1 0,0-1 0,0 0 0,0 1 0,0-1 0,1 0 0,-1-1 0,1 1 0,-1 0 0,1-1 0,0 1 0,0-1 0,0 0 0,0 0 0,0 0 0,0 0 0,0 0 0,0-1 0,0 0 0,4 1 0,2-1 0,1 0 0,-1-1 0,1 0 0,-1-1 0,0 0 0,0 0 0,0-1 0,0 0 0,0-1 0,0 0 0,-1 0 0,0 0 0,13-10 0,-16 10 0,0 0 0,0 0 0,-1 0 0,1-1 0,-1 1 0,0-1 0,0 0 0,-1 0 0,1 0 0,-1-1 0,-1 1 0,1-1 0,-1 0 0,0 0 0,0 0 0,0 0 0,-1 0 0,0 0 0,0 0 0,-1 0 0,0-9 0,-1 4 0,-1 0 0,0 0 0,-1 1 0,0-1 0,0 1 0,-2 0 0,1 0 0,-1 0 0,0 0 0,-1 1 0,0 0 0,-10-10 0,16 18 0,-1 0 0,1 1 0,-1-1 0,1 1 0,-1-1 0,0 0 0,1 1 0,-1-1 0,0 1 0,0-1 0,1 1 0,-1 0 0,0-1 0,0 1 0,0 0 0,1 0 0,-1-1 0,0 1 0,0 0 0,0 0 0,0 0 0,0 0 0,1 0 0,-1 0 0,0 0 0,0 0 0,0 0 0,0 1 0,0-1 0,1 0 0,-1 1 0,0-1 0,0 0 0,1 1 0,-1-1 0,0 1 0,0-1 0,1 1 0,-1-1 0,0 1 0,1 0 0,-1-1 0,1 1 0,-1 0 0,1-1 0,-1 1 0,1 0 0,-1 1 0,-2 3 0,0 1 0,1 0 0,-1 0 0,1 0 0,-2 10 0,-2 20 0,2 1 0,1-1 0,1 1 0,2-1 0,10 72 0,51 180 0,-33-173 0,-28-115 0,2 8 0,-1 0 0,1 0 0,-1 0 0,-1 16 0,0-23 0,0 0 0,0 0 0,0 1 0,0-1 0,0 0 0,-1 0 0,1 1 0,-1-1 0,1 0 0,-1 0 0,1 0 0,-1 0 0,1 0 0,-1 1 0,0-1 0,0 0 0,0-1 0,0 1 0,0 0 0,1 0 0,-2 0 0,1 0 0,0-1 0,0 1 0,0 0 0,0-1 0,0 1 0,0-1 0,-1 0 0,1 1 0,0-1 0,0 0 0,-1 0 0,1 1 0,0-1 0,0 0 0,-1 0 0,-1-1 0,-4 0 0,0-1 0,0 1 0,0-1 0,1-1 0,-1 1 0,1-1 0,0 0 0,0-1 0,0 0 0,0 0 0,1 0 0,-1 0 0,1-1 0,-7-7 0,1-1 0,-1-1 0,2 1 0,0-2 0,-14-25 0,17 24 0,0-1 0,1 1 0,1-1 0,0 0 0,2-1 0,0 1 0,0 0 0,2-1 0,0 0 0,1 1 0,1-1 0,1 1 0,0-1 0,1 1 0,1-1 0,8-22 0,-7 27 0,0 0 0,1 1 0,0 0 0,1 0 0,0 0 0,1 1 0,1 0 0,-1 1 0,2 0 0,-1 0 0,1 1 0,1 0 0,0 0 0,0 2 0,0-1 0,1 1 0,0 1 0,1 0 0,-1 1 0,1 0 0,23-5 0,-25 8-151,1 0-1,-1 1 0,1 1 0,0-1 1,-1 2-1,1-1 0,0 2 1,13 2-1,17 10-6674</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1:13.301"/>
    </inkml:context>
    <inkml:brush xml:id="br0">
      <inkml:brushProperty name="width" value="0.05" units="cm"/>
      <inkml:brushProperty name="height" value="0.05" units="cm"/>
    </inkml:brush>
  </inkml:definitions>
  <inkml:trace contextRef="#ctx0" brushRef="#br0">297 12 24575,'0'0'0,"0"-1"0,0 0 0,0 1 0,0-1 0,-1 1 0,1-1 0,0 1 0,0-1 0,0 1 0,-1-1 0,1 1 0,0-1 0,-1 1 0,1 0 0,0-1 0,-1 1 0,1-1 0,-1 1 0,1 0 0,0-1 0,-1 1 0,1 0 0,-1 0 0,1-1 0,-1 1 0,1 0 0,-1 0 0,1 0 0,-1 0 0,1-1 0,-1 1 0,1 0 0,-1 0 0,0 0 0,1 0 0,-1 0 0,1 0 0,-1 1 0,0-1 0,-24 5 0,0 5 0,0 1 0,1 0 0,0 2 0,-25 17 0,40-23 0,0 0 0,0 0 0,0 1 0,1 0 0,0 0 0,1 1 0,-1 0 0,2 0 0,-1 0 0,2 1 0,-1 0 0,-5 15 0,10-21 0,-1 0 0,1 0 0,0 1 0,0-1 0,1 1 0,-1-1 0,1 1 0,0-1 0,0 1 0,1-1 0,-1 0 0,1 1 0,0-1 0,0 0 0,1 1 0,-1-1 0,1 0 0,0 0 0,4 7 0,-2-7 0,0 1 0,0 0 0,0-1 0,1 0 0,-1 0 0,1-1 0,0 1 0,0-1 0,0 0 0,1 0 0,-1-1 0,1 1 0,0-1 0,6 1 0,11 2-124,0-1 0,0-1 0,0-1 0,0-1 0,0-1 0,1-1-1,-1-1 1,0-1 0,0-1 0,32-10 0,-18 1-6702</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51.376"/>
    </inkml:context>
    <inkml:brush xml:id="br0">
      <inkml:brushProperty name="width" value="0.05" units="cm"/>
      <inkml:brushProperty name="height" value="0.05" units="cm"/>
    </inkml:brush>
  </inkml:definitions>
  <inkml:trace contextRef="#ctx0" brushRef="#br0">180 12 24575,'-1'-1'0,"1"1"0,0-1 0,0 1 0,0-1 0,-1 0 0,1 1 0,0-1 0,-1 1 0,1-1 0,0 1 0,-1-1 0,1 1 0,-1-1 0,1 1 0,-1 0 0,1-1 0,-1 1 0,1-1 0,-1 1 0,1 0 0,-1 0 0,0-1 0,1 1 0,-1 0 0,1 0 0,-1 0 0,0 0 0,1 0 0,-1 0 0,1 0 0,-1 0 0,0 0 0,1 0 0,-1 0 0,0 0 0,1 0 0,-1 0 0,1 0 0,-1 1 0,0-1 0,1 0 0,-1 0 0,1 1 0,-1-1 0,1 1 0,-1-1 0,1 0 0,-1 1 0,1-1 0,-1 2 0,-3 5 0,1 0 0,1 1 0,-1 0 0,1 0 0,1 0 0,-1-1 0,1 2 0,1 11 0,-2-2 0,-31 395 0,-18 141 0,49-538 0,0 0 0,-2 0 0,0 0 0,0-1 0,-1 1 0,-1-1 0,-10 17 0,15-30 0,1-1 0,-1 0 0,0 0 0,1 0 0,-1 1 0,1-1 0,-1 0 0,1 1 0,0-1 0,-1 0 0,1 1 0,0 1 0,0-2 0,0-1 0,0 1 0,0-1 0,1 1 0,-1-1 0,0 1 0,0-1 0,0 1 0,1-1 0,-1 1 0,0-1 0,1 0 0,-1 1 0,0-1 0,1 0 0,-1 1 0,0-1 0,1 0 0,-1 1 0,1-1 0,-1 0 0,1 0 0,0 1 0,3 0 0,0 0 0,1 0 0,-1-1 0,0 1 0,1-1 0,6-1 0,-2 1 0,904 21-604,-4 21 0,-791-35 601,83 2-1242,-148-9-4490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52.046"/>
    </inkml:context>
    <inkml:brush xml:id="br0">
      <inkml:brushProperty name="width" value="0.05" units="cm"/>
      <inkml:brushProperty name="height" value="0.05" units="cm"/>
    </inkml:brush>
  </inkml:definitions>
  <inkml:trace contextRef="#ctx0" brushRef="#br0">1 38 24575,'3'-2'0,"1"-1"0,0 1 0,0 0 0,0 0 0,0 1 0,0-1 0,0 1 0,1 0 0,-1 0 0,0 0 0,1 1 0,-1 0 0,1 0 0,5 0 0,7-1 0,826-18-661,-647 20 593,665 25 68,-718-19 0,-85-6 0,-31-1 0,-1 1 0,40 6 0,-66-7 6,1 0 0,0 0 0,0 0 0,0 0-1,0 1 1,-1-1 0,1 0 0,0 0-1,0 1 1,-1-1 0,1 0 0,0 1 0,0-1-1,-1 0 1,1 1 0,0-1 0,-1 1 0,1 0-1,-1-1 1,1 1 0,-1-1 0,1 1 0,-1 0-1,1-1 1,-1 1 0,1 0 0,-1 0 0,0-1-1,0 1 1,1 0 0,-1 0 0,0 0-1,0-1 1,0 1 0,0 0 0,0 0 0,0 0-1,0-1 1,0 1 0,0 0 0,0 1 0,-2 3 59,0 0 0,-1 0 0,1 0 0,-1 0 1,-5 6-1,-3 7 29,5-3-94,0 1 0,1 0 0,0 1 0,1-1 0,1 1 0,-1 22 0,3 107 0,3-88 0,43 521 0,-17-302 0,-27-269-273,0 0 0,-1-1 0,0 1 0,-2 8 0,-1-2-6553</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52.575"/>
    </inkml:context>
    <inkml:brush xml:id="br0">
      <inkml:brushProperty name="width" value="0.05" units="cm"/>
      <inkml:brushProperty name="height" value="0.05" units="cm"/>
    </inkml:brush>
  </inkml:definitions>
  <inkml:trace contextRef="#ctx0" brushRef="#br0">0 1 24575,'1'2'0,"-1"0"0,1 1 0,-1-1 0,1 0 0,0 0 0,0 0 0,0 0 0,0 1 0,0-1 0,2 2 0,5 11 0,7 26 0,-2 0 0,-1 1 0,7 59 0,5 132 0,-21-202 0,21 768 0,-35-670-1365,8-101-5461</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53.395"/>
    </inkml:context>
    <inkml:brush xml:id="br0">
      <inkml:brushProperty name="width" value="0.05" units="cm"/>
      <inkml:brushProperty name="height" value="0.05" units="cm"/>
    </inkml:brush>
  </inkml:definitions>
  <inkml:trace contextRef="#ctx0" brushRef="#br0">363 1 24575,'1286'11'-773,"-1118"-8"773,329 13 0,-489-16 0,14 2 0,0-2 0,35-2 0,-57 2 5,0 0 0,1 0 0,-1 0-1,0 0 1,0 0 0,1 0 0,-1 0 0,0 0 0,0 1 0,0-1-1,1 0 1,-1 0 0,0 0 0,0 0 0,0 1 0,0-1 0,0 0-1,1 0 1,-1 0 0,0 1 0,0-1 0,0 0 0,0 0 0,0 0-1,0 1 1,0-1 0,0 0 0,0 0 0,0 1 0,0-1 0,0 0-1,0 0 1,0 1 0,0-1 0,0 0 0,0 0 0,0 1 0,0-1 0,0 0-1,0 0 1,0 0 0,0 1 0,0-1 0,-1 0 0,1 0 0,0 1-1,-7 19 393,2-7-249,1 9-148,0 0 0,2 0 0,0 1 0,2-1 0,2 23 0,3 5 0,14 57 0,39 138 0,41 237 0,-92-428 0,1 0 0,-2 0 0,-2 0 0,-5 77 0,1-130 0,0 0 0,0 1 0,0-1 0,0 0 0,-1 0 0,1 0 0,0 0 0,-1 0 0,1 1 0,0-1 0,-1 0 0,0 0 0,1 0 0,-1 0 0,1 0 0,-1-1 0,0 1 0,0 0 0,0 0 0,1 0 0,-1 0 0,0-1 0,0 1 0,0-1 0,0 1 0,0 0 0,0-1 0,0 0 0,0 1 0,0-1 0,-1 0 0,1 1 0,0-1 0,0 0 0,0 0 0,0 0 0,-3 0 0,-3-1 0,0 0 0,0-1 0,0 0 0,0 0 0,-8-4 0,-6-2 0,-30-2 0,0 1 0,0 3 0,-75 0 0,66 3 0,-734-23-658,364 13 397,-56 4 228,186 5 17,273 3 16,5 2 0,-1-2 0,1-1 0,-30-6 0,40 2-1204</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53.911"/>
    </inkml:context>
    <inkml:brush xml:id="br0">
      <inkml:brushProperty name="width" value="0.05" units="cm"/>
      <inkml:brushProperty name="height" value="0.05" units="cm"/>
    </inkml:brush>
  </inkml:definitions>
  <inkml:trace contextRef="#ctx0" brushRef="#br0">1 1 24575,'12'1'0,"1"0"0,-1 0 0,1 2 0,-1 0 0,0 0 0,20 9 0,68 37 0,-82-39 0,286 178 0,-13 22 0,-275-198 0,23 16 0,0 3 0,53 54 0,-92-85 0,20 28 342,-20-28-401,1 1 0,-1 0 0,1 0 0,-1 0 0,1 0 0,-1 0 1,0 0-1,0 0 0,1 0 0,-1 0 0,0 0 0,0 0 1,0 0-1,0 0 0,0 0 0,0 0 0,-1 0 0,1 0 0,0 0 1,0 0-1,-1 0 0,1 0 0,-1 0 0,1 0 0,-1 0 1,1 0-1,-1 0 0,0 1 0,-10 6-6767</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54.470"/>
    </inkml:context>
    <inkml:brush xml:id="br0">
      <inkml:brushProperty name="width" value="0.05" units="cm"/>
      <inkml:brushProperty name="height" value="0.05" units="cm"/>
    </inkml:brush>
  </inkml:definitions>
  <inkml:trace contextRef="#ctx0" brushRef="#br0">0 3 24575,'3'-2'0,"3"5"0,7 11 0,-10-11 0,31 27 0,0-2 0,68 43 0,84 34 0,-143-82 0,246 126 0,-231-120 0,-51-26-273,1 1 0,-1 0 0,0 1 0,11 9 0,-10-4-6553</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55.136"/>
    </inkml:context>
    <inkml:brush xml:id="br0">
      <inkml:brushProperty name="width" value="0.05" units="cm"/>
      <inkml:brushProperty name="height" value="0.05" units="cm"/>
    </inkml:brush>
  </inkml:definitions>
  <inkml:trace contextRef="#ctx0" brushRef="#br0">27 8 24575,'0'-1'0,"0"1"0,-1-1 0,1 1 0,0-1 0,-1 1 0,1-1 0,0 1 0,-1 0 0,1-1 0,-1 1 0,1 0 0,-1-1 0,1 1 0,-1 0 0,1-1 0,-1 1 0,1 0 0,-1 0 0,1 0 0,-1 0 0,1-1 0,-1 1 0,0 0 0,1 0 0,-1 0 0,1 0 0,-1 0 0,1 0 0,-1 1 0,0-1 0,1 0 0,-1 0 0,1 0 0,-1 0 0,1 1 0,-1-1 0,1 0 0,-1 0 0,1 1 0,-1-1 0,1 0 0,-1 1 0,1-1 0,0 1 0,-1-1 0,1 0 0,0 1 0,-1-1 0,1 2 0,-1-1 0,0 1 0,1-1 0,0 1 0,-1 0 0,1-1 0,0 1 0,0 0 0,0-1 0,0 1 0,0 0 0,0 0 0,0-1 0,1 1 0,-1 0 0,0-1 0,2 3 0,1 2 0,1 0 0,-1 0 0,1-1 0,1 1 0,-1-1 0,1 0 0,0 0 0,7 5 0,48 33 0,-57-42 0,191 103 0,-34-21 0,-152-79 0,-1 1 0,0 0 0,0 0 0,11 13 0,-17-17 0,0 0 0,0 0 0,0 1 0,0-1 0,0 1 0,0-1 0,-1 1 0,1-1 0,0 1 0,-1-1 0,0 1 0,1-1 0,0 4 0,-2-4 0,1 0 0,0 0 0,0 0 0,-1 0 0,1 0 0,0 0 0,-1 0 0,1 0 0,-1 0 0,1 0 0,-1 0 0,1 0 0,-1 0 0,0 0 0,0-1 0,1 1 0,-1 0 0,0-1 0,0 1 0,0 0 0,0-1 0,0 1 0,0-1 0,-1 1 0,-16 6-1365,-2-3-5461</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55.877"/>
    </inkml:context>
    <inkml:brush xml:id="br0">
      <inkml:brushProperty name="width" value="0.05" units="cm"/>
      <inkml:brushProperty name="height" value="0.05" units="cm"/>
    </inkml:brush>
  </inkml:definitions>
  <inkml:trace contextRef="#ctx0" brushRef="#br0">0 1 24575,'29'29'0,"2"-1"0,42 31 0,86 46 0,114 83 0,-272-187 0,133 111 0,-111-91 0,0 2 0,-2 1 0,26 38 0,-30-33-1365</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57.474"/>
    </inkml:context>
    <inkml:brush xml:id="br0">
      <inkml:brushProperty name="width" value="0.05" units="cm"/>
      <inkml:brushProperty name="height" value="0.05" units="cm"/>
    </inkml:brush>
  </inkml:definitions>
  <inkml:trace contextRef="#ctx0" brushRef="#br0">0 57 24575,'160'-15'0,"-43"3"0,337-17 0,-485 30-1365,12-1-5461</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57.785"/>
    </inkml:context>
    <inkml:brush xml:id="br0">
      <inkml:brushProperty name="width" value="0.05" units="cm"/>
      <inkml:brushProperty name="height" value="0.05" units="cm"/>
    </inkml:brush>
  </inkml:definitions>
  <inkml:trace contextRef="#ctx0" brushRef="#br0">66 15 24575,'-23'-14'0,"19"14"0,17 9 0,0-2 0,0 1 0,0-1 0,-1 2 0,0 0 0,17 15 0,-26-20 0,0-1 0,0 1 0,0 0 0,0 0 0,-1 0 0,0 0 0,0 1 0,0-1 0,0 1 0,-1-1 0,1 1 0,-1-1 0,0 1 0,-1 0 0,1 0 0,-1-1 0,0 1 0,-1 8 0,0-6 25,0 0-1,-1 0 0,1 0 1,-2 0-1,1 0 1,-1 0-1,0 0 0,0-1 1,-1 0-1,0 1 0,0-1 1,0-1-1,-7 8 1,1-4-310,-1 1 1,1-2-1,-2 1 1,1-2-1,-25 13 1,-2-2-6542</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58.631"/>
    </inkml:context>
    <inkml:brush xml:id="br0">
      <inkml:brushProperty name="width" value="0.05" units="cm"/>
      <inkml:brushProperty name="height" value="0.05" units="cm"/>
    </inkml:brush>
  </inkml:definitions>
  <inkml:trace contextRef="#ctx0" brushRef="#br0">269 53 24575,'4'0'0,"-1"-1"0,1 0 0,-1-1 0,1 1 0,-1-1 0,0 1 0,1-1 0,4-4 0,9-3 0,-6 3 0,29-10 0,-37 15 0,-1 0 0,1 0 0,0 0 0,0 1 0,0-1 0,0 1 0,-1 0 0,1 0 0,0 0 0,0 0 0,4 1 0,-7 0 0,1-1 0,-1 0 0,0 0 0,1 0 0,-1 0 0,0 0 0,1 1 0,-1-1 0,0 0 0,0 0 0,1 1 0,-1-1 0,0 0 0,0 0 0,1 1 0,-1-1 0,0 0 0,0 1 0,0-1 0,0 0 0,1 1 0,-1-1 0,0 0 0,0 1 0,0-1 0,0 1 0,0-1 0,0 0 0,0 1 0,0-1 0,0 0 0,0 1 0,0-1 0,0 0 0,0 1 0,0-1 0,-1 0 0,1 1 0,0-1 0,0 0 0,0 1 0,0-1 0,-1 0 0,1 1 0,0-1 0,0 0 0,-1 0 0,1 1 0,0-1 0,0 0 0,-1 0 0,1 1 0,0-1 0,-1 0 0,-17 15 0,-23 10 0,-2-3 0,-59 23 0,50-24 0,-60 35 0,107-53 0,0 0 0,0 1 0,0-1 0,1 1 0,-7 7 0,10-10 0,0 0 0,0 0 0,0 0 0,1 0 0,-1 0 0,1 0 0,-1 0 0,0 0 0,1 0 0,0 0 0,-1 0 0,1 0 0,0 1 0,-1-1 0,1 0 0,0 0 0,0 0 0,0 1 0,0-1 0,0 0 0,0 0 0,1 0 0,-1 1 0,0-1 0,1 0 0,-1 0 0,0 0 0,1 0 0,-1 0 0,1 0 0,0 0 0,-1 0 0,2 2 0,4 2 0,-1 0 0,1 0 0,-1 0 0,1-1 0,1 0 0,11 7 0,48 16 0,-26-10 0,-12-5 147,-10-3-651,2 0 0,38 10 0,-42-16-6322</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0:58.905"/>
    </inkml:context>
    <inkml:brush xml:id="br0">
      <inkml:brushProperty name="width" value="0.05" units="cm"/>
      <inkml:brushProperty name="height" value="0.05" units="cm"/>
    </inkml:brush>
  </inkml:definitions>
  <inkml:trace contextRef="#ctx0" brushRef="#br0">14 37 24575,'-1'0'0,"0"0"0,1 0 0,-1 0 0,0 0 0,1-1 0,-1 1 0,0 0 0,1 0 0,-1 0 0,0-1 0,1 1 0,-1 0 0,0-1 0,1 1 0,-1-1 0,1 1 0,-1-1 0,0 0 0,1 1 0,0-1 0,0 1 0,0 0 0,-1 0 0,1-1 0,0 1 0,0 0 0,0-1 0,0 1 0,0 0 0,0 0 0,1-1 0,-1 1 0,0 0 0,0-1 0,0 1 0,0 0 0,0 0 0,0-1 0,0 1 0,1 0 0,-1 0 0,0-1 0,0 1 0,0 0 0,0 0 0,1 0 0,-1-1 0,0 1 0,0 0 0,1 0 0,-1 0 0,0 0 0,0 0 0,1-1 0,-1 1 0,0 0 0,0 0 0,1 0 0,-1 0 0,0 0 0,1 0 0,-1 0 0,0 0 0,0 0 0,1 0 0,-1 0 0,0 0 0,1 0 0,69-10 0,1 3 0,115 2 0,-117 5 0,547 0-1365,-634 0-5461</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1:00.335"/>
    </inkml:context>
    <inkml:brush xml:id="br0">
      <inkml:brushProperty name="width" value="0.05" units="cm"/>
      <inkml:brushProperty name="height" value="0.05" units="cm"/>
    </inkml:brush>
  </inkml:definitions>
  <inkml:trace contextRef="#ctx0" brushRef="#br0">54 62 24575,'2'0'0,"-1"0"0,1-1 0,0 1 0,-1-1 0,1 0 0,-1 1 0,1-1 0,-1 0 0,1 0 0,-1 0 0,1 0 0,-1 0 0,0 0 0,0 0 0,2-2 0,-2 2 0,0-1 0,1 1 0,-1 0 0,0 0 0,1 0 0,-1 0 0,1 0 0,-1 0 0,1 0 0,-1 0 0,1 1 0,0-1 0,-1 1 0,1-1 0,0 1 0,-1-1 0,1 1 0,3 0 0,-4 0 0,-1 0 0,1 0 0,0 0 0,0 0 0,0 0 0,0 0 0,0 0 0,0 0 0,0 1 0,0-1 0,-1 0 0,1 1 0,0-1 0,0 0 0,0 1 0,0-1 0,-1 1 0,1-1 0,0 1 0,-1 0 0,1-1 0,0 1 0,-1 0 0,1-1 0,-1 1 0,1 0 0,-1 0 0,1 0 0,-1-1 0,0 1 0,1 0 0,-1 0 0,0 0 0,0 0 0,1 0 0,-1 1 0,-1-1 0,1 1 0,0-1 0,-1 0 0,1 1 0,-1-1 0,0 0 0,1 1 0,-1-1 0,0 0 0,0 0 0,0 0 0,0 0 0,0 0 0,0 0 0,0 0 0,0 0 0,0 0 0,-1-1 0,1 1 0,0 0 0,0-1 0,-3 2 0,-6 2 0,-29 9 0,37-12 0,1-1 0,-1 0 0,0 1 0,1-1 0,-1 0 0,0 0 0,1 0 0,-1 0 0,0 0 0,1-1 0,-1 1 0,0 0 0,1-1 0,-1 1 0,1-1 0,-1 0 0,1 0 0,-1 1 0,1-1 0,-2-1 0,2 1 0,1 1 0,-1-1 0,1 1 0,-1-1 0,1 1 0,0-1 0,-1 0 0,1 1 0,0-1 0,-1 0 0,1 1 0,0-1 0,0 0 0,0 1 0,-1-1 0,1 0 0,0 0 0,0 1 0,0-1 0,0 0 0,0 1 0,0-1 0,1 0 0,-1-1 0,12-16 0,-7 12 0,1 1 0,0 1 0,11-8 0,-11 8 0,0 1 0,0-1 0,1 1 0,-1 0 0,1 1 0,0 0 0,12-3 0,-18 5 0,1 0 0,0 0 0,0 1 0,0-1 0,0 0 0,-1 0 0,1 1 0,0-1 0,0 1 0,-1 0 0,1-1 0,0 1 0,-1 0 0,1 0 0,-1 0 0,1 0 0,-1 0 0,1 1 0,-1-1 0,0 0 0,0 1 0,1-1 0,-1 1 0,0-1 0,0 1 0,0-1 0,-1 1 0,1 0 0,0-1 0,-1 1 0,1 0 0,-1 0 0,1-1 0,-1 4 0,1 2 0,-1 0 0,1 1 0,-2-1 0,1 0 0,-1 0 0,0 1 0,0-1 0,-1 0 0,0 0 0,0 0 0,-1-1 0,0 1 0,0 0 0,0-1 0,-1 0 0,0 0 0,-6 7 0,7-9 0,0 0 0,-1-1 0,1 1 0,-1-1 0,0 0 0,0 0 0,0 0 0,0-1 0,0 1 0,-1-1 0,-7 3 0,8-4 0,1 0 0,0-1 0,0 1 0,0-1 0,-1 0 0,1 0 0,0 0 0,-1 0 0,1-1 0,0 1 0,0-1 0,0 0 0,0 0 0,-1 0 0,1 0 0,0-1 0,1 1 0,-1-1 0,-3-2 0,5 3 0,-1 0 0,1 0 0,-1 0 0,1 0 0,0 0 0,0-1 0,-1 1 0,1 0 0,0-1 0,0 1 0,0-1 0,1 1 0,-1-1 0,0 0 0,0 1 0,1-1 0,-1 0 0,1 1 0,0-1 0,-1-3 0,1 2 0,1 0 0,-1 0 0,1-1 0,-1 1 0,1 0 0,0 0 0,0 0 0,0 0 0,1 0 0,2-4 0,4-4 0,-1 0 0,2 1 0,0 0 0,14-12 0,-16 17 0,0-1 0,0 1 0,0 1 0,1-1 0,14-5 0,-20 9 0,1 0 0,-1 1 0,1-1 0,0 0 0,-1 1 0,1 0 0,0-1 0,-1 1 0,1 0 0,3 1 0,-4-1 0,-1 1 0,0-1 0,0 0 0,0 1 0,0-1 0,0 1 0,0 0 0,0-1 0,0 1 0,0 0 0,0-1 0,0 1 0,0 0 0,-1 0 0,1 0 0,0 0 0,-1 0 0,1 0 0,0 0 0,-1 0 0,1 0 0,-1 0 0,0 0 0,1 2 0,0 1 0,-1 0 0,0 0 0,0-1 0,0 1 0,0 0 0,-1 0 0,1 0 0,-1 0 0,0 0 0,0 0 0,-1-1 0,1 1 0,-1-1 0,0 1 0,1-1 0,-2 1 0,1-1 0,0 0 0,-1 0 0,1 0 0,-1 0 0,0 0 0,-4 2 0,2 0 0,0-1 0,-1 0 0,1 0 0,-1 0 0,1-1 0,-1 0 0,0 0 0,0 0 0,-1-1 0,1 0 0,-1 0 0,1-1 0,-9 1 0,14-1 0,-1-1 0,1 0 0,0 0 0,0 0 0,-1 0 0,1 0 0,0-1 0,-1 1 0,1 0 0,0 0 0,0-1 0,-1 1 0,1-1 0,0 1 0,0-1 0,0 0 0,0 1 0,0-1 0,0 0 0,0 0 0,0 0 0,0 0 0,0 0 0,0 0 0,0 0 0,0 0 0,1 0 0,-1 0 0,1 0 0,-1-1 0,1 1 0,-1 0 0,1 0 0,-1-1 0,1 1 0,0 0 0,0 0 0,0-1 0,0 1 0,0 0 0,0-1 0,0 1 0,0 0 0,1-3 0,0-2 0,1 1 0,-1-1 0,1 1 0,0 0 0,1-1 0,-1 1 0,1 0 0,0 0 0,4-4 0,-3 4 0,1 0 0,0 0 0,1 0 0,-1 1 0,1 0 0,0 0 0,0 0 0,0 1 0,7-3 0,-12 5 0,1 1 0,-1-1 0,1 0 0,-1 1 0,1-1 0,0 1 0,-1 0 0,1 0 0,0-1 0,-1 1 0,1 0 0,0 0 0,-1 0 0,1 1 0,-1-1 0,1 0 0,0 1 0,-1-1 0,1 1 0,-1-1 0,1 1 0,-1 0 0,1-1 0,-1 1 0,1 0 0,-1 0 0,0 0 0,0 0 0,1 0 0,-1 1 0,0-1 0,0 0 0,0 1 0,0-1 0,0 0 0,-1 1 0,1-1 0,0 1 0,-1-1 0,1 1 0,-1 0 0,1-1 0,-1 2 0,3 13-1365,-2 0-5461</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1:01.410"/>
    </inkml:context>
    <inkml:brush xml:id="br0">
      <inkml:brushProperty name="width" value="0.05" units="cm"/>
      <inkml:brushProperty name="height" value="0.05" units="cm"/>
    </inkml:brush>
  </inkml:definitions>
  <inkml:trace contextRef="#ctx0" brushRef="#br0">20 1 24575,'-7'0'0,"1"0"0,3 12 0,-1 40 0,4 88 0,2-57 0,-1 596-1365,-1-654-5461</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1:01.769"/>
    </inkml:context>
    <inkml:brush xml:id="br0">
      <inkml:brushProperty name="width" value="0.05" units="cm"/>
      <inkml:brushProperty name="height" value="0.05" units="cm"/>
    </inkml:brush>
  </inkml:definitions>
  <inkml:trace contextRef="#ctx0" brushRef="#br0">2 0 24575,'-1'10'0,"1"-9"0,0 0 0,0-1 0,0 1 0,0 0 0,0 0 0,0 0 0,0 0 0,0 0 0,0 0 0,1 0 0,-1 0 0,0 0 0,1-1 0,-1 1 0,0 0 0,1 0 0,-1 0 0,1 0 0,-1-1 0,1 1 0,0 0 0,-1-1 0,1 1 0,1 1 0,16 15 0,27 20 0,-24-20 0,20 20 0,-40-36 0,-1 0 0,1 0 0,0 0 0,0 0 0,0 0 0,0 0 0,0 0 0,0 0 0,0-1 0,0 1 0,0 0 0,0-1 0,1 1 0,-1-1 0,0 1 0,0-1 0,1 0 0,-1 1 0,0-1 0,1 0 0,-1 0 0,0 0 0,0 0 0,1 0 0,-1 0 0,0 0 0,1-1 0,-1 1 0,0 0 0,0-1 0,1 1 0,-1-1 0,0 1 0,0-1 0,0 1 0,0-1 0,0 0 0,0 0 0,0 0 0,0 0 0,0 1 0,0-1 0,1-2 0,4-5 0,0-1 0,-1 0 0,0 0 0,6-17 0,-1 4 0,-8 16 0,1 0 0,0 0 0,0 1 0,0-1 0,1 1 0,0 0 0,0 0 0,6-6 0,-10 11 0,0 0 0,0 0 0,0 0 0,-1 0 0,1 1 0,0-1 0,0 0 0,0 0 0,0 0 0,0 1 0,0-1 0,0 0 0,0 0 0,0 0 0,0 1 0,0-1 0,0 0 0,0 0 0,0 0 0,0 0 0,0 1 0,0-1 0,1 0 0,-1 0 0,0 0 0,0 1 0,0-1 0,0 0 0,0 0 0,0 0 0,0 0 0,1 0 0,-1 1 0,0-1 0,0 0 0,0 0 0,0 0 0,0 0 0,1 0 0,-1 0 0,0 0 0,0 0 0,0 0 0,1 0 0,-1 1 0,0-1 0,0 0 0,0 0 0,1 0 0,-1 0 0,0 0 0,0 0 0,0 0 0,0-1 0,1 1 0,-1 0 0,0 0 0,0 0 0,0 0 0,1 0 0,-1 0 0,0 0 0,0 0 0,0 0 0,0 0 0,1-1 0,-1 1 0,-4 17 0,-9 32-1365,7-22-5461</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1:02.467"/>
    </inkml:context>
    <inkml:brush xml:id="br0">
      <inkml:brushProperty name="width" value="0.05" units="cm"/>
      <inkml:brushProperty name="height" value="0.05" units="cm"/>
    </inkml:brush>
  </inkml:definitions>
  <inkml:trace contextRef="#ctx0" brushRef="#br0">1 1 24575,'12'13'0,"0"1"0,-1 1 0,-1 0 0,0 1 0,-1 0 0,0 0 0,9 29 0,0 6 0,12 70 0,17 122 342,-38-176-1196,0 112 1,-9-158-5973</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1:02.838"/>
    </inkml:context>
    <inkml:brush xml:id="br0">
      <inkml:brushProperty name="width" value="0.05" units="cm"/>
      <inkml:brushProperty name="height" value="0.05" units="cm"/>
    </inkml:brush>
  </inkml:definitions>
  <inkml:trace contextRef="#ctx0" brushRef="#br0">92 24 24575,'-3'5'0,"0"0"0,0 1 0,0-1 0,0 0 0,1 1 0,0 0 0,0-1 0,1 1 0,-2 6 0,-5 18 0,0-9 0,0 1 0,0 0 0,-24 41 0,30-61 0,2-7 0,1-6 0,8-6 0,1 0 0,0 1 0,1 0 0,1 1 0,22-24 0,-33 38 0,-1 1 0,64-65 0,-58 60 0,-1 0 0,1 1 0,0 0 0,0 0 0,0 0 0,1 1 0,-1 0 0,1 0 0,0 1 0,9-3 0,-13 5 13,0-1 1,0 1-1,0 1 0,0-1 0,0 0 0,-1 1 0,1-1 0,0 1 0,0 0 1,-1 0-1,1 0 0,-1 0 0,1 1 0,-1-1 0,1 1 0,-1-1 0,0 1 1,1 0-1,-1 0 0,0 0 0,0 0 0,-1 0 0,1 1 0,0-1 0,1 4 1,3 5-441,0 1 0,0 0 1,7 24-1,-2 2-6399</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1:06.825"/>
    </inkml:context>
    <inkml:brush xml:id="br0">
      <inkml:brushProperty name="width" value="0.05" units="cm"/>
      <inkml:brushProperty name="height" value="0.05" units="cm"/>
    </inkml:brush>
  </inkml:definitions>
  <inkml:trace contextRef="#ctx0" brushRef="#br0">152 1 24575,'5'17'0,"-4"-17"0,0 1 0,-1 0 0,1 0 0,-1 0 0,0-1 0,1 1 0,-1 0 0,1 0 0,-1 0 0,0 0 0,0 0 0,0 0 0,0 0 0,0 0 0,0 0 0,0 0 0,0 0 0,0 0 0,0-1 0,0 1 0,0 0 0,-1 0 0,1 0 0,0 0 0,-1 0 0,1 0 0,-1 0 0,0 1 0,-2 1 0,0 1 0,0-1 0,0 1 0,-1-1 0,1 0 0,-1 0 0,0 0 0,1-1 0,-1 1 0,-1-1 0,1 0 0,0 0 0,-9 2 0,4-2 0,1 0 0,-1 0 0,1-1 0,-1 0 0,0-1 0,-13 0 0,21 0 0,0 0 0,0 0 0,0 0 0,-1 0 0,1-1 0,0 1 0,0 0 0,0-1 0,0 1 0,0 0 0,0-1 0,0 1 0,0-1 0,0 0 0,0 1 0,0-1 0,0 0 0,0 1 0,-1-3 0,2 3 0,-1-1 0,1 0 0,0 0 0,0 0 0,0 1 0,0-1 0,0 0 0,-1 0 0,1 0 0,1 0 0,-1 1 0,0-1 0,0 0 0,0 0 0,0 0 0,0 0 0,1 1 0,-1-1 0,0 0 0,1-1 0,2-1 0,-1-1 0,1 0 0,-1 1 0,1 0 0,0 0 0,0-1 0,1 2 0,6-6 0,-5 5 0,0 0 0,1 0 0,-1 0 0,1 1 0,-1 0 0,1 0 0,0 0 0,0 1 0,0 0 0,0 0 0,9 0 0,-13 1 0,1 1 0,-1-1 0,1 0 0,-1 1 0,0 0 0,1-1 0,-1 1 0,0 0 0,0 0 0,0 1 0,0-1 0,0 0 0,0 1 0,0-1 0,0 1 0,0-1 0,-1 1 0,1 0 0,-1 0 0,1 0 0,-1 0 0,0 0 0,1 0 0,-1 0 0,0 0 0,-1 0 0,1 1 0,0-1 0,-1 0 0,1 1 0,0 3 0,-1-4 0,0 1 0,0-1 0,0 1 0,0-1 0,-1 1 0,1-1 0,-1 1 0,1-1 0,-1 0 0,0 1 0,0-1 0,0 0 0,0 0 0,0 1 0,-1-1 0,1 0 0,-1 0 0,1 0 0,-1-1 0,0 1 0,0 0 0,1-1 0,-1 1 0,0-1 0,-1 1 0,1-1 0,0 0 0,0 0 0,-5 2 0,2-1 0,1-1 0,-1 1 0,0-1 0,0 1 0,0-1 0,0-1 0,0 1 0,0-1 0,0 0 0,0 0 0,0 0 0,0-1 0,-10-1 0,14 1 0,0 1 0,0 0 0,0-1 0,0 1 0,0 0 0,0-1 0,0 1 0,0-1 0,0 0 0,0 1 0,0-1 0,0 0 0,0 0 0,0 1 0,0-1 0,1 0 0,-1 0 0,0 0 0,1 0 0,-1 0 0,0 0 0,1 0 0,0 0 0,-1 0 0,1 0 0,-1-1 0,1 1 0,0 0 0,0 0 0,0 0 0,0 0 0,0-1 0,0 1 0,0 0 0,0 0 0,0 0 0,0 0 0,1 0 0,-1-1 0,1 1 0,-1 0 0,1 0 0,-1 0 0,1 0 0,-1 0 0,1 0 0,1-1 0,2-4 0,1 0 0,0 1 0,0-1 0,0 1 0,1 0 0,6-4 0,-10 7 0,0 0 0,1 1 0,-1-1 0,1 1 0,-1-1 0,1 1 0,0 0 0,-1 0 0,1 0 0,0 0 0,0 1 0,0-1 0,0 1 0,0 0 0,-1 0 0,1 0 0,0 0 0,0 0 0,0 0 0,0 1 0,0 0 0,4 1 0,-5-1 0,0 1 0,1-1 0,-1 1 0,0 0 0,0 0 0,0 0 0,0 0 0,-1 0 0,1 0 0,0 0 0,-1 1 0,0-1 0,1 1 0,-1-1 0,0 1 0,0-1 0,-1 1 0,1 0 0,-1-1 0,1 1 0,-1 0 0,0 0 0,0-1 0,0 4 0,0 0 0,-1 1 0,0-1 0,0 0 0,0 0 0,-1 0 0,0 0 0,0 0 0,0-1 0,-1 1 0,0 0 0,0-1 0,-5 7 0,6-9 0,0-1 0,0 0 0,0 1 0,0-1 0,0 0 0,0 0 0,0 0 0,-1 0 0,1 0 0,-1-1 0,0 1 0,1-1 0,-1 0 0,0 0 0,0 0 0,0 0 0,0 0 0,1 0 0,-1-1 0,0 1 0,-1-1 0,1 0 0,0 0 0,0 0 0,0-1 0,0 1 0,-3-1 0,4 0 0,1 0 0,-1 0 0,0 0 0,0 0 0,1-1 0,-1 1 0,1 0 0,-1-1 0,1 1 0,0-1 0,-1 0 0,1 1 0,0-1 0,0 0 0,0 0 0,0 0 0,1 1 0,-1-1 0,0 0 0,1 0 0,0 0 0,-1 0 0,1 0 0,0 0 0,0-1 0,0 1 0,0-2 0,0-2 0,0 0 0,1 0 0,0 0 0,0 0 0,0 0 0,1 0 0,0 0 0,3-6 0,-3 8 0,0 0 0,1 0 0,-1 1 0,1-1 0,0 1 0,0 0 0,1-1 0,-1 1 0,1 1 0,-1-1 0,1 0 0,0 1 0,0 0 0,0 0 0,0 0 0,5-1 0,-7 3 0,0-1 0,-1 1 0,1 0 0,0-1 0,0 1 0,0 0 0,-1 0 0,1 0 0,0 1 0,0-1 0,-1 0 0,1 1 0,0-1 0,-1 1 0,1 0 0,0-1 0,2 3 0,-2-2 0,-1 1 0,1-1 0,0 1 0,-1 0 0,1 0 0,-1 0 0,1 0 0,-1 0 0,0 0 0,0 0 0,0 1 0,0-1 0,-1 0 0,1 1 0,0-1 0,-1 4 0,1 3-152,-1 0 0,0 0 0,-1 0 0,0 0 0,0 0 0,-1 0-1,-4 13 1,6-20 4,-8 25-6678</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1:07.678"/>
    </inkml:context>
    <inkml:brush xml:id="br0">
      <inkml:brushProperty name="width" value="0.05" units="cm"/>
      <inkml:brushProperty name="height" value="0.05" units="cm"/>
    </inkml:brush>
  </inkml:definitions>
  <inkml:trace contextRef="#ctx0" brushRef="#br0">43 2 24575,'7'-1'0,"-6"1"0,-1 0 0,0 0 0,1 0 0,-1 0 0,0 0 0,1 0 0,-1 0 0,0 0 0,1 0 0,-1 0 0,0 0 0,0 0 0,1 0 0,-1 0 0,0 0 0,1 0 0,-1 0 0,0 0 0,1 0 0,-1 0 0,0 1 0,0-1 0,1 0 0,-1 0 0,0 0 0,0 0 0,1 1 0,-1-1 0,0 0 0,0 0 0,0 1 0,1-1 0,-1 0 0,0 0 0,0 1 0,0-1 0,0 0 0,0 1 0,1-1 0,-1 0 0,0 1 0,0-1 0,0 0 0,0 0 0,0 1 0,0-1 0,0 0 0,0 1 0,0-1 0,0 0 0,-1 1 0,1-1 0,1 7 0,0-1 0,-1 0 0,0 1 0,-1-1 0,1 0 0,-1 1 0,0-1 0,-4 12 0,-23 50 0,6-14 0,21-53 0,1 0 0,-1 0 0,1 1 0,0-1 0,-1 0 0,1 0 0,0 1 0,0-1 0,0 0 0,0 0 0,0 1 0,0-1 0,0 0 0,0 1 0,0-1 0,1 0 0,0 2 0,-1-3 0,0 1 0,1-1 0,-1 0 0,1 1 0,-1-1 0,1 0 0,-1 1 0,1-1 0,-1 0 0,1 0 0,-1 0 0,1 1 0,0-1 0,-1 0 0,1 0 0,-1 0 0,1 0 0,-1 0 0,1 0 0,0 0 0,-1 0 0,1 0 0,-1 0 0,1-1 0,0 1 0,7-3 0,-1 0 0,0 0 0,0 0 0,8-6 0,-11 7 0,20-13-341,1 2 0,0 0-1,46-14 1,-54 22-6485</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1:08.006"/>
    </inkml:context>
    <inkml:brush xml:id="br0">
      <inkml:brushProperty name="width" value="0.05" units="cm"/>
      <inkml:brushProperty name="height" value="0.05" units="cm"/>
    </inkml:brush>
  </inkml:definitions>
  <inkml:trace contextRef="#ctx0" brushRef="#br0">25 1831 24575,'-2'-2'0,"-1"-1"0,1 1 0,0-1 0,0 1 0,0-1 0,0 0 0,1 0 0,-1 0 0,1 0 0,0 0 0,0 0 0,0-1 0,0 1 0,0 0 0,1 0 0,-1-4 0,2 2 0,-1 1 0,1 0 0,0 0 0,0 0 0,0 1 0,1-1 0,-1 0 0,1 0 0,0 1 0,0-1 0,0 1 0,1-1 0,2-2 0,91-97 0,-2 3 0,152-249 0,-27-19 0,-201 338 0,263-509 0,-281 537 0,34-90 0,-32 84 0,0-1 0,0 0 0,-1 1 0,0-1 0,0 0 0,-1 0 0,0 0 0,-2-14 0,1 21 15,1 0 0,-1 0 0,0-1 0,0 1-1,0 0 1,0 0 0,0 0 0,0 1 0,0-1 0,0 0-1,-1 0 1,1 1 0,-1-1 0,1 0 0,-1 1 0,0 0 0,1-1-1,-1 1 1,0 0 0,0 0 0,0 0 0,-3-1 0,0 0-229,0 1 1,-1 0 0,0 0-1,1 0 1,-1 1 0,1 0-1,-9 0 1,-4 1-6613</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1:08.858"/>
    </inkml:context>
    <inkml:brush xml:id="br0">
      <inkml:brushProperty name="width" value="0.05" units="cm"/>
      <inkml:brushProperty name="height" value="0.05" units="cm"/>
    </inkml:brush>
  </inkml:definitions>
  <inkml:trace contextRef="#ctx0" brushRef="#br0">33 333 24575,'-1'-8'0,"2"-24"0,-1 31 0,0 0 0,0 0 0,0 1 0,0-1 0,0 0 0,1 0 0,-1 0 0,0 0 0,0 1 0,1-1 0,-1 0 0,0 0 0,1 1 0,-1-1 0,1 0 0,-1 1 0,1-1 0,-1 0 0,1 1 0,0-1 0,-1 1 0,1-1 0,0 1 0,-1-1 0,1 1 0,0-1 0,0 1 0,-1 0 0,2-1 0,-2 1 0,1 0 0,-1 0 0,0 0 0,1 0 0,-1 0 0,0 0 0,1 0 0,-1 0 0,0 0 0,0 0 0,1 0 0,-1 0 0,0 0 0,1 0 0,-1 0 0,0 1 0,0-1 0,1 0 0,-1 0 0,0 0 0,0 0 0,1 1 0,-1-1 0,0 0 0,0 0 0,0 0 0,1 1 0,-1-1 0,0 0 0,0 0 0,0 1 0,0-1 0,0 0 0,1 0 0,-1 1 0,0-1 0,0 1 0,0-1 0,0 1 0,0-1 0,-1 0 0,1 1 0,0-1 0,0 0 0,0 1 0,0-1 0,-1 0 0,1 1 0,0-1 0,0 0 0,-1 0 0,1 1 0,0-1 0,-1 0 0,1 0 0,0 1 0,-1-1 0,1 0 0,0 0 0,-1 0 0,1 0 0,0 1 0,-1-1 0,1 0 0,0 0 0,-1 0 0,1 0 0,0 0 0,-1 0 0,1 0 0,-1 0 0,-1 0 0,0 0 0,1 0 0,-1 0 0,0 0 0,1 0 0,-1 0 0,0-1 0,0 1 0,1-1 0,-1 1 0,1-1 0,-1 1 0,0-1 0,1 0 0,-1 0 0,1 0 0,0 0 0,-1 0 0,1 0 0,0 0 0,-1 0 0,1-1 0,0 1 0,0 0 0,0-1 0,0 1 0,0-1 0,1 1 0,-1-1 0,0 0 0,1 1 0,-1-1 0,1 1 0,-1-1 0,1 0 0,0-3 0,0 0 0,0-1 0,0 1 0,0 0 0,1-1 0,0 1 0,0 0 0,0 0 0,1 0 0,0 0 0,5-10 0,-3 7 0,0 1 0,1-1 0,1 0 0,-1 1 0,1 0 0,0 1 0,1-1 0,0 1 0,0 0 0,0 1 0,0 0 0,1 0 0,0 1 0,12-6 0,-18 9 0,-1 1 0,1 0 0,0-1 0,-1 1 0,1 0 0,-1 0 0,1 0 0,-1 0 0,1 0 0,0 0 0,-1 1 0,1-1 0,-1 0 0,1 1 0,-1-1 0,1 1 0,-1 0 0,1-1 0,-1 1 0,0 0 0,3 2 0,-2-1 0,1 1 0,-1 0 0,0 0 0,1-1 0,-1 1 0,-1 1 0,1-1 0,0 0 0,1 5 0,1 6 0,0-1 0,-1 1 0,2 26 0,-2 10 0,-4 61 0,2-125 0,-1-8 0,1 0 0,7-34 0,-2 34 0,0-1 0,2 1 0,16-33 0,-21 49 0,0-1 0,1 1 0,-1 1 0,1-1 0,1 0 0,-1 1 0,1 0 0,0 0 0,0 0 0,0 1 0,1 0 0,0 0 0,0 0 0,0 1 0,0-1 0,10-2 0,-14 5 0,1 1 0,-1 0 0,0 0 0,1 0 0,-1 0 0,1 0 0,-1 1 0,1-1 0,-1 1 0,1-1 0,-1 1 0,0 0 0,0 0 0,1 0 0,-1 0 0,0 0 0,0 1 0,0-1 0,0 1 0,0-1 0,2 3 0,-3-2 0,0-1 0,1 1 0,-1-1 0,1 0 0,0 1 0,-1-1 0,1 0 0,0 0 0,0 0 0,0 0 0,-1-1 0,1 1 0,0 0 0,0-1 0,0 1 0,0-1 0,0 0 0,0 0 0,0 0 0,0 0 0,0 0 0,0 0 0,1 0 0,-1-1 0,0 1 0,-1-1 0,4 0 0,4-5 0,0 0 0,0 0 0,9-9 0,-14 11 0,1-1 0,1 1 0,-1 0 0,1 0 0,-1 0 0,1 1 0,0 0 0,0 0 0,13-3 0,-18 5 0,0 1 0,0 0 0,0 0 0,0 0 0,0 0 0,1 0 0,-1 0 0,0 1 0,0-1 0,0 0 0,0 1 0,0-1 0,0 0 0,0 1 0,0-1 0,0 1 0,0 0 0,0-1 0,0 1 0,0 0 0,1 1 0,0 0 0,-1 0 0,1 0 0,-1 1 0,0-1 0,0 0 0,1 1 0,-2-1 0,1 1 0,1 2 0,0 8 0,0-1 0,-1 0 0,0 15 0,-1-21 0,-1 71 243,0-49-645,0 1 0,2-1 0,8 50 0,-1-49-6424</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1:09.229"/>
    </inkml:context>
    <inkml:brush xml:id="br0">
      <inkml:brushProperty name="width" value="0.05" units="cm"/>
      <inkml:brushProperty name="height" value="0.05" units="cm"/>
    </inkml:brush>
  </inkml:definitions>
  <inkml:trace contextRef="#ctx0" brushRef="#br0">58 186 24575,'0'1'0,"0"0"0,1 0 0,-1 0 0,0-1 0,1 1 0,-1 0 0,1 0 0,-1-1 0,1 1 0,0 0 0,-1-1 0,1 1 0,0 0 0,-1-1 0,1 1 0,0-1 0,-1 1 0,1-1 0,0 1 0,0-1 0,0 0 0,0 1 0,-1-1 0,1 0 0,0 0 0,0 0 0,0 0 0,0 1 0,0-1 0,1-1 0,29 1 0,-21-1 0,1-2 0,0 1 0,-1-1 0,1-1 0,-1 0 0,0 0 0,-1-1 0,1 0 0,16-13 0,-22 15 0,1-1 0,-1 0 0,0 0 0,0 0 0,0-1 0,-1 1 0,0-1 0,0 0 0,0 0 0,0 0 0,-1-1 0,0 1 0,0 0 0,0-1 0,-1 1 0,0-1 0,0 0 0,0 0 0,0-11 0,-1 15 0,0 1 0,0-1 0,-1 0 0,1 1 0,0-1 0,-1 0 0,1 1 0,-1-1 0,1 1 0,-1-1 0,0 1 0,1-1 0,-1 1 0,0-1 0,0 1 0,0 0 0,0-1 0,-1 1 0,1 0 0,0 0 0,-2-2 0,0 2 0,1 0 0,-1 0 0,0 0 0,1 0 0,-1 0 0,0 1 0,0-1 0,0 1 0,0-1 0,1 1 0,-6 1 0,-2 0 0,0 0 0,1 1 0,-1 0 0,1 1 0,-1 0 0,-12 6 0,11-3 0,0 1 0,0 0 0,0 1 0,1 0 0,0 1 0,1 0 0,0 0 0,0 1 0,1 0 0,-13 22 0,17-25 0,0 1 0,0 0 0,1-1 0,0 1 0,1 0 0,0 0 0,0 1 0,-1 8 0,3-12 0,0 1 0,0-1 0,0 0 0,1 1 0,0-1 0,0 0 0,0 1 0,1-1 0,-1 0 0,1 0 0,1 0 0,-1 0 0,4 6 0,-2-7-97,0 1-1,-1-1 1,1 0-1,1 0 1,-1-1-1,0 1 1,1-1-1,0 0 1,0 0-1,0 0 1,0-1-1,0 0 0,10 3 1,13 3-6729</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1:10.081"/>
    </inkml:context>
    <inkml:brush xml:id="br0">
      <inkml:brushProperty name="width" value="0.05" units="cm"/>
      <inkml:brushProperty name="height" value="0.05" units="cm"/>
    </inkml:brush>
  </inkml:definitions>
  <inkml:trace contextRef="#ctx0" brushRef="#br0">199 148 24575,'1'-5'0,"-1"0"0,1 0 0,0 1 0,1-1 0,1-6 0,-1 6 0,0 0 0,-1 0 0,0 0 0,2-10 0,-3 13 0,0 0 0,0 0 0,0 0 0,0 0 0,0-1 0,0 1 0,-1 0 0,1 0 0,-1 0 0,1 0 0,-1 0 0,0 0 0,0 0 0,0 1 0,0-1 0,0 0 0,0 0 0,0 1 0,-1-1 0,1 0 0,-1 1 0,1 0 0,-3-3 0,2 4 0,-1-1 0,1 0 0,0 1 0,0 0 0,0-1 0,0 1 0,-1 0 0,1 0 0,0 0 0,0 0 0,0 1 0,-1-1 0,1 0 0,0 1 0,0 0 0,0-1 0,0 1 0,0 0 0,0 0 0,0 0 0,0 1 0,-2 0 0,-12 9 0,0 0 0,1 1 0,0 1 0,-20 21 0,30-29 0,1 1 0,-1-1 0,1 1 0,0 0 0,0 0 0,1 0 0,0 0 0,0 1 0,1-1 0,-1 1 0,1 0 0,1 0 0,-1-1 0,1 1 0,0 14 0,1-19 0,0 0 0,0 0 0,1 0 0,-1 0 0,1 0 0,-1 0 0,1 0 0,0 0 0,0 0 0,0 0 0,0-1 0,0 1 0,0 0 0,0 0 0,0-1 0,1 1 0,-1-1 0,1 1 0,2 1 0,-2-2 0,1 1 0,0-1 0,0 0 0,0 1 0,0-1 0,0 0 0,0-1 0,0 1 0,1-1 0,-1 1 0,5-1 0,-1 0 0,0-1 0,-1 1 0,1-1 0,0-1 0,-1 1 0,1-1 0,-1 0 0,0-1 0,1 1 0,-1-1 0,8-6 0,-6 2 0,-1 0 0,0-1 0,0 0 0,-1 0 0,0 0 0,-1-1 0,1 0 0,-2 0 0,1-1 0,3-10 0,-8 18 0,3 48 0,-3-44 0,0-1 0,0 1 0,0 0 0,0-1 0,1 1 0,-1 0 0,1-1 0,-1 1 0,1 0 0,0-1 0,-1 1 0,1-1 0,1 2 0,-1-2 0,-1-1 0,1 0 0,0 1 0,-1-1 0,1 0 0,0 0 0,-1 1 0,1-1 0,0 0 0,-1 0 0,1 0 0,0 0 0,-1 0 0,1 0 0,0 0 0,-1 0 0,1 0 0,0 0 0,-1 0 0,1-1 0,0 1 0,-1 0 0,1 0 0,0-1 0,-1 1 0,1 0 0,-1-1 0,1 1 0,-1-1 0,1 1 0,-1-1 0,1 1 0,-1-1 0,1 0 0,11-9 0,0 0 0,1 0 0,0 2 0,1-1 0,0 2 0,0 0 0,29-10 0,-37 15 0,-1 1 0,0-1 0,0 1 0,0-2 0,0 1 0,0 0 0,0-1 0,-1 0 0,6-4 0,-8 4 0,1 1 0,-1-1 0,-1 0 0,1 0 0,0 1 0,-1-1 0,1 0 0,-1 0 0,0-1 0,0 1 0,0 0 0,-1 0 0,1 0 0,-1-1 0,1 1 0,-1-5 0,0 5 0,0 1 0,0-1 0,0 1 0,-1-1 0,1 1 0,0-1 0,-1 1 0,0 0 0,1-1 0,-1 1 0,0 0 0,0-1 0,-1 1 0,1 0 0,0 0 0,-1 0 0,1 0 0,-1 0 0,0 0 0,-2-1 0,2 1 0,1 1 0,-1 1 0,0-1 0,0 0 0,0 0 0,0 1 0,0-1 0,0 1 0,0-1 0,-1 1 0,1 0 0,0 0 0,0 0 0,0 0 0,0 0 0,0 1 0,0-1 0,0 0 0,0 1 0,0 0 0,0-1 0,0 1 0,0 0 0,-3 2 0,2-1 0,0 0 0,0 0 0,0 1 0,1-1 0,-1 1 0,1-1 0,-1 1 0,1 0 0,0 0 0,0 0 0,0 0 0,0 0 0,1 1 0,-1-1 0,1 1 0,0-1 0,0 1 0,0-1 0,0 1 0,1 0 0,-1-1 0,1 1 0,0 0 0,0-1 0,1 1 0,-1-1 0,1 1 0,-1 0 0,1-1 0,0 1 0,1-1 0,-1 1 0,1-1 0,-1 0 0,1 0 0,0 1 0,0-1 0,0 0 0,1-1 0,-1 1 0,1 0 0,-1-1 0,6 4 0,7 5 0,-2-2 0,-1 0 0,14 15 0,-24-22 0,0 0 0,0 0 0,0 1 0,0-1 0,0 1 0,0-1 0,-1 1 0,1 0 0,-1 0 0,0 0 0,0 0 0,0 0 0,0 0 0,-1 0 0,1 0 0,-1 0 0,1 4 0,-2-5 0,0 0 0,1 1 0,-1-1 0,0 0 0,0 0 0,0 0 0,0 0 0,-1 0 0,1 0 0,0 0 0,-1 0 0,1 0 0,-1-1 0,0 1 0,0 0 0,0-1 0,1 0 0,-1 1 0,-1-1 0,1 0 0,0 0 0,0 0 0,0 0 0,-4 0 0,-5 3 0,-1-1 0,0 0 0,-16 1 0,-52 1-1365,43-5-5461</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1:10.444"/>
    </inkml:context>
    <inkml:brush xml:id="br0">
      <inkml:brushProperty name="width" value="0.05" units="cm"/>
      <inkml:brushProperty name="height" value="0.05" units="cm"/>
    </inkml:brush>
  </inkml:definitions>
  <inkml:trace contextRef="#ctx0" brushRef="#br0">1 52 24575,'0'-1'0,"0"0"0,0 0 0,0 0 0,0 0 0,1 0 0,-1 0 0,0 0 0,1 1 0,-1-1 0,1 0 0,-1 0 0,1 0 0,-1 1 0,2-2 0,-2 1 0,0 1 0,1 0 0,-1 0 0,0 0 0,0-1 0,1 1 0,-1 0 0,0 0 0,0 0 0,0 0 0,1 0 0,-1 0 0,0 0 0,1 0 0,-1 0 0,0-1 0,0 1 0,1 0 0,-1 0 0,0 0 0,0 0 0,1 1 0,-1-1 0,0 0 0,1 0 0,-1 0 0,0 0 0,0 0 0,1 0 0,-1 0 0,0 0 0,0 1 0,0-1 0,1 0 0,-1 0 0,0 0 0,0 0 0,0 1 0,1-1 0,-1 0 0,0 0 0,0 0 0,0 1 0,0-1 0,0 0 0,1 0 0,-1 1 0,0-1 0,0 0 0,0 1 0,0-1 0,0 0 0,0 1 0,46 99 0,-25-59 0,-21-39 0,1-1 0,-1 1 0,1-1 0,-1 1 0,1-1 0,0 0 0,0 1 0,0-1 0,0 0 0,0 0 0,0 0 0,0 0 0,0 0 0,1 0 0,-1 0 0,0 0 0,0 0 0,1 0 0,-1-1 0,1 1 0,-1 0 0,1-1 0,-1 0 0,1 1 0,1-1 0,-1 0 0,0-1 0,0 1 0,0-1 0,0 0 0,0 0 0,-1 0 0,1 0 0,0 0 0,0 0 0,-1 0 0,1-1 0,-1 1 0,1 0 0,-1-1 0,1 0 0,-1 1 0,0-1 0,2-3 0,3-5 0,1-1 0,-2 0 0,0 0 0,0 0 0,-1-1 0,0 1 0,-1-1 0,-1 0 0,0 0 0,1-17 0,-3 27-50,0 0-1,0 0 1,0 1-1,0-1 0,0 0 1,-1 1-1,1-1 1,0 0-1,-1 1 1,0-1-1,1 0 0,-1 1 1,0-1-1,0 1 1,0-1-1,0 1 1,0 0-1,0-1 0,0 1 1,0 0-1,-1 0 1,1 0-1,0 0 1,-1 0-1,1 0 1,-2-1-1,-7 1-6775</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1:11.096"/>
    </inkml:context>
    <inkml:brush xml:id="br0">
      <inkml:brushProperty name="width" value="0.05" units="cm"/>
      <inkml:brushProperty name="height" value="0.05" units="cm"/>
    </inkml:brush>
  </inkml:definitions>
  <inkml:trace contextRef="#ctx0" brushRef="#br0">12 94 24575,'-2'-1'0,"1"-1"0,0 1 0,0 0 0,0-1 0,0 1 0,1-1 0,-1 1 0,0-1 0,1 1 0,-1-1 0,1 1 0,-1-1 0,1 0 0,0 1 0,-1-1 0,1 1 0,0-4 0,0 5 0,0 0 0,1 0 0,-1 0 0,0 0 0,0 0 0,0 0 0,0 0 0,0-1 0,0 1 0,1 0 0,-1 0 0,0 0 0,0 0 0,0 0 0,0 0 0,0 0 0,1 0 0,-1 0 0,0 0 0,0 0 0,0 0 0,0 0 0,1 0 0,-1 0 0,0 0 0,0 0 0,0 0 0,0 0 0,1 0 0,-1 0 0,0 0 0,0 0 0,0 0 0,0 0 0,0 0 0,1 1 0,-1-1 0,0 0 0,0 0 0,0 0 0,0 0 0,0 0 0,0 0 0,0 0 0,1 1 0,-1-1 0,0 0 0,0 0 0,0 0 0,0 0 0,0 1 0,0-1 0,0 0 0,0 0 0,0 0 0,0 1 0,7 9 0,3 9 0,-2 0 0,-1 1 0,6 23 0,-2-6 0,8-93 0,-15 41 0,0 1 0,1 0 0,1 0 0,1 0 0,0 1 0,17-25 0,-24 37 0,1 0 0,0 0 0,-1 0 0,1 0 0,0 1 0,-1-1 0,1 0 0,0 1 0,0-1 0,0 0 0,-1 1 0,1-1 0,0 1 0,0 0 0,0-1 0,0 1 0,0 0 0,0-1 0,0 1 0,0 0 0,0 0 0,2 0 0,-2 0 0,-1 1 0,1-1 0,0 0 0,0 1 0,-1 0 0,1-1 0,0 1 0,-1-1 0,1 1 0,0 0 0,-1-1 0,1 1 0,-1 0 0,1 0 0,-1 0 0,0-1 0,1 1 0,-1 0 0,1 1 0,1 6 0,-1-1 0,0 1 0,0-1 0,0 13 0,-1-4 0,0-6 0,0-1 0,0 0 0,1 1 0,0-1 0,2 10 0,-2-17 0,-1-1 0,1 1 0,-1 0 0,1-1 0,0 1 0,-1-1 0,1 1 0,0-1 0,0 1 0,0-1 0,0 0 0,0 0 0,1 1 0,-1-1 0,0 0 0,0 0 0,1 0 0,-1 0 0,1 0 0,-1-1 0,1 1 0,-1 0 0,1-1 0,0 1 0,-1-1 0,1 1 0,-1-1 0,1 0 0,0 0 0,0 0 0,-1 0 0,1 0 0,0 0 0,2-1 0,5-1 0,1-1 0,-1 0 0,0 0 0,0-1 0,-1 0 0,1-1 0,-1 0 0,0 0 0,0-1 0,0 0 0,-1 0 0,0-1 0,0 0 0,-1 0 0,0-1 0,0 1 0,-1-1 0,0-1 0,0 1 0,-1-1 0,5-12 0,-8 19 0,-1 1 0,0-1 0,1 0 0,-1 0 0,0 1 0,0-1 0,0 0 0,0 0 0,0 0 0,0 0 0,0 1 0,-1-1 0,1 0 0,-1 0 0,1 1 0,-1-1 0,0 0 0,1 1 0,-1-1 0,0 1 0,0-1 0,-2-1 0,1 1 0,0 0 0,0 1 0,0-1 0,-1 1 0,1 0 0,-1 0 0,1-1 0,-1 1 0,1 1 0,-1-1 0,0 0 0,1 1 0,-5-1 0,-1 0 0,-1 1 0,0 0 0,0 1 0,1 0 0,-1 0 0,0 0 0,1 1 0,-12 5 0,14-5 0,0 1 0,1 0 0,-1 0 0,1 0 0,-1 1 0,1 0 0,0 0 0,1 0 0,-1 1 0,-4 6 0,7-9 0,1 0 0,0 0 0,-1 0 0,1 0 0,0 0 0,0 1 0,0-1 0,1 0 0,-1 1 0,0-1 0,1 1 0,0-1 0,0 0 0,-1 1 0,1-1 0,1 1 0,-1-1 0,0 1 0,1-1 0,-1 1 0,1-1 0,0 0 0,-1 1 0,1-1 0,0 0 0,1 0 0,-1 1 0,0-1 0,2 2 0,2 1 27,0 0-1,0 0 0,1 0 0,-1 0 1,1-1-1,0 0 0,0 0 0,0-1 1,1 1-1,-1-1 0,1-1 0,14 4 1,-4-1-369,0-2 1,0 0 0,1-1-1,19-1 1,3-2-6485</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1:14.953"/>
    </inkml:context>
    <inkml:brush xml:id="br0">
      <inkml:brushProperty name="width" value="0.05" units="cm"/>
      <inkml:brushProperty name="height" value="0.05" units="cm"/>
    </inkml:brush>
  </inkml:definitions>
  <inkml:trace contextRef="#ctx0" brushRef="#br0">369 35 24575,'0'-2'0,"-1"1"0,1-1 0,-1 1 0,1-1 0,-1 1 0,1 0 0,-1-1 0,0 1 0,1 0 0,-1-1 0,0 1 0,0 0 0,0 0 0,0 0 0,0 0 0,0 0 0,0 0 0,-1 0 0,1 0 0,0 0 0,-1 0 0,1 1 0,0-1 0,-1 1 0,1-1 0,-1 1 0,1-1 0,-1 1 0,-1-1 0,-2 0 0,0 0 0,-1 0 0,1 1 0,-1 0 0,1 0 0,-11 1 0,-4 3 0,0 1 0,1 1 0,0 1 0,0 0 0,0 2 0,1 0 0,0 1 0,1 1 0,0 1 0,0 0 0,-19 20 0,31-27 0,0 1 0,0-1 0,1 1 0,0 0 0,0 0 0,0 1 0,1-1 0,0 1 0,0 0 0,1 0 0,0 0 0,0 0 0,-1 11 0,2-13 0,1 0 0,0-1 0,1 1 0,-1 0 0,1 0 0,0 0 0,0 0 0,0-1 0,1 1 0,-1-1 0,1 1 0,1-1 0,-1 1 0,0-1 0,1 0 0,0 0 0,0 0 0,0-1 0,0 1 0,8 5 0,-4-4 38,-1 0 0,1-1 0,0 0 0,0-1 0,0 1 0,0-1 0,1-1 0,8 3 0,3-1-607,0-1 0,22 1 0,0-2-6257</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1:15.407"/>
    </inkml:context>
    <inkml:brush xml:id="br0">
      <inkml:brushProperty name="width" value="0.05" units="cm"/>
      <inkml:brushProperty name="height" value="0.05" units="cm"/>
    </inkml:brush>
  </inkml:definitions>
  <inkml:trace contextRef="#ctx0" brushRef="#br0">2 33 24575,'-1'27'0,"0"-10"0,1 0 0,1 0 0,0 0 0,1 0 0,4 17 0,-5-31 0,0 0 0,0 0 0,0 0 0,0 1 0,1-2 0,-1 1 0,1 0 0,0 0 0,0 0 0,0-1 0,0 1 0,0-1 0,1 0 0,-1 1 0,1-1 0,-1 0 0,1 0 0,0-1 0,0 1 0,0-1 0,0 1 0,0-1 0,0 0 0,0 0 0,0 0 0,0 0 0,1-1 0,-1 0 0,0 1 0,1-1 0,5-1 0,-2 0 0,0 0 0,-1 0 0,1-1 0,0 0 0,-1-1 0,1 0 0,-1 0 0,0 0 0,0 0 0,0-1 0,0 0 0,0-1 0,-1 1 0,0-1 0,0 0 0,0 0 0,4-7 0,1-1 0,-1 0 0,0 0 0,-1-1 0,-1 0 0,0-1 0,7-21 0,-13 32 49,0 0 0,0 0 0,-1 0-1,1-1 1,-1 1 0,0-8 0,0 11-82,0 1 1,0-1 0,0 0 0,0 1 0,0-1-1,0 0 1,-1 1 0,1-1 0,0 0 0,0 1-1,0-1 1,-1 1 0,1-1 0,0 0 0,-1 1-1,1-1 1,-1 1 0,1-1 0,-1 1 0,1-1-1,0 1 1,-1 0 0,0-1 0,1 1 0,-1 0-1,1-1 1,-1 1 0,1 0 0,-1-1 0,0 1-1,1 0 1,-1 0 0,0 0 0,1 0 0,-1 0-1,0-1 1,1 1 0,-1 0 0,0 1 0,1-1-1,-1 0 1,0 0 0,1 0 0,-1 0 0,1 0-1,-1 1 1,0-1 0,1 0 0,-1 1 0,1-1-1,-1 0 1,0 1 0,-9 5-6794</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1:15.733"/>
    </inkml:context>
    <inkml:brush xml:id="br0">
      <inkml:brushProperty name="width" value="0.05" units="cm"/>
      <inkml:brushProperty name="height" value="0.05" units="cm"/>
    </inkml:brush>
  </inkml:definitions>
  <inkml:trace contextRef="#ctx0" brushRef="#br0">173 74 24575,'0'-5'0,"0"-1"0,0 0 0,-1 0 0,1 1 0,-1-1 0,-1 0 0,-2-7 0,4 12 0,-1-1 0,0 1 0,0 0 0,0 0 0,0-1 0,0 1 0,0 0 0,0 0 0,0 0 0,0 0 0,-1 0 0,1 0 0,0 0 0,-1 0 0,1 1 0,0-1 0,-1 0 0,1 1 0,-1 0 0,1-1 0,-1 1 0,1 0 0,-1-1 0,1 1 0,-1 0 0,0 0 0,1 0 0,-1 1 0,1-1 0,-1 0 0,1 0 0,-3 1 0,-4 2 0,0 0 0,1 0 0,-1 0 0,0 1 0,1 0 0,0 0 0,0 1 0,0 0 0,1 0 0,-1 1 0,1 0 0,1 0 0,-1 0 0,1 1 0,-7 11 0,11-16 0,0 0 0,0 0 0,0 0 0,1 0 0,-1 0 0,1 0 0,0 0 0,-1 0 0,1 0 0,0 0 0,0 0 0,0 0 0,0 0 0,1 1 0,-1-1 0,1 0 0,-1 0 0,1 0 0,0 0 0,0 0 0,-1 0 0,1 0 0,1-1 0,-1 1 0,0 0 0,0 0 0,1-1 0,-1 1 0,1-1 0,-1 1 0,1-1 0,0 0 0,2 2 0,6 3 0,-1 0 0,1-1 0,0 0 0,0-1 0,12 4 0,115 27 0,-135-35 0,0 1 0,0 0 0,0-1 0,0 1 0,0 0 0,0 0 0,0 0 0,-1 0 0,1 1 0,0-1 0,-1 0 0,3 3 0,-4-4 0,0 0 0,0 1 0,0-1 0,0 0 0,0 1 0,1-1 0,-1 0 0,0 1 0,0-1 0,0 0 0,0 1 0,0-1 0,0 0 0,0 1 0,0-1 0,0 0 0,0 1 0,0-1 0,0 0 0,-1 1 0,1-1 0,0 0 0,0 1 0,0-1 0,0 0 0,-1 1 0,-13 8 0,-5-3-151,1-1-1,-1-2 0,0 1 0,0-2 1,0-1-1,0 0 0,0-1 1,-26-4-1,22 0-6674</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1:16.062"/>
    </inkml:context>
    <inkml:brush xml:id="br0">
      <inkml:brushProperty name="width" value="0.05" units="cm"/>
      <inkml:brushProperty name="height" value="0.05" units="cm"/>
    </inkml:brush>
  </inkml:definitions>
  <inkml:trace contextRef="#ctx0" brushRef="#br0">0 17 24575,'6'-3'0,"-1"1"0,1-1 0,0 1 0,0 1 0,0-1 0,0 1 0,0 0 0,0 0 0,10 1 0,-14 0 0,0 0 0,1 0 0,-1 0 0,1 1 0,-1-1 0,0 1 0,1 0 0,-1-1 0,0 1 0,0 0 0,0 1 0,1-1 0,-1 0 0,0 0 0,-1 1 0,1-1 0,0 1 0,0 0 0,-1 0 0,1-1 0,-1 1 0,1 0 0,-1 0 0,0 0 0,0 1 0,2 2 0,0 5 0,-1-1 0,0 0 0,0 1 0,-1-1 0,0 1 0,-2 18 0,-9 61 0,1-19 0,8-55 0,1 0 0,0 0 0,1 0 0,1-1 0,0 1 0,5 14 0,-16-100 0,8 61 0,0 0 0,0 0 0,1-1 0,2-18 0,-1 26 0,-1 0 0,1 1 0,0-1 0,0 1 0,0-1 0,0 1 0,0-1 0,0 1 0,1 0 0,-1-1 0,1 1 0,0 0 0,0 0 0,0 0 0,0 0 0,0 1 0,0-1 0,0 0 0,0 1 0,1 0 0,-1-1 0,0 1 0,5-1 0,1-1-124,-1 1 0,1 1 0,0 0 0,0 0 0,0 0 0,-1 1-1,1 0 1,0 0 0,0 1 0,9 2 0,15 5-6702</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1:18.439"/>
    </inkml:context>
    <inkml:brush xml:id="br0">
      <inkml:brushProperty name="width" value="0.05" units="cm"/>
      <inkml:brushProperty name="height" value="0.05" units="cm"/>
    </inkml:brush>
  </inkml:definitions>
  <inkml:trace contextRef="#ctx0" brushRef="#br0">163 113 24575,'6'-7'0,"0"1"0,-1-1 0,0 0 0,-1 0 0,1-1 0,-1 1 0,-1-1 0,1 0 0,3-16 0,-6 23 0,-1 0 0,0 0 0,1 0 0,-1-1 0,0 1 0,0 0 0,0 0 0,0 0 0,0 0 0,0 0 0,-1 0 0,1 0 0,0 0 0,0-1 0,-1 1 0,0-1 0,1 1 0,-1 1 0,1 0 0,0 0 0,-1-1 0,1 1 0,-1 0 0,1-1 0,-1 1 0,1 0 0,0 0 0,-1 0 0,1 0 0,-1 0 0,1-1 0,-1 1 0,1 0 0,-1 0 0,1 0 0,-1 0 0,1 0 0,-1 0 0,1 1 0,-1-1 0,1 0 0,-1 0 0,-3 1 0,1 1 0,0-1 0,0 1 0,-1 0 0,1 0 0,0 0 0,1 0 0,-5 5 0,-12 14 0,1 1 0,2 1 0,0 1 0,1 0 0,2 1 0,0 0 0,2 1 0,1 1 0,1-1 0,1 2 0,-8 52 0,15-72-41,0 0 0,0 0-1,1 0 1,0 0-1,1 1 1,0-1 0,0 0-1,1 0 1,-1 0 0,2 0-1,-1-1 1,1 1-1,1-1 1,-1 1 0,1-1-1,0 0 1,1 0 0,0-1-1,0 1 1,0-1-1,1 0 1,0 0 0,0-1-1,0 0 1,1 0 0,-1 0-1,1-1 1,1 0-1,-1-1 1,0 1 0,1-1-1,9 2 1,15 3-6785</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1:18.765"/>
    </inkml:context>
    <inkml:brush xml:id="br0">
      <inkml:brushProperty name="width" value="0.05" units="cm"/>
      <inkml:brushProperty name="height" value="0.05" units="cm"/>
    </inkml:brush>
  </inkml:definitions>
  <inkml:trace contextRef="#ctx0" brushRef="#br0">69 95 24575,'-9'-19'0,"-1"1"0,-20-29 0,30 46 0,0 1 0,-1-1 0,1 0 0,-1 1 0,1-1 0,-1 0 0,1 1 0,-1-1 0,1 1 0,-1-1 0,1 1 0,-1 0 0,0-1 0,1 1 0,-1-1 0,0 1 0,0 0 0,1 0 0,-1-1 0,0 1 0,1 0 0,-2 0 0,1 0 0,1 0 0,0 1 0,-1-1 0,1 1 0,-1-1 0,1 0 0,0 1 0,-1-1 0,1 1 0,0-1 0,0 1 0,-1-1 0,1 1 0,0-1 0,0 1 0,0-1 0,-1 1 0,1 0 0,0-1 0,0 1 0,0 0 0,2 37 0,4-6 0,1 1 0,1-1 0,2 0 0,22 48 0,-31-78 0,0 0 0,0 0 0,0 0 0,0 0 0,0-1 0,0 1 0,0 0 0,1-1 0,-1 1 0,1 0 0,-1-1 0,1 0 0,0 1 0,-1-1 0,1 0 0,0 0 0,0 0 0,0 0 0,0 0 0,0-1 0,0 1 0,4 0 0,-4-1 0,1-1 0,-1 1 0,1-1 0,-1 0 0,0 0 0,1 0 0,-1 0 0,0 0 0,0 0 0,0 0 0,0-1 0,0 1 0,0-1 0,0 0 0,0 0 0,-1 1 0,1-1 0,-1 0 0,3-3 0,15-21 0,-2-2 0,0 1 0,-1-2 0,-2 0 0,13-39 0,-26 65 0,0 0 0,-1 0 0,1 0 0,-1 0 0,1 0 0,-1 0 0,0 0 0,-1-4 0,1 7 0,0-1 0,0 1 0,0-1 0,0 1 0,0 0 0,-1-1 0,1 1 0,0-1 0,0 1 0,0 0 0,-1-1 0,1 1 0,0 0 0,0-1 0,-1 1 0,1 0 0,0 0 0,-1-1 0,1 1 0,0 0 0,-1 0 0,1-1 0,0 1 0,-1 0 0,0 0 0,0 0 0,0 0 0,0 0 0,0 0 0,0 0 0,1 0 0,-1 1 0,0-1 0,0 0 0,0 1 0,0-1 0,1 0 0,-1 1 0,0-1 0,0 1 0,0 0 0,-13 11-1365,3 1-5461</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1:19.074"/>
    </inkml:context>
    <inkml:brush xml:id="br0">
      <inkml:brushProperty name="width" value="0.05" units="cm"/>
      <inkml:brushProperty name="height" value="0.05" units="cm"/>
    </inkml:brush>
  </inkml:definitions>
  <inkml:trace contextRef="#ctx0" brushRef="#br0">0 174 24575,'0'-4'0,"0"1"0,0-1 0,1 0 0,-1 0 0,1 0 0,0 0 0,0 1 0,1-1 0,-1 0 0,0 1 0,1-1 0,0 1 0,3-5 0,-3 7 0,-1-1 0,0 1 0,1 0 0,-1 0 0,1 0 0,-1 0 0,1 0 0,-1 0 0,1 0 0,0 1 0,-1-1 0,1 0 0,0 1 0,0 0 0,0-1 0,-1 1 0,1 0 0,0 0 0,0 0 0,0 0 0,0 0 0,-1 0 0,1 1 0,0-1 0,0 0 0,0 1 0,-1 0 0,1-1 0,0 1 0,1 1 0,4 2 0,-1 0 0,1 1 0,-1-1 0,-1 1 0,1 0 0,-1 1 0,0-1 0,0 1 0,0 0 0,-1 0 0,0 1 0,0-1 0,-1 1 0,5 10 0,-1 1 0,-1 1 0,0 0 0,-1 1 0,3 25 0,-6-28 0,0 32 0,0-71 0,1 0 0,1 1 0,1 0 0,1 0 0,12-30 0,1 8 0,40-71 0,-54 105 0,-2 3 0,0 0 0,0 1 0,1 0 0,0-1 0,0 1 0,0 0 0,0 1 0,1-1 0,0 1 0,0 0 0,7-5 0,-11 8 8,-1 1 0,1 0 0,-1 0-1,1 0 1,0 0 0,-1-1 0,1 1-1,-1 0 1,1 0 0,-1 0 0,1 0-1,0 0 1,-1 0 0,1 1 0,-1-1-1,1 0 1,-1 0 0,1 0 0,-1 0-1,1 1 1,-1-1 0,1 0 0,-1 1-1,1-1 1,-1 0 0,1 1 0,-1-1-1,1 0 1,-1 1 0,0-1 0,1 1-1,-1-1 1,0 1 0,1-1 0,-1 1 0,0-1-1,0 1 1,0-1 0,1 1 0,-1 0-1,0-1 1,0 1 0,0 0 0,2 26-1715,-4-1-5119</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1:19.461"/>
    </inkml:context>
    <inkml:brush xml:id="br0">
      <inkml:brushProperty name="width" value="0.05" units="cm"/>
      <inkml:brushProperty name="height" value="0.05" units="cm"/>
    </inkml:brush>
  </inkml:definitions>
  <inkml:trace contextRef="#ctx0" brushRef="#br0">1 119 24575,'1'-1'0,"1"-1"0,0 0 0,-1 1 0,1-1 0,0 1 0,0-1 0,0 1 0,0 0 0,0 0 0,0 0 0,1 0 0,-1 0 0,0 0 0,4 0 0,-4 1 0,0 0 0,-1 1 0,1-1 0,-1 0 0,1 1 0,-1 0 0,1-1 0,-1 1 0,1 0 0,-1 0 0,0-1 0,1 1 0,-1 0 0,0 0 0,0 1 0,0-1 0,0 0 0,0 0 0,0 1 0,0-1 0,0 0 0,1 3 0,14 26 0,-1 0 0,-2 1 0,13 44 0,-1-2 0,-2-7 0,-23-66 0,0 0 0,0 0 0,0 0 0,0 0 0,0 0 0,0-1 0,0 1 0,0 0 0,0 0 0,0 0 0,0 0 0,0 0 0,0 0 0,1 0 0,-1 0 0,0 0 0,0 0 0,0 0 0,0 0 0,0 0 0,0 0 0,0 0 0,0 0 0,0 0 0,0 0 0,0 0 0,0 0 0,0 0 0,0 0 0,0 0 0,0 0 0,0 0 0,0 0 0,1 0 0,-1 0 0,0 0 0,0 0 0,0 0 0,0 0 0,0 0 0,0 0 0,0 0 0,0 0 0,0 0 0,0 0 0,0 0 0,0 0 0,0 0 0,0 0 0,0 0 0,2-11 0,-1-16 0,-1-3 0,1-1 0,2 1 0,1 0 0,14-52 0,-14 68 0,1 0 0,0 1 0,0-1 0,2 1 0,0 0 0,0 1 0,1-1 0,0 2 0,1-1 0,1 1 0,20-19 0,-28 28-68,0 1 0,-1-1-1,1 1 1,0 0 0,0 0 0,0 0-1,0 0 1,0 0 0,0 0 0,0 0-1,0 1 1,0-1 0,0 1 0,0 0-1,0-1 1,1 1 0,-1 0-1,0 0 1,4 1 0,9 6-6758</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1:20.869"/>
    </inkml:context>
    <inkml:brush xml:id="br0">
      <inkml:brushProperty name="width" value="0.05" units="cm"/>
      <inkml:brushProperty name="height" value="0.05" units="cm"/>
    </inkml:brush>
  </inkml:definitions>
  <inkml:trace contextRef="#ctx0" brushRef="#br0">34 252 24575,'28'156'0,"-26"-144"0,20 229 0,-24-209 0,2-32 0,0 1 0,-1-1 0,1 1 0,0-1 0,0 0 0,0 1 0,0-1 0,0 0 0,-1 1 0,1-1 0,0 1 0,0-1 0,-1 0 0,1 0 0,0 1 0,-1-1 0,1 0 0,0 1 0,-1-1 0,1 0 0,0 0 0,-1 0 0,0 1 0,1-1 0,-1 0 0,0-1 0,1 1 0,-1 0 0,0 0 0,1-1 0,-1 1 0,1 0 0,-1-1 0,0 1 0,1 0 0,-1-1 0,1 1 0,-1-1 0,1 1 0,0-1 0,-1 1 0,1-1 0,-1 0 0,1 0 0,-6-8 0,0 0 0,1 0 0,1-1 0,0 1 0,0-1 0,1 0 0,-4-17 0,-9-79 0,14 84 0,-4-31 0,4-96 0,4 120 0,1-1 0,1 1 0,2 0 0,16-51 0,-20 75 0,0 0 0,0 0 0,0 0 0,1 0 0,0 1 0,0-1 0,0 1 0,0 0 0,1 0 0,0 0 0,8-7 0,-10 10 0,0-1 0,1 1 0,-1 0 0,1 0 0,0 0 0,-1 0 0,1 0 0,0 1 0,-1-1 0,1 1 0,0 0 0,-1 0 0,1 0 0,0 0 0,0 0 0,-1 1 0,1-1 0,0 1 0,-1-1 0,1 1 0,0 0 0,-1 0 0,1 1 0,-1-1 0,3 2 0,6 4 0,-1 0 0,0 1 0,0 0 0,-1 1 0,0 0 0,0 0 0,-1 1 0,0 0 0,-1 1 0,0 0 0,7 15 0,-9-17 0,-1 1 0,0-1 0,0 1 0,-1 0 0,-1 0 0,0 0 0,0 0 0,-1 1 0,0-1 0,0 0 0,-1 1 0,-1-1 0,0 1 0,-3 13 0,2-18 17,-1 0 0,0 1 0,0-1 1,0 0-1,-1-1 0,1 1 0,-1-1 0,-1 1 0,1-1 0,-1-1 0,0 1 0,0-1 0,0 1 0,-1-1 0,1-1 0,-1 1 0,0-1 0,0 0 1,-8 3-1,2-2-188,-1 0 0,1-1 1,0 0-1,-1-1 0,0 0 1,1-1-1,-1 0 0,0-1 1,-16-2-1,4-2-6655</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1:21.178"/>
    </inkml:context>
    <inkml:brush xml:id="br0">
      <inkml:brushProperty name="width" value="0.05" units="cm"/>
      <inkml:brushProperty name="height" value="0.05" units="cm"/>
    </inkml:brush>
  </inkml:definitions>
  <inkml:trace contextRef="#ctx0" brushRef="#br0">1 15 24575,'1'1'0,"3"3"0,-1 0 0,1 0 0,1 0 0,-1-1 0,0 0 0,1 1 0,0-2 0,0 1 0,0-1 0,5 3 0,2-1 0,16 6 0,-1 0 0,41 24 0,-61-31 0,-1 1 0,0 0 0,0 1 0,0 0 0,0-1 0,-1 2 0,0-1 0,0 1 0,0 0 0,-1 0 0,0 0 0,0 0 0,0 1 0,-1 0 0,4 11 0,-6-16 0,0 1 0,-1-1 0,1 1 0,-1 0 0,0-1 0,0 1 0,0 0 0,0-1 0,-1 1 0,1 0 0,0-1 0,-1 1 0,0-1 0,0 1 0,0-1 0,0 1 0,0-1 0,0 0 0,-1 1 0,1-1 0,-2 2 0,-1 0 0,1-1 0,-1 0 0,1 0 0,-1 0 0,0 0 0,0-1 0,0 0 0,0 0 0,0 0 0,-1 0 0,-6 2 0,4-3 0,1 1 0,-1-1 0,0 0 0,1-1 0,-1 1 0,0-1 0,1-1 0,-9 0 0,12 0 0,-1 1 0,0-1 0,1 0 0,-1-1 0,1 1 0,-1 0 0,1-1 0,0 0 0,0 0 0,0 0 0,0 0 0,0 0 0,0-1 0,-4-3 0,6 4 0,-1 0 0,1-1 0,-1 1 0,1 0 0,0-1 0,0 1 0,0-1 0,0 1 0,0-1 0,1 1 0,-1-1 0,1 0 0,0 1 0,0-1 0,0 1 0,0-5 0,1 2 0,0 1 0,0-1 0,0 1 0,1-1 0,0 1 0,0-1 0,0 1 0,4-7 0,2 0 0,1 0 0,0 1 0,1-1 0,0 2 0,15-12 0,-4 5-227,0 1-1,2 0 1,0 2-1,0 1 1,40-14-1,-24 14-6598</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1:21.961"/>
    </inkml:context>
    <inkml:brush xml:id="br0">
      <inkml:brushProperty name="width" value="0.05" units="cm"/>
      <inkml:brushProperty name="height" value="0.05" units="cm"/>
    </inkml:brush>
  </inkml:definitions>
  <inkml:trace contextRef="#ctx0" brushRef="#br0">92 280 24575,'8'-1'0,"-7"1"0,-3 4 0,-2 2 0,-8 13 0,-38 62 0,44-70 0,1-1 0,1 1 0,0 0 0,0 0 0,1 0 0,-2 14 0,5-23 0,-1 1 0,1-1 0,0 1 0,0-1 0,0 1 0,0-1 0,0 0 0,0 1 0,1-1 0,-1 1 0,1-1 0,0 0 0,-1 0 0,1 1 0,0-1 0,1 0 0,-1 0 0,0 0 0,0 0 0,1 0 0,-1 0 0,1 0 0,0 0 0,0-1 0,-1 1 0,1-1 0,0 1 0,0-1 0,0 0 0,1 0 0,-1 0 0,0 0 0,0 0 0,5 1 0,-2-1 0,0-1 0,0 1 0,0-1 0,0 0 0,0 0 0,0-1 0,0 1 0,0-1 0,0 0 0,0 0 0,-1-1 0,1 0 0,0 0 0,-1 0 0,1 0 0,4-4 0,-4 3 0,0-1 0,0 0 0,-1 0 0,1 0 0,-1 0 0,0-1 0,0 0 0,-1 0 0,1 0 0,-1 0 0,0-1 0,-1 1 0,1-1 0,2-9 0,-4 11 0,0-1 0,-1 0 0,1 0 0,-1 1 0,0-1 0,0 0 0,-1 0 0,1 1 0,-1-1 0,0 0 0,-1 1 0,1-1 0,-1 1 0,0-1 0,0 1 0,0 0 0,0-1 0,-1 1 0,-3-4 0,0 1 0,-1 0 0,1 1 0,-1-1 0,-1 1 0,1 1 0,-1-1 0,-10-4 0,18 10 0,0 0 0,0 0 0,0 0 0,0 0 0,0 0 0,0 0 0,0 0 0,0 0 0,0 0 0,0 0 0,0 0 0,1 0 0,-1 0 0,0 0 0,0 0 0,0 0 0,0 0 0,0 0 0,0 0 0,0 0 0,0 0 0,0 0 0,0-1 0,0 1 0,0 0 0,1 0 0,-1 0 0,0 0 0,0 0 0,0 0 0,0 0 0,0 0 0,0 0 0,0 0 0,0 0 0,0 0 0,0 0 0,0-1 0,0 1 0,0 0 0,0 0 0,0 0 0,0 0 0,0 0 0,0 0 0,0 0 0,0 0 0,0 0 0,0 0 0,0-1 0,0 1 0,0 0 0,0 0 0,0 0 0,0 0 0,0 0 0,0 0 0,0 0 0,0 0 0,0 0 0,-1 0 0,16-2 0,19 3 0,191-11 0,-148 4 0,-70 5 0,38-4 0,-43 5 0,0-1 0,0 1 0,0-1 0,0 1 0,0-1 0,0 0 0,0 0 0,0 0 0,0 0 0,0 0 0,0 0 0,-1-1 0,1 1 0,0-1 0,-1 1 0,3-3 0,-4 3 0,0 1 0,1-1 0,-1 1 0,0 0 0,0-1 0,1 1 0,-1-1 0,0 1 0,0-1 0,0 1 0,0-1 0,0 0 0,0 1 0,1-1 0,-1 1 0,0-1 0,-1 1 0,1-1 0,0 1 0,0-1 0,0 1 0,0-1 0,0 1 0,0-1 0,-1 1 0,1-1 0,0 1 0,0-1 0,-1 1 0,1-1 0,-1 0 0,0 1 0,-1-1 0,1 0 0,0 1 0,0-1 0,0 1 0,0-1 0,0 1 0,-1-1 0,1 1 0,0 0 0,-2 0 0,-2-1 0,1 1 0,-1 0 0,1 0 0,-1 0 0,1 1 0,-7 1 0,0 3 0,0 0 0,0 1 0,1 0 0,0 1 0,0 0 0,1 0 0,0 1 0,0 0 0,1 1 0,0 0 0,0 0 0,1 1 0,0 0 0,1 0 0,0 0 0,1 1 0,0 0 0,0 0 0,1 0 0,-4 24 0,7-32 0,0 1 0,1-1 0,0 1 0,0-1 0,0 1 0,0-1 0,0 0 0,1 1 0,-1-1 0,1 1 0,0-1 0,0 0 0,0 1 0,0-1 0,1 0 0,-1 0 0,1 0 0,0 0 0,0 0 0,0-1 0,0 1 0,4 3 0,-2-3 0,1 0 0,-1-1 0,1 1 0,-1-1 0,1 0 0,0 0 0,0 0 0,0-1 0,0 1 0,0-1 0,0-1 0,0 1 0,0-1 0,7 0 0,-4 0 0,-1 0 0,1-1 0,-1 0 0,1 0 0,-1-1 0,0 0 0,0 0 0,0-1 0,0 0 0,0 0 0,0 0 0,-1-1 0,9-7 0,-7 4 0,0 0 0,-1 0 0,0-1 0,0 0 0,-1 0 0,0-1 0,-1 0 0,8-17 0,-3 0 0,0 0 0,-3-1 0,0 0 0,-1-1 0,-2 0 0,1-36 0,-3 43 0,-1-1 0,-1 0 0,-1 0 0,-1 0 0,-1 1 0,-6-22 0,0 27 0,9 16 0,0-1 0,-1 1 0,1 0 0,0 0 0,0 0 0,-1 0 0,1 0 0,0 0 0,0 0 0,0 0 0,-1 0 0,1 0 0,0 0 0,0 0 0,-1 0 0,1 1 0,0-1 0,0 0 0,0 0 0,-1 0 0,1 0 0,0 0 0,0 0 0,0 0 0,0 1 0,-1-1 0,1 0 0,0 0 0,0 0 0,0 0 0,0 1 0,0-1 0,-1 0 0,1 0 0,0 0 0,0 1 0,0-1 0,0 0 0,0 0 0,-1 4 0,-1 0 0,1 0 0,0 0 0,0 0 0,1 0 0,-1 7 0,1 27 0,2-1 0,1 1 0,2-1 0,2 1 0,1-2 0,2 1 0,2-1 0,1-1 0,22 44 0,-12-41-1365,-3-9-5461</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1:22.102"/>
    </inkml:context>
    <inkml:brush xml:id="br0">
      <inkml:brushProperty name="width" value="0.05" units="cm"/>
      <inkml:brushProperty name="height" value="0.05" units="cm"/>
    </inkml:brush>
  </inkml:definitions>
  <inkml:trace contextRef="#ctx0" brushRef="#br0">11 12 24575,'0'-3'0,"-3"-1"0,-5 0 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1:37.503"/>
    </inkml:context>
    <inkml:brush xml:id="br0">
      <inkml:brushProperty name="width" value="0.05" units="cm"/>
      <inkml:brushProperty name="height" value="0.05" units="cm"/>
    </inkml:brush>
  </inkml:definitions>
  <inkml:trace contextRef="#ctx0" brushRef="#br0">1014 1 24575,'2'3'0,"-5"5"0,-8 7 0,-75 78 0,-22 28 0,32-19-94,5 4-1,5 2 1,-71 160-1,-105 372-645,184-440 303,8 3 0,-33 295 0,68-334 445,7 1 1,7 0-1,31 258 0,12-191-354,-35-205 366,1-1 0,2 1 1,0-2-1,2 0 0,0 0 0,24 34 1,-29-50 40,0 0 0,1-1 0,0 0 0,1 0 0,0 0 0,0-1 0,0-1 0,1 0 0,0 0 0,0 0 0,1-2 0,-1 1 0,1-1 0,0-1 0,1 0 0,-1 0 0,0-1 0,23 1 0,9-1-6811</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1:57.344"/>
    </inkml:context>
    <inkml:brush xml:id="br0">
      <inkml:brushProperty name="width" value="0.05" units="cm"/>
      <inkml:brushProperty name="height" value="0.05" units="cm"/>
      <inkml:brushProperty name="color" value="#FF0066"/>
    </inkml:brush>
  </inkml:definitions>
  <inkml:trace contextRef="#ctx0" brushRef="#br0">1 1 24575,'3'0'0,"1"3"0,0 4 0,2 1 0,1 3 0,1-2 0,0 2 0,2-1 0,-4-3 0,-4 1 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2:04.693"/>
    </inkml:context>
    <inkml:brush xml:id="br0">
      <inkml:brushProperty name="width" value="0.05" units="cm"/>
      <inkml:brushProperty name="height" value="0.05" units="cm"/>
      <inkml:brushProperty name="color" value="#FFC114"/>
    </inkml:brush>
  </inkml:definitions>
  <inkml:trace contextRef="#ctx0" brushRef="#br0">8 1 24575,'-3'0'0,"-1"0"0,3 3 0,2 4 0,7 4 0,5 4 0,4-2 0,2-2 0,-3 0 0,3-2 0,-2 0 0,-1 0 0,0-3 0,-2 1 0,-4 0-8191</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2:09.608"/>
    </inkml:context>
    <inkml:brush xml:id="br0">
      <inkml:brushProperty name="width" value="0.05" units="cm"/>
      <inkml:brushProperty name="height" value="0.05" units="cm"/>
      <inkml:brushProperty name="color" value="#FFC114"/>
    </inkml:brush>
  </inkml:definitions>
  <inkml:trace contextRef="#ctx0" brushRef="#br0">1 261 24575,'0'1'0,"1"0"0,-1 0 0,0 0 0,1-1 0,-1 1 0,1 0 0,0 0 0,-1-1 0,1 1 0,-1 0 0,1-1 0,0 1 0,0 0 0,-1-1 0,1 1 0,0-1 0,0 1 0,0-1 0,0 0 0,-1 1 0,3-1 0,23 9 0,-23-9 0,19 6 0,0-2 0,1-1 0,44 1 0,72-10 0,-80 2 0,996-27-110,569-11-2806,0-25 519,-162 7 1323,-1453 60 1074,1766-61 0,-1 33 0,-1090 27-169,1377 4-751,-1159 17 956,-206-3-11,-344-11 134,651 6 635,-752-12-794,1746 19 0,62 27 173,124 3-244,1322 37-1793,-2352-62 1263,-572-10 2214,-513-13-2482</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2:11.566"/>
    </inkml:context>
    <inkml:brush xml:id="br0">
      <inkml:brushProperty name="width" value="0.05" units="cm"/>
      <inkml:brushProperty name="height" value="0.05" units="cm"/>
      <inkml:brushProperty name="color" value="#FFC114"/>
    </inkml:brush>
  </inkml:definitions>
  <inkml:trace contextRef="#ctx0" brushRef="#br0">1 536 24575,'6'0'0,"0"1"0,0 1 0,0-1 0,0 1 0,-1 0 0,1 0 0,0 1 0,8 5 0,27 10 0,5-8 0,1-3 0,0-2 0,52 0 0,-61-4 0,687-17-858,-546 6 762,2800-92-5732,-1994 75 4764,34-4 928,1012-27-568,0 31 249,-1611 27 442,2464-25-276,-221-92 1121,-1329 56 2289,-768 37-2275,349-3-846,196-9 0,523-6 1256,241 92-1303,-712-9 23,-1023-38 24,2185 35-57,-2317-38 48,329-5 235,-5-24 913,-311 25-7170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2:14.095"/>
    </inkml:context>
    <inkml:brush xml:id="br0">
      <inkml:brushProperty name="width" value="0.05" units="cm"/>
      <inkml:brushProperty name="height" value="0.05" units="cm"/>
      <inkml:brushProperty name="color" value="#FFC114"/>
    </inkml:brush>
  </inkml:definitions>
  <inkml:trace contextRef="#ctx0" brushRef="#br0">0 96 24575,'281'16'0,"-85"-3"0,731 21-992,2-31 0,-158-24 455,582-7-715,975 54 1252,-859-25-1090,-1154-8 1093,975-13 26,-549 11-29,-38 0 0,513-2 0,-166-8 0,-161 10 0,284-8 0,50-16 0,-1209 33 0,1456-5 0,-836 7 0,814 20 0,-602-6-31,724 27 302,-693 28 2047,-298-38-45,-573-33-3638</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2:16.236"/>
    </inkml:context>
    <inkml:brush xml:id="br0">
      <inkml:brushProperty name="width" value="0.05" units="cm"/>
      <inkml:brushProperty name="height" value="0.05" units="cm"/>
      <inkml:brushProperty name="color" value="#FFC114"/>
    </inkml:brush>
  </inkml:definitions>
  <inkml:trace contextRef="#ctx0" brushRef="#br0">737 265 24575,'5'-5'0,"0"-1"0,-1 0 0,0 0 0,0 0 0,-1 0 0,1 0 0,-1-1 0,-1 0 0,1 1 0,-1-1 0,2-9 0,-3 7 0,1 0 0,-1 0 0,0-1 0,-1 1 0,0 0 0,-1 0 0,0 0 0,-2-13 0,1 17 0,1 1 0,-1-1 0,1 1 0,-1 0 0,0 0 0,-1-1 0,1 1 0,-1 1 0,0-1 0,0 0 0,0 1 0,0-1 0,-1 1 0,-7-6 0,6 6 0,-1 0 0,1 1 0,-1-1 0,0 1 0,0 0 0,0 1 0,0-1 0,0 1 0,0 0 0,-8 0 0,-3 2 0,0 0 0,-1 0 0,1 2 0,0 0 0,0 1 0,0 1 0,-19 8 0,-5 6 0,1 0 0,1 3 0,1 2 0,1 1 0,2 1 0,0 2 0,2 2 0,1 1 0,-36 44 0,55-57 0,0-1 0,1 2 0,0 0 0,2 0 0,0 1 0,1 0 0,2 1 0,-8 25 0,13-37 0,0 0 0,1 0 0,0 0 0,0 0 0,1 1 0,0-1 0,0 0 0,1 0 0,0 0 0,1 0 0,0 0 0,0 0 0,1 0 0,0-1 0,1 1 0,0-1 0,0 0 0,1 0 0,0 0 0,0-1 0,1 0 0,7 8 0,-1-4 0,1-1 0,0-1 0,0 0 0,1-1 0,0 0 0,1-1 0,0-1 0,0 0 0,0-1 0,29 6 0,-6-5 0,1 0 0,0-3 0,52-2 0,-57-2 0,-1-1 0,0-2 0,0-1 0,-1-2 0,1-1 0,-1-2 0,41-18 0,-58 21 0,-1-1 0,0 0 0,0-1 0,-1-1 0,0 0 0,-1 0 0,15-17 0,-20 18 0,1-1 0,-1 0 0,-1 0 0,0-1 0,0 1 0,-1-1 0,0-1 0,-1 1 0,0-1 0,3-21 0,-6 28 0,-1 0 0,1-1 0,-1 1 0,-1 0 0,1-1 0,-1 1 0,0 0 0,0-1 0,0 1 0,-1 0 0,0 0 0,0 0 0,0 0 0,0 0 0,-1 1 0,-3-5 0,4 6 0,0 0 0,0 1 0,0 0 0,-1-1 0,1 1 0,-1 0 0,1 0 0,-1 1 0,0-1 0,0 0 0,1 1 0,-1-1 0,0 1 0,-1 0 0,1 0 0,0 1 0,0-1 0,0 0 0,0 1 0,-1 0 0,1 0 0,0 0 0,0 0 0,0 0 0,-1 1 0,1-1 0,-6 3 0,4-1 0,1 0 0,-1 1 0,1-1 0,-1 1 0,1 0 0,0 1 0,0-1 0,0 1 0,1-1 0,-1 1 0,1 0 0,0 0 0,0 1 0,0-1 0,1 1 0,-1-1 0,1 1 0,0 0 0,0 0 0,1 0 0,0 0 0,-1 6 0,-1 0 0,2 1 0,0-1 0,0 0 0,1 1 0,0-1 0,1 1 0,0-1 0,1 1 0,3 11 0,-2-15 0,1 0 0,-1 0 0,1 0 0,1-1 0,-1 0 0,1 0 0,1 0 0,-1-1 0,1 1 0,0-1 0,1-1 0,-1 1 0,1-1 0,0 0 0,0-1 0,1 1 0,10 3 0,-10-4 0,1-1 0,-1 0 0,1 0 0,0-1 0,0 0 0,0 0 0,0-1 0,0-1 0,0 1 0,1-1 0,-1-1 0,0 0 0,0 0 0,0-1 0,0 0 0,9-4 0,-13 5 0,-1-1 0,1 0 0,-1-1 0,0 1 0,0-1 0,0 0 0,-1 0 0,1 0 0,0 0 0,-1-1 0,0 1 0,0-1 0,0 0 0,0 0 0,-1 0 0,0 0 0,0-1 0,0 1 0,0 0 0,0-1 0,-1 0 0,0 1 0,0-1 0,0 0 0,-1 0 0,1 1 0,-1-1 0,0 0 0,-1 0 0,1 1 0,-1-1 0,-1-5 0,0 1 0,0 1 0,-1-1 0,0 0 0,-1 1 0,0-1 0,0 1 0,0 0 0,-1 1 0,0-1 0,-1 1 0,0 0 0,0 0 0,0 1 0,-1-1 0,0 1 0,-9-5 0,10 7 0,0 1 0,0 1 0,0-1 0,0 1 0,0 0 0,0 0 0,-1 1 0,1 0 0,-1 0 0,-10 0 0,14 1 0,1 0 0,0 0 0,0 1 0,-1-1 0,1 0 0,0 1 0,0 0 0,0-1 0,0 1 0,0 0 0,0 0 0,0 0 0,0 0 0,0 0 0,0 1 0,1-1 0,-1 1 0,0-1 0,1 1 0,-1-1 0,1 1 0,0 0 0,-1 0 0,1 0 0,0 0 0,0 0 0,0 0 0,1 0 0,-1 0 0,0 0 0,1 0 0,-1 0 0,1 1 0,-1 2 0,1-3 0,1 0 0,-1 1 0,0-1 0,0 0 0,1 1 0,-1-1 0,1 0 0,0 0 0,-1 0 0,1 0 0,0 0 0,1 0 0,-1 0 0,0 0 0,0 0 0,1 0 0,-1 0 0,1-1 0,0 1 0,-1-1 0,1 1 0,0-1 0,0 0 0,0 1 0,0-1 0,0 0 0,0 0 0,0 0 0,0-1 0,1 1 0,2 0 0,6 2 0,0-1 0,-1 0 0,1-1 0,0 0 0,14-1 0,-14-1 0,0 0 0,0-1 0,0 0 0,-1-1 0,1 0 0,-1-1 0,12-5 0,66-40 0,-61 32 0,-24 15 0,0 0 0,0 0 0,0 1 0,1-1 0,-1 1 0,0-1 0,1 1 0,-1 1 0,1-1 0,-1 0 0,1 1 0,0-1 0,-1 1 0,1 0 0,6 1 0,-7 0 0,0 0 0,-1 1 0,1-1 0,-1 0 0,1 1 0,-1 0 0,1-1 0,-1 1 0,0 0 0,0 0 0,0 0 0,0 1 0,0-1 0,0 0 0,-1 1 0,1-1 0,-1 1 0,0-1 0,2 6 0,7 23 0,-9-26 0,0 0 0,0 0 0,0 0 0,1 0 0,0 0 0,0-1 0,0 1 0,1-1 0,0 1 0,4 5 0,-6-9 0,0-1 0,0 1 0,1-1 0,-1 1 0,0-1 0,0 1 0,0-1 0,1 0 0,-1 1 0,0-1 0,1 0 0,-1 0 0,0 0 0,0 0 0,1 0 0,-1-1 0,0 1 0,0 0 0,1-1 0,-1 1 0,0 0 0,0-1 0,0 1 0,2-2 0,30-20 0,-26 17 0,45-36 0,-32 24 0,1 0 0,1 2 0,1 0 0,31-14 0,-52 28 0,1 0 0,-1 0 0,0 0 0,0 0 0,1 1 0,-1-1 0,1 1 0,-1 0 0,0-1 0,1 1 0,-1 0 0,1 0 0,-1 1 0,5 0 0,-6 0 0,1 0 0,-1-1 0,0 1 0,1 0 0,-1 0 0,0 0 0,0 1 0,0-1 0,0 0 0,0 0 0,0 0 0,0 1 0,0-1 0,-1 1 0,1-1 0,0 0 0,-1 1 0,1-1 0,-1 1 0,0 0 0,1-1 0,-1 3 0,1 7 0,-1 0 0,0 0 0,-1 0 0,0-1 0,-1 1 0,0 0 0,0-1 0,-8 20 0,-3 14 0,12-43 0,1 0 0,0 0 0,-1 1 0,1-1 0,0 0 0,0 0 0,0 1 0,0-1 0,0 0 0,0 1 0,0-1 0,0 0 0,0 0 0,1 1 0,-1-1 0,0 0 0,1 0 0,-1 0 0,1 1 0,0-1 0,-1 0 0,2 1 0,-2-2 0,1 0 0,0 1 0,0-1 0,0 0 0,0 0 0,0 0 0,0 0 0,0 0 0,-1 0 0,1 0 0,0 0 0,0 0 0,0 0 0,0 0 0,0-1 0,0 1 0,-1 0 0,1-1 0,0 1 0,0 0 0,0-1 0,-1 1 0,1-1 0,0 1 0,-1-1 0,1 0 0,0 1 0,-1-1 0,1 0 0,-1 1 0,1-2 0,9-10 0,0 0 0,14-25 0,-15 22 0,0 1 0,2 0 0,14-17 0,-22 28 0,0 0 0,0 1 0,0-1 0,0 1 0,1 0 0,-1 0 0,0 0 0,1 0 0,0 0 0,-1 1 0,1-1 0,0 1 0,0 0 0,0 1 0,0-1 0,0 0 0,-1 1 0,1 0 0,5 0 0,-4 2 0,0-1 0,1 1 0,-1 0 0,0 0 0,-1 0 0,1 1 0,0-1 0,-1 1 0,1 0 0,-1 1 0,0-1 0,0 1 0,0 0 0,-1 0 0,1 0 0,4 8 0,2 3 0,-1 0 0,-1 0 0,12 30 0,-13-24 0,-6-16 0,0-1 0,0 1 0,1 0 0,-1-1 0,1 1 0,0-1 0,1 0 0,-1 1 0,1-1 0,0 0 0,4 4 0,-7-8 0,1 1 0,-1-1 0,1 0 0,-1 0 0,1 0 0,-1 0 0,1 0 0,-1 0 0,1 0 0,-1 0 0,1 0 0,-1 0 0,1 0 0,-1 0 0,1 0 0,-1 0 0,1 0 0,-1 0 0,1 0 0,-1-1 0,1 1 0,-1 0 0,0 0 0,1-1 0,-1 1 0,1 0 0,-1-1 0,0 1 0,1 0 0,-1-1 0,0 1 0,1-1 0,-1 1 0,0-1 0,1 1 0,-1 0 0,0-1 0,11-23 0,-8 18 0,6-17 0,2 0 0,1 0 0,0 1 0,2 1 0,29-36 0,-43 57 0,1-1 0,-1 0 0,1 1 0,-1-1 0,1 1 0,-1-1 0,1 1 0,-1-1 0,1 1 0,-1-1 0,1 1 0,0-1 0,-1 1 0,1 0 0,0-1 0,0 1 0,-1 0 0,1 0 0,0 0 0,0-1 0,-1 1 0,1 0 0,0 0 0,0 0 0,-1 0 0,1 0 0,1 1 0,-1-1 0,0 1 0,-1 0 0,1 0 0,0 0 0,-1 0 0,1 0 0,-1-1 0,1 1 0,-1 0 0,1 0 0,-1 0 0,0 0 0,0 0 0,1 1 0,-1-1 0,0 2 0,1 7 0,-1 0 0,-2 20 0,-34 169 0,-3 34 0,40-294 0,-15-115 0,2 50 0,10 101 0,-4-144 0,7 150 0,0 1 0,2-1 0,0 1 0,1 0 0,0 0 0,14-33 0,-16 46 0,1 0 0,-1 1 0,1-1 0,0 1 0,0-1 0,0 1 0,1 0 0,0 0 0,-1 1 0,1-1 0,1 1 0,-1 0 0,0 0 0,1 0 0,0 0 0,8-3 0,-9 5 0,0 0 0,1 0 0,-1 1 0,0-1 0,1 1 0,-1 0 0,1 0 0,-1 0 0,1 1 0,-1-1 0,0 1 0,1 0 0,-1 1 0,0-1 0,0 1 0,0 0 0,0-1 0,0 2 0,0-1 0,4 3 0,-2 0 0,1 1 0,-1-1 0,0 1 0,0 0 0,-1 1 0,0-1 0,0 1 0,0 0 0,-1 0 0,0 1 0,-1-1 0,1 1 0,-1 0 0,-1 0 0,0 0 0,0 0 0,0 0 0,-1 1 0,0-1 0,-1 0 0,-1 16 0,0-14 0,0 1 0,-1-1 0,0 0 0,0 0 0,-1 0 0,-1 0 0,0-1 0,0 1 0,-1-1 0,0 0 0,0 0 0,-1-1 0,0 1 0,-1-1 0,0-1 0,0 1 0,-11 8 0,-16 7-1365,2-5-5461</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2:16.360"/>
    </inkml:context>
    <inkml:brush xml:id="br0">
      <inkml:brushProperty name="width" value="0.05" units="cm"/>
      <inkml:brushProperty name="height" value="0.05" units="cm"/>
      <inkml:brushProperty name="color" value="#FFC114"/>
    </inkml:brush>
  </inkml:definitions>
  <inkml:trace contextRef="#ctx0" brushRef="#br0">1 0 24575,'3'3'0,"4"1"0,5 4 0,-1-1-8191</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2:20.693"/>
    </inkml:context>
    <inkml:brush xml:id="br0">
      <inkml:brushProperty name="width" value="0.05" units="cm"/>
      <inkml:brushProperty name="height" value="0.05" units="cm"/>
      <inkml:brushProperty name="color" value="#FFC114"/>
    </inkml:brush>
  </inkml:definitions>
  <inkml:trace contextRef="#ctx0" brushRef="#br0">530 150 24575,'0'1'0,"1"0"0,0 0 0,0 0 0,0 0 0,0 0 0,0 0 0,0 0 0,0-1 0,0 1 0,0 0 0,0-1 0,1 1 0,-1 0 0,0-1 0,0 0 0,1 1 0,-1-1 0,0 0 0,0 0 0,1 1 0,-1-1 0,0 0 0,1 0 0,-1-1 0,0 1 0,1 0 0,-1 0 0,0-1 0,1 1 0,-1 0 0,0-1 0,0 1 0,0-1 0,1 0 0,-1 1 0,0-1 0,0 0 0,0 0 0,1-1 0,1-1 0,0 0 0,-1-1 0,0 1 0,1 0 0,-1-1 0,0 0 0,-1 1 0,1-1 0,-1 0 0,0 0 0,2-6 0,-2 2 0,0 0 0,0 0 0,-1 0 0,0 0 0,0 0 0,-3-15 0,3 21 0,0 1 0,-1-1 0,1 0 0,-1 1 0,0-1 0,1 1 0,-1-1 0,0 1 0,0-1 0,0 1 0,0-1 0,0 1 0,0 0 0,0 0 0,0-1 0,-1 1 0,1 0 0,-1 0 0,1 0 0,0 0 0,-1 1 0,1-1 0,-1 0 0,0 1 0,1-1 0,-1 1 0,0-1 0,1 1 0,-1 0 0,0 0 0,1 0 0,-1 0 0,0 0 0,1 0 0,-1 0 0,0 0 0,0 1 0,-2 0 0,-6 2 0,0 0 0,1 1 0,-1 0 0,1 0 0,0 1 0,1 0 0,-11 9 0,-55 48 0,59-48 0,-34 32 0,2 1 0,2 3 0,-61 89 0,88-114 0,2 2 0,1 0 0,1 1 0,1 1 0,2 0 0,1 0 0,1 1 0,1 0 0,2 1 0,-2 31 0,7-47 0,1-1 0,0 1 0,1 0 0,1 0 0,0-1 0,1 1 0,1-1 0,0 0 0,1 0 0,0 0 0,1 0 0,1-1 0,0 0 0,1 0 0,0-1 0,1 0 0,0-1 0,1 0 0,1 0 0,-1-1 0,1 0 0,1-1 0,0 0 0,0-1 0,1 0 0,23 9 0,-19-10 0,0 0 0,1-2 0,-1 0 0,1-1 0,1 0 0,-1-2 0,0 0 0,1-1 0,-1-1 0,1-1 0,-1 0 0,1-2 0,-1 0 0,0-1 0,0 0 0,0-2 0,-1 0 0,0-1 0,0-1 0,-1 0 0,0-1 0,0-1 0,-1-1 0,25-21 0,-20 12 0,-1 0 0,0-1 0,-2 0 0,0-2 0,-2 0 0,0-1 0,-2 0 0,0-2 0,-2 1 0,-1-1 0,7-28 0,-16 49 0,0 0 0,0-1 0,-1 1 0,1 0 0,-1 0 0,0-1 0,-2-5 0,2 10 0,0 0 0,0 0 0,0 0 0,-1 0 0,1 0 0,0 1 0,-1-1 0,1 0 0,-1 0 0,1 0 0,-1 1 0,1-1 0,-1 0 0,0 1 0,1-1 0,-1 0 0,0 1 0,1-1 0,-1 1 0,0-1 0,0 1 0,0 0 0,1-1 0,-1 1 0,0 0 0,0-1 0,0 1 0,0 0 0,0 0 0,0 0 0,1 0 0,-1 0 0,0 0 0,0 0 0,0 0 0,0 0 0,0 0 0,0 0 0,0 1 0,0-1 0,1 0 0,-1 0 0,0 1 0,0-1 0,0 1 0,1-1 0,-2 2 0,-4 1 0,-1 1 0,1 0 0,0 0 0,0 1 0,1 0 0,0 0 0,0 0 0,0 1 0,-6 9 0,-1 1 0,2 1 0,-12 24 0,16-28 0,1-1 0,0 0 0,1 1 0,1 0 0,-1 0 0,2 0 0,0 0 0,1 1 0,0 13 0,1-22 0,0 1 0,1 0 0,0-1 0,1 1 0,-1-1 0,1 1 0,0-1 0,0 0 0,0 0 0,1 0 0,0 0 0,0 0 0,0 0 0,1-1 0,-1 1 0,1-1 0,0 0 0,1-1 0,-1 1 0,1 0 0,-1-1 0,1 0 0,9 4 0,-6-3 0,0-1 0,0 0 0,1-1 0,-1 0 0,1 0 0,-1 0 0,1-1 0,0-1 0,-1 1 0,1-2 0,0 1 0,-1-1 0,1 0 0,0-1 0,-1 0 0,0 0 0,1-1 0,-1 0 0,13-7 0,-14 6 0,0 0 0,0 0 0,-1-1 0,1 0 0,-1-1 0,0 1 0,0-1 0,-1 0 0,0-1 0,0 1 0,0-1 0,-1 0 0,0 0 0,0 0 0,-1-1 0,0 1 0,0-1 0,-1 0 0,0 0 0,0 0 0,0-9 0,-2 12 0,0 0 0,0 1 0,0-1 0,-1 0 0,0 0 0,0 0 0,0 1 0,-1-1 0,1 0 0,-1 1 0,0-1 0,-1 1 0,1 0 0,-1 0 0,1 0 0,-1 0 0,-1 0 0,1 1 0,0-1 0,-1 1 0,0 0 0,0 0 0,0 0 0,0 0 0,0 1 0,0 0 0,-7-3 0,5 2 0,-1 1 0,0-1 0,0 2 0,0-1 0,0 0 0,0 1 0,0 1 0,0-1 0,0 1 0,0 0 0,-1 1 0,1 0 0,0 0 0,0 0 0,0 1 0,1 0 0,-1 0 0,-8 5 0,13-6 0,0 0 0,0 0 0,0 0 0,1 1 0,-1-1 0,0 0 0,1 1 0,-1 0 0,1-1 0,0 1 0,0 0 0,-1 0 0,1 0 0,0-1 0,0 1 0,1 0 0,-1 0 0,0 1 0,1-1 0,-1 0 0,1 0 0,0 0 0,0 0 0,-1 0 0,1 1 0,1-1 0,-1 0 0,0 0 0,0 0 0,1 0 0,0 0 0,-1 0 0,1 0 0,0 0 0,0 0 0,0 0 0,0 0 0,0 0 0,0 0 0,1 0 0,-1-1 0,1 1 0,-1-1 0,1 1 0,-1-1 0,1 0 0,0 1 0,0-1 0,0 0 0,0 0 0,0 0 0,0 0 0,0-1 0,0 1 0,0-1 0,0 1 0,0-1 0,0 1 0,0-1 0,1 0 0,1 0 0,3-1 0,0 0 0,-1-1 0,1 1 0,0-1 0,-1-1 0,0 1 0,1-1 0,-1 0 0,8-5 0,8-8 0,21-17 0,-23 17 0,-9 7 0,50-35 0,-55 40 0,0 1 0,0 0 0,0 0 0,1 0 0,-1 0 0,1 1 0,0 0 0,9-1 0,-14 3 0,0 0 0,1 0 0,-1 0 0,1 0 0,-1 0 0,0 1 0,1-1 0,-1 1 0,0-1 0,0 1 0,1 0 0,-1 0 0,0 0 0,0 0 0,0 0 0,0 1 0,0-1 0,2 3 0,-1-1 0,0 0 0,-1 0 0,1 1 0,-1-1 0,0 1 0,0-1 0,0 1 0,-1 0 0,3 7 0,-1 6 0,0-1 0,-1 1 0,-1-1 0,0 18 0,-1-34 0,-1 20 0,0-16 0,1 0 0,-1 1 0,1-1 0,0 1 0,0-1 0,1 1 0,-1-1 0,1 1 0,0-1 0,0 0 0,4 8 0,-5-12 0,1 1 0,0-1 0,-1 1 0,1-1 0,0 0 0,-1 0 0,1 1 0,0-1 0,-1 0 0,1 0 0,0 0 0,0 0 0,-1 0 0,1 0 0,0 0 0,0 0 0,-1 0 0,1 0 0,0 0 0,-1 0 0,1-1 0,0 1 0,0 0 0,-1 0 0,1-1 0,1 0 0,23-13 0,-17 9 0,16-7 0,0 1 0,0 2 0,1 0 0,27-6 0,-38 12 0,0 1 0,0 0 0,0 1 0,0 0 0,0 1 0,0 0 0,0 2 0,-1-1 0,21 6 0,-25-3 0,0-1 0,0 1 0,9 6 0,-10-5 0,-1-1 0,1-1 0,0 1 0,9 2 0,-14-5 0,0-1 0,1 1 0,-1-1 0,0 0 0,0 0 0,0 0 0,0 0 0,0-1 0,0 1 0,0-1 0,0 1 0,0-1 0,0 0 0,0 0 0,4-3 0,5-4 0,-1 0 0,-1 0 0,1-1 0,-1 0 0,-1-1 0,0 0 0,0-1 0,-1 0 0,-1 0 0,0 0 0,0-1 0,-1 0 0,0-1 0,-1 1 0,-1-1 0,5-24 0,-8 32 0,-1-1 0,0 0 0,0 1 0,0-1 0,-1 0 0,0 1 0,0-1 0,0 1 0,-1-1 0,0 1 0,0 0 0,0 0 0,-1 0 0,-3-6 0,5 9 0,-1 0 0,1 0 0,0 0 0,-1 0 0,0 0 0,1 1 0,-1-1 0,0 1 0,0-1 0,1 1 0,-1 0 0,0 0 0,-1 0 0,1 0 0,0 0 0,0 0 0,0 0 0,0 1 0,-1-1 0,1 1 0,0-1 0,-1 1 0,1 0 0,0 0 0,-1 0 0,1 1 0,0-1 0,-1 0 0,1 1 0,0-1 0,0 1 0,-1 0 0,1 0 0,0 0 0,0 0 0,-3 2 0,1 0 0,1-1 0,0 0 0,0 1 0,1 0 0,-1-1 0,0 1 0,1 0 0,0 1 0,0-1 0,0 0 0,0 1 0,0-1 0,0 1 0,1-1 0,0 1 0,0 0 0,0 0 0,0-1 0,1 1 0,-1 0 0,1 0 0,0 0 0,0 0 0,0 0 0,1-1 0,-1 1 0,1 0 0,1 4 0,1 3 0,1 1 0,0-1 0,0-1 0,1 1 0,0 0 0,1-1 0,0 0 0,10 11 0,1-3 0,0-1 0,1-1 0,1-1 0,42 27 0,26 21 0,-86-62 0,0-1 0,0 1 0,0 0 0,0 0 0,0 0 0,0 0 0,0 0 0,0 0 0,-1 0 0,1 1 0,0-1 0,-1 0 0,1 0 0,-1 1 0,1-1 0,-1 3 0,0-4 0,0 1 0,0 0 0,0-1 0,0 1 0,0 0 0,-1 0 0,1-1 0,0 1 0,-1 0 0,1-1 0,0 1 0,-1 0 0,1-1 0,-1 1 0,1-1 0,-1 1 0,1-1 0,-1 1 0,0-1 0,1 1 0,-2 0 0,-3 1 0,0 0 0,0 0 0,0 0 0,0 0 0,-1-1 0,-9 1 0,-23 3 171,-70-1 0,89-4-456,1-1 1,-1-2-1,0 0 1,1 0-1,-32-12 1,24 3-6542</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2:21.003"/>
    </inkml:context>
    <inkml:brush xml:id="br0">
      <inkml:brushProperty name="width" value="0.05" units="cm"/>
      <inkml:brushProperty name="height" value="0.05" units="cm"/>
      <inkml:brushProperty name="color" value="#FFC114"/>
    </inkml:brush>
  </inkml:definitions>
  <inkml:trace contextRef="#ctx0" brushRef="#br0">0 18 24575,'18'-1'0,"-14"0"0,0 0 0,1 1 0,-1 0 0,0 0 0,0 0 0,0 0 0,1 1 0,-1-1 0,0 1 0,7 3 0,-11-2 0,1-1 0,-1 1 0,0 0 0,0 0 0,0-1 0,0 1 0,-1 0 0,1 0 0,0-1 0,-1 1 0,1 0 0,-1-1 0,0 1 0,-1 2 0,0 3 0,0 4 0,0 0 0,1 0 0,0 0 0,1 0 0,1 0 0,-1 0 0,2 0 0,0 0 0,0-1 0,1 1 0,7 18 0,-5-16 0,0-2 0,1 1 0,1 0 0,0-1 0,0 0 0,1-1 0,1 0 0,-1 0 0,17 13 0,-23-21 0,0 0 0,1 0 0,-1 0 0,1-1 0,-1 1 0,1-1 0,0 0 0,-1 1 0,1-1 0,0 0 0,0-1 0,0 1 0,0 0 0,0-1 0,0 0 0,0 0 0,0 0 0,0 0 0,0 0 0,0 0 0,0-1 0,-1 0 0,1 1 0,5-3 0,-3 0 0,0 0 0,1 0 0,-1-1 0,-1 0 0,1 0 0,0 0 0,-1 0 0,0-1 0,0 0 0,0 0 0,3-5 0,4-10-124,-1 0 0,0-1 0,-1 0 0,-2 0 0,0-1 0,-1 0-1,-1 0 1,-1 0 0,-1-1 0,-1-35 0,-1 42-6702</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2:21.831"/>
    </inkml:context>
    <inkml:brush xml:id="br0">
      <inkml:brushProperty name="width" value="0.05" units="cm"/>
      <inkml:brushProperty name="height" value="0.05" units="cm"/>
      <inkml:brushProperty name="color" value="#FFC114"/>
    </inkml:brush>
  </inkml:definitions>
  <inkml:trace contextRef="#ctx0" brushRef="#br0">32 236 24575,'-1'-4'0,"0"-1"0,0 1 0,-1 0 0,0 0 0,1 0 0,-1 0 0,-1 0 0,-3-5 0,-6-13 0,57 84 0,-36-48 0,-1 1 0,0 0 0,-1 0 0,0 0 0,-1 1 0,-1 0 0,-1 1 0,4 22 0,-8-48 0,0 0 0,1-1 0,0 1 0,1 0 0,0 0 0,0 0 0,1 0 0,0 0 0,1 0 0,5-10 0,-2 6 0,1 1 0,0-1 0,1 1 0,0 1 0,1-1 0,16-14 0,-24 24 0,0 0 0,1 1 0,-1-1 0,0 0 0,1 1 0,-1-1 0,1 1 0,0 0 0,-1 0 0,1 0 0,0 0 0,4 0 0,-6 1 0,0 0 0,0 0 0,0 0 0,0 1 0,0-1 0,0 0 0,0 1 0,0-1 0,0 1 0,0-1 0,0 1 0,0-1 0,0 1 0,0 0 0,0-1 0,0 1 0,-1 0 0,1 0 0,0 0 0,-1-1 0,1 1 0,0 0 0,-1 0 0,1 0 0,-1 0 0,0 0 0,1 0 0,-1 0 0,0 0 0,1 0 0,-1 0 0,0 1 0,0-1 0,0 0 0,0 1 0,1 30 0,-1-22 0,0 1 0,0-1 0,1 0 0,4 17 0,-5-25 0,1-1 0,-1 1 0,1-1 0,0 1 0,-1-1 0,1 1 0,0-1 0,0 1 0,0-1 0,0 0 0,0 1 0,0-1 0,0 0 0,0 0 0,1 0 0,-1 0 0,0 0 0,1 0 0,-1 0 0,1 0 0,-1 0 0,1-1 0,-1 1 0,1-1 0,-1 1 0,1-1 0,0 0 0,-1 1 0,1-1 0,0 0 0,-1 0 0,1 0 0,3-1 0,4-1 0,-1 0 0,1-1 0,-1 0 0,1 0 0,-1-1 0,0 0 0,0 0 0,-1-1 0,1 0 0,8-8 0,36-21 0,-47 32 0,1-1 0,0 1 0,0 0 0,0 1 0,0-1 0,0 1 0,0 1 0,0-1 0,0 1 0,1 0 0,5 1 0,-9-1 0,0 0 0,1 1 0,-1-1 0,0 1 0,0 0 0,0 0 0,0 1 0,0-1 0,0 0 0,0 1 0,-1 0 0,1 0 0,0 0 0,-1 0 0,1 0 0,-1 0 0,0 1 0,0-1 0,0 1 0,0-1 0,0 1 0,1 3 0,6 19 0,-2-1 0,-1 1 0,-1 0 0,-1 0 0,1 38 0,-1-13 0,5 6 0,-5-32 0,2 41 0,-6-65 0,0 0 0,0 0 0,0 0 0,0 0 0,0 0 0,0 0 0,0 0 0,0 0 0,0 0 0,0 0 0,0 0 0,0 0 0,0 0 0,0 0 0,-1 0 0,1 0 0,0 0 0,0 0 0,0 0 0,0 0 0,0 0 0,0 0 0,0 0 0,0 0 0,0 0 0,0 0 0,0 0 0,0 0 0,-1 0 0,1 0 0,0 0 0,0 0 0,0 0 0,0 0 0,0 0 0,0 0 0,0 0 0,0 0 0,0 0 0,0 0 0,0 0 0,0 0 0,0 0 0,0 0 0,-1 0 0,1 0 0,0 0 0,0 0 0,0 1 0,0-1 0,0 0 0,0 0 0,0 0 0,0 0 0,0 0 0,0 0 0,0 0 0,0 0 0,0 0 0,0 0 0,0 0 0,0 0 0,0 1 0,0-1 0,0 0 0,0 0 0,0 0 0,-7-9 0,-6-12 0,0-9 0,1-1 0,1 1 0,1-2 0,-6-39 0,7 12 0,-3-87 0,11 120 0,6-48 0,-4 63 0,1-1 0,1 0 0,0 1 0,1-1 0,0 1 0,7-14 0,-10 23 0,0 0 0,-1 0 0,1 0 0,0 1 0,1-1 0,-1 0 0,0 0 0,0 1 0,1-1 0,-1 1 0,1-1 0,-1 1 0,1 0 0,0 0 0,0-1 0,-1 1 0,1 0 0,0 0 0,0 1 0,0-1 0,0 0 0,0 1 0,0-1 0,0 1 0,0 0 0,0 0 0,1-1 0,-1 1 0,0 1 0,0-1 0,0 0 0,0 0 0,0 1 0,0-1 0,0 1 0,0 0 0,0 0 0,0-1 0,0 1 0,0 0 0,2 2 0,4 3 0,0 0 0,-1 1 0,1 0 0,-1 0 0,-1 0 0,1 1 0,7 13 0,-9-14 0,0 1 0,-1 1 0,0-1 0,0 1 0,-1-1 0,0 1 0,0 0 0,-1 0 0,0 0 0,-1 1 0,0-1 0,0 0 0,-1 1 0,-1 12 0,-1-15 0,1-1 0,-1 1 0,0-1 0,0 0 0,-1 1 0,1-1 0,-1 0 0,-1 0 0,1-1 0,-1 1 0,0-1 0,0 0 0,-1 0 0,0 0 0,0 0 0,0-1 0,0 0 0,-1 0 0,1 0 0,-11 4 0,9-4-195,0-1 0,0-1 0,-1 1 0,1-1 0,-1 0 0,-8 1 0,-7-2-6631</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2:22.016"/>
    </inkml:context>
    <inkml:brush xml:id="br0">
      <inkml:brushProperty name="width" value="0.05" units="cm"/>
      <inkml:brushProperty name="height" value="0.05" units="cm"/>
      <inkml:brushProperty name="color" value="#FFC114"/>
    </inkml:brush>
  </inkml:definitions>
  <inkml:trace contextRef="#ctx0" brushRef="#br0">1 56 24575,'1'-2'0,"1"-1"0,0 0 0,-1 1 0,1-1 0,-1 0 0,0 0 0,0 0 0,0-3 0,0 5 0,-1-1 0,1 1 0,-1 0 0,0-1 0,0 1 0,1 0 0,-1-1 0,0 1 0,0 0 0,0-1 0,-1 1 0,1 0 0,0 0 0,0-1 0,-1 1 0,1 0 0,-1-1 0,1 1 0,-2-2 0,0 7 0,1 0 0,0 1 0,0-1 0,0 0 0,0 0 0,0 7 0,1 41 60,2 1-1,2-1 1,16 75-1,3 27-1662,-20-116-5223</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2:22.311"/>
    </inkml:context>
    <inkml:brush xml:id="br0">
      <inkml:brushProperty name="width" value="0.05" units="cm"/>
      <inkml:brushProperty name="height" value="0.05" units="cm"/>
      <inkml:brushProperty name="color" value="#FFC114"/>
    </inkml:brush>
  </inkml:definitions>
  <inkml:trace contextRef="#ctx0" brushRef="#br0">2 51 24575,'0'-13'0,"-1"13"0,1-1 0,0 1 0,0-1 0,0 0 0,0 1 0,0-1 0,0 0 0,0 1 0,0-1 0,0 1 0,0-1 0,0 0 0,0 1 0,1-1 0,-1 1 0,0-1 0,0 1 0,0-1 0,1 0 0,1 0 0,-1 1 0,0 0 0,0-1 0,1 1 0,-1 0 0,1 0 0,-1 0 0,0 0 0,1 0 0,-1 0 0,0 0 0,3 1 0,8 0 0,11 2 0,0 0 0,23-2 0,-40-2 0,0 1 0,0-1 0,0 0 0,0 0 0,0 0 0,0-1 0,0 0 0,0 0 0,0-1 0,-1 0 0,0 0 0,9-5 0,-14 7 0,0 1 0,0 0 0,1-1 0,-1 1 0,0 0 0,1 0 0,-1-1 0,0 1 0,1 0 0,-1 0 0,0 0 0,1-1 0,-1 1 0,0 0 0,1 0 0,-1 0 0,1 0 0,-1 0 0,0 0 0,1 0 0,-1 0 0,1 0 0,-1 0 0,0 0 0,1 0 0,-1 0 0,1 0 0,-1 0 0,0 0 0,1 0 0,-1 1 0,0-1 0,1 0 0,-1 0 0,0 0 0,1 1 0,-1-1 0,0 0 0,1 0 0,-1 1 0,0-1 0,0 0 0,1 1 0,-1-1 0,0 0 0,0 1 0,0-1 0,1 0 0,-1 1 0,0-1 0,0 0 0,0 1 0,0-1 0,0 1 0,0-1 0,0 0 0,0 1 0,0-1 0,0 1 0,0-1 0,0 1 0,0 34 0,0-27 0,-1 27-341,2 0 0,2 1-1,12 63 1,-9-74-6485</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2:22.471"/>
    </inkml:context>
    <inkml:brush xml:id="br0">
      <inkml:brushProperty name="width" value="0.05" units="cm"/>
      <inkml:brushProperty name="height" value="0.05" units="cm"/>
      <inkml:brushProperty name="color" value="#FFC114"/>
    </inkml:brush>
  </inkml:definitions>
  <inkml:trace contextRef="#ctx0" brushRef="#br0">104 1 24575,'-3'0'0,"-4"3"0,-4 4 0,-4 4 0,-2 4 0,2 5 0,0 2 0,3 1 0,4-4-8191</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2:23.181"/>
    </inkml:context>
    <inkml:brush xml:id="br0">
      <inkml:brushProperty name="width" value="0.05" units="cm"/>
      <inkml:brushProperty name="height" value="0.05" units="cm"/>
      <inkml:brushProperty name="color" value="#FFC114"/>
    </inkml:brush>
  </inkml:definitions>
  <inkml:trace contextRef="#ctx0" brushRef="#br0">89 22 24575,'2'-1'0,"0"1"0,-1 0 0,1 0 0,0 0 0,0 1 0,0-1 0,-1 0 0,1 1 0,0-1 0,0 1 0,-1-1 0,1 1 0,0 0 0,-1 0 0,1 0 0,-1 0 0,1 0 0,2 2 0,-3-1 0,-1-1 0,1 0 0,0 1 0,-1-1 0,1 0 0,-1 1 0,0-1 0,1 1 0,-1-1 0,0 1 0,0-1 0,0 1 0,0-1 0,0 1 0,0-1 0,0 1 0,-1-1 0,1 2 0,-3 6 0,-1 0 0,1-1 0,-1 1 0,-1-1 0,-8 13 0,1-4 0,2-4 0,2 0 0,-1 0 0,2 1 0,0-1 0,-8 22 0,14-32 0,0 0 0,1 0 0,-1 0 0,1 0 0,0 0 0,0 0 0,0 0 0,0 0 0,0-1 0,1 1 0,-1 0 0,1 0 0,0 0 0,1 4 0,0-4 0,0 0 0,0-1 0,0 1 0,0-1 0,0 0 0,0 1 0,1-1 0,-1 0 0,1 0 0,0-1 0,-1 1 0,1-1 0,0 1 0,0-1 0,0 0 0,4 1 0,1 1 0,0-2 0,1 1 0,-1-1 0,0 0 0,0-1 0,0 0 0,1 0 0,-1-1 0,0 0 0,0 0 0,0-1 0,0 0 0,0-1 0,0 1 0,0-2 0,-1 1 0,0-1 0,11-7 0,-14 8 0,0 0 0,0 0 0,0 0 0,0-1 0,0 1 0,-1-1 0,0 0 0,0 0 0,0 0 0,0-1 0,-1 1 0,1-1 0,-1 0 0,0 1 0,-1-1 0,1 0 0,-1 0 0,0 0 0,0 0 0,-1 0 0,1 0 0,-1 0 0,0-1 0,0 1 0,-1 0 0,0 0 0,0 0 0,0 0 0,0 0 0,-4-7 0,1 1 0,-1 1 0,-1 0 0,0 0 0,0 1 0,-1-1 0,0 2 0,0-1 0,-1 1 0,-16-13 0,17 15 0,0 1 0,0 0 0,-1 0 0,0 1 0,1 0 0,-2 1 0,1 0 0,0 0 0,-1 0 0,1 1 0,-1 0 0,0 1 0,-9 0 0,14 0 0,1 2 0,0-1 0,-1 0 0,1 0 0,0 1 0,0 0 0,-1 0 0,1 0 0,0 0 0,0 0 0,0 1 0,0-1 0,0 1 0,0 0 0,1 0 0,-1 0 0,1 0 0,-1 0 0,1 1 0,0-1 0,0 1 0,0-1 0,0 1 0,0 0 0,0 0 0,1 0 0,-1 0 0,1 0 0,0 0 0,0 0 0,0 1 0,1-1 0,-1 0 0,1 0 0,-1 1 0,1-1 0,0 0 0,0 1 0,1-1 0,-1 0 0,1 1 0,0-1 0,0 0 0,0 0 0,0 0 0,0 0 0,1 0 0,-1 0 0,1 0 0,0 0 0,2 3 0,2 1 0,1 0 0,-1 0 0,1-1 0,0 0 0,1 0 0,0-1 0,0 0 0,0 0 0,0-1 0,1 0 0,0-1 0,-1 1 0,15 2 0,-17-5 0,-1 0 0,0 0 0,0-1 0,1 1 0,-1-1 0,0-1 0,1 1 0,-1-1 0,0 0 0,0 0 0,1 0 0,-1-1 0,0 1 0,0-1 0,0-1 0,-1 1 0,1-1 0,-1 1 0,1-1 0,-1-1 0,0 1 0,0-1 0,0 1 0,0-1 0,2-5 0,0 0 0,0 0 0,7-19 0,10-18 0,-22 43 0,1 0 0,0 1 0,0-1 0,0 1 0,0 0 0,1-1 0,-1 1 0,0 0 0,1 0 0,0 1 0,-1-1 0,5-1 0,-6 2 0,1 1 0,-1-1 0,1 1 0,-1 0 0,1 0 0,0 0 0,-1 0 0,1 0 0,-1 0 0,1 0 0,-1 1 0,1-1 0,-1 1 0,1-1 0,-1 1 0,1-1 0,-1 1 0,1 0 0,-1 0 0,0-1 0,1 1 0,-1 0 0,0 0 0,0 1 0,0-1 0,0 0 0,0 0 0,0 0 0,0 1 0,0-1 0,1 2 0,1 4 0,1-1 0,-1 1 0,0-1 0,-1 1 0,4 11 0,-4-3 0,0 1 0,1 29 0,-3-29 0,0-1 0,6 27 0,-6-41 0,0 0 0,0 0 0,1 0 0,-1 0 0,0 0 0,0 0 0,1 0 0,-1 0 0,1 0 0,-1 0 0,1 0 0,-1 0 0,1-1 0,-1 1 0,1 0 0,0 0 0,0-1 0,-1 1 0,1 0 0,0-1 0,0 1 0,0-1 0,0 1 0,-1-1 0,1 1 0,0-1 0,0 0 0,0 1 0,0-1 0,0 0 0,0 0 0,0 0 0,0 0 0,0 0 0,0 0 0,0 0 0,0 0 0,0 0 0,0 0 0,0-1 0,0 1 0,0 0 0,0-1 0,0 1 0,1-1 0,7-3 0,-2-1 0,1 1 0,0-2 0,8-6 0,-5 3 0,35-25 0,44-31 0,-77 57 0,1 0 0,1 0 0,-1 2 0,26-9 0,-38 14 0,1 0 0,-1 1 0,1-1 0,-1 1 0,1-1 0,-1 1 0,1 0 0,0 0 0,-1 0 0,1 0 0,-1 0 0,1 1 0,-1-1 0,1 1 0,-1 0 0,1 0 0,-1 0 0,1 0 0,-1 0 0,0 0 0,0 1 0,1-1 0,-1 1 0,0-1 0,-1 1 0,1 0 0,0 0 0,0 0 0,-1 0 0,1 0 0,-1 0 0,3 5 0,1 5 0,0 1 0,-1 0 0,0 1 0,-1-1 0,2 17 0,3 10 0,-6-30 57,1-1 0,0 0 0,1 0 0,0 0 0,9 14 0,-12-21-114,0 0 0,1-1 0,-1 1 0,0 0 0,1 0 0,-1-1 0,1 1 0,0-1 1,0 1-1,0-1 0,-1 0 0,1 1 0,0-1 0,1 0 0,-1 0 0,0-1 0,0 1 1,0 0-1,0-1 0,1 1 0,-1-1 0,0 0 0,0 0 0,1 0 0,-1 0 1,0 0-1,1 0 0,-1-1 0,3 0 0,11-5-6769</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7:17:31.775"/>
    </inkml:context>
    <inkml:brush xml:id="br0">
      <inkml:brushProperty name="width" value="0.05" units="cm"/>
      <inkml:brushProperty name="height" value="0.05" units="cm"/>
      <inkml:brushProperty name="color" value="#FF0066"/>
    </inkml:brush>
  </inkml:definitions>
  <inkml:trace contextRef="#ctx0" brushRef="#br0">0 759 24575,'1'0'0,"0"0"0,0 0 0,0 1 0,0-1 0,-1 0 0,1 1 0,0-1 0,0 0 0,0 1 0,-1-1 0,1 1 0,0-1 0,-1 1 0,1-1 0,0 1 0,-1 0 0,1-1 0,-1 1 0,1 0 0,-1-1 0,1 1 0,-1 0 0,1 0 0,-1 0 0,1 0 0,6 26 0,-6-22 0,37 205 0,-36-201 0,0 0 0,1 0 0,0 0 0,5 10 0,-7-17 0,-1-1 0,1 0 0,-1 0 0,1 1 0,0-1 0,-1 0 0,1 0 0,0 0 0,0 0 0,0 0 0,0 0 0,0 0 0,0 0 0,0 0 0,0-1 0,0 1 0,0 0 0,0-1 0,0 1 0,1 0 0,-1-1 0,0 0 0,0 1 0,1-1 0,-1 0 0,0 0 0,1 1 0,-1-1 0,0 0 0,1 0 0,-1 0 0,0-1 0,1 1 0,-1 0 0,0-1 0,1 1 0,-1 0 0,2-2 0,4-3 0,-1 0 0,0 0 0,-1-1 0,1 0 0,-1 0 0,-1 0 0,1-1 0,-1 0 0,5-10 0,7-8 0,144-235 0,141-208 0,-285 447 0,21-31 0,87-93 0,-119 140-151,0 0-1,0 0 0,1 1 0,-1-1 1,1 2-1,0-1 0,0 0 1,12-3-1,3 2-6674</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7:17:32.596"/>
    </inkml:context>
    <inkml:brush xml:id="br0">
      <inkml:brushProperty name="width" value="0.05" units="cm"/>
      <inkml:brushProperty name="height" value="0.05" units="cm"/>
      <inkml:brushProperty name="color" value="#FF0066"/>
    </inkml:brush>
  </inkml:definitions>
  <inkml:trace contextRef="#ctx0" brushRef="#br0">0 514 24575,'1'21'0,"1"0"0,1 1 0,1-1 0,0-1 0,15 39 0,-2-17 0,35 63 0,-47-96 0,0 0 0,0 0 0,1-1 0,0 0 0,1 0 0,-1-1 0,16 13 0,-18-17 0,-1-1 0,1 0 0,0 0 0,0 0 0,0-1 0,0 1 0,0-1 0,0 0 0,0 0 0,0 0 0,0-1 0,0 0 0,1 1 0,-1-1 0,0-1 0,0 1 0,0-1 0,1 1 0,-1-1 0,0-1 0,5-1 0,3-2 0,0 0 0,-1-1 0,1-1 0,-1 0 0,-1 0 0,1-1 0,-1-1 0,16-17 0,5-9 0,29-45 0,-50 67 0,249-384 285,-97 141-1935,-126 203-5176</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7:17:33.469"/>
    </inkml:context>
    <inkml:brush xml:id="br0">
      <inkml:brushProperty name="width" value="0.05" units="cm"/>
      <inkml:brushProperty name="height" value="0.05" units="cm"/>
      <inkml:brushProperty name="color" value="#FF0066"/>
    </inkml:brush>
  </inkml:definitions>
  <inkml:trace contextRef="#ctx0" brushRef="#br0">0 1251 24575,'6'0'0,"-1"1"0,1-1 0,-1 2 0,1-1 0,-1 0 0,0 1 0,0 0 0,0 0 0,0 1 0,0-1 0,0 1 0,0 0 0,-1 1 0,1-1 0,5 7 0,5 6 0,0 1 0,20 29 0,-14-17 0,-11-15 0,8 9 0,32 34 0,-43-51 0,0 0 0,0 0 0,0 0 0,1-1 0,0 0 0,0-1 0,0 0 0,1 0 0,11 3 0,0-1 0,0-2 0,1 0 0,21 1 0,-31-5 0,0 0 0,0 0 0,0-1 0,0 0 0,0-1 0,0-1 0,18-5 0,-6-3 0,0-1 0,0-2 0,-1 0 0,-1-1 0,36-32 0,221-226-688,-17-24-288,-171 193 870,-76 88 106,270-305-66,16 22-49,-271 273-242,1 1 0,50-31 1,-44 37-4814</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7:30:48.074"/>
    </inkml:context>
    <inkml:brush xml:id="br0">
      <inkml:brushProperty name="width" value="0.05" units="cm"/>
      <inkml:brushProperty name="height" value="0.05" units="cm"/>
      <inkml:brushProperty name="color" value="#FF0066"/>
    </inkml:brush>
  </inkml:definitions>
  <inkml:trace contextRef="#ctx0" brushRef="#br0">1 974 24575,'0'-2'0,"0"0"0,0 1 0,0-1 0,0 0 0,0 1 0,0-1 0,0 0 0,1 0 0,-1 1 0,1-1 0,-1 1 0,1-1 0,-1 0 0,1 1 0,0-1 0,0 1 0,0-1 0,0 1 0,0 0 0,0-1 0,0 1 0,0 0 0,1 0 0,-1 0 0,0 0 0,1 0 0,-1 0 0,1 0 0,-1 0 0,1 1 0,-1-1 0,1 0 0,0 1 0,-1 0 0,1-1 0,0 1 0,-1 0 0,1 0 0,2 0 0,4 0 0,0 0 0,0 1 0,0 0 0,0 1 0,0 0 0,-1 0 0,1 1 0,-1 0 0,1 0 0,-1 0 0,9 7 0,5 3 0,-2 1 0,30 26 0,-14-5 0,-2 0 0,40 54 0,48 87 0,-84-120 0,-35-52 0,3 2 0,-1 1 0,1-1 0,0 1 0,0-1 0,8 6 0,-11-10 0,0-1 0,1 1 0,-1-1 0,1 0 0,-1 1 0,1-1 0,-1 0 0,1-1 0,0 1 0,-1 0 0,1-1 0,0 0 0,0 1 0,-1-1 0,1 0 0,0 0 0,0-1 0,-1 1 0,5-2 0,4-1 0,-1 0 0,-1-1 0,1 0 0,-1-1 0,1 0 0,-1-1 0,15-12 0,60-59 0,197-256-613,-197 227 345,529-665 92,-594 746 176,3-4 0,41-40 0,-41 52 0,-22 17 4,0 0 1,0 1-1,0-1 0,0 0 1,0 0-1,0 0 1,0 0-1,0 0 0,0 1 1,0-1-1,0 0 0,0 0 1,0 0-1,0 0 1,0 1-1,0-1 0,0 0 1,0 0-1,0 0 0,0 0 1,0 0-1,0 0 1,0 1-1,0-1 0,0 0 1,1 0-1,-1 0 0,0 0 1,0 0-1,0 0 0,0 0 1,0 1-1,0-1 1,0 0-1,1 0 0,-1 0 1,0 0-1,0 0 0,0 0 1,0 0-1,0 0 1,1 0-1,-1 0 0,0 0 1,0 0-1,0 0 0,0 0 1,0 0-1,1 0 1,-1 0-1,0 0 0,0 0 1,0 0-1,0 0 0,0 0 1,1 0-1,-1 0 1,0 0-1,0 0 0,0-1 1,0 1-1,0 0 0,0 0 1,1 0-1,-1 0 0,0 0 1,0 0-1,-5 10-1490,-5 6-4459</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7:48:08.356"/>
    </inkml:context>
    <inkml:brush xml:id="br0">
      <inkml:brushProperty name="width" value="0.05" units="cm"/>
      <inkml:brushProperty name="height" value="0.05" units="cm"/>
      <inkml:brushProperty name="color" value="#FF0066"/>
    </inkml:brush>
  </inkml:definitions>
  <inkml:trace contextRef="#ctx0" brushRef="#br0">1 1077 24575,'3'1'0,"1"-1"0,0 1 0,-1 0 0,0 0 0,1 0 0,-1 1 0,0-1 0,1 1 0,-1 0 0,0 0 0,0 0 0,-1 0 0,1 1 0,0-1 0,-1 1 0,4 4 0,6 8 0,19 29 0,-24-33 0,8 12 0,1-1 0,0 0 0,29 28 0,-36-42 0,0-1 0,0 1 0,1-2 0,-1 0 0,1 0 0,1 0 0,-1-1 0,1-1 0,0 0 0,21 5 0,-17-6 0,1 0 0,0-2 0,0 1 0,0-2 0,26-2 0,-31 0 0,0 0 0,0 0 0,0-1 0,0-1 0,-1 0 0,0 0 0,1-1 0,-1 0 0,9-7 0,18-17 0,-2-1 0,-1-2 0,46-55 0,334-418-202,61-68-1873,-406 500-3839</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7:48:08.976"/>
    </inkml:context>
    <inkml:brush xml:id="br0">
      <inkml:brushProperty name="width" value="0.05" units="cm"/>
      <inkml:brushProperty name="height" value="0.05" units="cm"/>
      <inkml:brushProperty name="color" value="#FF0066"/>
    </inkml:brush>
  </inkml:definitions>
  <inkml:trace contextRef="#ctx0" brushRef="#br0">1 419 24575,'15'17'0,"4"3"0,41 35 0,-54-50 0,161 119 0,-133-101 0,2-2 0,0-1 0,41 16 0,-72-34 0,1-1 0,-1 1 0,1-1 0,0 0 0,-1-1 0,1 1 0,0-1 0,0 0 0,-1-1 0,1 1 0,0-1 0,-1 0 0,1-1 0,-1 1 0,1-1 0,-1 0 0,0 0 0,0-1 0,1 0 0,6-5 0,7-6 0,-1 0 0,0-2 0,26-30 0,-39 41 0,125-139 40,61-65-253,-41 66-1673,-6 12-4246</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2:44.914"/>
    </inkml:context>
    <inkml:brush xml:id="br0">
      <inkml:brushProperty name="width" value="0.05" units="cm"/>
      <inkml:brushProperty name="height" value="0.05" units="cm"/>
      <inkml:brushProperty name="color" value="#FFC114"/>
    </inkml:brush>
  </inkml:definitions>
  <inkml:trace contextRef="#ctx0" brushRef="#br0">1 0 24575,'0'1'0,"1"0"0,-1-1 0,1 1 0,-1 0 0,1-1 0,-1 1 0,1-1 0,-1 1 0,1-1 0,0 1 0,-1-1 0,1 1 0,0-1 0,-1 1 0,1-1 0,0 0 0,0 1 0,-1-1 0,1 0 0,0 0 0,0 0 0,0 1 0,-1-1 0,1 0 0,1 0 0,27 3 0,-24-3 0,325 7 0,-129-6 0,668 72-1111,-772-62 1078,391 49-1141,-396-48-4699</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2:45.722"/>
    </inkml:context>
    <inkml:brush xml:id="br0">
      <inkml:brushProperty name="width" value="0.05" units="cm"/>
      <inkml:brushProperty name="height" value="0.05" units="cm"/>
      <inkml:brushProperty name="color" value="#FFC114"/>
    </inkml:brush>
  </inkml:definitions>
  <inkml:trace contextRef="#ctx0" brushRef="#br0">0 72 24575,'3'-3'0,"5"-4"0,10-4 0,23-1 0,40 3 0,31 2 0,28 2 0,40 3 0,45 1 0,39 1-1718,30 0 1718,8 0 0,-5-2 0,-16-2 0,-38 1 0,-40 0 0,-56 1-6473</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2:47.820"/>
    </inkml:context>
    <inkml:brush xml:id="br0">
      <inkml:brushProperty name="width" value="0.05" units="cm"/>
      <inkml:brushProperty name="height" value="0.05" units="cm"/>
      <inkml:brushProperty name="color" value="#FFC114"/>
    </inkml:brush>
  </inkml:definitions>
  <inkml:trace contextRef="#ctx0" brushRef="#br0">0 34 24575,'416'-9'0,"-36"0"0,53 9-313,237-2-286,-559-3-615,-29-3-4851</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2:48.487"/>
    </inkml:context>
    <inkml:brush xml:id="br0">
      <inkml:brushProperty name="width" value="0.05" units="cm"/>
      <inkml:brushProperty name="height" value="0.05" units="cm"/>
      <inkml:brushProperty name="color" value="#FFC114"/>
    </inkml:brush>
  </inkml:definitions>
  <inkml:trace contextRef="#ctx0" brushRef="#br0">0 71 24575,'3'-6'0,"17"-3"0,17 1 0,9 2 0,31-2 0,34 1 0,47 2 0,36 1 0,27 2-1115,9 0 1115,-11 2 0,-23 0 0,-30 0 0,-40 1 0,-34-1 0,-34-6 0,-26-2-7076</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2:51.873"/>
    </inkml:context>
    <inkml:brush xml:id="br0">
      <inkml:brushProperty name="width" value="0.05" units="cm"/>
      <inkml:brushProperty name="height" value="0.05" units="cm"/>
      <inkml:brushProperty name="color" value="#FFC114"/>
    </inkml:brush>
  </inkml:definitions>
  <inkml:trace contextRef="#ctx0" brushRef="#br0">0 94 24575,'341'0'0,"-296"-4"0,-1-1 0,1-3 0,45-14 0,55-9 0,-52 19-682,115 1-1,-174 10-6143</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2:53.660"/>
    </inkml:context>
    <inkml:brush xml:id="br0">
      <inkml:brushProperty name="width" value="0.05" units="cm"/>
      <inkml:brushProperty name="height" value="0.05" units="cm"/>
      <inkml:brushProperty name="color" value="#FFC114"/>
    </inkml:brush>
  </inkml:definitions>
  <inkml:trace contextRef="#ctx0" brushRef="#br0">0 56 24575,'7'-6'0,"4"-2"0,14 0 0,11 2 0,19 1 0,18 2 0,20 2 0,11 0 0,14 1 0,3-3 0,-1 0 0,-8-1 0,-5 1 0,-4 1 0,-8 0 0,-16 2 0,-22-1-8191</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6:42:56.335"/>
    </inkml:context>
    <inkml:brush xml:id="br0">
      <inkml:brushProperty name="width" value="0.05" units="cm"/>
      <inkml:brushProperty name="height" value="0.05" units="cm"/>
      <inkml:brushProperty name="color" value="#FFC114"/>
    </inkml:brush>
  </inkml:definitions>
  <inkml:trace contextRef="#ctx0" brushRef="#br0">1 20 24575,'0'-3'0,"6"-1"0,9 0 0,14 0 0,27 2 0,41 1 0,30 0 0,12 1 0,4 0 0,-10 0 0,-21 0 0,-23 0 0,-27 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ixabay.com/photos/san-francisco-transamerica-pyramid-1633203/"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https://pixabay.com/photos/san-francisco-transamerica-pyramid-1633203/</a:t>
            </a:r>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3</a:t>
            </a:fld>
            <a:endParaRPr lang="en-US"/>
          </a:p>
        </p:txBody>
      </p:sp>
    </p:spTree>
    <p:extLst>
      <p:ext uri="{BB962C8B-B14F-4D97-AF65-F5344CB8AC3E}">
        <p14:creationId xmlns:p14="http://schemas.microsoft.com/office/powerpoint/2010/main" val="124566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6"/>
        <p:cNvGrpSpPr/>
        <p:nvPr/>
      </p:nvGrpSpPr>
      <p:grpSpPr>
        <a:xfrm>
          <a:off x="0" y="0"/>
          <a:ext cx="0" cy="0"/>
          <a:chOff x="0" y="0"/>
          <a:chExt cx="0" cy="0"/>
        </a:xfrm>
      </p:grpSpPr>
      <p:sp>
        <p:nvSpPr>
          <p:cNvPr id="1007" name="Google Shape;1007;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8" name="Google Shape;1008;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3243911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D28A985-8481-49D1-9FA1-9B83E1B5FD5E}"/>
              </a:ext>
            </a:extLst>
          </p:cNvPr>
          <p:cNvSpPr>
            <a:spLocks noGrp="1"/>
          </p:cNvSpPr>
          <p:nvPr>
            <p:ph type="pic" sz="quarter" idx="13"/>
          </p:nvPr>
        </p:nvSpPr>
        <p:spPr>
          <a:xfrm>
            <a:off x="-1" y="-1"/>
            <a:ext cx="5662364" cy="6858000"/>
          </a:xfrm>
          <a:custGeom>
            <a:avLst/>
            <a:gdLst>
              <a:gd name="connsiteX0" fmla="*/ 0 w 5662364"/>
              <a:gd name="connsiteY0" fmla="*/ 0 h 6858000"/>
              <a:gd name="connsiteX1" fmla="*/ 2591729 w 5662364"/>
              <a:gd name="connsiteY1" fmla="*/ 0 h 6858000"/>
              <a:gd name="connsiteX2" fmla="*/ 2813304 w 5662364"/>
              <a:gd name="connsiteY2" fmla="*/ 157566 h 6858000"/>
              <a:gd name="connsiteX3" fmla="*/ 5662364 w 5662364"/>
              <a:gd name="connsiteY3" fmla="*/ 5841268 h 6858000"/>
              <a:gd name="connsiteX4" fmla="*/ 5625745 w 5662364"/>
              <a:gd name="connsiteY4" fmla="*/ 6566465 h 6858000"/>
              <a:gd name="connsiteX5" fmla="*/ 5588699 w 5662364"/>
              <a:gd name="connsiteY5" fmla="*/ 6858000 h 6858000"/>
              <a:gd name="connsiteX6" fmla="*/ 0 w 56623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2364" h="6858000">
                <a:moveTo>
                  <a:pt x="0" y="0"/>
                </a:moveTo>
                <a:lnTo>
                  <a:pt x="2591729" y="0"/>
                </a:lnTo>
                <a:lnTo>
                  <a:pt x="2813304" y="157566"/>
                </a:lnTo>
                <a:cubicBezTo>
                  <a:pt x="4542859" y="1451022"/>
                  <a:pt x="5662364" y="3515408"/>
                  <a:pt x="5662364" y="5841268"/>
                </a:cubicBezTo>
                <a:cubicBezTo>
                  <a:pt x="5662364" y="6086096"/>
                  <a:pt x="5649960" y="6328026"/>
                  <a:pt x="5625745" y="6566465"/>
                </a:cubicBezTo>
                <a:lnTo>
                  <a:pt x="5588699" y="6858000"/>
                </a:lnTo>
                <a:lnTo>
                  <a:pt x="0" y="6858000"/>
                </a:lnTo>
                <a:close/>
              </a:path>
            </a:pathLst>
          </a:custGeom>
          <a:solidFill>
            <a:schemeClr val="bg1">
              <a:lumMod val="95000"/>
            </a:schemeClr>
          </a:solidFill>
        </p:spPr>
        <p:txBody>
          <a:bodyPr wrap="square" anchor="ctr">
            <a:noAutofit/>
          </a:bodyPr>
          <a:lstStyle>
            <a:lvl1pPr marL="0" indent="0" algn="ctr">
              <a:buFontTx/>
              <a:buNone/>
              <a:defRPr/>
            </a:lvl1pPr>
          </a:lstStyle>
          <a:p>
            <a:endParaRPr lang="en-IN"/>
          </a:p>
        </p:txBody>
      </p:sp>
      <p:sp>
        <p:nvSpPr>
          <p:cNvPr id="2" name="Date Placeholder 1"/>
          <p:cNvSpPr>
            <a:spLocks noGrp="1"/>
          </p:cNvSpPr>
          <p:nvPr>
            <p:ph type="dt" sz="half" idx="10"/>
          </p:nvPr>
        </p:nvSpPr>
        <p:spPr/>
        <p:txBody>
          <a:bodyPr/>
          <a:lstStyle/>
          <a:p>
            <a:fld id="{425404F2-BE9A-4460-8815-8F645183555F}" type="datetimeFigureOut">
              <a:rPr lang="en-US" smtClean="0"/>
              <a:pPr/>
              <a:t>2/14/2026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059684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5" name="Footer Placeholder 2">
            <a:extLst>
              <a:ext uri="{FF2B5EF4-FFF2-40B4-BE49-F238E27FC236}">
                <a16:creationId xmlns:a16="http://schemas.microsoft.com/office/drawing/2014/main" id="{BDD2387F-07C0-50A0-1236-172A215EC0A7}"/>
              </a:ext>
            </a:extLst>
          </p:cNvPr>
          <p:cNvSpPr>
            <a:spLocks noGrp="1"/>
          </p:cNvSpPr>
          <p:nvPr>
            <p:ph type="ftr" sz="quarter" idx="11"/>
          </p:nvPr>
        </p:nvSpPr>
        <p:spPr>
          <a:xfrm rot="16200000">
            <a:off x="9940012" y="4373097"/>
            <a:ext cx="3859795" cy="268498"/>
          </a:xfrm>
        </p:spPr>
        <p:txBody>
          <a:bodyPr/>
          <a:lstStyle>
            <a:lvl1pPr algn="l">
              <a:defRPr sz="1400">
                <a:solidFill>
                  <a:schemeClr val="accent4"/>
                </a:solidFill>
              </a:defRPr>
            </a:lvl1pPr>
          </a:lstStyle>
          <a:p>
            <a:endParaRPr lang="en-US"/>
          </a:p>
        </p:txBody>
      </p:sp>
      <p:sp>
        <p:nvSpPr>
          <p:cNvPr id="6" name="Slide Number Placeholder 3">
            <a:extLst>
              <a:ext uri="{FF2B5EF4-FFF2-40B4-BE49-F238E27FC236}">
                <a16:creationId xmlns:a16="http://schemas.microsoft.com/office/drawing/2014/main" id="{C3190560-6C59-E5EE-893F-1A3B6762F3C1}"/>
              </a:ext>
            </a:extLst>
          </p:cNvPr>
          <p:cNvSpPr>
            <a:spLocks noGrp="1"/>
          </p:cNvSpPr>
          <p:nvPr>
            <p:ph type="sldNum" sz="quarter" idx="12"/>
          </p:nvPr>
        </p:nvSpPr>
        <p:spPr>
          <a:xfrm>
            <a:off x="11641451" y="444773"/>
            <a:ext cx="467795" cy="365125"/>
          </a:xfrm>
        </p:spPr>
        <p:txBody>
          <a:bodyPr tIns="0" bIns="0"/>
          <a:lstStyle>
            <a:lvl1pPr algn="ctr">
              <a:defRPr sz="2800" b="1">
                <a:solidFill>
                  <a:schemeClr val="accent4"/>
                </a:solidFill>
              </a:defRPr>
            </a:lvl1pPr>
          </a:lstStyle>
          <a:p>
            <a:fld id="{96E69268-9C8B-4EBF-A9EE-DC5DC2D48DC3}" type="slidenum">
              <a:rPr lang="en-US" smtClean="0"/>
              <a:pPr/>
              <a:t>‹#›</a:t>
            </a:fld>
            <a:endParaRPr lang="en-US" dirty="0"/>
          </a:p>
        </p:txBody>
      </p:sp>
      <p:cxnSp>
        <p:nvCxnSpPr>
          <p:cNvPr id="7" name="Straight Connector 6">
            <a:extLst>
              <a:ext uri="{FF2B5EF4-FFF2-40B4-BE49-F238E27FC236}">
                <a16:creationId xmlns:a16="http://schemas.microsoft.com/office/drawing/2014/main" id="{D2453592-BC86-9EF6-F7BE-44C301E3B5AD}"/>
              </a:ext>
            </a:extLst>
          </p:cNvPr>
          <p:cNvCxnSpPr>
            <a:cxnSpLocks/>
          </p:cNvCxnSpPr>
          <p:nvPr userDrawn="1"/>
        </p:nvCxnSpPr>
        <p:spPr>
          <a:xfrm>
            <a:off x="11567020" y="420757"/>
            <a:ext cx="0" cy="60164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7962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369"/>
        <p:cNvGrpSpPr/>
        <p:nvPr/>
      </p:nvGrpSpPr>
      <p:grpSpPr>
        <a:xfrm>
          <a:off x="0" y="0"/>
          <a:ext cx="0" cy="0"/>
          <a:chOff x="0" y="0"/>
          <a:chExt cx="0" cy="0"/>
        </a:xfrm>
      </p:grpSpPr>
      <p:sp>
        <p:nvSpPr>
          <p:cNvPr id="370" name="Google Shape;370;p158"/>
          <p:cNvSpPr txBox="1">
            <a:spLocks noGrp="1"/>
          </p:cNvSpPr>
          <p:nvPr>
            <p:ph type="ctrTitle"/>
          </p:nvPr>
        </p:nvSpPr>
        <p:spPr>
          <a:xfrm>
            <a:off x="1523603" y="1122363"/>
            <a:ext cx="9141619"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5999"/>
              <a:buFont typeface="Calibri"/>
              <a:buNone/>
              <a:defRPr sz="59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1" name="Google Shape;371;p158"/>
          <p:cNvSpPr txBox="1">
            <a:spLocks noGrp="1"/>
          </p:cNvSpPr>
          <p:nvPr>
            <p:ph type="subTitle" idx="1"/>
          </p:nvPr>
        </p:nvSpPr>
        <p:spPr>
          <a:xfrm>
            <a:off x="1523603" y="3602037"/>
            <a:ext cx="9141619"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399"/>
              <a:buNone/>
              <a:defRPr sz="2399"/>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2" name="Google Shape;372;p158"/>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3" name="Google Shape;373;p158"/>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4" name="Google Shape;374;p158"/>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6046868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2"/>
        <p:cNvGrpSpPr/>
        <p:nvPr/>
      </p:nvGrpSpPr>
      <p:grpSpPr>
        <a:xfrm>
          <a:off x="0" y="0"/>
          <a:ext cx="0" cy="0"/>
          <a:chOff x="0" y="0"/>
          <a:chExt cx="0" cy="0"/>
        </a:xfrm>
      </p:grpSpPr>
      <p:grpSp>
        <p:nvGrpSpPr>
          <p:cNvPr id="133" name="Google Shape;133;p185"/>
          <p:cNvGrpSpPr/>
          <p:nvPr/>
        </p:nvGrpSpPr>
        <p:grpSpPr>
          <a:xfrm rot="10800000">
            <a:off x="9586912" y="4027941"/>
            <a:ext cx="2601913" cy="2833688"/>
            <a:chOff x="0" y="0"/>
            <a:chExt cx="2601913" cy="2833688"/>
          </a:xfrm>
        </p:grpSpPr>
        <p:sp>
          <p:nvSpPr>
            <p:cNvPr id="134" name="Google Shape;134;p185"/>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5" name="Google Shape;135;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6" name="Google Shape;136;p185"/>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7" name="Google Shape;137;p185"/>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8" name="Google Shape;138;p185"/>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9" name="Google Shape;139;p185"/>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0" name="Google Shape;140;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1" name="Google Shape;141;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2" name="Google Shape;142;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3" name="Google Shape;143;p185"/>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4" name="Google Shape;144;p185"/>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5" name="Google Shape;145;p185"/>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6" name="Google Shape;146;p185"/>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7" name="Google Shape;147;p185"/>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8" name="Google Shape;148;p185"/>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9" name="Google Shape;149;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0" name="Google Shape;150;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1" name="Google Shape;151;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2" name="Google Shape;152;p185"/>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3" name="Google Shape;153;p185"/>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4" name="Google Shape;154;p185"/>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155" name="Google Shape;155;p185"/>
          <p:cNvSpPr/>
          <p:nvPr/>
        </p:nvSpPr>
        <p:spPr>
          <a:xfrm>
            <a:off x="0" y="0"/>
            <a:ext cx="6094412"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6" name="Google Shape;156;p185"/>
          <p:cNvSpPr/>
          <p:nvPr/>
        </p:nvSpPr>
        <p:spPr>
          <a:xfrm rot="5400000">
            <a:off x="10179373" y="-118464"/>
            <a:ext cx="1890988" cy="2127916"/>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7" name="Google Shape;157;p185"/>
          <p:cNvSpPr txBox="1">
            <a:spLocks noGrp="1"/>
          </p:cNvSpPr>
          <p:nvPr>
            <p:ph type="ctrTitle"/>
          </p:nvPr>
        </p:nvSpPr>
        <p:spPr>
          <a:xfrm>
            <a:off x="1828323" y="2576512"/>
            <a:ext cx="8532178" cy="1392378"/>
          </a:xfrm>
          <a:prstGeom prst="rect">
            <a:avLst/>
          </a:prstGeom>
          <a:noFill/>
          <a:ln>
            <a:noFill/>
          </a:ln>
        </p:spPr>
        <p:txBody>
          <a:bodyPr spcFirstLastPara="1" wrap="square" lIns="121875" tIns="60925" rIns="121875" bIns="60925" anchor="b" anchorCtr="0">
            <a:noAutofit/>
          </a:bodyPr>
          <a:lstStyle>
            <a:lvl1pPr lvl="0" algn="ctr">
              <a:spcBef>
                <a:spcPts val="0"/>
              </a:spcBef>
              <a:spcAft>
                <a:spcPts val="0"/>
              </a:spcAft>
              <a:buClr>
                <a:schemeClr val="accent3"/>
              </a:buClr>
              <a:buSzPts val="8000"/>
              <a:buFont typeface="Open Sans"/>
              <a:buNone/>
              <a:defRPr sz="8000" b="1">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185"/>
          <p:cNvSpPr txBox="1">
            <a:spLocks noGrp="1"/>
          </p:cNvSpPr>
          <p:nvPr>
            <p:ph type="subTitle" idx="1"/>
          </p:nvPr>
        </p:nvSpPr>
        <p:spPr>
          <a:xfrm>
            <a:off x="1828324" y="4027941"/>
            <a:ext cx="8532178" cy="764440"/>
          </a:xfrm>
          <a:prstGeom prst="rect">
            <a:avLst/>
          </a:prstGeom>
          <a:noFill/>
          <a:ln>
            <a:noFill/>
          </a:ln>
        </p:spPr>
        <p:txBody>
          <a:bodyPr spcFirstLastPara="1" wrap="square" lIns="121875" tIns="60925" rIns="121875" bIns="60925" anchor="t" anchorCtr="0">
            <a:normAutofit/>
          </a:bodyPr>
          <a:lstStyle>
            <a:lvl1pPr lvl="0" algn="ctr">
              <a:spcBef>
                <a:spcPts val="480"/>
              </a:spcBef>
              <a:spcAft>
                <a:spcPts val="0"/>
              </a:spcAft>
              <a:buClr>
                <a:srgbClr val="595959"/>
              </a:buClr>
              <a:buSzPts val="2400"/>
              <a:buNone/>
              <a:defRPr sz="2400">
                <a:solidFill>
                  <a:srgbClr val="595959"/>
                </a:solidFill>
                <a:latin typeface="Open Sans"/>
                <a:ea typeface="Open Sans"/>
                <a:cs typeface="Open Sans"/>
                <a:sym typeface="Open Sans"/>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59" name="Google Shape;159;p18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18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8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62" name="Google Shape;162;p185"/>
          <p:cNvGrpSpPr/>
          <p:nvPr/>
        </p:nvGrpSpPr>
        <p:grpSpPr>
          <a:xfrm>
            <a:off x="0" y="0"/>
            <a:ext cx="3445202" cy="4727575"/>
            <a:chOff x="0" y="0"/>
            <a:chExt cx="3445202" cy="4727575"/>
          </a:xfrm>
        </p:grpSpPr>
        <p:grpSp>
          <p:nvGrpSpPr>
            <p:cNvPr id="163" name="Google Shape;163;p185"/>
            <p:cNvGrpSpPr/>
            <p:nvPr/>
          </p:nvGrpSpPr>
          <p:grpSpPr>
            <a:xfrm rot="10800000">
              <a:off x="0" y="0"/>
              <a:ext cx="2913063" cy="4727575"/>
              <a:chOff x="9275762" y="2130425"/>
              <a:chExt cx="2913063" cy="4727575"/>
            </a:xfrm>
          </p:grpSpPr>
          <p:sp>
            <p:nvSpPr>
              <p:cNvPr id="164" name="Google Shape;164;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5" name="Google Shape;165;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6" name="Google Shape;166;p185"/>
              <p:cNvSpPr/>
              <p:nvPr/>
            </p:nvSpPr>
            <p:spPr>
              <a:xfrm>
                <a:off x="10785475" y="5818187"/>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7" name="Google Shape;167;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8" name="Google Shape;168;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9" name="Google Shape;169;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0" name="Google Shape;170;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1" name="Google Shape;171;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2" name="Google Shape;172;p185"/>
              <p:cNvSpPr/>
              <p:nvPr/>
            </p:nvSpPr>
            <p:spPr>
              <a:xfrm>
                <a:off x="9377362" y="3389312"/>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3" name="Google Shape;173;p185"/>
              <p:cNvSpPr/>
              <p:nvPr/>
            </p:nvSpPr>
            <p:spPr>
              <a:xfrm>
                <a:off x="10079037" y="4198937"/>
                <a:ext cx="706438" cy="809625"/>
              </a:xfrm>
              <a:custGeom>
                <a:avLst/>
                <a:gdLst/>
                <a:ahLst/>
                <a:cxnLst/>
                <a:rect l="l" t="t" r="r" b="b"/>
                <a:pathLst>
                  <a:path w="445" h="510" extrusionOk="0">
                    <a:moveTo>
                      <a:pt x="445" y="254"/>
                    </a:moveTo>
                    <a:lnTo>
                      <a:pt x="0" y="510"/>
                    </a:lnTo>
                    <a:lnTo>
                      <a:pt x="0" y="0"/>
                    </a:lnTo>
                    <a:lnTo>
                      <a:pt x="0" y="0"/>
                    </a:lnTo>
                    <a:lnTo>
                      <a:pt x="445" y="254"/>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4" name="Google Shape;174;p185"/>
              <p:cNvSpPr/>
              <p:nvPr/>
            </p:nvSpPr>
            <p:spPr>
              <a:xfrm>
                <a:off x="9275762" y="4414837"/>
                <a:ext cx="325438" cy="377825"/>
              </a:xfrm>
              <a:custGeom>
                <a:avLst/>
                <a:gdLst/>
                <a:ahLst/>
                <a:cxnLst/>
                <a:rect l="l" t="t" r="r" b="b"/>
                <a:pathLst>
                  <a:path w="205" h="238" extrusionOk="0">
                    <a:moveTo>
                      <a:pt x="205" y="118"/>
                    </a:moveTo>
                    <a:lnTo>
                      <a:pt x="0" y="238"/>
                    </a:lnTo>
                    <a:lnTo>
                      <a:pt x="0" y="0"/>
                    </a:lnTo>
                    <a:lnTo>
                      <a:pt x="0" y="0"/>
                    </a:lnTo>
                    <a:lnTo>
                      <a:pt x="205" y="11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5" name="Google Shape;175;p185"/>
              <p:cNvSpPr/>
              <p:nvPr/>
            </p:nvSpPr>
            <p:spPr>
              <a:xfrm>
                <a:off x="9371012" y="3322637"/>
                <a:ext cx="223838" cy="257175"/>
              </a:xfrm>
              <a:custGeom>
                <a:avLst/>
                <a:gdLst/>
                <a:ahLst/>
                <a:cxnLst/>
                <a:rect l="l" t="t" r="r" b="b"/>
                <a:pathLst>
                  <a:path w="141" h="162" extrusionOk="0">
                    <a:moveTo>
                      <a:pt x="141" y="80"/>
                    </a:moveTo>
                    <a:lnTo>
                      <a:pt x="0" y="162"/>
                    </a:lnTo>
                    <a:lnTo>
                      <a:pt x="0" y="0"/>
                    </a:lnTo>
                    <a:lnTo>
                      <a:pt x="0" y="0"/>
                    </a:lnTo>
                    <a:lnTo>
                      <a:pt x="141" y="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6" name="Google Shape;176;p185"/>
              <p:cNvSpPr/>
              <p:nvPr/>
            </p:nvSpPr>
            <p:spPr>
              <a:xfrm>
                <a:off x="10079037" y="3792537"/>
                <a:ext cx="706438" cy="809625"/>
              </a:xfrm>
              <a:custGeom>
                <a:avLst/>
                <a:gdLst/>
                <a:ahLst/>
                <a:cxnLst/>
                <a:rect l="l" t="t" r="r" b="b"/>
                <a:pathLst>
                  <a:path w="445" h="510" extrusionOk="0">
                    <a:moveTo>
                      <a:pt x="445" y="0"/>
                    </a:moveTo>
                    <a:lnTo>
                      <a:pt x="445" y="510"/>
                    </a:lnTo>
                    <a:lnTo>
                      <a:pt x="445" y="510"/>
                    </a:lnTo>
                    <a:lnTo>
                      <a:pt x="0" y="256"/>
                    </a:lnTo>
                    <a:lnTo>
                      <a:pt x="445"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7" name="Google Shape;177;p185"/>
              <p:cNvSpPr/>
              <p:nvPr/>
            </p:nvSpPr>
            <p:spPr>
              <a:xfrm>
                <a:off x="10079037" y="3389312"/>
                <a:ext cx="706438" cy="809625"/>
              </a:xfrm>
              <a:custGeom>
                <a:avLst/>
                <a:gdLst/>
                <a:ahLst/>
                <a:cxnLst/>
                <a:rect l="l" t="t" r="r" b="b"/>
                <a:pathLst>
                  <a:path w="445" h="510" extrusionOk="0">
                    <a:moveTo>
                      <a:pt x="445" y="254"/>
                    </a:moveTo>
                    <a:lnTo>
                      <a:pt x="445" y="254"/>
                    </a:lnTo>
                    <a:lnTo>
                      <a:pt x="0"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8" name="Google Shape;178;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9" name="Google Shape;179;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0" name="Google Shape;180;p185"/>
              <p:cNvSpPr/>
              <p:nvPr/>
            </p:nvSpPr>
            <p:spPr>
              <a:xfrm>
                <a:off x="10083800" y="5414962"/>
                <a:ext cx="701675" cy="806450"/>
              </a:xfrm>
              <a:custGeom>
                <a:avLst/>
                <a:gdLst/>
                <a:ahLst/>
                <a:cxnLst/>
                <a:rect l="l" t="t" r="r" b="b"/>
                <a:pathLst>
                  <a:path w="442" h="508" extrusionOk="0">
                    <a:moveTo>
                      <a:pt x="442" y="0"/>
                    </a:moveTo>
                    <a:lnTo>
                      <a:pt x="442" y="508"/>
                    </a:lnTo>
                    <a:lnTo>
                      <a:pt x="0" y="254"/>
                    </a:lnTo>
                    <a:lnTo>
                      <a:pt x="44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1" name="Google Shape;181;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2" name="Google Shape;182;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3" name="Google Shape;183;p185"/>
              <p:cNvSpPr/>
              <p:nvPr/>
            </p:nvSpPr>
            <p:spPr>
              <a:xfrm>
                <a:off x="10785475" y="6221412"/>
                <a:ext cx="701675" cy="636588"/>
              </a:xfrm>
              <a:custGeom>
                <a:avLst/>
                <a:gdLst/>
                <a:ahLst/>
                <a:cxnLst/>
                <a:rect l="l" t="t" r="r" b="b"/>
                <a:pathLst>
                  <a:path w="442" h="401" extrusionOk="0">
                    <a:moveTo>
                      <a:pt x="442" y="256"/>
                    </a:moveTo>
                    <a:lnTo>
                      <a:pt x="0" y="0"/>
                    </a:lnTo>
                    <a:lnTo>
                      <a:pt x="0" y="2"/>
                    </a:lnTo>
                    <a:lnTo>
                      <a:pt x="0" y="401"/>
                    </a:lnTo>
                    <a:lnTo>
                      <a:pt x="192" y="401"/>
                    </a:lnTo>
                    <a:lnTo>
                      <a:pt x="442" y="256"/>
                    </a:lnTo>
                    <a:lnTo>
                      <a:pt x="442" y="256"/>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4" name="Google Shape;184;p185"/>
              <p:cNvSpPr/>
              <p:nvPr/>
            </p:nvSpPr>
            <p:spPr>
              <a:xfrm>
                <a:off x="11090275" y="6627812"/>
                <a:ext cx="396875" cy="230188"/>
              </a:xfrm>
              <a:custGeom>
                <a:avLst/>
                <a:gdLst/>
                <a:ahLst/>
                <a:cxnLst/>
                <a:rect l="l" t="t" r="r" b="b"/>
                <a:pathLst>
                  <a:path w="250" h="145" extrusionOk="0">
                    <a:moveTo>
                      <a:pt x="0" y="145"/>
                    </a:moveTo>
                    <a:lnTo>
                      <a:pt x="250" y="145"/>
                    </a:lnTo>
                    <a:lnTo>
                      <a:pt x="250" y="0"/>
                    </a:lnTo>
                    <a:lnTo>
                      <a:pt x="0" y="14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5" name="Google Shape;185;p185"/>
              <p:cNvSpPr/>
              <p:nvPr/>
            </p:nvSpPr>
            <p:spPr>
              <a:xfrm>
                <a:off x="11487150" y="6627812"/>
                <a:ext cx="396875" cy="230188"/>
              </a:xfrm>
              <a:custGeom>
                <a:avLst/>
                <a:gdLst/>
                <a:ahLst/>
                <a:cxnLst/>
                <a:rect l="l" t="t" r="r" b="b"/>
                <a:pathLst>
                  <a:path w="250" h="145" extrusionOk="0">
                    <a:moveTo>
                      <a:pt x="0" y="0"/>
                    </a:moveTo>
                    <a:lnTo>
                      <a:pt x="0" y="145"/>
                    </a:lnTo>
                    <a:lnTo>
                      <a:pt x="250" y="145"/>
                    </a:lnTo>
                    <a:lnTo>
                      <a:pt x="0"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6" name="Google Shape;186;p185"/>
              <p:cNvSpPr/>
              <p:nvPr/>
            </p:nvSpPr>
            <p:spPr>
              <a:xfrm>
                <a:off x="11487150" y="6232525"/>
                <a:ext cx="687388" cy="625475"/>
              </a:xfrm>
              <a:custGeom>
                <a:avLst/>
                <a:gdLst/>
                <a:ahLst/>
                <a:cxnLst/>
                <a:rect l="l" t="t" r="r" b="b"/>
                <a:pathLst>
                  <a:path w="433" h="394" extrusionOk="0">
                    <a:moveTo>
                      <a:pt x="250" y="394"/>
                    </a:moveTo>
                    <a:lnTo>
                      <a:pt x="433" y="394"/>
                    </a:lnTo>
                    <a:lnTo>
                      <a:pt x="433" y="0"/>
                    </a:lnTo>
                    <a:lnTo>
                      <a:pt x="0" y="249"/>
                    </a:lnTo>
                    <a:lnTo>
                      <a:pt x="250" y="39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7" name="Google Shape;187;p185"/>
              <p:cNvSpPr/>
              <p:nvPr/>
            </p:nvSpPr>
            <p:spPr>
              <a:xfrm>
                <a:off x="9377362" y="5818187"/>
                <a:ext cx="701675" cy="809625"/>
              </a:xfrm>
              <a:custGeom>
                <a:avLst/>
                <a:gdLst/>
                <a:ahLst/>
                <a:cxnLst/>
                <a:rect l="l" t="t" r="r" b="b"/>
                <a:pathLst>
                  <a:path w="442" h="510" extrusionOk="0">
                    <a:moveTo>
                      <a:pt x="0" y="254"/>
                    </a:moveTo>
                    <a:lnTo>
                      <a:pt x="0" y="254"/>
                    </a:lnTo>
                    <a:lnTo>
                      <a:pt x="442" y="510"/>
                    </a:lnTo>
                    <a:lnTo>
                      <a:pt x="442" y="0"/>
                    </a:lnTo>
                    <a:lnTo>
                      <a:pt x="0" y="254"/>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8" name="Google Shape;188;p185"/>
              <p:cNvSpPr/>
              <p:nvPr/>
            </p:nvSpPr>
            <p:spPr>
              <a:xfrm>
                <a:off x="10079037" y="6627812"/>
                <a:ext cx="396875" cy="230188"/>
              </a:xfrm>
              <a:custGeom>
                <a:avLst/>
                <a:gdLst/>
                <a:ahLst/>
                <a:cxnLst/>
                <a:rect l="l" t="t" r="r" b="b"/>
                <a:pathLst>
                  <a:path w="250" h="145" extrusionOk="0">
                    <a:moveTo>
                      <a:pt x="0" y="0"/>
                    </a:moveTo>
                    <a:lnTo>
                      <a:pt x="0" y="0"/>
                    </a:lnTo>
                    <a:lnTo>
                      <a:pt x="0" y="145"/>
                    </a:lnTo>
                    <a:lnTo>
                      <a:pt x="250" y="145"/>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9" name="Google Shape;189;p185"/>
              <p:cNvSpPr/>
              <p:nvPr/>
            </p:nvSpPr>
            <p:spPr>
              <a:xfrm>
                <a:off x="10079037" y="6224587"/>
                <a:ext cx="706438" cy="633413"/>
              </a:xfrm>
              <a:custGeom>
                <a:avLst/>
                <a:gdLst/>
                <a:ahLst/>
                <a:cxnLst/>
                <a:rect l="l" t="t" r="r" b="b"/>
                <a:pathLst>
                  <a:path w="445" h="399" extrusionOk="0">
                    <a:moveTo>
                      <a:pt x="0" y="254"/>
                    </a:moveTo>
                    <a:lnTo>
                      <a:pt x="250" y="399"/>
                    </a:lnTo>
                    <a:lnTo>
                      <a:pt x="445" y="399"/>
                    </a:lnTo>
                    <a:lnTo>
                      <a:pt x="445" y="0"/>
                    </a:lnTo>
                    <a:lnTo>
                      <a:pt x="0" y="254"/>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0" name="Google Shape;190;p185"/>
              <p:cNvSpPr/>
              <p:nvPr/>
            </p:nvSpPr>
            <p:spPr>
              <a:xfrm>
                <a:off x="10079037" y="5818187"/>
                <a:ext cx="706438" cy="809625"/>
              </a:xfrm>
              <a:custGeom>
                <a:avLst/>
                <a:gdLst/>
                <a:ahLst/>
                <a:cxnLst/>
                <a:rect l="l" t="t" r="r" b="b"/>
                <a:pathLst>
                  <a:path w="445" h="510" extrusionOk="0">
                    <a:moveTo>
                      <a:pt x="445" y="254"/>
                    </a:moveTo>
                    <a:lnTo>
                      <a:pt x="445" y="254"/>
                    </a:lnTo>
                    <a:lnTo>
                      <a:pt x="0" y="0"/>
                    </a:lnTo>
                    <a:lnTo>
                      <a:pt x="0" y="510"/>
                    </a:lnTo>
                    <a:lnTo>
                      <a:pt x="0" y="510"/>
                    </a:lnTo>
                    <a:lnTo>
                      <a:pt x="445" y="256"/>
                    </a:lnTo>
                    <a:lnTo>
                      <a:pt x="445"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1" name="Google Shape;191;p185"/>
              <p:cNvSpPr/>
              <p:nvPr/>
            </p:nvSpPr>
            <p:spPr>
              <a:xfrm>
                <a:off x="10785475" y="3389312"/>
                <a:ext cx="701675" cy="809625"/>
              </a:xfrm>
              <a:custGeom>
                <a:avLst/>
                <a:gdLst/>
                <a:ahLst/>
                <a:cxnLst/>
                <a:rect l="l" t="t" r="r" b="b"/>
                <a:pathLst>
                  <a:path w="442" h="510" extrusionOk="0">
                    <a:moveTo>
                      <a:pt x="442" y="0"/>
                    </a:moveTo>
                    <a:lnTo>
                      <a:pt x="0" y="254"/>
                    </a:lnTo>
                    <a:lnTo>
                      <a:pt x="0" y="254"/>
                    </a:lnTo>
                    <a:lnTo>
                      <a:pt x="442" y="510"/>
                    </a:lnTo>
                    <a:lnTo>
                      <a:pt x="44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2" name="Google Shape;192;p185"/>
              <p:cNvSpPr/>
              <p:nvPr/>
            </p:nvSpPr>
            <p:spPr>
              <a:xfrm>
                <a:off x="10785475" y="3792537"/>
                <a:ext cx="701675" cy="809625"/>
              </a:xfrm>
              <a:custGeom>
                <a:avLst/>
                <a:gdLst/>
                <a:ahLst/>
                <a:cxnLst/>
                <a:rect l="l" t="t" r="r" b="b"/>
                <a:pathLst>
                  <a:path w="442" h="510" extrusionOk="0">
                    <a:moveTo>
                      <a:pt x="442" y="256"/>
                    </a:moveTo>
                    <a:lnTo>
                      <a:pt x="0" y="0"/>
                    </a:lnTo>
                    <a:lnTo>
                      <a:pt x="0" y="510"/>
                    </a:lnTo>
                    <a:lnTo>
                      <a:pt x="0" y="510"/>
                    </a:lnTo>
                    <a:lnTo>
                      <a:pt x="442" y="256"/>
                    </a:lnTo>
                    <a:lnTo>
                      <a:pt x="442" y="256"/>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3" name="Google Shape;193;p185"/>
              <p:cNvSpPr/>
              <p:nvPr/>
            </p:nvSpPr>
            <p:spPr>
              <a:xfrm>
                <a:off x="10785475" y="4198937"/>
                <a:ext cx="701675" cy="809625"/>
              </a:xfrm>
              <a:custGeom>
                <a:avLst/>
                <a:gdLst/>
                <a:ahLst/>
                <a:cxnLst/>
                <a:rect l="l" t="t" r="r" b="b"/>
                <a:pathLst>
                  <a:path w="442" h="510" extrusionOk="0">
                    <a:moveTo>
                      <a:pt x="0" y="254"/>
                    </a:moveTo>
                    <a:lnTo>
                      <a:pt x="442" y="510"/>
                    </a:lnTo>
                    <a:lnTo>
                      <a:pt x="442" y="0"/>
                    </a:lnTo>
                    <a:lnTo>
                      <a:pt x="0" y="25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4" name="Google Shape;194;p185"/>
              <p:cNvSpPr/>
              <p:nvPr/>
            </p:nvSpPr>
            <p:spPr>
              <a:xfrm>
                <a:off x="11487150" y="4198937"/>
                <a:ext cx="687388" cy="809625"/>
              </a:xfrm>
              <a:custGeom>
                <a:avLst/>
                <a:gdLst/>
                <a:ahLst/>
                <a:cxnLst/>
                <a:rect l="l" t="t" r="r" b="b"/>
                <a:pathLst>
                  <a:path w="433" h="510" extrusionOk="0">
                    <a:moveTo>
                      <a:pt x="0" y="0"/>
                    </a:moveTo>
                    <a:lnTo>
                      <a:pt x="0" y="0"/>
                    </a:lnTo>
                    <a:lnTo>
                      <a:pt x="0" y="510"/>
                    </a:lnTo>
                    <a:lnTo>
                      <a:pt x="433" y="261"/>
                    </a:lnTo>
                    <a:lnTo>
                      <a:pt x="433" y="249"/>
                    </a:lnTo>
                    <a:lnTo>
                      <a:pt x="0"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5" name="Google Shape;195;p185"/>
              <p:cNvSpPr/>
              <p:nvPr/>
            </p:nvSpPr>
            <p:spPr>
              <a:xfrm>
                <a:off x="11487150" y="3803650"/>
                <a:ext cx="687388" cy="790575"/>
              </a:xfrm>
              <a:custGeom>
                <a:avLst/>
                <a:gdLst/>
                <a:ahLst/>
                <a:cxnLst/>
                <a:rect l="l" t="t" r="r" b="b"/>
                <a:pathLst>
                  <a:path w="433" h="498" extrusionOk="0">
                    <a:moveTo>
                      <a:pt x="433" y="0"/>
                    </a:moveTo>
                    <a:lnTo>
                      <a:pt x="0" y="249"/>
                    </a:lnTo>
                    <a:lnTo>
                      <a:pt x="433" y="498"/>
                    </a:lnTo>
                    <a:lnTo>
                      <a:pt x="4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6" name="Google Shape;196;p185"/>
              <p:cNvSpPr/>
              <p:nvPr/>
            </p:nvSpPr>
            <p:spPr>
              <a:xfrm>
                <a:off x="11737975" y="2130425"/>
                <a:ext cx="201613" cy="233363"/>
              </a:xfrm>
              <a:custGeom>
                <a:avLst/>
                <a:gdLst/>
                <a:ahLst/>
                <a:cxnLst/>
                <a:rect l="l" t="t" r="r" b="b"/>
                <a:pathLst>
                  <a:path w="127" h="147" extrusionOk="0">
                    <a:moveTo>
                      <a:pt x="127" y="147"/>
                    </a:moveTo>
                    <a:lnTo>
                      <a:pt x="127" y="0"/>
                    </a:lnTo>
                    <a:lnTo>
                      <a:pt x="0" y="73"/>
                    </a:lnTo>
                    <a:lnTo>
                      <a:pt x="127" y="147"/>
                    </a:lnTo>
                    <a:lnTo>
                      <a:pt x="127" y="14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7" name="Google Shape;197;p185"/>
              <p:cNvSpPr/>
              <p:nvPr/>
            </p:nvSpPr>
            <p:spPr>
              <a:xfrm>
                <a:off x="11487150" y="2576512"/>
                <a:ext cx="701675" cy="812800"/>
              </a:xfrm>
              <a:custGeom>
                <a:avLst/>
                <a:gdLst/>
                <a:ahLst/>
                <a:cxnLst/>
                <a:rect l="l" t="t" r="r" b="b"/>
                <a:pathLst>
                  <a:path w="442" h="512" extrusionOk="0">
                    <a:moveTo>
                      <a:pt x="0" y="0"/>
                    </a:moveTo>
                    <a:lnTo>
                      <a:pt x="0" y="510"/>
                    </a:lnTo>
                    <a:lnTo>
                      <a:pt x="0" y="512"/>
                    </a:lnTo>
                    <a:lnTo>
                      <a:pt x="442" y="256"/>
                    </a:lnTo>
                    <a:lnTo>
                      <a:pt x="442" y="256"/>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8" name="Google Shape;198;p185"/>
              <p:cNvSpPr/>
              <p:nvPr/>
            </p:nvSpPr>
            <p:spPr>
              <a:xfrm>
                <a:off x="11487150" y="5818187"/>
                <a:ext cx="687388" cy="809625"/>
              </a:xfrm>
              <a:custGeom>
                <a:avLst/>
                <a:gdLst/>
                <a:ahLst/>
                <a:cxnLst/>
                <a:rect l="l" t="t" r="r" b="b"/>
                <a:pathLst>
                  <a:path w="433" h="510" extrusionOk="0">
                    <a:moveTo>
                      <a:pt x="125" y="72"/>
                    </a:moveTo>
                    <a:lnTo>
                      <a:pt x="0" y="0"/>
                    </a:lnTo>
                    <a:lnTo>
                      <a:pt x="0" y="510"/>
                    </a:lnTo>
                    <a:lnTo>
                      <a:pt x="0" y="510"/>
                    </a:lnTo>
                    <a:lnTo>
                      <a:pt x="433" y="261"/>
                    </a:lnTo>
                    <a:lnTo>
                      <a:pt x="433" y="250"/>
                    </a:lnTo>
                    <a:lnTo>
                      <a:pt x="125" y="72"/>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9" name="Google Shape;199;p185"/>
              <p:cNvSpPr/>
              <p:nvPr/>
            </p:nvSpPr>
            <p:spPr>
              <a:xfrm>
                <a:off x="11487150" y="4613275"/>
                <a:ext cx="687388" cy="792163"/>
              </a:xfrm>
              <a:custGeom>
                <a:avLst/>
                <a:gdLst/>
                <a:ahLst/>
                <a:cxnLst/>
                <a:rect l="l" t="t" r="r" b="b"/>
                <a:pathLst>
                  <a:path w="433" h="499" extrusionOk="0">
                    <a:moveTo>
                      <a:pt x="433" y="0"/>
                    </a:moveTo>
                    <a:lnTo>
                      <a:pt x="0" y="249"/>
                    </a:lnTo>
                    <a:lnTo>
                      <a:pt x="0" y="249"/>
                    </a:lnTo>
                    <a:lnTo>
                      <a:pt x="433" y="499"/>
                    </a:lnTo>
                    <a:lnTo>
                      <a:pt x="43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0" name="Google Shape;200;p185"/>
              <p:cNvSpPr/>
              <p:nvPr/>
            </p:nvSpPr>
            <p:spPr>
              <a:xfrm>
                <a:off x="11487150" y="5008562"/>
                <a:ext cx="687388" cy="809625"/>
              </a:xfrm>
              <a:custGeom>
                <a:avLst/>
                <a:gdLst/>
                <a:ahLst/>
                <a:cxnLst/>
                <a:rect l="l" t="t" r="r" b="b"/>
                <a:pathLst>
                  <a:path w="433" h="510" extrusionOk="0">
                    <a:moveTo>
                      <a:pt x="433" y="250"/>
                    </a:moveTo>
                    <a:lnTo>
                      <a:pt x="0" y="0"/>
                    </a:lnTo>
                    <a:lnTo>
                      <a:pt x="0" y="510"/>
                    </a:lnTo>
                    <a:lnTo>
                      <a:pt x="0" y="510"/>
                    </a:lnTo>
                    <a:lnTo>
                      <a:pt x="433" y="261"/>
                    </a:lnTo>
                    <a:lnTo>
                      <a:pt x="433" y="25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1" name="Google Shape;201;p185"/>
              <p:cNvSpPr/>
              <p:nvPr/>
            </p:nvSpPr>
            <p:spPr>
              <a:xfrm>
                <a:off x="11487150" y="5422900"/>
                <a:ext cx="687388" cy="792163"/>
              </a:xfrm>
              <a:custGeom>
                <a:avLst/>
                <a:gdLst/>
                <a:ahLst/>
                <a:cxnLst/>
                <a:rect l="l" t="t" r="r" b="b"/>
                <a:pathLst>
                  <a:path w="433" h="499" extrusionOk="0">
                    <a:moveTo>
                      <a:pt x="433" y="0"/>
                    </a:moveTo>
                    <a:lnTo>
                      <a:pt x="0" y="249"/>
                    </a:lnTo>
                    <a:lnTo>
                      <a:pt x="125" y="321"/>
                    </a:lnTo>
                    <a:lnTo>
                      <a:pt x="433" y="499"/>
                    </a:lnTo>
                    <a:lnTo>
                      <a:pt x="43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2" name="Google Shape;202;p185"/>
              <p:cNvSpPr/>
              <p:nvPr/>
            </p:nvSpPr>
            <p:spPr>
              <a:xfrm>
                <a:off x="11685587" y="5932487"/>
                <a:ext cx="488950" cy="282575"/>
              </a:xfrm>
              <a:custGeom>
                <a:avLst/>
                <a:gdLst/>
                <a:ahLst/>
                <a:cxnLst/>
                <a:rect l="l" t="t" r="r" b="b"/>
                <a:pathLst>
                  <a:path w="308" h="178" extrusionOk="0">
                    <a:moveTo>
                      <a:pt x="308" y="178"/>
                    </a:moveTo>
                    <a:lnTo>
                      <a:pt x="0" y="0"/>
                    </a:lnTo>
                    <a:lnTo>
                      <a:pt x="308" y="178"/>
                    </a:lnTo>
                    <a:lnTo>
                      <a:pt x="308" y="178"/>
                    </a:lnTo>
                    <a:close/>
                  </a:path>
                </a:pathLst>
              </a:custGeom>
              <a:solidFill>
                <a:srgbClr val="00A6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03" name="Google Shape;203;p185"/>
            <p:cNvSpPr/>
            <p:nvPr/>
          </p:nvSpPr>
          <p:spPr>
            <a:xfrm rot="10800000">
              <a:off x="2853998" y="686979"/>
              <a:ext cx="591204" cy="690398"/>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rgbClr val="C4C4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Our Service">
  <p:cSld name="Our Service">
    <p:spTree>
      <p:nvGrpSpPr>
        <p:cNvPr id="1" name="Shape 204"/>
        <p:cNvGrpSpPr/>
        <p:nvPr/>
      </p:nvGrpSpPr>
      <p:grpSpPr>
        <a:xfrm>
          <a:off x="0" y="0"/>
          <a:ext cx="0" cy="0"/>
          <a:chOff x="0" y="0"/>
          <a:chExt cx="0" cy="0"/>
        </a:xfrm>
      </p:grpSpPr>
      <p:sp>
        <p:nvSpPr>
          <p:cNvPr id="205" name="Google Shape;205;p18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18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8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8" name="Google Shape;208;p186"/>
          <p:cNvSpPr/>
          <p:nvPr/>
        </p:nvSpPr>
        <p:spPr>
          <a:xfrm>
            <a:off x="0" y="708746"/>
            <a:ext cx="6094411"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09" name="Google Shape;209;p186"/>
          <p:cNvSpPr/>
          <p:nvPr/>
        </p:nvSpPr>
        <p:spPr>
          <a:xfrm>
            <a:off x="616764" y="1532063"/>
            <a:ext cx="10947963" cy="2880320"/>
          </a:xfrm>
          <a:prstGeom prst="rect">
            <a:avLst/>
          </a:pr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0" name="Google Shape;210;p186"/>
          <p:cNvSpPr>
            <a:spLocks noGrp="1"/>
          </p:cNvSpPr>
          <p:nvPr>
            <p:ph type="pic" idx="2"/>
          </p:nvPr>
        </p:nvSpPr>
        <p:spPr>
          <a:xfrm>
            <a:off x="1295633" y="2078160"/>
            <a:ext cx="4458409" cy="1800225"/>
          </a:xfrm>
          <a:prstGeom prst="rect">
            <a:avLst/>
          </a:prstGeom>
          <a:solidFill>
            <a:srgbClr val="D8D8D8"/>
          </a:solidFill>
          <a:ln>
            <a:noFill/>
          </a:ln>
        </p:spPr>
      </p:sp>
      <p:sp>
        <p:nvSpPr>
          <p:cNvPr id="211" name="Google Shape;211;p186"/>
          <p:cNvSpPr>
            <a:spLocks noGrp="1"/>
          </p:cNvSpPr>
          <p:nvPr>
            <p:ph type="pic" idx="3"/>
          </p:nvPr>
        </p:nvSpPr>
        <p:spPr>
          <a:xfrm>
            <a:off x="6420125" y="2078160"/>
            <a:ext cx="4458409" cy="1800225"/>
          </a:xfrm>
          <a:prstGeom prst="rect">
            <a:avLst/>
          </a:prstGeom>
          <a:solidFill>
            <a:srgbClr val="D8D8D8"/>
          </a:solidFill>
          <a:ln>
            <a:noFill/>
          </a:ln>
        </p:spPr>
      </p:sp>
      <p:sp>
        <p:nvSpPr>
          <p:cNvPr id="212" name="Google Shape;212;p186"/>
          <p:cNvSpPr txBox="1">
            <a:spLocks noGrp="1"/>
          </p:cNvSpPr>
          <p:nvPr>
            <p:ph type="body" idx="1"/>
          </p:nvPr>
        </p:nvSpPr>
        <p:spPr>
          <a:xfrm>
            <a:off x="0" y="794684"/>
            <a:ext cx="5754688"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3" name="Google Shape;213;p186"/>
          <p:cNvSpPr txBox="1">
            <a:spLocks noGrp="1"/>
          </p:cNvSpPr>
          <p:nvPr>
            <p:ph type="body" idx="4"/>
          </p:nvPr>
        </p:nvSpPr>
        <p:spPr>
          <a:xfrm>
            <a:off x="1295633"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4" name="Google Shape;214;p186"/>
          <p:cNvSpPr txBox="1">
            <a:spLocks noGrp="1"/>
          </p:cNvSpPr>
          <p:nvPr>
            <p:ph type="body" idx="5"/>
          </p:nvPr>
        </p:nvSpPr>
        <p:spPr>
          <a:xfrm>
            <a:off x="1295633"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5" name="Google Shape;215;p186"/>
          <p:cNvSpPr txBox="1">
            <a:spLocks noGrp="1"/>
          </p:cNvSpPr>
          <p:nvPr>
            <p:ph type="body" idx="6"/>
          </p:nvPr>
        </p:nvSpPr>
        <p:spPr>
          <a:xfrm>
            <a:off x="6391740"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6" name="Google Shape;216;p186"/>
          <p:cNvSpPr txBox="1">
            <a:spLocks noGrp="1"/>
          </p:cNvSpPr>
          <p:nvPr>
            <p:ph type="body" idx="7"/>
          </p:nvPr>
        </p:nvSpPr>
        <p:spPr>
          <a:xfrm>
            <a:off x="6391740"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he Team">
  <p:cSld name="The Team">
    <p:spTree>
      <p:nvGrpSpPr>
        <p:cNvPr id="1" name="Shape 217"/>
        <p:cNvGrpSpPr/>
        <p:nvPr/>
      </p:nvGrpSpPr>
      <p:grpSpPr>
        <a:xfrm>
          <a:off x="0" y="0"/>
          <a:ext cx="0" cy="0"/>
          <a:chOff x="0" y="0"/>
          <a:chExt cx="0" cy="0"/>
        </a:xfrm>
      </p:grpSpPr>
      <p:sp>
        <p:nvSpPr>
          <p:cNvPr id="218" name="Google Shape;218;p187"/>
          <p:cNvSpPr/>
          <p:nvPr/>
        </p:nvSpPr>
        <p:spPr>
          <a:xfrm>
            <a:off x="-41943" y="0"/>
            <a:ext cx="4402929"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9" name="Google Shape;219;p18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8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187"/>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2" name="Google Shape;222;p187"/>
          <p:cNvSpPr txBox="1">
            <a:spLocks noGrp="1"/>
          </p:cNvSpPr>
          <p:nvPr>
            <p:ph type="body" idx="1"/>
          </p:nvPr>
        </p:nvSpPr>
        <p:spPr>
          <a:xfrm>
            <a:off x="602805" y="1060150"/>
            <a:ext cx="3547750" cy="649288"/>
          </a:xfrm>
          <a:prstGeom prst="rect">
            <a:avLst/>
          </a:prstGeom>
          <a:noFill/>
          <a:ln>
            <a:noFill/>
          </a:ln>
        </p:spPr>
        <p:txBody>
          <a:bodyPr spcFirstLastPara="1" wrap="square" lIns="121875" tIns="60925" rIns="121875" bIns="60925" anchor="ctr" anchorCtr="0">
            <a:noAutofit/>
          </a:bodyPr>
          <a:lstStyle>
            <a:lvl1pPr marL="457200" lvl="0" indent="-228600" algn="r">
              <a:lnSpc>
                <a:spcPct val="80000"/>
              </a:lnSpc>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3" name="Google Shape;223;p187"/>
          <p:cNvSpPr>
            <a:spLocks noGrp="1"/>
          </p:cNvSpPr>
          <p:nvPr>
            <p:ph type="pic" idx="2"/>
          </p:nvPr>
        </p:nvSpPr>
        <p:spPr>
          <a:xfrm>
            <a:off x="4364494" y="2060843"/>
            <a:ext cx="1352103" cy="1352103"/>
          </a:xfrm>
          <a:prstGeom prst="rect">
            <a:avLst/>
          </a:prstGeom>
          <a:noFill/>
          <a:ln>
            <a:noFill/>
          </a:ln>
        </p:spPr>
      </p:sp>
      <p:sp>
        <p:nvSpPr>
          <p:cNvPr id="224" name="Google Shape;224;p187"/>
          <p:cNvSpPr>
            <a:spLocks noGrp="1"/>
          </p:cNvSpPr>
          <p:nvPr>
            <p:ph type="pic" idx="3"/>
          </p:nvPr>
        </p:nvSpPr>
        <p:spPr>
          <a:xfrm>
            <a:off x="5720105" y="2060843"/>
            <a:ext cx="1352103" cy="1352103"/>
          </a:xfrm>
          <a:prstGeom prst="rect">
            <a:avLst/>
          </a:prstGeom>
          <a:noFill/>
          <a:ln>
            <a:noFill/>
          </a:ln>
        </p:spPr>
      </p:sp>
      <p:sp>
        <p:nvSpPr>
          <p:cNvPr id="225" name="Google Shape;225;p187"/>
          <p:cNvSpPr>
            <a:spLocks noGrp="1"/>
          </p:cNvSpPr>
          <p:nvPr>
            <p:ph type="pic" idx="4"/>
          </p:nvPr>
        </p:nvSpPr>
        <p:spPr>
          <a:xfrm>
            <a:off x="8819301" y="724645"/>
            <a:ext cx="1352103" cy="1352103"/>
          </a:xfrm>
          <a:prstGeom prst="rect">
            <a:avLst/>
          </a:prstGeom>
          <a:noFill/>
          <a:ln>
            <a:noFill/>
          </a:ln>
        </p:spPr>
      </p:sp>
      <p:sp>
        <p:nvSpPr>
          <p:cNvPr id="226" name="Google Shape;226;p187"/>
          <p:cNvSpPr>
            <a:spLocks noGrp="1"/>
          </p:cNvSpPr>
          <p:nvPr>
            <p:ph type="pic" idx="5"/>
          </p:nvPr>
        </p:nvSpPr>
        <p:spPr>
          <a:xfrm>
            <a:off x="5722876" y="4760031"/>
            <a:ext cx="1352103" cy="1352103"/>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mpany Profile">
  <p:cSld name="Company Profile">
    <p:spTree>
      <p:nvGrpSpPr>
        <p:cNvPr id="1" name="Shape 227"/>
        <p:cNvGrpSpPr/>
        <p:nvPr/>
      </p:nvGrpSpPr>
      <p:grpSpPr>
        <a:xfrm>
          <a:off x="0" y="0"/>
          <a:ext cx="0" cy="0"/>
          <a:chOff x="0" y="0"/>
          <a:chExt cx="0" cy="0"/>
        </a:xfrm>
      </p:grpSpPr>
      <p:sp>
        <p:nvSpPr>
          <p:cNvPr id="228" name="Google Shape;228;p18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8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188"/>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1" name="Google Shape;231;p188"/>
          <p:cNvSpPr/>
          <p:nvPr/>
        </p:nvSpPr>
        <p:spPr>
          <a:xfrm>
            <a:off x="1" y="708746"/>
            <a:ext cx="4942284" cy="82128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2" name="Google Shape;232;p188"/>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3" name="Google Shape;233;p188"/>
          <p:cNvSpPr>
            <a:spLocks noGrp="1"/>
          </p:cNvSpPr>
          <p:nvPr>
            <p:ph type="pic" idx="2"/>
          </p:nvPr>
        </p:nvSpPr>
        <p:spPr>
          <a:xfrm>
            <a:off x="0" y="1529910"/>
            <a:ext cx="4942284" cy="3411257"/>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roject Two Column">
  <p:cSld name="Project Two Column">
    <p:spTree>
      <p:nvGrpSpPr>
        <p:cNvPr id="1" name="Shape 234"/>
        <p:cNvGrpSpPr/>
        <p:nvPr/>
      </p:nvGrpSpPr>
      <p:grpSpPr>
        <a:xfrm>
          <a:off x="0" y="0"/>
          <a:ext cx="0" cy="0"/>
          <a:chOff x="0" y="0"/>
          <a:chExt cx="0" cy="0"/>
        </a:xfrm>
      </p:grpSpPr>
      <p:sp>
        <p:nvSpPr>
          <p:cNvPr id="235" name="Google Shape;235;p18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8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189"/>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8" name="Google Shape;238;p189"/>
          <p:cNvSpPr/>
          <p:nvPr/>
        </p:nvSpPr>
        <p:spPr>
          <a:xfrm>
            <a:off x="1" y="708746"/>
            <a:ext cx="4942284" cy="8212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9" name="Google Shape;239;p189"/>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0" name="Google Shape;240;p189"/>
          <p:cNvSpPr>
            <a:spLocks noGrp="1"/>
          </p:cNvSpPr>
          <p:nvPr>
            <p:ph type="pic" idx="2"/>
          </p:nvPr>
        </p:nvSpPr>
        <p:spPr>
          <a:xfrm>
            <a:off x="609599" y="1529909"/>
            <a:ext cx="5439509" cy="4419363"/>
          </a:xfrm>
          <a:prstGeom prst="rect">
            <a:avLst/>
          </a:prstGeom>
          <a:noFill/>
          <a:ln>
            <a:noFill/>
          </a:ln>
        </p:spPr>
      </p:sp>
      <p:sp>
        <p:nvSpPr>
          <p:cNvPr id="241" name="Google Shape;241;p189"/>
          <p:cNvSpPr>
            <a:spLocks noGrp="1"/>
          </p:cNvSpPr>
          <p:nvPr>
            <p:ph type="pic" idx="3"/>
          </p:nvPr>
        </p:nvSpPr>
        <p:spPr>
          <a:xfrm>
            <a:off x="6131169" y="1529909"/>
            <a:ext cx="5439509" cy="4419363"/>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Our Appraoch">
  <p:cSld name="Our Appraoch">
    <p:spTree>
      <p:nvGrpSpPr>
        <p:cNvPr id="1" name="Shape 242"/>
        <p:cNvGrpSpPr/>
        <p:nvPr/>
      </p:nvGrpSpPr>
      <p:grpSpPr>
        <a:xfrm>
          <a:off x="0" y="0"/>
          <a:ext cx="0" cy="0"/>
          <a:chOff x="0" y="0"/>
          <a:chExt cx="0" cy="0"/>
        </a:xfrm>
      </p:grpSpPr>
      <p:sp>
        <p:nvSpPr>
          <p:cNvPr id="243" name="Google Shape;243;p19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19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190"/>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190"/>
          <p:cNvSpPr/>
          <p:nvPr/>
        </p:nvSpPr>
        <p:spPr>
          <a:xfrm>
            <a:off x="1" y="708746"/>
            <a:ext cx="4942284" cy="8212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47" name="Google Shape;247;p190"/>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8" name="Google Shape;248;p190"/>
          <p:cNvSpPr>
            <a:spLocks noGrp="1"/>
          </p:cNvSpPr>
          <p:nvPr>
            <p:ph type="pic" idx="2"/>
          </p:nvPr>
        </p:nvSpPr>
        <p:spPr>
          <a:xfrm>
            <a:off x="609599" y="1529909"/>
            <a:ext cx="10961079" cy="2475155"/>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Project Tree Column">
  <p:cSld name="Project Tree Column">
    <p:spTree>
      <p:nvGrpSpPr>
        <p:cNvPr id="1" name="Shape 249"/>
        <p:cNvGrpSpPr/>
        <p:nvPr/>
      </p:nvGrpSpPr>
      <p:grpSpPr>
        <a:xfrm>
          <a:off x="0" y="0"/>
          <a:ext cx="0" cy="0"/>
          <a:chOff x="0" y="0"/>
          <a:chExt cx="0" cy="0"/>
        </a:xfrm>
      </p:grpSpPr>
      <p:sp>
        <p:nvSpPr>
          <p:cNvPr id="250" name="Google Shape;250;p19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19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191"/>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3" name="Google Shape;253;p191"/>
          <p:cNvSpPr/>
          <p:nvPr/>
        </p:nvSpPr>
        <p:spPr>
          <a:xfrm>
            <a:off x="1" y="708746"/>
            <a:ext cx="4942284"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54" name="Google Shape;254;p191"/>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5" name="Google Shape;255;p191"/>
          <p:cNvSpPr>
            <a:spLocks noGrp="1"/>
          </p:cNvSpPr>
          <p:nvPr>
            <p:ph type="pic" idx="2"/>
          </p:nvPr>
        </p:nvSpPr>
        <p:spPr>
          <a:xfrm>
            <a:off x="609441" y="1529909"/>
            <a:ext cx="3605855" cy="4419363"/>
          </a:xfrm>
          <a:prstGeom prst="rect">
            <a:avLst/>
          </a:prstGeom>
          <a:noFill/>
          <a:ln>
            <a:noFill/>
          </a:ln>
        </p:spPr>
      </p:sp>
      <p:sp>
        <p:nvSpPr>
          <p:cNvPr id="256" name="Google Shape;256;p191"/>
          <p:cNvSpPr>
            <a:spLocks noGrp="1"/>
          </p:cNvSpPr>
          <p:nvPr>
            <p:ph type="pic" idx="3"/>
          </p:nvPr>
        </p:nvSpPr>
        <p:spPr>
          <a:xfrm>
            <a:off x="4298073" y="1529909"/>
            <a:ext cx="3605855" cy="4419363"/>
          </a:xfrm>
          <a:prstGeom prst="rect">
            <a:avLst/>
          </a:prstGeom>
          <a:noFill/>
          <a:ln>
            <a:noFill/>
          </a:ln>
        </p:spPr>
      </p:sp>
      <p:sp>
        <p:nvSpPr>
          <p:cNvPr id="257" name="Google Shape;257;p191"/>
          <p:cNvSpPr>
            <a:spLocks noGrp="1"/>
          </p:cNvSpPr>
          <p:nvPr>
            <p:ph type="pic" idx="4"/>
          </p:nvPr>
        </p:nvSpPr>
        <p:spPr>
          <a:xfrm>
            <a:off x="7986705" y="1529909"/>
            <a:ext cx="3605855" cy="4419363"/>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8"/>
        <p:cNvGrpSpPr/>
        <p:nvPr/>
      </p:nvGrpSpPr>
      <p:grpSpPr>
        <a:xfrm>
          <a:off x="0" y="0"/>
          <a:ext cx="0" cy="0"/>
          <a:chOff x="0" y="0"/>
          <a:chExt cx="0" cy="0"/>
        </a:xfrm>
      </p:grpSpPr>
      <p:sp>
        <p:nvSpPr>
          <p:cNvPr id="259" name="Google Shape;259;p192"/>
          <p:cNvSpPr/>
          <p:nvPr/>
        </p:nvSpPr>
        <p:spPr>
          <a:xfrm flipH="1">
            <a:off x="4294212" y="0"/>
            <a:ext cx="7876318"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60" name="Google Shape;260;p192"/>
          <p:cNvSpPr/>
          <p:nvPr/>
        </p:nvSpPr>
        <p:spPr>
          <a:xfrm>
            <a:off x="-39608" y="-3"/>
            <a:ext cx="4333820" cy="4876818"/>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nvGrpSpPr>
          <p:cNvPr id="261" name="Google Shape;261;p192"/>
          <p:cNvGrpSpPr/>
          <p:nvPr/>
        </p:nvGrpSpPr>
        <p:grpSpPr>
          <a:xfrm>
            <a:off x="1" y="0"/>
            <a:ext cx="2601913" cy="2833688"/>
            <a:chOff x="0" y="0"/>
            <a:chExt cx="2601913" cy="2833688"/>
          </a:xfrm>
        </p:grpSpPr>
        <p:sp>
          <p:nvSpPr>
            <p:cNvPr id="262" name="Google Shape;262;p192"/>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3" name="Google Shape;263;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4" name="Google Shape;264;p192"/>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5" name="Google Shape;265;p192"/>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6" name="Google Shape;266;p192"/>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7" name="Google Shape;267;p192"/>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8" name="Google Shape;268;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9" name="Google Shape;269;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0" name="Google Shape;270;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1" name="Google Shape;271;p192"/>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2" name="Google Shape;272;p192"/>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3" name="Google Shape;273;p192"/>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4" name="Google Shape;274;p192"/>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5" name="Google Shape;275;p192"/>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6" name="Google Shape;276;p192"/>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7" name="Google Shape;277;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8" name="Google Shape;278;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9" name="Google Shape;279;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0" name="Google Shape;280;p192"/>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1" name="Google Shape;281;p192"/>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2" name="Google Shape;282;p192"/>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83" name="Google Shape;283;p19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192"/>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192"/>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6" name="Google Shape;286;p192"/>
          <p:cNvSpPr txBox="1">
            <a:spLocks noGrp="1"/>
          </p:cNvSpPr>
          <p:nvPr>
            <p:ph type="title"/>
          </p:nvPr>
        </p:nvSpPr>
        <p:spPr>
          <a:xfrm>
            <a:off x="6094412" y="3789040"/>
            <a:ext cx="5491606" cy="136207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accent3"/>
              </a:buClr>
              <a:buSzPts val="5300"/>
              <a:buFont typeface="Open Sans"/>
              <a:buNone/>
              <a:defRPr sz="5300" b="1" cap="none">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192"/>
          <p:cNvSpPr txBox="1">
            <a:spLocks noGrp="1"/>
          </p:cNvSpPr>
          <p:nvPr>
            <p:ph type="body" idx="1"/>
          </p:nvPr>
        </p:nvSpPr>
        <p:spPr>
          <a:xfrm>
            <a:off x="6094412" y="5319823"/>
            <a:ext cx="5521484" cy="828007"/>
          </a:xfrm>
          <a:prstGeom prst="rect">
            <a:avLst/>
          </a:prstGeom>
          <a:noFill/>
          <a:ln>
            <a:noFill/>
          </a:ln>
        </p:spPr>
        <p:txBody>
          <a:bodyPr spcFirstLastPara="1" wrap="square" lIns="121875" tIns="0" rIns="121875" bIns="0" anchor="t" anchorCtr="0">
            <a:normAutofit/>
          </a:bodyPr>
          <a:lstStyle>
            <a:lvl1pPr marL="457200" lvl="0" indent="-228600" algn="l">
              <a:spcBef>
                <a:spcPts val="320"/>
              </a:spcBef>
              <a:spcAft>
                <a:spcPts val="0"/>
              </a:spcAft>
              <a:buClr>
                <a:schemeClr val="accent3"/>
              </a:buClr>
              <a:buSzPts val="1600"/>
              <a:buNone/>
              <a:defRPr sz="1600">
                <a:solidFill>
                  <a:schemeClr val="accent3"/>
                </a:solidFill>
                <a:latin typeface="Open Sans"/>
                <a:ea typeface="Open Sans"/>
                <a:cs typeface="Open Sans"/>
                <a:sym typeface="Open Sans"/>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Clr>
                <a:srgbClr val="888888"/>
              </a:buClr>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288"/>
        <p:cNvGrpSpPr/>
        <p:nvPr/>
      </p:nvGrpSpPr>
      <p:grpSpPr>
        <a:xfrm>
          <a:off x="0" y="0"/>
          <a:ext cx="0" cy="0"/>
          <a:chOff x="0" y="0"/>
          <a:chExt cx="0" cy="0"/>
        </a:xfrm>
      </p:grpSpPr>
      <p:sp>
        <p:nvSpPr>
          <p:cNvPr id="289" name="Google Shape;289;p193"/>
          <p:cNvSpPr txBox="1">
            <a:spLocks noGrp="1"/>
          </p:cNvSpPr>
          <p:nvPr>
            <p:ph type="title"/>
          </p:nvPr>
        </p:nvSpPr>
        <p:spPr>
          <a:xfrm>
            <a:off x="609441" y="476672"/>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dk1"/>
              </a:buClr>
              <a:buSzPts val="3600"/>
              <a:buFont typeface="Open Sans"/>
              <a:buNone/>
              <a:defRPr sz="3600">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0" name="Google Shape;290;p19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1" name="Google Shape;291;p19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19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3"/>
        <p:cNvGrpSpPr/>
        <p:nvPr/>
      </p:nvGrpSpPr>
      <p:grpSpPr>
        <a:xfrm>
          <a:off x="0" y="0"/>
          <a:ext cx="0" cy="0"/>
          <a:chOff x="0" y="0"/>
          <a:chExt cx="0" cy="0"/>
        </a:xfrm>
      </p:grpSpPr>
      <p:sp>
        <p:nvSpPr>
          <p:cNvPr id="294" name="Google Shape;294;p194"/>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5" name="Google Shape;295;p194"/>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6" name="Google Shape;296;p19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194"/>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194"/>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9"/>
        <p:cNvGrpSpPr/>
        <p:nvPr/>
      </p:nvGrpSpPr>
      <p:grpSpPr>
        <a:xfrm>
          <a:off x="0" y="0"/>
          <a:ext cx="0" cy="0"/>
          <a:chOff x="0" y="0"/>
          <a:chExt cx="0" cy="0"/>
        </a:xfrm>
      </p:grpSpPr>
      <p:sp>
        <p:nvSpPr>
          <p:cNvPr id="300" name="Google Shape;300;p195"/>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195"/>
          <p:cNvSpPr txBox="1">
            <a:spLocks noGrp="1"/>
          </p:cNvSpPr>
          <p:nvPr>
            <p:ph type="body" idx="1"/>
          </p:nvPr>
        </p:nvSpPr>
        <p:spPr>
          <a:xfrm>
            <a:off x="609441"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2" name="Google Shape;302;p195"/>
          <p:cNvSpPr txBox="1">
            <a:spLocks noGrp="1"/>
          </p:cNvSpPr>
          <p:nvPr>
            <p:ph type="body" idx="2"/>
          </p:nvPr>
        </p:nvSpPr>
        <p:spPr>
          <a:xfrm>
            <a:off x="6195986"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3" name="Google Shape;303;p19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4" name="Google Shape;304;p19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19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6"/>
        <p:cNvGrpSpPr/>
        <p:nvPr/>
      </p:nvGrpSpPr>
      <p:grpSpPr>
        <a:xfrm>
          <a:off x="0" y="0"/>
          <a:ext cx="0" cy="0"/>
          <a:chOff x="0" y="0"/>
          <a:chExt cx="0" cy="0"/>
        </a:xfrm>
      </p:grpSpPr>
      <p:sp>
        <p:nvSpPr>
          <p:cNvPr id="307" name="Google Shape;307;p196"/>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8" name="Google Shape;308;p196"/>
          <p:cNvSpPr txBox="1">
            <a:spLocks noGrp="1"/>
          </p:cNvSpPr>
          <p:nvPr>
            <p:ph type="body" idx="1"/>
          </p:nvPr>
        </p:nvSpPr>
        <p:spPr>
          <a:xfrm>
            <a:off x="609441" y="1535113"/>
            <a:ext cx="5385514"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09" name="Google Shape;309;p196"/>
          <p:cNvSpPr txBox="1">
            <a:spLocks noGrp="1"/>
          </p:cNvSpPr>
          <p:nvPr>
            <p:ph type="body" idx="2"/>
          </p:nvPr>
        </p:nvSpPr>
        <p:spPr>
          <a:xfrm>
            <a:off x="609441" y="2174875"/>
            <a:ext cx="5385514"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0" name="Google Shape;310;p196"/>
          <p:cNvSpPr txBox="1">
            <a:spLocks noGrp="1"/>
          </p:cNvSpPr>
          <p:nvPr>
            <p:ph type="body" idx="3"/>
          </p:nvPr>
        </p:nvSpPr>
        <p:spPr>
          <a:xfrm>
            <a:off x="6191756" y="1535113"/>
            <a:ext cx="5387630"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11" name="Google Shape;311;p196"/>
          <p:cNvSpPr txBox="1">
            <a:spLocks noGrp="1"/>
          </p:cNvSpPr>
          <p:nvPr>
            <p:ph type="body" idx="4"/>
          </p:nvPr>
        </p:nvSpPr>
        <p:spPr>
          <a:xfrm>
            <a:off x="6191756" y="2174875"/>
            <a:ext cx="5387630"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2" name="Google Shape;312;p19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3" name="Google Shape;313;p19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4" name="Google Shape;314;p19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5"/>
        <p:cNvGrpSpPr/>
        <p:nvPr/>
      </p:nvGrpSpPr>
      <p:grpSpPr>
        <a:xfrm>
          <a:off x="0" y="0"/>
          <a:ext cx="0" cy="0"/>
          <a:chOff x="0" y="0"/>
          <a:chExt cx="0" cy="0"/>
        </a:xfrm>
      </p:grpSpPr>
      <p:sp>
        <p:nvSpPr>
          <p:cNvPr id="316" name="Google Shape;316;p19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7" name="Google Shape;317;p19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8" name="Google Shape;318;p19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9"/>
        <p:cNvGrpSpPr/>
        <p:nvPr/>
      </p:nvGrpSpPr>
      <p:grpSpPr>
        <a:xfrm>
          <a:off x="0" y="0"/>
          <a:ext cx="0" cy="0"/>
          <a:chOff x="0" y="0"/>
          <a:chExt cx="0" cy="0"/>
        </a:xfrm>
      </p:grpSpPr>
      <p:sp>
        <p:nvSpPr>
          <p:cNvPr id="320" name="Google Shape;320;p198"/>
          <p:cNvSpPr txBox="1">
            <a:spLocks noGrp="1"/>
          </p:cNvSpPr>
          <p:nvPr>
            <p:ph type="title"/>
          </p:nvPr>
        </p:nvSpPr>
        <p:spPr>
          <a:xfrm>
            <a:off x="609443" y="273049"/>
            <a:ext cx="4010039" cy="1162051"/>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198"/>
          <p:cNvSpPr txBox="1">
            <a:spLocks noGrp="1"/>
          </p:cNvSpPr>
          <p:nvPr>
            <p:ph type="body" idx="1"/>
          </p:nvPr>
        </p:nvSpPr>
        <p:spPr>
          <a:xfrm>
            <a:off x="4765492" y="273052"/>
            <a:ext cx="6813892" cy="5853113"/>
          </a:xfrm>
          <a:prstGeom prst="rect">
            <a:avLst/>
          </a:prstGeom>
          <a:noFill/>
          <a:ln>
            <a:noFill/>
          </a:ln>
        </p:spPr>
        <p:txBody>
          <a:bodyPr spcFirstLastPara="1" wrap="square" lIns="121875" tIns="60925" rIns="121875" bIns="60925" anchor="t" anchorCtr="0">
            <a:normAutofit/>
          </a:bodyPr>
          <a:lstStyle>
            <a:lvl1pPr marL="457200" lvl="0" indent="-501650" algn="l">
              <a:spcBef>
                <a:spcPts val="860"/>
              </a:spcBef>
              <a:spcAft>
                <a:spcPts val="0"/>
              </a:spcAft>
              <a:buClr>
                <a:schemeClr val="dk1"/>
              </a:buClr>
              <a:buSzPts val="4300"/>
              <a:buChar char="•"/>
              <a:defRPr sz="4300"/>
            </a:lvl1pPr>
            <a:lvl2pPr marL="914400" lvl="1" indent="-463550" algn="l">
              <a:spcBef>
                <a:spcPts val="740"/>
              </a:spcBef>
              <a:spcAft>
                <a:spcPts val="0"/>
              </a:spcAft>
              <a:buClr>
                <a:schemeClr val="dk1"/>
              </a:buClr>
              <a:buSzPts val="3700"/>
              <a:buChar char="–"/>
              <a:defRPr sz="3700"/>
            </a:lvl2pPr>
            <a:lvl3pPr marL="1371600" lvl="2" indent="-431800" algn="l">
              <a:spcBef>
                <a:spcPts val="640"/>
              </a:spcBef>
              <a:spcAft>
                <a:spcPts val="0"/>
              </a:spcAft>
              <a:buClr>
                <a:schemeClr val="dk1"/>
              </a:buClr>
              <a:buSzPts val="3200"/>
              <a:buChar char="•"/>
              <a:defRPr sz="3200"/>
            </a:lvl3pPr>
            <a:lvl4pPr marL="1828800" lvl="3" indent="-400050" algn="l">
              <a:spcBef>
                <a:spcPts val="540"/>
              </a:spcBef>
              <a:spcAft>
                <a:spcPts val="0"/>
              </a:spcAft>
              <a:buClr>
                <a:schemeClr val="dk1"/>
              </a:buClr>
              <a:buSzPts val="2700"/>
              <a:buChar char="–"/>
              <a:defRPr sz="2700"/>
            </a:lvl4pPr>
            <a:lvl5pPr marL="2286000" lvl="4" indent="-400050" algn="l">
              <a:spcBef>
                <a:spcPts val="540"/>
              </a:spcBef>
              <a:spcAft>
                <a:spcPts val="0"/>
              </a:spcAft>
              <a:buClr>
                <a:schemeClr val="dk1"/>
              </a:buClr>
              <a:buSzPts val="2700"/>
              <a:buChar char="»"/>
              <a:defRPr sz="27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322" name="Google Shape;322;p198"/>
          <p:cNvSpPr txBox="1">
            <a:spLocks noGrp="1"/>
          </p:cNvSpPr>
          <p:nvPr>
            <p:ph type="body" idx="2"/>
          </p:nvPr>
        </p:nvSpPr>
        <p:spPr>
          <a:xfrm>
            <a:off x="609443" y="1435102"/>
            <a:ext cx="4010039" cy="46910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23" name="Google Shape;323;p19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4" name="Google Shape;324;p19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5" name="Google Shape;325;p198"/>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26"/>
        <p:cNvGrpSpPr/>
        <p:nvPr/>
      </p:nvGrpSpPr>
      <p:grpSpPr>
        <a:xfrm>
          <a:off x="0" y="0"/>
          <a:ext cx="0" cy="0"/>
          <a:chOff x="0" y="0"/>
          <a:chExt cx="0" cy="0"/>
        </a:xfrm>
      </p:grpSpPr>
      <p:sp>
        <p:nvSpPr>
          <p:cNvPr id="327" name="Google Shape;327;p199"/>
          <p:cNvSpPr txBox="1">
            <a:spLocks noGrp="1"/>
          </p:cNvSpPr>
          <p:nvPr>
            <p:ph type="title"/>
          </p:nvPr>
        </p:nvSpPr>
        <p:spPr>
          <a:xfrm>
            <a:off x="2389095" y="4800600"/>
            <a:ext cx="7313295"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8" name="Google Shape;328;p199"/>
          <p:cNvSpPr>
            <a:spLocks noGrp="1"/>
          </p:cNvSpPr>
          <p:nvPr>
            <p:ph type="pic" idx="2"/>
          </p:nvPr>
        </p:nvSpPr>
        <p:spPr>
          <a:xfrm>
            <a:off x="2389095" y="612775"/>
            <a:ext cx="7313295" cy="4114800"/>
          </a:xfrm>
          <a:prstGeom prst="rect">
            <a:avLst/>
          </a:prstGeom>
          <a:noFill/>
          <a:ln>
            <a:noFill/>
          </a:ln>
        </p:spPr>
      </p:sp>
      <p:sp>
        <p:nvSpPr>
          <p:cNvPr id="329" name="Google Shape;329;p199"/>
          <p:cNvSpPr txBox="1">
            <a:spLocks noGrp="1"/>
          </p:cNvSpPr>
          <p:nvPr>
            <p:ph type="body" idx="1"/>
          </p:nvPr>
        </p:nvSpPr>
        <p:spPr>
          <a:xfrm>
            <a:off x="2389095" y="5367338"/>
            <a:ext cx="7313295"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30" name="Google Shape;330;p19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p19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19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3"/>
        <p:cNvGrpSpPr/>
        <p:nvPr/>
      </p:nvGrpSpPr>
      <p:grpSpPr>
        <a:xfrm>
          <a:off x="0" y="0"/>
          <a:ext cx="0" cy="0"/>
          <a:chOff x="0" y="0"/>
          <a:chExt cx="0" cy="0"/>
        </a:xfrm>
      </p:grpSpPr>
      <p:sp>
        <p:nvSpPr>
          <p:cNvPr id="334" name="Google Shape;334;p200"/>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5" name="Google Shape;335;p200"/>
          <p:cNvSpPr txBox="1">
            <a:spLocks noGrp="1"/>
          </p:cNvSpPr>
          <p:nvPr>
            <p:ph type="body" idx="1"/>
          </p:nvPr>
        </p:nvSpPr>
        <p:spPr>
          <a:xfrm rot="5400000">
            <a:off x="3600543" y="-1852677"/>
            <a:ext cx="4987739" cy="109699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6" name="Google Shape;336;p20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20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20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9"/>
        <p:cNvGrpSpPr/>
        <p:nvPr/>
      </p:nvGrpSpPr>
      <p:grpSpPr>
        <a:xfrm>
          <a:off x="0" y="0"/>
          <a:ext cx="0" cy="0"/>
          <a:chOff x="0" y="0"/>
          <a:chExt cx="0" cy="0"/>
        </a:xfrm>
      </p:grpSpPr>
      <p:sp>
        <p:nvSpPr>
          <p:cNvPr id="340" name="Google Shape;340;p201"/>
          <p:cNvSpPr txBox="1">
            <a:spLocks noGrp="1"/>
          </p:cNvSpPr>
          <p:nvPr>
            <p:ph type="title"/>
          </p:nvPr>
        </p:nvSpPr>
        <p:spPr>
          <a:xfrm rot="5400000">
            <a:off x="7282379" y="1829159"/>
            <a:ext cx="5851525" cy="2742486"/>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201"/>
          <p:cNvSpPr txBox="1">
            <a:spLocks noGrp="1"/>
          </p:cNvSpPr>
          <p:nvPr>
            <p:ph type="body" idx="1"/>
          </p:nvPr>
        </p:nvSpPr>
        <p:spPr>
          <a:xfrm rot="5400000">
            <a:off x="1695834" y="-811754"/>
            <a:ext cx="5851525" cy="8024310"/>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2" name="Google Shape;342;p20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p20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201"/>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40_Full Blank">
  <p:cSld name="40_Full Blank">
    <p:spTree>
      <p:nvGrpSpPr>
        <p:cNvPr id="1" name="Shape 345"/>
        <p:cNvGrpSpPr/>
        <p:nvPr/>
      </p:nvGrpSpPr>
      <p:grpSpPr>
        <a:xfrm>
          <a:off x="0" y="0"/>
          <a:ext cx="0" cy="0"/>
          <a:chOff x="0" y="0"/>
          <a:chExt cx="0" cy="0"/>
        </a:xfrm>
      </p:grpSpPr>
      <p:sp>
        <p:nvSpPr>
          <p:cNvPr id="346" name="Google Shape;346;p202"/>
          <p:cNvSpPr/>
          <p:nvPr/>
        </p:nvSpPr>
        <p:spPr>
          <a:xfrm>
            <a:off x="0" y="-981"/>
            <a:ext cx="12188825" cy="6867857"/>
          </a:xfrm>
          <a:prstGeom prst="rect">
            <a:avLst/>
          </a:prstGeom>
          <a:solidFill>
            <a:srgbClr val="262626">
              <a:alpha val="9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47" name="Google Shape;347;p202"/>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nvGrpSpPr>
          <p:cNvPr id="348" name="Google Shape;348;p202"/>
          <p:cNvGrpSpPr/>
          <p:nvPr/>
        </p:nvGrpSpPr>
        <p:grpSpPr>
          <a:xfrm>
            <a:off x="531756" y="6037713"/>
            <a:ext cx="495031" cy="493336"/>
            <a:chOff x="5489575" y="1343025"/>
            <a:chExt cx="1724025" cy="1717676"/>
          </a:xfrm>
        </p:grpSpPr>
        <p:sp>
          <p:nvSpPr>
            <p:cNvPr id="349" name="Google Shape;349;p202"/>
            <p:cNvSpPr/>
            <p:nvPr/>
          </p:nvSpPr>
          <p:spPr>
            <a:xfrm>
              <a:off x="6137275" y="1343025"/>
              <a:ext cx="1076325" cy="1074738"/>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0" name="Google Shape;350;p202"/>
            <p:cNvSpPr/>
            <p:nvPr/>
          </p:nvSpPr>
          <p:spPr>
            <a:xfrm>
              <a:off x="5489575" y="2201863"/>
              <a:ext cx="754063" cy="754063"/>
            </a:xfrm>
            <a:custGeom>
              <a:avLst/>
              <a:gdLst/>
              <a:ahLst/>
              <a:cxnLst/>
              <a:rect l="l" t="t" r="r" b="b"/>
              <a:pathLst>
                <a:path w="199" h="199" extrusionOk="0">
                  <a:moveTo>
                    <a:pt x="100" y="0"/>
                  </a:moveTo>
                  <a:cubicBezTo>
                    <a:pt x="45" y="0"/>
                    <a:pt x="0" y="45"/>
                    <a:pt x="0" y="100"/>
                  </a:cubicBezTo>
                  <a:cubicBezTo>
                    <a:pt x="0" y="154"/>
                    <a:pt x="45" y="199"/>
                    <a:pt x="100" y="199"/>
                  </a:cubicBezTo>
                  <a:cubicBezTo>
                    <a:pt x="154" y="199"/>
                    <a:pt x="199" y="154"/>
                    <a:pt x="199" y="100"/>
                  </a:cubicBezTo>
                  <a:cubicBezTo>
                    <a:pt x="199" y="45"/>
                    <a:pt x="154" y="0"/>
                    <a:pt x="100" y="0"/>
                  </a:cubicBezTo>
                  <a:close/>
                  <a:moveTo>
                    <a:pt x="100" y="171"/>
                  </a:moveTo>
                  <a:cubicBezTo>
                    <a:pt x="60" y="171"/>
                    <a:pt x="29" y="139"/>
                    <a:pt x="29" y="100"/>
                  </a:cubicBezTo>
                  <a:cubicBezTo>
                    <a:pt x="29" y="60"/>
                    <a:pt x="60" y="28"/>
                    <a:pt x="100" y="28"/>
                  </a:cubicBezTo>
                  <a:cubicBezTo>
                    <a:pt x="139" y="28"/>
                    <a:pt x="171" y="60"/>
                    <a:pt x="171" y="100"/>
                  </a:cubicBezTo>
                  <a:cubicBezTo>
                    <a:pt x="171" y="139"/>
                    <a:pt x="139" y="171"/>
                    <a:pt x="100" y="171"/>
                  </a:cubicBezTo>
                  <a:close/>
                  <a:moveTo>
                    <a:pt x="100" y="171"/>
                  </a:moveTo>
                  <a:cubicBezTo>
                    <a:pt x="100" y="171"/>
                    <a:pt x="100" y="171"/>
                    <a:pt x="100" y="171"/>
                  </a:cubicBezTo>
                </a:path>
              </a:pathLst>
            </a:cu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1" name="Google Shape;351;p202"/>
            <p:cNvSpPr/>
            <p:nvPr/>
          </p:nvSpPr>
          <p:spPr>
            <a:xfrm>
              <a:off x="6459538" y="2633663"/>
              <a:ext cx="431800" cy="427038"/>
            </a:xfrm>
            <a:custGeom>
              <a:avLst/>
              <a:gdLst/>
              <a:ahLst/>
              <a:cxnLst/>
              <a:rect l="l" t="t" r="r" b="b"/>
              <a:pathLst>
                <a:path w="114" h="113" extrusionOk="0">
                  <a:moveTo>
                    <a:pt x="57" y="0"/>
                  </a:moveTo>
                  <a:cubicBezTo>
                    <a:pt x="25" y="0"/>
                    <a:pt x="0" y="25"/>
                    <a:pt x="0" y="57"/>
                  </a:cubicBezTo>
                  <a:cubicBezTo>
                    <a:pt x="0" y="88"/>
                    <a:pt x="25" y="113"/>
                    <a:pt x="57" y="113"/>
                  </a:cubicBezTo>
                  <a:cubicBezTo>
                    <a:pt x="88" y="113"/>
                    <a:pt x="114" y="88"/>
                    <a:pt x="114" y="57"/>
                  </a:cubicBezTo>
                  <a:cubicBezTo>
                    <a:pt x="114" y="25"/>
                    <a:pt x="88" y="0"/>
                    <a:pt x="57" y="0"/>
                  </a:cubicBezTo>
                  <a:close/>
                  <a:moveTo>
                    <a:pt x="57" y="85"/>
                  </a:moveTo>
                  <a:cubicBezTo>
                    <a:pt x="41" y="85"/>
                    <a:pt x="28" y="72"/>
                    <a:pt x="28" y="57"/>
                  </a:cubicBezTo>
                  <a:cubicBezTo>
                    <a:pt x="28" y="41"/>
                    <a:pt x="41" y="28"/>
                    <a:pt x="57" y="28"/>
                  </a:cubicBezTo>
                  <a:cubicBezTo>
                    <a:pt x="73" y="28"/>
                    <a:pt x="85" y="41"/>
                    <a:pt x="85" y="57"/>
                  </a:cubicBezTo>
                  <a:cubicBezTo>
                    <a:pt x="85" y="72"/>
                    <a:pt x="73" y="85"/>
                    <a:pt x="57" y="85"/>
                  </a:cubicBezTo>
                  <a:close/>
                  <a:moveTo>
                    <a:pt x="57" y="85"/>
                  </a:moveTo>
                  <a:cubicBezTo>
                    <a:pt x="57" y="85"/>
                    <a:pt x="57" y="85"/>
                    <a:pt x="57" y="85"/>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grpSp>
      <p:sp>
        <p:nvSpPr>
          <p:cNvPr id="352" name="Google Shape;352;p202"/>
          <p:cNvSpPr>
            <a:spLocks noGrp="1"/>
          </p:cNvSpPr>
          <p:nvPr>
            <p:ph type="pic" idx="2"/>
          </p:nvPr>
        </p:nvSpPr>
        <p:spPr>
          <a:xfrm>
            <a:off x="4148224" y="1443883"/>
            <a:ext cx="1398803" cy="1564773"/>
          </a:xfrm>
          <a:prstGeom prst="rect">
            <a:avLst/>
          </a:prstGeom>
          <a:noFill/>
          <a:ln>
            <a:noFill/>
          </a:ln>
        </p:spPr>
      </p:sp>
      <p:sp>
        <p:nvSpPr>
          <p:cNvPr id="353" name="Google Shape;353;p202"/>
          <p:cNvSpPr>
            <a:spLocks noGrp="1"/>
          </p:cNvSpPr>
          <p:nvPr>
            <p:ph type="pic" idx="3"/>
          </p:nvPr>
        </p:nvSpPr>
        <p:spPr>
          <a:xfrm>
            <a:off x="941890" y="3346175"/>
            <a:ext cx="752211" cy="841303"/>
          </a:xfrm>
          <a:prstGeom prst="rect">
            <a:avLst/>
          </a:prstGeom>
          <a:noFill/>
          <a:ln>
            <a:noFill/>
          </a:ln>
        </p:spPr>
      </p:sp>
      <p:sp>
        <p:nvSpPr>
          <p:cNvPr id="354" name="Google Shape;354;p202"/>
          <p:cNvSpPr>
            <a:spLocks noGrp="1"/>
          </p:cNvSpPr>
          <p:nvPr>
            <p:ph type="pic" idx="4"/>
          </p:nvPr>
        </p:nvSpPr>
        <p:spPr>
          <a:xfrm>
            <a:off x="2116623" y="2548677"/>
            <a:ext cx="2843864" cy="3181350"/>
          </a:xfrm>
          <a:prstGeom prst="rect">
            <a:avLst/>
          </a:prstGeom>
          <a:noFill/>
          <a:ln>
            <a:noFill/>
          </a:ln>
        </p:spPr>
      </p:sp>
      <p:grpSp>
        <p:nvGrpSpPr>
          <p:cNvPr id="355" name="Google Shape;355;p202"/>
          <p:cNvGrpSpPr/>
          <p:nvPr/>
        </p:nvGrpSpPr>
        <p:grpSpPr>
          <a:xfrm>
            <a:off x="0" y="6658753"/>
            <a:ext cx="12188825" cy="208124"/>
            <a:chOff x="0" y="6606540"/>
            <a:chExt cx="11430000" cy="251459"/>
          </a:xfrm>
        </p:grpSpPr>
        <p:sp>
          <p:nvSpPr>
            <p:cNvPr id="356" name="Google Shape;356;p202"/>
            <p:cNvSpPr/>
            <p:nvPr/>
          </p:nvSpPr>
          <p:spPr>
            <a:xfrm>
              <a:off x="0" y="6606540"/>
              <a:ext cx="2286000" cy="2514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7" name="Google Shape;357;p202"/>
            <p:cNvSpPr/>
            <p:nvPr/>
          </p:nvSpPr>
          <p:spPr>
            <a:xfrm>
              <a:off x="2286000" y="6606540"/>
              <a:ext cx="2286000" cy="25145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8" name="Google Shape;358;p202"/>
            <p:cNvSpPr/>
            <p:nvPr/>
          </p:nvSpPr>
          <p:spPr>
            <a:xfrm>
              <a:off x="4572000" y="6606540"/>
              <a:ext cx="2286000" cy="2514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9" name="Google Shape;359;p202"/>
            <p:cNvSpPr/>
            <p:nvPr/>
          </p:nvSpPr>
          <p:spPr>
            <a:xfrm>
              <a:off x="6858000" y="6606540"/>
              <a:ext cx="2286000" cy="25145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60" name="Google Shape;360;p202"/>
            <p:cNvSpPr/>
            <p:nvPr/>
          </p:nvSpPr>
          <p:spPr>
            <a:xfrm>
              <a:off x="9144000" y="6606540"/>
              <a:ext cx="2286000" cy="251459"/>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39_Full Blank">
  <p:cSld name="39_Full Blank">
    <p:spTree>
      <p:nvGrpSpPr>
        <p:cNvPr id="1" name="Shape 361"/>
        <p:cNvGrpSpPr/>
        <p:nvPr/>
      </p:nvGrpSpPr>
      <p:grpSpPr>
        <a:xfrm>
          <a:off x="0" y="0"/>
          <a:ext cx="0" cy="0"/>
          <a:chOff x="0" y="0"/>
          <a:chExt cx="0" cy="0"/>
        </a:xfrm>
      </p:grpSpPr>
      <p:sp>
        <p:nvSpPr>
          <p:cNvPr id="362" name="Google Shape;362;p203"/>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2/14/2026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082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24534911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7828256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324134753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926665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31914160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22504774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523093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2/14/2026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66395774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59946853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2309675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theme" Target="../theme/theme2.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image" Target="../media/image1.png"/><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7" r:id="rId2"/>
    <p:sldLayoutId id="2147483658" r:id="rId3"/>
    <p:sldLayoutId id="2147483660" r:id="rId4"/>
    <p:sldLayoutId id="2147483707" r:id="rId5"/>
    <p:sldLayoutId id="2147483744" r:id="rId6"/>
    <p:sldLayoutId id="2147483763" r:id="rId7"/>
    <p:sldLayoutId id="2147483764"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Shape 107"/>
        <p:cNvGrpSpPr/>
        <p:nvPr/>
      </p:nvGrpSpPr>
      <p:grpSpPr>
        <a:xfrm>
          <a:off x="0" y="0"/>
          <a:ext cx="0" cy="0"/>
          <a:chOff x="0" y="0"/>
          <a:chExt cx="0" cy="0"/>
        </a:xfrm>
      </p:grpSpPr>
      <p:sp>
        <p:nvSpPr>
          <p:cNvPr id="108" name="Google Shape;108;p153"/>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9" name="Google Shape;109;p153"/>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10" name="Google Shape;110;p15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1" name="Google Shape;111;p15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2" name="Google Shape;112;p15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2/14/2026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11306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17" Type="http://schemas.openxmlformats.org/officeDocument/2006/relationships/image" Target="../media/image64.png"/><Relationship Id="rId299" Type="http://schemas.openxmlformats.org/officeDocument/2006/relationships/image" Target="../media/image155.png"/><Relationship Id="rId21" Type="http://schemas.openxmlformats.org/officeDocument/2006/relationships/image" Target="../media/image16.png"/><Relationship Id="rId63" Type="http://schemas.openxmlformats.org/officeDocument/2006/relationships/image" Target="../media/image37.png"/><Relationship Id="rId159" Type="http://schemas.openxmlformats.org/officeDocument/2006/relationships/image" Target="../media/image85.png"/><Relationship Id="rId324" Type="http://schemas.openxmlformats.org/officeDocument/2006/relationships/customXml" Target="../ink/ink163.xml"/><Relationship Id="rId366" Type="http://schemas.openxmlformats.org/officeDocument/2006/relationships/customXml" Target="../ink/ink184.xml"/><Relationship Id="rId170" Type="http://schemas.openxmlformats.org/officeDocument/2006/relationships/customXml" Target="../ink/ink86.xml"/><Relationship Id="rId226" Type="http://schemas.openxmlformats.org/officeDocument/2006/relationships/customXml" Target="../ink/ink114.xml"/><Relationship Id="rId268" Type="http://schemas.openxmlformats.org/officeDocument/2006/relationships/customXml" Target="../ink/ink135.xml"/><Relationship Id="rId32" Type="http://schemas.openxmlformats.org/officeDocument/2006/relationships/customXml" Target="../ink/ink17.xml"/><Relationship Id="rId74" Type="http://schemas.openxmlformats.org/officeDocument/2006/relationships/customXml" Target="../ink/ink38.xml"/><Relationship Id="rId128" Type="http://schemas.openxmlformats.org/officeDocument/2006/relationships/customXml" Target="../ink/ink65.xml"/><Relationship Id="rId335" Type="http://schemas.openxmlformats.org/officeDocument/2006/relationships/image" Target="../media/image173.png"/><Relationship Id="rId377" Type="http://schemas.openxmlformats.org/officeDocument/2006/relationships/image" Target="../media/image194.png"/><Relationship Id="rId5" Type="http://schemas.openxmlformats.org/officeDocument/2006/relationships/image" Target="../media/image8.png"/><Relationship Id="rId181" Type="http://schemas.openxmlformats.org/officeDocument/2006/relationships/image" Target="../media/image96.png"/><Relationship Id="rId237" Type="http://schemas.openxmlformats.org/officeDocument/2006/relationships/image" Target="../media/image124.png"/><Relationship Id="rId402" Type="http://schemas.openxmlformats.org/officeDocument/2006/relationships/customXml" Target="../ink/ink202.xml"/><Relationship Id="rId279" Type="http://schemas.openxmlformats.org/officeDocument/2006/relationships/image" Target="../media/image145.png"/><Relationship Id="rId43" Type="http://schemas.openxmlformats.org/officeDocument/2006/relationships/image" Target="../media/image27.png"/><Relationship Id="rId139" Type="http://schemas.openxmlformats.org/officeDocument/2006/relationships/image" Target="../media/image75.png"/><Relationship Id="rId290" Type="http://schemas.openxmlformats.org/officeDocument/2006/relationships/customXml" Target="../ink/ink146.xml"/><Relationship Id="rId304" Type="http://schemas.openxmlformats.org/officeDocument/2006/relationships/customXml" Target="../ink/ink153.xml"/><Relationship Id="rId346" Type="http://schemas.openxmlformats.org/officeDocument/2006/relationships/customXml" Target="../ink/ink174.xml"/><Relationship Id="rId388" Type="http://schemas.openxmlformats.org/officeDocument/2006/relationships/customXml" Target="../ink/ink195.xml"/><Relationship Id="rId85" Type="http://schemas.openxmlformats.org/officeDocument/2006/relationships/image" Target="../media/image48.png"/><Relationship Id="rId150" Type="http://schemas.openxmlformats.org/officeDocument/2006/relationships/customXml" Target="../ink/ink76.xml"/><Relationship Id="rId192" Type="http://schemas.openxmlformats.org/officeDocument/2006/relationships/customXml" Target="../ink/ink97.xml"/><Relationship Id="rId206" Type="http://schemas.openxmlformats.org/officeDocument/2006/relationships/customXml" Target="../ink/ink104.xml"/><Relationship Id="rId413" Type="http://schemas.openxmlformats.org/officeDocument/2006/relationships/image" Target="../media/image212.png"/><Relationship Id="rId248" Type="http://schemas.openxmlformats.org/officeDocument/2006/relationships/customXml" Target="../ink/ink125.xml"/><Relationship Id="rId12" Type="http://schemas.openxmlformats.org/officeDocument/2006/relationships/customXml" Target="../ink/ink7.xml"/><Relationship Id="rId108" Type="http://schemas.openxmlformats.org/officeDocument/2006/relationships/customXml" Target="../ink/ink55.xml"/><Relationship Id="rId315" Type="http://schemas.openxmlformats.org/officeDocument/2006/relationships/image" Target="../media/image163.png"/><Relationship Id="rId357" Type="http://schemas.openxmlformats.org/officeDocument/2006/relationships/image" Target="../media/image184.png"/><Relationship Id="rId54" Type="http://schemas.openxmlformats.org/officeDocument/2006/relationships/customXml" Target="../ink/ink28.xml"/><Relationship Id="rId96" Type="http://schemas.openxmlformats.org/officeDocument/2006/relationships/customXml" Target="../ink/ink49.xml"/><Relationship Id="rId161" Type="http://schemas.openxmlformats.org/officeDocument/2006/relationships/image" Target="../media/image86.png"/><Relationship Id="rId217" Type="http://schemas.openxmlformats.org/officeDocument/2006/relationships/image" Target="../media/image114.png"/><Relationship Id="rId399" Type="http://schemas.openxmlformats.org/officeDocument/2006/relationships/image" Target="../media/image205.png"/><Relationship Id="rId259" Type="http://schemas.openxmlformats.org/officeDocument/2006/relationships/image" Target="../media/image135.png"/><Relationship Id="rId424" Type="http://schemas.openxmlformats.org/officeDocument/2006/relationships/customXml" Target="../ink/ink213.xml"/><Relationship Id="rId23" Type="http://schemas.openxmlformats.org/officeDocument/2006/relationships/image" Target="../media/image17.png"/><Relationship Id="rId119" Type="http://schemas.openxmlformats.org/officeDocument/2006/relationships/image" Target="../media/image65.png"/><Relationship Id="rId270" Type="http://schemas.openxmlformats.org/officeDocument/2006/relationships/customXml" Target="../ink/ink136.xml"/><Relationship Id="rId326" Type="http://schemas.openxmlformats.org/officeDocument/2006/relationships/customXml" Target="../ink/ink164.xml"/><Relationship Id="rId65" Type="http://schemas.openxmlformats.org/officeDocument/2006/relationships/image" Target="../media/image38.png"/><Relationship Id="rId130" Type="http://schemas.openxmlformats.org/officeDocument/2006/relationships/customXml" Target="../ink/ink66.xml"/><Relationship Id="rId368" Type="http://schemas.openxmlformats.org/officeDocument/2006/relationships/customXml" Target="../ink/ink185.xml"/><Relationship Id="rId172" Type="http://schemas.openxmlformats.org/officeDocument/2006/relationships/customXml" Target="../ink/ink87.xml"/><Relationship Id="rId228" Type="http://schemas.openxmlformats.org/officeDocument/2006/relationships/customXml" Target="../ink/ink115.xml"/><Relationship Id="rId281" Type="http://schemas.openxmlformats.org/officeDocument/2006/relationships/image" Target="../media/image146.png"/><Relationship Id="rId337" Type="http://schemas.openxmlformats.org/officeDocument/2006/relationships/image" Target="../media/image174.png"/><Relationship Id="rId34" Type="http://schemas.openxmlformats.org/officeDocument/2006/relationships/customXml" Target="../ink/ink18.xml"/><Relationship Id="rId76" Type="http://schemas.openxmlformats.org/officeDocument/2006/relationships/customXml" Target="../ink/ink39.xml"/><Relationship Id="rId141" Type="http://schemas.openxmlformats.org/officeDocument/2006/relationships/image" Target="../media/image76.png"/><Relationship Id="rId379" Type="http://schemas.openxmlformats.org/officeDocument/2006/relationships/image" Target="../media/image195.png"/><Relationship Id="rId7" Type="http://schemas.openxmlformats.org/officeDocument/2006/relationships/image" Target="../media/image9.png"/><Relationship Id="rId183" Type="http://schemas.openxmlformats.org/officeDocument/2006/relationships/image" Target="../media/image97.png"/><Relationship Id="rId239" Type="http://schemas.openxmlformats.org/officeDocument/2006/relationships/image" Target="../media/image125.png"/><Relationship Id="rId390" Type="http://schemas.openxmlformats.org/officeDocument/2006/relationships/customXml" Target="../ink/ink196.xml"/><Relationship Id="rId404" Type="http://schemas.openxmlformats.org/officeDocument/2006/relationships/customXml" Target="../ink/ink203.xml"/><Relationship Id="rId250" Type="http://schemas.openxmlformats.org/officeDocument/2006/relationships/customXml" Target="../ink/ink126.xml"/><Relationship Id="rId292" Type="http://schemas.openxmlformats.org/officeDocument/2006/relationships/customXml" Target="../ink/ink147.xml"/><Relationship Id="rId306" Type="http://schemas.openxmlformats.org/officeDocument/2006/relationships/customXml" Target="../ink/ink154.xml"/><Relationship Id="rId45" Type="http://schemas.openxmlformats.org/officeDocument/2006/relationships/image" Target="../media/image28.png"/><Relationship Id="rId87" Type="http://schemas.openxmlformats.org/officeDocument/2006/relationships/image" Target="../media/image49.png"/><Relationship Id="rId110" Type="http://schemas.openxmlformats.org/officeDocument/2006/relationships/customXml" Target="../ink/ink56.xml"/><Relationship Id="rId348" Type="http://schemas.openxmlformats.org/officeDocument/2006/relationships/customXml" Target="../ink/ink175.xml"/><Relationship Id="rId152" Type="http://schemas.openxmlformats.org/officeDocument/2006/relationships/customXml" Target="../ink/ink77.xml"/><Relationship Id="rId194" Type="http://schemas.openxmlformats.org/officeDocument/2006/relationships/customXml" Target="../ink/ink98.xml"/><Relationship Id="rId208" Type="http://schemas.openxmlformats.org/officeDocument/2006/relationships/customXml" Target="../ink/ink105.xml"/><Relationship Id="rId415" Type="http://schemas.openxmlformats.org/officeDocument/2006/relationships/image" Target="../media/image213.png"/><Relationship Id="rId261" Type="http://schemas.openxmlformats.org/officeDocument/2006/relationships/image" Target="../media/image136.png"/><Relationship Id="rId14" Type="http://schemas.openxmlformats.org/officeDocument/2006/relationships/customXml" Target="../ink/ink8.xml"/><Relationship Id="rId56" Type="http://schemas.openxmlformats.org/officeDocument/2006/relationships/customXml" Target="../ink/ink29.xml"/><Relationship Id="rId317" Type="http://schemas.openxmlformats.org/officeDocument/2006/relationships/image" Target="../media/image164.png"/><Relationship Id="rId359" Type="http://schemas.openxmlformats.org/officeDocument/2006/relationships/image" Target="../media/image185.png"/><Relationship Id="rId98" Type="http://schemas.openxmlformats.org/officeDocument/2006/relationships/customXml" Target="../ink/ink50.xml"/><Relationship Id="rId121" Type="http://schemas.openxmlformats.org/officeDocument/2006/relationships/image" Target="../media/image66.png"/><Relationship Id="rId163" Type="http://schemas.openxmlformats.org/officeDocument/2006/relationships/image" Target="../media/image87.png"/><Relationship Id="rId219" Type="http://schemas.openxmlformats.org/officeDocument/2006/relationships/image" Target="../media/image115.png"/><Relationship Id="rId370" Type="http://schemas.openxmlformats.org/officeDocument/2006/relationships/customXml" Target="../ink/ink186.xml"/><Relationship Id="rId426" Type="http://schemas.openxmlformats.org/officeDocument/2006/relationships/customXml" Target="../ink/ink214.xml"/><Relationship Id="rId230" Type="http://schemas.openxmlformats.org/officeDocument/2006/relationships/customXml" Target="../ink/ink116.xml"/><Relationship Id="rId25" Type="http://schemas.openxmlformats.org/officeDocument/2006/relationships/image" Target="../media/image18.png"/><Relationship Id="rId67" Type="http://schemas.openxmlformats.org/officeDocument/2006/relationships/image" Target="../media/image39.png"/><Relationship Id="rId272" Type="http://schemas.openxmlformats.org/officeDocument/2006/relationships/customXml" Target="../ink/ink137.xml"/><Relationship Id="rId328" Type="http://schemas.openxmlformats.org/officeDocument/2006/relationships/customXml" Target="../ink/ink165.xml"/><Relationship Id="rId132" Type="http://schemas.openxmlformats.org/officeDocument/2006/relationships/customXml" Target="../ink/ink67.xml"/><Relationship Id="rId174" Type="http://schemas.openxmlformats.org/officeDocument/2006/relationships/customXml" Target="../ink/ink88.xml"/><Relationship Id="rId381" Type="http://schemas.openxmlformats.org/officeDocument/2006/relationships/image" Target="../media/image196.png"/><Relationship Id="rId241" Type="http://schemas.openxmlformats.org/officeDocument/2006/relationships/image" Target="../media/image126.png"/><Relationship Id="rId36" Type="http://schemas.openxmlformats.org/officeDocument/2006/relationships/customXml" Target="../ink/ink19.xml"/><Relationship Id="rId283" Type="http://schemas.openxmlformats.org/officeDocument/2006/relationships/image" Target="../media/image147.png"/><Relationship Id="rId339" Type="http://schemas.openxmlformats.org/officeDocument/2006/relationships/image" Target="../media/image175.png"/><Relationship Id="rId78" Type="http://schemas.openxmlformats.org/officeDocument/2006/relationships/customXml" Target="../ink/ink40.xml"/><Relationship Id="rId101" Type="http://schemas.openxmlformats.org/officeDocument/2006/relationships/image" Target="../media/image56.png"/><Relationship Id="rId143" Type="http://schemas.openxmlformats.org/officeDocument/2006/relationships/image" Target="../media/image77.png"/><Relationship Id="rId185" Type="http://schemas.openxmlformats.org/officeDocument/2006/relationships/image" Target="../media/image98.png"/><Relationship Id="rId350" Type="http://schemas.openxmlformats.org/officeDocument/2006/relationships/customXml" Target="../ink/ink176.xml"/><Relationship Id="rId406" Type="http://schemas.openxmlformats.org/officeDocument/2006/relationships/customXml" Target="../ink/ink204.xml"/><Relationship Id="rId9" Type="http://schemas.openxmlformats.org/officeDocument/2006/relationships/image" Target="../media/image10.png"/><Relationship Id="rId210" Type="http://schemas.openxmlformats.org/officeDocument/2006/relationships/customXml" Target="../ink/ink106.xml"/><Relationship Id="rId392" Type="http://schemas.openxmlformats.org/officeDocument/2006/relationships/customXml" Target="../ink/ink197.xml"/><Relationship Id="rId252" Type="http://schemas.openxmlformats.org/officeDocument/2006/relationships/customXml" Target="../ink/ink127.xml"/><Relationship Id="rId294" Type="http://schemas.openxmlformats.org/officeDocument/2006/relationships/customXml" Target="../ink/ink148.xml"/><Relationship Id="rId308" Type="http://schemas.openxmlformats.org/officeDocument/2006/relationships/customXml" Target="../ink/ink155.xml"/><Relationship Id="rId47" Type="http://schemas.openxmlformats.org/officeDocument/2006/relationships/image" Target="../media/image29.png"/><Relationship Id="rId89" Type="http://schemas.openxmlformats.org/officeDocument/2006/relationships/image" Target="../media/image50.png"/><Relationship Id="rId112" Type="http://schemas.openxmlformats.org/officeDocument/2006/relationships/customXml" Target="../ink/ink57.xml"/><Relationship Id="rId154" Type="http://schemas.openxmlformats.org/officeDocument/2006/relationships/customXml" Target="../ink/ink78.xml"/><Relationship Id="rId361" Type="http://schemas.openxmlformats.org/officeDocument/2006/relationships/image" Target="../media/image186.png"/><Relationship Id="rId196" Type="http://schemas.openxmlformats.org/officeDocument/2006/relationships/customXml" Target="../ink/ink99.xml"/><Relationship Id="rId417" Type="http://schemas.openxmlformats.org/officeDocument/2006/relationships/image" Target="../media/image214.png"/><Relationship Id="rId16" Type="http://schemas.openxmlformats.org/officeDocument/2006/relationships/customXml" Target="../ink/ink9.xml"/><Relationship Id="rId221" Type="http://schemas.openxmlformats.org/officeDocument/2006/relationships/image" Target="../media/image116.png"/><Relationship Id="rId263" Type="http://schemas.openxmlformats.org/officeDocument/2006/relationships/image" Target="../media/image137.png"/><Relationship Id="rId319" Type="http://schemas.openxmlformats.org/officeDocument/2006/relationships/image" Target="../media/image165.png"/><Relationship Id="rId58" Type="http://schemas.openxmlformats.org/officeDocument/2006/relationships/customXml" Target="../ink/ink30.xml"/><Relationship Id="rId123" Type="http://schemas.openxmlformats.org/officeDocument/2006/relationships/image" Target="../media/image67.png"/><Relationship Id="rId330" Type="http://schemas.openxmlformats.org/officeDocument/2006/relationships/customXml" Target="../ink/ink166.xml"/><Relationship Id="rId165" Type="http://schemas.openxmlformats.org/officeDocument/2006/relationships/image" Target="../media/image88.png"/><Relationship Id="rId372" Type="http://schemas.openxmlformats.org/officeDocument/2006/relationships/customXml" Target="../ink/ink187.xml"/><Relationship Id="rId428" Type="http://schemas.openxmlformats.org/officeDocument/2006/relationships/customXml" Target="../ink/ink215.xml"/><Relationship Id="rId232" Type="http://schemas.openxmlformats.org/officeDocument/2006/relationships/customXml" Target="../ink/ink117.xml"/><Relationship Id="rId274" Type="http://schemas.openxmlformats.org/officeDocument/2006/relationships/customXml" Target="../ink/ink138.xml"/><Relationship Id="rId27" Type="http://schemas.openxmlformats.org/officeDocument/2006/relationships/image" Target="../media/image19.png"/><Relationship Id="rId69" Type="http://schemas.openxmlformats.org/officeDocument/2006/relationships/image" Target="../media/image40.png"/><Relationship Id="rId134" Type="http://schemas.openxmlformats.org/officeDocument/2006/relationships/customXml" Target="../ink/ink68.xml"/><Relationship Id="rId80" Type="http://schemas.openxmlformats.org/officeDocument/2006/relationships/customXml" Target="../ink/ink41.xml"/><Relationship Id="rId176" Type="http://schemas.openxmlformats.org/officeDocument/2006/relationships/customXml" Target="../ink/ink89.xml"/><Relationship Id="rId341" Type="http://schemas.openxmlformats.org/officeDocument/2006/relationships/image" Target="../media/image176.png"/><Relationship Id="rId383" Type="http://schemas.openxmlformats.org/officeDocument/2006/relationships/image" Target="../media/image197.png"/><Relationship Id="rId201" Type="http://schemas.openxmlformats.org/officeDocument/2006/relationships/image" Target="../media/image106.png"/><Relationship Id="rId243" Type="http://schemas.openxmlformats.org/officeDocument/2006/relationships/image" Target="../media/image127.png"/><Relationship Id="rId285" Type="http://schemas.openxmlformats.org/officeDocument/2006/relationships/image" Target="../media/image148.png"/><Relationship Id="rId38" Type="http://schemas.openxmlformats.org/officeDocument/2006/relationships/customXml" Target="../ink/ink20.xml"/><Relationship Id="rId103" Type="http://schemas.openxmlformats.org/officeDocument/2006/relationships/image" Target="../media/image57.png"/><Relationship Id="rId310" Type="http://schemas.openxmlformats.org/officeDocument/2006/relationships/customXml" Target="../ink/ink156.xml"/><Relationship Id="rId91" Type="http://schemas.openxmlformats.org/officeDocument/2006/relationships/image" Target="../media/image51.png"/><Relationship Id="rId145" Type="http://schemas.openxmlformats.org/officeDocument/2006/relationships/image" Target="../media/image78.png"/><Relationship Id="rId187" Type="http://schemas.openxmlformats.org/officeDocument/2006/relationships/image" Target="../media/image99.png"/><Relationship Id="rId352" Type="http://schemas.openxmlformats.org/officeDocument/2006/relationships/customXml" Target="../ink/ink177.xml"/><Relationship Id="rId394" Type="http://schemas.openxmlformats.org/officeDocument/2006/relationships/customXml" Target="../ink/ink198.xml"/><Relationship Id="rId408" Type="http://schemas.openxmlformats.org/officeDocument/2006/relationships/customXml" Target="../ink/ink205.xml"/><Relationship Id="rId1" Type="http://schemas.openxmlformats.org/officeDocument/2006/relationships/slideLayout" Target="../slideLayouts/slideLayout7.xml"/><Relationship Id="rId212" Type="http://schemas.openxmlformats.org/officeDocument/2006/relationships/customXml" Target="../ink/ink107.xml"/><Relationship Id="rId233" Type="http://schemas.openxmlformats.org/officeDocument/2006/relationships/image" Target="../media/image122.png"/><Relationship Id="rId254" Type="http://schemas.openxmlformats.org/officeDocument/2006/relationships/customXml" Target="../ink/ink128.xml"/><Relationship Id="rId28" Type="http://schemas.openxmlformats.org/officeDocument/2006/relationships/customXml" Target="../ink/ink15.xml"/><Relationship Id="rId49" Type="http://schemas.openxmlformats.org/officeDocument/2006/relationships/image" Target="../media/image30.png"/><Relationship Id="rId114" Type="http://schemas.openxmlformats.org/officeDocument/2006/relationships/customXml" Target="../ink/ink58.xml"/><Relationship Id="rId275" Type="http://schemas.openxmlformats.org/officeDocument/2006/relationships/image" Target="../media/image143.png"/><Relationship Id="rId296" Type="http://schemas.openxmlformats.org/officeDocument/2006/relationships/customXml" Target="../ink/ink149.xml"/><Relationship Id="rId300" Type="http://schemas.openxmlformats.org/officeDocument/2006/relationships/customXml" Target="../ink/ink151.xml"/><Relationship Id="rId60" Type="http://schemas.openxmlformats.org/officeDocument/2006/relationships/customXml" Target="../ink/ink31.xml"/><Relationship Id="rId81" Type="http://schemas.openxmlformats.org/officeDocument/2006/relationships/image" Target="../media/image46.png"/><Relationship Id="rId135" Type="http://schemas.openxmlformats.org/officeDocument/2006/relationships/image" Target="../media/image73.png"/><Relationship Id="rId156" Type="http://schemas.openxmlformats.org/officeDocument/2006/relationships/customXml" Target="../ink/ink79.xml"/><Relationship Id="rId177" Type="http://schemas.openxmlformats.org/officeDocument/2006/relationships/image" Target="../media/image94.png"/><Relationship Id="rId198" Type="http://schemas.openxmlformats.org/officeDocument/2006/relationships/customXml" Target="../ink/ink100.xml"/><Relationship Id="rId321" Type="http://schemas.openxmlformats.org/officeDocument/2006/relationships/image" Target="../media/image166.png"/><Relationship Id="rId342" Type="http://schemas.openxmlformats.org/officeDocument/2006/relationships/customXml" Target="../ink/ink172.xml"/><Relationship Id="rId363" Type="http://schemas.openxmlformats.org/officeDocument/2006/relationships/image" Target="../media/image187.png"/><Relationship Id="rId384" Type="http://schemas.openxmlformats.org/officeDocument/2006/relationships/customXml" Target="../ink/ink193.xml"/><Relationship Id="rId419" Type="http://schemas.openxmlformats.org/officeDocument/2006/relationships/image" Target="../media/image215.png"/><Relationship Id="rId202" Type="http://schemas.openxmlformats.org/officeDocument/2006/relationships/customXml" Target="../ink/ink102.xml"/><Relationship Id="rId223" Type="http://schemas.openxmlformats.org/officeDocument/2006/relationships/image" Target="../media/image117.png"/><Relationship Id="rId244" Type="http://schemas.openxmlformats.org/officeDocument/2006/relationships/customXml" Target="../ink/ink123.xml"/><Relationship Id="rId18" Type="http://schemas.openxmlformats.org/officeDocument/2006/relationships/customXml" Target="../ink/ink10.xml"/><Relationship Id="rId39" Type="http://schemas.openxmlformats.org/officeDocument/2006/relationships/image" Target="../media/image25.png"/><Relationship Id="rId265" Type="http://schemas.openxmlformats.org/officeDocument/2006/relationships/image" Target="../media/image138.png"/><Relationship Id="rId286" Type="http://schemas.openxmlformats.org/officeDocument/2006/relationships/customXml" Target="../ink/ink144.xml"/><Relationship Id="rId50" Type="http://schemas.openxmlformats.org/officeDocument/2006/relationships/customXml" Target="../ink/ink26.xml"/><Relationship Id="rId104" Type="http://schemas.openxmlformats.org/officeDocument/2006/relationships/customXml" Target="../ink/ink53.xml"/><Relationship Id="rId125" Type="http://schemas.openxmlformats.org/officeDocument/2006/relationships/image" Target="../media/image68.png"/><Relationship Id="rId146" Type="http://schemas.openxmlformats.org/officeDocument/2006/relationships/customXml" Target="../ink/ink74.xml"/><Relationship Id="rId167" Type="http://schemas.openxmlformats.org/officeDocument/2006/relationships/image" Target="../media/image89.png"/><Relationship Id="rId188" Type="http://schemas.openxmlformats.org/officeDocument/2006/relationships/customXml" Target="../ink/ink95.xml"/><Relationship Id="rId311" Type="http://schemas.openxmlformats.org/officeDocument/2006/relationships/image" Target="../media/image161.png"/><Relationship Id="rId332" Type="http://schemas.openxmlformats.org/officeDocument/2006/relationships/customXml" Target="../ink/ink167.xml"/><Relationship Id="rId353" Type="http://schemas.openxmlformats.org/officeDocument/2006/relationships/image" Target="../media/image182.png"/><Relationship Id="rId374" Type="http://schemas.openxmlformats.org/officeDocument/2006/relationships/customXml" Target="../ink/ink188.xml"/><Relationship Id="rId395" Type="http://schemas.openxmlformats.org/officeDocument/2006/relationships/image" Target="../media/image203.png"/><Relationship Id="rId409" Type="http://schemas.openxmlformats.org/officeDocument/2006/relationships/image" Target="../media/image210.png"/><Relationship Id="rId71" Type="http://schemas.openxmlformats.org/officeDocument/2006/relationships/image" Target="../media/image41.png"/><Relationship Id="rId92" Type="http://schemas.openxmlformats.org/officeDocument/2006/relationships/customXml" Target="../ink/ink47.xml"/><Relationship Id="rId213" Type="http://schemas.openxmlformats.org/officeDocument/2006/relationships/image" Target="../media/image112.png"/><Relationship Id="rId234" Type="http://schemas.openxmlformats.org/officeDocument/2006/relationships/customXml" Target="../ink/ink118.xml"/><Relationship Id="rId420" Type="http://schemas.openxmlformats.org/officeDocument/2006/relationships/customXml" Target="../ink/ink211.xml"/><Relationship Id="rId2" Type="http://schemas.openxmlformats.org/officeDocument/2006/relationships/customXml" Target="../ink/ink2.xml"/><Relationship Id="rId29" Type="http://schemas.openxmlformats.org/officeDocument/2006/relationships/image" Target="../media/image20.png"/><Relationship Id="rId255" Type="http://schemas.openxmlformats.org/officeDocument/2006/relationships/image" Target="../media/image133.png"/><Relationship Id="rId276" Type="http://schemas.openxmlformats.org/officeDocument/2006/relationships/customXml" Target="../ink/ink139.xml"/><Relationship Id="rId297" Type="http://schemas.openxmlformats.org/officeDocument/2006/relationships/image" Target="../media/image154.png"/><Relationship Id="rId40" Type="http://schemas.openxmlformats.org/officeDocument/2006/relationships/customXml" Target="../ink/ink21.xml"/><Relationship Id="rId115" Type="http://schemas.openxmlformats.org/officeDocument/2006/relationships/image" Target="../media/image63.png"/><Relationship Id="rId136" Type="http://schemas.openxmlformats.org/officeDocument/2006/relationships/customXml" Target="../ink/ink69.xml"/><Relationship Id="rId157" Type="http://schemas.openxmlformats.org/officeDocument/2006/relationships/image" Target="../media/image84.png"/><Relationship Id="rId178" Type="http://schemas.openxmlformats.org/officeDocument/2006/relationships/customXml" Target="../ink/ink90.xml"/><Relationship Id="rId301" Type="http://schemas.openxmlformats.org/officeDocument/2006/relationships/image" Target="../media/image156.png"/><Relationship Id="rId322" Type="http://schemas.openxmlformats.org/officeDocument/2006/relationships/customXml" Target="../ink/ink162.xml"/><Relationship Id="rId343" Type="http://schemas.openxmlformats.org/officeDocument/2006/relationships/image" Target="../media/image177.png"/><Relationship Id="rId364" Type="http://schemas.openxmlformats.org/officeDocument/2006/relationships/customXml" Target="../ink/ink183.xml"/><Relationship Id="rId61" Type="http://schemas.openxmlformats.org/officeDocument/2006/relationships/image" Target="../media/image36.png"/><Relationship Id="rId82" Type="http://schemas.openxmlformats.org/officeDocument/2006/relationships/customXml" Target="../ink/ink42.xml"/><Relationship Id="rId199" Type="http://schemas.openxmlformats.org/officeDocument/2006/relationships/image" Target="../media/image105.png"/><Relationship Id="rId203" Type="http://schemas.openxmlformats.org/officeDocument/2006/relationships/image" Target="../media/image107.png"/><Relationship Id="rId385" Type="http://schemas.openxmlformats.org/officeDocument/2006/relationships/image" Target="../media/image198.png"/><Relationship Id="rId19" Type="http://schemas.openxmlformats.org/officeDocument/2006/relationships/image" Target="../media/image15.png"/><Relationship Id="rId224" Type="http://schemas.openxmlformats.org/officeDocument/2006/relationships/customXml" Target="../ink/ink113.xml"/><Relationship Id="rId245" Type="http://schemas.openxmlformats.org/officeDocument/2006/relationships/image" Target="../media/image128.png"/><Relationship Id="rId266" Type="http://schemas.openxmlformats.org/officeDocument/2006/relationships/customXml" Target="../ink/ink134.xml"/><Relationship Id="rId287" Type="http://schemas.openxmlformats.org/officeDocument/2006/relationships/image" Target="../media/image149.png"/><Relationship Id="rId410" Type="http://schemas.openxmlformats.org/officeDocument/2006/relationships/customXml" Target="../ink/ink206.xml"/><Relationship Id="rId30" Type="http://schemas.openxmlformats.org/officeDocument/2006/relationships/customXml" Target="../ink/ink16.xml"/><Relationship Id="rId105" Type="http://schemas.openxmlformats.org/officeDocument/2006/relationships/image" Target="../media/image58.png"/><Relationship Id="rId126" Type="http://schemas.openxmlformats.org/officeDocument/2006/relationships/customXml" Target="../ink/ink64.xml"/><Relationship Id="rId147" Type="http://schemas.openxmlformats.org/officeDocument/2006/relationships/image" Target="../media/image79.png"/><Relationship Id="rId168" Type="http://schemas.openxmlformats.org/officeDocument/2006/relationships/customXml" Target="../ink/ink85.xml"/><Relationship Id="rId312" Type="http://schemas.openxmlformats.org/officeDocument/2006/relationships/customXml" Target="../ink/ink157.xml"/><Relationship Id="rId333" Type="http://schemas.openxmlformats.org/officeDocument/2006/relationships/image" Target="../media/image172.png"/><Relationship Id="rId354" Type="http://schemas.openxmlformats.org/officeDocument/2006/relationships/customXml" Target="../ink/ink178.xml"/><Relationship Id="rId51" Type="http://schemas.openxmlformats.org/officeDocument/2006/relationships/image" Target="../media/image31.png"/><Relationship Id="rId72" Type="http://schemas.openxmlformats.org/officeDocument/2006/relationships/customXml" Target="../ink/ink37.xml"/><Relationship Id="rId93" Type="http://schemas.openxmlformats.org/officeDocument/2006/relationships/image" Target="../media/image52.png"/><Relationship Id="rId189" Type="http://schemas.openxmlformats.org/officeDocument/2006/relationships/image" Target="../media/image100.png"/><Relationship Id="rId375" Type="http://schemas.openxmlformats.org/officeDocument/2006/relationships/image" Target="../media/image193.png"/><Relationship Id="rId396" Type="http://schemas.openxmlformats.org/officeDocument/2006/relationships/customXml" Target="../ink/ink199.xml"/><Relationship Id="rId3" Type="http://schemas.openxmlformats.org/officeDocument/2006/relationships/image" Target="../media/image7.png"/><Relationship Id="rId214" Type="http://schemas.openxmlformats.org/officeDocument/2006/relationships/customXml" Target="../ink/ink108.xml"/><Relationship Id="rId235" Type="http://schemas.openxmlformats.org/officeDocument/2006/relationships/image" Target="../media/image123.png"/><Relationship Id="rId256" Type="http://schemas.openxmlformats.org/officeDocument/2006/relationships/customXml" Target="../ink/ink129.xml"/><Relationship Id="rId277" Type="http://schemas.openxmlformats.org/officeDocument/2006/relationships/image" Target="../media/image144.png"/><Relationship Id="rId298" Type="http://schemas.openxmlformats.org/officeDocument/2006/relationships/customXml" Target="../ink/ink150.xml"/><Relationship Id="rId400" Type="http://schemas.openxmlformats.org/officeDocument/2006/relationships/customXml" Target="../ink/ink201.xml"/><Relationship Id="rId421" Type="http://schemas.openxmlformats.org/officeDocument/2006/relationships/image" Target="../media/image216.png"/><Relationship Id="rId116" Type="http://schemas.openxmlformats.org/officeDocument/2006/relationships/customXml" Target="../ink/ink59.xml"/><Relationship Id="rId137" Type="http://schemas.openxmlformats.org/officeDocument/2006/relationships/image" Target="../media/image74.png"/><Relationship Id="rId158" Type="http://schemas.openxmlformats.org/officeDocument/2006/relationships/customXml" Target="../ink/ink80.xml"/><Relationship Id="rId302" Type="http://schemas.openxmlformats.org/officeDocument/2006/relationships/customXml" Target="../ink/ink152.xml"/><Relationship Id="rId323" Type="http://schemas.openxmlformats.org/officeDocument/2006/relationships/image" Target="../media/image167.png"/><Relationship Id="rId344" Type="http://schemas.openxmlformats.org/officeDocument/2006/relationships/customXml" Target="../ink/ink173.xml"/><Relationship Id="rId20" Type="http://schemas.openxmlformats.org/officeDocument/2006/relationships/customXml" Target="../ink/ink11.xml"/><Relationship Id="rId41" Type="http://schemas.openxmlformats.org/officeDocument/2006/relationships/image" Target="../media/image26.png"/><Relationship Id="rId62" Type="http://schemas.openxmlformats.org/officeDocument/2006/relationships/customXml" Target="../ink/ink32.xml"/><Relationship Id="rId83" Type="http://schemas.openxmlformats.org/officeDocument/2006/relationships/image" Target="../media/image47.png"/><Relationship Id="rId179" Type="http://schemas.openxmlformats.org/officeDocument/2006/relationships/image" Target="../media/image95.png"/><Relationship Id="rId365" Type="http://schemas.openxmlformats.org/officeDocument/2006/relationships/image" Target="../media/image188.png"/><Relationship Id="rId386" Type="http://schemas.openxmlformats.org/officeDocument/2006/relationships/customXml" Target="../ink/ink194.xml"/><Relationship Id="rId190" Type="http://schemas.openxmlformats.org/officeDocument/2006/relationships/customXml" Target="../ink/ink96.xml"/><Relationship Id="rId204" Type="http://schemas.openxmlformats.org/officeDocument/2006/relationships/customXml" Target="../ink/ink103.xml"/><Relationship Id="rId225" Type="http://schemas.openxmlformats.org/officeDocument/2006/relationships/image" Target="../media/image118.png"/><Relationship Id="rId246" Type="http://schemas.openxmlformats.org/officeDocument/2006/relationships/customXml" Target="../ink/ink124.xml"/><Relationship Id="rId267" Type="http://schemas.openxmlformats.org/officeDocument/2006/relationships/image" Target="../media/image139.png"/><Relationship Id="rId288" Type="http://schemas.openxmlformats.org/officeDocument/2006/relationships/customXml" Target="../ink/ink145.xml"/><Relationship Id="rId411" Type="http://schemas.openxmlformats.org/officeDocument/2006/relationships/image" Target="../media/image211.png"/><Relationship Id="rId106" Type="http://schemas.openxmlformats.org/officeDocument/2006/relationships/customXml" Target="../ink/ink54.xml"/><Relationship Id="rId127" Type="http://schemas.openxmlformats.org/officeDocument/2006/relationships/image" Target="../media/image69.png"/><Relationship Id="rId313" Type="http://schemas.openxmlformats.org/officeDocument/2006/relationships/image" Target="../media/image162.png"/><Relationship Id="rId10" Type="http://schemas.openxmlformats.org/officeDocument/2006/relationships/customXml" Target="../ink/ink6.xml"/><Relationship Id="rId31" Type="http://schemas.openxmlformats.org/officeDocument/2006/relationships/image" Target="../media/image21.png"/><Relationship Id="rId52" Type="http://schemas.openxmlformats.org/officeDocument/2006/relationships/customXml" Target="../ink/ink27.xml"/><Relationship Id="rId73" Type="http://schemas.openxmlformats.org/officeDocument/2006/relationships/image" Target="../media/image42.png"/><Relationship Id="rId94" Type="http://schemas.openxmlformats.org/officeDocument/2006/relationships/customXml" Target="../ink/ink48.xml"/><Relationship Id="rId148" Type="http://schemas.openxmlformats.org/officeDocument/2006/relationships/customXml" Target="../ink/ink75.xml"/><Relationship Id="rId169" Type="http://schemas.openxmlformats.org/officeDocument/2006/relationships/image" Target="../media/image90.png"/><Relationship Id="rId334" Type="http://schemas.openxmlformats.org/officeDocument/2006/relationships/customXml" Target="../ink/ink168.xml"/><Relationship Id="rId355" Type="http://schemas.openxmlformats.org/officeDocument/2006/relationships/image" Target="../media/image183.png"/><Relationship Id="rId376" Type="http://schemas.openxmlformats.org/officeDocument/2006/relationships/customXml" Target="../ink/ink189.xml"/><Relationship Id="rId397" Type="http://schemas.openxmlformats.org/officeDocument/2006/relationships/image" Target="../media/image204.png"/><Relationship Id="rId4" Type="http://schemas.openxmlformats.org/officeDocument/2006/relationships/customXml" Target="../ink/ink3.xml"/><Relationship Id="rId180" Type="http://schemas.openxmlformats.org/officeDocument/2006/relationships/customXml" Target="../ink/ink91.xml"/><Relationship Id="rId215" Type="http://schemas.openxmlformats.org/officeDocument/2006/relationships/image" Target="../media/image113.png"/><Relationship Id="rId236" Type="http://schemas.openxmlformats.org/officeDocument/2006/relationships/customXml" Target="../ink/ink119.xml"/><Relationship Id="rId257" Type="http://schemas.openxmlformats.org/officeDocument/2006/relationships/image" Target="../media/image134.png"/><Relationship Id="rId278" Type="http://schemas.openxmlformats.org/officeDocument/2006/relationships/customXml" Target="../ink/ink140.xml"/><Relationship Id="rId401" Type="http://schemas.openxmlformats.org/officeDocument/2006/relationships/image" Target="../media/image206.png"/><Relationship Id="rId422" Type="http://schemas.openxmlformats.org/officeDocument/2006/relationships/customXml" Target="../ink/ink212.xml"/><Relationship Id="rId303" Type="http://schemas.openxmlformats.org/officeDocument/2006/relationships/image" Target="../media/image157.png"/><Relationship Id="rId42" Type="http://schemas.openxmlformats.org/officeDocument/2006/relationships/customXml" Target="../ink/ink22.xml"/><Relationship Id="rId84" Type="http://schemas.openxmlformats.org/officeDocument/2006/relationships/customXml" Target="../ink/ink43.xml"/><Relationship Id="rId138" Type="http://schemas.openxmlformats.org/officeDocument/2006/relationships/customXml" Target="../ink/ink70.xml"/><Relationship Id="rId345" Type="http://schemas.openxmlformats.org/officeDocument/2006/relationships/image" Target="../media/image178.png"/><Relationship Id="rId387" Type="http://schemas.openxmlformats.org/officeDocument/2006/relationships/image" Target="../media/image199.png"/><Relationship Id="rId191" Type="http://schemas.openxmlformats.org/officeDocument/2006/relationships/image" Target="../media/image101.png"/><Relationship Id="rId205" Type="http://schemas.openxmlformats.org/officeDocument/2006/relationships/image" Target="../media/image108.png"/><Relationship Id="rId247" Type="http://schemas.openxmlformats.org/officeDocument/2006/relationships/image" Target="../media/image129.png"/><Relationship Id="rId412" Type="http://schemas.openxmlformats.org/officeDocument/2006/relationships/customXml" Target="../ink/ink207.xml"/><Relationship Id="rId107" Type="http://schemas.openxmlformats.org/officeDocument/2006/relationships/image" Target="../media/image59.png"/><Relationship Id="rId289" Type="http://schemas.openxmlformats.org/officeDocument/2006/relationships/image" Target="../media/image150.png"/><Relationship Id="rId11" Type="http://schemas.openxmlformats.org/officeDocument/2006/relationships/image" Target="../media/image11.png"/><Relationship Id="rId53" Type="http://schemas.openxmlformats.org/officeDocument/2006/relationships/image" Target="../media/image32.png"/><Relationship Id="rId149" Type="http://schemas.openxmlformats.org/officeDocument/2006/relationships/image" Target="../media/image80.png"/><Relationship Id="rId314" Type="http://schemas.openxmlformats.org/officeDocument/2006/relationships/customXml" Target="../ink/ink158.xml"/><Relationship Id="rId356" Type="http://schemas.openxmlformats.org/officeDocument/2006/relationships/customXml" Target="../ink/ink179.xml"/><Relationship Id="rId398" Type="http://schemas.openxmlformats.org/officeDocument/2006/relationships/customXml" Target="../ink/ink200.xml"/><Relationship Id="rId95" Type="http://schemas.openxmlformats.org/officeDocument/2006/relationships/image" Target="../media/image53.png"/><Relationship Id="rId160" Type="http://schemas.openxmlformats.org/officeDocument/2006/relationships/customXml" Target="../ink/ink81.xml"/><Relationship Id="rId216" Type="http://schemas.openxmlformats.org/officeDocument/2006/relationships/customXml" Target="../ink/ink109.xml"/><Relationship Id="rId423" Type="http://schemas.openxmlformats.org/officeDocument/2006/relationships/image" Target="../media/image217.png"/><Relationship Id="rId258" Type="http://schemas.openxmlformats.org/officeDocument/2006/relationships/customXml" Target="../ink/ink130.xml"/><Relationship Id="rId22" Type="http://schemas.openxmlformats.org/officeDocument/2006/relationships/customXml" Target="../ink/ink12.xml"/><Relationship Id="rId64" Type="http://schemas.openxmlformats.org/officeDocument/2006/relationships/customXml" Target="../ink/ink33.xml"/><Relationship Id="rId118" Type="http://schemas.openxmlformats.org/officeDocument/2006/relationships/customXml" Target="../ink/ink60.xml"/><Relationship Id="rId325" Type="http://schemas.openxmlformats.org/officeDocument/2006/relationships/image" Target="../media/image168.png"/><Relationship Id="rId367" Type="http://schemas.openxmlformats.org/officeDocument/2006/relationships/image" Target="../media/image189.png"/><Relationship Id="rId171" Type="http://schemas.openxmlformats.org/officeDocument/2006/relationships/image" Target="../media/image91.png"/><Relationship Id="rId227" Type="http://schemas.openxmlformats.org/officeDocument/2006/relationships/image" Target="../media/image119.png"/><Relationship Id="rId269" Type="http://schemas.openxmlformats.org/officeDocument/2006/relationships/image" Target="../media/image140.png"/><Relationship Id="rId33" Type="http://schemas.openxmlformats.org/officeDocument/2006/relationships/image" Target="../media/image22.png"/><Relationship Id="rId129" Type="http://schemas.openxmlformats.org/officeDocument/2006/relationships/image" Target="../media/image70.png"/><Relationship Id="rId280" Type="http://schemas.openxmlformats.org/officeDocument/2006/relationships/customXml" Target="../ink/ink141.xml"/><Relationship Id="rId336" Type="http://schemas.openxmlformats.org/officeDocument/2006/relationships/customXml" Target="../ink/ink169.xml"/><Relationship Id="rId75" Type="http://schemas.openxmlformats.org/officeDocument/2006/relationships/image" Target="../media/image43.png"/><Relationship Id="rId140" Type="http://schemas.openxmlformats.org/officeDocument/2006/relationships/customXml" Target="../ink/ink71.xml"/><Relationship Id="rId182" Type="http://schemas.openxmlformats.org/officeDocument/2006/relationships/customXml" Target="../ink/ink92.xml"/><Relationship Id="rId378" Type="http://schemas.openxmlformats.org/officeDocument/2006/relationships/customXml" Target="../ink/ink190.xml"/><Relationship Id="rId403" Type="http://schemas.openxmlformats.org/officeDocument/2006/relationships/image" Target="../media/image207.png"/><Relationship Id="rId6" Type="http://schemas.openxmlformats.org/officeDocument/2006/relationships/customXml" Target="../ink/ink4.xml"/><Relationship Id="rId238" Type="http://schemas.openxmlformats.org/officeDocument/2006/relationships/customXml" Target="../ink/ink120.xml"/><Relationship Id="rId291" Type="http://schemas.openxmlformats.org/officeDocument/2006/relationships/image" Target="../media/image151.png"/><Relationship Id="rId305" Type="http://schemas.openxmlformats.org/officeDocument/2006/relationships/image" Target="../media/image158.png"/><Relationship Id="rId347" Type="http://schemas.openxmlformats.org/officeDocument/2006/relationships/image" Target="../media/image179.png"/><Relationship Id="rId44" Type="http://schemas.openxmlformats.org/officeDocument/2006/relationships/customXml" Target="../ink/ink23.xml"/><Relationship Id="rId86" Type="http://schemas.openxmlformats.org/officeDocument/2006/relationships/customXml" Target="../ink/ink44.xml"/><Relationship Id="rId151" Type="http://schemas.openxmlformats.org/officeDocument/2006/relationships/image" Target="../media/image81.png"/><Relationship Id="rId389" Type="http://schemas.openxmlformats.org/officeDocument/2006/relationships/image" Target="../media/image200.png"/><Relationship Id="rId193" Type="http://schemas.openxmlformats.org/officeDocument/2006/relationships/image" Target="../media/image102.png"/><Relationship Id="rId207" Type="http://schemas.openxmlformats.org/officeDocument/2006/relationships/image" Target="../media/image109.png"/><Relationship Id="rId249" Type="http://schemas.openxmlformats.org/officeDocument/2006/relationships/image" Target="../media/image130.png"/><Relationship Id="rId414" Type="http://schemas.openxmlformats.org/officeDocument/2006/relationships/customXml" Target="../ink/ink208.xml"/><Relationship Id="rId13" Type="http://schemas.openxmlformats.org/officeDocument/2006/relationships/image" Target="../media/image12.png"/><Relationship Id="rId109" Type="http://schemas.openxmlformats.org/officeDocument/2006/relationships/image" Target="../media/image60.png"/><Relationship Id="rId260" Type="http://schemas.openxmlformats.org/officeDocument/2006/relationships/customXml" Target="../ink/ink131.xml"/><Relationship Id="rId316" Type="http://schemas.openxmlformats.org/officeDocument/2006/relationships/customXml" Target="../ink/ink159.xml"/><Relationship Id="rId55" Type="http://schemas.openxmlformats.org/officeDocument/2006/relationships/image" Target="../media/image33.png"/><Relationship Id="rId97" Type="http://schemas.openxmlformats.org/officeDocument/2006/relationships/image" Target="../media/image54.png"/><Relationship Id="rId120" Type="http://schemas.openxmlformats.org/officeDocument/2006/relationships/customXml" Target="../ink/ink61.xml"/><Relationship Id="rId358" Type="http://schemas.openxmlformats.org/officeDocument/2006/relationships/customXml" Target="../ink/ink180.xml"/><Relationship Id="rId162" Type="http://schemas.openxmlformats.org/officeDocument/2006/relationships/customXml" Target="../ink/ink82.xml"/><Relationship Id="rId218" Type="http://schemas.openxmlformats.org/officeDocument/2006/relationships/customXml" Target="../ink/ink110.xml"/><Relationship Id="rId425" Type="http://schemas.openxmlformats.org/officeDocument/2006/relationships/image" Target="../media/image218.png"/><Relationship Id="rId271" Type="http://schemas.openxmlformats.org/officeDocument/2006/relationships/image" Target="../media/image141.png"/><Relationship Id="rId24" Type="http://schemas.openxmlformats.org/officeDocument/2006/relationships/customXml" Target="../ink/ink13.xml"/><Relationship Id="rId66" Type="http://schemas.openxmlformats.org/officeDocument/2006/relationships/customXml" Target="../ink/ink34.xml"/><Relationship Id="rId131" Type="http://schemas.openxmlformats.org/officeDocument/2006/relationships/image" Target="../media/image71.png"/><Relationship Id="rId327" Type="http://schemas.openxmlformats.org/officeDocument/2006/relationships/image" Target="../media/image169.png"/><Relationship Id="rId369" Type="http://schemas.openxmlformats.org/officeDocument/2006/relationships/image" Target="../media/image190.png"/><Relationship Id="rId173" Type="http://schemas.openxmlformats.org/officeDocument/2006/relationships/image" Target="../media/image92.png"/><Relationship Id="rId229" Type="http://schemas.openxmlformats.org/officeDocument/2006/relationships/image" Target="../media/image120.png"/><Relationship Id="rId380" Type="http://schemas.openxmlformats.org/officeDocument/2006/relationships/customXml" Target="../ink/ink191.xml"/><Relationship Id="rId240" Type="http://schemas.openxmlformats.org/officeDocument/2006/relationships/customXml" Target="../ink/ink121.xml"/><Relationship Id="rId35" Type="http://schemas.openxmlformats.org/officeDocument/2006/relationships/image" Target="../media/image23.png"/><Relationship Id="rId77" Type="http://schemas.openxmlformats.org/officeDocument/2006/relationships/image" Target="../media/image44.png"/><Relationship Id="rId100" Type="http://schemas.openxmlformats.org/officeDocument/2006/relationships/customXml" Target="../ink/ink51.xml"/><Relationship Id="rId282" Type="http://schemas.openxmlformats.org/officeDocument/2006/relationships/customXml" Target="../ink/ink142.xml"/><Relationship Id="rId338" Type="http://schemas.openxmlformats.org/officeDocument/2006/relationships/customXml" Target="../ink/ink170.xml"/><Relationship Id="rId8" Type="http://schemas.openxmlformats.org/officeDocument/2006/relationships/customXml" Target="../ink/ink5.xml"/><Relationship Id="rId142" Type="http://schemas.openxmlformats.org/officeDocument/2006/relationships/customXml" Target="../ink/ink72.xml"/><Relationship Id="rId184" Type="http://schemas.openxmlformats.org/officeDocument/2006/relationships/customXml" Target="../ink/ink93.xml"/><Relationship Id="rId391" Type="http://schemas.openxmlformats.org/officeDocument/2006/relationships/image" Target="../media/image201.png"/><Relationship Id="rId405" Type="http://schemas.openxmlformats.org/officeDocument/2006/relationships/image" Target="../media/image208.png"/><Relationship Id="rId251" Type="http://schemas.openxmlformats.org/officeDocument/2006/relationships/image" Target="../media/image131.png"/><Relationship Id="rId46" Type="http://schemas.openxmlformats.org/officeDocument/2006/relationships/customXml" Target="../ink/ink24.xml"/><Relationship Id="rId293" Type="http://schemas.openxmlformats.org/officeDocument/2006/relationships/image" Target="../media/image152.png"/><Relationship Id="rId307" Type="http://schemas.openxmlformats.org/officeDocument/2006/relationships/image" Target="../media/image159.png"/><Relationship Id="rId349" Type="http://schemas.openxmlformats.org/officeDocument/2006/relationships/image" Target="../media/image180.png"/><Relationship Id="rId88" Type="http://schemas.openxmlformats.org/officeDocument/2006/relationships/customXml" Target="../ink/ink45.xml"/><Relationship Id="rId111" Type="http://schemas.openxmlformats.org/officeDocument/2006/relationships/image" Target="../media/image61.png"/><Relationship Id="rId153" Type="http://schemas.openxmlformats.org/officeDocument/2006/relationships/image" Target="../media/image82.png"/><Relationship Id="rId195" Type="http://schemas.openxmlformats.org/officeDocument/2006/relationships/image" Target="../media/image103.png"/><Relationship Id="rId209" Type="http://schemas.openxmlformats.org/officeDocument/2006/relationships/image" Target="../media/image110.png"/><Relationship Id="rId360" Type="http://schemas.openxmlformats.org/officeDocument/2006/relationships/customXml" Target="../ink/ink181.xml"/><Relationship Id="rId416" Type="http://schemas.openxmlformats.org/officeDocument/2006/relationships/customXml" Target="../ink/ink209.xml"/><Relationship Id="rId220" Type="http://schemas.openxmlformats.org/officeDocument/2006/relationships/customXml" Target="../ink/ink111.xml"/><Relationship Id="rId15" Type="http://schemas.openxmlformats.org/officeDocument/2006/relationships/image" Target="../media/image13.png"/><Relationship Id="rId57" Type="http://schemas.openxmlformats.org/officeDocument/2006/relationships/image" Target="../media/image34.png"/><Relationship Id="rId262" Type="http://schemas.openxmlformats.org/officeDocument/2006/relationships/customXml" Target="../ink/ink132.xml"/><Relationship Id="rId318" Type="http://schemas.openxmlformats.org/officeDocument/2006/relationships/customXml" Target="../ink/ink160.xml"/><Relationship Id="rId99" Type="http://schemas.openxmlformats.org/officeDocument/2006/relationships/image" Target="../media/image55.png"/><Relationship Id="rId122" Type="http://schemas.openxmlformats.org/officeDocument/2006/relationships/customXml" Target="../ink/ink62.xml"/><Relationship Id="rId164" Type="http://schemas.openxmlformats.org/officeDocument/2006/relationships/customXml" Target="../ink/ink83.xml"/><Relationship Id="rId371" Type="http://schemas.openxmlformats.org/officeDocument/2006/relationships/image" Target="../media/image191.png"/><Relationship Id="rId427" Type="http://schemas.openxmlformats.org/officeDocument/2006/relationships/image" Target="../media/image219.png"/><Relationship Id="rId26" Type="http://schemas.openxmlformats.org/officeDocument/2006/relationships/customXml" Target="../ink/ink14.xml"/><Relationship Id="rId231" Type="http://schemas.openxmlformats.org/officeDocument/2006/relationships/image" Target="../media/image121.png"/><Relationship Id="rId273" Type="http://schemas.openxmlformats.org/officeDocument/2006/relationships/image" Target="../media/image142.png"/><Relationship Id="rId329" Type="http://schemas.openxmlformats.org/officeDocument/2006/relationships/image" Target="../media/image170.png"/><Relationship Id="rId68" Type="http://schemas.openxmlformats.org/officeDocument/2006/relationships/customXml" Target="../ink/ink35.xml"/><Relationship Id="rId133" Type="http://schemas.openxmlformats.org/officeDocument/2006/relationships/image" Target="../media/image72.png"/><Relationship Id="rId175" Type="http://schemas.openxmlformats.org/officeDocument/2006/relationships/image" Target="../media/image93.png"/><Relationship Id="rId340" Type="http://schemas.openxmlformats.org/officeDocument/2006/relationships/customXml" Target="../ink/ink171.xml"/><Relationship Id="rId200" Type="http://schemas.openxmlformats.org/officeDocument/2006/relationships/customXml" Target="../ink/ink101.xml"/><Relationship Id="rId382" Type="http://schemas.openxmlformats.org/officeDocument/2006/relationships/customXml" Target="../ink/ink192.xml"/><Relationship Id="rId242" Type="http://schemas.openxmlformats.org/officeDocument/2006/relationships/customXml" Target="../ink/ink122.xml"/><Relationship Id="rId284" Type="http://schemas.openxmlformats.org/officeDocument/2006/relationships/customXml" Target="../ink/ink143.xml"/><Relationship Id="rId37" Type="http://schemas.openxmlformats.org/officeDocument/2006/relationships/image" Target="../media/image24.png"/><Relationship Id="rId79" Type="http://schemas.openxmlformats.org/officeDocument/2006/relationships/image" Target="../media/image45.png"/><Relationship Id="rId102" Type="http://schemas.openxmlformats.org/officeDocument/2006/relationships/customXml" Target="../ink/ink52.xml"/><Relationship Id="rId144" Type="http://schemas.openxmlformats.org/officeDocument/2006/relationships/customXml" Target="../ink/ink73.xml"/><Relationship Id="rId90" Type="http://schemas.openxmlformats.org/officeDocument/2006/relationships/customXml" Target="../ink/ink46.xml"/><Relationship Id="rId186" Type="http://schemas.openxmlformats.org/officeDocument/2006/relationships/customXml" Target="../ink/ink94.xml"/><Relationship Id="rId351" Type="http://schemas.openxmlformats.org/officeDocument/2006/relationships/image" Target="../media/image181.png"/><Relationship Id="rId393" Type="http://schemas.openxmlformats.org/officeDocument/2006/relationships/image" Target="../media/image202.png"/><Relationship Id="rId407" Type="http://schemas.openxmlformats.org/officeDocument/2006/relationships/image" Target="../media/image209.png"/><Relationship Id="rId211" Type="http://schemas.openxmlformats.org/officeDocument/2006/relationships/image" Target="../media/image111.png"/><Relationship Id="rId253" Type="http://schemas.openxmlformats.org/officeDocument/2006/relationships/image" Target="../media/image132.png"/><Relationship Id="rId295" Type="http://schemas.openxmlformats.org/officeDocument/2006/relationships/image" Target="../media/image153.png"/><Relationship Id="rId309" Type="http://schemas.openxmlformats.org/officeDocument/2006/relationships/image" Target="../media/image160.png"/><Relationship Id="rId48" Type="http://schemas.openxmlformats.org/officeDocument/2006/relationships/customXml" Target="../ink/ink25.xml"/><Relationship Id="rId113" Type="http://schemas.openxmlformats.org/officeDocument/2006/relationships/image" Target="../media/image62.png"/><Relationship Id="rId320" Type="http://schemas.openxmlformats.org/officeDocument/2006/relationships/customXml" Target="../ink/ink161.xml"/><Relationship Id="rId155" Type="http://schemas.openxmlformats.org/officeDocument/2006/relationships/image" Target="../media/image83.png"/><Relationship Id="rId197" Type="http://schemas.openxmlformats.org/officeDocument/2006/relationships/image" Target="../media/image104.png"/><Relationship Id="rId362" Type="http://schemas.openxmlformats.org/officeDocument/2006/relationships/customXml" Target="../ink/ink182.xml"/><Relationship Id="rId418" Type="http://schemas.openxmlformats.org/officeDocument/2006/relationships/customXml" Target="../ink/ink210.xml"/><Relationship Id="rId222" Type="http://schemas.openxmlformats.org/officeDocument/2006/relationships/customXml" Target="../ink/ink112.xml"/><Relationship Id="rId264" Type="http://schemas.openxmlformats.org/officeDocument/2006/relationships/customXml" Target="../ink/ink133.xml"/><Relationship Id="rId17" Type="http://schemas.openxmlformats.org/officeDocument/2006/relationships/image" Target="../media/image14.png"/><Relationship Id="rId59" Type="http://schemas.openxmlformats.org/officeDocument/2006/relationships/image" Target="../media/image35.png"/><Relationship Id="rId124" Type="http://schemas.openxmlformats.org/officeDocument/2006/relationships/customXml" Target="../ink/ink63.xml"/><Relationship Id="rId70" Type="http://schemas.openxmlformats.org/officeDocument/2006/relationships/customXml" Target="../ink/ink36.xml"/><Relationship Id="rId166" Type="http://schemas.openxmlformats.org/officeDocument/2006/relationships/customXml" Target="../ink/ink84.xml"/><Relationship Id="rId331" Type="http://schemas.openxmlformats.org/officeDocument/2006/relationships/image" Target="../media/image171.png"/><Relationship Id="rId373" Type="http://schemas.openxmlformats.org/officeDocument/2006/relationships/image" Target="../media/image192.png"/><Relationship Id="rId429" Type="http://schemas.openxmlformats.org/officeDocument/2006/relationships/image" Target="../media/image220.png"/></Relationships>
</file>

<file path=ppt/slides/_rels/slide10.xml.rels><?xml version="1.0" encoding="UTF-8" standalone="yes"?>
<Relationships xmlns="http://schemas.openxmlformats.org/package/2006/relationships"><Relationship Id="rId8" Type="http://schemas.openxmlformats.org/officeDocument/2006/relationships/image" Target="../media/image223.png"/><Relationship Id="rId13" Type="http://schemas.openxmlformats.org/officeDocument/2006/relationships/customXml" Target="../ink/ink221.xml"/><Relationship Id="rId3" Type="http://schemas.openxmlformats.org/officeDocument/2006/relationships/customXml" Target="../ink/ink216.xml"/><Relationship Id="rId7" Type="http://schemas.openxmlformats.org/officeDocument/2006/relationships/customXml" Target="../ink/ink218.xml"/><Relationship Id="rId12" Type="http://schemas.openxmlformats.org/officeDocument/2006/relationships/image" Target="../media/image225.png"/><Relationship Id="rId2" Type="http://schemas.openxmlformats.org/officeDocument/2006/relationships/image" Target="../media/image4.png"/><Relationship Id="rId16" Type="http://schemas.openxmlformats.org/officeDocument/2006/relationships/image" Target="../media/image227.png"/><Relationship Id="rId1" Type="http://schemas.openxmlformats.org/officeDocument/2006/relationships/slideLayout" Target="../slideLayouts/slideLayout7.xml"/><Relationship Id="rId6" Type="http://schemas.openxmlformats.org/officeDocument/2006/relationships/image" Target="../media/image222.png"/><Relationship Id="rId11" Type="http://schemas.openxmlformats.org/officeDocument/2006/relationships/customXml" Target="../ink/ink220.xml"/><Relationship Id="rId5" Type="http://schemas.openxmlformats.org/officeDocument/2006/relationships/customXml" Target="../ink/ink217.xml"/><Relationship Id="rId15" Type="http://schemas.openxmlformats.org/officeDocument/2006/relationships/customXml" Target="../ink/ink222.xml"/><Relationship Id="rId10" Type="http://schemas.openxmlformats.org/officeDocument/2006/relationships/image" Target="../media/image224.png"/><Relationship Id="rId4" Type="http://schemas.openxmlformats.org/officeDocument/2006/relationships/image" Target="../media/image221.png"/><Relationship Id="rId9" Type="http://schemas.openxmlformats.org/officeDocument/2006/relationships/customXml" Target="../ink/ink219.xml"/><Relationship Id="rId14" Type="http://schemas.openxmlformats.org/officeDocument/2006/relationships/image" Target="../media/image226.png"/></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21.xml"/><Relationship Id="rId5" Type="http://schemas.openxmlformats.org/officeDocument/2006/relationships/image" Target="../media/image4.png"/><Relationship Id="rId4" Type="http://schemas.openxmlformats.org/officeDocument/2006/relationships/hyperlink" Target="http://www.dribbble.com/" TargetMode="External"/></Relationships>
</file>

<file path=ppt/slides/_rels/slide16.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7.jpeg"/><Relationship Id="rId7" Type="http://schemas.openxmlformats.org/officeDocument/2006/relationships/image" Target="../media/image11.tiff"/><Relationship Id="rId2" Type="http://schemas.openxmlformats.org/officeDocument/2006/relationships/notesSlide" Target="../notesSlides/notesSlide4.xml"/><Relationship Id="rId1" Type="http://schemas.openxmlformats.org/officeDocument/2006/relationships/slideLayout" Target="../slideLayouts/slideLayout38.xml"/><Relationship Id="rId6" Type="http://schemas.openxmlformats.org/officeDocument/2006/relationships/image" Target="../media/image10.tiff"/><Relationship Id="rId5" Type="http://schemas.openxmlformats.org/officeDocument/2006/relationships/image" Target="../media/image9.tiff"/><Relationship Id="rId4" Type="http://schemas.openxmlformats.org/officeDocument/2006/relationships/image" Target="../media/image8.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
          <p:cNvSpPr txBox="1">
            <a:spLocks noGrp="1"/>
          </p:cNvSpPr>
          <p:nvPr>
            <p:ph type="ctrTitle"/>
          </p:nvPr>
        </p:nvSpPr>
        <p:spPr>
          <a:xfrm>
            <a:off x="910460" y="1569141"/>
            <a:ext cx="9194620" cy="1979512"/>
          </a:xfrm>
          <a:prstGeom prst="rect">
            <a:avLst/>
          </a:prstGeom>
          <a:noFill/>
          <a:ln>
            <a:noFill/>
          </a:ln>
        </p:spPr>
        <p:txBody>
          <a:bodyPr spcFirstLastPara="1" wrap="square" lIns="0" tIns="60925" rIns="0" bIns="60925" anchor="ctr" anchorCtr="0">
            <a:noAutofit/>
          </a:bodyPr>
          <a:lstStyle/>
          <a:p>
            <a:pPr lvl="0" algn="ctr">
              <a:buClr>
                <a:srgbClr val="194060"/>
              </a:buClr>
            </a:pPr>
            <a:r>
              <a:rPr lang="en-US" dirty="0">
                <a:solidFill>
                  <a:srgbClr val="00B050"/>
                </a:solidFill>
                <a:latin typeface="Arial Black" panose="020B0A04020102020204" pitchFamily="34" charset="0"/>
              </a:rPr>
              <a:t>SAP BTP ABAP</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 on Cloud / RAP </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Training</a:t>
            </a:r>
            <a:endParaRPr dirty="0">
              <a:solidFill>
                <a:srgbClr val="00B050"/>
              </a:solidFill>
            </a:endParaRPr>
          </a:p>
        </p:txBody>
      </p:sp>
      <p:pic>
        <p:nvPicPr>
          <p:cNvPr id="497" name="Google Shape;497;p1"/>
          <p:cNvPicPr preferRelativeResize="0"/>
          <p:nvPr/>
        </p:nvPicPr>
        <p:blipFill rotWithShape="1">
          <a:blip r:embed="rId3">
            <a:alphaModFix/>
          </a:blip>
          <a:srcRect/>
          <a:stretch/>
        </p:blipFill>
        <p:spPr>
          <a:xfrm>
            <a:off x="9262764" y="1268760"/>
            <a:ext cx="1733995" cy="1656184"/>
          </a:xfrm>
          <a:prstGeom prst="rect">
            <a:avLst/>
          </a:prstGeom>
          <a:noFill/>
          <a:ln>
            <a:noFill/>
          </a:ln>
        </p:spPr>
      </p:pic>
      <p:pic>
        <p:nvPicPr>
          <p:cNvPr id="498" name="Google Shape;498;p1"/>
          <p:cNvPicPr preferRelativeResize="0"/>
          <p:nvPr/>
        </p:nvPicPr>
        <p:blipFill rotWithShape="1">
          <a:blip r:embed="rId3">
            <a:alphaModFix/>
          </a:blip>
          <a:srcRect/>
          <a:stretch/>
        </p:blipFill>
        <p:spPr>
          <a:xfrm>
            <a:off x="133977" y="5551900"/>
            <a:ext cx="776483" cy="741639"/>
          </a:xfrm>
          <a:prstGeom prst="rect">
            <a:avLst/>
          </a:prstGeom>
          <a:noFill/>
          <a:ln>
            <a:noFill/>
          </a:ln>
        </p:spPr>
      </p:pic>
      <p:sp>
        <p:nvSpPr>
          <p:cNvPr id="500" name="Google Shape;500;p1"/>
          <p:cNvSpPr txBox="1"/>
          <p:nvPr/>
        </p:nvSpPr>
        <p:spPr>
          <a:xfrm>
            <a:off x="2698834" y="599964"/>
            <a:ext cx="6048672" cy="584775"/>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dirty="0">
                <a:solidFill>
                  <a:srgbClr val="579130"/>
                </a:solidFill>
                <a:latin typeface="Corben"/>
                <a:ea typeface="Corben"/>
                <a:cs typeface="Corben"/>
                <a:sym typeface="Corben"/>
              </a:rPr>
              <a:t>DAY-19 	</a:t>
            </a:r>
            <a:endParaRPr sz="3200" dirty="0">
              <a:solidFill>
                <a:srgbClr val="579130"/>
              </a:solidFill>
              <a:latin typeface="Corben"/>
              <a:ea typeface="Corben"/>
              <a:cs typeface="Corben"/>
              <a:sym typeface="Corben"/>
            </a:endParaRPr>
          </a:p>
        </p:txBody>
      </p:sp>
      <p:sp>
        <p:nvSpPr>
          <p:cNvPr id="2" name="TextBox 1"/>
          <p:cNvSpPr txBox="1"/>
          <p:nvPr/>
        </p:nvSpPr>
        <p:spPr>
          <a:xfrm>
            <a:off x="4589890" y="3524363"/>
            <a:ext cx="1835759" cy="338554"/>
          </a:xfrm>
          <a:prstGeom prst="rect">
            <a:avLst/>
          </a:prstGeom>
          <a:noFill/>
        </p:spPr>
        <p:txBody>
          <a:bodyPr wrap="none" rtlCol="0">
            <a:spAutoFit/>
          </a:bodyPr>
          <a:lstStyle/>
          <a:p>
            <a:r>
              <a:rPr lang="en-US" sz="1600" b="1" dirty="0">
                <a:solidFill>
                  <a:srgbClr val="283E69"/>
                </a:solidFill>
              </a:rPr>
              <a:t>Anubhav Oberoy</a:t>
            </a:r>
          </a:p>
        </p:txBody>
      </p:sp>
      <p:sp>
        <p:nvSpPr>
          <p:cNvPr id="9" name="Subtitle 736">
            <a:extLst>
              <a:ext uri="{FF2B5EF4-FFF2-40B4-BE49-F238E27FC236}">
                <a16:creationId xmlns:a16="http://schemas.microsoft.com/office/drawing/2014/main" id="{700EA347-9CC8-4879-9255-16687B0BED48}"/>
              </a:ext>
            </a:extLst>
          </p:cNvPr>
          <p:cNvSpPr txBox="1">
            <a:spLocks/>
          </p:cNvSpPr>
          <p:nvPr/>
        </p:nvSpPr>
        <p:spPr>
          <a:xfrm>
            <a:off x="2698834" y="4484357"/>
            <a:ext cx="5086633"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buClrTx/>
            </a:pPr>
            <a:r>
              <a:rPr lang="en-IN" spc="100" dirty="0">
                <a:solidFill>
                  <a:srgbClr val="283E69"/>
                </a:solidFill>
                <a:latin typeface="Cooper Black" panose="0208090404030B020404" pitchFamily="18" charset="0"/>
              </a:rPr>
              <a:t>www.AnubhavTrainings.com</a:t>
            </a:r>
          </a:p>
        </p:txBody>
      </p:sp>
      <p:sp>
        <p:nvSpPr>
          <p:cNvPr id="11" name="TextBox 10">
            <a:extLst>
              <a:ext uri="{FF2B5EF4-FFF2-40B4-BE49-F238E27FC236}">
                <a16:creationId xmlns:a16="http://schemas.microsoft.com/office/drawing/2014/main" id="{66565992-7E12-89E4-D7DB-B3B44A1FB17D}"/>
              </a:ext>
            </a:extLst>
          </p:cNvPr>
          <p:cNvSpPr txBox="1"/>
          <p:nvPr/>
        </p:nvSpPr>
        <p:spPr>
          <a:xfrm>
            <a:off x="3388935" y="4846349"/>
            <a:ext cx="3963274" cy="338554"/>
          </a:xfrm>
          <a:prstGeom prst="rect">
            <a:avLst/>
          </a:prstGeom>
          <a:noFill/>
        </p:spPr>
        <p:txBody>
          <a:bodyPr wrap="square" rtlCol="0">
            <a:spAutoFit/>
          </a:bodyPr>
          <a:lstStyle/>
          <a:p>
            <a:pPr defTabSz="1218987">
              <a:buClrTx/>
              <a:buFontTx/>
              <a:buNone/>
            </a:pPr>
            <a:r>
              <a:rPr lang="en-US" sz="1600" b="1" kern="1200" dirty="0">
                <a:solidFill>
                  <a:srgbClr val="FFC000"/>
                </a:solidFill>
                <a:latin typeface="Segoe UI"/>
                <a:ea typeface="+mn-ea"/>
                <a:cs typeface="+mn-cs"/>
              </a:rPr>
              <a:t>Follow excellence with sheer passion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00"/>
                                        </p:tgtEl>
                                        <p:attrNameLst>
                                          <p:attrName>style.visibility</p:attrName>
                                        </p:attrNameLst>
                                      </p:cBhvr>
                                      <p:to>
                                        <p:strVal val="visible"/>
                                      </p:to>
                                    </p:set>
                                    <p:animEffect transition="in" filter="barn(inVertical)">
                                      <p:cBhvr>
                                        <p:cTn id="15" dur="500"/>
                                        <p:tgtEl>
                                          <p:spTgt spid="50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496"/>
                                        </p:tgtEl>
                                        <p:attrNameLst>
                                          <p:attrName>style.visibility</p:attrName>
                                        </p:attrNameLst>
                                      </p:cBhvr>
                                      <p:to>
                                        <p:strVal val="visible"/>
                                      </p:to>
                                    </p:set>
                                    <p:animEffect transition="in" filter="barn(inVertical)">
                                      <p:cBhvr>
                                        <p:cTn id="20" dur="500"/>
                                        <p:tgtEl>
                                          <p:spTgt spid="496"/>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arn(inVertic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p:bldP spid="500" grpId="0" animBg="1"/>
      <p:bldP spid="2" grpId="0"/>
      <p:bldP spid="9"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A8F6A9E-4911-4C13-BF00-4BE4386AE0F7}"/>
              </a:ext>
            </a:extLst>
          </p:cNvPr>
          <p:cNvSpPr/>
          <p:nvPr/>
        </p:nvSpPr>
        <p:spPr>
          <a:xfrm>
            <a:off x="1718111" y="1105227"/>
            <a:ext cx="4889619" cy="840385"/>
          </a:xfrm>
          <a:prstGeom prst="roundRect">
            <a:avLst>
              <a:gd name="adj" fmla="val 1815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Rounded Corners 35">
            <a:extLst>
              <a:ext uri="{FF2B5EF4-FFF2-40B4-BE49-F238E27FC236}">
                <a16:creationId xmlns:a16="http://schemas.microsoft.com/office/drawing/2014/main" id="{AF6E7713-5946-46A4-BF47-B37093B73CC4}"/>
              </a:ext>
            </a:extLst>
          </p:cNvPr>
          <p:cNvSpPr/>
          <p:nvPr/>
        </p:nvSpPr>
        <p:spPr>
          <a:xfrm>
            <a:off x="2134637" y="2352875"/>
            <a:ext cx="4889619" cy="840385"/>
          </a:xfrm>
          <a:prstGeom prst="roundRect">
            <a:avLst>
              <a:gd name="adj" fmla="val 181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5216E7A0-138C-422D-847B-06FB608C8E01}"/>
              </a:ext>
            </a:extLst>
          </p:cNvPr>
          <p:cNvSpPr/>
          <p:nvPr/>
        </p:nvSpPr>
        <p:spPr>
          <a:xfrm>
            <a:off x="2551163" y="3600523"/>
            <a:ext cx="4889619" cy="840385"/>
          </a:xfrm>
          <a:prstGeom prst="roundRect">
            <a:avLst>
              <a:gd name="adj" fmla="val 1815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2E200DD0-D348-45E6-9B6B-43B966A8FF8C}"/>
              </a:ext>
            </a:extLst>
          </p:cNvPr>
          <p:cNvSpPr/>
          <p:nvPr/>
        </p:nvSpPr>
        <p:spPr>
          <a:xfrm>
            <a:off x="2967689" y="4848171"/>
            <a:ext cx="4889619" cy="840385"/>
          </a:xfrm>
          <a:prstGeom prst="roundRect">
            <a:avLst>
              <a:gd name="adj" fmla="val 1815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Placeholder 22">
            <a:extLst>
              <a:ext uri="{FF2B5EF4-FFF2-40B4-BE49-F238E27FC236}">
                <a16:creationId xmlns:a16="http://schemas.microsoft.com/office/drawing/2014/main" id="{58189288-4068-4B20-8FAB-92E0830D6B2E}"/>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9725" t="7760" r="8472" b="4056"/>
          <a:stretch/>
        </p:blipFill>
        <p:spPr>
          <a:xfrm>
            <a:off x="-1" y="-1"/>
            <a:ext cx="5662364" cy="6858000"/>
          </a:xfrm>
          <a:effectLst>
            <a:outerShdw blurRad="368300" dist="254000" dir="20580000" algn="tl" rotWithShape="0">
              <a:prstClr val="black">
                <a:alpha val="20000"/>
              </a:prstClr>
            </a:outerShdw>
          </a:effectLst>
        </p:spPr>
      </p:pic>
      <p:sp>
        <p:nvSpPr>
          <p:cNvPr id="31" name="Freeform: Shape 30">
            <a:extLst>
              <a:ext uri="{FF2B5EF4-FFF2-40B4-BE49-F238E27FC236}">
                <a16:creationId xmlns:a16="http://schemas.microsoft.com/office/drawing/2014/main" id="{C536E1EE-C900-4048-90CA-E22FBE51EE3B}"/>
              </a:ext>
            </a:extLst>
          </p:cNvPr>
          <p:cNvSpPr/>
          <p:nvPr/>
        </p:nvSpPr>
        <p:spPr>
          <a:xfrm>
            <a:off x="1718111" y="-1"/>
            <a:ext cx="3989979" cy="6814397"/>
          </a:xfrm>
          <a:custGeom>
            <a:avLst/>
            <a:gdLst>
              <a:gd name="connsiteX0" fmla="*/ 0 w 3989979"/>
              <a:gd name="connsiteY0" fmla="*/ 0 h 6814397"/>
              <a:gd name="connsiteX1" fmla="*/ 1282220 w 3989979"/>
              <a:gd name="connsiteY1" fmla="*/ 0 h 6814397"/>
              <a:gd name="connsiteX2" fmla="*/ 1402006 w 3989979"/>
              <a:gd name="connsiteY2" fmla="*/ 94133 h 6814397"/>
              <a:gd name="connsiteX3" fmla="*/ 3989979 w 3989979"/>
              <a:gd name="connsiteY3" fmla="*/ 5581812 h 6814397"/>
              <a:gd name="connsiteX4" fmla="*/ 3908037 w 3989979"/>
              <a:gd name="connsiteY4" fmla="*/ 6664843 h 6814397"/>
              <a:gd name="connsiteX5" fmla="*/ 3881330 w 3989979"/>
              <a:gd name="connsiteY5" fmla="*/ 6814397 h 6814397"/>
              <a:gd name="connsiteX6" fmla="*/ 3889285 w 3989979"/>
              <a:gd name="connsiteY6" fmla="*/ 6709775 h 6814397"/>
              <a:gd name="connsiteX7" fmla="*/ 3898539 w 3989979"/>
              <a:gd name="connsiteY7" fmla="*/ 6343812 h 6814397"/>
              <a:gd name="connsiteX8" fmla="*/ 176735 w 3989979"/>
              <a:gd name="connsiteY8" fmla="*/ 90518 h 6814397"/>
              <a:gd name="connsiteX9" fmla="*/ 0 w 3989979"/>
              <a:gd name="connsiteY9" fmla="*/ 0 h 681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89979" h="6814397">
                <a:moveTo>
                  <a:pt x="0" y="0"/>
                </a:moveTo>
                <a:lnTo>
                  <a:pt x="1282220" y="0"/>
                </a:lnTo>
                <a:lnTo>
                  <a:pt x="1402006" y="94133"/>
                </a:lnTo>
                <a:cubicBezTo>
                  <a:pt x="2982546" y="1398511"/>
                  <a:pt x="3989979" y="3372512"/>
                  <a:pt x="3989979" y="5581812"/>
                </a:cubicBezTo>
                <a:cubicBezTo>
                  <a:pt x="3989979" y="5950029"/>
                  <a:pt x="3961995" y="6311709"/>
                  <a:pt x="3908037" y="6664843"/>
                </a:cubicBezTo>
                <a:lnTo>
                  <a:pt x="3881330" y="6814397"/>
                </a:lnTo>
                <a:lnTo>
                  <a:pt x="3889285" y="6709775"/>
                </a:lnTo>
                <a:cubicBezTo>
                  <a:pt x="3895430" y="6588564"/>
                  <a:pt x="3898539" y="6466551"/>
                  <a:pt x="3898539" y="6343812"/>
                </a:cubicBezTo>
                <a:cubicBezTo>
                  <a:pt x="3898539" y="3643557"/>
                  <a:pt x="2393609" y="1294797"/>
                  <a:pt x="176735" y="90518"/>
                </a:cubicBezTo>
                <a:lnTo>
                  <a:pt x="0" y="0"/>
                </a:lnTo>
                <a:close/>
              </a:path>
            </a:pathLst>
          </a:custGeom>
          <a:gradFill flip="none" rotWithShape="1">
            <a:gsLst>
              <a:gs pos="3000">
                <a:schemeClr val="accent1"/>
              </a:gs>
              <a:gs pos="100000">
                <a:schemeClr val="accent4"/>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E3F0EA58-87FF-4FBD-A2F2-8C01EFEECAF2}"/>
              </a:ext>
            </a:extLst>
          </p:cNvPr>
          <p:cNvSpPr txBox="1"/>
          <p:nvPr/>
        </p:nvSpPr>
        <p:spPr>
          <a:xfrm>
            <a:off x="5619826" y="1202254"/>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42" name="TextBox 41">
            <a:extLst>
              <a:ext uri="{FF2B5EF4-FFF2-40B4-BE49-F238E27FC236}">
                <a16:creationId xmlns:a16="http://schemas.microsoft.com/office/drawing/2014/main" id="{73592A37-8994-4267-A0A4-4F9D2B0CA640}"/>
              </a:ext>
            </a:extLst>
          </p:cNvPr>
          <p:cNvSpPr txBox="1"/>
          <p:nvPr/>
        </p:nvSpPr>
        <p:spPr>
          <a:xfrm>
            <a:off x="6032781" y="2449902"/>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43" name="TextBox 42">
            <a:extLst>
              <a:ext uri="{FF2B5EF4-FFF2-40B4-BE49-F238E27FC236}">
                <a16:creationId xmlns:a16="http://schemas.microsoft.com/office/drawing/2014/main" id="{FF2E8B29-6A17-40BB-94A2-F4C43336C48C}"/>
              </a:ext>
            </a:extLst>
          </p:cNvPr>
          <p:cNvSpPr txBox="1"/>
          <p:nvPr/>
        </p:nvSpPr>
        <p:spPr>
          <a:xfrm>
            <a:off x="6475232" y="3697550"/>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p>
        </p:txBody>
      </p:sp>
      <p:sp>
        <p:nvSpPr>
          <p:cNvPr id="44" name="TextBox 43">
            <a:extLst>
              <a:ext uri="{FF2B5EF4-FFF2-40B4-BE49-F238E27FC236}">
                <a16:creationId xmlns:a16="http://schemas.microsoft.com/office/drawing/2014/main" id="{D9D30836-9CA2-4FC2-B426-C58A1B77DEBB}"/>
              </a:ext>
            </a:extLst>
          </p:cNvPr>
          <p:cNvSpPr txBox="1"/>
          <p:nvPr/>
        </p:nvSpPr>
        <p:spPr>
          <a:xfrm>
            <a:off x="6868523" y="4945198"/>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endPar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Rectangle 44">
            <a:extLst>
              <a:ext uri="{FF2B5EF4-FFF2-40B4-BE49-F238E27FC236}">
                <a16:creationId xmlns:a16="http://schemas.microsoft.com/office/drawing/2014/main" id="{8D598D36-C5FC-4900-B880-D9AEBB01296E}"/>
              </a:ext>
            </a:extLst>
          </p:cNvPr>
          <p:cNvSpPr/>
          <p:nvPr/>
        </p:nvSpPr>
        <p:spPr>
          <a:xfrm>
            <a:off x="7255772" y="1076224"/>
            <a:ext cx="2597506" cy="369332"/>
          </a:xfrm>
          <a:prstGeom prst="rect">
            <a:avLst/>
          </a:prstGeom>
        </p:spPr>
        <p:txBody>
          <a:bodyPr wrap="square" lIns="0" rIns="0" anchor="ctr">
            <a:spAutoFit/>
          </a:bodyPr>
          <a:lstStyle/>
          <a:p>
            <a:r>
              <a:rPr lang="en-IN" sz="18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CDS entities</a:t>
            </a:r>
          </a:p>
        </p:txBody>
      </p:sp>
      <p:sp>
        <p:nvSpPr>
          <p:cNvPr id="49" name="Rectangle 48">
            <a:extLst>
              <a:ext uri="{FF2B5EF4-FFF2-40B4-BE49-F238E27FC236}">
                <a16:creationId xmlns:a16="http://schemas.microsoft.com/office/drawing/2014/main" id="{C0874C99-87AF-460C-9044-B8539EAC1769}"/>
              </a:ext>
            </a:extLst>
          </p:cNvPr>
          <p:cNvSpPr/>
          <p:nvPr/>
        </p:nvSpPr>
        <p:spPr>
          <a:xfrm>
            <a:off x="7712976" y="2234511"/>
            <a:ext cx="2597506" cy="646331"/>
          </a:xfrm>
          <a:prstGeom prst="rect">
            <a:avLst/>
          </a:prstGeom>
        </p:spPr>
        <p:txBody>
          <a:bodyPr wrap="square" lIns="0" rIns="0" anchor="ctr">
            <a:spAutoFit/>
          </a:bodyPr>
          <a:lstStyle/>
          <a:p>
            <a:r>
              <a:rPr lang="en-IN" sz="1800" b="1" dirty="0">
                <a:solidFill>
                  <a:schemeClr val="accent6">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Why we need CDS Views </a:t>
            </a:r>
          </a:p>
        </p:txBody>
      </p:sp>
      <p:sp>
        <p:nvSpPr>
          <p:cNvPr id="52" name="Rectangle 51">
            <a:extLst>
              <a:ext uri="{FF2B5EF4-FFF2-40B4-BE49-F238E27FC236}">
                <a16:creationId xmlns:a16="http://schemas.microsoft.com/office/drawing/2014/main" id="{20C13AF4-68B6-4226-9401-EDB6ED0540C2}"/>
              </a:ext>
            </a:extLst>
          </p:cNvPr>
          <p:cNvSpPr/>
          <p:nvPr/>
        </p:nvSpPr>
        <p:spPr>
          <a:xfrm>
            <a:off x="8211739" y="3578356"/>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Virtual Data Model</a:t>
            </a:r>
          </a:p>
        </p:txBody>
      </p:sp>
      <p:sp>
        <p:nvSpPr>
          <p:cNvPr id="55" name="Rectangle 54">
            <a:extLst>
              <a:ext uri="{FF2B5EF4-FFF2-40B4-BE49-F238E27FC236}">
                <a16:creationId xmlns:a16="http://schemas.microsoft.com/office/drawing/2014/main" id="{C08D0B4E-C408-458A-9E80-98D57A618BD5}"/>
              </a:ext>
            </a:extLst>
          </p:cNvPr>
          <p:cNvSpPr/>
          <p:nvPr/>
        </p:nvSpPr>
        <p:spPr>
          <a:xfrm>
            <a:off x="8554525" y="4986670"/>
            <a:ext cx="2597506" cy="369332"/>
          </a:xfrm>
          <a:prstGeom prst="rect">
            <a:avLst/>
          </a:prstGeom>
        </p:spPr>
        <p:txBody>
          <a:bodyPr wrap="square" lIns="0" rIns="0" anchor="ctr">
            <a:spAutoFit/>
          </a:bodyPr>
          <a:lstStyle/>
          <a:p>
            <a:r>
              <a:rPr lang="en-IN" sz="1800" b="1" dirty="0">
                <a:solidFill>
                  <a:schemeClr val="accent4"/>
                </a:solidFill>
                <a:latin typeface="Open Sans" panose="020B0606030504020204" pitchFamily="34" charset="0"/>
                <a:ea typeface="Open Sans" panose="020B0606030504020204" pitchFamily="34" charset="0"/>
                <a:cs typeface="Open Sans" panose="020B0606030504020204" pitchFamily="34" charset="0"/>
              </a:rPr>
              <a:t>Analytic Use case</a:t>
            </a:r>
          </a:p>
        </p:txBody>
      </p:sp>
      <p:pic>
        <p:nvPicPr>
          <p:cNvPr id="2" name="Picture 4">
            <a:extLst>
              <a:ext uri="{FF2B5EF4-FFF2-40B4-BE49-F238E27FC236}">
                <a16:creationId xmlns:a16="http://schemas.microsoft.com/office/drawing/2014/main" id="{0ABA602A-777F-01F1-3482-2AA689766F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416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D7299-B43C-54C9-FDB7-AEF7F474BBB5}"/>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DFC7E5CF-0C7F-4D32-DC57-041731ABDA84}"/>
              </a:ext>
            </a:extLst>
          </p:cNvPr>
          <p:cNvSpPr txBox="1">
            <a:spLocks/>
          </p:cNvSpPr>
          <p:nvPr/>
        </p:nvSpPr>
        <p:spPr>
          <a:xfrm>
            <a:off x="141079" y="141370"/>
            <a:ext cx="11137885" cy="513697"/>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99" dirty="0">
                <a:latin typeface="Cooper Black" panose="0208090404030B020404" pitchFamily="18" charset="0"/>
                <a:cs typeface="Times New Roman" panose="02020603050405020304" pitchFamily="18" charset="0"/>
              </a:rPr>
              <a:t>Why SAP generate Alias name for entity fields</a:t>
            </a:r>
            <a:endParaRPr lang="en-IN" sz="3199"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94C7866-CF15-2EFE-7A0F-2A702B795F6D}"/>
              </a:ext>
            </a:extLst>
          </p:cNvPr>
          <p:cNvSpPr txBox="1"/>
          <p:nvPr/>
        </p:nvSpPr>
        <p:spPr>
          <a:xfrm>
            <a:off x="177646" y="655067"/>
            <a:ext cx="11486844" cy="1477328"/>
          </a:xfrm>
          <a:prstGeom prst="rect">
            <a:avLst/>
          </a:prstGeom>
          <a:noFill/>
        </p:spPr>
        <p:txBody>
          <a:bodyPr wrap="square" rtlCol="0">
            <a:spAutoFit/>
          </a:bodyPr>
          <a:lstStyle/>
          <a:p>
            <a:pPr marL="285750" indent="-285750">
              <a:buFont typeface="Arial" panose="020B0604020202020204" pitchFamily="34" charset="0"/>
              <a:buChar char="•"/>
            </a:pPr>
            <a:r>
              <a:rPr lang="en-IN" sz="1800" dirty="0"/>
              <a:t>Alias name would give meaningful name to the column</a:t>
            </a:r>
          </a:p>
          <a:p>
            <a:pPr marL="285750" indent="-285750">
              <a:buFont typeface="Arial" panose="020B0604020202020204" pitchFamily="34" charset="0"/>
              <a:buChar char="•"/>
            </a:pPr>
            <a:r>
              <a:rPr lang="en-IN" sz="1800" dirty="0"/>
              <a:t>It increase the readability of the code</a:t>
            </a:r>
          </a:p>
          <a:p>
            <a:pPr marL="285750" indent="-285750">
              <a:buFont typeface="Arial" panose="020B0604020202020204" pitchFamily="34" charset="0"/>
              <a:buChar char="•"/>
            </a:pPr>
            <a:r>
              <a:rPr lang="en-IN" sz="1800" dirty="0"/>
              <a:t>It saves maintenance of views/entities</a:t>
            </a:r>
          </a:p>
          <a:p>
            <a:pPr marL="285750" indent="-285750">
              <a:buFont typeface="Arial" panose="020B0604020202020204" pitchFamily="34" charset="0"/>
              <a:buChar char="•"/>
            </a:pPr>
            <a:r>
              <a:rPr lang="en-IN" sz="1800" dirty="0"/>
              <a:t>Sometimes we do joins and two tables can have same column name, So for consumer to differentiate these fields we use the alias name</a:t>
            </a:r>
          </a:p>
        </p:txBody>
      </p:sp>
      <p:sp>
        <p:nvSpPr>
          <p:cNvPr id="4" name="TextBox 3">
            <a:extLst>
              <a:ext uri="{FF2B5EF4-FFF2-40B4-BE49-F238E27FC236}">
                <a16:creationId xmlns:a16="http://schemas.microsoft.com/office/drawing/2014/main" id="{FF4567B9-B415-E3EA-74A3-BDE25E664564}"/>
              </a:ext>
            </a:extLst>
          </p:cNvPr>
          <p:cNvSpPr txBox="1"/>
          <p:nvPr/>
        </p:nvSpPr>
        <p:spPr>
          <a:xfrm>
            <a:off x="9547913" y="6408935"/>
            <a:ext cx="2524210" cy="276999"/>
          </a:xfrm>
          <a:prstGeom prst="rect">
            <a:avLst/>
          </a:prstGeom>
          <a:noFill/>
        </p:spPr>
        <p:txBody>
          <a:bodyPr wrap="square">
            <a:spAutoFit/>
          </a:bodyPr>
          <a:lstStyle/>
          <a:p>
            <a:r>
              <a:rPr lang="en-US" sz="1200" dirty="0">
                <a:solidFill>
                  <a:srgbClr val="002060"/>
                </a:solidFill>
                <a:latin typeface="Cooper Black" panose="0208090404030B020404" pitchFamily="18" charset="0"/>
              </a:rPr>
              <a:t>www.anubhavtrainings.com</a:t>
            </a:r>
            <a:endParaRPr lang="en-IN" sz="1200" dirty="0">
              <a:solidFill>
                <a:srgbClr val="002060"/>
              </a:solidFill>
              <a:latin typeface="Cooper Black" panose="0208090404030B020404" pitchFamily="18" charset="0"/>
            </a:endParaRPr>
          </a:p>
        </p:txBody>
      </p:sp>
      <p:pic>
        <p:nvPicPr>
          <p:cNvPr id="5" name="Picture 4">
            <a:extLst>
              <a:ext uri="{FF2B5EF4-FFF2-40B4-BE49-F238E27FC236}">
                <a16:creationId xmlns:a16="http://schemas.microsoft.com/office/drawing/2014/main" id="{0568914C-D196-17EA-360B-38C77AAB22DC}"/>
              </a:ext>
            </a:extLst>
          </p:cNvPr>
          <p:cNvPicPr>
            <a:picLocks noChangeAspect="1"/>
          </p:cNvPicPr>
          <p:nvPr/>
        </p:nvPicPr>
        <p:blipFill>
          <a:blip r:embed="rId2"/>
          <a:stretch>
            <a:fillRect/>
          </a:stretch>
        </p:blipFill>
        <p:spPr>
          <a:xfrm>
            <a:off x="11691526" y="71244"/>
            <a:ext cx="456414" cy="450803"/>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A0AA6018-DF86-C3EC-3686-03F98D73E805}"/>
                  </a:ext>
                </a:extLst>
              </p14:cNvPr>
              <p14:cNvContentPartPr/>
              <p14:nvPr/>
            </p14:nvContentPartPr>
            <p14:xfrm>
              <a:off x="2018880" y="1733040"/>
              <a:ext cx="6889680" cy="4542120"/>
            </p14:xfrm>
          </p:contentPart>
        </mc:Choice>
        <mc:Fallback xmlns="">
          <p:pic>
            <p:nvPicPr>
              <p:cNvPr id="6" name="Ink 5">
                <a:extLst>
                  <a:ext uri="{FF2B5EF4-FFF2-40B4-BE49-F238E27FC236}">
                    <a16:creationId xmlns:a16="http://schemas.microsoft.com/office/drawing/2014/main" id="{A0AA6018-DF86-C3EC-3686-03F98D73E805}"/>
                  </a:ext>
                </a:extLst>
              </p:cNvPr>
              <p:cNvPicPr/>
              <p:nvPr/>
            </p:nvPicPr>
            <p:blipFill>
              <a:blip r:embed="rId4"/>
              <a:stretch>
                <a:fillRect/>
              </a:stretch>
            </p:blipFill>
            <p:spPr>
              <a:xfrm>
                <a:off x="2009520" y="1723680"/>
                <a:ext cx="6908400" cy="4560840"/>
              </a:xfrm>
              <a:prstGeom prst="rect">
                <a:avLst/>
              </a:prstGeom>
            </p:spPr>
          </p:pic>
        </mc:Fallback>
      </mc:AlternateContent>
    </p:spTree>
    <p:extLst>
      <p:ext uri="{BB962C8B-B14F-4D97-AF65-F5344CB8AC3E}">
        <p14:creationId xmlns:p14="http://schemas.microsoft.com/office/powerpoint/2010/main" val="14739840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9"/>
        <p:cNvGrpSpPr/>
        <p:nvPr/>
      </p:nvGrpSpPr>
      <p:grpSpPr>
        <a:xfrm>
          <a:off x="0" y="0"/>
          <a:ext cx="0" cy="0"/>
          <a:chOff x="0" y="0"/>
          <a:chExt cx="0" cy="0"/>
        </a:xfrm>
      </p:grpSpPr>
      <p:sp>
        <p:nvSpPr>
          <p:cNvPr id="1011" name="Google Shape;1011;p32"/>
          <p:cNvSpPr txBox="1"/>
          <p:nvPr/>
        </p:nvSpPr>
        <p:spPr>
          <a:xfrm>
            <a:off x="224979" y="788088"/>
            <a:ext cx="11806237" cy="341632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000000"/>
                </a:solidFill>
                <a:effectLst/>
                <a:uLnTx/>
                <a:uFillTx/>
                <a:latin typeface="Calibri"/>
                <a:ea typeface="Calibri"/>
                <a:cs typeface="Calibri"/>
                <a:sym typeface="Calibri"/>
              </a:rPr>
              <a:t>CDS entities are advance version of CDS Views. If you know CDS view, you can implement CDS entities very easily</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800"/>
              <a:buFont typeface="Arial"/>
              <a:buChar char="•"/>
              <a:tabLst/>
              <a:defRPr/>
            </a:pPr>
            <a:r>
              <a:rPr kumimoji="0" lang="en-US" sz="1800" b="0" i="0" u="none" strike="noStrike" kern="0" cap="none" spc="0" normalizeH="0" baseline="0" noProof="0">
                <a:ln>
                  <a:noFill/>
                </a:ln>
                <a:solidFill>
                  <a:srgbClr val="000000"/>
                </a:solidFill>
                <a:effectLst/>
                <a:uLnTx/>
                <a:uFillTx/>
                <a:latin typeface="Calibri"/>
                <a:ea typeface="Calibri"/>
                <a:cs typeface="Calibri"/>
                <a:sym typeface="Calibri"/>
              </a:rPr>
              <a:t>When we activate CDS view, 2 objects gets created. One will be HANA view, and another will be the DDIC view. This DDIC view is of no use. When we CDS entity, No DDIC view gets created.</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800"/>
              <a:buFont typeface="Arial"/>
              <a:buChar char="•"/>
              <a:tabLst/>
              <a:defRPr/>
            </a:pPr>
            <a:r>
              <a:rPr kumimoji="0" lang="en-US" sz="1800" b="0" i="0" u="none" strike="noStrike" kern="0" cap="none" spc="0" normalizeH="0" baseline="0" noProof="0">
                <a:ln>
                  <a:noFill/>
                </a:ln>
                <a:solidFill>
                  <a:srgbClr val="000000"/>
                </a:solidFill>
                <a:effectLst/>
                <a:uLnTx/>
                <a:uFillTx/>
                <a:latin typeface="Calibri"/>
                <a:ea typeface="Calibri"/>
                <a:cs typeface="Calibri"/>
                <a:sym typeface="Calibri"/>
              </a:rPr>
              <a:t>It save activation time hence the cds entity activation is faster than the cds view activation.</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800"/>
              <a:buFont typeface="Arial"/>
              <a:buChar char="•"/>
              <a:tabLst/>
              <a:defRPr/>
            </a:pPr>
            <a:r>
              <a:rPr kumimoji="0" lang="en-US" sz="1800" b="0" i="0" u="none" strike="noStrike" kern="0" cap="none" spc="0" normalizeH="0" baseline="0" noProof="0">
                <a:ln>
                  <a:noFill/>
                </a:ln>
                <a:solidFill>
                  <a:srgbClr val="000000"/>
                </a:solidFill>
                <a:effectLst/>
                <a:uLnTx/>
                <a:uFillTx/>
                <a:latin typeface="Calibri"/>
                <a:ea typeface="Calibri"/>
                <a:cs typeface="Calibri"/>
                <a:sym typeface="Calibri"/>
              </a:rPr>
              <a:t>A view have 3 names – file name, cds name and ddic view name. CDS entity is simplified and just have only one name</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800"/>
              <a:buFont typeface="Arial"/>
              <a:buChar char="•"/>
              <a:tabLst/>
              <a:defRPr/>
            </a:pPr>
            <a:r>
              <a:rPr kumimoji="0" lang="en-US" sz="1800" b="0" i="0" u="none" strike="noStrike" kern="0" cap="none" spc="0" normalizeH="0" baseline="0" noProof="0">
                <a:ln>
                  <a:noFill/>
                </a:ln>
                <a:solidFill>
                  <a:srgbClr val="000000"/>
                </a:solidFill>
                <a:effectLst/>
                <a:uLnTx/>
                <a:uFillTx/>
                <a:latin typeface="Calibri"/>
                <a:ea typeface="Calibri"/>
                <a:cs typeface="Calibri"/>
                <a:sym typeface="Calibri"/>
              </a:rPr>
              <a:t>SAP also improved the runtime engine for entities to make it work faster</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800"/>
              <a:buFont typeface="Arial"/>
              <a:buChar char="•"/>
              <a:tabLst/>
              <a:defRPr/>
            </a:pPr>
            <a:r>
              <a:rPr kumimoji="0" lang="en-US" sz="1800" b="0" i="0" u="none" strike="noStrike" kern="0" cap="none" spc="0" normalizeH="0" baseline="0" noProof="0">
                <a:ln>
                  <a:noFill/>
                </a:ln>
                <a:solidFill>
                  <a:srgbClr val="000000"/>
                </a:solidFill>
                <a:effectLst/>
                <a:uLnTx/>
                <a:uFillTx/>
                <a:latin typeface="Calibri"/>
                <a:ea typeface="Calibri"/>
                <a:cs typeface="Calibri"/>
                <a:sym typeface="Calibri"/>
              </a:rPr>
              <a:t>CDS entities are strict in nature.</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17145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000000"/>
                </a:solidFill>
                <a:effectLst/>
                <a:uLnTx/>
                <a:uFillTx/>
                <a:latin typeface="Calibri"/>
                <a:ea typeface="Calibri"/>
                <a:cs typeface="Calibri"/>
                <a:sym typeface="Calibri"/>
              </a:rPr>
              <a:t>ABAP on Cloud system</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000000"/>
                </a:solidFill>
                <a:effectLst/>
                <a:uLnTx/>
                <a:uFillTx/>
                <a:latin typeface="Calibri"/>
                <a:ea typeface="Calibri"/>
                <a:cs typeface="Calibri"/>
                <a:sym typeface="Calibri"/>
              </a:rPr>
              <a:t>SAP does not allow direct access of some of standard database tables available in AOC environment. These objects are called restricted objects. SAP have built the CDS entities on top of these objects, these entities are marked as </a:t>
            </a:r>
            <a:r>
              <a:rPr kumimoji="0" lang="en-US" sz="1800" b="1" i="0" u="none" strike="noStrike" kern="0" cap="none" spc="0" normalizeH="0" baseline="0" noProof="0">
                <a:ln>
                  <a:noFill/>
                </a:ln>
                <a:solidFill>
                  <a:srgbClr val="000000"/>
                </a:solidFill>
                <a:effectLst/>
                <a:uLnTx/>
                <a:uFillTx/>
                <a:latin typeface="Calibri"/>
                <a:ea typeface="Calibri"/>
                <a:cs typeface="Calibri"/>
                <a:sym typeface="Calibri"/>
              </a:rPr>
              <a:t>Released. </a:t>
            </a:r>
            <a:r>
              <a:rPr kumimoji="0" lang="en-US" sz="1800" b="0" i="0" u="none" strike="noStrike" kern="0" cap="none" spc="0" normalizeH="0" baseline="0" noProof="0">
                <a:ln>
                  <a:noFill/>
                </a:ln>
                <a:solidFill>
                  <a:srgbClr val="000000"/>
                </a:solidFill>
                <a:effectLst/>
                <a:uLnTx/>
                <a:uFillTx/>
                <a:latin typeface="Calibri"/>
                <a:ea typeface="Calibri"/>
                <a:cs typeface="Calibri"/>
                <a:sym typeface="Calibri"/>
              </a:rPr>
              <a:t>Which means we can use them in our code.</a:t>
            </a: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12" name="Google Shape;1012;p32"/>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CDS entities</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sp>
        <p:nvSpPr>
          <p:cNvPr id="5" name="Google Shape;552;p2"/>
          <p:cNvSpPr txBox="1"/>
          <p:nvPr/>
        </p:nvSpPr>
        <p:spPr>
          <a:xfrm>
            <a:off x="9527526" y="6551489"/>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75C042"/>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75C042"/>
              </a:solidFill>
              <a:effectLst/>
              <a:uLnTx/>
              <a:uFillTx/>
              <a:latin typeface="Cambria" panose="02040503050406030204" pitchFamily="18" charset="0"/>
              <a:ea typeface="Cambria" panose="02040503050406030204" pitchFamily="18" charset="0"/>
              <a:cs typeface="Corben"/>
              <a:sym typeface="Corben"/>
            </a:endParaRPr>
          </a:p>
        </p:txBody>
      </p:sp>
      <p:pic>
        <p:nvPicPr>
          <p:cNvPr id="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D7299-B43C-54C9-FDB7-AEF7F474BBB5}"/>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DFC7E5CF-0C7F-4D32-DC57-041731ABDA84}"/>
              </a:ext>
            </a:extLst>
          </p:cNvPr>
          <p:cNvSpPr txBox="1">
            <a:spLocks/>
          </p:cNvSpPr>
          <p:nvPr/>
        </p:nvSpPr>
        <p:spPr>
          <a:xfrm>
            <a:off x="141079" y="141370"/>
            <a:ext cx="11137885" cy="513697"/>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99" dirty="0">
                <a:latin typeface="Cooper Black" panose="0208090404030B020404" pitchFamily="18" charset="0"/>
                <a:cs typeface="Times New Roman" panose="02020603050405020304" pitchFamily="18" charset="0"/>
              </a:rPr>
              <a:t>VDM – Virtual data modeling</a:t>
            </a:r>
            <a:endParaRPr lang="en-IN" sz="3199"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94C7866-CF15-2EFE-7A0F-2A702B795F6D}"/>
              </a:ext>
            </a:extLst>
          </p:cNvPr>
          <p:cNvSpPr txBox="1"/>
          <p:nvPr/>
        </p:nvSpPr>
        <p:spPr>
          <a:xfrm>
            <a:off x="177646" y="655067"/>
            <a:ext cx="11486844" cy="3416320"/>
          </a:xfrm>
          <a:prstGeom prst="rect">
            <a:avLst/>
          </a:prstGeom>
          <a:noFill/>
        </p:spPr>
        <p:txBody>
          <a:bodyPr wrap="square" rtlCol="0">
            <a:spAutoFit/>
          </a:bodyPr>
          <a:lstStyle/>
          <a:p>
            <a:r>
              <a:rPr lang="en-IN" sz="1800" dirty="0"/>
              <a:t>VDM is not mandatory, even if you skip VDM, your view/entities are just fine. This is a </a:t>
            </a:r>
            <a:r>
              <a:rPr lang="en-IN" sz="1800" b="1" dirty="0"/>
              <a:t>gold standard or Best Practice </a:t>
            </a:r>
            <a:r>
              <a:rPr lang="en-IN" sz="1800" dirty="0"/>
              <a:t>to create </a:t>
            </a:r>
            <a:r>
              <a:rPr lang="en-IN" sz="1800" dirty="0" err="1"/>
              <a:t>cds</a:t>
            </a:r>
            <a:r>
              <a:rPr lang="en-IN" sz="1800" dirty="0"/>
              <a:t> entities in SAP S/4HANA solution. It brings the standardization to our CDS development and increase reusability of our views.</a:t>
            </a:r>
          </a:p>
          <a:p>
            <a:pPr marL="285750" indent="-285750">
              <a:buFont typeface="Arial" panose="020B0604020202020204" pitchFamily="34" charset="0"/>
              <a:buChar char="•"/>
            </a:pPr>
            <a:r>
              <a:rPr lang="en-IN" sz="1800" dirty="0"/>
              <a:t>If a colleague build </a:t>
            </a:r>
            <a:r>
              <a:rPr lang="en-IN" sz="1800" dirty="0" err="1"/>
              <a:t>cds</a:t>
            </a:r>
            <a:r>
              <a:rPr lang="en-IN" sz="1800" dirty="0"/>
              <a:t> views in a company and take holiday or leave the company, how would we know the purpose this view?</a:t>
            </a:r>
          </a:p>
          <a:p>
            <a:pPr marL="285750" indent="-285750">
              <a:buFont typeface="Arial" panose="020B0604020202020204" pitchFamily="34" charset="0"/>
              <a:buChar char="•"/>
            </a:pPr>
            <a:r>
              <a:rPr lang="en-IN" sz="1800" dirty="0"/>
              <a:t>When SAP deliver standard CDS views to us, SAP do not provide the mobile number of their developers, so how you know whether you can reuse their view or not?</a:t>
            </a:r>
          </a:p>
          <a:p>
            <a:pPr marL="285750" indent="-285750">
              <a:buFont typeface="Arial" panose="020B0604020202020204" pitchFamily="34" charset="0"/>
              <a:buChar char="•"/>
            </a:pPr>
            <a:r>
              <a:rPr lang="en-IN" sz="1800" dirty="0"/>
              <a:t>We need to follow common naming convention in a project as a best practice.</a:t>
            </a:r>
          </a:p>
          <a:p>
            <a:pPr marL="285750" indent="-285750">
              <a:buFont typeface="Arial" panose="020B0604020202020204" pitchFamily="34" charset="0"/>
              <a:buChar char="•"/>
            </a:pPr>
            <a:r>
              <a:rPr lang="en-IN" sz="1800" dirty="0"/>
              <a:t>We need to avoid creating duplicate views for same purpose.</a:t>
            </a:r>
          </a:p>
          <a:p>
            <a:pPr marL="285750" indent="-285750">
              <a:buFont typeface="Arial" panose="020B0604020202020204" pitchFamily="34" charset="0"/>
              <a:buChar char="•"/>
            </a:pPr>
            <a:r>
              <a:rPr lang="en-IN" sz="1800" dirty="0"/>
              <a:t>VDM is a technical guidance for S/4HANA CDS developers</a:t>
            </a:r>
          </a:p>
          <a:p>
            <a:pPr marL="285750" indent="-285750">
              <a:buFont typeface="Arial" panose="020B0604020202020204" pitchFamily="34" charset="0"/>
              <a:buChar char="•"/>
            </a:pPr>
            <a:r>
              <a:rPr lang="en-IN" sz="1800" dirty="0"/>
              <a:t>It is represented by annotation </a:t>
            </a:r>
            <a:r>
              <a:rPr lang="en-IN" sz="1800" b="1" dirty="0"/>
              <a:t>@VDM</a:t>
            </a:r>
            <a:r>
              <a:rPr lang="en-IN" sz="1800" dirty="0"/>
              <a:t> which is kept at the top of the view</a:t>
            </a:r>
          </a:p>
          <a:p>
            <a:pPr marL="285750" indent="-285750">
              <a:buFont typeface="Arial" panose="020B0604020202020204" pitchFamily="34" charset="0"/>
              <a:buChar char="•"/>
            </a:pPr>
            <a:r>
              <a:rPr lang="en-IN" sz="1800" dirty="0"/>
              <a:t>VDM classify our views in different categories as explained in next slide.</a:t>
            </a:r>
          </a:p>
        </p:txBody>
      </p:sp>
      <p:sp>
        <p:nvSpPr>
          <p:cNvPr id="4" name="TextBox 3">
            <a:extLst>
              <a:ext uri="{FF2B5EF4-FFF2-40B4-BE49-F238E27FC236}">
                <a16:creationId xmlns:a16="http://schemas.microsoft.com/office/drawing/2014/main" id="{FF4567B9-B415-E3EA-74A3-BDE25E664564}"/>
              </a:ext>
            </a:extLst>
          </p:cNvPr>
          <p:cNvSpPr txBox="1"/>
          <p:nvPr/>
        </p:nvSpPr>
        <p:spPr>
          <a:xfrm>
            <a:off x="9547913" y="6408935"/>
            <a:ext cx="2524210" cy="276999"/>
          </a:xfrm>
          <a:prstGeom prst="rect">
            <a:avLst/>
          </a:prstGeom>
          <a:noFill/>
        </p:spPr>
        <p:txBody>
          <a:bodyPr wrap="square">
            <a:spAutoFit/>
          </a:bodyPr>
          <a:lstStyle/>
          <a:p>
            <a:r>
              <a:rPr lang="en-US" sz="1200" dirty="0">
                <a:solidFill>
                  <a:srgbClr val="002060"/>
                </a:solidFill>
                <a:latin typeface="Cooper Black" panose="0208090404030B020404" pitchFamily="18" charset="0"/>
              </a:rPr>
              <a:t>www.anubhavtrainings.com</a:t>
            </a:r>
            <a:endParaRPr lang="en-IN" sz="1200" dirty="0">
              <a:solidFill>
                <a:srgbClr val="002060"/>
              </a:solidFill>
              <a:latin typeface="Cooper Black" panose="0208090404030B020404" pitchFamily="18" charset="0"/>
            </a:endParaRPr>
          </a:p>
        </p:txBody>
      </p:sp>
      <p:pic>
        <p:nvPicPr>
          <p:cNvPr id="5" name="Picture 4">
            <a:extLst>
              <a:ext uri="{FF2B5EF4-FFF2-40B4-BE49-F238E27FC236}">
                <a16:creationId xmlns:a16="http://schemas.microsoft.com/office/drawing/2014/main" id="{0568914C-D196-17EA-360B-38C77AAB22DC}"/>
              </a:ext>
            </a:extLst>
          </p:cNvPr>
          <p:cNvPicPr>
            <a:picLocks noChangeAspect="1"/>
          </p:cNvPicPr>
          <p:nvPr/>
        </p:nvPicPr>
        <p:blipFill>
          <a:blip r:embed="rId2"/>
          <a:stretch>
            <a:fillRect/>
          </a:stretch>
        </p:blipFill>
        <p:spPr>
          <a:xfrm>
            <a:off x="11691526" y="71244"/>
            <a:ext cx="456414" cy="450803"/>
          </a:xfrm>
          <a:prstGeom prst="rect">
            <a:avLst/>
          </a:prstGeom>
        </p:spPr>
      </p:pic>
      <p:sp>
        <p:nvSpPr>
          <p:cNvPr id="6" name="TextBox 5">
            <a:extLst>
              <a:ext uri="{FF2B5EF4-FFF2-40B4-BE49-F238E27FC236}">
                <a16:creationId xmlns:a16="http://schemas.microsoft.com/office/drawing/2014/main" id="{B781EE5C-AE52-201C-5620-0408424ABFED}"/>
              </a:ext>
            </a:extLst>
          </p:cNvPr>
          <p:cNvSpPr txBox="1"/>
          <p:nvPr/>
        </p:nvSpPr>
        <p:spPr>
          <a:xfrm>
            <a:off x="116701" y="6559466"/>
            <a:ext cx="223678" cy="253916"/>
          </a:xfrm>
          <a:prstGeom prst="rect">
            <a:avLst/>
          </a:prstGeom>
          <a:noFill/>
        </p:spPr>
        <p:txBody>
          <a:bodyPr wrap="square" rtlCol="0">
            <a:spAutoFit/>
          </a:bodyPr>
          <a:lstStyle/>
          <a:p>
            <a:r>
              <a:rPr lang="en-US" sz="1050" dirty="0"/>
              <a:t>7</a:t>
            </a:r>
            <a:endParaRPr lang="en-IN" sz="1050" dirty="0"/>
          </a:p>
        </p:txBody>
      </p:sp>
    </p:spTree>
    <p:extLst>
      <p:ext uri="{BB962C8B-B14F-4D97-AF65-F5344CB8AC3E}">
        <p14:creationId xmlns:p14="http://schemas.microsoft.com/office/powerpoint/2010/main" val="1210626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D7299-B43C-54C9-FDB7-AEF7F474BBB5}"/>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DFC7E5CF-0C7F-4D32-DC57-041731ABDA84}"/>
              </a:ext>
            </a:extLst>
          </p:cNvPr>
          <p:cNvSpPr txBox="1">
            <a:spLocks/>
          </p:cNvSpPr>
          <p:nvPr/>
        </p:nvSpPr>
        <p:spPr>
          <a:xfrm>
            <a:off x="141079" y="141370"/>
            <a:ext cx="11137885" cy="513697"/>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99" dirty="0">
                <a:latin typeface="Cooper Black" panose="0208090404030B020404" pitchFamily="18" charset="0"/>
                <a:cs typeface="Times New Roman" panose="02020603050405020304" pitchFamily="18" charset="0"/>
              </a:rPr>
              <a:t>VDM</a:t>
            </a:r>
            <a:endParaRPr lang="en-IN" sz="3199" dirty="0">
              <a:latin typeface="Cooper Black" panose="0208090404030B0204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F4567B9-B415-E3EA-74A3-BDE25E664564}"/>
              </a:ext>
            </a:extLst>
          </p:cNvPr>
          <p:cNvSpPr txBox="1"/>
          <p:nvPr/>
        </p:nvSpPr>
        <p:spPr>
          <a:xfrm>
            <a:off x="9547913" y="6408935"/>
            <a:ext cx="2524210" cy="276999"/>
          </a:xfrm>
          <a:prstGeom prst="rect">
            <a:avLst/>
          </a:prstGeom>
          <a:noFill/>
        </p:spPr>
        <p:txBody>
          <a:bodyPr wrap="square">
            <a:spAutoFit/>
          </a:bodyPr>
          <a:lstStyle/>
          <a:p>
            <a:r>
              <a:rPr lang="en-US" sz="1200" dirty="0">
                <a:solidFill>
                  <a:srgbClr val="002060"/>
                </a:solidFill>
                <a:latin typeface="Cooper Black" panose="0208090404030B020404" pitchFamily="18" charset="0"/>
              </a:rPr>
              <a:t>www.anubhavtrainings.com</a:t>
            </a:r>
            <a:endParaRPr lang="en-IN" sz="1200" dirty="0">
              <a:solidFill>
                <a:srgbClr val="002060"/>
              </a:solidFill>
              <a:latin typeface="Cooper Black" panose="0208090404030B020404" pitchFamily="18" charset="0"/>
            </a:endParaRPr>
          </a:p>
        </p:txBody>
      </p:sp>
      <p:pic>
        <p:nvPicPr>
          <p:cNvPr id="5" name="Picture 4">
            <a:extLst>
              <a:ext uri="{FF2B5EF4-FFF2-40B4-BE49-F238E27FC236}">
                <a16:creationId xmlns:a16="http://schemas.microsoft.com/office/drawing/2014/main" id="{0568914C-D196-17EA-360B-38C77AAB22DC}"/>
              </a:ext>
            </a:extLst>
          </p:cNvPr>
          <p:cNvPicPr>
            <a:picLocks noChangeAspect="1"/>
          </p:cNvPicPr>
          <p:nvPr/>
        </p:nvPicPr>
        <p:blipFill>
          <a:blip r:embed="rId2"/>
          <a:stretch>
            <a:fillRect/>
          </a:stretch>
        </p:blipFill>
        <p:spPr>
          <a:xfrm>
            <a:off x="11691526" y="71244"/>
            <a:ext cx="456414" cy="450803"/>
          </a:xfrm>
          <a:prstGeom prst="rect">
            <a:avLst/>
          </a:prstGeom>
        </p:spPr>
      </p:pic>
      <p:sp>
        <p:nvSpPr>
          <p:cNvPr id="7" name="Rectangle 6">
            <a:extLst>
              <a:ext uri="{FF2B5EF4-FFF2-40B4-BE49-F238E27FC236}">
                <a16:creationId xmlns:a16="http://schemas.microsoft.com/office/drawing/2014/main" id="{A0DB6BD9-BE3B-053B-5191-03883CF68151}"/>
              </a:ext>
            </a:extLst>
          </p:cNvPr>
          <p:cNvSpPr/>
          <p:nvPr/>
        </p:nvSpPr>
        <p:spPr>
          <a:xfrm>
            <a:off x="189756" y="764704"/>
            <a:ext cx="3168352" cy="864096"/>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IN" dirty="0">
                <a:solidFill>
                  <a:schemeClr val="tx1"/>
                </a:solidFill>
                <a:latin typeface="Amasis MT Pro Black" panose="02040A04050005020304" pitchFamily="18" charset="0"/>
              </a:rPr>
              <a:t>Private Views</a:t>
            </a:r>
          </a:p>
        </p:txBody>
      </p:sp>
      <p:sp>
        <p:nvSpPr>
          <p:cNvPr id="8" name="Rectangle 7">
            <a:extLst>
              <a:ext uri="{FF2B5EF4-FFF2-40B4-BE49-F238E27FC236}">
                <a16:creationId xmlns:a16="http://schemas.microsoft.com/office/drawing/2014/main" id="{108E6E7C-A657-E0DD-886B-ED9BED4443C7}"/>
              </a:ext>
            </a:extLst>
          </p:cNvPr>
          <p:cNvSpPr/>
          <p:nvPr/>
        </p:nvSpPr>
        <p:spPr>
          <a:xfrm>
            <a:off x="4258208" y="135454"/>
            <a:ext cx="3168352" cy="864096"/>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IN" dirty="0">
                <a:solidFill>
                  <a:schemeClr val="tx1"/>
                </a:solidFill>
                <a:latin typeface="Amasis MT Pro Black" panose="02040A04050005020304" pitchFamily="18" charset="0"/>
              </a:rPr>
              <a:t>Interface Views</a:t>
            </a:r>
          </a:p>
        </p:txBody>
      </p:sp>
      <p:sp>
        <p:nvSpPr>
          <p:cNvPr id="9" name="Rectangle 8">
            <a:extLst>
              <a:ext uri="{FF2B5EF4-FFF2-40B4-BE49-F238E27FC236}">
                <a16:creationId xmlns:a16="http://schemas.microsoft.com/office/drawing/2014/main" id="{08361255-4363-05E7-4B3C-4752D1717DDA}"/>
              </a:ext>
            </a:extLst>
          </p:cNvPr>
          <p:cNvSpPr/>
          <p:nvPr/>
        </p:nvSpPr>
        <p:spPr>
          <a:xfrm>
            <a:off x="8326660" y="764704"/>
            <a:ext cx="3168352" cy="864096"/>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IN" dirty="0">
                <a:solidFill>
                  <a:schemeClr val="tx1"/>
                </a:solidFill>
                <a:latin typeface="Amasis MT Pro Black" panose="02040A04050005020304" pitchFamily="18" charset="0"/>
              </a:rPr>
              <a:t>Consumption views</a:t>
            </a:r>
          </a:p>
        </p:txBody>
      </p:sp>
      <p:sp>
        <p:nvSpPr>
          <p:cNvPr id="10" name="Rectangle 9">
            <a:extLst>
              <a:ext uri="{FF2B5EF4-FFF2-40B4-BE49-F238E27FC236}">
                <a16:creationId xmlns:a16="http://schemas.microsoft.com/office/drawing/2014/main" id="{65E24374-BD22-F1E6-5607-0773BB1BE073}"/>
              </a:ext>
            </a:extLst>
          </p:cNvPr>
          <p:cNvSpPr/>
          <p:nvPr/>
        </p:nvSpPr>
        <p:spPr>
          <a:xfrm>
            <a:off x="4030759" y="1194767"/>
            <a:ext cx="1584176" cy="58010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IN" dirty="0">
                <a:solidFill>
                  <a:schemeClr val="tx1"/>
                </a:solidFill>
                <a:latin typeface="Amasis MT Pro Black" panose="02040A04050005020304" pitchFamily="18" charset="0"/>
              </a:rPr>
              <a:t>Basic</a:t>
            </a:r>
          </a:p>
        </p:txBody>
      </p:sp>
      <p:sp>
        <p:nvSpPr>
          <p:cNvPr id="11" name="Rectangle 10">
            <a:extLst>
              <a:ext uri="{FF2B5EF4-FFF2-40B4-BE49-F238E27FC236}">
                <a16:creationId xmlns:a16="http://schemas.microsoft.com/office/drawing/2014/main" id="{2E1BF836-A9C7-7623-3E54-42B2901E52B7}"/>
              </a:ext>
            </a:extLst>
          </p:cNvPr>
          <p:cNvSpPr/>
          <p:nvPr/>
        </p:nvSpPr>
        <p:spPr>
          <a:xfrm>
            <a:off x="5847344" y="1194767"/>
            <a:ext cx="1872208" cy="58010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IN" dirty="0">
                <a:solidFill>
                  <a:schemeClr val="tx1"/>
                </a:solidFill>
                <a:latin typeface="Amasis MT Pro Black" panose="02040A04050005020304" pitchFamily="18" charset="0"/>
              </a:rPr>
              <a:t>Composite</a:t>
            </a:r>
          </a:p>
        </p:txBody>
      </p:sp>
      <p:cxnSp>
        <p:nvCxnSpPr>
          <p:cNvPr id="13" name="Straight Connector 12">
            <a:extLst>
              <a:ext uri="{FF2B5EF4-FFF2-40B4-BE49-F238E27FC236}">
                <a16:creationId xmlns:a16="http://schemas.microsoft.com/office/drawing/2014/main" id="{4FEC33BE-B901-F3C1-638F-905CF9127679}"/>
              </a:ext>
            </a:extLst>
          </p:cNvPr>
          <p:cNvCxnSpPr/>
          <p:nvPr/>
        </p:nvCxnSpPr>
        <p:spPr>
          <a:xfrm>
            <a:off x="3718148" y="386186"/>
            <a:ext cx="0" cy="6161248"/>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 name="Straight Connector 13">
            <a:extLst>
              <a:ext uri="{FF2B5EF4-FFF2-40B4-BE49-F238E27FC236}">
                <a16:creationId xmlns:a16="http://schemas.microsoft.com/office/drawing/2014/main" id="{187E8293-0B0B-7C52-166D-A21A69784627}"/>
              </a:ext>
            </a:extLst>
          </p:cNvPr>
          <p:cNvCxnSpPr/>
          <p:nvPr/>
        </p:nvCxnSpPr>
        <p:spPr>
          <a:xfrm>
            <a:off x="8038628" y="247687"/>
            <a:ext cx="0" cy="6161248"/>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5" name="TextBox 14">
            <a:extLst>
              <a:ext uri="{FF2B5EF4-FFF2-40B4-BE49-F238E27FC236}">
                <a16:creationId xmlns:a16="http://schemas.microsoft.com/office/drawing/2014/main" id="{55FF4776-3CB7-22D7-7B98-ACFF5B632D7B}"/>
              </a:ext>
            </a:extLst>
          </p:cNvPr>
          <p:cNvSpPr txBox="1"/>
          <p:nvPr/>
        </p:nvSpPr>
        <p:spPr>
          <a:xfrm>
            <a:off x="189756" y="1916832"/>
            <a:ext cx="3312368" cy="3046988"/>
          </a:xfrm>
          <a:prstGeom prst="rect">
            <a:avLst/>
          </a:prstGeom>
          <a:noFill/>
        </p:spPr>
        <p:txBody>
          <a:bodyPr wrap="square" rtlCol="0">
            <a:spAutoFit/>
          </a:bodyPr>
          <a:lstStyle/>
          <a:p>
            <a:pPr marL="342900" indent="-342900">
              <a:buFont typeface="Arial" panose="020B0604020202020204" pitchFamily="34" charset="0"/>
              <a:buChar char="•"/>
            </a:pPr>
            <a:r>
              <a:rPr lang="en-IN" sz="1600" dirty="0">
                <a:latin typeface="72 Monospace" panose="020B0509030603020204" pitchFamily="49" charset="0"/>
                <a:cs typeface="72 Monospace" panose="020B0509030603020204" pitchFamily="49" charset="0"/>
              </a:rPr>
              <a:t>Starts with P_</a:t>
            </a:r>
          </a:p>
          <a:p>
            <a:pPr marL="342900" indent="-342900">
              <a:buFont typeface="Arial" panose="020B0604020202020204" pitchFamily="34" charset="0"/>
              <a:buChar char="•"/>
            </a:pPr>
            <a:r>
              <a:rPr lang="en-IN" sz="1600" dirty="0">
                <a:latin typeface="72 Monospace" panose="020B0509030603020204" pitchFamily="49" charset="0"/>
                <a:cs typeface="72 Monospace" panose="020B0509030603020204" pitchFamily="49" charset="0"/>
              </a:rPr>
              <a:t>We should never use this view to build a View on View</a:t>
            </a:r>
          </a:p>
          <a:p>
            <a:pPr marL="342900" indent="-342900">
              <a:buFont typeface="Arial" panose="020B0604020202020204" pitchFamily="34" charset="0"/>
              <a:buChar char="•"/>
            </a:pPr>
            <a:r>
              <a:rPr lang="en-IN" sz="1600" dirty="0">
                <a:latin typeface="72 Monospace" panose="020B0509030603020204" pitchFamily="49" charset="0"/>
                <a:cs typeface="72 Monospace" panose="020B0509030603020204" pitchFamily="49" charset="0"/>
              </a:rPr>
              <a:t>We should never reuse this view</a:t>
            </a:r>
          </a:p>
          <a:p>
            <a:pPr marL="342900" indent="-342900">
              <a:buFont typeface="Arial" panose="020B0604020202020204" pitchFamily="34" charset="0"/>
              <a:buChar char="•"/>
            </a:pPr>
            <a:r>
              <a:rPr lang="en-IN" sz="1600" dirty="0">
                <a:latin typeface="72 Monospace" panose="020B0509030603020204" pitchFamily="49" charset="0"/>
                <a:cs typeface="72 Monospace" panose="020B0509030603020204" pitchFamily="49" charset="0"/>
              </a:rPr>
              <a:t>Because a developer who created is trying to convey that, this view contract can change anytime</a:t>
            </a:r>
          </a:p>
          <a:p>
            <a:pPr marL="342900" indent="-342900">
              <a:buFont typeface="Arial" panose="020B0604020202020204" pitchFamily="34" charset="0"/>
              <a:buChar char="•"/>
            </a:pPr>
            <a:r>
              <a:rPr lang="en-IN" sz="1600" b="1" dirty="0">
                <a:latin typeface="72 Monospace" panose="020B0509030603020204" pitchFamily="49" charset="0"/>
                <a:cs typeface="72 Monospace" panose="020B0509030603020204" pitchFamily="49" charset="0"/>
              </a:rPr>
              <a:t>@VDM.private: true</a:t>
            </a:r>
          </a:p>
        </p:txBody>
      </p:sp>
      <p:sp>
        <p:nvSpPr>
          <p:cNvPr id="91" name="TextBox 90">
            <a:extLst>
              <a:ext uri="{FF2B5EF4-FFF2-40B4-BE49-F238E27FC236}">
                <a16:creationId xmlns:a16="http://schemas.microsoft.com/office/drawing/2014/main" id="{5ED5404F-FBFB-1127-A447-C5BB1D73190A}"/>
              </a:ext>
            </a:extLst>
          </p:cNvPr>
          <p:cNvSpPr txBox="1"/>
          <p:nvPr/>
        </p:nvSpPr>
        <p:spPr>
          <a:xfrm>
            <a:off x="3876267" y="1968548"/>
            <a:ext cx="4018341" cy="4278094"/>
          </a:xfrm>
          <a:prstGeom prst="rect">
            <a:avLst/>
          </a:prstGeom>
          <a:noFill/>
        </p:spPr>
        <p:txBody>
          <a:bodyPr wrap="square" rtlCol="0">
            <a:spAutoFit/>
          </a:bodyPr>
          <a:lstStyle/>
          <a:p>
            <a:pPr marL="342900" indent="-342900">
              <a:buFont typeface="Arial" panose="020B0604020202020204" pitchFamily="34" charset="0"/>
              <a:buChar char="•"/>
            </a:pPr>
            <a:r>
              <a:rPr lang="en-IN" sz="1600" dirty="0">
                <a:latin typeface="72 Monospace" panose="020B0509030603020204" pitchFamily="49" charset="0"/>
                <a:cs typeface="72 Monospace" panose="020B0509030603020204" pitchFamily="49" charset="0"/>
              </a:rPr>
              <a:t>Starts with I_</a:t>
            </a:r>
          </a:p>
          <a:p>
            <a:pPr marL="342900" indent="-342900">
              <a:buFont typeface="Arial" panose="020B0604020202020204" pitchFamily="34" charset="0"/>
              <a:buChar char="•"/>
            </a:pPr>
            <a:r>
              <a:rPr lang="en-IN" sz="1600" dirty="0">
                <a:latin typeface="72 Monospace" panose="020B0509030603020204" pitchFamily="49" charset="0"/>
                <a:cs typeface="72 Monospace" panose="020B0509030603020204" pitchFamily="49" charset="0"/>
              </a:rPr>
              <a:t>They are actually used for Reuse purpose. You can freely use them in your own views.</a:t>
            </a:r>
          </a:p>
          <a:p>
            <a:pPr marL="342900" indent="-342900">
              <a:buFont typeface="Arial" panose="020B0604020202020204" pitchFamily="34" charset="0"/>
              <a:buChar char="•"/>
            </a:pPr>
            <a:r>
              <a:rPr lang="en-IN" sz="1600" dirty="0">
                <a:latin typeface="72 Monospace" panose="020B0509030603020204" pitchFamily="49" charset="0"/>
                <a:cs typeface="72 Monospace" panose="020B0509030603020204" pitchFamily="49" charset="0"/>
              </a:rPr>
              <a:t>SAP delivers standard Interface views</a:t>
            </a:r>
          </a:p>
          <a:p>
            <a:pPr marL="342900" indent="-342900">
              <a:buFont typeface="Arial" panose="020B0604020202020204" pitchFamily="34" charset="0"/>
              <a:buChar char="•"/>
            </a:pPr>
            <a:r>
              <a:rPr lang="en-IN" sz="1600" dirty="0">
                <a:latin typeface="72 Monospace" panose="020B0509030603020204" pitchFamily="49" charset="0"/>
                <a:cs typeface="72 Monospace" panose="020B0509030603020204" pitchFamily="49" charset="0"/>
              </a:rPr>
              <a:t>These views are built on top of I, P, or tables</a:t>
            </a:r>
          </a:p>
          <a:p>
            <a:pPr marL="342900" indent="-342900">
              <a:buFont typeface="Arial" panose="020B0604020202020204" pitchFamily="34" charset="0"/>
              <a:buChar char="•"/>
            </a:pPr>
            <a:r>
              <a:rPr lang="en-IN" sz="1600" dirty="0">
                <a:latin typeface="72 Monospace" panose="020B0509030603020204" pitchFamily="49" charset="0"/>
                <a:cs typeface="72 Monospace" panose="020B0509030603020204" pitchFamily="49" charset="0"/>
              </a:rPr>
              <a:t>Basic interface view is solely created using Pure master, Pure Transaction data, </a:t>
            </a:r>
            <a:r>
              <a:rPr lang="en-IN" sz="1600" b="1" dirty="0">
                <a:latin typeface="72 Monospace" panose="020B0509030603020204" pitchFamily="49" charset="0"/>
                <a:cs typeface="72 Monospace" panose="020B0509030603020204" pitchFamily="49" charset="0"/>
              </a:rPr>
              <a:t>@VDM.viewType: #BASIC</a:t>
            </a:r>
            <a:endParaRPr lang="en-IN" sz="1600" dirty="0">
              <a:latin typeface="72 Monospace" panose="020B0509030603020204" pitchFamily="49" charset="0"/>
              <a:cs typeface="72 Monospace" panose="020B0509030603020204" pitchFamily="49" charset="0"/>
            </a:endParaRPr>
          </a:p>
          <a:p>
            <a:pPr marL="342900" indent="-342900">
              <a:buFont typeface="Arial" panose="020B0604020202020204" pitchFamily="34" charset="0"/>
              <a:buChar char="•"/>
            </a:pPr>
            <a:r>
              <a:rPr lang="en-IN" sz="1600" dirty="0">
                <a:latin typeface="72 Monospace" panose="020B0509030603020204" pitchFamily="49" charset="0"/>
                <a:cs typeface="72 Monospace" panose="020B0509030603020204" pitchFamily="49" charset="0"/>
              </a:rPr>
              <a:t>Composite view is combination of master and transaction data</a:t>
            </a:r>
          </a:p>
          <a:p>
            <a:r>
              <a:rPr lang="en-IN" sz="1600" b="1" dirty="0">
                <a:latin typeface="72 Monospace" panose="020B0509030603020204" pitchFamily="49" charset="0"/>
                <a:cs typeface="72 Monospace" panose="020B0509030603020204" pitchFamily="49" charset="0"/>
              </a:rPr>
              <a:t>   @VDM.viewType: #COMPOSITE</a:t>
            </a:r>
            <a:endParaRPr lang="en-IN" sz="1600" dirty="0">
              <a:latin typeface="72 Monospace" panose="020B0509030603020204" pitchFamily="49" charset="0"/>
              <a:cs typeface="72 Monospace" panose="020B0509030603020204" pitchFamily="49" charset="0"/>
            </a:endParaRPr>
          </a:p>
        </p:txBody>
      </p:sp>
      <p:sp>
        <p:nvSpPr>
          <p:cNvPr id="92" name="TextBox 91">
            <a:extLst>
              <a:ext uri="{FF2B5EF4-FFF2-40B4-BE49-F238E27FC236}">
                <a16:creationId xmlns:a16="http://schemas.microsoft.com/office/drawing/2014/main" id="{C126234D-60B3-00B9-BDDE-ECF62B746D4A}"/>
              </a:ext>
            </a:extLst>
          </p:cNvPr>
          <p:cNvSpPr txBox="1"/>
          <p:nvPr/>
        </p:nvSpPr>
        <p:spPr>
          <a:xfrm>
            <a:off x="8170484" y="1818618"/>
            <a:ext cx="4018341" cy="3293209"/>
          </a:xfrm>
          <a:prstGeom prst="rect">
            <a:avLst/>
          </a:prstGeom>
          <a:noFill/>
        </p:spPr>
        <p:txBody>
          <a:bodyPr wrap="square" rtlCol="0">
            <a:spAutoFit/>
          </a:bodyPr>
          <a:lstStyle/>
          <a:p>
            <a:pPr marL="342900" indent="-342900">
              <a:buFont typeface="Arial" panose="020B0604020202020204" pitchFamily="34" charset="0"/>
              <a:buChar char="•"/>
            </a:pPr>
            <a:r>
              <a:rPr lang="en-IN" sz="1600" dirty="0">
                <a:latin typeface="72 Monospace" panose="020B0509030603020204" pitchFamily="49" charset="0"/>
                <a:cs typeface="72 Monospace" panose="020B0509030603020204" pitchFamily="49" charset="0"/>
              </a:rPr>
              <a:t>Starts with C_</a:t>
            </a:r>
          </a:p>
          <a:p>
            <a:pPr marL="342900" indent="-342900">
              <a:buFont typeface="Arial" panose="020B0604020202020204" pitchFamily="34" charset="0"/>
              <a:buChar char="•"/>
            </a:pPr>
            <a:r>
              <a:rPr lang="en-IN" sz="1600" dirty="0">
                <a:latin typeface="72 Monospace" panose="020B0509030603020204" pitchFamily="49" charset="0"/>
                <a:cs typeface="72 Monospace" panose="020B0509030603020204" pitchFamily="49" charset="0"/>
              </a:rPr>
              <a:t>Are mainly used for final consumption in Analytic tools, or Apps</a:t>
            </a:r>
          </a:p>
          <a:p>
            <a:pPr marL="342900" indent="-342900">
              <a:buFont typeface="Arial" panose="020B0604020202020204" pitchFamily="34" charset="0"/>
              <a:buChar char="•"/>
            </a:pPr>
            <a:r>
              <a:rPr lang="en-IN" sz="1600" dirty="0">
                <a:latin typeface="72 Monospace" panose="020B0509030603020204" pitchFamily="49" charset="0"/>
                <a:cs typeface="72 Monospace" panose="020B0509030603020204" pitchFamily="49" charset="0"/>
              </a:rPr>
              <a:t>SAP deliver 100s of consumption views which become the backbone for S/4HANA embedded analytics</a:t>
            </a:r>
          </a:p>
          <a:p>
            <a:pPr marL="342900" indent="-342900">
              <a:buFont typeface="Arial" panose="020B0604020202020204" pitchFamily="34" charset="0"/>
              <a:buChar char="•"/>
            </a:pPr>
            <a:r>
              <a:rPr lang="en-IN" sz="1600" dirty="0">
                <a:latin typeface="72 Monospace" panose="020B0509030603020204" pitchFamily="49" charset="0"/>
                <a:cs typeface="72 Monospace" panose="020B0509030603020204" pitchFamily="49" charset="0"/>
              </a:rPr>
              <a:t>Consumption view is built on top of I views</a:t>
            </a:r>
          </a:p>
          <a:p>
            <a:pPr marL="342900" indent="-342900">
              <a:buFont typeface="Arial" panose="020B0604020202020204" pitchFamily="34" charset="0"/>
              <a:buChar char="•"/>
            </a:pPr>
            <a:r>
              <a:rPr lang="en-IN" sz="1600" dirty="0">
                <a:latin typeface="72 Monospace" panose="020B0509030603020204" pitchFamily="49" charset="0"/>
                <a:cs typeface="72 Monospace" panose="020B0509030603020204" pitchFamily="49" charset="0"/>
              </a:rPr>
              <a:t>We also control authorization or </a:t>
            </a:r>
            <a:r>
              <a:rPr lang="en-IN" sz="1600" dirty="0" err="1">
                <a:latin typeface="72 Monospace" panose="020B0509030603020204" pitchFamily="49" charset="0"/>
                <a:cs typeface="72 Monospace" panose="020B0509030603020204" pitchFamily="49" charset="0"/>
              </a:rPr>
              <a:t>odata</a:t>
            </a:r>
            <a:endParaRPr lang="en-IN" sz="1600" dirty="0">
              <a:latin typeface="72 Monospace" panose="020B0509030603020204" pitchFamily="49" charset="0"/>
              <a:cs typeface="72 Monospace" panose="020B0509030603020204" pitchFamily="49" charset="0"/>
            </a:endParaRPr>
          </a:p>
          <a:p>
            <a:pPr marL="342900" indent="-342900">
              <a:buFont typeface="Arial" panose="020B0604020202020204" pitchFamily="34" charset="0"/>
              <a:buChar char="•"/>
            </a:pPr>
            <a:r>
              <a:rPr lang="en-IN" sz="1600" b="1" dirty="0">
                <a:latin typeface="72 Monospace" panose="020B0509030603020204" pitchFamily="49" charset="0"/>
                <a:cs typeface="72 Monospace" panose="020B0509030603020204" pitchFamily="49" charset="0"/>
              </a:rPr>
              <a:t>@VDM.viewType: #CONSUMPTION</a:t>
            </a:r>
          </a:p>
        </p:txBody>
      </p:sp>
    </p:spTree>
    <p:extLst>
      <p:ext uri="{BB962C8B-B14F-4D97-AF65-F5344CB8AC3E}">
        <p14:creationId xmlns:p14="http://schemas.microsoft.com/office/powerpoint/2010/main" val="3777005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D7299-B43C-54C9-FDB7-AEF7F474BBB5}"/>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DFC7E5CF-0C7F-4D32-DC57-041731ABDA84}"/>
              </a:ext>
            </a:extLst>
          </p:cNvPr>
          <p:cNvSpPr txBox="1">
            <a:spLocks/>
          </p:cNvSpPr>
          <p:nvPr/>
        </p:nvSpPr>
        <p:spPr>
          <a:xfrm>
            <a:off x="141079" y="141370"/>
            <a:ext cx="11137885" cy="513697"/>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99" dirty="0">
                <a:latin typeface="Cooper Black" panose="0208090404030B020404" pitchFamily="18" charset="0"/>
                <a:cs typeface="Times New Roman" panose="02020603050405020304" pitchFamily="18" charset="0"/>
              </a:rPr>
              <a:t>Design process</a:t>
            </a:r>
            <a:endParaRPr lang="en-IN" sz="3199" dirty="0">
              <a:latin typeface="Cooper Black" panose="0208090404030B0204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F4567B9-B415-E3EA-74A3-BDE25E664564}"/>
              </a:ext>
            </a:extLst>
          </p:cNvPr>
          <p:cNvSpPr txBox="1"/>
          <p:nvPr/>
        </p:nvSpPr>
        <p:spPr>
          <a:xfrm>
            <a:off x="9547913" y="6408935"/>
            <a:ext cx="2524210" cy="276999"/>
          </a:xfrm>
          <a:prstGeom prst="rect">
            <a:avLst/>
          </a:prstGeom>
          <a:noFill/>
        </p:spPr>
        <p:txBody>
          <a:bodyPr wrap="square">
            <a:spAutoFit/>
          </a:bodyPr>
          <a:lstStyle/>
          <a:p>
            <a:r>
              <a:rPr lang="en-US" sz="1200" dirty="0">
                <a:solidFill>
                  <a:srgbClr val="002060"/>
                </a:solidFill>
                <a:latin typeface="Cooper Black" panose="0208090404030B020404" pitchFamily="18" charset="0"/>
              </a:rPr>
              <a:t>www.anubhavtrainings.com</a:t>
            </a:r>
            <a:endParaRPr lang="en-IN" sz="1200" dirty="0">
              <a:solidFill>
                <a:srgbClr val="002060"/>
              </a:solidFill>
              <a:latin typeface="Cooper Black" panose="0208090404030B020404" pitchFamily="18" charset="0"/>
            </a:endParaRPr>
          </a:p>
        </p:txBody>
      </p:sp>
      <p:pic>
        <p:nvPicPr>
          <p:cNvPr id="5" name="Picture 4">
            <a:extLst>
              <a:ext uri="{FF2B5EF4-FFF2-40B4-BE49-F238E27FC236}">
                <a16:creationId xmlns:a16="http://schemas.microsoft.com/office/drawing/2014/main" id="{0568914C-D196-17EA-360B-38C77AAB22DC}"/>
              </a:ext>
            </a:extLst>
          </p:cNvPr>
          <p:cNvPicPr>
            <a:picLocks noChangeAspect="1"/>
          </p:cNvPicPr>
          <p:nvPr/>
        </p:nvPicPr>
        <p:blipFill>
          <a:blip r:embed="rId2"/>
          <a:stretch>
            <a:fillRect/>
          </a:stretch>
        </p:blipFill>
        <p:spPr>
          <a:xfrm>
            <a:off x="11691526" y="71244"/>
            <a:ext cx="456414" cy="450803"/>
          </a:xfrm>
          <a:prstGeom prst="rect">
            <a:avLst/>
          </a:prstGeom>
        </p:spPr>
      </p:pic>
      <p:sp>
        <p:nvSpPr>
          <p:cNvPr id="6" name="TextBox 5">
            <a:extLst>
              <a:ext uri="{FF2B5EF4-FFF2-40B4-BE49-F238E27FC236}">
                <a16:creationId xmlns:a16="http://schemas.microsoft.com/office/drawing/2014/main" id="{B781EE5C-AE52-201C-5620-0408424ABFED}"/>
              </a:ext>
            </a:extLst>
          </p:cNvPr>
          <p:cNvSpPr txBox="1"/>
          <p:nvPr/>
        </p:nvSpPr>
        <p:spPr>
          <a:xfrm>
            <a:off x="116701" y="6559466"/>
            <a:ext cx="223678" cy="253916"/>
          </a:xfrm>
          <a:prstGeom prst="rect">
            <a:avLst/>
          </a:prstGeom>
          <a:noFill/>
        </p:spPr>
        <p:txBody>
          <a:bodyPr wrap="square" rtlCol="0">
            <a:spAutoFit/>
          </a:bodyPr>
          <a:lstStyle/>
          <a:p>
            <a:r>
              <a:rPr lang="en-US" sz="1050" dirty="0"/>
              <a:t>7</a:t>
            </a:r>
            <a:endParaRPr lang="en-IN" sz="1050" dirty="0"/>
          </a:p>
        </p:txBody>
      </p:sp>
      <p:sp>
        <p:nvSpPr>
          <p:cNvPr id="7" name="Rectangle: Rounded Corners 6">
            <a:extLst>
              <a:ext uri="{FF2B5EF4-FFF2-40B4-BE49-F238E27FC236}">
                <a16:creationId xmlns:a16="http://schemas.microsoft.com/office/drawing/2014/main" id="{67D170BF-EF01-68A3-C1EE-F1108F2E6D0E}"/>
              </a:ext>
            </a:extLst>
          </p:cNvPr>
          <p:cNvSpPr/>
          <p:nvPr/>
        </p:nvSpPr>
        <p:spPr>
          <a:xfrm>
            <a:off x="189756" y="5877272"/>
            <a:ext cx="1800200" cy="531663"/>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sz="1600" dirty="0">
                <a:latin typeface="72 Monospace" panose="020B0509030603020204" pitchFamily="49" charset="0"/>
                <a:cs typeface="72 Monospace" panose="020B0509030603020204" pitchFamily="49" charset="0"/>
              </a:rPr>
              <a:t>Table</a:t>
            </a:r>
          </a:p>
        </p:txBody>
      </p:sp>
      <p:sp>
        <p:nvSpPr>
          <p:cNvPr id="8" name="Rectangle: Rounded Corners 7">
            <a:extLst>
              <a:ext uri="{FF2B5EF4-FFF2-40B4-BE49-F238E27FC236}">
                <a16:creationId xmlns:a16="http://schemas.microsoft.com/office/drawing/2014/main" id="{FF1B3CE3-5B97-D5D5-4577-23B04ABFDAFE}"/>
              </a:ext>
            </a:extLst>
          </p:cNvPr>
          <p:cNvSpPr/>
          <p:nvPr/>
        </p:nvSpPr>
        <p:spPr>
          <a:xfrm>
            <a:off x="2212340" y="5877272"/>
            <a:ext cx="1800200" cy="531663"/>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sz="1600" dirty="0">
                <a:latin typeface="72 Monospace" panose="020B0509030603020204" pitchFamily="49" charset="0"/>
                <a:cs typeface="72 Monospace" panose="020B0509030603020204" pitchFamily="49" charset="0"/>
              </a:rPr>
              <a:t>Table</a:t>
            </a:r>
          </a:p>
        </p:txBody>
      </p:sp>
      <p:sp>
        <p:nvSpPr>
          <p:cNvPr id="9" name="Rectangle: Rounded Corners 8">
            <a:extLst>
              <a:ext uri="{FF2B5EF4-FFF2-40B4-BE49-F238E27FC236}">
                <a16:creationId xmlns:a16="http://schemas.microsoft.com/office/drawing/2014/main" id="{161B7DD9-E70C-5CC7-5E75-1CCEB1E8E89A}"/>
              </a:ext>
            </a:extLst>
          </p:cNvPr>
          <p:cNvSpPr/>
          <p:nvPr/>
        </p:nvSpPr>
        <p:spPr>
          <a:xfrm>
            <a:off x="4234924" y="5877271"/>
            <a:ext cx="1800200" cy="531663"/>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sz="1600" dirty="0">
                <a:latin typeface="72 Monospace" panose="020B0509030603020204" pitchFamily="49" charset="0"/>
                <a:cs typeface="72 Monospace" panose="020B0509030603020204" pitchFamily="49" charset="0"/>
              </a:rPr>
              <a:t>Table</a:t>
            </a:r>
          </a:p>
        </p:txBody>
      </p:sp>
      <p:sp>
        <p:nvSpPr>
          <p:cNvPr id="10" name="Rectangle: Rounded Corners 9">
            <a:extLst>
              <a:ext uri="{FF2B5EF4-FFF2-40B4-BE49-F238E27FC236}">
                <a16:creationId xmlns:a16="http://schemas.microsoft.com/office/drawing/2014/main" id="{FAD60461-9804-710F-D9B9-E2D96DB66C2C}"/>
              </a:ext>
            </a:extLst>
          </p:cNvPr>
          <p:cNvSpPr/>
          <p:nvPr/>
        </p:nvSpPr>
        <p:spPr>
          <a:xfrm>
            <a:off x="6169207" y="5877270"/>
            <a:ext cx="1800200" cy="531663"/>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sz="1600" dirty="0">
                <a:latin typeface="72 Monospace" panose="020B0509030603020204" pitchFamily="49" charset="0"/>
                <a:cs typeface="72 Monospace" panose="020B0509030603020204" pitchFamily="49" charset="0"/>
              </a:rPr>
              <a:t>Table</a:t>
            </a:r>
          </a:p>
        </p:txBody>
      </p:sp>
      <p:sp>
        <p:nvSpPr>
          <p:cNvPr id="11" name="Rectangle: Rounded Corners 10">
            <a:extLst>
              <a:ext uri="{FF2B5EF4-FFF2-40B4-BE49-F238E27FC236}">
                <a16:creationId xmlns:a16="http://schemas.microsoft.com/office/drawing/2014/main" id="{3A554175-FF0F-3E3A-C5EF-4548EF788A08}"/>
              </a:ext>
            </a:extLst>
          </p:cNvPr>
          <p:cNvSpPr/>
          <p:nvPr/>
        </p:nvSpPr>
        <p:spPr>
          <a:xfrm>
            <a:off x="8167608" y="5877269"/>
            <a:ext cx="1800200" cy="531663"/>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sz="1600" dirty="0">
                <a:latin typeface="72 Monospace" panose="020B0509030603020204" pitchFamily="49" charset="0"/>
                <a:cs typeface="72 Monospace" panose="020B0509030603020204" pitchFamily="49" charset="0"/>
              </a:rPr>
              <a:t>Table</a:t>
            </a:r>
          </a:p>
        </p:txBody>
      </p:sp>
      <p:sp>
        <p:nvSpPr>
          <p:cNvPr id="12" name="Rectangle: Rounded Corners 11">
            <a:extLst>
              <a:ext uri="{FF2B5EF4-FFF2-40B4-BE49-F238E27FC236}">
                <a16:creationId xmlns:a16="http://schemas.microsoft.com/office/drawing/2014/main" id="{700BF7F0-809C-977C-B02F-2130AB617250}"/>
              </a:ext>
            </a:extLst>
          </p:cNvPr>
          <p:cNvSpPr/>
          <p:nvPr/>
        </p:nvSpPr>
        <p:spPr>
          <a:xfrm>
            <a:off x="10198869" y="5877269"/>
            <a:ext cx="1800200" cy="531663"/>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sz="1600" dirty="0">
                <a:latin typeface="72 Monospace" panose="020B0509030603020204" pitchFamily="49" charset="0"/>
                <a:cs typeface="72 Monospace" panose="020B0509030603020204" pitchFamily="49" charset="0"/>
              </a:rPr>
              <a:t>Table</a:t>
            </a:r>
          </a:p>
        </p:txBody>
      </p:sp>
      <p:sp>
        <p:nvSpPr>
          <p:cNvPr id="13" name="Rectangle: Rounded Corners 12">
            <a:extLst>
              <a:ext uri="{FF2B5EF4-FFF2-40B4-BE49-F238E27FC236}">
                <a16:creationId xmlns:a16="http://schemas.microsoft.com/office/drawing/2014/main" id="{492A1D7A-1C30-0F25-CA99-41A8C911ACCB}"/>
              </a:ext>
            </a:extLst>
          </p:cNvPr>
          <p:cNvSpPr/>
          <p:nvPr/>
        </p:nvSpPr>
        <p:spPr>
          <a:xfrm>
            <a:off x="772179" y="4964909"/>
            <a:ext cx="2340260" cy="531663"/>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Private views</a:t>
            </a:r>
          </a:p>
        </p:txBody>
      </p:sp>
      <p:sp>
        <p:nvSpPr>
          <p:cNvPr id="14" name="Rectangle: Rounded Corners 13">
            <a:extLst>
              <a:ext uri="{FF2B5EF4-FFF2-40B4-BE49-F238E27FC236}">
                <a16:creationId xmlns:a16="http://schemas.microsoft.com/office/drawing/2014/main" id="{A2210CBC-D8DE-0211-38AD-E6FCDB52DDB8}"/>
              </a:ext>
            </a:extLst>
          </p:cNvPr>
          <p:cNvSpPr/>
          <p:nvPr/>
        </p:nvSpPr>
        <p:spPr>
          <a:xfrm>
            <a:off x="4438228" y="5013176"/>
            <a:ext cx="2340260" cy="531663"/>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Private views</a:t>
            </a:r>
          </a:p>
        </p:txBody>
      </p:sp>
      <p:sp>
        <p:nvSpPr>
          <p:cNvPr id="15" name="Rectangle: Rounded Corners 14">
            <a:extLst>
              <a:ext uri="{FF2B5EF4-FFF2-40B4-BE49-F238E27FC236}">
                <a16:creationId xmlns:a16="http://schemas.microsoft.com/office/drawing/2014/main" id="{FEE7ACD4-7CAF-7D6B-0744-C78D38851968}"/>
              </a:ext>
            </a:extLst>
          </p:cNvPr>
          <p:cNvSpPr/>
          <p:nvPr/>
        </p:nvSpPr>
        <p:spPr>
          <a:xfrm>
            <a:off x="819826" y="4043999"/>
            <a:ext cx="2340260" cy="531663"/>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Basic Inf.</a:t>
            </a:r>
          </a:p>
        </p:txBody>
      </p:sp>
      <p:sp>
        <p:nvSpPr>
          <p:cNvPr id="16" name="Rectangle: Rounded Corners 15">
            <a:extLst>
              <a:ext uri="{FF2B5EF4-FFF2-40B4-BE49-F238E27FC236}">
                <a16:creationId xmlns:a16="http://schemas.microsoft.com/office/drawing/2014/main" id="{78D00330-D0B9-9612-09D9-8E970FE45059}"/>
              </a:ext>
            </a:extLst>
          </p:cNvPr>
          <p:cNvSpPr/>
          <p:nvPr/>
        </p:nvSpPr>
        <p:spPr>
          <a:xfrm>
            <a:off x="3803159" y="4043998"/>
            <a:ext cx="2340260" cy="531663"/>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Basic Inf.</a:t>
            </a:r>
          </a:p>
        </p:txBody>
      </p:sp>
      <p:sp>
        <p:nvSpPr>
          <p:cNvPr id="17" name="Rectangle: Rounded Corners 16">
            <a:extLst>
              <a:ext uri="{FF2B5EF4-FFF2-40B4-BE49-F238E27FC236}">
                <a16:creationId xmlns:a16="http://schemas.microsoft.com/office/drawing/2014/main" id="{D3DAE51E-5E10-9666-1809-60C07EA78D03}"/>
              </a:ext>
            </a:extLst>
          </p:cNvPr>
          <p:cNvSpPr/>
          <p:nvPr/>
        </p:nvSpPr>
        <p:spPr>
          <a:xfrm>
            <a:off x="6701660" y="4043997"/>
            <a:ext cx="2340260" cy="531663"/>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Basic Inf.</a:t>
            </a:r>
          </a:p>
        </p:txBody>
      </p:sp>
      <p:sp>
        <p:nvSpPr>
          <p:cNvPr id="18" name="Rectangle: Rounded Corners 17">
            <a:extLst>
              <a:ext uri="{FF2B5EF4-FFF2-40B4-BE49-F238E27FC236}">
                <a16:creationId xmlns:a16="http://schemas.microsoft.com/office/drawing/2014/main" id="{A6B3A37B-9C24-5984-747E-AE1A3F4833A7}"/>
              </a:ext>
            </a:extLst>
          </p:cNvPr>
          <p:cNvSpPr/>
          <p:nvPr/>
        </p:nvSpPr>
        <p:spPr>
          <a:xfrm>
            <a:off x="819826" y="4052546"/>
            <a:ext cx="2340260" cy="531663"/>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Basic Inf.</a:t>
            </a:r>
          </a:p>
        </p:txBody>
      </p:sp>
      <p:sp>
        <p:nvSpPr>
          <p:cNvPr id="19" name="Rectangle: Rounded Corners 18">
            <a:extLst>
              <a:ext uri="{FF2B5EF4-FFF2-40B4-BE49-F238E27FC236}">
                <a16:creationId xmlns:a16="http://schemas.microsoft.com/office/drawing/2014/main" id="{2B60528A-FDED-028E-EBBC-976F03C6C2C6}"/>
              </a:ext>
            </a:extLst>
          </p:cNvPr>
          <p:cNvSpPr/>
          <p:nvPr/>
        </p:nvSpPr>
        <p:spPr>
          <a:xfrm>
            <a:off x="3803159" y="4052545"/>
            <a:ext cx="2340260" cy="531663"/>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Basic Inf.</a:t>
            </a:r>
          </a:p>
        </p:txBody>
      </p:sp>
      <p:sp>
        <p:nvSpPr>
          <p:cNvPr id="20" name="Rectangle: Rounded Corners 19">
            <a:extLst>
              <a:ext uri="{FF2B5EF4-FFF2-40B4-BE49-F238E27FC236}">
                <a16:creationId xmlns:a16="http://schemas.microsoft.com/office/drawing/2014/main" id="{362B60F5-EB94-1E29-C60B-72185732E8A2}"/>
              </a:ext>
            </a:extLst>
          </p:cNvPr>
          <p:cNvSpPr/>
          <p:nvPr/>
        </p:nvSpPr>
        <p:spPr>
          <a:xfrm>
            <a:off x="3502124" y="2870076"/>
            <a:ext cx="2340260" cy="531663"/>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Composite Inf.</a:t>
            </a:r>
          </a:p>
        </p:txBody>
      </p:sp>
      <p:sp>
        <p:nvSpPr>
          <p:cNvPr id="21" name="Rectangle: Rounded Corners 20">
            <a:extLst>
              <a:ext uri="{FF2B5EF4-FFF2-40B4-BE49-F238E27FC236}">
                <a16:creationId xmlns:a16="http://schemas.microsoft.com/office/drawing/2014/main" id="{200C0F91-ECD9-F40F-96DC-43D0B938D5A3}"/>
              </a:ext>
            </a:extLst>
          </p:cNvPr>
          <p:cNvSpPr/>
          <p:nvPr/>
        </p:nvSpPr>
        <p:spPr>
          <a:xfrm>
            <a:off x="6485457" y="2870075"/>
            <a:ext cx="2340260" cy="531663"/>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Composite Inf.</a:t>
            </a:r>
          </a:p>
        </p:txBody>
      </p:sp>
      <p:sp>
        <p:nvSpPr>
          <p:cNvPr id="22" name="Rectangle: Rounded Corners 21">
            <a:extLst>
              <a:ext uri="{FF2B5EF4-FFF2-40B4-BE49-F238E27FC236}">
                <a16:creationId xmlns:a16="http://schemas.microsoft.com/office/drawing/2014/main" id="{70A71289-2AF8-CE00-9D2D-25231DD544F7}"/>
              </a:ext>
            </a:extLst>
          </p:cNvPr>
          <p:cNvSpPr/>
          <p:nvPr/>
        </p:nvSpPr>
        <p:spPr>
          <a:xfrm>
            <a:off x="9325478" y="4043997"/>
            <a:ext cx="2340260" cy="531663"/>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Basic Inf.</a:t>
            </a:r>
          </a:p>
        </p:txBody>
      </p:sp>
      <p:sp>
        <p:nvSpPr>
          <p:cNvPr id="24" name="Rectangle: Rounded Corners 23">
            <a:extLst>
              <a:ext uri="{FF2B5EF4-FFF2-40B4-BE49-F238E27FC236}">
                <a16:creationId xmlns:a16="http://schemas.microsoft.com/office/drawing/2014/main" id="{387D0254-0135-ED04-2D04-45CA8F6E8CB6}"/>
              </a:ext>
            </a:extLst>
          </p:cNvPr>
          <p:cNvSpPr/>
          <p:nvPr/>
        </p:nvSpPr>
        <p:spPr>
          <a:xfrm>
            <a:off x="1942310" y="1961985"/>
            <a:ext cx="2340260" cy="531663"/>
          </a:xfrm>
          <a:prstGeom prst="roundRect">
            <a:avLst/>
          </a:prstGeom>
          <a:solidFill>
            <a:schemeClr val="accent5">
              <a:lumMod val="60000"/>
              <a:lumOff val="40000"/>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sz="1600" dirty="0">
                <a:solidFill>
                  <a:srgbClr val="FF0000"/>
                </a:solidFill>
              </a:rPr>
              <a:t>Consumption View</a:t>
            </a:r>
          </a:p>
        </p:txBody>
      </p:sp>
      <p:sp>
        <p:nvSpPr>
          <p:cNvPr id="25" name="Rectangle: Rounded Corners 24">
            <a:extLst>
              <a:ext uri="{FF2B5EF4-FFF2-40B4-BE49-F238E27FC236}">
                <a16:creationId xmlns:a16="http://schemas.microsoft.com/office/drawing/2014/main" id="{DC296509-F55E-129A-DB81-479D3D83D2EA}"/>
              </a:ext>
            </a:extLst>
          </p:cNvPr>
          <p:cNvSpPr/>
          <p:nvPr/>
        </p:nvSpPr>
        <p:spPr>
          <a:xfrm>
            <a:off x="4864994" y="1961985"/>
            <a:ext cx="2340260" cy="531663"/>
          </a:xfrm>
          <a:prstGeom prst="roundRect">
            <a:avLst/>
          </a:prstGeom>
          <a:solidFill>
            <a:schemeClr val="accent5">
              <a:lumMod val="60000"/>
              <a:lumOff val="40000"/>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sz="1600" dirty="0">
                <a:solidFill>
                  <a:srgbClr val="FF0000"/>
                </a:solidFill>
              </a:rPr>
              <a:t>Consumption View</a:t>
            </a:r>
          </a:p>
        </p:txBody>
      </p:sp>
      <p:sp>
        <p:nvSpPr>
          <p:cNvPr id="26" name="Rectangle: Rounded Corners 25">
            <a:extLst>
              <a:ext uri="{FF2B5EF4-FFF2-40B4-BE49-F238E27FC236}">
                <a16:creationId xmlns:a16="http://schemas.microsoft.com/office/drawing/2014/main" id="{9C08F43E-8091-9003-E708-5B07C42F3CE9}"/>
              </a:ext>
            </a:extLst>
          </p:cNvPr>
          <p:cNvSpPr/>
          <p:nvPr/>
        </p:nvSpPr>
        <p:spPr>
          <a:xfrm>
            <a:off x="7969407" y="1961985"/>
            <a:ext cx="2340260" cy="531663"/>
          </a:xfrm>
          <a:prstGeom prst="roundRect">
            <a:avLst/>
          </a:prstGeom>
          <a:solidFill>
            <a:schemeClr val="accent5">
              <a:lumMod val="60000"/>
              <a:lumOff val="40000"/>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sz="1600" dirty="0">
                <a:solidFill>
                  <a:srgbClr val="FF0000"/>
                </a:solidFill>
              </a:rPr>
              <a:t>Consumption View</a:t>
            </a:r>
          </a:p>
        </p:txBody>
      </p:sp>
      <p:cxnSp>
        <p:nvCxnSpPr>
          <p:cNvPr id="28" name="Connector: Elbow 27">
            <a:extLst>
              <a:ext uri="{FF2B5EF4-FFF2-40B4-BE49-F238E27FC236}">
                <a16:creationId xmlns:a16="http://schemas.microsoft.com/office/drawing/2014/main" id="{252FCD06-BAF7-117D-F854-CF8D1045F109}"/>
              </a:ext>
            </a:extLst>
          </p:cNvPr>
          <p:cNvCxnSpPr>
            <a:stCxn id="7" idx="0"/>
            <a:endCxn id="13" idx="2"/>
          </p:cNvCxnSpPr>
          <p:nvPr/>
        </p:nvCxnSpPr>
        <p:spPr>
          <a:xfrm rot="5400000" flipH="1" flipV="1">
            <a:off x="1325732" y="5260696"/>
            <a:ext cx="380700" cy="85245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E411191D-3EEE-1CCF-BE05-CD5DAC326B7D}"/>
              </a:ext>
            </a:extLst>
          </p:cNvPr>
          <p:cNvCxnSpPr>
            <a:stCxn id="8" idx="0"/>
            <a:endCxn id="13" idx="2"/>
          </p:cNvCxnSpPr>
          <p:nvPr/>
        </p:nvCxnSpPr>
        <p:spPr>
          <a:xfrm rot="16200000" flipV="1">
            <a:off x="2337025" y="5101856"/>
            <a:ext cx="380700" cy="117013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C9E2E4B7-C611-E764-F6AF-FC1B11DE3EF1}"/>
              </a:ext>
            </a:extLst>
          </p:cNvPr>
          <p:cNvCxnSpPr>
            <a:stCxn id="9" idx="0"/>
            <a:endCxn id="14" idx="2"/>
          </p:cNvCxnSpPr>
          <p:nvPr/>
        </p:nvCxnSpPr>
        <p:spPr>
          <a:xfrm rot="5400000" flipH="1" flipV="1">
            <a:off x="5205475" y="5474388"/>
            <a:ext cx="332432" cy="47333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680417A6-7FCA-BAC0-5D34-F7B0593D85B8}"/>
              </a:ext>
            </a:extLst>
          </p:cNvPr>
          <p:cNvCxnSpPr>
            <a:stCxn id="10" idx="0"/>
            <a:endCxn id="14" idx="2"/>
          </p:cNvCxnSpPr>
          <p:nvPr/>
        </p:nvCxnSpPr>
        <p:spPr>
          <a:xfrm rot="16200000" flipV="1">
            <a:off x="6172618" y="4980580"/>
            <a:ext cx="332431" cy="146094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65B08745-896E-DA83-FEEC-9C72F924E820}"/>
              </a:ext>
            </a:extLst>
          </p:cNvPr>
          <p:cNvCxnSpPr>
            <a:stCxn id="11" idx="0"/>
            <a:endCxn id="22" idx="2"/>
          </p:cNvCxnSpPr>
          <p:nvPr/>
        </p:nvCxnSpPr>
        <p:spPr>
          <a:xfrm rot="5400000" flipH="1" flipV="1">
            <a:off x="9130854" y="4512515"/>
            <a:ext cx="1301609" cy="14279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9B370343-A897-958C-4ECA-C015F15BCE80}"/>
              </a:ext>
            </a:extLst>
          </p:cNvPr>
          <p:cNvCxnSpPr>
            <a:stCxn id="12" idx="0"/>
            <a:endCxn id="22" idx="2"/>
          </p:cNvCxnSpPr>
          <p:nvPr/>
        </p:nvCxnSpPr>
        <p:spPr>
          <a:xfrm rot="16200000" flipV="1">
            <a:off x="10146485" y="4924784"/>
            <a:ext cx="1301609" cy="60336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B1028FDB-D040-AABD-DB8F-C15A2FA23416}"/>
              </a:ext>
            </a:extLst>
          </p:cNvPr>
          <p:cNvCxnSpPr>
            <a:stCxn id="11" idx="0"/>
            <a:endCxn id="17" idx="2"/>
          </p:cNvCxnSpPr>
          <p:nvPr/>
        </p:nvCxnSpPr>
        <p:spPr>
          <a:xfrm flipH="1" flipV="1">
            <a:off x="7871790" y="4575660"/>
            <a:ext cx="1195918" cy="13016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C83685FA-0EAA-910F-057D-23A35FFA94C0}"/>
              </a:ext>
            </a:extLst>
          </p:cNvPr>
          <p:cNvCxnSpPr>
            <a:stCxn id="13" idx="0"/>
            <a:endCxn id="18" idx="2"/>
          </p:cNvCxnSpPr>
          <p:nvPr/>
        </p:nvCxnSpPr>
        <p:spPr>
          <a:xfrm flipV="1">
            <a:off x="1942309" y="4584209"/>
            <a:ext cx="47647" cy="3807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74754C15-370C-E64F-4CC0-8B84F25E0182}"/>
              </a:ext>
            </a:extLst>
          </p:cNvPr>
          <p:cNvCxnSpPr>
            <a:cxnSpLocks/>
            <a:stCxn id="14" idx="0"/>
            <a:endCxn id="19" idx="2"/>
          </p:cNvCxnSpPr>
          <p:nvPr/>
        </p:nvCxnSpPr>
        <p:spPr>
          <a:xfrm rot="16200000" flipV="1">
            <a:off x="5076340" y="4481157"/>
            <a:ext cx="428968" cy="63506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BA434732-F0C3-B168-B70B-014E9CB2A3DA}"/>
              </a:ext>
            </a:extLst>
          </p:cNvPr>
          <p:cNvCxnSpPr>
            <a:stCxn id="8" idx="0"/>
            <a:endCxn id="19" idx="2"/>
          </p:cNvCxnSpPr>
          <p:nvPr/>
        </p:nvCxnSpPr>
        <p:spPr>
          <a:xfrm rot="5400000" flipH="1" flipV="1">
            <a:off x="3396332" y="4300316"/>
            <a:ext cx="1293064" cy="1860849"/>
          </a:xfrm>
          <a:prstGeom prst="bentConnector3">
            <a:avLst>
              <a:gd name="adj1" fmla="val 8322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Connector: Elbow 49">
            <a:extLst>
              <a:ext uri="{FF2B5EF4-FFF2-40B4-BE49-F238E27FC236}">
                <a16:creationId xmlns:a16="http://schemas.microsoft.com/office/drawing/2014/main" id="{EAB41CB5-4C73-2017-C417-5F3706B47B51}"/>
              </a:ext>
            </a:extLst>
          </p:cNvPr>
          <p:cNvCxnSpPr>
            <a:cxnSpLocks/>
            <a:stCxn id="18" idx="0"/>
            <a:endCxn id="20" idx="2"/>
          </p:cNvCxnSpPr>
          <p:nvPr/>
        </p:nvCxnSpPr>
        <p:spPr>
          <a:xfrm rot="5400000" flipH="1" flipV="1">
            <a:off x="3005702" y="2385994"/>
            <a:ext cx="650807" cy="2682298"/>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89457B84-B43D-2748-5ACB-3081C49AF5E7}"/>
              </a:ext>
            </a:extLst>
          </p:cNvPr>
          <p:cNvCxnSpPr>
            <a:stCxn id="19" idx="0"/>
            <a:endCxn id="20" idx="2"/>
          </p:cNvCxnSpPr>
          <p:nvPr/>
        </p:nvCxnSpPr>
        <p:spPr>
          <a:xfrm rot="16200000" flipV="1">
            <a:off x="4497369" y="3576624"/>
            <a:ext cx="650806" cy="30103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Connector: Elbow 54">
            <a:extLst>
              <a:ext uri="{FF2B5EF4-FFF2-40B4-BE49-F238E27FC236}">
                <a16:creationId xmlns:a16="http://schemas.microsoft.com/office/drawing/2014/main" id="{443A831C-E04B-86D5-9121-A60BE0730E24}"/>
              </a:ext>
            </a:extLst>
          </p:cNvPr>
          <p:cNvCxnSpPr>
            <a:stCxn id="17" idx="0"/>
            <a:endCxn id="20" idx="2"/>
          </p:cNvCxnSpPr>
          <p:nvPr/>
        </p:nvCxnSpPr>
        <p:spPr>
          <a:xfrm rot="16200000" flipV="1">
            <a:off x="5950893" y="2123100"/>
            <a:ext cx="642258" cy="319953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Connector: Elbow 56">
            <a:extLst>
              <a:ext uri="{FF2B5EF4-FFF2-40B4-BE49-F238E27FC236}">
                <a16:creationId xmlns:a16="http://schemas.microsoft.com/office/drawing/2014/main" id="{6FC0D80E-AEFA-42AB-6B97-9A5EB66DC959}"/>
              </a:ext>
            </a:extLst>
          </p:cNvPr>
          <p:cNvCxnSpPr>
            <a:stCxn id="17" idx="0"/>
            <a:endCxn id="21" idx="2"/>
          </p:cNvCxnSpPr>
          <p:nvPr/>
        </p:nvCxnSpPr>
        <p:spPr>
          <a:xfrm rot="16200000" flipV="1">
            <a:off x="7442560" y="3614766"/>
            <a:ext cx="642259" cy="21620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58">
            <a:extLst>
              <a:ext uri="{FF2B5EF4-FFF2-40B4-BE49-F238E27FC236}">
                <a16:creationId xmlns:a16="http://schemas.microsoft.com/office/drawing/2014/main" id="{46710312-86F8-FA29-2880-08F1D20438A8}"/>
              </a:ext>
            </a:extLst>
          </p:cNvPr>
          <p:cNvCxnSpPr>
            <a:stCxn id="22" idx="0"/>
            <a:endCxn id="21" idx="2"/>
          </p:cNvCxnSpPr>
          <p:nvPr/>
        </p:nvCxnSpPr>
        <p:spPr>
          <a:xfrm rot="16200000" flipV="1">
            <a:off x="8754469" y="2302857"/>
            <a:ext cx="642259" cy="284002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Connector: Elbow 60">
            <a:extLst>
              <a:ext uri="{FF2B5EF4-FFF2-40B4-BE49-F238E27FC236}">
                <a16:creationId xmlns:a16="http://schemas.microsoft.com/office/drawing/2014/main" id="{397433AA-91A0-BEBE-4D23-7C3C71CED90B}"/>
              </a:ext>
            </a:extLst>
          </p:cNvPr>
          <p:cNvCxnSpPr>
            <a:stCxn id="20" idx="0"/>
            <a:endCxn id="25" idx="2"/>
          </p:cNvCxnSpPr>
          <p:nvPr/>
        </p:nvCxnSpPr>
        <p:spPr>
          <a:xfrm rot="5400000" flipH="1" flipV="1">
            <a:off x="5165475" y="2000427"/>
            <a:ext cx="376428" cy="136287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Connector: Elbow 62">
            <a:extLst>
              <a:ext uri="{FF2B5EF4-FFF2-40B4-BE49-F238E27FC236}">
                <a16:creationId xmlns:a16="http://schemas.microsoft.com/office/drawing/2014/main" id="{5F61B0E1-1B0E-81BB-746D-15ADC08902A5}"/>
              </a:ext>
            </a:extLst>
          </p:cNvPr>
          <p:cNvCxnSpPr>
            <a:stCxn id="21" idx="0"/>
            <a:endCxn id="25" idx="2"/>
          </p:cNvCxnSpPr>
          <p:nvPr/>
        </p:nvCxnSpPr>
        <p:spPr>
          <a:xfrm rot="16200000" flipV="1">
            <a:off x="6657143" y="1871630"/>
            <a:ext cx="376427" cy="162046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5209042E-7959-986D-A2D9-F5D37CBFB296}"/>
              </a:ext>
            </a:extLst>
          </p:cNvPr>
          <p:cNvCxnSpPr/>
          <p:nvPr/>
        </p:nvCxnSpPr>
        <p:spPr>
          <a:xfrm>
            <a:off x="116701" y="1772816"/>
            <a:ext cx="11666343" cy="72008"/>
          </a:xfrm>
          <a:prstGeom prst="line">
            <a:avLst/>
          </a:prstGeom>
        </p:spPr>
        <p:style>
          <a:lnRef idx="1">
            <a:schemeClr val="accent1"/>
          </a:lnRef>
          <a:fillRef idx="0">
            <a:schemeClr val="accent1"/>
          </a:fillRef>
          <a:effectRef idx="0">
            <a:schemeClr val="accent1"/>
          </a:effectRef>
          <a:fontRef idx="minor">
            <a:schemeClr val="tx1"/>
          </a:fontRef>
        </p:style>
      </p:cxnSp>
      <p:sp>
        <p:nvSpPr>
          <p:cNvPr id="66" name="Rectangle: Rounded Corners 65">
            <a:extLst>
              <a:ext uri="{FF2B5EF4-FFF2-40B4-BE49-F238E27FC236}">
                <a16:creationId xmlns:a16="http://schemas.microsoft.com/office/drawing/2014/main" id="{711F7A15-1EC9-D507-B8AB-F4616BAF9A9B}"/>
              </a:ext>
            </a:extLst>
          </p:cNvPr>
          <p:cNvSpPr/>
          <p:nvPr/>
        </p:nvSpPr>
        <p:spPr>
          <a:xfrm>
            <a:off x="261764" y="688122"/>
            <a:ext cx="1800200" cy="927575"/>
          </a:xfrm>
          <a:prstGeom prst="roundRect">
            <a:avLst/>
          </a:prstGeom>
          <a:solidFill>
            <a:srgbClr val="92D050"/>
          </a:solidFill>
          <a:ln/>
        </p:spPr>
        <p:style>
          <a:lnRef idx="0">
            <a:schemeClr val="accent4"/>
          </a:lnRef>
          <a:fillRef idx="3">
            <a:schemeClr val="accent4"/>
          </a:fillRef>
          <a:effectRef idx="3">
            <a:schemeClr val="accent4"/>
          </a:effectRef>
          <a:fontRef idx="minor">
            <a:schemeClr val="lt1"/>
          </a:fontRef>
        </p:style>
        <p:txBody>
          <a:bodyPr rtlCol="0" anchor="ctr"/>
          <a:lstStyle/>
          <a:p>
            <a:pPr algn="ctr"/>
            <a:r>
              <a:rPr lang="en-IN" sz="2800" b="1" dirty="0">
                <a:latin typeface="Aptos Display" panose="020B0004020202020204" pitchFamily="34" charset="0"/>
              </a:rPr>
              <a:t>Fiori App</a:t>
            </a:r>
          </a:p>
        </p:txBody>
      </p:sp>
      <p:sp>
        <p:nvSpPr>
          <p:cNvPr id="67" name="Rectangle: Rounded Corners 66">
            <a:extLst>
              <a:ext uri="{FF2B5EF4-FFF2-40B4-BE49-F238E27FC236}">
                <a16:creationId xmlns:a16="http://schemas.microsoft.com/office/drawing/2014/main" id="{4E8D6CB3-57BB-94C7-BA73-EEF7055CE6C7}"/>
              </a:ext>
            </a:extLst>
          </p:cNvPr>
          <p:cNvSpPr/>
          <p:nvPr/>
        </p:nvSpPr>
        <p:spPr>
          <a:xfrm>
            <a:off x="2431005" y="676315"/>
            <a:ext cx="1800200" cy="927575"/>
          </a:xfrm>
          <a:prstGeom prst="roundRect">
            <a:avLst/>
          </a:prstGeom>
          <a:solidFill>
            <a:srgbClr val="92D050"/>
          </a:solidFill>
          <a:ln/>
        </p:spPr>
        <p:style>
          <a:lnRef idx="0">
            <a:schemeClr val="accent4"/>
          </a:lnRef>
          <a:fillRef idx="3">
            <a:schemeClr val="accent4"/>
          </a:fillRef>
          <a:effectRef idx="3">
            <a:schemeClr val="accent4"/>
          </a:effectRef>
          <a:fontRef idx="minor">
            <a:schemeClr val="lt1"/>
          </a:fontRef>
        </p:style>
        <p:txBody>
          <a:bodyPr rtlCol="0" anchor="ctr"/>
          <a:lstStyle/>
          <a:p>
            <a:pPr algn="ctr"/>
            <a:r>
              <a:rPr lang="en-IN" sz="2800" b="1" dirty="0">
                <a:latin typeface="Aptos Display" panose="020B0004020202020204" pitchFamily="34" charset="0"/>
              </a:rPr>
              <a:t>SAC</a:t>
            </a:r>
          </a:p>
        </p:txBody>
      </p:sp>
      <p:sp>
        <p:nvSpPr>
          <p:cNvPr id="68" name="Rectangle: Rounded Corners 67">
            <a:extLst>
              <a:ext uri="{FF2B5EF4-FFF2-40B4-BE49-F238E27FC236}">
                <a16:creationId xmlns:a16="http://schemas.microsoft.com/office/drawing/2014/main" id="{C229A89D-40D8-9DD9-E9CA-A782AD7D4D27}"/>
              </a:ext>
            </a:extLst>
          </p:cNvPr>
          <p:cNvSpPr/>
          <p:nvPr/>
        </p:nvSpPr>
        <p:spPr>
          <a:xfrm>
            <a:off x="4708258" y="682195"/>
            <a:ext cx="1800200" cy="927575"/>
          </a:xfrm>
          <a:prstGeom prst="roundRect">
            <a:avLst/>
          </a:prstGeom>
          <a:solidFill>
            <a:srgbClr val="92D050"/>
          </a:solidFill>
          <a:ln/>
        </p:spPr>
        <p:style>
          <a:lnRef idx="0">
            <a:schemeClr val="accent4"/>
          </a:lnRef>
          <a:fillRef idx="3">
            <a:schemeClr val="accent4"/>
          </a:fillRef>
          <a:effectRef idx="3">
            <a:schemeClr val="accent4"/>
          </a:effectRef>
          <a:fontRef idx="minor">
            <a:schemeClr val="lt1"/>
          </a:fontRef>
        </p:style>
        <p:txBody>
          <a:bodyPr rtlCol="0" anchor="ctr"/>
          <a:lstStyle/>
          <a:p>
            <a:pPr algn="ctr"/>
            <a:r>
              <a:rPr lang="en-IN" sz="1600" b="1" dirty="0">
                <a:latin typeface="Aptos Display" panose="020B0004020202020204" pitchFamily="34" charset="0"/>
              </a:rPr>
              <a:t>S4 Embedded Analytics</a:t>
            </a:r>
          </a:p>
        </p:txBody>
      </p:sp>
      <p:sp>
        <p:nvSpPr>
          <p:cNvPr id="69" name="Rectangle: Rounded Corners 68">
            <a:extLst>
              <a:ext uri="{FF2B5EF4-FFF2-40B4-BE49-F238E27FC236}">
                <a16:creationId xmlns:a16="http://schemas.microsoft.com/office/drawing/2014/main" id="{2045A8B8-552C-5E61-C2EA-3B54100000D0}"/>
              </a:ext>
            </a:extLst>
          </p:cNvPr>
          <p:cNvSpPr/>
          <p:nvPr/>
        </p:nvSpPr>
        <p:spPr>
          <a:xfrm>
            <a:off x="7025517" y="666769"/>
            <a:ext cx="1800200" cy="927575"/>
          </a:xfrm>
          <a:prstGeom prst="roundRect">
            <a:avLst/>
          </a:prstGeom>
          <a:solidFill>
            <a:srgbClr val="92D050"/>
          </a:solidFill>
          <a:ln/>
        </p:spPr>
        <p:style>
          <a:lnRef idx="0">
            <a:schemeClr val="accent4"/>
          </a:lnRef>
          <a:fillRef idx="3">
            <a:schemeClr val="accent4"/>
          </a:fillRef>
          <a:effectRef idx="3">
            <a:schemeClr val="accent4"/>
          </a:effectRef>
          <a:fontRef idx="minor">
            <a:schemeClr val="lt1"/>
          </a:fontRef>
        </p:style>
        <p:txBody>
          <a:bodyPr rtlCol="0" anchor="ctr"/>
          <a:lstStyle/>
          <a:p>
            <a:pPr algn="ctr"/>
            <a:r>
              <a:rPr lang="en-IN" sz="1600" b="1" dirty="0">
                <a:latin typeface="Aptos Display" panose="020B0004020202020204" pitchFamily="34" charset="0"/>
              </a:rPr>
              <a:t>APIs</a:t>
            </a:r>
          </a:p>
        </p:txBody>
      </p:sp>
      <p:sp>
        <p:nvSpPr>
          <p:cNvPr id="70" name="Rectangle: Rounded Corners 69">
            <a:extLst>
              <a:ext uri="{FF2B5EF4-FFF2-40B4-BE49-F238E27FC236}">
                <a16:creationId xmlns:a16="http://schemas.microsoft.com/office/drawing/2014/main" id="{0570F400-0D56-2EC1-3684-D744511FA100}"/>
              </a:ext>
            </a:extLst>
          </p:cNvPr>
          <p:cNvSpPr/>
          <p:nvPr/>
        </p:nvSpPr>
        <p:spPr>
          <a:xfrm>
            <a:off x="9342776" y="644658"/>
            <a:ext cx="1800200" cy="927575"/>
          </a:xfrm>
          <a:prstGeom prst="roundRect">
            <a:avLst/>
          </a:prstGeom>
          <a:solidFill>
            <a:srgbClr val="92D050"/>
          </a:solidFill>
          <a:ln/>
        </p:spPr>
        <p:style>
          <a:lnRef idx="0">
            <a:schemeClr val="accent4"/>
          </a:lnRef>
          <a:fillRef idx="3">
            <a:schemeClr val="accent4"/>
          </a:fillRef>
          <a:effectRef idx="3">
            <a:schemeClr val="accent4"/>
          </a:effectRef>
          <a:fontRef idx="minor">
            <a:schemeClr val="lt1"/>
          </a:fontRef>
        </p:style>
        <p:txBody>
          <a:bodyPr rtlCol="0" anchor="ctr"/>
          <a:lstStyle/>
          <a:p>
            <a:pPr algn="ctr"/>
            <a:r>
              <a:rPr lang="en-IN" sz="1600" b="1" dirty="0">
                <a:latin typeface="Aptos Display" panose="020B0004020202020204" pitchFamily="34" charset="0"/>
              </a:rPr>
              <a:t>Third Party</a:t>
            </a:r>
          </a:p>
        </p:txBody>
      </p:sp>
    </p:spTree>
    <p:extLst>
      <p:ext uri="{BB962C8B-B14F-4D97-AF65-F5344CB8AC3E}">
        <p14:creationId xmlns:p14="http://schemas.microsoft.com/office/powerpoint/2010/main" val="26413361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1F8B448-5312-64B7-97A8-4A24AD80B509}"/>
              </a:ext>
            </a:extLst>
          </p:cNvPr>
          <p:cNvSpPr txBox="1"/>
          <p:nvPr/>
        </p:nvSpPr>
        <p:spPr>
          <a:xfrm>
            <a:off x="304800" y="225287"/>
            <a:ext cx="11350487" cy="369332"/>
          </a:xfrm>
          <a:prstGeom prst="rect">
            <a:avLst/>
          </a:prstGeom>
          <a:noFill/>
        </p:spPr>
        <p:txBody>
          <a:bodyPr wrap="square" rtlCol="0">
            <a:spAutoFit/>
          </a:bodyPr>
          <a:lstStyle/>
          <a:p>
            <a:r>
              <a:rPr lang="en-IN" sz="1800" dirty="0"/>
              <a:t>Design and develop a analytic scenario to see total sales per country per customer.</a:t>
            </a:r>
          </a:p>
        </p:txBody>
      </p:sp>
      <p:grpSp>
        <p:nvGrpSpPr>
          <p:cNvPr id="229" name="Group 228">
            <a:extLst>
              <a:ext uri="{FF2B5EF4-FFF2-40B4-BE49-F238E27FC236}">
                <a16:creationId xmlns:a16="http://schemas.microsoft.com/office/drawing/2014/main" id="{3C5E87B4-5B39-3C6B-6BC8-54C861F5FCAD}"/>
              </a:ext>
            </a:extLst>
          </p:cNvPr>
          <p:cNvGrpSpPr/>
          <p:nvPr/>
        </p:nvGrpSpPr>
        <p:grpSpPr>
          <a:xfrm>
            <a:off x="591944" y="759882"/>
            <a:ext cx="11762280" cy="5907960"/>
            <a:chOff x="591944" y="759882"/>
            <a:chExt cx="11762280" cy="5907960"/>
          </a:xfrm>
        </p:grpSpPr>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B2AD02DE-FDE0-73EE-5F67-52D5FD681DCE}"/>
                    </a:ext>
                  </a:extLst>
                </p14:cNvPr>
                <p14:cNvContentPartPr/>
                <p14:nvPr/>
              </p14:nvContentPartPr>
              <p14:xfrm>
                <a:off x="591944" y="5579202"/>
                <a:ext cx="1990440" cy="737280"/>
              </p14:xfrm>
            </p:contentPart>
          </mc:Choice>
          <mc:Fallback xmlns="">
            <p:pic>
              <p:nvPicPr>
                <p:cNvPr id="3" name="Ink 2">
                  <a:extLst>
                    <a:ext uri="{FF2B5EF4-FFF2-40B4-BE49-F238E27FC236}">
                      <a16:creationId xmlns:a16="http://schemas.microsoft.com/office/drawing/2014/main" id="{B2AD02DE-FDE0-73EE-5F67-52D5FD681DCE}"/>
                    </a:ext>
                  </a:extLst>
                </p:cNvPr>
                <p:cNvPicPr/>
                <p:nvPr/>
              </p:nvPicPr>
              <p:blipFill>
                <a:blip r:embed="rId3"/>
                <a:stretch>
                  <a:fillRect/>
                </a:stretch>
              </p:blipFill>
              <p:spPr>
                <a:xfrm>
                  <a:off x="583304" y="5570202"/>
                  <a:ext cx="2008080" cy="754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3C09EA48-20F2-874D-0541-90DE1829B24D}"/>
                    </a:ext>
                  </a:extLst>
                </p14:cNvPr>
                <p14:cNvContentPartPr/>
                <p14:nvPr/>
              </p14:nvContentPartPr>
              <p14:xfrm>
                <a:off x="1131584" y="5887722"/>
                <a:ext cx="199440" cy="259560"/>
              </p14:xfrm>
            </p:contentPart>
          </mc:Choice>
          <mc:Fallback xmlns="">
            <p:pic>
              <p:nvPicPr>
                <p:cNvPr id="7" name="Ink 6">
                  <a:extLst>
                    <a:ext uri="{FF2B5EF4-FFF2-40B4-BE49-F238E27FC236}">
                      <a16:creationId xmlns:a16="http://schemas.microsoft.com/office/drawing/2014/main" id="{3C09EA48-20F2-874D-0541-90DE1829B24D}"/>
                    </a:ext>
                  </a:extLst>
                </p:cNvPr>
                <p:cNvPicPr/>
                <p:nvPr/>
              </p:nvPicPr>
              <p:blipFill>
                <a:blip r:embed="rId5"/>
                <a:stretch>
                  <a:fillRect/>
                </a:stretch>
              </p:blipFill>
              <p:spPr>
                <a:xfrm>
                  <a:off x="1122944" y="5879082"/>
                  <a:ext cx="217080" cy="277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A798F091-D3F5-7753-66F1-C3D8BB3FCDE0}"/>
                    </a:ext>
                  </a:extLst>
                </p14:cNvPr>
                <p14:cNvContentPartPr/>
                <p14:nvPr/>
              </p14:nvContentPartPr>
              <p14:xfrm>
                <a:off x="1450904" y="5863602"/>
                <a:ext cx="124920" cy="218160"/>
              </p14:xfrm>
            </p:contentPart>
          </mc:Choice>
          <mc:Fallback xmlns="">
            <p:pic>
              <p:nvPicPr>
                <p:cNvPr id="8" name="Ink 7">
                  <a:extLst>
                    <a:ext uri="{FF2B5EF4-FFF2-40B4-BE49-F238E27FC236}">
                      <a16:creationId xmlns:a16="http://schemas.microsoft.com/office/drawing/2014/main" id="{A798F091-D3F5-7753-66F1-C3D8BB3FCDE0}"/>
                    </a:ext>
                  </a:extLst>
                </p:cNvPr>
                <p:cNvPicPr/>
                <p:nvPr/>
              </p:nvPicPr>
              <p:blipFill>
                <a:blip r:embed="rId7"/>
                <a:stretch>
                  <a:fillRect/>
                </a:stretch>
              </p:blipFill>
              <p:spPr>
                <a:xfrm>
                  <a:off x="1441904" y="5854602"/>
                  <a:ext cx="14256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F0F61BFE-9056-F3E9-4E51-40349CB0A17C}"/>
                    </a:ext>
                  </a:extLst>
                </p14:cNvPr>
                <p14:cNvContentPartPr/>
                <p14:nvPr/>
              </p14:nvContentPartPr>
              <p14:xfrm>
                <a:off x="1643144" y="5845242"/>
                <a:ext cx="154440" cy="209880"/>
              </p14:xfrm>
            </p:contentPart>
          </mc:Choice>
          <mc:Fallback xmlns="">
            <p:pic>
              <p:nvPicPr>
                <p:cNvPr id="9" name="Ink 8">
                  <a:extLst>
                    <a:ext uri="{FF2B5EF4-FFF2-40B4-BE49-F238E27FC236}">
                      <a16:creationId xmlns:a16="http://schemas.microsoft.com/office/drawing/2014/main" id="{F0F61BFE-9056-F3E9-4E51-40349CB0A17C}"/>
                    </a:ext>
                  </a:extLst>
                </p:cNvPr>
                <p:cNvPicPr/>
                <p:nvPr/>
              </p:nvPicPr>
              <p:blipFill>
                <a:blip r:embed="rId9"/>
                <a:stretch>
                  <a:fillRect/>
                </a:stretch>
              </p:blipFill>
              <p:spPr>
                <a:xfrm>
                  <a:off x="1634144" y="5836242"/>
                  <a:ext cx="17208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6A52565A-80D6-7EA9-E2F9-5C25C3490F10}"/>
                    </a:ext>
                  </a:extLst>
                </p14:cNvPr>
                <p14:cNvContentPartPr/>
                <p14:nvPr/>
              </p14:nvContentPartPr>
              <p14:xfrm>
                <a:off x="1641704" y="5939562"/>
                <a:ext cx="113760" cy="57240"/>
              </p14:xfrm>
            </p:contentPart>
          </mc:Choice>
          <mc:Fallback xmlns="">
            <p:pic>
              <p:nvPicPr>
                <p:cNvPr id="10" name="Ink 9">
                  <a:extLst>
                    <a:ext uri="{FF2B5EF4-FFF2-40B4-BE49-F238E27FC236}">
                      <a16:creationId xmlns:a16="http://schemas.microsoft.com/office/drawing/2014/main" id="{6A52565A-80D6-7EA9-E2F9-5C25C3490F10}"/>
                    </a:ext>
                  </a:extLst>
                </p:cNvPr>
                <p:cNvPicPr/>
                <p:nvPr/>
              </p:nvPicPr>
              <p:blipFill>
                <a:blip r:embed="rId11"/>
                <a:stretch>
                  <a:fillRect/>
                </a:stretch>
              </p:blipFill>
              <p:spPr>
                <a:xfrm>
                  <a:off x="1632704" y="5930922"/>
                  <a:ext cx="13140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 name="Ink 3">
                  <a:extLst>
                    <a:ext uri="{FF2B5EF4-FFF2-40B4-BE49-F238E27FC236}">
                      <a16:creationId xmlns:a16="http://schemas.microsoft.com/office/drawing/2014/main" id="{8A50CA3C-49F5-F58F-3720-0FE371999A7D}"/>
                    </a:ext>
                  </a:extLst>
                </p14:cNvPr>
                <p14:cNvContentPartPr/>
                <p14:nvPr/>
              </p14:nvContentPartPr>
              <p14:xfrm>
                <a:off x="3154784" y="5617722"/>
                <a:ext cx="2392560" cy="798840"/>
              </p14:xfrm>
            </p:contentPart>
          </mc:Choice>
          <mc:Fallback xmlns="">
            <p:pic>
              <p:nvPicPr>
                <p:cNvPr id="4" name="Ink 3">
                  <a:extLst>
                    <a:ext uri="{FF2B5EF4-FFF2-40B4-BE49-F238E27FC236}">
                      <a16:creationId xmlns:a16="http://schemas.microsoft.com/office/drawing/2014/main" id="{8A50CA3C-49F5-F58F-3720-0FE371999A7D}"/>
                    </a:ext>
                  </a:extLst>
                </p:cNvPr>
                <p:cNvPicPr/>
                <p:nvPr/>
              </p:nvPicPr>
              <p:blipFill>
                <a:blip r:embed="rId13"/>
                <a:stretch>
                  <a:fillRect/>
                </a:stretch>
              </p:blipFill>
              <p:spPr>
                <a:xfrm>
                  <a:off x="3145784" y="5608722"/>
                  <a:ext cx="2410200" cy="8164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04C77293-8432-86A2-018F-FE6F2FD860DB}"/>
                    </a:ext>
                  </a:extLst>
                </p14:cNvPr>
                <p14:cNvContentPartPr/>
                <p14:nvPr/>
              </p14:nvContentPartPr>
              <p14:xfrm>
                <a:off x="4041824" y="6042522"/>
                <a:ext cx="45360" cy="108000"/>
              </p14:xfrm>
            </p:contentPart>
          </mc:Choice>
          <mc:Fallback xmlns="">
            <p:pic>
              <p:nvPicPr>
                <p:cNvPr id="11" name="Ink 10">
                  <a:extLst>
                    <a:ext uri="{FF2B5EF4-FFF2-40B4-BE49-F238E27FC236}">
                      <a16:creationId xmlns:a16="http://schemas.microsoft.com/office/drawing/2014/main" id="{04C77293-8432-86A2-018F-FE6F2FD860DB}"/>
                    </a:ext>
                  </a:extLst>
                </p:cNvPr>
                <p:cNvPicPr/>
                <p:nvPr/>
              </p:nvPicPr>
              <p:blipFill>
                <a:blip r:embed="rId15"/>
                <a:stretch>
                  <a:fillRect/>
                </a:stretch>
              </p:blipFill>
              <p:spPr>
                <a:xfrm>
                  <a:off x="4032824" y="6033882"/>
                  <a:ext cx="6300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9FBB537C-71B0-5CAD-A4E1-CD13303A2DD1}"/>
                    </a:ext>
                  </a:extLst>
                </p14:cNvPr>
                <p14:cNvContentPartPr/>
                <p14:nvPr/>
              </p14:nvContentPartPr>
              <p14:xfrm>
                <a:off x="3967664" y="5770362"/>
                <a:ext cx="319320" cy="259560"/>
              </p14:xfrm>
            </p:contentPart>
          </mc:Choice>
          <mc:Fallback xmlns="">
            <p:pic>
              <p:nvPicPr>
                <p:cNvPr id="12" name="Ink 11">
                  <a:extLst>
                    <a:ext uri="{FF2B5EF4-FFF2-40B4-BE49-F238E27FC236}">
                      <a16:creationId xmlns:a16="http://schemas.microsoft.com/office/drawing/2014/main" id="{9FBB537C-71B0-5CAD-A4E1-CD13303A2DD1}"/>
                    </a:ext>
                  </a:extLst>
                </p:cNvPr>
                <p:cNvPicPr/>
                <p:nvPr/>
              </p:nvPicPr>
              <p:blipFill>
                <a:blip r:embed="rId17"/>
                <a:stretch>
                  <a:fillRect/>
                </a:stretch>
              </p:blipFill>
              <p:spPr>
                <a:xfrm>
                  <a:off x="3958664" y="5761362"/>
                  <a:ext cx="336960" cy="2772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1EF2F587-F78C-8BF7-F352-AC3C5915C2A6}"/>
                    </a:ext>
                  </a:extLst>
                </p14:cNvPr>
                <p14:cNvContentPartPr/>
                <p14:nvPr/>
              </p14:nvContentPartPr>
              <p14:xfrm>
                <a:off x="4220384" y="5971602"/>
                <a:ext cx="181800" cy="171360"/>
              </p14:xfrm>
            </p:contentPart>
          </mc:Choice>
          <mc:Fallback xmlns="">
            <p:pic>
              <p:nvPicPr>
                <p:cNvPr id="13" name="Ink 12">
                  <a:extLst>
                    <a:ext uri="{FF2B5EF4-FFF2-40B4-BE49-F238E27FC236}">
                      <a16:creationId xmlns:a16="http://schemas.microsoft.com/office/drawing/2014/main" id="{1EF2F587-F78C-8BF7-F352-AC3C5915C2A6}"/>
                    </a:ext>
                  </a:extLst>
                </p:cNvPr>
                <p:cNvPicPr/>
                <p:nvPr/>
              </p:nvPicPr>
              <p:blipFill>
                <a:blip r:embed="rId19"/>
                <a:stretch>
                  <a:fillRect/>
                </a:stretch>
              </p:blipFill>
              <p:spPr>
                <a:xfrm>
                  <a:off x="4211744" y="5962602"/>
                  <a:ext cx="19944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28182E9D-7CF2-AA3D-678F-3BBAF1DF70FF}"/>
                    </a:ext>
                  </a:extLst>
                </p14:cNvPr>
                <p14:cNvContentPartPr/>
                <p14:nvPr/>
              </p14:nvContentPartPr>
              <p14:xfrm>
                <a:off x="4442864" y="5815362"/>
                <a:ext cx="229680" cy="286560"/>
              </p14:xfrm>
            </p:contentPart>
          </mc:Choice>
          <mc:Fallback xmlns="">
            <p:pic>
              <p:nvPicPr>
                <p:cNvPr id="14" name="Ink 13">
                  <a:extLst>
                    <a:ext uri="{FF2B5EF4-FFF2-40B4-BE49-F238E27FC236}">
                      <a16:creationId xmlns:a16="http://schemas.microsoft.com/office/drawing/2014/main" id="{28182E9D-7CF2-AA3D-678F-3BBAF1DF70FF}"/>
                    </a:ext>
                  </a:extLst>
                </p:cNvPr>
                <p:cNvPicPr/>
                <p:nvPr/>
              </p:nvPicPr>
              <p:blipFill>
                <a:blip r:embed="rId21"/>
                <a:stretch>
                  <a:fillRect/>
                </a:stretch>
              </p:blipFill>
              <p:spPr>
                <a:xfrm>
                  <a:off x="4434224" y="5806362"/>
                  <a:ext cx="247320" cy="3042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CD69652B-0E82-FBC1-3B22-C05627C18D0A}"/>
                    </a:ext>
                  </a:extLst>
                </p14:cNvPr>
                <p14:cNvContentPartPr/>
                <p14:nvPr/>
              </p14:nvContentPartPr>
              <p14:xfrm>
                <a:off x="4705304" y="5939562"/>
                <a:ext cx="105480" cy="141480"/>
              </p14:xfrm>
            </p:contentPart>
          </mc:Choice>
          <mc:Fallback xmlns="">
            <p:pic>
              <p:nvPicPr>
                <p:cNvPr id="15" name="Ink 14">
                  <a:extLst>
                    <a:ext uri="{FF2B5EF4-FFF2-40B4-BE49-F238E27FC236}">
                      <a16:creationId xmlns:a16="http://schemas.microsoft.com/office/drawing/2014/main" id="{CD69652B-0E82-FBC1-3B22-C05627C18D0A}"/>
                    </a:ext>
                  </a:extLst>
                </p:cNvPr>
                <p:cNvPicPr/>
                <p:nvPr/>
              </p:nvPicPr>
              <p:blipFill>
                <a:blip r:embed="rId23"/>
                <a:stretch>
                  <a:fillRect/>
                </a:stretch>
              </p:blipFill>
              <p:spPr>
                <a:xfrm>
                  <a:off x="4696304" y="5930922"/>
                  <a:ext cx="12312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89CFA8EC-8696-D1E2-350B-3C38E4ADE14D}"/>
                    </a:ext>
                  </a:extLst>
                </p14:cNvPr>
                <p14:cNvContentPartPr/>
                <p14:nvPr/>
              </p14:nvContentPartPr>
              <p14:xfrm>
                <a:off x="4863704" y="5920122"/>
                <a:ext cx="117720" cy="155160"/>
              </p14:xfrm>
            </p:contentPart>
          </mc:Choice>
          <mc:Fallback xmlns="">
            <p:pic>
              <p:nvPicPr>
                <p:cNvPr id="16" name="Ink 15">
                  <a:extLst>
                    <a:ext uri="{FF2B5EF4-FFF2-40B4-BE49-F238E27FC236}">
                      <a16:creationId xmlns:a16="http://schemas.microsoft.com/office/drawing/2014/main" id="{89CFA8EC-8696-D1E2-350B-3C38E4ADE14D}"/>
                    </a:ext>
                  </a:extLst>
                </p:cNvPr>
                <p:cNvPicPr/>
                <p:nvPr/>
              </p:nvPicPr>
              <p:blipFill>
                <a:blip r:embed="rId25"/>
                <a:stretch>
                  <a:fillRect/>
                </a:stretch>
              </p:blipFill>
              <p:spPr>
                <a:xfrm>
                  <a:off x="4854704" y="5911482"/>
                  <a:ext cx="13536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31D22148-073C-DB8C-E45C-61003BC45B63}"/>
                    </a:ext>
                  </a:extLst>
                </p14:cNvPr>
                <p14:cNvContentPartPr/>
                <p14:nvPr/>
              </p14:nvContentPartPr>
              <p14:xfrm>
                <a:off x="4981784" y="5799162"/>
                <a:ext cx="61200" cy="286200"/>
              </p14:xfrm>
            </p:contentPart>
          </mc:Choice>
          <mc:Fallback xmlns="">
            <p:pic>
              <p:nvPicPr>
                <p:cNvPr id="17" name="Ink 16">
                  <a:extLst>
                    <a:ext uri="{FF2B5EF4-FFF2-40B4-BE49-F238E27FC236}">
                      <a16:creationId xmlns:a16="http://schemas.microsoft.com/office/drawing/2014/main" id="{31D22148-073C-DB8C-E45C-61003BC45B63}"/>
                    </a:ext>
                  </a:extLst>
                </p:cNvPr>
                <p:cNvPicPr/>
                <p:nvPr/>
              </p:nvPicPr>
              <p:blipFill>
                <a:blip r:embed="rId27"/>
                <a:stretch>
                  <a:fillRect/>
                </a:stretch>
              </p:blipFill>
              <p:spPr>
                <a:xfrm>
                  <a:off x="4972784" y="5790162"/>
                  <a:ext cx="78840" cy="3038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2514C124-41DE-C63A-EC69-59AD9BDA5F17}"/>
                    </a:ext>
                  </a:extLst>
                </p14:cNvPr>
                <p14:cNvContentPartPr/>
                <p14:nvPr/>
              </p14:nvContentPartPr>
              <p14:xfrm>
                <a:off x="4953344" y="5932722"/>
                <a:ext cx="129240" cy="50760"/>
              </p14:xfrm>
            </p:contentPart>
          </mc:Choice>
          <mc:Fallback xmlns="">
            <p:pic>
              <p:nvPicPr>
                <p:cNvPr id="18" name="Ink 17">
                  <a:extLst>
                    <a:ext uri="{FF2B5EF4-FFF2-40B4-BE49-F238E27FC236}">
                      <a16:creationId xmlns:a16="http://schemas.microsoft.com/office/drawing/2014/main" id="{2514C124-41DE-C63A-EC69-59AD9BDA5F17}"/>
                    </a:ext>
                  </a:extLst>
                </p:cNvPr>
                <p:cNvPicPr/>
                <p:nvPr/>
              </p:nvPicPr>
              <p:blipFill>
                <a:blip r:embed="rId29"/>
                <a:stretch>
                  <a:fillRect/>
                </a:stretch>
              </p:blipFill>
              <p:spPr>
                <a:xfrm>
                  <a:off x="4944344" y="5924082"/>
                  <a:ext cx="14688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5" name="Ink 4">
                  <a:extLst>
                    <a:ext uri="{FF2B5EF4-FFF2-40B4-BE49-F238E27FC236}">
                      <a16:creationId xmlns:a16="http://schemas.microsoft.com/office/drawing/2014/main" id="{4AFA1B7F-0893-7F54-64D0-84B1E4604506}"/>
                    </a:ext>
                  </a:extLst>
                </p14:cNvPr>
                <p14:cNvContentPartPr/>
                <p14:nvPr/>
              </p14:nvContentPartPr>
              <p14:xfrm>
                <a:off x="6068984" y="5591442"/>
                <a:ext cx="2327400" cy="1053000"/>
              </p14:xfrm>
            </p:contentPart>
          </mc:Choice>
          <mc:Fallback xmlns="">
            <p:pic>
              <p:nvPicPr>
                <p:cNvPr id="5" name="Ink 4">
                  <a:extLst>
                    <a:ext uri="{FF2B5EF4-FFF2-40B4-BE49-F238E27FC236}">
                      <a16:creationId xmlns:a16="http://schemas.microsoft.com/office/drawing/2014/main" id="{4AFA1B7F-0893-7F54-64D0-84B1E4604506}"/>
                    </a:ext>
                  </a:extLst>
                </p:cNvPr>
                <p:cNvPicPr/>
                <p:nvPr/>
              </p:nvPicPr>
              <p:blipFill>
                <a:blip r:embed="rId31"/>
                <a:stretch>
                  <a:fillRect/>
                </a:stretch>
              </p:blipFill>
              <p:spPr>
                <a:xfrm>
                  <a:off x="6059984" y="5582802"/>
                  <a:ext cx="2345040" cy="10706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9" name="Ink 18">
                  <a:extLst>
                    <a:ext uri="{FF2B5EF4-FFF2-40B4-BE49-F238E27FC236}">
                      <a16:creationId xmlns:a16="http://schemas.microsoft.com/office/drawing/2014/main" id="{831223D1-D8C4-83FC-6D1F-C7BF616913C5}"/>
                    </a:ext>
                  </a:extLst>
                </p14:cNvPr>
                <p14:cNvContentPartPr/>
                <p14:nvPr/>
              </p14:nvContentPartPr>
              <p14:xfrm>
                <a:off x="7105064" y="6074202"/>
                <a:ext cx="224280" cy="215280"/>
              </p14:xfrm>
            </p:contentPart>
          </mc:Choice>
          <mc:Fallback xmlns="">
            <p:pic>
              <p:nvPicPr>
                <p:cNvPr id="19" name="Ink 18">
                  <a:extLst>
                    <a:ext uri="{FF2B5EF4-FFF2-40B4-BE49-F238E27FC236}">
                      <a16:creationId xmlns:a16="http://schemas.microsoft.com/office/drawing/2014/main" id="{831223D1-D8C4-83FC-6D1F-C7BF616913C5}"/>
                    </a:ext>
                  </a:extLst>
                </p:cNvPr>
                <p:cNvPicPr/>
                <p:nvPr/>
              </p:nvPicPr>
              <p:blipFill>
                <a:blip r:embed="rId33"/>
                <a:stretch>
                  <a:fillRect/>
                </a:stretch>
              </p:blipFill>
              <p:spPr>
                <a:xfrm>
                  <a:off x="7096064" y="6065202"/>
                  <a:ext cx="24192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0" name="Ink 19">
                  <a:extLst>
                    <a:ext uri="{FF2B5EF4-FFF2-40B4-BE49-F238E27FC236}">
                      <a16:creationId xmlns:a16="http://schemas.microsoft.com/office/drawing/2014/main" id="{9D5D164F-C331-F60C-3C36-51DD82A4C0C3}"/>
                    </a:ext>
                  </a:extLst>
                </p14:cNvPr>
                <p14:cNvContentPartPr/>
                <p14:nvPr/>
              </p14:nvContentPartPr>
              <p14:xfrm>
                <a:off x="7408544" y="6157002"/>
                <a:ext cx="123480" cy="104760"/>
              </p14:xfrm>
            </p:contentPart>
          </mc:Choice>
          <mc:Fallback xmlns="">
            <p:pic>
              <p:nvPicPr>
                <p:cNvPr id="20" name="Ink 19">
                  <a:extLst>
                    <a:ext uri="{FF2B5EF4-FFF2-40B4-BE49-F238E27FC236}">
                      <a16:creationId xmlns:a16="http://schemas.microsoft.com/office/drawing/2014/main" id="{9D5D164F-C331-F60C-3C36-51DD82A4C0C3}"/>
                    </a:ext>
                  </a:extLst>
                </p:cNvPr>
                <p:cNvPicPr/>
                <p:nvPr/>
              </p:nvPicPr>
              <p:blipFill>
                <a:blip r:embed="rId35"/>
                <a:stretch>
                  <a:fillRect/>
                </a:stretch>
              </p:blipFill>
              <p:spPr>
                <a:xfrm>
                  <a:off x="7399544" y="6148002"/>
                  <a:ext cx="14112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1" name="Ink 20">
                  <a:extLst>
                    <a:ext uri="{FF2B5EF4-FFF2-40B4-BE49-F238E27FC236}">
                      <a16:creationId xmlns:a16="http://schemas.microsoft.com/office/drawing/2014/main" id="{007CECC2-2B5E-81CA-30E7-277078E4C2F6}"/>
                    </a:ext>
                  </a:extLst>
                </p14:cNvPr>
                <p14:cNvContentPartPr/>
                <p14:nvPr/>
              </p14:nvContentPartPr>
              <p14:xfrm>
                <a:off x="7665944" y="6244122"/>
                <a:ext cx="34560" cy="4320"/>
              </p14:xfrm>
            </p:contentPart>
          </mc:Choice>
          <mc:Fallback xmlns="">
            <p:pic>
              <p:nvPicPr>
                <p:cNvPr id="21" name="Ink 20">
                  <a:extLst>
                    <a:ext uri="{FF2B5EF4-FFF2-40B4-BE49-F238E27FC236}">
                      <a16:creationId xmlns:a16="http://schemas.microsoft.com/office/drawing/2014/main" id="{007CECC2-2B5E-81CA-30E7-277078E4C2F6}"/>
                    </a:ext>
                  </a:extLst>
                </p:cNvPr>
                <p:cNvPicPr/>
                <p:nvPr/>
              </p:nvPicPr>
              <p:blipFill>
                <a:blip r:embed="rId37"/>
                <a:stretch>
                  <a:fillRect/>
                </a:stretch>
              </p:blipFill>
              <p:spPr>
                <a:xfrm>
                  <a:off x="7657304" y="6235482"/>
                  <a:ext cx="5220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2" name="Ink 21">
                  <a:extLst>
                    <a:ext uri="{FF2B5EF4-FFF2-40B4-BE49-F238E27FC236}">
                      <a16:creationId xmlns:a16="http://schemas.microsoft.com/office/drawing/2014/main" id="{D41B47DD-504F-776F-CB24-8B0750CA96BE}"/>
                    </a:ext>
                  </a:extLst>
                </p14:cNvPr>
                <p14:cNvContentPartPr/>
                <p14:nvPr/>
              </p14:nvContentPartPr>
              <p14:xfrm>
                <a:off x="7772504" y="6073482"/>
                <a:ext cx="129600" cy="194400"/>
              </p14:xfrm>
            </p:contentPart>
          </mc:Choice>
          <mc:Fallback xmlns="">
            <p:pic>
              <p:nvPicPr>
                <p:cNvPr id="22" name="Ink 21">
                  <a:extLst>
                    <a:ext uri="{FF2B5EF4-FFF2-40B4-BE49-F238E27FC236}">
                      <a16:creationId xmlns:a16="http://schemas.microsoft.com/office/drawing/2014/main" id="{D41B47DD-504F-776F-CB24-8B0750CA96BE}"/>
                    </a:ext>
                  </a:extLst>
                </p:cNvPr>
                <p:cNvPicPr/>
                <p:nvPr/>
              </p:nvPicPr>
              <p:blipFill>
                <a:blip r:embed="rId39"/>
                <a:stretch>
                  <a:fillRect/>
                </a:stretch>
              </p:blipFill>
              <p:spPr>
                <a:xfrm>
                  <a:off x="7763504" y="6064482"/>
                  <a:ext cx="147240" cy="2120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3" name="Ink 22">
                  <a:extLst>
                    <a:ext uri="{FF2B5EF4-FFF2-40B4-BE49-F238E27FC236}">
                      <a16:creationId xmlns:a16="http://schemas.microsoft.com/office/drawing/2014/main" id="{9FC6C162-98B2-5A98-7A8A-4427B42F5DE8}"/>
                    </a:ext>
                  </a:extLst>
                </p14:cNvPr>
                <p14:cNvContentPartPr/>
                <p14:nvPr/>
              </p14:nvContentPartPr>
              <p14:xfrm>
                <a:off x="7965464" y="6070962"/>
                <a:ext cx="106920" cy="187920"/>
              </p14:xfrm>
            </p:contentPart>
          </mc:Choice>
          <mc:Fallback xmlns="">
            <p:pic>
              <p:nvPicPr>
                <p:cNvPr id="23" name="Ink 22">
                  <a:extLst>
                    <a:ext uri="{FF2B5EF4-FFF2-40B4-BE49-F238E27FC236}">
                      <a16:creationId xmlns:a16="http://schemas.microsoft.com/office/drawing/2014/main" id="{9FC6C162-98B2-5A98-7A8A-4427B42F5DE8}"/>
                    </a:ext>
                  </a:extLst>
                </p:cNvPr>
                <p:cNvPicPr/>
                <p:nvPr/>
              </p:nvPicPr>
              <p:blipFill>
                <a:blip r:embed="rId41"/>
                <a:stretch>
                  <a:fillRect/>
                </a:stretch>
              </p:blipFill>
              <p:spPr>
                <a:xfrm>
                  <a:off x="7956824" y="6062322"/>
                  <a:ext cx="12456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4" name="Ink 23">
                  <a:extLst>
                    <a:ext uri="{FF2B5EF4-FFF2-40B4-BE49-F238E27FC236}">
                      <a16:creationId xmlns:a16="http://schemas.microsoft.com/office/drawing/2014/main" id="{615D8FBF-EE57-2295-E2BF-4E4A311DBA8C}"/>
                    </a:ext>
                  </a:extLst>
                </p14:cNvPr>
                <p14:cNvContentPartPr/>
                <p14:nvPr/>
              </p14:nvContentPartPr>
              <p14:xfrm>
                <a:off x="8142944" y="6021282"/>
                <a:ext cx="118440" cy="210960"/>
              </p14:xfrm>
            </p:contentPart>
          </mc:Choice>
          <mc:Fallback xmlns="">
            <p:pic>
              <p:nvPicPr>
                <p:cNvPr id="24" name="Ink 23">
                  <a:extLst>
                    <a:ext uri="{FF2B5EF4-FFF2-40B4-BE49-F238E27FC236}">
                      <a16:creationId xmlns:a16="http://schemas.microsoft.com/office/drawing/2014/main" id="{615D8FBF-EE57-2295-E2BF-4E4A311DBA8C}"/>
                    </a:ext>
                  </a:extLst>
                </p:cNvPr>
                <p:cNvPicPr/>
                <p:nvPr/>
              </p:nvPicPr>
              <p:blipFill>
                <a:blip r:embed="rId43"/>
                <a:stretch>
                  <a:fillRect/>
                </a:stretch>
              </p:blipFill>
              <p:spPr>
                <a:xfrm>
                  <a:off x="8133944" y="6012282"/>
                  <a:ext cx="13608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6" name="Ink 5">
                  <a:extLst>
                    <a:ext uri="{FF2B5EF4-FFF2-40B4-BE49-F238E27FC236}">
                      <a16:creationId xmlns:a16="http://schemas.microsoft.com/office/drawing/2014/main" id="{37FB7615-6414-8C24-AB83-7BF7E503F4D7}"/>
                    </a:ext>
                  </a:extLst>
                </p14:cNvPr>
                <p14:cNvContentPartPr/>
                <p14:nvPr/>
              </p14:nvContentPartPr>
              <p14:xfrm>
                <a:off x="8757104" y="5535282"/>
                <a:ext cx="2379600" cy="1132560"/>
              </p14:xfrm>
            </p:contentPart>
          </mc:Choice>
          <mc:Fallback xmlns="">
            <p:pic>
              <p:nvPicPr>
                <p:cNvPr id="6" name="Ink 5">
                  <a:extLst>
                    <a:ext uri="{FF2B5EF4-FFF2-40B4-BE49-F238E27FC236}">
                      <a16:creationId xmlns:a16="http://schemas.microsoft.com/office/drawing/2014/main" id="{37FB7615-6414-8C24-AB83-7BF7E503F4D7}"/>
                    </a:ext>
                  </a:extLst>
                </p:cNvPr>
                <p:cNvPicPr/>
                <p:nvPr/>
              </p:nvPicPr>
              <p:blipFill>
                <a:blip r:embed="rId45"/>
                <a:stretch>
                  <a:fillRect/>
                </a:stretch>
              </p:blipFill>
              <p:spPr>
                <a:xfrm>
                  <a:off x="8748104" y="5526642"/>
                  <a:ext cx="2397240" cy="11502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5" name="Ink 24">
                  <a:extLst>
                    <a:ext uri="{FF2B5EF4-FFF2-40B4-BE49-F238E27FC236}">
                      <a16:creationId xmlns:a16="http://schemas.microsoft.com/office/drawing/2014/main" id="{DA7BE185-D755-BBB0-DD04-B3AB2D525564}"/>
                    </a:ext>
                  </a:extLst>
                </p14:cNvPr>
                <p14:cNvContentPartPr/>
                <p14:nvPr/>
              </p14:nvContentPartPr>
              <p14:xfrm>
                <a:off x="9076064" y="6089322"/>
                <a:ext cx="253440" cy="231480"/>
              </p14:xfrm>
            </p:contentPart>
          </mc:Choice>
          <mc:Fallback xmlns="">
            <p:pic>
              <p:nvPicPr>
                <p:cNvPr id="25" name="Ink 24">
                  <a:extLst>
                    <a:ext uri="{FF2B5EF4-FFF2-40B4-BE49-F238E27FC236}">
                      <a16:creationId xmlns:a16="http://schemas.microsoft.com/office/drawing/2014/main" id="{DA7BE185-D755-BBB0-DD04-B3AB2D525564}"/>
                    </a:ext>
                  </a:extLst>
                </p:cNvPr>
                <p:cNvPicPr/>
                <p:nvPr/>
              </p:nvPicPr>
              <p:blipFill>
                <a:blip r:embed="rId47"/>
                <a:stretch>
                  <a:fillRect/>
                </a:stretch>
              </p:blipFill>
              <p:spPr>
                <a:xfrm>
                  <a:off x="9067424" y="6080682"/>
                  <a:ext cx="27108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6" name="Ink 25">
                  <a:extLst>
                    <a:ext uri="{FF2B5EF4-FFF2-40B4-BE49-F238E27FC236}">
                      <a16:creationId xmlns:a16="http://schemas.microsoft.com/office/drawing/2014/main" id="{2C9046F5-2F71-A16E-76E3-B08E30C9C5F7}"/>
                    </a:ext>
                  </a:extLst>
                </p14:cNvPr>
                <p14:cNvContentPartPr/>
                <p14:nvPr/>
              </p14:nvContentPartPr>
              <p14:xfrm>
                <a:off x="9329504" y="6149082"/>
                <a:ext cx="225720" cy="140400"/>
              </p14:xfrm>
            </p:contentPart>
          </mc:Choice>
          <mc:Fallback xmlns="">
            <p:pic>
              <p:nvPicPr>
                <p:cNvPr id="26" name="Ink 25">
                  <a:extLst>
                    <a:ext uri="{FF2B5EF4-FFF2-40B4-BE49-F238E27FC236}">
                      <a16:creationId xmlns:a16="http://schemas.microsoft.com/office/drawing/2014/main" id="{2C9046F5-2F71-A16E-76E3-B08E30C9C5F7}"/>
                    </a:ext>
                  </a:extLst>
                </p:cNvPr>
                <p:cNvPicPr/>
                <p:nvPr/>
              </p:nvPicPr>
              <p:blipFill>
                <a:blip r:embed="rId49"/>
                <a:stretch>
                  <a:fillRect/>
                </a:stretch>
              </p:blipFill>
              <p:spPr>
                <a:xfrm>
                  <a:off x="9320504" y="6140082"/>
                  <a:ext cx="24336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7" name="Ink 26">
                  <a:extLst>
                    <a:ext uri="{FF2B5EF4-FFF2-40B4-BE49-F238E27FC236}">
                      <a16:creationId xmlns:a16="http://schemas.microsoft.com/office/drawing/2014/main" id="{D7FC60D8-D45C-D539-9BDB-E1B2D9852E4E}"/>
                    </a:ext>
                  </a:extLst>
                </p14:cNvPr>
                <p14:cNvContentPartPr/>
                <p14:nvPr/>
              </p14:nvContentPartPr>
              <p14:xfrm>
                <a:off x="9640904" y="6266082"/>
                <a:ext cx="145800" cy="15840"/>
              </p14:xfrm>
            </p:contentPart>
          </mc:Choice>
          <mc:Fallback xmlns="">
            <p:pic>
              <p:nvPicPr>
                <p:cNvPr id="27" name="Ink 26">
                  <a:extLst>
                    <a:ext uri="{FF2B5EF4-FFF2-40B4-BE49-F238E27FC236}">
                      <a16:creationId xmlns:a16="http://schemas.microsoft.com/office/drawing/2014/main" id="{D7FC60D8-D45C-D539-9BDB-E1B2D9852E4E}"/>
                    </a:ext>
                  </a:extLst>
                </p:cNvPr>
                <p:cNvPicPr/>
                <p:nvPr/>
              </p:nvPicPr>
              <p:blipFill>
                <a:blip r:embed="rId51"/>
                <a:stretch>
                  <a:fillRect/>
                </a:stretch>
              </p:blipFill>
              <p:spPr>
                <a:xfrm>
                  <a:off x="9631904" y="6257082"/>
                  <a:ext cx="16344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8" name="Ink 27">
                  <a:extLst>
                    <a:ext uri="{FF2B5EF4-FFF2-40B4-BE49-F238E27FC236}">
                      <a16:creationId xmlns:a16="http://schemas.microsoft.com/office/drawing/2014/main" id="{EEA74E17-C173-8484-B598-C91D3A427231}"/>
                    </a:ext>
                  </a:extLst>
                </p14:cNvPr>
                <p14:cNvContentPartPr/>
                <p14:nvPr/>
              </p14:nvContentPartPr>
              <p14:xfrm>
                <a:off x="9925664" y="6173922"/>
                <a:ext cx="24840" cy="116640"/>
              </p14:xfrm>
            </p:contentPart>
          </mc:Choice>
          <mc:Fallback xmlns="">
            <p:pic>
              <p:nvPicPr>
                <p:cNvPr id="28" name="Ink 27">
                  <a:extLst>
                    <a:ext uri="{FF2B5EF4-FFF2-40B4-BE49-F238E27FC236}">
                      <a16:creationId xmlns:a16="http://schemas.microsoft.com/office/drawing/2014/main" id="{EEA74E17-C173-8484-B598-C91D3A427231}"/>
                    </a:ext>
                  </a:extLst>
                </p:cNvPr>
                <p:cNvPicPr/>
                <p:nvPr/>
              </p:nvPicPr>
              <p:blipFill>
                <a:blip r:embed="rId53"/>
                <a:stretch>
                  <a:fillRect/>
                </a:stretch>
              </p:blipFill>
              <p:spPr>
                <a:xfrm>
                  <a:off x="9916664" y="6164922"/>
                  <a:ext cx="4248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9" name="Ink 28">
                  <a:extLst>
                    <a:ext uri="{FF2B5EF4-FFF2-40B4-BE49-F238E27FC236}">
                      <a16:creationId xmlns:a16="http://schemas.microsoft.com/office/drawing/2014/main" id="{ECD16E44-0550-BAD8-75DA-535A46E64095}"/>
                    </a:ext>
                  </a:extLst>
                </p14:cNvPr>
                <p14:cNvContentPartPr/>
                <p14:nvPr/>
              </p14:nvContentPartPr>
              <p14:xfrm>
                <a:off x="9916304" y="6038562"/>
                <a:ext cx="4680" cy="11160"/>
              </p14:xfrm>
            </p:contentPart>
          </mc:Choice>
          <mc:Fallback xmlns="">
            <p:pic>
              <p:nvPicPr>
                <p:cNvPr id="29" name="Ink 28">
                  <a:extLst>
                    <a:ext uri="{FF2B5EF4-FFF2-40B4-BE49-F238E27FC236}">
                      <a16:creationId xmlns:a16="http://schemas.microsoft.com/office/drawing/2014/main" id="{ECD16E44-0550-BAD8-75DA-535A46E64095}"/>
                    </a:ext>
                  </a:extLst>
                </p:cNvPr>
                <p:cNvPicPr/>
                <p:nvPr/>
              </p:nvPicPr>
              <p:blipFill>
                <a:blip r:embed="rId55"/>
                <a:stretch>
                  <a:fillRect/>
                </a:stretch>
              </p:blipFill>
              <p:spPr>
                <a:xfrm>
                  <a:off x="9907304" y="6029922"/>
                  <a:ext cx="2232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0" name="Ink 29">
                  <a:extLst>
                    <a:ext uri="{FF2B5EF4-FFF2-40B4-BE49-F238E27FC236}">
                      <a16:creationId xmlns:a16="http://schemas.microsoft.com/office/drawing/2014/main" id="{046A70A1-B91B-0CDB-2F91-C7DA8700C045}"/>
                    </a:ext>
                  </a:extLst>
                </p14:cNvPr>
                <p14:cNvContentPartPr/>
                <p14:nvPr/>
              </p14:nvContentPartPr>
              <p14:xfrm>
                <a:off x="10031504" y="6067722"/>
                <a:ext cx="20880" cy="222840"/>
              </p14:xfrm>
            </p:contentPart>
          </mc:Choice>
          <mc:Fallback xmlns="">
            <p:pic>
              <p:nvPicPr>
                <p:cNvPr id="30" name="Ink 29">
                  <a:extLst>
                    <a:ext uri="{FF2B5EF4-FFF2-40B4-BE49-F238E27FC236}">
                      <a16:creationId xmlns:a16="http://schemas.microsoft.com/office/drawing/2014/main" id="{046A70A1-B91B-0CDB-2F91-C7DA8700C045}"/>
                    </a:ext>
                  </a:extLst>
                </p:cNvPr>
                <p:cNvPicPr/>
                <p:nvPr/>
              </p:nvPicPr>
              <p:blipFill>
                <a:blip r:embed="rId57"/>
                <a:stretch>
                  <a:fillRect/>
                </a:stretch>
              </p:blipFill>
              <p:spPr>
                <a:xfrm>
                  <a:off x="10022864" y="6059082"/>
                  <a:ext cx="38520" cy="2404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1" name="Ink 30">
                  <a:extLst>
                    <a:ext uri="{FF2B5EF4-FFF2-40B4-BE49-F238E27FC236}">
                      <a16:creationId xmlns:a16="http://schemas.microsoft.com/office/drawing/2014/main" id="{521B1CD6-83C3-167A-7582-F23026224E6C}"/>
                    </a:ext>
                  </a:extLst>
                </p14:cNvPr>
                <p14:cNvContentPartPr/>
                <p14:nvPr/>
              </p14:nvContentPartPr>
              <p14:xfrm>
                <a:off x="9973184" y="6169602"/>
                <a:ext cx="396360" cy="116640"/>
              </p14:xfrm>
            </p:contentPart>
          </mc:Choice>
          <mc:Fallback xmlns="">
            <p:pic>
              <p:nvPicPr>
                <p:cNvPr id="31" name="Ink 30">
                  <a:extLst>
                    <a:ext uri="{FF2B5EF4-FFF2-40B4-BE49-F238E27FC236}">
                      <a16:creationId xmlns:a16="http://schemas.microsoft.com/office/drawing/2014/main" id="{521B1CD6-83C3-167A-7582-F23026224E6C}"/>
                    </a:ext>
                  </a:extLst>
                </p:cNvPr>
                <p:cNvPicPr/>
                <p:nvPr/>
              </p:nvPicPr>
              <p:blipFill>
                <a:blip r:embed="rId59"/>
                <a:stretch>
                  <a:fillRect/>
                </a:stretch>
              </p:blipFill>
              <p:spPr>
                <a:xfrm>
                  <a:off x="9964184" y="6160602"/>
                  <a:ext cx="41400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0" name="Ink 39">
                  <a:extLst>
                    <a:ext uri="{FF2B5EF4-FFF2-40B4-BE49-F238E27FC236}">
                      <a16:creationId xmlns:a16="http://schemas.microsoft.com/office/drawing/2014/main" id="{02A77A3C-4556-8A78-0EC7-B2F6A1F5955A}"/>
                    </a:ext>
                  </a:extLst>
                </p14:cNvPr>
                <p14:cNvContentPartPr/>
                <p14:nvPr/>
              </p14:nvContentPartPr>
              <p14:xfrm>
                <a:off x="1563584" y="4919322"/>
                <a:ext cx="73440" cy="622440"/>
              </p14:xfrm>
            </p:contentPart>
          </mc:Choice>
          <mc:Fallback xmlns="">
            <p:pic>
              <p:nvPicPr>
                <p:cNvPr id="40" name="Ink 39">
                  <a:extLst>
                    <a:ext uri="{FF2B5EF4-FFF2-40B4-BE49-F238E27FC236}">
                      <a16:creationId xmlns:a16="http://schemas.microsoft.com/office/drawing/2014/main" id="{02A77A3C-4556-8A78-0EC7-B2F6A1F5955A}"/>
                    </a:ext>
                  </a:extLst>
                </p:cNvPr>
                <p:cNvPicPr/>
                <p:nvPr/>
              </p:nvPicPr>
              <p:blipFill>
                <a:blip r:embed="rId61"/>
                <a:stretch>
                  <a:fillRect/>
                </a:stretch>
              </p:blipFill>
              <p:spPr>
                <a:xfrm>
                  <a:off x="1554584" y="4910322"/>
                  <a:ext cx="91080" cy="6400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1" name="Ink 40">
                  <a:extLst>
                    <a:ext uri="{FF2B5EF4-FFF2-40B4-BE49-F238E27FC236}">
                      <a16:creationId xmlns:a16="http://schemas.microsoft.com/office/drawing/2014/main" id="{DDE6F511-9C47-70A5-360F-9CD218E873D1}"/>
                    </a:ext>
                  </a:extLst>
                </p14:cNvPr>
                <p14:cNvContentPartPr/>
                <p14:nvPr/>
              </p14:nvContentPartPr>
              <p14:xfrm>
                <a:off x="1470344" y="4889082"/>
                <a:ext cx="190800" cy="126000"/>
              </p14:xfrm>
            </p:contentPart>
          </mc:Choice>
          <mc:Fallback xmlns="">
            <p:pic>
              <p:nvPicPr>
                <p:cNvPr id="41" name="Ink 40">
                  <a:extLst>
                    <a:ext uri="{FF2B5EF4-FFF2-40B4-BE49-F238E27FC236}">
                      <a16:creationId xmlns:a16="http://schemas.microsoft.com/office/drawing/2014/main" id="{DDE6F511-9C47-70A5-360F-9CD218E873D1}"/>
                    </a:ext>
                  </a:extLst>
                </p:cNvPr>
                <p:cNvPicPr/>
                <p:nvPr/>
              </p:nvPicPr>
              <p:blipFill>
                <a:blip r:embed="rId63"/>
                <a:stretch>
                  <a:fillRect/>
                </a:stretch>
              </p:blipFill>
              <p:spPr>
                <a:xfrm>
                  <a:off x="1461344" y="4880442"/>
                  <a:ext cx="20844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2" name="Ink 41">
                  <a:extLst>
                    <a:ext uri="{FF2B5EF4-FFF2-40B4-BE49-F238E27FC236}">
                      <a16:creationId xmlns:a16="http://schemas.microsoft.com/office/drawing/2014/main" id="{283D9BE6-E576-9D36-2059-13E8CA4599EB}"/>
                    </a:ext>
                  </a:extLst>
                </p14:cNvPr>
                <p14:cNvContentPartPr/>
                <p14:nvPr/>
              </p14:nvContentPartPr>
              <p14:xfrm>
                <a:off x="900104" y="4054962"/>
                <a:ext cx="2204640" cy="723240"/>
              </p14:xfrm>
            </p:contentPart>
          </mc:Choice>
          <mc:Fallback xmlns="">
            <p:pic>
              <p:nvPicPr>
                <p:cNvPr id="42" name="Ink 41">
                  <a:extLst>
                    <a:ext uri="{FF2B5EF4-FFF2-40B4-BE49-F238E27FC236}">
                      <a16:creationId xmlns:a16="http://schemas.microsoft.com/office/drawing/2014/main" id="{283D9BE6-E576-9D36-2059-13E8CA4599EB}"/>
                    </a:ext>
                  </a:extLst>
                </p:cNvPr>
                <p:cNvPicPr/>
                <p:nvPr/>
              </p:nvPicPr>
              <p:blipFill>
                <a:blip r:embed="rId65"/>
                <a:stretch>
                  <a:fillRect/>
                </a:stretch>
              </p:blipFill>
              <p:spPr>
                <a:xfrm>
                  <a:off x="891104" y="4046322"/>
                  <a:ext cx="2222280" cy="7408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3" name="Ink 42">
                  <a:extLst>
                    <a:ext uri="{FF2B5EF4-FFF2-40B4-BE49-F238E27FC236}">
                      <a16:creationId xmlns:a16="http://schemas.microsoft.com/office/drawing/2014/main" id="{16C6B24C-E00E-56C1-B075-4DE62091093B}"/>
                    </a:ext>
                  </a:extLst>
                </p14:cNvPr>
                <p14:cNvContentPartPr/>
                <p14:nvPr/>
              </p14:nvContentPartPr>
              <p14:xfrm>
                <a:off x="1192064" y="4048482"/>
                <a:ext cx="2211840" cy="693720"/>
              </p14:xfrm>
            </p:contentPart>
          </mc:Choice>
          <mc:Fallback xmlns="">
            <p:pic>
              <p:nvPicPr>
                <p:cNvPr id="43" name="Ink 42">
                  <a:extLst>
                    <a:ext uri="{FF2B5EF4-FFF2-40B4-BE49-F238E27FC236}">
                      <a16:creationId xmlns:a16="http://schemas.microsoft.com/office/drawing/2014/main" id="{16C6B24C-E00E-56C1-B075-4DE62091093B}"/>
                    </a:ext>
                  </a:extLst>
                </p:cNvPr>
                <p:cNvPicPr/>
                <p:nvPr/>
              </p:nvPicPr>
              <p:blipFill>
                <a:blip r:embed="rId67"/>
                <a:stretch>
                  <a:fillRect/>
                </a:stretch>
              </p:blipFill>
              <p:spPr>
                <a:xfrm>
                  <a:off x="1183424" y="4039482"/>
                  <a:ext cx="2229480" cy="7113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4" name="Ink 43">
                  <a:extLst>
                    <a:ext uri="{FF2B5EF4-FFF2-40B4-BE49-F238E27FC236}">
                      <a16:creationId xmlns:a16="http://schemas.microsoft.com/office/drawing/2014/main" id="{F0ACF831-E38B-5EFB-03D7-6AE0F943A830}"/>
                    </a:ext>
                  </a:extLst>
                </p14:cNvPr>
                <p14:cNvContentPartPr/>
                <p14:nvPr/>
              </p14:nvContentPartPr>
              <p14:xfrm>
                <a:off x="1393304" y="4259802"/>
                <a:ext cx="43920" cy="183600"/>
              </p14:xfrm>
            </p:contentPart>
          </mc:Choice>
          <mc:Fallback xmlns="">
            <p:pic>
              <p:nvPicPr>
                <p:cNvPr id="44" name="Ink 43">
                  <a:extLst>
                    <a:ext uri="{FF2B5EF4-FFF2-40B4-BE49-F238E27FC236}">
                      <a16:creationId xmlns:a16="http://schemas.microsoft.com/office/drawing/2014/main" id="{F0ACF831-E38B-5EFB-03D7-6AE0F943A830}"/>
                    </a:ext>
                  </a:extLst>
                </p:cNvPr>
                <p:cNvPicPr/>
                <p:nvPr/>
              </p:nvPicPr>
              <p:blipFill>
                <a:blip r:embed="rId69"/>
                <a:stretch>
                  <a:fillRect/>
                </a:stretch>
              </p:blipFill>
              <p:spPr>
                <a:xfrm>
                  <a:off x="1384304" y="4251162"/>
                  <a:ext cx="6156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5" name="Ink 44">
                  <a:extLst>
                    <a:ext uri="{FF2B5EF4-FFF2-40B4-BE49-F238E27FC236}">
                      <a16:creationId xmlns:a16="http://schemas.microsoft.com/office/drawing/2014/main" id="{6C65858A-F897-CC88-6526-E7F367FD2DBC}"/>
                    </a:ext>
                  </a:extLst>
                </p14:cNvPr>
                <p14:cNvContentPartPr/>
                <p14:nvPr/>
              </p14:nvContentPartPr>
              <p14:xfrm>
                <a:off x="1330304" y="4418922"/>
                <a:ext cx="252000" cy="54000"/>
              </p14:xfrm>
            </p:contentPart>
          </mc:Choice>
          <mc:Fallback xmlns="">
            <p:pic>
              <p:nvPicPr>
                <p:cNvPr id="45" name="Ink 44">
                  <a:extLst>
                    <a:ext uri="{FF2B5EF4-FFF2-40B4-BE49-F238E27FC236}">
                      <a16:creationId xmlns:a16="http://schemas.microsoft.com/office/drawing/2014/main" id="{6C65858A-F897-CC88-6526-E7F367FD2DBC}"/>
                    </a:ext>
                  </a:extLst>
                </p:cNvPr>
                <p:cNvPicPr/>
                <p:nvPr/>
              </p:nvPicPr>
              <p:blipFill>
                <a:blip r:embed="rId71"/>
                <a:stretch>
                  <a:fillRect/>
                </a:stretch>
              </p:blipFill>
              <p:spPr>
                <a:xfrm>
                  <a:off x="1321304" y="4409922"/>
                  <a:ext cx="269640" cy="716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6" name="Ink 45">
                  <a:extLst>
                    <a:ext uri="{FF2B5EF4-FFF2-40B4-BE49-F238E27FC236}">
                      <a16:creationId xmlns:a16="http://schemas.microsoft.com/office/drawing/2014/main" id="{B2EB8718-CEA1-D8E8-F6E8-4FB7A3955ECD}"/>
                    </a:ext>
                  </a:extLst>
                </p14:cNvPr>
                <p14:cNvContentPartPr/>
                <p14:nvPr/>
              </p14:nvContentPartPr>
              <p14:xfrm>
                <a:off x="1218704" y="4213002"/>
                <a:ext cx="237600" cy="47880"/>
              </p14:xfrm>
            </p:contentPart>
          </mc:Choice>
          <mc:Fallback xmlns="">
            <p:pic>
              <p:nvPicPr>
                <p:cNvPr id="46" name="Ink 45">
                  <a:extLst>
                    <a:ext uri="{FF2B5EF4-FFF2-40B4-BE49-F238E27FC236}">
                      <a16:creationId xmlns:a16="http://schemas.microsoft.com/office/drawing/2014/main" id="{B2EB8718-CEA1-D8E8-F6E8-4FB7A3955ECD}"/>
                    </a:ext>
                  </a:extLst>
                </p:cNvPr>
                <p:cNvPicPr/>
                <p:nvPr/>
              </p:nvPicPr>
              <p:blipFill>
                <a:blip r:embed="rId73"/>
                <a:stretch>
                  <a:fillRect/>
                </a:stretch>
              </p:blipFill>
              <p:spPr>
                <a:xfrm>
                  <a:off x="1210064" y="4204362"/>
                  <a:ext cx="25524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7" name="Ink 46">
                  <a:extLst>
                    <a:ext uri="{FF2B5EF4-FFF2-40B4-BE49-F238E27FC236}">
                      <a16:creationId xmlns:a16="http://schemas.microsoft.com/office/drawing/2014/main" id="{D3CA45A6-B7E2-1392-5A12-F83427FC7050}"/>
                    </a:ext>
                  </a:extLst>
                </p14:cNvPr>
                <p14:cNvContentPartPr/>
                <p14:nvPr/>
              </p14:nvContentPartPr>
              <p14:xfrm>
                <a:off x="1719824" y="4386162"/>
                <a:ext cx="84600" cy="26640"/>
              </p14:xfrm>
            </p:contentPart>
          </mc:Choice>
          <mc:Fallback xmlns="">
            <p:pic>
              <p:nvPicPr>
                <p:cNvPr id="47" name="Ink 46">
                  <a:extLst>
                    <a:ext uri="{FF2B5EF4-FFF2-40B4-BE49-F238E27FC236}">
                      <a16:creationId xmlns:a16="http://schemas.microsoft.com/office/drawing/2014/main" id="{D3CA45A6-B7E2-1392-5A12-F83427FC7050}"/>
                    </a:ext>
                  </a:extLst>
                </p:cNvPr>
                <p:cNvPicPr/>
                <p:nvPr/>
              </p:nvPicPr>
              <p:blipFill>
                <a:blip r:embed="rId75"/>
                <a:stretch>
                  <a:fillRect/>
                </a:stretch>
              </p:blipFill>
              <p:spPr>
                <a:xfrm>
                  <a:off x="1710824" y="4377522"/>
                  <a:ext cx="10224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8" name="Ink 47">
                  <a:extLst>
                    <a:ext uri="{FF2B5EF4-FFF2-40B4-BE49-F238E27FC236}">
                      <a16:creationId xmlns:a16="http://schemas.microsoft.com/office/drawing/2014/main" id="{040B9840-706F-63ED-E2AA-3FDF4B621B3A}"/>
                    </a:ext>
                  </a:extLst>
                </p14:cNvPr>
                <p14:cNvContentPartPr/>
                <p14:nvPr/>
              </p14:nvContentPartPr>
              <p14:xfrm>
                <a:off x="1963904" y="4232082"/>
                <a:ext cx="241200" cy="252720"/>
              </p14:xfrm>
            </p:contentPart>
          </mc:Choice>
          <mc:Fallback xmlns="">
            <p:pic>
              <p:nvPicPr>
                <p:cNvPr id="48" name="Ink 47">
                  <a:extLst>
                    <a:ext uri="{FF2B5EF4-FFF2-40B4-BE49-F238E27FC236}">
                      <a16:creationId xmlns:a16="http://schemas.microsoft.com/office/drawing/2014/main" id="{040B9840-706F-63ED-E2AA-3FDF4B621B3A}"/>
                    </a:ext>
                  </a:extLst>
                </p:cNvPr>
                <p:cNvPicPr/>
                <p:nvPr/>
              </p:nvPicPr>
              <p:blipFill>
                <a:blip r:embed="rId77"/>
                <a:stretch>
                  <a:fillRect/>
                </a:stretch>
              </p:blipFill>
              <p:spPr>
                <a:xfrm>
                  <a:off x="1954904" y="4223082"/>
                  <a:ext cx="258840" cy="2703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9" name="Ink 48">
                  <a:extLst>
                    <a:ext uri="{FF2B5EF4-FFF2-40B4-BE49-F238E27FC236}">
                      <a16:creationId xmlns:a16="http://schemas.microsoft.com/office/drawing/2014/main" id="{D5C86B70-D994-0306-9DA1-D4C0E80A4192}"/>
                    </a:ext>
                  </a:extLst>
                </p14:cNvPr>
                <p14:cNvContentPartPr/>
                <p14:nvPr/>
              </p14:nvContentPartPr>
              <p14:xfrm>
                <a:off x="2272784" y="4270962"/>
                <a:ext cx="135360" cy="215640"/>
              </p14:xfrm>
            </p:contentPart>
          </mc:Choice>
          <mc:Fallback xmlns="">
            <p:pic>
              <p:nvPicPr>
                <p:cNvPr id="49" name="Ink 48">
                  <a:extLst>
                    <a:ext uri="{FF2B5EF4-FFF2-40B4-BE49-F238E27FC236}">
                      <a16:creationId xmlns:a16="http://schemas.microsoft.com/office/drawing/2014/main" id="{D5C86B70-D994-0306-9DA1-D4C0E80A4192}"/>
                    </a:ext>
                  </a:extLst>
                </p:cNvPr>
                <p:cNvPicPr/>
                <p:nvPr/>
              </p:nvPicPr>
              <p:blipFill>
                <a:blip r:embed="rId79"/>
                <a:stretch>
                  <a:fillRect/>
                </a:stretch>
              </p:blipFill>
              <p:spPr>
                <a:xfrm>
                  <a:off x="2263784" y="4262322"/>
                  <a:ext cx="15300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0" name="Ink 49">
                  <a:extLst>
                    <a:ext uri="{FF2B5EF4-FFF2-40B4-BE49-F238E27FC236}">
                      <a16:creationId xmlns:a16="http://schemas.microsoft.com/office/drawing/2014/main" id="{3EAAFA11-719C-A5F7-7A9C-AE7BE4164F2A}"/>
                    </a:ext>
                  </a:extLst>
                </p14:cNvPr>
                <p14:cNvContentPartPr/>
                <p14:nvPr/>
              </p14:nvContentPartPr>
              <p14:xfrm>
                <a:off x="2541344" y="4274922"/>
                <a:ext cx="115200" cy="220680"/>
              </p14:xfrm>
            </p:contentPart>
          </mc:Choice>
          <mc:Fallback xmlns="">
            <p:pic>
              <p:nvPicPr>
                <p:cNvPr id="50" name="Ink 49">
                  <a:extLst>
                    <a:ext uri="{FF2B5EF4-FFF2-40B4-BE49-F238E27FC236}">
                      <a16:creationId xmlns:a16="http://schemas.microsoft.com/office/drawing/2014/main" id="{3EAAFA11-719C-A5F7-7A9C-AE7BE4164F2A}"/>
                    </a:ext>
                  </a:extLst>
                </p:cNvPr>
                <p:cNvPicPr/>
                <p:nvPr/>
              </p:nvPicPr>
              <p:blipFill>
                <a:blip r:embed="rId81"/>
                <a:stretch>
                  <a:fillRect/>
                </a:stretch>
              </p:blipFill>
              <p:spPr>
                <a:xfrm>
                  <a:off x="2532704" y="4266282"/>
                  <a:ext cx="132840" cy="2383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1" name="Ink 50">
                  <a:extLst>
                    <a:ext uri="{FF2B5EF4-FFF2-40B4-BE49-F238E27FC236}">
                      <a16:creationId xmlns:a16="http://schemas.microsoft.com/office/drawing/2014/main" id="{06D090F0-C820-CF35-A47A-DA6C53825CB5}"/>
                    </a:ext>
                  </a:extLst>
                </p14:cNvPr>
                <p14:cNvContentPartPr/>
                <p14:nvPr/>
              </p14:nvContentPartPr>
              <p14:xfrm>
                <a:off x="2554304" y="4385082"/>
                <a:ext cx="120960" cy="41400"/>
              </p14:xfrm>
            </p:contentPart>
          </mc:Choice>
          <mc:Fallback xmlns="">
            <p:pic>
              <p:nvPicPr>
                <p:cNvPr id="51" name="Ink 50">
                  <a:extLst>
                    <a:ext uri="{FF2B5EF4-FFF2-40B4-BE49-F238E27FC236}">
                      <a16:creationId xmlns:a16="http://schemas.microsoft.com/office/drawing/2014/main" id="{06D090F0-C820-CF35-A47A-DA6C53825CB5}"/>
                    </a:ext>
                  </a:extLst>
                </p:cNvPr>
                <p:cNvPicPr/>
                <p:nvPr/>
              </p:nvPicPr>
              <p:blipFill>
                <a:blip r:embed="rId83"/>
                <a:stretch>
                  <a:fillRect/>
                </a:stretch>
              </p:blipFill>
              <p:spPr>
                <a:xfrm>
                  <a:off x="2545664" y="4376082"/>
                  <a:ext cx="13860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2" name="Ink 51">
                  <a:extLst>
                    <a:ext uri="{FF2B5EF4-FFF2-40B4-BE49-F238E27FC236}">
                      <a16:creationId xmlns:a16="http://schemas.microsoft.com/office/drawing/2014/main" id="{BF7253AA-5096-EBB6-EBD0-0014CD93FEE0}"/>
                    </a:ext>
                  </a:extLst>
                </p14:cNvPr>
                <p14:cNvContentPartPr/>
                <p14:nvPr/>
              </p14:nvContentPartPr>
              <p14:xfrm>
                <a:off x="4524584" y="4979442"/>
                <a:ext cx="27720" cy="644040"/>
              </p14:xfrm>
            </p:contentPart>
          </mc:Choice>
          <mc:Fallback xmlns="">
            <p:pic>
              <p:nvPicPr>
                <p:cNvPr id="52" name="Ink 51">
                  <a:extLst>
                    <a:ext uri="{FF2B5EF4-FFF2-40B4-BE49-F238E27FC236}">
                      <a16:creationId xmlns:a16="http://schemas.microsoft.com/office/drawing/2014/main" id="{BF7253AA-5096-EBB6-EBD0-0014CD93FEE0}"/>
                    </a:ext>
                  </a:extLst>
                </p:cNvPr>
                <p:cNvPicPr/>
                <p:nvPr/>
              </p:nvPicPr>
              <p:blipFill>
                <a:blip r:embed="rId85"/>
                <a:stretch>
                  <a:fillRect/>
                </a:stretch>
              </p:blipFill>
              <p:spPr>
                <a:xfrm>
                  <a:off x="4515944" y="4970802"/>
                  <a:ext cx="45360" cy="6616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3" name="Ink 52">
                  <a:extLst>
                    <a:ext uri="{FF2B5EF4-FFF2-40B4-BE49-F238E27FC236}">
                      <a16:creationId xmlns:a16="http://schemas.microsoft.com/office/drawing/2014/main" id="{E91E5D74-3495-20B4-78F0-72D03A6E36FE}"/>
                    </a:ext>
                  </a:extLst>
                </p14:cNvPr>
                <p14:cNvContentPartPr/>
                <p14:nvPr/>
              </p14:nvContentPartPr>
              <p14:xfrm>
                <a:off x="4481024" y="4949202"/>
                <a:ext cx="168480" cy="113040"/>
              </p14:xfrm>
            </p:contentPart>
          </mc:Choice>
          <mc:Fallback xmlns="">
            <p:pic>
              <p:nvPicPr>
                <p:cNvPr id="53" name="Ink 52">
                  <a:extLst>
                    <a:ext uri="{FF2B5EF4-FFF2-40B4-BE49-F238E27FC236}">
                      <a16:creationId xmlns:a16="http://schemas.microsoft.com/office/drawing/2014/main" id="{E91E5D74-3495-20B4-78F0-72D03A6E36FE}"/>
                    </a:ext>
                  </a:extLst>
                </p:cNvPr>
                <p:cNvPicPr/>
                <p:nvPr/>
              </p:nvPicPr>
              <p:blipFill>
                <a:blip r:embed="rId87"/>
                <a:stretch>
                  <a:fillRect/>
                </a:stretch>
              </p:blipFill>
              <p:spPr>
                <a:xfrm>
                  <a:off x="4472024" y="4940562"/>
                  <a:ext cx="18612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4" name="Ink 53">
                  <a:extLst>
                    <a:ext uri="{FF2B5EF4-FFF2-40B4-BE49-F238E27FC236}">
                      <a16:creationId xmlns:a16="http://schemas.microsoft.com/office/drawing/2014/main" id="{86A12B42-BB2B-D65E-F854-87B1EBEB68BE}"/>
                    </a:ext>
                  </a:extLst>
                </p14:cNvPr>
                <p14:cNvContentPartPr/>
                <p14:nvPr/>
              </p14:nvContentPartPr>
              <p14:xfrm>
                <a:off x="4037144" y="4212642"/>
                <a:ext cx="1602360" cy="618120"/>
              </p14:xfrm>
            </p:contentPart>
          </mc:Choice>
          <mc:Fallback xmlns="">
            <p:pic>
              <p:nvPicPr>
                <p:cNvPr id="54" name="Ink 53">
                  <a:extLst>
                    <a:ext uri="{FF2B5EF4-FFF2-40B4-BE49-F238E27FC236}">
                      <a16:creationId xmlns:a16="http://schemas.microsoft.com/office/drawing/2014/main" id="{86A12B42-BB2B-D65E-F854-87B1EBEB68BE}"/>
                    </a:ext>
                  </a:extLst>
                </p:cNvPr>
                <p:cNvPicPr/>
                <p:nvPr/>
              </p:nvPicPr>
              <p:blipFill>
                <a:blip r:embed="rId89"/>
                <a:stretch>
                  <a:fillRect/>
                </a:stretch>
              </p:blipFill>
              <p:spPr>
                <a:xfrm>
                  <a:off x="4028504" y="4204002"/>
                  <a:ext cx="1620000" cy="6357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5" name="Ink 54">
                  <a:extLst>
                    <a:ext uri="{FF2B5EF4-FFF2-40B4-BE49-F238E27FC236}">
                      <a16:creationId xmlns:a16="http://schemas.microsoft.com/office/drawing/2014/main" id="{4CD33ABC-F7CD-5804-87BA-F5F3548B842C}"/>
                    </a:ext>
                  </a:extLst>
                </p14:cNvPr>
                <p14:cNvContentPartPr/>
                <p14:nvPr/>
              </p14:nvContentPartPr>
              <p14:xfrm>
                <a:off x="4064144" y="4132722"/>
                <a:ext cx="1920240" cy="751680"/>
              </p14:xfrm>
            </p:contentPart>
          </mc:Choice>
          <mc:Fallback xmlns="">
            <p:pic>
              <p:nvPicPr>
                <p:cNvPr id="55" name="Ink 54">
                  <a:extLst>
                    <a:ext uri="{FF2B5EF4-FFF2-40B4-BE49-F238E27FC236}">
                      <a16:creationId xmlns:a16="http://schemas.microsoft.com/office/drawing/2014/main" id="{4CD33ABC-F7CD-5804-87BA-F5F3548B842C}"/>
                    </a:ext>
                  </a:extLst>
                </p:cNvPr>
                <p:cNvPicPr/>
                <p:nvPr/>
              </p:nvPicPr>
              <p:blipFill>
                <a:blip r:embed="rId91"/>
                <a:stretch>
                  <a:fillRect/>
                </a:stretch>
              </p:blipFill>
              <p:spPr>
                <a:xfrm>
                  <a:off x="4055144" y="4123722"/>
                  <a:ext cx="1937880" cy="7693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6" name="Ink 55">
                  <a:extLst>
                    <a:ext uri="{FF2B5EF4-FFF2-40B4-BE49-F238E27FC236}">
                      <a16:creationId xmlns:a16="http://schemas.microsoft.com/office/drawing/2014/main" id="{CBDC10F5-CDAD-1B08-DD47-181E419CC188}"/>
                    </a:ext>
                  </a:extLst>
                </p14:cNvPr>
                <p14:cNvContentPartPr/>
                <p14:nvPr/>
              </p14:nvContentPartPr>
              <p14:xfrm>
                <a:off x="4280144" y="4361322"/>
                <a:ext cx="64440" cy="257400"/>
              </p14:xfrm>
            </p:contentPart>
          </mc:Choice>
          <mc:Fallback xmlns="">
            <p:pic>
              <p:nvPicPr>
                <p:cNvPr id="56" name="Ink 55">
                  <a:extLst>
                    <a:ext uri="{FF2B5EF4-FFF2-40B4-BE49-F238E27FC236}">
                      <a16:creationId xmlns:a16="http://schemas.microsoft.com/office/drawing/2014/main" id="{CBDC10F5-CDAD-1B08-DD47-181E419CC188}"/>
                    </a:ext>
                  </a:extLst>
                </p:cNvPr>
                <p:cNvPicPr/>
                <p:nvPr/>
              </p:nvPicPr>
              <p:blipFill>
                <a:blip r:embed="rId93"/>
                <a:stretch>
                  <a:fillRect/>
                </a:stretch>
              </p:blipFill>
              <p:spPr>
                <a:xfrm>
                  <a:off x="4271504" y="4352682"/>
                  <a:ext cx="82080" cy="2750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7" name="Ink 56">
                  <a:extLst>
                    <a:ext uri="{FF2B5EF4-FFF2-40B4-BE49-F238E27FC236}">
                      <a16:creationId xmlns:a16="http://schemas.microsoft.com/office/drawing/2014/main" id="{E4E7F2B0-C517-EDFB-3BC3-0124296DF629}"/>
                    </a:ext>
                  </a:extLst>
                </p14:cNvPr>
                <p14:cNvContentPartPr/>
                <p14:nvPr/>
              </p14:nvContentPartPr>
              <p14:xfrm>
                <a:off x="4214264" y="4597842"/>
                <a:ext cx="244800" cy="14040"/>
              </p14:xfrm>
            </p:contentPart>
          </mc:Choice>
          <mc:Fallback xmlns="">
            <p:pic>
              <p:nvPicPr>
                <p:cNvPr id="57" name="Ink 56">
                  <a:extLst>
                    <a:ext uri="{FF2B5EF4-FFF2-40B4-BE49-F238E27FC236}">
                      <a16:creationId xmlns:a16="http://schemas.microsoft.com/office/drawing/2014/main" id="{E4E7F2B0-C517-EDFB-3BC3-0124296DF629}"/>
                    </a:ext>
                  </a:extLst>
                </p:cNvPr>
                <p:cNvPicPr/>
                <p:nvPr/>
              </p:nvPicPr>
              <p:blipFill>
                <a:blip r:embed="rId95"/>
                <a:stretch>
                  <a:fillRect/>
                </a:stretch>
              </p:blipFill>
              <p:spPr>
                <a:xfrm>
                  <a:off x="4205264" y="4588842"/>
                  <a:ext cx="26244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8" name="Ink 57">
                  <a:extLst>
                    <a:ext uri="{FF2B5EF4-FFF2-40B4-BE49-F238E27FC236}">
                      <a16:creationId xmlns:a16="http://schemas.microsoft.com/office/drawing/2014/main" id="{8FF2B504-B35C-96CA-F4CE-7F7FB09C353C}"/>
                    </a:ext>
                  </a:extLst>
                </p14:cNvPr>
                <p14:cNvContentPartPr/>
                <p14:nvPr/>
              </p14:nvContentPartPr>
              <p14:xfrm>
                <a:off x="4183664" y="4348002"/>
                <a:ext cx="184680" cy="65160"/>
              </p14:xfrm>
            </p:contentPart>
          </mc:Choice>
          <mc:Fallback xmlns="">
            <p:pic>
              <p:nvPicPr>
                <p:cNvPr id="58" name="Ink 57">
                  <a:extLst>
                    <a:ext uri="{FF2B5EF4-FFF2-40B4-BE49-F238E27FC236}">
                      <a16:creationId xmlns:a16="http://schemas.microsoft.com/office/drawing/2014/main" id="{8FF2B504-B35C-96CA-F4CE-7F7FB09C353C}"/>
                    </a:ext>
                  </a:extLst>
                </p:cNvPr>
                <p:cNvPicPr/>
                <p:nvPr/>
              </p:nvPicPr>
              <p:blipFill>
                <a:blip r:embed="rId97"/>
                <a:stretch>
                  <a:fillRect/>
                </a:stretch>
              </p:blipFill>
              <p:spPr>
                <a:xfrm>
                  <a:off x="4174664" y="4339002"/>
                  <a:ext cx="20232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9" name="Ink 58">
                  <a:extLst>
                    <a:ext uri="{FF2B5EF4-FFF2-40B4-BE49-F238E27FC236}">
                      <a16:creationId xmlns:a16="http://schemas.microsoft.com/office/drawing/2014/main" id="{9C881BAB-08E0-F486-1946-880188837378}"/>
                    </a:ext>
                  </a:extLst>
                </p14:cNvPr>
                <p14:cNvContentPartPr/>
                <p14:nvPr/>
              </p14:nvContentPartPr>
              <p14:xfrm>
                <a:off x="4499024" y="4610802"/>
                <a:ext cx="91440" cy="27720"/>
              </p14:xfrm>
            </p:contentPart>
          </mc:Choice>
          <mc:Fallback xmlns="">
            <p:pic>
              <p:nvPicPr>
                <p:cNvPr id="59" name="Ink 58">
                  <a:extLst>
                    <a:ext uri="{FF2B5EF4-FFF2-40B4-BE49-F238E27FC236}">
                      <a16:creationId xmlns:a16="http://schemas.microsoft.com/office/drawing/2014/main" id="{9C881BAB-08E0-F486-1946-880188837378}"/>
                    </a:ext>
                  </a:extLst>
                </p:cNvPr>
                <p:cNvPicPr/>
                <p:nvPr/>
              </p:nvPicPr>
              <p:blipFill>
                <a:blip r:embed="rId99"/>
                <a:stretch>
                  <a:fillRect/>
                </a:stretch>
              </p:blipFill>
              <p:spPr>
                <a:xfrm>
                  <a:off x="4490024" y="4601802"/>
                  <a:ext cx="10908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1" name="Ink 60">
                  <a:extLst>
                    <a:ext uri="{FF2B5EF4-FFF2-40B4-BE49-F238E27FC236}">
                      <a16:creationId xmlns:a16="http://schemas.microsoft.com/office/drawing/2014/main" id="{82E47B27-ABB5-6DF2-D984-0947CBC2651B}"/>
                    </a:ext>
                  </a:extLst>
                </p14:cNvPr>
                <p14:cNvContentPartPr/>
                <p14:nvPr/>
              </p14:nvContentPartPr>
              <p14:xfrm>
                <a:off x="4694144" y="4439802"/>
                <a:ext cx="37440" cy="207360"/>
              </p14:xfrm>
            </p:contentPart>
          </mc:Choice>
          <mc:Fallback xmlns="">
            <p:pic>
              <p:nvPicPr>
                <p:cNvPr id="61" name="Ink 60">
                  <a:extLst>
                    <a:ext uri="{FF2B5EF4-FFF2-40B4-BE49-F238E27FC236}">
                      <a16:creationId xmlns:a16="http://schemas.microsoft.com/office/drawing/2014/main" id="{82E47B27-ABB5-6DF2-D984-0947CBC2651B}"/>
                    </a:ext>
                  </a:extLst>
                </p:cNvPr>
                <p:cNvPicPr/>
                <p:nvPr/>
              </p:nvPicPr>
              <p:blipFill>
                <a:blip r:embed="rId101"/>
                <a:stretch>
                  <a:fillRect/>
                </a:stretch>
              </p:blipFill>
              <p:spPr>
                <a:xfrm>
                  <a:off x="4685504" y="4431162"/>
                  <a:ext cx="5508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2" name="Ink 61">
                  <a:extLst>
                    <a:ext uri="{FF2B5EF4-FFF2-40B4-BE49-F238E27FC236}">
                      <a16:creationId xmlns:a16="http://schemas.microsoft.com/office/drawing/2014/main" id="{02BD832B-58F0-A373-CC1D-8B487B6A587A}"/>
                    </a:ext>
                  </a:extLst>
                </p14:cNvPr>
                <p14:cNvContentPartPr/>
                <p14:nvPr/>
              </p14:nvContentPartPr>
              <p14:xfrm>
                <a:off x="4704944" y="4345122"/>
                <a:ext cx="154440" cy="174240"/>
              </p14:xfrm>
            </p:contentPart>
          </mc:Choice>
          <mc:Fallback xmlns="">
            <p:pic>
              <p:nvPicPr>
                <p:cNvPr id="62" name="Ink 61">
                  <a:extLst>
                    <a:ext uri="{FF2B5EF4-FFF2-40B4-BE49-F238E27FC236}">
                      <a16:creationId xmlns:a16="http://schemas.microsoft.com/office/drawing/2014/main" id="{02BD832B-58F0-A373-CC1D-8B487B6A587A}"/>
                    </a:ext>
                  </a:extLst>
                </p:cNvPr>
                <p:cNvPicPr/>
                <p:nvPr/>
              </p:nvPicPr>
              <p:blipFill>
                <a:blip r:embed="rId103"/>
                <a:stretch>
                  <a:fillRect/>
                </a:stretch>
              </p:blipFill>
              <p:spPr>
                <a:xfrm>
                  <a:off x="4696304" y="4336482"/>
                  <a:ext cx="17208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3" name="Ink 62">
                  <a:extLst>
                    <a:ext uri="{FF2B5EF4-FFF2-40B4-BE49-F238E27FC236}">
                      <a16:creationId xmlns:a16="http://schemas.microsoft.com/office/drawing/2014/main" id="{139EF1DA-0AA4-6C41-55BD-166F11D01EDF}"/>
                    </a:ext>
                  </a:extLst>
                </p14:cNvPr>
                <p14:cNvContentPartPr/>
                <p14:nvPr/>
              </p14:nvContentPartPr>
              <p14:xfrm>
                <a:off x="4909784" y="4421082"/>
                <a:ext cx="155880" cy="240840"/>
              </p14:xfrm>
            </p:contentPart>
          </mc:Choice>
          <mc:Fallback xmlns="">
            <p:pic>
              <p:nvPicPr>
                <p:cNvPr id="63" name="Ink 62">
                  <a:extLst>
                    <a:ext uri="{FF2B5EF4-FFF2-40B4-BE49-F238E27FC236}">
                      <a16:creationId xmlns:a16="http://schemas.microsoft.com/office/drawing/2014/main" id="{139EF1DA-0AA4-6C41-55BD-166F11D01EDF}"/>
                    </a:ext>
                  </a:extLst>
                </p:cNvPr>
                <p:cNvPicPr/>
                <p:nvPr/>
              </p:nvPicPr>
              <p:blipFill>
                <a:blip r:embed="rId105"/>
                <a:stretch>
                  <a:fillRect/>
                </a:stretch>
              </p:blipFill>
              <p:spPr>
                <a:xfrm>
                  <a:off x="4901144" y="4412442"/>
                  <a:ext cx="17352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4" name="Ink 63">
                  <a:extLst>
                    <a:ext uri="{FF2B5EF4-FFF2-40B4-BE49-F238E27FC236}">
                      <a16:creationId xmlns:a16="http://schemas.microsoft.com/office/drawing/2014/main" id="{91740860-7F18-8D30-1A5B-9C4E2FBF770C}"/>
                    </a:ext>
                  </a:extLst>
                </p14:cNvPr>
                <p14:cNvContentPartPr/>
                <p14:nvPr/>
              </p14:nvContentPartPr>
              <p14:xfrm>
                <a:off x="5124344" y="4472922"/>
                <a:ext cx="115200" cy="186480"/>
              </p14:xfrm>
            </p:contentPart>
          </mc:Choice>
          <mc:Fallback xmlns="">
            <p:pic>
              <p:nvPicPr>
                <p:cNvPr id="64" name="Ink 63">
                  <a:extLst>
                    <a:ext uri="{FF2B5EF4-FFF2-40B4-BE49-F238E27FC236}">
                      <a16:creationId xmlns:a16="http://schemas.microsoft.com/office/drawing/2014/main" id="{91740860-7F18-8D30-1A5B-9C4E2FBF770C}"/>
                    </a:ext>
                  </a:extLst>
                </p:cNvPr>
                <p:cNvPicPr/>
                <p:nvPr/>
              </p:nvPicPr>
              <p:blipFill>
                <a:blip r:embed="rId107"/>
                <a:stretch>
                  <a:fillRect/>
                </a:stretch>
              </p:blipFill>
              <p:spPr>
                <a:xfrm>
                  <a:off x="5115704" y="4463922"/>
                  <a:ext cx="13284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5" name="Ink 64">
                  <a:extLst>
                    <a:ext uri="{FF2B5EF4-FFF2-40B4-BE49-F238E27FC236}">
                      <a16:creationId xmlns:a16="http://schemas.microsoft.com/office/drawing/2014/main" id="{D706DECA-BD3D-CA87-71BD-31C0DB41BC8C}"/>
                    </a:ext>
                  </a:extLst>
                </p14:cNvPr>
                <p14:cNvContentPartPr/>
                <p14:nvPr/>
              </p14:nvContentPartPr>
              <p14:xfrm>
                <a:off x="5373104" y="4459962"/>
                <a:ext cx="20520" cy="178200"/>
              </p14:xfrm>
            </p:contentPart>
          </mc:Choice>
          <mc:Fallback xmlns="">
            <p:pic>
              <p:nvPicPr>
                <p:cNvPr id="65" name="Ink 64">
                  <a:extLst>
                    <a:ext uri="{FF2B5EF4-FFF2-40B4-BE49-F238E27FC236}">
                      <a16:creationId xmlns:a16="http://schemas.microsoft.com/office/drawing/2014/main" id="{D706DECA-BD3D-CA87-71BD-31C0DB41BC8C}"/>
                    </a:ext>
                  </a:extLst>
                </p:cNvPr>
                <p:cNvPicPr/>
                <p:nvPr/>
              </p:nvPicPr>
              <p:blipFill>
                <a:blip r:embed="rId109"/>
                <a:stretch>
                  <a:fillRect/>
                </a:stretch>
              </p:blipFill>
              <p:spPr>
                <a:xfrm>
                  <a:off x="5364104" y="4450962"/>
                  <a:ext cx="3816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6" name="Ink 65">
                  <a:extLst>
                    <a:ext uri="{FF2B5EF4-FFF2-40B4-BE49-F238E27FC236}">
                      <a16:creationId xmlns:a16="http://schemas.microsoft.com/office/drawing/2014/main" id="{72EDD35A-C1C5-1761-4C77-3ED7B94C8B0D}"/>
                    </a:ext>
                  </a:extLst>
                </p14:cNvPr>
                <p14:cNvContentPartPr/>
                <p14:nvPr/>
              </p14:nvContentPartPr>
              <p14:xfrm>
                <a:off x="5380304" y="4427202"/>
                <a:ext cx="153720" cy="286920"/>
              </p14:xfrm>
            </p:contentPart>
          </mc:Choice>
          <mc:Fallback xmlns="">
            <p:pic>
              <p:nvPicPr>
                <p:cNvPr id="66" name="Ink 65">
                  <a:extLst>
                    <a:ext uri="{FF2B5EF4-FFF2-40B4-BE49-F238E27FC236}">
                      <a16:creationId xmlns:a16="http://schemas.microsoft.com/office/drawing/2014/main" id="{72EDD35A-C1C5-1761-4C77-3ED7B94C8B0D}"/>
                    </a:ext>
                  </a:extLst>
                </p:cNvPr>
                <p:cNvPicPr/>
                <p:nvPr/>
              </p:nvPicPr>
              <p:blipFill>
                <a:blip r:embed="rId111"/>
                <a:stretch>
                  <a:fillRect/>
                </a:stretch>
              </p:blipFill>
              <p:spPr>
                <a:xfrm>
                  <a:off x="5371304" y="4418562"/>
                  <a:ext cx="17136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7" name="Ink 66">
                  <a:extLst>
                    <a:ext uri="{FF2B5EF4-FFF2-40B4-BE49-F238E27FC236}">
                      <a16:creationId xmlns:a16="http://schemas.microsoft.com/office/drawing/2014/main" id="{89190C1B-0F06-98E2-C31F-85A9D82517AC}"/>
                    </a:ext>
                  </a:extLst>
                </p14:cNvPr>
                <p14:cNvContentPartPr/>
                <p14:nvPr/>
              </p14:nvContentPartPr>
              <p14:xfrm>
                <a:off x="7574504" y="5149362"/>
                <a:ext cx="24120" cy="454320"/>
              </p14:xfrm>
            </p:contentPart>
          </mc:Choice>
          <mc:Fallback xmlns="">
            <p:pic>
              <p:nvPicPr>
                <p:cNvPr id="67" name="Ink 66">
                  <a:extLst>
                    <a:ext uri="{FF2B5EF4-FFF2-40B4-BE49-F238E27FC236}">
                      <a16:creationId xmlns:a16="http://schemas.microsoft.com/office/drawing/2014/main" id="{89190C1B-0F06-98E2-C31F-85A9D82517AC}"/>
                    </a:ext>
                  </a:extLst>
                </p:cNvPr>
                <p:cNvPicPr/>
                <p:nvPr/>
              </p:nvPicPr>
              <p:blipFill>
                <a:blip r:embed="rId113"/>
                <a:stretch>
                  <a:fillRect/>
                </a:stretch>
              </p:blipFill>
              <p:spPr>
                <a:xfrm>
                  <a:off x="7565864" y="5140722"/>
                  <a:ext cx="41760" cy="4719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8" name="Ink 67">
                  <a:extLst>
                    <a:ext uri="{FF2B5EF4-FFF2-40B4-BE49-F238E27FC236}">
                      <a16:creationId xmlns:a16="http://schemas.microsoft.com/office/drawing/2014/main" id="{1E5FF5CA-4646-130D-9A34-52E4FF18572E}"/>
                    </a:ext>
                  </a:extLst>
                </p14:cNvPr>
                <p14:cNvContentPartPr/>
                <p14:nvPr/>
              </p14:nvContentPartPr>
              <p14:xfrm>
                <a:off x="7578824" y="5045322"/>
                <a:ext cx="1139760" cy="57240"/>
              </p14:xfrm>
            </p:contentPart>
          </mc:Choice>
          <mc:Fallback xmlns="">
            <p:pic>
              <p:nvPicPr>
                <p:cNvPr id="68" name="Ink 67">
                  <a:extLst>
                    <a:ext uri="{FF2B5EF4-FFF2-40B4-BE49-F238E27FC236}">
                      <a16:creationId xmlns:a16="http://schemas.microsoft.com/office/drawing/2014/main" id="{1E5FF5CA-4646-130D-9A34-52E4FF18572E}"/>
                    </a:ext>
                  </a:extLst>
                </p:cNvPr>
                <p:cNvPicPr/>
                <p:nvPr/>
              </p:nvPicPr>
              <p:blipFill>
                <a:blip r:embed="rId115"/>
                <a:stretch>
                  <a:fillRect/>
                </a:stretch>
              </p:blipFill>
              <p:spPr>
                <a:xfrm>
                  <a:off x="7570184" y="5036322"/>
                  <a:ext cx="115740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9" name="Ink 68">
                  <a:extLst>
                    <a:ext uri="{FF2B5EF4-FFF2-40B4-BE49-F238E27FC236}">
                      <a16:creationId xmlns:a16="http://schemas.microsoft.com/office/drawing/2014/main" id="{82ABDD68-E91B-1D74-15D9-1BF6A60BABA7}"/>
                    </a:ext>
                  </a:extLst>
                </p14:cNvPr>
                <p14:cNvContentPartPr/>
                <p14:nvPr/>
              </p14:nvContentPartPr>
              <p14:xfrm>
                <a:off x="8613824" y="4644282"/>
                <a:ext cx="74520" cy="502560"/>
              </p14:xfrm>
            </p:contentPart>
          </mc:Choice>
          <mc:Fallback xmlns="">
            <p:pic>
              <p:nvPicPr>
                <p:cNvPr id="69" name="Ink 68">
                  <a:extLst>
                    <a:ext uri="{FF2B5EF4-FFF2-40B4-BE49-F238E27FC236}">
                      <a16:creationId xmlns:a16="http://schemas.microsoft.com/office/drawing/2014/main" id="{82ABDD68-E91B-1D74-15D9-1BF6A60BABA7}"/>
                    </a:ext>
                  </a:extLst>
                </p:cNvPr>
                <p:cNvPicPr/>
                <p:nvPr/>
              </p:nvPicPr>
              <p:blipFill>
                <a:blip r:embed="rId117"/>
                <a:stretch>
                  <a:fillRect/>
                </a:stretch>
              </p:blipFill>
              <p:spPr>
                <a:xfrm>
                  <a:off x="8604824" y="4635642"/>
                  <a:ext cx="92160" cy="52020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0" name="Ink 69">
                  <a:extLst>
                    <a:ext uri="{FF2B5EF4-FFF2-40B4-BE49-F238E27FC236}">
                      <a16:creationId xmlns:a16="http://schemas.microsoft.com/office/drawing/2014/main" id="{968700B9-473A-2BCD-FC0E-0BB7D32DFA9E}"/>
                    </a:ext>
                  </a:extLst>
                </p14:cNvPr>
                <p14:cNvContentPartPr/>
                <p14:nvPr/>
              </p14:nvContentPartPr>
              <p14:xfrm>
                <a:off x="8547224" y="4713042"/>
                <a:ext cx="111600" cy="88920"/>
              </p14:xfrm>
            </p:contentPart>
          </mc:Choice>
          <mc:Fallback xmlns="">
            <p:pic>
              <p:nvPicPr>
                <p:cNvPr id="70" name="Ink 69">
                  <a:extLst>
                    <a:ext uri="{FF2B5EF4-FFF2-40B4-BE49-F238E27FC236}">
                      <a16:creationId xmlns:a16="http://schemas.microsoft.com/office/drawing/2014/main" id="{968700B9-473A-2BCD-FC0E-0BB7D32DFA9E}"/>
                    </a:ext>
                  </a:extLst>
                </p:cNvPr>
                <p:cNvPicPr/>
                <p:nvPr/>
              </p:nvPicPr>
              <p:blipFill>
                <a:blip r:embed="rId119"/>
                <a:stretch>
                  <a:fillRect/>
                </a:stretch>
              </p:blipFill>
              <p:spPr>
                <a:xfrm>
                  <a:off x="8538584" y="4704042"/>
                  <a:ext cx="12924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1" name="Ink 70">
                  <a:extLst>
                    <a:ext uri="{FF2B5EF4-FFF2-40B4-BE49-F238E27FC236}">
                      <a16:creationId xmlns:a16="http://schemas.microsoft.com/office/drawing/2014/main" id="{A799D61A-E01E-F91E-1AEC-C92628E95EBA}"/>
                    </a:ext>
                  </a:extLst>
                </p14:cNvPr>
                <p14:cNvContentPartPr/>
                <p14:nvPr/>
              </p14:nvContentPartPr>
              <p14:xfrm>
                <a:off x="8677544" y="5081322"/>
                <a:ext cx="1134720" cy="565200"/>
              </p14:xfrm>
            </p:contentPart>
          </mc:Choice>
          <mc:Fallback xmlns="">
            <p:pic>
              <p:nvPicPr>
                <p:cNvPr id="71" name="Ink 70">
                  <a:extLst>
                    <a:ext uri="{FF2B5EF4-FFF2-40B4-BE49-F238E27FC236}">
                      <a16:creationId xmlns:a16="http://schemas.microsoft.com/office/drawing/2014/main" id="{A799D61A-E01E-F91E-1AEC-C92628E95EBA}"/>
                    </a:ext>
                  </a:extLst>
                </p:cNvPr>
                <p:cNvPicPr/>
                <p:nvPr/>
              </p:nvPicPr>
              <p:blipFill>
                <a:blip r:embed="rId121"/>
                <a:stretch>
                  <a:fillRect/>
                </a:stretch>
              </p:blipFill>
              <p:spPr>
                <a:xfrm>
                  <a:off x="8668544" y="5072322"/>
                  <a:ext cx="1152360" cy="5828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3" name="Ink 72">
                  <a:extLst>
                    <a:ext uri="{FF2B5EF4-FFF2-40B4-BE49-F238E27FC236}">
                      <a16:creationId xmlns:a16="http://schemas.microsoft.com/office/drawing/2014/main" id="{16AE819B-7871-BC01-1F57-E25851ADA5B4}"/>
                    </a:ext>
                  </a:extLst>
                </p14:cNvPr>
                <p14:cNvContentPartPr/>
                <p14:nvPr/>
              </p14:nvContentPartPr>
              <p14:xfrm>
                <a:off x="7362104" y="4048122"/>
                <a:ext cx="2694960" cy="562680"/>
              </p14:xfrm>
            </p:contentPart>
          </mc:Choice>
          <mc:Fallback xmlns="">
            <p:pic>
              <p:nvPicPr>
                <p:cNvPr id="73" name="Ink 72">
                  <a:extLst>
                    <a:ext uri="{FF2B5EF4-FFF2-40B4-BE49-F238E27FC236}">
                      <a16:creationId xmlns:a16="http://schemas.microsoft.com/office/drawing/2014/main" id="{16AE819B-7871-BC01-1F57-E25851ADA5B4}"/>
                    </a:ext>
                  </a:extLst>
                </p:cNvPr>
                <p:cNvPicPr/>
                <p:nvPr/>
              </p:nvPicPr>
              <p:blipFill>
                <a:blip r:embed="rId123"/>
                <a:stretch>
                  <a:fillRect/>
                </a:stretch>
              </p:blipFill>
              <p:spPr>
                <a:xfrm>
                  <a:off x="7353104" y="4039122"/>
                  <a:ext cx="2712600" cy="58032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4" name="Ink 73">
                  <a:extLst>
                    <a:ext uri="{FF2B5EF4-FFF2-40B4-BE49-F238E27FC236}">
                      <a16:creationId xmlns:a16="http://schemas.microsoft.com/office/drawing/2014/main" id="{97ED8859-263B-B222-222E-28DB6803F39B}"/>
                    </a:ext>
                  </a:extLst>
                </p14:cNvPr>
                <p14:cNvContentPartPr/>
                <p14:nvPr/>
              </p14:nvContentPartPr>
              <p14:xfrm>
                <a:off x="7375424" y="3903402"/>
                <a:ext cx="2846520" cy="696960"/>
              </p14:xfrm>
            </p:contentPart>
          </mc:Choice>
          <mc:Fallback xmlns="">
            <p:pic>
              <p:nvPicPr>
                <p:cNvPr id="74" name="Ink 73">
                  <a:extLst>
                    <a:ext uri="{FF2B5EF4-FFF2-40B4-BE49-F238E27FC236}">
                      <a16:creationId xmlns:a16="http://schemas.microsoft.com/office/drawing/2014/main" id="{97ED8859-263B-B222-222E-28DB6803F39B}"/>
                    </a:ext>
                  </a:extLst>
                </p:cNvPr>
                <p:cNvPicPr/>
                <p:nvPr/>
              </p:nvPicPr>
              <p:blipFill>
                <a:blip r:embed="rId125"/>
                <a:stretch>
                  <a:fillRect/>
                </a:stretch>
              </p:blipFill>
              <p:spPr>
                <a:xfrm>
                  <a:off x="7366424" y="3894762"/>
                  <a:ext cx="2864160" cy="7146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6" name="Ink 75">
                  <a:extLst>
                    <a:ext uri="{FF2B5EF4-FFF2-40B4-BE49-F238E27FC236}">
                      <a16:creationId xmlns:a16="http://schemas.microsoft.com/office/drawing/2014/main" id="{C553F25B-AC1B-27BD-070C-9F4481975340}"/>
                    </a:ext>
                  </a:extLst>
                </p14:cNvPr>
                <p14:cNvContentPartPr/>
                <p14:nvPr/>
              </p14:nvContentPartPr>
              <p14:xfrm>
                <a:off x="7817504" y="4151802"/>
                <a:ext cx="207000" cy="223200"/>
              </p14:xfrm>
            </p:contentPart>
          </mc:Choice>
          <mc:Fallback xmlns="">
            <p:pic>
              <p:nvPicPr>
                <p:cNvPr id="76" name="Ink 75">
                  <a:extLst>
                    <a:ext uri="{FF2B5EF4-FFF2-40B4-BE49-F238E27FC236}">
                      <a16:creationId xmlns:a16="http://schemas.microsoft.com/office/drawing/2014/main" id="{C553F25B-AC1B-27BD-070C-9F4481975340}"/>
                    </a:ext>
                  </a:extLst>
                </p:cNvPr>
                <p:cNvPicPr/>
                <p:nvPr/>
              </p:nvPicPr>
              <p:blipFill>
                <a:blip r:embed="rId127"/>
                <a:stretch>
                  <a:fillRect/>
                </a:stretch>
              </p:blipFill>
              <p:spPr>
                <a:xfrm>
                  <a:off x="7808504" y="4143162"/>
                  <a:ext cx="22464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7" name="Ink 76">
                  <a:extLst>
                    <a:ext uri="{FF2B5EF4-FFF2-40B4-BE49-F238E27FC236}">
                      <a16:creationId xmlns:a16="http://schemas.microsoft.com/office/drawing/2014/main" id="{ED06A709-84CD-95A4-068D-6BF25A539B8E}"/>
                    </a:ext>
                  </a:extLst>
                </p14:cNvPr>
                <p14:cNvContentPartPr/>
                <p14:nvPr/>
              </p14:nvContentPartPr>
              <p14:xfrm>
                <a:off x="7761704" y="4121202"/>
                <a:ext cx="295920" cy="92880"/>
              </p14:xfrm>
            </p:contentPart>
          </mc:Choice>
          <mc:Fallback xmlns="">
            <p:pic>
              <p:nvPicPr>
                <p:cNvPr id="77" name="Ink 76">
                  <a:extLst>
                    <a:ext uri="{FF2B5EF4-FFF2-40B4-BE49-F238E27FC236}">
                      <a16:creationId xmlns:a16="http://schemas.microsoft.com/office/drawing/2014/main" id="{ED06A709-84CD-95A4-068D-6BF25A539B8E}"/>
                    </a:ext>
                  </a:extLst>
                </p:cNvPr>
                <p:cNvPicPr/>
                <p:nvPr/>
              </p:nvPicPr>
              <p:blipFill>
                <a:blip r:embed="rId129"/>
                <a:stretch>
                  <a:fillRect/>
                </a:stretch>
              </p:blipFill>
              <p:spPr>
                <a:xfrm>
                  <a:off x="7753064" y="4112562"/>
                  <a:ext cx="31356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8" name="Ink 77">
                  <a:extLst>
                    <a:ext uri="{FF2B5EF4-FFF2-40B4-BE49-F238E27FC236}">
                      <a16:creationId xmlns:a16="http://schemas.microsoft.com/office/drawing/2014/main" id="{4C0353AA-C937-F87A-2696-F380CDBDB313}"/>
                    </a:ext>
                  </a:extLst>
                </p14:cNvPr>
                <p14:cNvContentPartPr/>
                <p14:nvPr/>
              </p14:nvContentPartPr>
              <p14:xfrm>
                <a:off x="8103704" y="4281402"/>
                <a:ext cx="122400" cy="18720"/>
              </p14:xfrm>
            </p:contentPart>
          </mc:Choice>
          <mc:Fallback xmlns="">
            <p:pic>
              <p:nvPicPr>
                <p:cNvPr id="78" name="Ink 77">
                  <a:extLst>
                    <a:ext uri="{FF2B5EF4-FFF2-40B4-BE49-F238E27FC236}">
                      <a16:creationId xmlns:a16="http://schemas.microsoft.com/office/drawing/2014/main" id="{4C0353AA-C937-F87A-2696-F380CDBDB313}"/>
                    </a:ext>
                  </a:extLst>
                </p:cNvPr>
                <p:cNvPicPr/>
                <p:nvPr/>
              </p:nvPicPr>
              <p:blipFill>
                <a:blip r:embed="rId131"/>
                <a:stretch>
                  <a:fillRect/>
                </a:stretch>
              </p:blipFill>
              <p:spPr>
                <a:xfrm>
                  <a:off x="8094704" y="4272762"/>
                  <a:ext cx="14004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79" name="Ink 78">
                  <a:extLst>
                    <a:ext uri="{FF2B5EF4-FFF2-40B4-BE49-F238E27FC236}">
                      <a16:creationId xmlns:a16="http://schemas.microsoft.com/office/drawing/2014/main" id="{8223FCC2-FC50-953D-15E6-FC44D6A673BD}"/>
                    </a:ext>
                  </a:extLst>
                </p14:cNvPr>
                <p14:cNvContentPartPr/>
                <p14:nvPr/>
              </p14:nvContentPartPr>
              <p14:xfrm>
                <a:off x="8352464" y="4093842"/>
                <a:ext cx="202680" cy="191520"/>
              </p14:xfrm>
            </p:contentPart>
          </mc:Choice>
          <mc:Fallback xmlns="">
            <p:pic>
              <p:nvPicPr>
                <p:cNvPr id="79" name="Ink 78">
                  <a:extLst>
                    <a:ext uri="{FF2B5EF4-FFF2-40B4-BE49-F238E27FC236}">
                      <a16:creationId xmlns:a16="http://schemas.microsoft.com/office/drawing/2014/main" id="{8223FCC2-FC50-953D-15E6-FC44D6A673BD}"/>
                    </a:ext>
                  </a:extLst>
                </p:cNvPr>
                <p:cNvPicPr/>
                <p:nvPr/>
              </p:nvPicPr>
              <p:blipFill>
                <a:blip r:embed="rId133"/>
                <a:stretch>
                  <a:fillRect/>
                </a:stretch>
              </p:blipFill>
              <p:spPr>
                <a:xfrm>
                  <a:off x="8343464" y="4084842"/>
                  <a:ext cx="22032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0" name="Ink 79">
                  <a:extLst>
                    <a:ext uri="{FF2B5EF4-FFF2-40B4-BE49-F238E27FC236}">
                      <a16:creationId xmlns:a16="http://schemas.microsoft.com/office/drawing/2014/main" id="{761B2C13-40EE-482B-9C46-DDE1611580A7}"/>
                    </a:ext>
                  </a:extLst>
                </p14:cNvPr>
                <p14:cNvContentPartPr/>
                <p14:nvPr/>
              </p14:nvContentPartPr>
              <p14:xfrm>
                <a:off x="8595824" y="4134882"/>
                <a:ext cx="187920" cy="126000"/>
              </p14:xfrm>
            </p:contentPart>
          </mc:Choice>
          <mc:Fallback xmlns="">
            <p:pic>
              <p:nvPicPr>
                <p:cNvPr id="80" name="Ink 79">
                  <a:extLst>
                    <a:ext uri="{FF2B5EF4-FFF2-40B4-BE49-F238E27FC236}">
                      <a16:creationId xmlns:a16="http://schemas.microsoft.com/office/drawing/2014/main" id="{761B2C13-40EE-482B-9C46-DDE1611580A7}"/>
                    </a:ext>
                  </a:extLst>
                </p:cNvPr>
                <p:cNvPicPr/>
                <p:nvPr/>
              </p:nvPicPr>
              <p:blipFill>
                <a:blip r:embed="rId135"/>
                <a:stretch>
                  <a:fillRect/>
                </a:stretch>
              </p:blipFill>
              <p:spPr>
                <a:xfrm>
                  <a:off x="8587184" y="4125882"/>
                  <a:ext cx="20556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2" name="Ink 81">
                  <a:extLst>
                    <a:ext uri="{FF2B5EF4-FFF2-40B4-BE49-F238E27FC236}">
                      <a16:creationId xmlns:a16="http://schemas.microsoft.com/office/drawing/2014/main" id="{AF001765-3CD2-FE09-BAFA-69E06B16A425}"/>
                    </a:ext>
                  </a:extLst>
                </p14:cNvPr>
                <p14:cNvContentPartPr/>
                <p14:nvPr/>
              </p14:nvContentPartPr>
              <p14:xfrm>
                <a:off x="10714064" y="4183842"/>
                <a:ext cx="41040" cy="260640"/>
              </p14:xfrm>
            </p:contentPart>
          </mc:Choice>
          <mc:Fallback xmlns="">
            <p:pic>
              <p:nvPicPr>
                <p:cNvPr id="82" name="Ink 81">
                  <a:extLst>
                    <a:ext uri="{FF2B5EF4-FFF2-40B4-BE49-F238E27FC236}">
                      <a16:creationId xmlns:a16="http://schemas.microsoft.com/office/drawing/2014/main" id="{AF001765-3CD2-FE09-BAFA-69E06B16A425}"/>
                    </a:ext>
                  </a:extLst>
                </p:cNvPr>
                <p:cNvPicPr/>
                <p:nvPr/>
              </p:nvPicPr>
              <p:blipFill>
                <a:blip r:embed="rId137"/>
                <a:stretch>
                  <a:fillRect/>
                </a:stretch>
              </p:blipFill>
              <p:spPr>
                <a:xfrm>
                  <a:off x="10705424" y="4175202"/>
                  <a:ext cx="58680" cy="27828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3" name="Ink 82">
                  <a:extLst>
                    <a:ext uri="{FF2B5EF4-FFF2-40B4-BE49-F238E27FC236}">
                      <a16:creationId xmlns:a16="http://schemas.microsoft.com/office/drawing/2014/main" id="{68BCF005-86D2-F977-0062-6BB916F622A1}"/>
                    </a:ext>
                  </a:extLst>
                </p14:cNvPr>
                <p14:cNvContentPartPr/>
                <p14:nvPr/>
              </p14:nvContentPartPr>
              <p14:xfrm>
                <a:off x="10813784" y="4160442"/>
                <a:ext cx="87120" cy="278640"/>
              </p14:xfrm>
            </p:contentPart>
          </mc:Choice>
          <mc:Fallback xmlns="">
            <p:pic>
              <p:nvPicPr>
                <p:cNvPr id="83" name="Ink 82">
                  <a:extLst>
                    <a:ext uri="{FF2B5EF4-FFF2-40B4-BE49-F238E27FC236}">
                      <a16:creationId xmlns:a16="http://schemas.microsoft.com/office/drawing/2014/main" id="{68BCF005-86D2-F977-0062-6BB916F622A1}"/>
                    </a:ext>
                  </a:extLst>
                </p:cNvPr>
                <p:cNvPicPr/>
                <p:nvPr/>
              </p:nvPicPr>
              <p:blipFill>
                <a:blip r:embed="rId139"/>
                <a:stretch>
                  <a:fillRect/>
                </a:stretch>
              </p:blipFill>
              <p:spPr>
                <a:xfrm>
                  <a:off x="10804784" y="4151442"/>
                  <a:ext cx="104760" cy="29628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4" name="Ink 83">
                  <a:extLst>
                    <a:ext uri="{FF2B5EF4-FFF2-40B4-BE49-F238E27FC236}">
                      <a16:creationId xmlns:a16="http://schemas.microsoft.com/office/drawing/2014/main" id="{919B196C-429A-84C3-CEA4-FC46C2A489C1}"/>
                    </a:ext>
                  </a:extLst>
                </p14:cNvPr>
                <p14:cNvContentPartPr/>
                <p14:nvPr/>
              </p14:nvContentPartPr>
              <p14:xfrm>
                <a:off x="10699304" y="4268442"/>
                <a:ext cx="256680" cy="5760"/>
              </p14:xfrm>
            </p:contentPart>
          </mc:Choice>
          <mc:Fallback xmlns="">
            <p:pic>
              <p:nvPicPr>
                <p:cNvPr id="84" name="Ink 83">
                  <a:extLst>
                    <a:ext uri="{FF2B5EF4-FFF2-40B4-BE49-F238E27FC236}">
                      <a16:creationId xmlns:a16="http://schemas.microsoft.com/office/drawing/2014/main" id="{919B196C-429A-84C3-CEA4-FC46C2A489C1}"/>
                    </a:ext>
                  </a:extLst>
                </p:cNvPr>
                <p:cNvPicPr/>
                <p:nvPr/>
              </p:nvPicPr>
              <p:blipFill>
                <a:blip r:embed="rId141"/>
                <a:stretch>
                  <a:fillRect/>
                </a:stretch>
              </p:blipFill>
              <p:spPr>
                <a:xfrm>
                  <a:off x="10690664" y="4259442"/>
                  <a:ext cx="27432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5" name="Ink 84">
                  <a:extLst>
                    <a:ext uri="{FF2B5EF4-FFF2-40B4-BE49-F238E27FC236}">
                      <a16:creationId xmlns:a16="http://schemas.microsoft.com/office/drawing/2014/main" id="{57447247-AAE5-DD01-5F8E-F9EB0642D8B7}"/>
                    </a:ext>
                  </a:extLst>
                </p14:cNvPr>
                <p14:cNvContentPartPr/>
                <p14:nvPr/>
              </p14:nvContentPartPr>
              <p14:xfrm>
                <a:off x="10672304" y="4350522"/>
                <a:ext cx="238320" cy="20880"/>
              </p14:xfrm>
            </p:contentPart>
          </mc:Choice>
          <mc:Fallback xmlns="">
            <p:pic>
              <p:nvPicPr>
                <p:cNvPr id="85" name="Ink 84">
                  <a:extLst>
                    <a:ext uri="{FF2B5EF4-FFF2-40B4-BE49-F238E27FC236}">
                      <a16:creationId xmlns:a16="http://schemas.microsoft.com/office/drawing/2014/main" id="{57447247-AAE5-DD01-5F8E-F9EB0642D8B7}"/>
                    </a:ext>
                  </a:extLst>
                </p:cNvPr>
                <p:cNvPicPr/>
                <p:nvPr/>
              </p:nvPicPr>
              <p:blipFill>
                <a:blip r:embed="rId143"/>
                <a:stretch>
                  <a:fillRect/>
                </a:stretch>
              </p:blipFill>
              <p:spPr>
                <a:xfrm>
                  <a:off x="10663664" y="4341882"/>
                  <a:ext cx="25596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6" name="Ink 85">
                  <a:extLst>
                    <a:ext uri="{FF2B5EF4-FFF2-40B4-BE49-F238E27FC236}">
                      <a16:creationId xmlns:a16="http://schemas.microsoft.com/office/drawing/2014/main" id="{3B49BC84-B961-E31D-2693-BABFDF9AFF39}"/>
                    </a:ext>
                  </a:extLst>
                </p14:cNvPr>
                <p14:cNvContentPartPr/>
                <p14:nvPr/>
              </p14:nvContentPartPr>
              <p14:xfrm>
                <a:off x="11072264" y="4206882"/>
                <a:ext cx="198720" cy="240480"/>
              </p14:xfrm>
            </p:contentPart>
          </mc:Choice>
          <mc:Fallback xmlns="">
            <p:pic>
              <p:nvPicPr>
                <p:cNvPr id="86" name="Ink 85">
                  <a:extLst>
                    <a:ext uri="{FF2B5EF4-FFF2-40B4-BE49-F238E27FC236}">
                      <a16:creationId xmlns:a16="http://schemas.microsoft.com/office/drawing/2014/main" id="{3B49BC84-B961-E31D-2693-BABFDF9AFF39}"/>
                    </a:ext>
                  </a:extLst>
                </p:cNvPr>
                <p:cNvPicPr/>
                <p:nvPr/>
              </p:nvPicPr>
              <p:blipFill>
                <a:blip r:embed="rId145"/>
                <a:stretch>
                  <a:fillRect/>
                </a:stretch>
              </p:blipFill>
              <p:spPr>
                <a:xfrm>
                  <a:off x="11063264" y="4197882"/>
                  <a:ext cx="216360" cy="25812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87" name="Ink 86">
                  <a:extLst>
                    <a:ext uri="{FF2B5EF4-FFF2-40B4-BE49-F238E27FC236}">
                      <a16:creationId xmlns:a16="http://schemas.microsoft.com/office/drawing/2014/main" id="{249FADEB-8905-A3B3-09E3-D148D10CC62C}"/>
                    </a:ext>
                  </a:extLst>
                </p14:cNvPr>
                <p14:cNvContentPartPr/>
                <p14:nvPr/>
              </p14:nvContentPartPr>
              <p14:xfrm>
                <a:off x="11343704" y="4223442"/>
                <a:ext cx="177480" cy="181080"/>
              </p14:xfrm>
            </p:contentPart>
          </mc:Choice>
          <mc:Fallback xmlns="">
            <p:pic>
              <p:nvPicPr>
                <p:cNvPr id="87" name="Ink 86">
                  <a:extLst>
                    <a:ext uri="{FF2B5EF4-FFF2-40B4-BE49-F238E27FC236}">
                      <a16:creationId xmlns:a16="http://schemas.microsoft.com/office/drawing/2014/main" id="{249FADEB-8905-A3B3-09E3-D148D10CC62C}"/>
                    </a:ext>
                  </a:extLst>
                </p:cNvPr>
                <p:cNvPicPr/>
                <p:nvPr/>
              </p:nvPicPr>
              <p:blipFill>
                <a:blip r:embed="rId147"/>
                <a:stretch>
                  <a:fillRect/>
                </a:stretch>
              </p:blipFill>
              <p:spPr>
                <a:xfrm>
                  <a:off x="11334704" y="4214802"/>
                  <a:ext cx="19512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88" name="Ink 87">
                  <a:extLst>
                    <a:ext uri="{FF2B5EF4-FFF2-40B4-BE49-F238E27FC236}">
                      <a16:creationId xmlns:a16="http://schemas.microsoft.com/office/drawing/2014/main" id="{9B79C610-18B4-285A-2814-6C19314D629E}"/>
                    </a:ext>
                  </a:extLst>
                </p14:cNvPr>
                <p14:cNvContentPartPr/>
                <p14:nvPr/>
              </p14:nvContentPartPr>
              <p14:xfrm>
                <a:off x="11366024" y="4312362"/>
                <a:ext cx="165960" cy="34560"/>
              </p14:xfrm>
            </p:contentPart>
          </mc:Choice>
          <mc:Fallback xmlns="">
            <p:pic>
              <p:nvPicPr>
                <p:cNvPr id="88" name="Ink 87">
                  <a:extLst>
                    <a:ext uri="{FF2B5EF4-FFF2-40B4-BE49-F238E27FC236}">
                      <a16:creationId xmlns:a16="http://schemas.microsoft.com/office/drawing/2014/main" id="{9B79C610-18B4-285A-2814-6C19314D629E}"/>
                    </a:ext>
                  </a:extLst>
                </p:cNvPr>
                <p:cNvPicPr/>
                <p:nvPr/>
              </p:nvPicPr>
              <p:blipFill>
                <a:blip r:embed="rId149"/>
                <a:stretch>
                  <a:fillRect/>
                </a:stretch>
              </p:blipFill>
              <p:spPr>
                <a:xfrm>
                  <a:off x="11357384" y="4303722"/>
                  <a:ext cx="18360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89" name="Ink 88">
                  <a:extLst>
                    <a:ext uri="{FF2B5EF4-FFF2-40B4-BE49-F238E27FC236}">
                      <a16:creationId xmlns:a16="http://schemas.microsoft.com/office/drawing/2014/main" id="{6CCEC904-CC52-6994-AF74-7559D155A2D8}"/>
                    </a:ext>
                  </a:extLst>
                </p14:cNvPr>
                <p14:cNvContentPartPr/>
                <p14:nvPr/>
              </p14:nvContentPartPr>
              <p14:xfrm>
                <a:off x="11538824" y="4235322"/>
                <a:ext cx="151200" cy="165240"/>
              </p14:xfrm>
            </p:contentPart>
          </mc:Choice>
          <mc:Fallback xmlns="">
            <p:pic>
              <p:nvPicPr>
                <p:cNvPr id="89" name="Ink 88">
                  <a:extLst>
                    <a:ext uri="{FF2B5EF4-FFF2-40B4-BE49-F238E27FC236}">
                      <a16:creationId xmlns:a16="http://schemas.microsoft.com/office/drawing/2014/main" id="{6CCEC904-CC52-6994-AF74-7559D155A2D8}"/>
                    </a:ext>
                  </a:extLst>
                </p:cNvPr>
                <p:cNvPicPr/>
                <p:nvPr/>
              </p:nvPicPr>
              <p:blipFill>
                <a:blip r:embed="rId151"/>
                <a:stretch>
                  <a:fillRect/>
                </a:stretch>
              </p:blipFill>
              <p:spPr>
                <a:xfrm>
                  <a:off x="11529824" y="4226322"/>
                  <a:ext cx="16884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0" name="Ink 89">
                  <a:extLst>
                    <a:ext uri="{FF2B5EF4-FFF2-40B4-BE49-F238E27FC236}">
                      <a16:creationId xmlns:a16="http://schemas.microsoft.com/office/drawing/2014/main" id="{71D36B8E-5F41-EB44-37D1-ED65D2991951}"/>
                    </a:ext>
                  </a:extLst>
                </p14:cNvPr>
                <p14:cNvContentPartPr/>
                <p14:nvPr/>
              </p14:nvContentPartPr>
              <p14:xfrm>
                <a:off x="11734664" y="4246842"/>
                <a:ext cx="43920" cy="175680"/>
              </p14:xfrm>
            </p:contentPart>
          </mc:Choice>
          <mc:Fallback xmlns="">
            <p:pic>
              <p:nvPicPr>
                <p:cNvPr id="90" name="Ink 89">
                  <a:extLst>
                    <a:ext uri="{FF2B5EF4-FFF2-40B4-BE49-F238E27FC236}">
                      <a16:creationId xmlns:a16="http://schemas.microsoft.com/office/drawing/2014/main" id="{71D36B8E-5F41-EB44-37D1-ED65D2991951}"/>
                    </a:ext>
                  </a:extLst>
                </p:cNvPr>
                <p:cNvPicPr/>
                <p:nvPr/>
              </p:nvPicPr>
              <p:blipFill>
                <a:blip r:embed="rId153"/>
                <a:stretch>
                  <a:fillRect/>
                </a:stretch>
              </p:blipFill>
              <p:spPr>
                <a:xfrm>
                  <a:off x="11726024" y="4238202"/>
                  <a:ext cx="6156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1" name="Ink 90">
                  <a:extLst>
                    <a:ext uri="{FF2B5EF4-FFF2-40B4-BE49-F238E27FC236}">
                      <a16:creationId xmlns:a16="http://schemas.microsoft.com/office/drawing/2014/main" id="{4BD3CBCF-E98D-7497-7733-FD3F891EAB81}"/>
                    </a:ext>
                  </a:extLst>
                </p14:cNvPr>
                <p14:cNvContentPartPr/>
                <p14:nvPr/>
              </p14:nvContentPartPr>
              <p14:xfrm>
                <a:off x="11821784" y="4264482"/>
                <a:ext cx="137160" cy="155520"/>
              </p14:xfrm>
            </p:contentPart>
          </mc:Choice>
          <mc:Fallback xmlns="">
            <p:pic>
              <p:nvPicPr>
                <p:cNvPr id="91" name="Ink 90">
                  <a:extLst>
                    <a:ext uri="{FF2B5EF4-FFF2-40B4-BE49-F238E27FC236}">
                      <a16:creationId xmlns:a16="http://schemas.microsoft.com/office/drawing/2014/main" id="{4BD3CBCF-E98D-7497-7733-FD3F891EAB81}"/>
                    </a:ext>
                  </a:extLst>
                </p:cNvPr>
                <p:cNvPicPr/>
                <p:nvPr/>
              </p:nvPicPr>
              <p:blipFill>
                <a:blip r:embed="rId155"/>
                <a:stretch>
                  <a:fillRect/>
                </a:stretch>
              </p:blipFill>
              <p:spPr>
                <a:xfrm>
                  <a:off x="11812784" y="4255482"/>
                  <a:ext cx="15480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3" name="Ink 92">
                  <a:extLst>
                    <a:ext uri="{FF2B5EF4-FFF2-40B4-BE49-F238E27FC236}">
                      <a16:creationId xmlns:a16="http://schemas.microsoft.com/office/drawing/2014/main" id="{6A29CD9C-2825-5ACD-22EE-78BC2245DD0F}"/>
                    </a:ext>
                  </a:extLst>
                </p14:cNvPr>
                <p14:cNvContentPartPr/>
                <p14:nvPr/>
              </p14:nvContentPartPr>
              <p14:xfrm>
                <a:off x="5081864" y="3584442"/>
                <a:ext cx="45360" cy="605880"/>
              </p14:xfrm>
            </p:contentPart>
          </mc:Choice>
          <mc:Fallback xmlns="">
            <p:pic>
              <p:nvPicPr>
                <p:cNvPr id="93" name="Ink 92">
                  <a:extLst>
                    <a:ext uri="{FF2B5EF4-FFF2-40B4-BE49-F238E27FC236}">
                      <a16:creationId xmlns:a16="http://schemas.microsoft.com/office/drawing/2014/main" id="{6A29CD9C-2825-5ACD-22EE-78BC2245DD0F}"/>
                    </a:ext>
                  </a:extLst>
                </p:cNvPr>
                <p:cNvPicPr/>
                <p:nvPr/>
              </p:nvPicPr>
              <p:blipFill>
                <a:blip r:embed="rId157"/>
                <a:stretch>
                  <a:fillRect/>
                </a:stretch>
              </p:blipFill>
              <p:spPr>
                <a:xfrm>
                  <a:off x="5073224" y="3575442"/>
                  <a:ext cx="63000" cy="62352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4" name="Ink 93">
                  <a:extLst>
                    <a:ext uri="{FF2B5EF4-FFF2-40B4-BE49-F238E27FC236}">
                      <a16:creationId xmlns:a16="http://schemas.microsoft.com/office/drawing/2014/main" id="{80F6693E-ACAB-86ED-B079-BF394E7F3A4C}"/>
                    </a:ext>
                  </a:extLst>
                </p14:cNvPr>
                <p14:cNvContentPartPr/>
                <p14:nvPr/>
              </p14:nvContentPartPr>
              <p14:xfrm>
                <a:off x="5048744" y="3495162"/>
                <a:ext cx="1061280" cy="116280"/>
              </p14:xfrm>
            </p:contentPart>
          </mc:Choice>
          <mc:Fallback xmlns="">
            <p:pic>
              <p:nvPicPr>
                <p:cNvPr id="94" name="Ink 93">
                  <a:extLst>
                    <a:ext uri="{FF2B5EF4-FFF2-40B4-BE49-F238E27FC236}">
                      <a16:creationId xmlns:a16="http://schemas.microsoft.com/office/drawing/2014/main" id="{80F6693E-ACAB-86ED-B079-BF394E7F3A4C}"/>
                    </a:ext>
                  </a:extLst>
                </p:cNvPr>
                <p:cNvPicPr/>
                <p:nvPr/>
              </p:nvPicPr>
              <p:blipFill>
                <a:blip r:embed="rId159"/>
                <a:stretch>
                  <a:fillRect/>
                </a:stretch>
              </p:blipFill>
              <p:spPr>
                <a:xfrm>
                  <a:off x="5040104" y="3486522"/>
                  <a:ext cx="107892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5" name="Ink 94">
                  <a:extLst>
                    <a:ext uri="{FF2B5EF4-FFF2-40B4-BE49-F238E27FC236}">
                      <a16:creationId xmlns:a16="http://schemas.microsoft.com/office/drawing/2014/main" id="{964D1F49-F451-57D7-9C18-752C3EE89D7E}"/>
                    </a:ext>
                  </a:extLst>
                </p14:cNvPr>
                <p14:cNvContentPartPr/>
                <p14:nvPr/>
              </p14:nvContentPartPr>
              <p14:xfrm>
                <a:off x="6024344" y="3192042"/>
                <a:ext cx="60120" cy="298800"/>
              </p14:xfrm>
            </p:contentPart>
          </mc:Choice>
          <mc:Fallback xmlns="">
            <p:pic>
              <p:nvPicPr>
                <p:cNvPr id="95" name="Ink 94">
                  <a:extLst>
                    <a:ext uri="{FF2B5EF4-FFF2-40B4-BE49-F238E27FC236}">
                      <a16:creationId xmlns:a16="http://schemas.microsoft.com/office/drawing/2014/main" id="{964D1F49-F451-57D7-9C18-752C3EE89D7E}"/>
                    </a:ext>
                  </a:extLst>
                </p:cNvPr>
                <p:cNvPicPr/>
                <p:nvPr/>
              </p:nvPicPr>
              <p:blipFill>
                <a:blip r:embed="rId161"/>
                <a:stretch>
                  <a:fillRect/>
                </a:stretch>
              </p:blipFill>
              <p:spPr>
                <a:xfrm>
                  <a:off x="6015344" y="3183042"/>
                  <a:ext cx="77760" cy="31644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6" name="Ink 95">
                  <a:extLst>
                    <a:ext uri="{FF2B5EF4-FFF2-40B4-BE49-F238E27FC236}">
                      <a16:creationId xmlns:a16="http://schemas.microsoft.com/office/drawing/2014/main" id="{9D46307E-BFB8-F3F9-700F-696FFF6F0832}"/>
                    </a:ext>
                  </a:extLst>
                </p14:cNvPr>
                <p14:cNvContentPartPr/>
                <p14:nvPr/>
              </p14:nvContentPartPr>
              <p14:xfrm>
                <a:off x="5938304" y="3136602"/>
                <a:ext cx="150120" cy="109080"/>
              </p14:xfrm>
            </p:contentPart>
          </mc:Choice>
          <mc:Fallback xmlns="">
            <p:pic>
              <p:nvPicPr>
                <p:cNvPr id="96" name="Ink 95">
                  <a:extLst>
                    <a:ext uri="{FF2B5EF4-FFF2-40B4-BE49-F238E27FC236}">
                      <a16:creationId xmlns:a16="http://schemas.microsoft.com/office/drawing/2014/main" id="{9D46307E-BFB8-F3F9-700F-696FFF6F0832}"/>
                    </a:ext>
                  </a:extLst>
                </p:cNvPr>
                <p:cNvPicPr/>
                <p:nvPr/>
              </p:nvPicPr>
              <p:blipFill>
                <a:blip r:embed="rId163"/>
                <a:stretch>
                  <a:fillRect/>
                </a:stretch>
              </p:blipFill>
              <p:spPr>
                <a:xfrm>
                  <a:off x="5929304" y="3127602"/>
                  <a:ext cx="16776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97" name="Ink 96">
                  <a:extLst>
                    <a:ext uri="{FF2B5EF4-FFF2-40B4-BE49-F238E27FC236}">
                      <a16:creationId xmlns:a16="http://schemas.microsoft.com/office/drawing/2014/main" id="{B1EE1F9B-715F-F770-111B-4F5A935C70EF}"/>
                    </a:ext>
                  </a:extLst>
                </p14:cNvPr>
                <p14:cNvContentPartPr/>
                <p14:nvPr/>
              </p14:nvContentPartPr>
              <p14:xfrm>
                <a:off x="6435824" y="3145602"/>
                <a:ext cx="51480" cy="210240"/>
              </p14:xfrm>
            </p:contentPart>
          </mc:Choice>
          <mc:Fallback xmlns="">
            <p:pic>
              <p:nvPicPr>
                <p:cNvPr id="97" name="Ink 96">
                  <a:extLst>
                    <a:ext uri="{FF2B5EF4-FFF2-40B4-BE49-F238E27FC236}">
                      <a16:creationId xmlns:a16="http://schemas.microsoft.com/office/drawing/2014/main" id="{B1EE1F9B-715F-F770-111B-4F5A935C70EF}"/>
                    </a:ext>
                  </a:extLst>
                </p:cNvPr>
                <p:cNvPicPr/>
                <p:nvPr/>
              </p:nvPicPr>
              <p:blipFill>
                <a:blip r:embed="rId165"/>
                <a:stretch>
                  <a:fillRect/>
                </a:stretch>
              </p:blipFill>
              <p:spPr>
                <a:xfrm>
                  <a:off x="6426824" y="3136962"/>
                  <a:ext cx="69120"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98" name="Ink 97">
                  <a:extLst>
                    <a:ext uri="{FF2B5EF4-FFF2-40B4-BE49-F238E27FC236}">
                      <a16:creationId xmlns:a16="http://schemas.microsoft.com/office/drawing/2014/main" id="{1D739661-2D68-9B3F-A715-2A81E985FD59}"/>
                    </a:ext>
                  </a:extLst>
                </p14:cNvPr>
                <p14:cNvContentPartPr/>
                <p14:nvPr/>
              </p14:nvContentPartPr>
              <p14:xfrm>
                <a:off x="6526544" y="3154962"/>
                <a:ext cx="94320" cy="114840"/>
              </p14:xfrm>
            </p:contentPart>
          </mc:Choice>
          <mc:Fallback xmlns="">
            <p:pic>
              <p:nvPicPr>
                <p:cNvPr id="98" name="Ink 97">
                  <a:extLst>
                    <a:ext uri="{FF2B5EF4-FFF2-40B4-BE49-F238E27FC236}">
                      <a16:creationId xmlns:a16="http://schemas.microsoft.com/office/drawing/2014/main" id="{1D739661-2D68-9B3F-A715-2A81E985FD59}"/>
                    </a:ext>
                  </a:extLst>
                </p:cNvPr>
                <p:cNvPicPr/>
                <p:nvPr/>
              </p:nvPicPr>
              <p:blipFill>
                <a:blip r:embed="rId167"/>
                <a:stretch>
                  <a:fillRect/>
                </a:stretch>
              </p:blipFill>
              <p:spPr>
                <a:xfrm>
                  <a:off x="6517904" y="3145962"/>
                  <a:ext cx="11196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99" name="Ink 98">
                  <a:extLst>
                    <a:ext uri="{FF2B5EF4-FFF2-40B4-BE49-F238E27FC236}">
                      <a16:creationId xmlns:a16="http://schemas.microsoft.com/office/drawing/2014/main" id="{48CCE82E-9131-B692-3EAD-30DDFBDB51CA}"/>
                    </a:ext>
                  </a:extLst>
                </p14:cNvPr>
                <p14:cNvContentPartPr/>
                <p14:nvPr/>
              </p14:nvContentPartPr>
              <p14:xfrm>
                <a:off x="6552824" y="3163242"/>
                <a:ext cx="1816200" cy="682200"/>
              </p14:xfrm>
            </p:contentPart>
          </mc:Choice>
          <mc:Fallback xmlns="">
            <p:pic>
              <p:nvPicPr>
                <p:cNvPr id="99" name="Ink 98">
                  <a:extLst>
                    <a:ext uri="{FF2B5EF4-FFF2-40B4-BE49-F238E27FC236}">
                      <a16:creationId xmlns:a16="http://schemas.microsoft.com/office/drawing/2014/main" id="{48CCE82E-9131-B692-3EAD-30DDFBDB51CA}"/>
                    </a:ext>
                  </a:extLst>
                </p:cNvPr>
                <p:cNvPicPr/>
                <p:nvPr/>
              </p:nvPicPr>
              <p:blipFill>
                <a:blip r:embed="rId169"/>
                <a:stretch>
                  <a:fillRect/>
                </a:stretch>
              </p:blipFill>
              <p:spPr>
                <a:xfrm>
                  <a:off x="6544184" y="3154242"/>
                  <a:ext cx="1833840" cy="69984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0" name="Ink 99">
                  <a:extLst>
                    <a:ext uri="{FF2B5EF4-FFF2-40B4-BE49-F238E27FC236}">
                      <a16:creationId xmlns:a16="http://schemas.microsoft.com/office/drawing/2014/main" id="{95EF93CD-FB20-7D11-27BF-1D50E9BF4EA0}"/>
                    </a:ext>
                  </a:extLst>
                </p14:cNvPr>
                <p14:cNvContentPartPr/>
                <p14:nvPr/>
              </p14:nvContentPartPr>
              <p14:xfrm>
                <a:off x="5478944" y="2621802"/>
                <a:ext cx="2249280" cy="451440"/>
              </p14:xfrm>
            </p:contentPart>
          </mc:Choice>
          <mc:Fallback xmlns="">
            <p:pic>
              <p:nvPicPr>
                <p:cNvPr id="100" name="Ink 99">
                  <a:extLst>
                    <a:ext uri="{FF2B5EF4-FFF2-40B4-BE49-F238E27FC236}">
                      <a16:creationId xmlns:a16="http://schemas.microsoft.com/office/drawing/2014/main" id="{95EF93CD-FB20-7D11-27BF-1D50E9BF4EA0}"/>
                    </a:ext>
                  </a:extLst>
                </p:cNvPr>
                <p:cNvPicPr/>
                <p:nvPr/>
              </p:nvPicPr>
              <p:blipFill>
                <a:blip r:embed="rId171"/>
                <a:stretch>
                  <a:fillRect/>
                </a:stretch>
              </p:blipFill>
              <p:spPr>
                <a:xfrm>
                  <a:off x="5469944" y="2613162"/>
                  <a:ext cx="2266920" cy="46908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01" name="Ink 100">
                  <a:extLst>
                    <a:ext uri="{FF2B5EF4-FFF2-40B4-BE49-F238E27FC236}">
                      <a16:creationId xmlns:a16="http://schemas.microsoft.com/office/drawing/2014/main" id="{D38B8FD5-167C-5C0A-8328-6DB384BB4581}"/>
                    </a:ext>
                  </a:extLst>
                </p14:cNvPr>
                <p14:cNvContentPartPr/>
                <p14:nvPr/>
              </p14:nvContentPartPr>
              <p14:xfrm>
                <a:off x="5591984" y="2503722"/>
                <a:ext cx="3023280" cy="680760"/>
              </p14:xfrm>
            </p:contentPart>
          </mc:Choice>
          <mc:Fallback xmlns="">
            <p:pic>
              <p:nvPicPr>
                <p:cNvPr id="101" name="Ink 100">
                  <a:extLst>
                    <a:ext uri="{FF2B5EF4-FFF2-40B4-BE49-F238E27FC236}">
                      <a16:creationId xmlns:a16="http://schemas.microsoft.com/office/drawing/2014/main" id="{D38B8FD5-167C-5C0A-8328-6DB384BB4581}"/>
                    </a:ext>
                  </a:extLst>
                </p:cNvPr>
                <p:cNvPicPr/>
                <p:nvPr/>
              </p:nvPicPr>
              <p:blipFill>
                <a:blip r:embed="rId173"/>
                <a:stretch>
                  <a:fillRect/>
                </a:stretch>
              </p:blipFill>
              <p:spPr>
                <a:xfrm>
                  <a:off x="5582984" y="2495082"/>
                  <a:ext cx="3040920" cy="69840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03" name="Ink 102">
                  <a:extLst>
                    <a:ext uri="{FF2B5EF4-FFF2-40B4-BE49-F238E27FC236}">
                      <a16:creationId xmlns:a16="http://schemas.microsoft.com/office/drawing/2014/main" id="{952BCB44-9E1D-9112-EB4A-7B10FF6CE3FC}"/>
                    </a:ext>
                  </a:extLst>
                </p14:cNvPr>
                <p14:cNvContentPartPr/>
                <p14:nvPr/>
              </p14:nvContentPartPr>
              <p14:xfrm>
                <a:off x="5942624" y="2744202"/>
                <a:ext cx="44640" cy="142560"/>
              </p14:xfrm>
            </p:contentPart>
          </mc:Choice>
          <mc:Fallback xmlns="">
            <p:pic>
              <p:nvPicPr>
                <p:cNvPr id="103" name="Ink 102">
                  <a:extLst>
                    <a:ext uri="{FF2B5EF4-FFF2-40B4-BE49-F238E27FC236}">
                      <a16:creationId xmlns:a16="http://schemas.microsoft.com/office/drawing/2014/main" id="{952BCB44-9E1D-9112-EB4A-7B10FF6CE3FC}"/>
                    </a:ext>
                  </a:extLst>
                </p:cNvPr>
                <p:cNvPicPr/>
                <p:nvPr/>
              </p:nvPicPr>
              <p:blipFill>
                <a:blip r:embed="rId175"/>
                <a:stretch>
                  <a:fillRect/>
                </a:stretch>
              </p:blipFill>
              <p:spPr>
                <a:xfrm>
                  <a:off x="5933624" y="2735202"/>
                  <a:ext cx="6228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04" name="Ink 103">
                  <a:extLst>
                    <a:ext uri="{FF2B5EF4-FFF2-40B4-BE49-F238E27FC236}">
                      <a16:creationId xmlns:a16="http://schemas.microsoft.com/office/drawing/2014/main" id="{96241E02-4C3F-9E6E-0583-F07C047E72D9}"/>
                    </a:ext>
                  </a:extLst>
                </p14:cNvPr>
                <p14:cNvContentPartPr/>
                <p14:nvPr/>
              </p14:nvContentPartPr>
              <p14:xfrm>
                <a:off x="5921384" y="2901162"/>
                <a:ext cx="167400" cy="60480"/>
              </p14:xfrm>
            </p:contentPart>
          </mc:Choice>
          <mc:Fallback xmlns="">
            <p:pic>
              <p:nvPicPr>
                <p:cNvPr id="104" name="Ink 103">
                  <a:extLst>
                    <a:ext uri="{FF2B5EF4-FFF2-40B4-BE49-F238E27FC236}">
                      <a16:creationId xmlns:a16="http://schemas.microsoft.com/office/drawing/2014/main" id="{96241E02-4C3F-9E6E-0583-F07C047E72D9}"/>
                    </a:ext>
                  </a:extLst>
                </p:cNvPr>
                <p:cNvPicPr/>
                <p:nvPr/>
              </p:nvPicPr>
              <p:blipFill>
                <a:blip r:embed="rId177"/>
                <a:stretch>
                  <a:fillRect/>
                </a:stretch>
              </p:blipFill>
              <p:spPr>
                <a:xfrm>
                  <a:off x="5912384" y="2892522"/>
                  <a:ext cx="18504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05" name="Ink 104">
                  <a:extLst>
                    <a:ext uri="{FF2B5EF4-FFF2-40B4-BE49-F238E27FC236}">
                      <a16:creationId xmlns:a16="http://schemas.microsoft.com/office/drawing/2014/main" id="{7B0A306F-3FAD-F63D-4DC4-D14B602F3EDF}"/>
                    </a:ext>
                  </a:extLst>
                </p14:cNvPr>
                <p14:cNvContentPartPr/>
                <p14:nvPr/>
              </p14:nvContentPartPr>
              <p14:xfrm>
                <a:off x="5892944" y="2749602"/>
                <a:ext cx="174600" cy="86400"/>
              </p14:xfrm>
            </p:contentPart>
          </mc:Choice>
          <mc:Fallback xmlns="">
            <p:pic>
              <p:nvPicPr>
                <p:cNvPr id="105" name="Ink 104">
                  <a:extLst>
                    <a:ext uri="{FF2B5EF4-FFF2-40B4-BE49-F238E27FC236}">
                      <a16:creationId xmlns:a16="http://schemas.microsoft.com/office/drawing/2014/main" id="{7B0A306F-3FAD-F63D-4DC4-D14B602F3EDF}"/>
                    </a:ext>
                  </a:extLst>
                </p:cNvPr>
                <p:cNvPicPr/>
                <p:nvPr/>
              </p:nvPicPr>
              <p:blipFill>
                <a:blip r:embed="rId179"/>
                <a:stretch>
                  <a:fillRect/>
                </a:stretch>
              </p:blipFill>
              <p:spPr>
                <a:xfrm>
                  <a:off x="5883944" y="2740962"/>
                  <a:ext cx="19224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07" name="Ink 106">
                  <a:extLst>
                    <a:ext uri="{FF2B5EF4-FFF2-40B4-BE49-F238E27FC236}">
                      <a16:creationId xmlns:a16="http://schemas.microsoft.com/office/drawing/2014/main" id="{97B9DD58-979C-0DEA-E292-8BB9FA3313E7}"/>
                    </a:ext>
                  </a:extLst>
                </p14:cNvPr>
                <p14:cNvContentPartPr/>
                <p14:nvPr/>
              </p14:nvContentPartPr>
              <p14:xfrm>
                <a:off x="6110744" y="2909442"/>
                <a:ext cx="205200" cy="23400"/>
              </p14:xfrm>
            </p:contentPart>
          </mc:Choice>
          <mc:Fallback xmlns="">
            <p:pic>
              <p:nvPicPr>
                <p:cNvPr id="107" name="Ink 106">
                  <a:extLst>
                    <a:ext uri="{FF2B5EF4-FFF2-40B4-BE49-F238E27FC236}">
                      <a16:creationId xmlns:a16="http://schemas.microsoft.com/office/drawing/2014/main" id="{97B9DD58-979C-0DEA-E292-8BB9FA3313E7}"/>
                    </a:ext>
                  </a:extLst>
                </p:cNvPr>
                <p:cNvPicPr/>
                <p:nvPr/>
              </p:nvPicPr>
              <p:blipFill>
                <a:blip r:embed="rId181"/>
                <a:stretch>
                  <a:fillRect/>
                </a:stretch>
              </p:blipFill>
              <p:spPr>
                <a:xfrm>
                  <a:off x="6102104" y="2900802"/>
                  <a:ext cx="22284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08" name="Ink 107">
                  <a:extLst>
                    <a:ext uri="{FF2B5EF4-FFF2-40B4-BE49-F238E27FC236}">
                      <a16:creationId xmlns:a16="http://schemas.microsoft.com/office/drawing/2014/main" id="{2C7D5FAB-8925-24CB-3FC7-5593E7DE8B18}"/>
                    </a:ext>
                  </a:extLst>
                </p14:cNvPr>
                <p14:cNvContentPartPr/>
                <p14:nvPr/>
              </p14:nvContentPartPr>
              <p14:xfrm>
                <a:off x="6368504" y="2722602"/>
                <a:ext cx="134280" cy="210240"/>
              </p14:xfrm>
            </p:contentPart>
          </mc:Choice>
          <mc:Fallback xmlns="">
            <p:pic>
              <p:nvPicPr>
                <p:cNvPr id="108" name="Ink 107">
                  <a:extLst>
                    <a:ext uri="{FF2B5EF4-FFF2-40B4-BE49-F238E27FC236}">
                      <a16:creationId xmlns:a16="http://schemas.microsoft.com/office/drawing/2014/main" id="{2C7D5FAB-8925-24CB-3FC7-5593E7DE8B18}"/>
                    </a:ext>
                  </a:extLst>
                </p:cNvPr>
                <p:cNvPicPr/>
                <p:nvPr/>
              </p:nvPicPr>
              <p:blipFill>
                <a:blip r:embed="rId183"/>
                <a:stretch>
                  <a:fillRect/>
                </a:stretch>
              </p:blipFill>
              <p:spPr>
                <a:xfrm>
                  <a:off x="6359864" y="2713962"/>
                  <a:ext cx="151920"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09" name="Ink 108">
                  <a:extLst>
                    <a:ext uri="{FF2B5EF4-FFF2-40B4-BE49-F238E27FC236}">
                      <a16:creationId xmlns:a16="http://schemas.microsoft.com/office/drawing/2014/main" id="{AA2F5348-F56E-6533-7314-E017E8286764}"/>
                    </a:ext>
                  </a:extLst>
                </p14:cNvPr>
                <p14:cNvContentPartPr/>
                <p14:nvPr/>
              </p14:nvContentPartPr>
              <p14:xfrm>
                <a:off x="6618704" y="2772282"/>
                <a:ext cx="127800" cy="130680"/>
              </p14:xfrm>
            </p:contentPart>
          </mc:Choice>
          <mc:Fallback xmlns="">
            <p:pic>
              <p:nvPicPr>
                <p:cNvPr id="109" name="Ink 108">
                  <a:extLst>
                    <a:ext uri="{FF2B5EF4-FFF2-40B4-BE49-F238E27FC236}">
                      <a16:creationId xmlns:a16="http://schemas.microsoft.com/office/drawing/2014/main" id="{AA2F5348-F56E-6533-7314-E017E8286764}"/>
                    </a:ext>
                  </a:extLst>
                </p:cNvPr>
                <p:cNvPicPr/>
                <p:nvPr/>
              </p:nvPicPr>
              <p:blipFill>
                <a:blip r:embed="rId185"/>
                <a:stretch>
                  <a:fillRect/>
                </a:stretch>
              </p:blipFill>
              <p:spPr>
                <a:xfrm>
                  <a:off x="6610064" y="2763282"/>
                  <a:ext cx="14544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0" name="Ink 109">
                  <a:extLst>
                    <a:ext uri="{FF2B5EF4-FFF2-40B4-BE49-F238E27FC236}">
                      <a16:creationId xmlns:a16="http://schemas.microsoft.com/office/drawing/2014/main" id="{D5D5D9F8-C7F4-419E-B9A7-6A01854344F0}"/>
                    </a:ext>
                  </a:extLst>
                </p14:cNvPr>
                <p14:cNvContentPartPr/>
                <p14:nvPr/>
              </p14:nvContentPartPr>
              <p14:xfrm>
                <a:off x="6899504" y="2882082"/>
                <a:ext cx="130320" cy="12240"/>
              </p14:xfrm>
            </p:contentPart>
          </mc:Choice>
          <mc:Fallback xmlns="">
            <p:pic>
              <p:nvPicPr>
                <p:cNvPr id="110" name="Ink 109">
                  <a:extLst>
                    <a:ext uri="{FF2B5EF4-FFF2-40B4-BE49-F238E27FC236}">
                      <a16:creationId xmlns:a16="http://schemas.microsoft.com/office/drawing/2014/main" id="{D5D5D9F8-C7F4-419E-B9A7-6A01854344F0}"/>
                    </a:ext>
                  </a:extLst>
                </p:cNvPr>
                <p:cNvPicPr/>
                <p:nvPr/>
              </p:nvPicPr>
              <p:blipFill>
                <a:blip r:embed="rId187"/>
                <a:stretch>
                  <a:fillRect/>
                </a:stretch>
              </p:blipFill>
              <p:spPr>
                <a:xfrm>
                  <a:off x="6890504" y="2873082"/>
                  <a:ext cx="14796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11" name="Ink 110">
                  <a:extLst>
                    <a:ext uri="{FF2B5EF4-FFF2-40B4-BE49-F238E27FC236}">
                      <a16:creationId xmlns:a16="http://schemas.microsoft.com/office/drawing/2014/main" id="{CC32C1B7-D0F2-52AA-62FA-61DDD8EB9EC2}"/>
                    </a:ext>
                  </a:extLst>
                </p14:cNvPr>
                <p14:cNvContentPartPr/>
                <p14:nvPr/>
              </p14:nvContentPartPr>
              <p14:xfrm>
                <a:off x="7163384" y="2708562"/>
                <a:ext cx="232560" cy="193320"/>
              </p14:xfrm>
            </p:contentPart>
          </mc:Choice>
          <mc:Fallback xmlns="">
            <p:pic>
              <p:nvPicPr>
                <p:cNvPr id="111" name="Ink 110">
                  <a:extLst>
                    <a:ext uri="{FF2B5EF4-FFF2-40B4-BE49-F238E27FC236}">
                      <a16:creationId xmlns:a16="http://schemas.microsoft.com/office/drawing/2014/main" id="{CC32C1B7-D0F2-52AA-62FA-61DDD8EB9EC2}"/>
                    </a:ext>
                  </a:extLst>
                </p:cNvPr>
                <p:cNvPicPr/>
                <p:nvPr/>
              </p:nvPicPr>
              <p:blipFill>
                <a:blip r:embed="rId189"/>
                <a:stretch>
                  <a:fillRect/>
                </a:stretch>
              </p:blipFill>
              <p:spPr>
                <a:xfrm>
                  <a:off x="7154384" y="2699922"/>
                  <a:ext cx="25020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12" name="Ink 111">
                  <a:extLst>
                    <a:ext uri="{FF2B5EF4-FFF2-40B4-BE49-F238E27FC236}">
                      <a16:creationId xmlns:a16="http://schemas.microsoft.com/office/drawing/2014/main" id="{CA59B32D-A614-5D94-DA78-F3492A909AF8}"/>
                    </a:ext>
                  </a:extLst>
                </p14:cNvPr>
                <p14:cNvContentPartPr/>
                <p14:nvPr/>
              </p14:nvContentPartPr>
              <p14:xfrm>
                <a:off x="7407824" y="2773722"/>
                <a:ext cx="193680" cy="128880"/>
              </p14:xfrm>
            </p:contentPart>
          </mc:Choice>
          <mc:Fallback xmlns="">
            <p:pic>
              <p:nvPicPr>
                <p:cNvPr id="112" name="Ink 111">
                  <a:extLst>
                    <a:ext uri="{FF2B5EF4-FFF2-40B4-BE49-F238E27FC236}">
                      <a16:creationId xmlns:a16="http://schemas.microsoft.com/office/drawing/2014/main" id="{CA59B32D-A614-5D94-DA78-F3492A909AF8}"/>
                    </a:ext>
                  </a:extLst>
                </p:cNvPr>
                <p:cNvPicPr/>
                <p:nvPr/>
              </p:nvPicPr>
              <p:blipFill>
                <a:blip r:embed="rId191"/>
                <a:stretch>
                  <a:fillRect/>
                </a:stretch>
              </p:blipFill>
              <p:spPr>
                <a:xfrm>
                  <a:off x="7399184" y="2764722"/>
                  <a:ext cx="21132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13" name="Ink 112">
                  <a:extLst>
                    <a:ext uri="{FF2B5EF4-FFF2-40B4-BE49-F238E27FC236}">
                      <a16:creationId xmlns:a16="http://schemas.microsoft.com/office/drawing/2014/main" id="{19C5AA48-5D9D-2786-74C7-B2209D18229C}"/>
                    </a:ext>
                  </a:extLst>
                </p14:cNvPr>
                <p14:cNvContentPartPr/>
                <p14:nvPr/>
              </p14:nvContentPartPr>
              <p14:xfrm>
                <a:off x="7675304" y="2731242"/>
                <a:ext cx="176040" cy="174960"/>
              </p14:xfrm>
            </p:contentPart>
          </mc:Choice>
          <mc:Fallback xmlns="">
            <p:pic>
              <p:nvPicPr>
                <p:cNvPr id="113" name="Ink 112">
                  <a:extLst>
                    <a:ext uri="{FF2B5EF4-FFF2-40B4-BE49-F238E27FC236}">
                      <a16:creationId xmlns:a16="http://schemas.microsoft.com/office/drawing/2014/main" id="{19C5AA48-5D9D-2786-74C7-B2209D18229C}"/>
                    </a:ext>
                  </a:extLst>
                </p:cNvPr>
                <p:cNvPicPr/>
                <p:nvPr/>
              </p:nvPicPr>
              <p:blipFill>
                <a:blip r:embed="rId193"/>
                <a:stretch>
                  <a:fillRect/>
                </a:stretch>
              </p:blipFill>
              <p:spPr>
                <a:xfrm>
                  <a:off x="7666304" y="2722242"/>
                  <a:ext cx="19368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15" name="Ink 114">
                  <a:extLst>
                    <a:ext uri="{FF2B5EF4-FFF2-40B4-BE49-F238E27FC236}">
                      <a16:creationId xmlns:a16="http://schemas.microsoft.com/office/drawing/2014/main" id="{A81D40E4-0C4B-EFB0-82C6-1E9FC04205D0}"/>
                    </a:ext>
                  </a:extLst>
                </p14:cNvPr>
                <p14:cNvContentPartPr/>
                <p14:nvPr/>
              </p14:nvContentPartPr>
              <p14:xfrm>
                <a:off x="2184944" y="2336322"/>
                <a:ext cx="1906200" cy="1738800"/>
              </p14:xfrm>
            </p:contentPart>
          </mc:Choice>
          <mc:Fallback xmlns="">
            <p:pic>
              <p:nvPicPr>
                <p:cNvPr id="115" name="Ink 114">
                  <a:extLst>
                    <a:ext uri="{FF2B5EF4-FFF2-40B4-BE49-F238E27FC236}">
                      <a16:creationId xmlns:a16="http://schemas.microsoft.com/office/drawing/2014/main" id="{A81D40E4-0C4B-EFB0-82C6-1E9FC04205D0}"/>
                    </a:ext>
                  </a:extLst>
                </p:cNvPr>
                <p:cNvPicPr/>
                <p:nvPr/>
              </p:nvPicPr>
              <p:blipFill>
                <a:blip r:embed="rId195"/>
                <a:stretch>
                  <a:fillRect/>
                </a:stretch>
              </p:blipFill>
              <p:spPr>
                <a:xfrm>
                  <a:off x="2175944" y="2327682"/>
                  <a:ext cx="1923840" cy="175644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16" name="Ink 115">
                  <a:extLst>
                    <a:ext uri="{FF2B5EF4-FFF2-40B4-BE49-F238E27FC236}">
                      <a16:creationId xmlns:a16="http://schemas.microsoft.com/office/drawing/2014/main" id="{E7F7DA46-ED9C-9788-0769-327C6E245088}"/>
                    </a:ext>
                  </a:extLst>
                </p14:cNvPr>
                <p14:cNvContentPartPr/>
                <p14:nvPr/>
              </p14:nvContentPartPr>
              <p14:xfrm>
                <a:off x="3959744" y="2318682"/>
                <a:ext cx="29520" cy="111240"/>
              </p14:xfrm>
            </p:contentPart>
          </mc:Choice>
          <mc:Fallback xmlns="">
            <p:pic>
              <p:nvPicPr>
                <p:cNvPr id="116" name="Ink 115">
                  <a:extLst>
                    <a:ext uri="{FF2B5EF4-FFF2-40B4-BE49-F238E27FC236}">
                      <a16:creationId xmlns:a16="http://schemas.microsoft.com/office/drawing/2014/main" id="{E7F7DA46-ED9C-9788-0769-327C6E245088}"/>
                    </a:ext>
                  </a:extLst>
                </p:cNvPr>
                <p:cNvPicPr/>
                <p:nvPr/>
              </p:nvPicPr>
              <p:blipFill>
                <a:blip r:embed="rId197"/>
                <a:stretch>
                  <a:fillRect/>
                </a:stretch>
              </p:blipFill>
              <p:spPr>
                <a:xfrm>
                  <a:off x="3950744" y="2309682"/>
                  <a:ext cx="4716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17" name="Ink 116">
                  <a:extLst>
                    <a:ext uri="{FF2B5EF4-FFF2-40B4-BE49-F238E27FC236}">
                      <a16:creationId xmlns:a16="http://schemas.microsoft.com/office/drawing/2014/main" id="{2E6E7A67-CA1A-1CC2-3520-633E7C68743A}"/>
                    </a:ext>
                  </a:extLst>
                </p14:cNvPr>
                <p14:cNvContentPartPr/>
                <p14:nvPr/>
              </p14:nvContentPartPr>
              <p14:xfrm>
                <a:off x="3961904" y="2295642"/>
                <a:ext cx="138960" cy="88560"/>
              </p14:xfrm>
            </p:contentPart>
          </mc:Choice>
          <mc:Fallback xmlns="">
            <p:pic>
              <p:nvPicPr>
                <p:cNvPr id="117" name="Ink 116">
                  <a:extLst>
                    <a:ext uri="{FF2B5EF4-FFF2-40B4-BE49-F238E27FC236}">
                      <a16:creationId xmlns:a16="http://schemas.microsoft.com/office/drawing/2014/main" id="{2E6E7A67-CA1A-1CC2-3520-633E7C68743A}"/>
                    </a:ext>
                  </a:extLst>
                </p:cNvPr>
                <p:cNvPicPr/>
                <p:nvPr/>
              </p:nvPicPr>
              <p:blipFill>
                <a:blip r:embed="rId199"/>
                <a:stretch>
                  <a:fillRect/>
                </a:stretch>
              </p:blipFill>
              <p:spPr>
                <a:xfrm>
                  <a:off x="3953264" y="2286642"/>
                  <a:ext cx="15660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19" name="Ink 118">
                  <a:extLst>
                    <a:ext uri="{FF2B5EF4-FFF2-40B4-BE49-F238E27FC236}">
                      <a16:creationId xmlns:a16="http://schemas.microsoft.com/office/drawing/2014/main" id="{E1E8E8B6-5E5F-1CE4-9D4D-4FC29B35443C}"/>
                    </a:ext>
                  </a:extLst>
                </p14:cNvPr>
                <p14:cNvContentPartPr/>
                <p14:nvPr/>
              </p14:nvContentPartPr>
              <p14:xfrm>
                <a:off x="4307864" y="2319042"/>
                <a:ext cx="1147320" cy="484200"/>
              </p14:xfrm>
            </p:contentPart>
          </mc:Choice>
          <mc:Fallback xmlns="">
            <p:pic>
              <p:nvPicPr>
                <p:cNvPr id="119" name="Ink 118">
                  <a:extLst>
                    <a:ext uri="{FF2B5EF4-FFF2-40B4-BE49-F238E27FC236}">
                      <a16:creationId xmlns:a16="http://schemas.microsoft.com/office/drawing/2014/main" id="{E1E8E8B6-5E5F-1CE4-9D4D-4FC29B35443C}"/>
                    </a:ext>
                  </a:extLst>
                </p:cNvPr>
                <p:cNvPicPr/>
                <p:nvPr/>
              </p:nvPicPr>
              <p:blipFill>
                <a:blip r:embed="rId201"/>
                <a:stretch>
                  <a:fillRect/>
                </a:stretch>
              </p:blipFill>
              <p:spPr>
                <a:xfrm>
                  <a:off x="4299224" y="2310402"/>
                  <a:ext cx="1164960" cy="50184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20" name="Ink 119">
                  <a:extLst>
                    <a:ext uri="{FF2B5EF4-FFF2-40B4-BE49-F238E27FC236}">
                      <a16:creationId xmlns:a16="http://schemas.microsoft.com/office/drawing/2014/main" id="{3BFACF9C-49EF-EE95-D020-F44C9FF9A74B}"/>
                    </a:ext>
                  </a:extLst>
                </p14:cNvPr>
                <p14:cNvContentPartPr/>
                <p14:nvPr/>
              </p14:nvContentPartPr>
              <p14:xfrm>
                <a:off x="4286984" y="2339922"/>
                <a:ext cx="170280" cy="92160"/>
              </p14:xfrm>
            </p:contentPart>
          </mc:Choice>
          <mc:Fallback xmlns="">
            <p:pic>
              <p:nvPicPr>
                <p:cNvPr id="120" name="Ink 119">
                  <a:extLst>
                    <a:ext uri="{FF2B5EF4-FFF2-40B4-BE49-F238E27FC236}">
                      <a16:creationId xmlns:a16="http://schemas.microsoft.com/office/drawing/2014/main" id="{3BFACF9C-49EF-EE95-D020-F44C9FF9A74B}"/>
                    </a:ext>
                  </a:extLst>
                </p:cNvPr>
                <p:cNvPicPr/>
                <p:nvPr/>
              </p:nvPicPr>
              <p:blipFill>
                <a:blip r:embed="rId203"/>
                <a:stretch>
                  <a:fillRect/>
                </a:stretch>
              </p:blipFill>
              <p:spPr>
                <a:xfrm>
                  <a:off x="4278344" y="2330922"/>
                  <a:ext cx="18792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21" name="Ink 120">
                  <a:extLst>
                    <a:ext uri="{FF2B5EF4-FFF2-40B4-BE49-F238E27FC236}">
                      <a16:creationId xmlns:a16="http://schemas.microsoft.com/office/drawing/2014/main" id="{9460635B-5DFC-83B2-941E-4A91B757C7EB}"/>
                    </a:ext>
                  </a:extLst>
                </p14:cNvPr>
                <p14:cNvContentPartPr/>
                <p14:nvPr/>
              </p14:nvContentPartPr>
              <p14:xfrm>
                <a:off x="2544224" y="1735842"/>
                <a:ext cx="3702600" cy="623520"/>
              </p14:xfrm>
            </p:contentPart>
          </mc:Choice>
          <mc:Fallback xmlns="">
            <p:pic>
              <p:nvPicPr>
                <p:cNvPr id="121" name="Ink 120">
                  <a:extLst>
                    <a:ext uri="{FF2B5EF4-FFF2-40B4-BE49-F238E27FC236}">
                      <a16:creationId xmlns:a16="http://schemas.microsoft.com/office/drawing/2014/main" id="{9460635B-5DFC-83B2-941E-4A91B757C7EB}"/>
                    </a:ext>
                  </a:extLst>
                </p:cNvPr>
                <p:cNvPicPr/>
                <p:nvPr/>
              </p:nvPicPr>
              <p:blipFill>
                <a:blip r:embed="rId205"/>
                <a:stretch>
                  <a:fillRect/>
                </a:stretch>
              </p:blipFill>
              <p:spPr>
                <a:xfrm>
                  <a:off x="2535584" y="1726842"/>
                  <a:ext cx="3720240" cy="64116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23" name="Ink 122">
                  <a:extLst>
                    <a:ext uri="{FF2B5EF4-FFF2-40B4-BE49-F238E27FC236}">
                      <a16:creationId xmlns:a16="http://schemas.microsoft.com/office/drawing/2014/main" id="{74B52C6E-B7E0-08BC-35CA-A4795463D389}"/>
                    </a:ext>
                  </a:extLst>
                </p14:cNvPr>
                <p14:cNvContentPartPr/>
                <p14:nvPr/>
              </p14:nvContentPartPr>
              <p14:xfrm>
                <a:off x="2544224" y="1649802"/>
                <a:ext cx="3588120" cy="603360"/>
              </p14:xfrm>
            </p:contentPart>
          </mc:Choice>
          <mc:Fallback xmlns="">
            <p:pic>
              <p:nvPicPr>
                <p:cNvPr id="123" name="Ink 122">
                  <a:extLst>
                    <a:ext uri="{FF2B5EF4-FFF2-40B4-BE49-F238E27FC236}">
                      <a16:creationId xmlns:a16="http://schemas.microsoft.com/office/drawing/2014/main" id="{74B52C6E-B7E0-08BC-35CA-A4795463D389}"/>
                    </a:ext>
                  </a:extLst>
                </p:cNvPr>
                <p:cNvPicPr/>
                <p:nvPr/>
              </p:nvPicPr>
              <p:blipFill>
                <a:blip r:embed="rId207"/>
                <a:stretch>
                  <a:fillRect/>
                </a:stretch>
              </p:blipFill>
              <p:spPr>
                <a:xfrm>
                  <a:off x="2535584" y="1640802"/>
                  <a:ext cx="3605760" cy="62100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25" name="Ink 124">
                  <a:extLst>
                    <a:ext uri="{FF2B5EF4-FFF2-40B4-BE49-F238E27FC236}">
                      <a16:creationId xmlns:a16="http://schemas.microsoft.com/office/drawing/2014/main" id="{6B26B7E2-6988-E3BF-4344-1D336B086DD7}"/>
                    </a:ext>
                  </a:extLst>
                </p14:cNvPr>
                <p14:cNvContentPartPr/>
                <p14:nvPr/>
              </p14:nvContentPartPr>
              <p14:xfrm>
                <a:off x="3240104" y="1933842"/>
                <a:ext cx="32040" cy="139680"/>
              </p14:xfrm>
            </p:contentPart>
          </mc:Choice>
          <mc:Fallback xmlns="">
            <p:pic>
              <p:nvPicPr>
                <p:cNvPr id="125" name="Ink 124">
                  <a:extLst>
                    <a:ext uri="{FF2B5EF4-FFF2-40B4-BE49-F238E27FC236}">
                      <a16:creationId xmlns:a16="http://schemas.microsoft.com/office/drawing/2014/main" id="{6B26B7E2-6988-E3BF-4344-1D336B086DD7}"/>
                    </a:ext>
                  </a:extLst>
                </p:cNvPr>
                <p:cNvPicPr/>
                <p:nvPr/>
              </p:nvPicPr>
              <p:blipFill>
                <a:blip r:embed="rId209"/>
                <a:stretch>
                  <a:fillRect/>
                </a:stretch>
              </p:blipFill>
              <p:spPr>
                <a:xfrm>
                  <a:off x="3231104" y="1924842"/>
                  <a:ext cx="4968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26" name="Ink 125">
                  <a:extLst>
                    <a:ext uri="{FF2B5EF4-FFF2-40B4-BE49-F238E27FC236}">
                      <a16:creationId xmlns:a16="http://schemas.microsoft.com/office/drawing/2014/main" id="{F69D6D8E-4035-F8D9-243D-0892C025DAF9}"/>
                    </a:ext>
                  </a:extLst>
                </p14:cNvPr>
                <p14:cNvContentPartPr/>
                <p14:nvPr/>
              </p14:nvContentPartPr>
              <p14:xfrm>
                <a:off x="3201944" y="2112042"/>
                <a:ext cx="213120" cy="28080"/>
              </p14:xfrm>
            </p:contentPart>
          </mc:Choice>
          <mc:Fallback xmlns="">
            <p:pic>
              <p:nvPicPr>
                <p:cNvPr id="126" name="Ink 125">
                  <a:extLst>
                    <a:ext uri="{FF2B5EF4-FFF2-40B4-BE49-F238E27FC236}">
                      <a16:creationId xmlns:a16="http://schemas.microsoft.com/office/drawing/2014/main" id="{F69D6D8E-4035-F8D9-243D-0892C025DAF9}"/>
                    </a:ext>
                  </a:extLst>
                </p:cNvPr>
                <p:cNvPicPr/>
                <p:nvPr/>
              </p:nvPicPr>
              <p:blipFill>
                <a:blip r:embed="rId211"/>
                <a:stretch>
                  <a:fillRect/>
                </a:stretch>
              </p:blipFill>
              <p:spPr>
                <a:xfrm>
                  <a:off x="3192944" y="2103402"/>
                  <a:ext cx="23076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27" name="Ink 126">
                  <a:extLst>
                    <a:ext uri="{FF2B5EF4-FFF2-40B4-BE49-F238E27FC236}">
                      <a16:creationId xmlns:a16="http://schemas.microsoft.com/office/drawing/2014/main" id="{6947E588-F450-2F58-F512-D37BBB8DAE0F}"/>
                    </a:ext>
                  </a:extLst>
                </p14:cNvPr>
                <p14:cNvContentPartPr/>
                <p14:nvPr/>
              </p14:nvContentPartPr>
              <p14:xfrm>
                <a:off x="3137144" y="1946082"/>
                <a:ext cx="262800" cy="121320"/>
              </p14:xfrm>
            </p:contentPart>
          </mc:Choice>
          <mc:Fallback xmlns="">
            <p:pic>
              <p:nvPicPr>
                <p:cNvPr id="127" name="Ink 126">
                  <a:extLst>
                    <a:ext uri="{FF2B5EF4-FFF2-40B4-BE49-F238E27FC236}">
                      <a16:creationId xmlns:a16="http://schemas.microsoft.com/office/drawing/2014/main" id="{6947E588-F450-2F58-F512-D37BBB8DAE0F}"/>
                    </a:ext>
                  </a:extLst>
                </p:cNvPr>
                <p:cNvPicPr/>
                <p:nvPr/>
              </p:nvPicPr>
              <p:blipFill>
                <a:blip r:embed="rId213"/>
                <a:stretch>
                  <a:fillRect/>
                </a:stretch>
              </p:blipFill>
              <p:spPr>
                <a:xfrm>
                  <a:off x="3128504" y="1937082"/>
                  <a:ext cx="28044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28" name="Ink 127">
                  <a:extLst>
                    <a:ext uri="{FF2B5EF4-FFF2-40B4-BE49-F238E27FC236}">
                      <a16:creationId xmlns:a16="http://schemas.microsoft.com/office/drawing/2014/main" id="{A29A82C7-5F96-6ECC-653C-3DFEC88E2996}"/>
                    </a:ext>
                  </a:extLst>
                </p14:cNvPr>
                <p14:cNvContentPartPr/>
                <p14:nvPr/>
              </p14:nvContentPartPr>
              <p14:xfrm>
                <a:off x="3431984" y="2116722"/>
                <a:ext cx="107640" cy="10440"/>
              </p14:xfrm>
            </p:contentPart>
          </mc:Choice>
          <mc:Fallback xmlns="">
            <p:pic>
              <p:nvPicPr>
                <p:cNvPr id="128" name="Ink 127">
                  <a:extLst>
                    <a:ext uri="{FF2B5EF4-FFF2-40B4-BE49-F238E27FC236}">
                      <a16:creationId xmlns:a16="http://schemas.microsoft.com/office/drawing/2014/main" id="{A29A82C7-5F96-6ECC-653C-3DFEC88E2996}"/>
                    </a:ext>
                  </a:extLst>
                </p:cNvPr>
                <p:cNvPicPr/>
                <p:nvPr/>
              </p:nvPicPr>
              <p:blipFill>
                <a:blip r:embed="rId215"/>
                <a:stretch>
                  <a:fillRect/>
                </a:stretch>
              </p:blipFill>
              <p:spPr>
                <a:xfrm>
                  <a:off x="3423344" y="2108082"/>
                  <a:ext cx="12528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29" name="Ink 128">
                  <a:extLst>
                    <a:ext uri="{FF2B5EF4-FFF2-40B4-BE49-F238E27FC236}">
                      <a16:creationId xmlns:a16="http://schemas.microsoft.com/office/drawing/2014/main" id="{D29A27AB-F4ED-2945-F930-3C22E7A08473}"/>
                    </a:ext>
                  </a:extLst>
                </p14:cNvPr>
                <p14:cNvContentPartPr/>
                <p14:nvPr/>
              </p14:nvContentPartPr>
              <p14:xfrm>
                <a:off x="3647264" y="1894962"/>
                <a:ext cx="142560" cy="201960"/>
              </p14:xfrm>
            </p:contentPart>
          </mc:Choice>
          <mc:Fallback xmlns="">
            <p:pic>
              <p:nvPicPr>
                <p:cNvPr id="129" name="Ink 128">
                  <a:extLst>
                    <a:ext uri="{FF2B5EF4-FFF2-40B4-BE49-F238E27FC236}">
                      <a16:creationId xmlns:a16="http://schemas.microsoft.com/office/drawing/2014/main" id="{D29A27AB-F4ED-2945-F930-3C22E7A08473}"/>
                    </a:ext>
                  </a:extLst>
                </p:cNvPr>
                <p:cNvPicPr/>
                <p:nvPr/>
              </p:nvPicPr>
              <p:blipFill>
                <a:blip r:embed="rId217"/>
                <a:stretch>
                  <a:fillRect/>
                </a:stretch>
              </p:blipFill>
              <p:spPr>
                <a:xfrm>
                  <a:off x="3638624" y="1886322"/>
                  <a:ext cx="160200" cy="21960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30" name="Ink 129">
                  <a:extLst>
                    <a:ext uri="{FF2B5EF4-FFF2-40B4-BE49-F238E27FC236}">
                      <a16:creationId xmlns:a16="http://schemas.microsoft.com/office/drawing/2014/main" id="{B38A395B-23A8-ACC8-2794-1236FFD09302}"/>
                    </a:ext>
                  </a:extLst>
                </p14:cNvPr>
                <p14:cNvContentPartPr/>
                <p14:nvPr/>
              </p14:nvContentPartPr>
              <p14:xfrm>
                <a:off x="3863624" y="1952922"/>
                <a:ext cx="143280" cy="128520"/>
              </p14:xfrm>
            </p:contentPart>
          </mc:Choice>
          <mc:Fallback xmlns="">
            <p:pic>
              <p:nvPicPr>
                <p:cNvPr id="130" name="Ink 129">
                  <a:extLst>
                    <a:ext uri="{FF2B5EF4-FFF2-40B4-BE49-F238E27FC236}">
                      <a16:creationId xmlns:a16="http://schemas.microsoft.com/office/drawing/2014/main" id="{B38A395B-23A8-ACC8-2794-1236FFD09302}"/>
                    </a:ext>
                  </a:extLst>
                </p:cNvPr>
                <p:cNvPicPr/>
                <p:nvPr/>
              </p:nvPicPr>
              <p:blipFill>
                <a:blip r:embed="rId219"/>
                <a:stretch>
                  <a:fillRect/>
                </a:stretch>
              </p:blipFill>
              <p:spPr>
                <a:xfrm>
                  <a:off x="3854624" y="1944282"/>
                  <a:ext cx="16092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31" name="Ink 130">
                  <a:extLst>
                    <a:ext uri="{FF2B5EF4-FFF2-40B4-BE49-F238E27FC236}">
                      <a16:creationId xmlns:a16="http://schemas.microsoft.com/office/drawing/2014/main" id="{AEA723FD-DE1C-5895-74EB-4F03F9079D49}"/>
                    </a:ext>
                  </a:extLst>
                </p14:cNvPr>
                <p14:cNvContentPartPr/>
                <p14:nvPr/>
              </p14:nvContentPartPr>
              <p14:xfrm>
                <a:off x="4128224" y="2058762"/>
                <a:ext cx="106560" cy="30960"/>
              </p14:xfrm>
            </p:contentPart>
          </mc:Choice>
          <mc:Fallback xmlns="">
            <p:pic>
              <p:nvPicPr>
                <p:cNvPr id="131" name="Ink 130">
                  <a:extLst>
                    <a:ext uri="{FF2B5EF4-FFF2-40B4-BE49-F238E27FC236}">
                      <a16:creationId xmlns:a16="http://schemas.microsoft.com/office/drawing/2014/main" id="{AEA723FD-DE1C-5895-74EB-4F03F9079D49}"/>
                    </a:ext>
                  </a:extLst>
                </p:cNvPr>
                <p:cNvPicPr/>
                <p:nvPr/>
              </p:nvPicPr>
              <p:blipFill>
                <a:blip r:embed="rId221"/>
                <a:stretch>
                  <a:fillRect/>
                </a:stretch>
              </p:blipFill>
              <p:spPr>
                <a:xfrm>
                  <a:off x="4119224" y="2050122"/>
                  <a:ext cx="12420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32" name="Ink 131">
                  <a:extLst>
                    <a:ext uri="{FF2B5EF4-FFF2-40B4-BE49-F238E27FC236}">
                      <a16:creationId xmlns:a16="http://schemas.microsoft.com/office/drawing/2014/main" id="{E50AEF2F-A56F-9896-C3D2-979601DA598A}"/>
                    </a:ext>
                  </a:extLst>
                </p14:cNvPr>
                <p14:cNvContentPartPr/>
                <p14:nvPr/>
              </p14:nvContentPartPr>
              <p14:xfrm>
                <a:off x="4287704" y="1856082"/>
                <a:ext cx="168120" cy="198000"/>
              </p14:xfrm>
            </p:contentPart>
          </mc:Choice>
          <mc:Fallback xmlns="">
            <p:pic>
              <p:nvPicPr>
                <p:cNvPr id="132" name="Ink 131">
                  <a:extLst>
                    <a:ext uri="{FF2B5EF4-FFF2-40B4-BE49-F238E27FC236}">
                      <a16:creationId xmlns:a16="http://schemas.microsoft.com/office/drawing/2014/main" id="{E50AEF2F-A56F-9896-C3D2-979601DA598A}"/>
                    </a:ext>
                  </a:extLst>
                </p:cNvPr>
                <p:cNvPicPr/>
                <p:nvPr/>
              </p:nvPicPr>
              <p:blipFill>
                <a:blip r:embed="rId223"/>
                <a:stretch>
                  <a:fillRect/>
                </a:stretch>
              </p:blipFill>
              <p:spPr>
                <a:xfrm>
                  <a:off x="4279064" y="1847082"/>
                  <a:ext cx="18576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33" name="Ink 132">
                  <a:extLst>
                    <a:ext uri="{FF2B5EF4-FFF2-40B4-BE49-F238E27FC236}">
                      <a16:creationId xmlns:a16="http://schemas.microsoft.com/office/drawing/2014/main" id="{4114AFAA-2EEA-85DD-6814-995B6844C2C0}"/>
                    </a:ext>
                  </a:extLst>
                </p14:cNvPr>
                <p14:cNvContentPartPr/>
                <p14:nvPr/>
              </p14:nvContentPartPr>
              <p14:xfrm>
                <a:off x="4518824" y="1907562"/>
                <a:ext cx="137880" cy="142200"/>
              </p14:xfrm>
            </p:contentPart>
          </mc:Choice>
          <mc:Fallback xmlns="">
            <p:pic>
              <p:nvPicPr>
                <p:cNvPr id="133" name="Ink 132">
                  <a:extLst>
                    <a:ext uri="{FF2B5EF4-FFF2-40B4-BE49-F238E27FC236}">
                      <a16:creationId xmlns:a16="http://schemas.microsoft.com/office/drawing/2014/main" id="{4114AFAA-2EEA-85DD-6814-995B6844C2C0}"/>
                    </a:ext>
                  </a:extLst>
                </p:cNvPr>
                <p:cNvPicPr/>
                <p:nvPr/>
              </p:nvPicPr>
              <p:blipFill>
                <a:blip r:embed="rId225"/>
                <a:stretch>
                  <a:fillRect/>
                </a:stretch>
              </p:blipFill>
              <p:spPr>
                <a:xfrm>
                  <a:off x="4509824" y="1898562"/>
                  <a:ext cx="15552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34" name="Ink 133">
                  <a:extLst>
                    <a:ext uri="{FF2B5EF4-FFF2-40B4-BE49-F238E27FC236}">
                      <a16:creationId xmlns:a16="http://schemas.microsoft.com/office/drawing/2014/main" id="{507D282F-A056-D985-8FA9-5FAFA41FB4E3}"/>
                    </a:ext>
                  </a:extLst>
                </p14:cNvPr>
                <p14:cNvContentPartPr/>
                <p14:nvPr/>
              </p14:nvContentPartPr>
              <p14:xfrm>
                <a:off x="4706744" y="1869402"/>
                <a:ext cx="157680" cy="172440"/>
              </p14:xfrm>
            </p:contentPart>
          </mc:Choice>
          <mc:Fallback xmlns="">
            <p:pic>
              <p:nvPicPr>
                <p:cNvPr id="134" name="Ink 133">
                  <a:extLst>
                    <a:ext uri="{FF2B5EF4-FFF2-40B4-BE49-F238E27FC236}">
                      <a16:creationId xmlns:a16="http://schemas.microsoft.com/office/drawing/2014/main" id="{507D282F-A056-D985-8FA9-5FAFA41FB4E3}"/>
                    </a:ext>
                  </a:extLst>
                </p:cNvPr>
                <p:cNvPicPr/>
                <p:nvPr/>
              </p:nvPicPr>
              <p:blipFill>
                <a:blip r:embed="rId227"/>
                <a:stretch>
                  <a:fillRect/>
                </a:stretch>
              </p:blipFill>
              <p:spPr>
                <a:xfrm>
                  <a:off x="4697744" y="1860762"/>
                  <a:ext cx="17532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35" name="Ink 134">
                  <a:extLst>
                    <a:ext uri="{FF2B5EF4-FFF2-40B4-BE49-F238E27FC236}">
                      <a16:creationId xmlns:a16="http://schemas.microsoft.com/office/drawing/2014/main" id="{EDD343EC-18C7-97A0-CD3D-F14A1CF5EA01}"/>
                    </a:ext>
                  </a:extLst>
                </p14:cNvPr>
                <p14:cNvContentPartPr/>
                <p14:nvPr/>
              </p14:nvContentPartPr>
              <p14:xfrm>
                <a:off x="4932464" y="2027802"/>
                <a:ext cx="121680" cy="19080"/>
              </p14:xfrm>
            </p:contentPart>
          </mc:Choice>
          <mc:Fallback xmlns="">
            <p:pic>
              <p:nvPicPr>
                <p:cNvPr id="135" name="Ink 134">
                  <a:extLst>
                    <a:ext uri="{FF2B5EF4-FFF2-40B4-BE49-F238E27FC236}">
                      <a16:creationId xmlns:a16="http://schemas.microsoft.com/office/drawing/2014/main" id="{EDD343EC-18C7-97A0-CD3D-F14A1CF5EA01}"/>
                    </a:ext>
                  </a:extLst>
                </p:cNvPr>
                <p:cNvPicPr/>
                <p:nvPr/>
              </p:nvPicPr>
              <p:blipFill>
                <a:blip r:embed="rId229"/>
                <a:stretch>
                  <a:fillRect/>
                </a:stretch>
              </p:blipFill>
              <p:spPr>
                <a:xfrm>
                  <a:off x="4923824" y="2019162"/>
                  <a:ext cx="13932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36" name="Ink 135">
                  <a:extLst>
                    <a:ext uri="{FF2B5EF4-FFF2-40B4-BE49-F238E27FC236}">
                      <a16:creationId xmlns:a16="http://schemas.microsoft.com/office/drawing/2014/main" id="{56E22ED6-E91F-2C47-CC9F-BBBA6F4CA5B2}"/>
                    </a:ext>
                  </a:extLst>
                </p14:cNvPr>
                <p14:cNvContentPartPr/>
                <p14:nvPr/>
              </p14:nvContentPartPr>
              <p14:xfrm>
                <a:off x="5103824" y="1842762"/>
                <a:ext cx="123480" cy="204480"/>
              </p14:xfrm>
            </p:contentPart>
          </mc:Choice>
          <mc:Fallback xmlns="">
            <p:pic>
              <p:nvPicPr>
                <p:cNvPr id="136" name="Ink 135">
                  <a:extLst>
                    <a:ext uri="{FF2B5EF4-FFF2-40B4-BE49-F238E27FC236}">
                      <a16:creationId xmlns:a16="http://schemas.microsoft.com/office/drawing/2014/main" id="{56E22ED6-E91F-2C47-CC9F-BBBA6F4CA5B2}"/>
                    </a:ext>
                  </a:extLst>
                </p:cNvPr>
                <p:cNvPicPr/>
                <p:nvPr/>
              </p:nvPicPr>
              <p:blipFill>
                <a:blip r:embed="rId231"/>
                <a:stretch>
                  <a:fillRect/>
                </a:stretch>
              </p:blipFill>
              <p:spPr>
                <a:xfrm>
                  <a:off x="5094824" y="1834122"/>
                  <a:ext cx="14112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37" name="Ink 136">
                  <a:extLst>
                    <a:ext uri="{FF2B5EF4-FFF2-40B4-BE49-F238E27FC236}">
                      <a16:creationId xmlns:a16="http://schemas.microsoft.com/office/drawing/2014/main" id="{247412DC-D893-DFD8-5387-E1C9FBAFDFCE}"/>
                    </a:ext>
                  </a:extLst>
                </p14:cNvPr>
                <p14:cNvContentPartPr/>
                <p14:nvPr/>
              </p14:nvContentPartPr>
              <p14:xfrm>
                <a:off x="5307224" y="1854282"/>
                <a:ext cx="118440" cy="172080"/>
              </p14:xfrm>
            </p:contentPart>
          </mc:Choice>
          <mc:Fallback xmlns="">
            <p:pic>
              <p:nvPicPr>
                <p:cNvPr id="137" name="Ink 136">
                  <a:extLst>
                    <a:ext uri="{FF2B5EF4-FFF2-40B4-BE49-F238E27FC236}">
                      <a16:creationId xmlns:a16="http://schemas.microsoft.com/office/drawing/2014/main" id="{247412DC-D893-DFD8-5387-E1C9FBAFDFCE}"/>
                    </a:ext>
                  </a:extLst>
                </p:cNvPr>
                <p:cNvPicPr/>
                <p:nvPr/>
              </p:nvPicPr>
              <p:blipFill>
                <a:blip r:embed="rId233"/>
                <a:stretch>
                  <a:fillRect/>
                </a:stretch>
              </p:blipFill>
              <p:spPr>
                <a:xfrm>
                  <a:off x="5298224" y="1845282"/>
                  <a:ext cx="13608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38" name="Ink 137">
                  <a:extLst>
                    <a:ext uri="{FF2B5EF4-FFF2-40B4-BE49-F238E27FC236}">
                      <a16:creationId xmlns:a16="http://schemas.microsoft.com/office/drawing/2014/main" id="{B04D321D-5B9A-39B9-C02A-6E3145D2F804}"/>
                    </a:ext>
                  </a:extLst>
                </p14:cNvPr>
                <p14:cNvContentPartPr/>
                <p14:nvPr/>
              </p14:nvContentPartPr>
              <p14:xfrm>
                <a:off x="5480024" y="1813242"/>
                <a:ext cx="198000" cy="219600"/>
              </p14:xfrm>
            </p:contentPart>
          </mc:Choice>
          <mc:Fallback xmlns="">
            <p:pic>
              <p:nvPicPr>
                <p:cNvPr id="138" name="Ink 137">
                  <a:extLst>
                    <a:ext uri="{FF2B5EF4-FFF2-40B4-BE49-F238E27FC236}">
                      <a16:creationId xmlns:a16="http://schemas.microsoft.com/office/drawing/2014/main" id="{B04D321D-5B9A-39B9-C02A-6E3145D2F804}"/>
                    </a:ext>
                  </a:extLst>
                </p:cNvPr>
                <p:cNvPicPr/>
                <p:nvPr/>
              </p:nvPicPr>
              <p:blipFill>
                <a:blip r:embed="rId235"/>
                <a:stretch>
                  <a:fillRect/>
                </a:stretch>
              </p:blipFill>
              <p:spPr>
                <a:xfrm>
                  <a:off x="5471024" y="1804602"/>
                  <a:ext cx="21564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39" name="Ink 138">
                  <a:extLst>
                    <a:ext uri="{FF2B5EF4-FFF2-40B4-BE49-F238E27FC236}">
                      <a16:creationId xmlns:a16="http://schemas.microsoft.com/office/drawing/2014/main" id="{FA3A9213-0E46-6EE2-2231-B12AD5C78C13}"/>
                    </a:ext>
                  </a:extLst>
                </p14:cNvPr>
                <p14:cNvContentPartPr/>
                <p14:nvPr/>
              </p14:nvContentPartPr>
              <p14:xfrm>
                <a:off x="5724104" y="1823322"/>
                <a:ext cx="104760" cy="205200"/>
              </p14:xfrm>
            </p:contentPart>
          </mc:Choice>
          <mc:Fallback xmlns="">
            <p:pic>
              <p:nvPicPr>
                <p:cNvPr id="139" name="Ink 138">
                  <a:extLst>
                    <a:ext uri="{FF2B5EF4-FFF2-40B4-BE49-F238E27FC236}">
                      <a16:creationId xmlns:a16="http://schemas.microsoft.com/office/drawing/2014/main" id="{FA3A9213-0E46-6EE2-2231-B12AD5C78C13}"/>
                    </a:ext>
                  </a:extLst>
                </p:cNvPr>
                <p:cNvPicPr/>
                <p:nvPr/>
              </p:nvPicPr>
              <p:blipFill>
                <a:blip r:embed="rId237"/>
                <a:stretch>
                  <a:fillRect/>
                </a:stretch>
              </p:blipFill>
              <p:spPr>
                <a:xfrm>
                  <a:off x="5715464" y="1814682"/>
                  <a:ext cx="12240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40" name="Ink 139">
                  <a:extLst>
                    <a:ext uri="{FF2B5EF4-FFF2-40B4-BE49-F238E27FC236}">
                      <a16:creationId xmlns:a16="http://schemas.microsoft.com/office/drawing/2014/main" id="{4DCFF7B7-D4DA-C329-B42D-81EC18F559AD}"/>
                    </a:ext>
                  </a:extLst>
                </p14:cNvPr>
                <p14:cNvContentPartPr/>
                <p14:nvPr/>
              </p14:nvContentPartPr>
              <p14:xfrm>
                <a:off x="5734184" y="1933122"/>
                <a:ext cx="204840" cy="28440"/>
              </p14:xfrm>
            </p:contentPart>
          </mc:Choice>
          <mc:Fallback xmlns="">
            <p:pic>
              <p:nvPicPr>
                <p:cNvPr id="140" name="Ink 139">
                  <a:extLst>
                    <a:ext uri="{FF2B5EF4-FFF2-40B4-BE49-F238E27FC236}">
                      <a16:creationId xmlns:a16="http://schemas.microsoft.com/office/drawing/2014/main" id="{4DCFF7B7-D4DA-C329-B42D-81EC18F559AD}"/>
                    </a:ext>
                  </a:extLst>
                </p:cNvPr>
                <p:cNvPicPr/>
                <p:nvPr/>
              </p:nvPicPr>
              <p:blipFill>
                <a:blip r:embed="rId239"/>
                <a:stretch>
                  <a:fillRect/>
                </a:stretch>
              </p:blipFill>
              <p:spPr>
                <a:xfrm>
                  <a:off x="5725544" y="1924122"/>
                  <a:ext cx="22248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42" name="Ink 141">
                  <a:extLst>
                    <a:ext uri="{FF2B5EF4-FFF2-40B4-BE49-F238E27FC236}">
                      <a16:creationId xmlns:a16="http://schemas.microsoft.com/office/drawing/2014/main" id="{11E35AAB-09EF-1724-8E88-A0713FB24346}"/>
                    </a:ext>
                  </a:extLst>
                </p14:cNvPr>
                <p14:cNvContentPartPr/>
                <p14:nvPr/>
              </p14:nvContentPartPr>
              <p14:xfrm>
                <a:off x="4346744" y="1439562"/>
                <a:ext cx="59760" cy="246240"/>
              </p14:xfrm>
            </p:contentPart>
          </mc:Choice>
          <mc:Fallback xmlns="">
            <p:pic>
              <p:nvPicPr>
                <p:cNvPr id="142" name="Ink 141">
                  <a:extLst>
                    <a:ext uri="{FF2B5EF4-FFF2-40B4-BE49-F238E27FC236}">
                      <a16:creationId xmlns:a16="http://schemas.microsoft.com/office/drawing/2014/main" id="{11E35AAB-09EF-1724-8E88-A0713FB24346}"/>
                    </a:ext>
                  </a:extLst>
                </p:cNvPr>
                <p:cNvPicPr/>
                <p:nvPr/>
              </p:nvPicPr>
              <p:blipFill>
                <a:blip r:embed="rId241"/>
                <a:stretch>
                  <a:fillRect/>
                </a:stretch>
              </p:blipFill>
              <p:spPr>
                <a:xfrm>
                  <a:off x="4337744" y="1430922"/>
                  <a:ext cx="77400" cy="26388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43" name="Ink 142">
                  <a:extLst>
                    <a:ext uri="{FF2B5EF4-FFF2-40B4-BE49-F238E27FC236}">
                      <a16:creationId xmlns:a16="http://schemas.microsoft.com/office/drawing/2014/main" id="{B232618F-218A-944E-F706-31A3784706EB}"/>
                    </a:ext>
                  </a:extLst>
                </p14:cNvPr>
                <p14:cNvContentPartPr/>
                <p14:nvPr/>
              </p14:nvContentPartPr>
              <p14:xfrm>
                <a:off x="4298504" y="1433802"/>
                <a:ext cx="155520" cy="94680"/>
              </p14:xfrm>
            </p:contentPart>
          </mc:Choice>
          <mc:Fallback xmlns="">
            <p:pic>
              <p:nvPicPr>
                <p:cNvPr id="143" name="Ink 142">
                  <a:extLst>
                    <a:ext uri="{FF2B5EF4-FFF2-40B4-BE49-F238E27FC236}">
                      <a16:creationId xmlns:a16="http://schemas.microsoft.com/office/drawing/2014/main" id="{B232618F-218A-944E-F706-31A3784706EB}"/>
                    </a:ext>
                  </a:extLst>
                </p:cNvPr>
                <p:cNvPicPr/>
                <p:nvPr/>
              </p:nvPicPr>
              <p:blipFill>
                <a:blip r:embed="rId243"/>
                <a:stretch>
                  <a:fillRect/>
                </a:stretch>
              </p:blipFill>
              <p:spPr>
                <a:xfrm>
                  <a:off x="4289864" y="1424802"/>
                  <a:ext cx="17316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44" name="Ink 143">
                  <a:extLst>
                    <a:ext uri="{FF2B5EF4-FFF2-40B4-BE49-F238E27FC236}">
                      <a16:creationId xmlns:a16="http://schemas.microsoft.com/office/drawing/2014/main" id="{D32BDE99-3008-E51C-B80C-C90703EBB7FC}"/>
                    </a:ext>
                  </a:extLst>
                </p14:cNvPr>
                <p14:cNvContentPartPr/>
                <p14:nvPr/>
              </p14:nvContentPartPr>
              <p14:xfrm>
                <a:off x="3345944" y="839082"/>
                <a:ext cx="3381840" cy="533160"/>
              </p14:xfrm>
            </p:contentPart>
          </mc:Choice>
          <mc:Fallback xmlns="">
            <p:pic>
              <p:nvPicPr>
                <p:cNvPr id="144" name="Ink 143">
                  <a:extLst>
                    <a:ext uri="{FF2B5EF4-FFF2-40B4-BE49-F238E27FC236}">
                      <a16:creationId xmlns:a16="http://schemas.microsoft.com/office/drawing/2014/main" id="{D32BDE99-3008-E51C-B80C-C90703EBB7FC}"/>
                    </a:ext>
                  </a:extLst>
                </p:cNvPr>
                <p:cNvPicPr/>
                <p:nvPr/>
              </p:nvPicPr>
              <p:blipFill>
                <a:blip r:embed="rId245"/>
                <a:stretch>
                  <a:fillRect/>
                </a:stretch>
              </p:blipFill>
              <p:spPr>
                <a:xfrm>
                  <a:off x="3337304" y="830442"/>
                  <a:ext cx="3399480" cy="55080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45" name="Ink 144">
                  <a:extLst>
                    <a:ext uri="{FF2B5EF4-FFF2-40B4-BE49-F238E27FC236}">
                      <a16:creationId xmlns:a16="http://schemas.microsoft.com/office/drawing/2014/main" id="{D6B6E2F3-AB45-313A-759B-9D1D0E08B2AB}"/>
                    </a:ext>
                  </a:extLst>
                </p14:cNvPr>
                <p14:cNvContentPartPr/>
                <p14:nvPr/>
              </p14:nvContentPartPr>
              <p14:xfrm>
                <a:off x="3584624" y="762402"/>
                <a:ext cx="3297960" cy="564480"/>
              </p14:xfrm>
            </p:contentPart>
          </mc:Choice>
          <mc:Fallback xmlns="">
            <p:pic>
              <p:nvPicPr>
                <p:cNvPr id="145" name="Ink 144">
                  <a:extLst>
                    <a:ext uri="{FF2B5EF4-FFF2-40B4-BE49-F238E27FC236}">
                      <a16:creationId xmlns:a16="http://schemas.microsoft.com/office/drawing/2014/main" id="{D6B6E2F3-AB45-313A-759B-9D1D0E08B2AB}"/>
                    </a:ext>
                  </a:extLst>
                </p:cNvPr>
                <p:cNvPicPr/>
                <p:nvPr/>
              </p:nvPicPr>
              <p:blipFill>
                <a:blip r:embed="rId247"/>
                <a:stretch>
                  <a:fillRect/>
                </a:stretch>
              </p:blipFill>
              <p:spPr>
                <a:xfrm>
                  <a:off x="3575624" y="753762"/>
                  <a:ext cx="3315600" cy="58212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46" name="Ink 145">
                  <a:extLst>
                    <a:ext uri="{FF2B5EF4-FFF2-40B4-BE49-F238E27FC236}">
                      <a16:creationId xmlns:a16="http://schemas.microsoft.com/office/drawing/2014/main" id="{0049276A-19A2-86C0-BD52-9A3A929A8529}"/>
                    </a:ext>
                  </a:extLst>
                </p14:cNvPr>
                <p14:cNvContentPartPr/>
                <p14:nvPr/>
              </p14:nvContentPartPr>
              <p14:xfrm>
                <a:off x="3967304" y="1000362"/>
                <a:ext cx="409680" cy="186120"/>
              </p14:xfrm>
            </p:contentPart>
          </mc:Choice>
          <mc:Fallback xmlns="">
            <p:pic>
              <p:nvPicPr>
                <p:cNvPr id="146" name="Ink 145">
                  <a:extLst>
                    <a:ext uri="{FF2B5EF4-FFF2-40B4-BE49-F238E27FC236}">
                      <a16:creationId xmlns:a16="http://schemas.microsoft.com/office/drawing/2014/main" id="{0049276A-19A2-86C0-BD52-9A3A929A8529}"/>
                    </a:ext>
                  </a:extLst>
                </p:cNvPr>
                <p:cNvPicPr/>
                <p:nvPr/>
              </p:nvPicPr>
              <p:blipFill>
                <a:blip r:embed="rId249"/>
                <a:stretch>
                  <a:fillRect/>
                </a:stretch>
              </p:blipFill>
              <p:spPr>
                <a:xfrm>
                  <a:off x="3958304" y="991722"/>
                  <a:ext cx="42732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47" name="Ink 146">
                  <a:extLst>
                    <a:ext uri="{FF2B5EF4-FFF2-40B4-BE49-F238E27FC236}">
                      <a16:creationId xmlns:a16="http://schemas.microsoft.com/office/drawing/2014/main" id="{6D520B7E-CB7F-0CEE-3F3C-A3CD25ED2768}"/>
                    </a:ext>
                  </a:extLst>
                </p14:cNvPr>
                <p14:cNvContentPartPr/>
                <p14:nvPr/>
              </p14:nvContentPartPr>
              <p14:xfrm>
                <a:off x="4439264" y="1195122"/>
                <a:ext cx="222840" cy="17640"/>
              </p14:xfrm>
            </p:contentPart>
          </mc:Choice>
          <mc:Fallback xmlns="">
            <p:pic>
              <p:nvPicPr>
                <p:cNvPr id="147" name="Ink 146">
                  <a:extLst>
                    <a:ext uri="{FF2B5EF4-FFF2-40B4-BE49-F238E27FC236}">
                      <a16:creationId xmlns:a16="http://schemas.microsoft.com/office/drawing/2014/main" id="{6D520B7E-CB7F-0CEE-3F3C-A3CD25ED2768}"/>
                    </a:ext>
                  </a:extLst>
                </p:cNvPr>
                <p:cNvPicPr/>
                <p:nvPr/>
              </p:nvPicPr>
              <p:blipFill>
                <a:blip r:embed="rId251"/>
                <a:stretch>
                  <a:fillRect/>
                </a:stretch>
              </p:blipFill>
              <p:spPr>
                <a:xfrm>
                  <a:off x="4430264" y="1186122"/>
                  <a:ext cx="24048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49" name="Ink 148">
                  <a:extLst>
                    <a:ext uri="{FF2B5EF4-FFF2-40B4-BE49-F238E27FC236}">
                      <a16:creationId xmlns:a16="http://schemas.microsoft.com/office/drawing/2014/main" id="{DF1D9508-13BD-5C50-8B28-6DEC9C124D18}"/>
                    </a:ext>
                  </a:extLst>
                </p14:cNvPr>
                <p14:cNvContentPartPr/>
                <p14:nvPr/>
              </p14:nvContentPartPr>
              <p14:xfrm>
                <a:off x="4787744" y="992442"/>
                <a:ext cx="182880" cy="212760"/>
              </p14:xfrm>
            </p:contentPart>
          </mc:Choice>
          <mc:Fallback xmlns="">
            <p:pic>
              <p:nvPicPr>
                <p:cNvPr id="149" name="Ink 148">
                  <a:extLst>
                    <a:ext uri="{FF2B5EF4-FFF2-40B4-BE49-F238E27FC236}">
                      <a16:creationId xmlns:a16="http://schemas.microsoft.com/office/drawing/2014/main" id="{DF1D9508-13BD-5C50-8B28-6DEC9C124D18}"/>
                    </a:ext>
                  </a:extLst>
                </p:cNvPr>
                <p:cNvPicPr/>
                <p:nvPr/>
              </p:nvPicPr>
              <p:blipFill>
                <a:blip r:embed="rId253"/>
                <a:stretch>
                  <a:fillRect/>
                </a:stretch>
              </p:blipFill>
              <p:spPr>
                <a:xfrm>
                  <a:off x="4778744" y="983442"/>
                  <a:ext cx="20052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50" name="Ink 149">
                  <a:extLst>
                    <a:ext uri="{FF2B5EF4-FFF2-40B4-BE49-F238E27FC236}">
                      <a16:creationId xmlns:a16="http://schemas.microsoft.com/office/drawing/2014/main" id="{A9B31474-B9BF-9634-63D8-7EBFB4E31678}"/>
                    </a:ext>
                  </a:extLst>
                </p14:cNvPr>
                <p14:cNvContentPartPr/>
                <p14:nvPr/>
              </p14:nvContentPartPr>
              <p14:xfrm>
                <a:off x="5002664" y="1032402"/>
                <a:ext cx="239040" cy="173520"/>
              </p14:xfrm>
            </p:contentPart>
          </mc:Choice>
          <mc:Fallback xmlns="">
            <p:pic>
              <p:nvPicPr>
                <p:cNvPr id="150" name="Ink 149">
                  <a:extLst>
                    <a:ext uri="{FF2B5EF4-FFF2-40B4-BE49-F238E27FC236}">
                      <a16:creationId xmlns:a16="http://schemas.microsoft.com/office/drawing/2014/main" id="{A9B31474-B9BF-9634-63D8-7EBFB4E31678}"/>
                    </a:ext>
                  </a:extLst>
                </p:cNvPr>
                <p:cNvPicPr/>
                <p:nvPr/>
              </p:nvPicPr>
              <p:blipFill>
                <a:blip r:embed="rId255"/>
                <a:stretch>
                  <a:fillRect/>
                </a:stretch>
              </p:blipFill>
              <p:spPr>
                <a:xfrm>
                  <a:off x="4993664" y="1023762"/>
                  <a:ext cx="25668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51" name="Ink 150">
                  <a:extLst>
                    <a:ext uri="{FF2B5EF4-FFF2-40B4-BE49-F238E27FC236}">
                      <a16:creationId xmlns:a16="http://schemas.microsoft.com/office/drawing/2014/main" id="{308E3E26-A737-DA2E-9BF7-9E110DCC3944}"/>
                    </a:ext>
                  </a:extLst>
                </p14:cNvPr>
                <p14:cNvContentPartPr/>
                <p14:nvPr/>
              </p14:nvContentPartPr>
              <p14:xfrm>
                <a:off x="5304344" y="1034562"/>
                <a:ext cx="147960" cy="189720"/>
              </p14:xfrm>
            </p:contentPart>
          </mc:Choice>
          <mc:Fallback xmlns="">
            <p:pic>
              <p:nvPicPr>
                <p:cNvPr id="151" name="Ink 150">
                  <a:extLst>
                    <a:ext uri="{FF2B5EF4-FFF2-40B4-BE49-F238E27FC236}">
                      <a16:creationId xmlns:a16="http://schemas.microsoft.com/office/drawing/2014/main" id="{308E3E26-A737-DA2E-9BF7-9E110DCC3944}"/>
                    </a:ext>
                  </a:extLst>
                </p:cNvPr>
                <p:cNvPicPr/>
                <p:nvPr/>
              </p:nvPicPr>
              <p:blipFill>
                <a:blip r:embed="rId257"/>
                <a:stretch>
                  <a:fillRect/>
                </a:stretch>
              </p:blipFill>
              <p:spPr>
                <a:xfrm>
                  <a:off x="5295344" y="1025922"/>
                  <a:ext cx="16560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52" name="Ink 151">
                  <a:extLst>
                    <a:ext uri="{FF2B5EF4-FFF2-40B4-BE49-F238E27FC236}">
                      <a16:creationId xmlns:a16="http://schemas.microsoft.com/office/drawing/2014/main" id="{10E29E23-1FB2-A2E1-9451-2C949BB71F25}"/>
                    </a:ext>
                  </a:extLst>
                </p14:cNvPr>
                <p14:cNvContentPartPr/>
                <p14:nvPr/>
              </p14:nvContentPartPr>
              <p14:xfrm>
                <a:off x="5541584" y="1180722"/>
                <a:ext cx="174960" cy="24840"/>
              </p14:xfrm>
            </p:contentPart>
          </mc:Choice>
          <mc:Fallback xmlns="">
            <p:pic>
              <p:nvPicPr>
                <p:cNvPr id="152" name="Ink 151">
                  <a:extLst>
                    <a:ext uri="{FF2B5EF4-FFF2-40B4-BE49-F238E27FC236}">
                      <a16:creationId xmlns:a16="http://schemas.microsoft.com/office/drawing/2014/main" id="{10E29E23-1FB2-A2E1-9451-2C949BB71F25}"/>
                    </a:ext>
                  </a:extLst>
                </p:cNvPr>
                <p:cNvPicPr/>
                <p:nvPr/>
              </p:nvPicPr>
              <p:blipFill>
                <a:blip r:embed="rId259"/>
                <a:stretch>
                  <a:fillRect/>
                </a:stretch>
              </p:blipFill>
              <p:spPr>
                <a:xfrm>
                  <a:off x="5532944" y="1172082"/>
                  <a:ext cx="19260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53" name="Ink 152">
                  <a:extLst>
                    <a:ext uri="{FF2B5EF4-FFF2-40B4-BE49-F238E27FC236}">
                      <a16:creationId xmlns:a16="http://schemas.microsoft.com/office/drawing/2014/main" id="{F2429AFD-88DE-A984-06CC-51BF0C39D10A}"/>
                    </a:ext>
                  </a:extLst>
                </p14:cNvPr>
                <p14:cNvContentPartPr/>
                <p14:nvPr/>
              </p14:nvContentPartPr>
              <p14:xfrm>
                <a:off x="5864144" y="1034562"/>
                <a:ext cx="33120" cy="147600"/>
              </p14:xfrm>
            </p:contentPart>
          </mc:Choice>
          <mc:Fallback xmlns="">
            <p:pic>
              <p:nvPicPr>
                <p:cNvPr id="153" name="Ink 152">
                  <a:extLst>
                    <a:ext uri="{FF2B5EF4-FFF2-40B4-BE49-F238E27FC236}">
                      <a16:creationId xmlns:a16="http://schemas.microsoft.com/office/drawing/2014/main" id="{F2429AFD-88DE-A984-06CC-51BF0C39D10A}"/>
                    </a:ext>
                  </a:extLst>
                </p:cNvPr>
                <p:cNvPicPr/>
                <p:nvPr/>
              </p:nvPicPr>
              <p:blipFill>
                <a:blip r:embed="rId261"/>
                <a:stretch>
                  <a:fillRect/>
                </a:stretch>
              </p:blipFill>
              <p:spPr>
                <a:xfrm>
                  <a:off x="5855144" y="1025922"/>
                  <a:ext cx="5076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54" name="Ink 153">
                  <a:extLst>
                    <a:ext uri="{FF2B5EF4-FFF2-40B4-BE49-F238E27FC236}">
                      <a16:creationId xmlns:a16="http://schemas.microsoft.com/office/drawing/2014/main" id="{5DB3C597-1A12-E362-261B-EA1010F06E15}"/>
                    </a:ext>
                  </a:extLst>
                </p14:cNvPr>
                <p14:cNvContentPartPr/>
                <p14:nvPr/>
              </p14:nvContentPartPr>
              <p14:xfrm>
                <a:off x="5790704" y="999642"/>
                <a:ext cx="283680" cy="208440"/>
              </p14:xfrm>
            </p:contentPart>
          </mc:Choice>
          <mc:Fallback xmlns="">
            <p:pic>
              <p:nvPicPr>
                <p:cNvPr id="154" name="Ink 153">
                  <a:extLst>
                    <a:ext uri="{FF2B5EF4-FFF2-40B4-BE49-F238E27FC236}">
                      <a16:creationId xmlns:a16="http://schemas.microsoft.com/office/drawing/2014/main" id="{5DB3C597-1A12-E362-261B-EA1010F06E15}"/>
                    </a:ext>
                  </a:extLst>
                </p:cNvPr>
                <p:cNvPicPr/>
                <p:nvPr/>
              </p:nvPicPr>
              <p:blipFill>
                <a:blip r:embed="rId263"/>
                <a:stretch>
                  <a:fillRect/>
                </a:stretch>
              </p:blipFill>
              <p:spPr>
                <a:xfrm>
                  <a:off x="5781704" y="990642"/>
                  <a:ext cx="30132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55" name="Ink 154">
                  <a:extLst>
                    <a:ext uri="{FF2B5EF4-FFF2-40B4-BE49-F238E27FC236}">
                      <a16:creationId xmlns:a16="http://schemas.microsoft.com/office/drawing/2014/main" id="{E8125DA0-B56B-7BFE-3467-0E403F93A17C}"/>
                    </a:ext>
                  </a:extLst>
                </p14:cNvPr>
                <p14:cNvContentPartPr/>
                <p14:nvPr/>
              </p14:nvContentPartPr>
              <p14:xfrm>
                <a:off x="6082664" y="985962"/>
                <a:ext cx="215280" cy="216720"/>
              </p14:xfrm>
            </p:contentPart>
          </mc:Choice>
          <mc:Fallback xmlns="">
            <p:pic>
              <p:nvPicPr>
                <p:cNvPr id="155" name="Ink 154">
                  <a:extLst>
                    <a:ext uri="{FF2B5EF4-FFF2-40B4-BE49-F238E27FC236}">
                      <a16:creationId xmlns:a16="http://schemas.microsoft.com/office/drawing/2014/main" id="{E8125DA0-B56B-7BFE-3467-0E403F93A17C}"/>
                    </a:ext>
                  </a:extLst>
                </p:cNvPr>
                <p:cNvPicPr/>
                <p:nvPr/>
              </p:nvPicPr>
              <p:blipFill>
                <a:blip r:embed="rId265"/>
                <a:stretch>
                  <a:fillRect/>
                </a:stretch>
              </p:blipFill>
              <p:spPr>
                <a:xfrm>
                  <a:off x="6073664" y="976962"/>
                  <a:ext cx="23292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57" name="Ink 156">
                  <a:extLst>
                    <a:ext uri="{FF2B5EF4-FFF2-40B4-BE49-F238E27FC236}">
                      <a16:creationId xmlns:a16="http://schemas.microsoft.com/office/drawing/2014/main" id="{ADC7B4CC-08FD-BD20-6BDE-57732F4FFBC9}"/>
                    </a:ext>
                  </a:extLst>
                </p14:cNvPr>
                <p14:cNvContentPartPr/>
                <p14:nvPr/>
              </p14:nvContentPartPr>
              <p14:xfrm>
                <a:off x="973544" y="2007282"/>
                <a:ext cx="31680" cy="225720"/>
              </p14:xfrm>
            </p:contentPart>
          </mc:Choice>
          <mc:Fallback xmlns="">
            <p:pic>
              <p:nvPicPr>
                <p:cNvPr id="157" name="Ink 156">
                  <a:extLst>
                    <a:ext uri="{FF2B5EF4-FFF2-40B4-BE49-F238E27FC236}">
                      <a16:creationId xmlns:a16="http://schemas.microsoft.com/office/drawing/2014/main" id="{ADC7B4CC-08FD-BD20-6BDE-57732F4FFBC9}"/>
                    </a:ext>
                  </a:extLst>
                </p:cNvPr>
                <p:cNvPicPr/>
                <p:nvPr/>
              </p:nvPicPr>
              <p:blipFill>
                <a:blip r:embed="rId267"/>
                <a:stretch>
                  <a:fillRect/>
                </a:stretch>
              </p:blipFill>
              <p:spPr>
                <a:xfrm>
                  <a:off x="964904" y="1998642"/>
                  <a:ext cx="49320" cy="24336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58" name="Ink 157">
                  <a:extLst>
                    <a:ext uri="{FF2B5EF4-FFF2-40B4-BE49-F238E27FC236}">
                      <a16:creationId xmlns:a16="http://schemas.microsoft.com/office/drawing/2014/main" id="{0456F02E-E9D0-B547-5800-ACDD57B57922}"/>
                    </a:ext>
                  </a:extLst>
                </p14:cNvPr>
                <p14:cNvContentPartPr/>
                <p14:nvPr/>
              </p14:nvContentPartPr>
              <p14:xfrm>
                <a:off x="1046624" y="1943922"/>
                <a:ext cx="79920" cy="228960"/>
              </p14:xfrm>
            </p:contentPart>
          </mc:Choice>
          <mc:Fallback xmlns="">
            <p:pic>
              <p:nvPicPr>
                <p:cNvPr id="158" name="Ink 157">
                  <a:extLst>
                    <a:ext uri="{FF2B5EF4-FFF2-40B4-BE49-F238E27FC236}">
                      <a16:creationId xmlns:a16="http://schemas.microsoft.com/office/drawing/2014/main" id="{0456F02E-E9D0-B547-5800-ACDD57B57922}"/>
                    </a:ext>
                  </a:extLst>
                </p:cNvPr>
                <p:cNvPicPr/>
                <p:nvPr/>
              </p:nvPicPr>
              <p:blipFill>
                <a:blip r:embed="rId269"/>
                <a:stretch>
                  <a:fillRect/>
                </a:stretch>
              </p:blipFill>
              <p:spPr>
                <a:xfrm>
                  <a:off x="1037624" y="1935282"/>
                  <a:ext cx="9756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59" name="Ink 158">
                  <a:extLst>
                    <a:ext uri="{FF2B5EF4-FFF2-40B4-BE49-F238E27FC236}">
                      <a16:creationId xmlns:a16="http://schemas.microsoft.com/office/drawing/2014/main" id="{31E491E3-2413-D8F7-01EF-339C41DF5719}"/>
                    </a:ext>
                  </a:extLst>
                </p14:cNvPr>
                <p14:cNvContentPartPr/>
                <p14:nvPr/>
              </p14:nvContentPartPr>
              <p14:xfrm>
                <a:off x="925304" y="2067042"/>
                <a:ext cx="225360" cy="60120"/>
              </p14:xfrm>
            </p:contentPart>
          </mc:Choice>
          <mc:Fallback xmlns="">
            <p:pic>
              <p:nvPicPr>
                <p:cNvPr id="159" name="Ink 158">
                  <a:extLst>
                    <a:ext uri="{FF2B5EF4-FFF2-40B4-BE49-F238E27FC236}">
                      <a16:creationId xmlns:a16="http://schemas.microsoft.com/office/drawing/2014/main" id="{31E491E3-2413-D8F7-01EF-339C41DF5719}"/>
                    </a:ext>
                  </a:extLst>
                </p:cNvPr>
                <p:cNvPicPr/>
                <p:nvPr/>
              </p:nvPicPr>
              <p:blipFill>
                <a:blip r:embed="rId271"/>
                <a:stretch>
                  <a:fillRect/>
                </a:stretch>
              </p:blipFill>
              <p:spPr>
                <a:xfrm>
                  <a:off x="916304" y="2058402"/>
                  <a:ext cx="243000" cy="7776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60" name="Ink 159">
                  <a:extLst>
                    <a:ext uri="{FF2B5EF4-FFF2-40B4-BE49-F238E27FC236}">
                      <a16:creationId xmlns:a16="http://schemas.microsoft.com/office/drawing/2014/main" id="{A352D89E-4F67-1AA2-470C-4B07BAE68DFB}"/>
                    </a:ext>
                  </a:extLst>
                </p14:cNvPr>
                <p14:cNvContentPartPr/>
                <p14:nvPr/>
              </p14:nvContentPartPr>
              <p14:xfrm>
                <a:off x="970304" y="2156322"/>
                <a:ext cx="107640" cy="35640"/>
              </p14:xfrm>
            </p:contentPart>
          </mc:Choice>
          <mc:Fallback xmlns="">
            <p:pic>
              <p:nvPicPr>
                <p:cNvPr id="160" name="Ink 159">
                  <a:extLst>
                    <a:ext uri="{FF2B5EF4-FFF2-40B4-BE49-F238E27FC236}">
                      <a16:creationId xmlns:a16="http://schemas.microsoft.com/office/drawing/2014/main" id="{A352D89E-4F67-1AA2-470C-4B07BAE68DFB}"/>
                    </a:ext>
                  </a:extLst>
                </p:cNvPr>
                <p:cNvPicPr/>
                <p:nvPr/>
              </p:nvPicPr>
              <p:blipFill>
                <a:blip r:embed="rId273"/>
                <a:stretch>
                  <a:fillRect/>
                </a:stretch>
              </p:blipFill>
              <p:spPr>
                <a:xfrm>
                  <a:off x="961664" y="2147682"/>
                  <a:ext cx="12528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61" name="Ink 160">
                  <a:extLst>
                    <a:ext uri="{FF2B5EF4-FFF2-40B4-BE49-F238E27FC236}">
                      <a16:creationId xmlns:a16="http://schemas.microsoft.com/office/drawing/2014/main" id="{EBADD18A-1AD0-EECA-8C81-72DFC5CBFF17}"/>
                    </a:ext>
                  </a:extLst>
                </p14:cNvPr>
                <p14:cNvContentPartPr/>
                <p14:nvPr/>
              </p14:nvContentPartPr>
              <p14:xfrm>
                <a:off x="1246784" y="1982802"/>
                <a:ext cx="138240" cy="186120"/>
              </p14:xfrm>
            </p:contentPart>
          </mc:Choice>
          <mc:Fallback xmlns="">
            <p:pic>
              <p:nvPicPr>
                <p:cNvPr id="161" name="Ink 160">
                  <a:extLst>
                    <a:ext uri="{FF2B5EF4-FFF2-40B4-BE49-F238E27FC236}">
                      <a16:creationId xmlns:a16="http://schemas.microsoft.com/office/drawing/2014/main" id="{EBADD18A-1AD0-EECA-8C81-72DFC5CBFF17}"/>
                    </a:ext>
                  </a:extLst>
                </p:cNvPr>
                <p:cNvPicPr/>
                <p:nvPr/>
              </p:nvPicPr>
              <p:blipFill>
                <a:blip r:embed="rId275"/>
                <a:stretch>
                  <a:fillRect/>
                </a:stretch>
              </p:blipFill>
              <p:spPr>
                <a:xfrm>
                  <a:off x="1238144" y="1973802"/>
                  <a:ext cx="15588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62" name="Ink 161">
                  <a:extLst>
                    <a:ext uri="{FF2B5EF4-FFF2-40B4-BE49-F238E27FC236}">
                      <a16:creationId xmlns:a16="http://schemas.microsoft.com/office/drawing/2014/main" id="{A276B576-8F37-4D0B-0F51-77A9AFA81F75}"/>
                    </a:ext>
                  </a:extLst>
                </p14:cNvPr>
                <p14:cNvContentPartPr/>
                <p14:nvPr/>
              </p14:nvContentPartPr>
              <p14:xfrm>
                <a:off x="1467824" y="1966962"/>
                <a:ext cx="183240" cy="181440"/>
              </p14:xfrm>
            </p:contentPart>
          </mc:Choice>
          <mc:Fallback xmlns="">
            <p:pic>
              <p:nvPicPr>
                <p:cNvPr id="162" name="Ink 161">
                  <a:extLst>
                    <a:ext uri="{FF2B5EF4-FFF2-40B4-BE49-F238E27FC236}">
                      <a16:creationId xmlns:a16="http://schemas.microsoft.com/office/drawing/2014/main" id="{A276B576-8F37-4D0B-0F51-77A9AFA81F75}"/>
                    </a:ext>
                  </a:extLst>
                </p:cNvPr>
                <p:cNvPicPr/>
                <p:nvPr/>
              </p:nvPicPr>
              <p:blipFill>
                <a:blip r:embed="rId277"/>
                <a:stretch>
                  <a:fillRect/>
                </a:stretch>
              </p:blipFill>
              <p:spPr>
                <a:xfrm>
                  <a:off x="1459184" y="1957962"/>
                  <a:ext cx="200880" cy="19908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63" name="Ink 162">
                  <a:extLst>
                    <a:ext uri="{FF2B5EF4-FFF2-40B4-BE49-F238E27FC236}">
                      <a16:creationId xmlns:a16="http://schemas.microsoft.com/office/drawing/2014/main" id="{4F184ECE-E5B6-1911-6D11-98939E14BADF}"/>
                    </a:ext>
                  </a:extLst>
                </p14:cNvPr>
                <p14:cNvContentPartPr/>
                <p14:nvPr/>
              </p14:nvContentPartPr>
              <p14:xfrm>
                <a:off x="1700024" y="1922682"/>
                <a:ext cx="173160" cy="204480"/>
              </p14:xfrm>
            </p:contentPart>
          </mc:Choice>
          <mc:Fallback xmlns="">
            <p:pic>
              <p:nvPicPr>
                <p:cNvPr id="163" name="Ink 162">
                  <a:extLst>
                    <a:ext uri="{FF2B5EF4-FFF2-40B4-BE49-F238E27FC236}">
                      <a16:creationId xmlns:a16="http://schemas.microsoft.com/office/drawing/2014/main" id="{4F184ECE-E5B6-1911-6D11-98939E14BADF}"/>
                    </a:ext>
                  </a:extLst>
                </p:cNvPr>
                <p:cNvPicPr/>
                <p:nvPr/>
              </p:nvPicPr>
              <p:blipFill>
                <a:blip r:embed="rId279"/>
                <a:stretch>
                  <a:fillRect/>
                </a:stretch>
              </p:blipFill>
              <p:spPr>
                <a:xfrm>
                  <a:off x="1691384" y="1913682"/>
                  <a:ext cx="19080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64" name="Ink 163">
                  <a:extLst>
                    <a:ext uri="{FF2B5EF4-FFF2-40B4-BE49-F238E27FC236}">
                      <a16:creationId xmlns:a16="http://schemas.microsoft.com/office/drawing/2014/main" id="{6005EF09-54E6-3F25-06F1-1C238D92FE63}"/>
                    </a:ext>
                  </a:extLst>
                </p14:cNvPr>
                <p14:cNvContentPartPr/>
                <p14:nvPr/>
              </p14:nvContentPartPr>
              <p14:xfrm>
                <a:off x="1895504" y="1920162"/>
                <a:ext cx="127080" cy="174960"/>
              </p14:xfrm>
            </p:contentPart>
          </mc:Choice>
          <mc:Fallback xmlns="">
            <p:pic>
              <p:nvPicPr>
                <p:cNvPr id="164" name="Ink 163">
                  <a:extLst>
                    <a:ext uri="{FF2B5EF4-FFF2-40B4-BE49-F238E27FC236}">
                      <a16:creationId xmlns:a16="http://schemas.microsoft.com/office/drawing/2014/main" id="{6005EF09-54E6-3F25-06F1-1C238D92FE63}"/>
                    </a:ext>
                  </a:extLst>
                </p:cNvPr>
                <p:cNvPicPr/>
                <p:nvPr/>
              </p:nvPicPr>
              <p:blipFill>
                <a:blip r:embed="rId281"/>
                <a:stretch>
                  <a:fillRect/>
                </a:stretch>
              </p:blipFill>
              <p:spPr>
                <a:xfrm>
                  <a:off x="1886864" y="1911522"/>
                  <a:ext cx="14472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65" name="Ink 164">
                  <a:extLst>
                    <a:ext uri="{FF2B5EF4-FFF2-40B4-BE49-F238E27FC236}">
                      <a16:creationId xmlns:a16="http://schemas.microsoft.com/office/drawing/2014/main" id="{231E0A09-3180-EC30-6F5D-2317412A933C}"/>
                    </a:ext>
                  </a:extLst>
                </p14:cNvPr>
                <p14:cNvContentPartPr/>
                <p14:nvPr/>
              </p14:nvContentPartPr>
              <p14:xfrm>
                <a:off x="1917464" y="2006562"/>
                <a:ext cx="160560" cy="37440"/>
              </p14:xfrm>
            </p:contentPart>
          </mc:Choice>
          <mc:Fallback xmlns="">
            <p:pic>
              <p:nvPicPr>
                <p:cNvPr id="165" name="Ink 164">
                  <a:extLst>
                    <a:ext uri="{FF2B5EF4-FFF2-40B4-BE49-F238E27FC236}">
                      <a16:creationId xmlns:a16="http://schemas.microsoft.com/office/drawing/2014/main" id="{231E0A09-3180-EC30-6F5D-2317412A933C}"/>
                    </a:ext>
                  </a:extLst>
                </p:cNvPr>
                <p:cNvPicPr/>
                <p:nvPr/>
              </p:nvPicPr>
              <p:blipFill>
                <a:blip r:embed="rId283"/>
                <a:stretch>
                  <a:fillRect/>
                </a:stretch>
              </p:blipFill>
              <p:spPr>
                <a:xfrm>
                  <a:off x="1908464" y="1997562"/>
                  <a:ext cx="17820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67" name="Ink 166">
                  <a:extLst>
                    <a:ext uri="{FF2B5EF4-FFF2-40B4-BE49-F238E27FC236}">
                      <a16:creationId xmlns:a16="http://schemas.microsoft.com/office/drawing/2014/main" id="{ECD17696-86FF-6DD7-5F9B-659C5280B88E}"/>
                    </a:ext>
                  </a:extLst>
                </p14:cNvPr>
                <p14:cNvContentPartPr/>
                <p14:nvPr/>
              </p14:nvContentPartPr>
              <p14:xfrm>
                <a:off x="1411304" y="1046082"/>
                <a:ext cx="256680" cy="338400"/>
              </p14:xfrm>
            </p:contentPart>
          </mc:Choice>
          <mc:Fallback xmlns="">
            <p:pic>
              <p:nvPicPr>
                <p:cNvPr id="167" name="Ink 166">
                  <a:extLst>
                    <a:ext uri="{FF2B5EF4-FFF2-40B4-BE49-F238E27FC236}">
                      <a16:creationId xmlns:a16="http://schemas.microsoft.com/office/drawing/2014/main" id="{ECD17696-86FF-6DD7-5F9B-659C5280B88E}"/>
                    </a:ext>
                  </a:extLst>
                </p:cNvPr>
                <p:cNvPicPr/>
                <p:nvPr/>
              </p:nvPicPr>
              <p:blipFill>
                <a:blip r:embed="rId285"/>
                <a:stretch>
                  <a:fillRect/>
                </a:stretch>
              </p:blipFill>
              <p:spPr>
                <a:xfrm>
                  <a:off x="1402304" y="1037082"/>
                  <a:ext cx="274320" cy="35604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68" name="Ink 167">
                  <a:extLst>
                    <a:ext uri="{FF2B5EF4-FFF2-40B4-BE49-F238E27FC236}">
                      <a16:creationId xmlns:a16="http://schemas.microsoft.com/office/drawing/2014/main" id="{2F288FA1-484F-904B-242B-6A3E9345D0DC}"/>
                    </a:ext>
                  </a:extLst>
                </p14:cNvPr>
                <p14:cNvContentPartPr/>
                <p14:nvPr/>
              </p14:nvContentPartPr>
              <p14:xfrm>
                <a:off x="1762664" y="990282"/>
                <a:ext cx="171720" cy="303120"/>
              </p14:xfrm>
            </p:contentPart>
          </mc:Choice>
          <mc:Fallback xmlns="">
            <p:pic>
              <p:nvPicPr>
                <p:cNvPr id="168" name="Ink 167">
                  <a:extLst>
                    <a:ext uri="{FF2B5EF4-FFF2-40B4-BE49-F238E27FC236}">
                      <a16:creationId xmlns:a16="http://schemas.microsoft.com/office/drawing/2014/main" id="{2F288FA1-484F-904B-242B-6A3E9345D0DC}"/>
                    </a:ext>
                  </a:extLst>
                </p:cNvPr>
                <p:cNvPicPr/>
                <p:nvPr/>
              </p:nvPicPr>
              <p:blipFill>
                <a:blip r:embed="rId287"/>
                <a:stretch>
                  <a:fillRect/>
                </a:stretch>
              </p:blipFill>
              <p:spPr>
                <a:xfrm>
                  <a:off x="1754024" y="981642"/>
                  <a:ext cx="189360" cy="32076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69" name="Ink 168">
                  <a:extLst>
                    <a:ext uri="{FF2B5EF4-FFF2-40B4-BE49-F238E27FC236}">
                      <a16:creationId xmlns:a16="http://schemas.microsoft.com/office/drawing/2014/main" id="{CB0B3096-65FE-F3DA-14FF-336296AA886E}"/>
                    </a:ext>
                  </a:extLst>
                </p14:cNvPr>
                <p14:cNvContentPartPr/>
                <p14:nvPr/>
              </p14:nvContentPartPr>
              <p14:xfrm>
                <a:off x="1754744" y="1131402"/>
                <a:ext cx="93600" cy="54720"/>
              </p14:xfrm>
            </p:contentPart>
          </mc:Choice>
          <mc:Fallback xmlns="">
            <p:pic>
              <p:nvPicPr>
                <p:cNvPr id="169" name="Ink 168">
                  <a:extLst>
                    <a:ext uri="{FF2B5EF4-FFF2-40B4-BE49-F238E27FC236}">
                      <a16:creationId xmlns:a16="http://schemas.microsoft.com/office/drawing/2014/main" id="{CB0B3096-65FE-F3DA-14FF-336296AA886E}"/>
                    </a:ext>
                  </a:extLst>
                </p:cNvPr>
                <p:cNvPicPr/>
                <p:nvPr/>
              </p:nvPicPr>
              <p:blipFill>
                <a:blip r:embed="rId289"/>
                <a:stretch>
                  <a:fillRect/>
                </a:stretch>
              </p:blipFill>
              <p:spPr>
                <a:xfrm>
                  <a:off x="1745744" y="1122402"/>
                  <a:ext cx="11124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70" name="Ink 169">
                  <a:extLst>
                    <a:ext uri="{FF2B5EF4-FFF2-40B4-BE49-F238E27FC236}">
                      <a16:creationId xmlns:a16="http://schemas.microsoft.com/office/drawing/2014/main" id="{1304A060-D4D8-AD49-A075-AD51EEDFE165}"/>
                    </a:ext>
                  </a:extLst>
                </p14:cNvPr>
                <p14:cNvContentPartPr/>
                <p14:nvPr/>
              </p14:nvContentPartPr>
              <p14:xfrm>
                <a:off x="1943744" y="1087842"/>
                <a:ext cx="172800" cy="174600"/>
              </p14:xfrm>
            </p:contentPart>
          </mc:Choice>
          <mc:Fallback xmlns="">
            <p:pic>
              <p:nvPicPr>
                <p:cNvPr id="170" name="Ink 169">
                  <a:extLst>
                    <a:ext uri="{FF2B5EF4-FFF2-40B4-BE49-F238E27FC236}">
                      <a16:creationId xmlns:a16="http://schemas.microsoft.com/office/drawing/2014/main" id="{1304A060-D4D8-AD49-A075-AD51EEDFE165}"/>
                    </a:ext>
                  </a:extLst>
                </p:cNvPr>
                <p:cNvPicPr/>
                <p:nvPr/>
              </p:nvPicPr>
              <p:blipFill>
                <a:blip r:embed="rId291"/>
                <a:stretch>
                  <a:fillRect/>
                </a:stretch>
              </p:blipFill>
              <p:spPr>
                <a:xfrm>
                  <a:off x="1934744" y="1079202"/>
                  <a:ext cx="19044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71" name="Ink 170">
                  <a:extLst>
                    <a:ext uri="{FF2B5EF4-FFF2-40B4-BE49-F238E27FC236}">
                      <a16:creationId xmlns:a16="http://schemas.microsoft.com/office/drawing/2014/main" id="{195C5CC6-96F9-2947-4254-D0A1639C6764}"/>
                    </a:ext>
                  </a:extLst>
                </p14:cNvPr>
                <p14:cNvContentPartPr/>
                <p14:nvPr/>
              </p14:nvContentPartPr>
              <p14:xfrm>
                <a:off x="2115464" y="1051482"/>
                <a:ext cx="283680" cy="302760"/>
              </p14:xfrm>
            </p:contentPart>
          </mc:Choice>
          <mc:Fallback xmlns="">
            <p:pic>
              <p:nvPicPr>
                <p:cNvPr id="171" name="Ink 170">
                  <a:extLst>
                    <a:ext uri="{FF2B5EF4-FFF2-40B4-BE49-F238E27FC236}">
                      <a16:creationId xmlns:a16="http://schemas.microsoft.com/office/drawing/2014/main" id="{195C5CC6-96F9-2947-4254-D0A1639C6764}"/>
                    </a:ext>
                  </a:extLst>
                </p:cNvPr>
                <p:cNvPicPr/>
                <p:nvPr/>
              </p:nvPicPr>
              <p:blipFill>
                <a:blip r:embed="rId293"/>
                <a:stretch>
                  <a:fillRect/>
                </a:stretch>
              </p:blipFill>
              <p:spPr>
                <a:xfrm>
                  <a:off x="2106824" y="1042482"/>
                  <a:ext cx="301320" cy="32040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72" name="Ink 171">
                  <a:extLst>
                    <a:ext uri="{FF2B5EF4-FFF2-40B4-BE49-F238E27FC236}">
                      <a16:creationId xmlns:a16="http://schemas.microsoft.com/office/drawing/2014/main" id="{EAF99766-7C7B-660A-0645-DC5ECBDFBCC0}"/>
                    </a:ext>
                  </a:extLst>
                </p14:cNvPr>
                <p14:cNvContentPartPr/>
                <p14:nvPr/>
              </p14:nvContentPartPr>
              <p14:xfrm>
                <a:off x="2398424" y="921162"/>
                <a:ext cx="84600" cy="201960"/>
              </p14:xfrm>
            </p:contentPart>
          </mc:Choice>
          <mc:Fallback xmlns="">
            <p:pic>
              <p:nvPicPr>
                <p:cNvPr id="172" name="Ink 171">
                  <a:extLst>
                    <a:ext uri="{FF2B5EF4-FFF2-40B4-BE49-F238E27FC236}">
                      <a16:creationId xmlns:a16="http://schemas.microsoft.com/office/drawing/2014/main" id="{EAF99766-7C7B-660A-0645-DC5ECBDFBCC0}"/>
                    </a:ext>
                  </a:extLst>
                </p:cNvPr>
                <p:cNvPicPr/>
                <p:nvPr/>
              </p:nvPicPr>
              <p:blipFill>
                <a:blip r:embed="rId295"/>
                <a:stretch>
                  <a:fillRect/>
                </a:stretch>
              </p:blipFill>
              <p:spPr>
                <a:xfrm>
                  <a:off x="2389784" y="912162"/>
                  <a:ext cx="102240" cy="21960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73" name="Ink 172">
                  <a:extLst>
                    <a:ext uri="{FF2B5EF4-FFF2-40B4-BE49-F238E27FC236}">
                      <a16:creationId xmlns:a16="http://schemas.microsoft.com/office/drawing/2014/main" id="{B90FB172-3EE0-EBE7-D989-999F5B8C1F49}"/>
                    </a:ext>
                  </a:extLst>
                </p14:cNvPr>
                <p14:cNvContentPartPr/>
                <p14:nvPr/>
              </p14:nvContentPartPr>
              <p14:xfrm>
                <a:off x="2424704" y="984162"/>
                <a:ext cx="151920" cy="146520"/>
              </p14:xfrm>
            </p:contentPart>
          </mc:Choice>
          <mc:Fallback xmlns="">
            <p:pic>
              <p:nvPicPr>
                <p:cNvPr id="173" name="Ink 172">
                  <a:extLst>
                    <a:ext uri="{FF2B5EF4-FFF2-40B4-BE49-F238E27FC236}">
                      <a16:creationId xmlns:a16="http://schemas.microsoft.com/office/drawing/2014/main" id="{B90FB172-3EE0-EBE7-D989-999F5B8C1F49}"/>
                    </a:ext>
                  </a:extLst>
                </p:cNvPr>
                <p:cNvPicPr/>
                <p:nvPr/>
              </p:nvPicPr>
              <p:blipFill>
                <a:blip r:embed="rId297"/>
                <a:stretch>
                  <a:fillRect/>
                </a:stretch>
              </p:blipFill>
              <p:spPr>
                <a:xfrm>
                  <a:off x="2416064" y="975522"/>
                  <a:ext cx="16956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74" name="Ink 173">
                  <a:extLst>
                    <a:ext uri="{FF2B5EF4-FFF2-40B4-BE49-F238E27FC236}">
                      <a16:creationId xmlns:a16="http://schemas.microsoft.com/office/drawing/2014/main" id="{5F0AB144-B3A5-6D1F-17CD-2317E8CD57D9}"/>
                    </a:ext>
                  </a:extLst>
                </p14:cNvPr>
                <p14:cNvContentPartPr/>
                <p14:nvPr/>
              </p14:nvContentPartPr>
              <p14:xfrm>
                <a:off x="2506424" y="902082"/>
                <a:ext cx="18360" cy="19080"/>
              </p14:xfrm>
            </p:contentPart>
          </mc:Choice>
          <mc:Fallback xmlns="">
            <p:pic>
              <p:nvPicPr>
                <p:cNvPr id="174" name="Ink 173">
                  <a:extLst>
                    <a:ext uri="{FF2B5EF4-FFF2-40B4-BE49-F238E27FC236}">
                      <a16:creationId xmlns:a16="http://schemas.microsoft.com/office/drawing/2014/main" id="{5F0AB144-B3A5-6D1F-17CD-2317E8CD57D9}"/>
                    </a:ext>
                  </a:extLst>
                </p:cNvPr>
                <p:cNvPicPr/>
                <p:nvPr/>
              </p:nvPicPr>
              <p:blipFill>
                <a:blip r:embed="rId299"/>
                <a:stretch>
                  <a:fillRect/>
                </a:stretch>
              </p:blipFill>
              <p:spPr>
                <a:xfrm>
                  <a:off x="2497784" y="893442"/>
                  <a:ext cx="3600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175" name="Ink 174">
                  <a:extLst>
                    <a:ext uri="{FF2B5EF4-FFF2-40B4-BE49-F238E27FC236}">
                      <a16:creationId xmlns:a16="http://schemas.microsoft.com/office/drawing/2014/main" id="{B9D2DF96-6A7B-58C7-3080-AA5637B2BD3D}"/>
                    </a:ext>
                  </a:extLst>
                </p14:cNvPr>
                <p14:cNvContentPartPr/>
                <p14:nvPr/>
              </p14:nvContentPartPr>
              <p14:xfrm>
                <a:off x="2551424" y="967242"/>
                <a:ext cx="143640" cy="106920"/>
              </p14:xfrm>
            </p:contentPart>
          </mc:Choice>
          <mc:Fallback xmlns="">
            <p:pic>
              <p:nvPicPr>
                <p:cNvPr id="175" name="Ink 174">
                  <a:extLst>
                    <a:ext uri="{FF2B5EF4-FFF2-40B4-BE49-F238E27FC236}">
                      <a16:creationId xmlns:a16="http://schemas.microsoft.com/office/drawing/2014/main" id="{B9D2DF96-6A7B-58C7-3080-AA5637B2BD3D}"/>
                    </a:ext>
                  </a:extLst>
                </p:cNvPr>
                <p:cNvPicPr/>
                <p:nvPr/>
              </p:nvPicPr>
              <p:blipFill>
                <a:blip r:embed="rId301"/>
                <a:stretch>
                  <a:fillRect/>
                </a:stretch>
              </p:blipFill>
              <p:spPr>
                <a:xfrm>
                  <a:off x="2542424" y="958242"/>
                  <a:ext cx="16128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176" name="Ink 175">
                  <a:extLst>
                    <a:ext uri="{FF2B5EF4-FFF2-40B4-BE49-F238E27FC236}">
                      <a16:creationId xmlns:a16="http://schemas.microsoft.com/office/drawing/2014/main" id="{793A00EC-1845-B736-683B-64DD7840E9A9}"/>
                    </a:ext>
                  </a:extLst>
                </p14:cNvPr>
                <p14:cNvContentPartPr/>
                <p14:nvPr/>
              </p14:nvContentPartPr>
              <p14:xfrm>
                <a:off x="2780024" y="1013682"/>
                <a:ext cx="14400" cy="5400"/>
              </p14:xfrm>
            </p:contentPart>
          </mc:Choice>
          <mc:Fallback xmlns="">
            <p:pic>
              <p:nvPicPr>
                <p:cNvPr id="176" name="Ink 175">
                  <a:extLst>
                    <a:ext uri="{FF2B5EF4-FFF2-40B4-BE49-F238E27FC236}">
                      <a16:creationId xmlns:a16="http://schemas.microsoft.com/office/drawing/2014/main" id="{793A00EC-1845-B736-683B-64DD7840E9A9}"/>
                    </a:ext>
                  </a:extLst>
                </p:cNvPr>
                <p:cNvPicPr/>
                <p:nvPr/>
              </p:nvPicPr>
              <p:blipFill>
                <a:blip r:embed="rId303"/>
                <a:stretch>
                  <a:fillRect/>
                </a:stretch>
              </p:blipFill>
              <p:spPr>
                <a:xfrm>
                  <a:off x="2771024" y="1005042"/>
                  <a:ext cx="3204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178" name="Ink 177">
                  <a:extLst>
                    <a:ext uri="{FF2B5EF4-FFF2-40B4-BE49-F238E27FC236}">
                      <a16:creationId xmlns:a16="http://schemas.microsoft.com/office/drawing/2014/main" id="{FDF5EDBF-6503-62A5-6613-D8F6B369719F}"/>
                    </a:ext>
                  </a:extLst>
                </p14:cNvPr>
                <p14:cNvContentPartPr/>
                <p14:nvPr/>
              </p14:nvContentPartPr>
              <p14:xfrm>
                <a:off x="2829344" y="856722"/>
                <a:ext cx="147960" cy="336600"/>
              </p14:xfrm>
            </p:contentPart>
          </mc:Choice>
          <mc:Fallback xmlns="">
            <p:pic>
              <p:nvPicPr>
                <p:cNvPr id="178" name="Ink 177">
                  <a:extLst>
                    <a:ext uri="{FF2B5EF4-FFF2-40B4-BE49-F238E27FC236}">
                      <a16:creationId xmlns:a16="http://schemas.microsoft.com/office/drawing/2014/main" id="{FDF5EDBF-6503-62A5-6613-D8F6B369719F}"/>
                    </a:ext>
                  </a:extLst>
                </p:cNvPr>
                <p:cNvPicPr/>
                <p:nvPr/>
              </p:nvPicPr>
              <p:blipFill>
                <a:blip r:embed="rId305"/>
                <a:stretch>
                  <a:fillRect/>
                </a:stretch>
              </p:blipFill>
              <p:spPr>
                <a:xfrm>
                  <a:off x="2820344" y="848082"/>
                  <a:ext cx="165600" cy="35424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179" name="Ink 178">
                  <a:extLst>
                    <a:ext uri="{FF2B5EF4-FFF2-40B4-BE49-F238E27FC236}">
                      <a16:creationId xmlns:a16="http://schemas.microsoft.com/office/drawing/2014/main" id="{52CC3E8D-8BCF-4B00-D8A6-D44373836234}"/>
                    </a:ext>
                  </a:extLst>
                </p14:cNvPr>
                <p14:cNvContentPartPr/>
                <p14:nvPr/>
              </p14:nvContentPartPr>
              <p14:xfrm>
                <a:off x="2986664" y="827562"/>
                <a:ext cx="88200" cy="170280"/>
              </p14:xfrm>
            </p:contentPart>
          </mc:Choice>
          <mc:Fallback xmlns="">
            <p:pic>
              <p:nvPicPr>
                <p:cNvPr id="179" name="Ink 178">
                  <a:extLst>
                    <a:ext uri="{FF2B5EF4-FFF2-40B4-BE49-F238E27FC236}">
                      <a16:creationId xmlns:a16="http://schemas.microsoft.com/office/drawing/2014/main" id="{52CC3E8D-8BCF-4B00-D8A6-D44373836234}"/>
                    </a:ext>
                  </a:extLst>
                </p:cNvPr>
                <p:cNvPicPr/>
                <p:nvPr/>
              </p:nvPicPr>
              <p:blipFill>
                <a:blip r:embed="rId307"/>
                <a:stretch>
                  <a:fillRect/>
                </a:stretch>
              </p:blipFill>
              <p:spPr>
                <a:xfrm>
                  <a:off x="2978024" y="818562"/>
                  <a:ext cx="10584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180" name="Ink 179">
                  <a:extLst>
                    <a:ext uri="{FF2B5EF4-FFF2-40B4-BE49-F238E27FC236}">
                      <a16:creationId xmlns:a16="http://schemas.microsoft.com/office/drawing/2014/main" id="{A13AECF9-A413-F312-C1FD-70DA60901CFB}"/>
                    </a:ext>
                  </a:extLst>
                </p14:cNvPr>
                <p14:cNvContentPartPr/>
                <p14:nvPr/>
              </p14:nvContentPartPr>
              <p14:xfrm>
                <a:off x="3092864" y="823962"/>
                <a:ext cx="96840" cy="132840"/>
              </p14:xfrm>
            </p:contentPart>
          </mc:Choice>
          <mc:Fallback xmlns="">
            <p:pic>
              <p:nvPicPr>
                <p:cNvPr id="180" name="Ink 179">
                  <a:extLst>
                    <a:ext uri="{FF2B5EF4-FFF2-40B4-BE49-F238E27FC236}">
                      <a16:creationId xmlns:a16="http://schemas.microsoft.com/office/drawing/2014/main" id="{A13AECF9-A413-F312-C1FD-70DA60901CFB}"/>
                    </a:ext>
                  </a:extLst>
                </p:cNvPr>
                <p:cNvPicPr/>
                <p:nvPr/>
              </p:nvPicPr>
              <p:blipFill>
                <a:blip r:embed="rId309"/>
                <a:stretch>
                  <a:fillRect/>
                </a:stretch>
              </p:blipFill>
              <p:spPr>
                <a:xfrm>
                  <a:off x="3083864" y="815322"/>
                  <a:ext cx="11448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181" name="Ink 180">
                  <a:extLst>
                    <a:ext uri="{FF2B5EF4-FFF2-40B4-BE49-F238E27FC236}">
                      <a16:creationId xmlns:a16="http://schemas.microsoft.com/office/drawing/2014/main" id="{3B056C4C-218A-12F8-BC99-762B12374762}"/>
                    </a:ext>
                  </a:extLst>
                </p14:cNvPr>
                <p14:cNvContentPartPr/>
                <p14:nvPr/>
              </p14:nvContentPartPr>
              <p14:xfrm>
                <a:off x="3185384" y="759882"/>
                <a:ext cx="235080" cy="301680"/>
              </p14:xfrm>
            </p:contentPart>
          </mc:Choice>
          <mc:Fallback xmlns="">
            <p:pic>
              <p:nvPicPr>
                <p:cNvPr id="181" name="Ink 180">
                  <a:extLst>
                    <a:ext uri="{FF2B5EF4-FFF2-40B4-BE49-F238E27FC236}">
                      <a16:creationId xmlns:a16="http://schemas.microsoft.com/office/drawing/2014/main" id="{3B056C4C-218A-12F8-BC99-762B12374762}"/>
                    </a:ext>
                  </a:extLst>
                </p:cNvPr>
                <p:cNvPicPr/>
                <p:nvPr/>
              </p:nvPicPr>
              <p:blipFill>
                <a:blip r:embed="rId311"/>
                <a:stretch>
                  <a:fillRect/>
                </a:stretch>
              </p:blipFill>
              <p:spPr>
                <a:xfrm>
                  <a:off x="3176384" y="751242"/>
                  <a:ext cx="252720" cy="31932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212" name="Ink 211">
                  <a:extLst>
                    <a:ext uri="{FF2B5EF4-FFF2-40B4-BE49-F238E27FC236}">
                      <a16:creationId xmlns:a16="http://schemas.microsoft.com/office/drawing/2014/main" id="{A45C310D-DFF3-0758-5E1A-74ADA905B2BE}"/>
                    </a:ext>
                  </a:extLst>
                </p14:cNvPr>
                <p14:cNvContentPartPr/>
                <p14:nvPr/>
              </p14:nvContentPartPr>
              <p14:xfrm>
                <a:off x="9315464" y="1738362"/>
                <a:ext cx="151560" cy="132480"/>
              </p14:xfrm>
            </p:contentPart>
          </mc:Choice>
          <mc:Fallback xmlns="">
            <p:pic>
              <p:nvPicPr>
                <p:cNvPr id="212" name="Ink 211">
                  <a:extLst>
                    <a:ext uri="{FF2B5EF4-FFF2-40B4-BE49-F238E27FC236}">
                      <a16:creationId xmlns:a16="http://schemas.microsoft.com/office/drawing/2014/main" id="{A45C310D-DFF3-0758-5E1A-74ADA905B2BE}"/>
                    </a:ext>
                  </a:extLst>
                </p:cNvPr>
                <p:cNvPicPr/>
                <p:nvPr/>
              </p:nvPicPr>
              <p:blipFill>
                <a:blip r:embed="rId313"/>
                <a:stretch>
                  <a:fillRect/>
                </a:stretch>
              </p:blipFill>
              <p:spPr>
                <a:xfrm>
                  <a:off x="9306464" y="1729362"/>
                  <a:ext cx="16920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183" name="Ink 182">
                  <a:extLst>
                    <a:ext uri="{FF2B5EF4-FFF2-40B4-BE49-F238E27FC236}">
                      <a16:creationId xmlns:a16="http://schemas.microsoft.com/office/drawing/2014/main" id="{26257986-997E-B5F6-0995-2ECE0EF96C01}"/>
                    </a:ext>
                  </a:extLst>
                </p14:cNvPr>
                <p14:cNvContentPartPr/>
                <p14:nvPr/>
              </p14:nvContentPartPr>
              <p14:xfrm>
                <a:off x="10166144" y="1486722"/>
                <a:ext cx="809640" cy="478080"/>
              </p14:xfrm>
            </p:contentPart>
          </mc:Choice>
          <mc:Fallback xmlns="">
            <p:pic>
              <p:nvPicPr>
                <p:cNvPr id="183" name="Ink 182">
                  <a:extLst>
                    <a:ext uri="{FF2B5EF4-FFF2-40B4-BE49-F238E27FC236}">
                      <a16:creationId xmlns:a16="http://schemas.microsoft.com/office/drawing/2014/main" id="{26257986-997E-B5F6-0995-2ECE0EF96C01}"/>
                    </a:ext>
                  </a:extLst>
                </p:cNvPr>
                <p:cNvPicPr/>
                <p:nvPr/>
              </p:nvPicPr>
              <p:blipFill>
                <a:blip r:embed="rId315"/>
                <a:stretch>
                  <a:fillRect/>
                </a:stretch>
              </p:blipFill>
              <p:spPr>
                <a:xfrm>
                  <a:off x="10157504" y="1478082"/>
                  <a:ext cx="827280" cy="49572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184" name="Ink 183">
                  <a:extLst>
                    <a:ext uri="{FF2B5EF4-FFF2-40B4-BE49-F238E27FC236}">
                      <a16:creationId xmlns:a16="http://schemas.microsoft.com/office/drawing/2014/main" id="{E1B4B224-8E48-26E4-C262-7867D4FDC9C3}"/>
                    </a:ext>
                  </a:extLst>
                </p14:cNvPr>
                <p14:cNvContentPartPr/>
                <p14:nvPr/>
              </p14:nvContentPartPr>
              <p14:xfrm>
                <a:off x="10177664" y="1470522"/>
                <a:ext cx="841320" cy="496440"/>
              </p14:xfrm>
            </p:contentPart>
          </mc:Choice>
          <mc:Fallback xmlns="">
            <p:pic>
              <p:nvPicPr>
                <p:cNvPr id="184" name="Ink 183">
                  <a:extLst>
                    <a:ext uri="{FF2B5EF4-FFF2-40B4-BE49-F238E27FC236}">
                      <a16:creationId xmlns:a16="http://schemas.microsoft.com/office/drawing/2014/main" id="{E1B4B224-8E48-26E4-C262-7867D4FDC9C3}"/>
                    </a:ext>
                  </a:extLst>
                </p:cNvPr>
                <p:cNvPicPr/>
                <p:nvPr/>
              </p:nvPicPr>
              <p:blipFill>
                <a:blip r:embed="rId317"/>
                <a:stretch>
                  <a:fillRect/>
                </a:stretch>
              </p:blipFill>
              <p:spPr>
                <a:xfrm>
                  <a:off x="10168664" y="1461522"/>
                  <a:ext cx="858960" cy="51408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185" name="Ink 184">
                  <a:extLst>
                    <a:ext uri="{FF2B5EF4-FFF2-40B4-BE49-F238E27FC236}">
                      <a16:creationId xmlns:a16="http://schemas.microsoft.com/office/drawing/2014/main" id="{5DEAA608-FE46-0610-8310-40CDEAD7C05C}"/>
                    </a:ext>
                  </a:extLst>
                </p14:cNvPr>
                <p14:cNvContentPartPr/>
                <p14:nvPr/>
              </p14:nvContentPartPr>
              <p14:xfrm>
                <a:off x="10462424" y="1695882"/>
                <a:ext cx="46800" cy="535320"/>
              </p14:xfrm>
            </p:contentPart>
          </mc:Choice>
          <mc:Fallback xmlns="">
            <p:pic>
              <p:nvPicPr>
                <p:cNvPr id="185" name="Ink 184">
                  <a:extLst>
                    <a:ext uri="{FF2B5EF4-FFF2-40B4-BE49-F238E27FC236}">
                      <a16:creationId xmlns:a16="http://schemas.microsoft.com/office/drawing/2014/main" id="{5DEAA608-FE46-0610-8310-40CDEAD7C05C}"/>
                    </a:ext>
                  </a:extLst>
                </p:cNvPr>
                <p:cNvPicPr/>
                <p:nvPr/>
              </p:nvPicPr>
              <p:blipFill>
                <a:blip r:embed="rId319"/>
                <a:stretch>
                  <a:fillRect/>
                </a:stretch>
              </p:blipFill>
              <p:spPr>
                <a:xfrm>
                  <a:off x="10453424" y="1687242"/>
                  <a:ext cx="64440" cy="55296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186" name="Ink 185">
                  <a:extLst>
                    <a:ext uri="{FF2B5EF4-FFF2-40B4-BE49-F238E27FC236}">
                      <a16:creationId xmlns:a16="http://schemas.microsoft.com/office/drawing/2014/main" id="{5B9C209A-5BCF-0523-11FF-7C53A44474F4}"/>
                    </a:ext>
                  </a:extLst>
                </p14:cNvPr>
                <p14:cNvContentPartPr/>
                <p14:nvPr/>
              </p14:nvContentPartPr>
              <p14:xfrm>
                <a:off x="10325264" y="1689402"/>
                <a:ext cx="939600" cy="535680"/>
              </p14:xfrm>
            </p:contentPart>
          </mc:Choice>
          <mc:Fallback xmlns="">
            <p:pic>
              <p:nvPicPr>
                <p:cNvPr id="186" name="Ink 185">
                  <a:extLst>
                    <a:ext uri="{FF2B5EF4-FFF2-40B4-BE49-F238E27FC236}">
                      <a16:creationId xmlns:a16="http://schemas.microsoft.com/office/drawing/2014/main" id="{5B9C209A-5BCF-0523-11FF-7C53A44474F4}"/>
                    </a:ext>
                  </a:extLst>
                </p:cNvPr>
                <p:cNvPicPr/>
                <p:nvPr/>
              </p:nvPicPr>
              <p:blipFill>
                <a:blip r:embed="rId321"/>
                <a:stretch>
                  <a:fillRect/>
                </a:stretch>
              </p:blipFill>
              <p:spPr>
                <a:xfrm>
                  <a:off x="10316624" y="1680762"/>
                  <a:ext cx="957240" cy="55332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187" name="Ink 186">
                  <a:extLst>
                    <a:ext uri="{FF2B5EF4-FFF2-40B4-BE49-F238E27FC236}">
                      <a16:creationId xmlns:a16="http://schemas.microsoft.com/office/drawing/2014/main" id="{BABE646E-BFF7-DE6A-7CF3-1D49CB29A9DF}"/>
                    </a:ext>
                  </a:extLst>
                </p14:cNvPr>
                <p14:cNvContentPartPr/>
                <p14:nvPr/>
              </p14:nvContentPartPr>
              <p14:xfrm>
                <a:off x="10163984" y="1947882"/>
                <a:ext cx="370800" cy="253080"/>
              </p14:xfrm>
            </p:contentPart>
          </mc:Choice>
          <mc:Fallback xmlns="">
            <p:pic>
              <p:nvPicPr>
                <p:cNvPr id="187" name="Ink 186">
                  <a:extLst>
                    <a:ext uri="{FF2B5EF4-FFF2-40B4-BE49-F238E27FC236}">
                      <a16:creationId xmlns:a16="http://schemas.microsoft.com/office/drawing/2014/main" id="{BABE646E-BFF7-DE6A-7CF3-1D49CB29A9DF}"/>
                    </a:ext>
                  </a:extLst>
                </p:cNvPr>
                <p:cNvPicPr/>
                <p:nvPr/>
              </p:nvPicPr>
              <p:blipFill>
                <a:blip r:embed="rId323"/>
                <a:stretch>
                  <a:fillRect/>
                </a:stretch>
              </p:blipFill>
              <p:spPr>
                <a:xfrm>
                  <a:off x="10155344" y="1939242"/>
                  <a:ext cx="388440" cy="270720"/>
                </a:xfrm>
                <a:prstGeom prst="rect">
                  <a:avLst/>
                </a:prstGeom>
              </p:spPr>
            </p:pic>
          </mc:Fallback>
        </mc:AlternateContent>
        <mc:AlternateContent xmlns:mc="http://schemas.openxmlformats.org/markup-compatibility/2006" xmlns:p14="http://schemas.microsoft.com/office/powerpoint/2010/main">
          <mc:Choice Requires="p14">
            <p:contentPart p14:bwMode="auto" r:id="rId324">
              <p14:nvContentPartPr>
                <p14:cNvPr id="188" name="Ink 187">
                  <a:extLst>
                    <a:ext uri="{FF2B5EF4-FFF2-40B4-BE49-F238E27FC236}">
                      <a16:creationId xmlns:a16="http://schemas.microsoft.com/office/drawing/2014/main" id="{11AE77B5-49C2-534E-F38B-05C2F56A1312}"/>
                    </a:ext>
                  </a:extLst>
                </p14:cNvPr>
                <p14:cNvContentPartPr/>
                <p14:nvPr/>
              </p14:nvContentPartPr>
              <p14:xfrm>
                <a:off x="10184144" y="1496442"/>
                <a:ext cx="297720" cy="178560"/>
              </p14:xfrm>
            </p:contentPart>
          </mc:Choice>
          <mc:Fallback xmlns="">
            <p:pic>
              <p:nvPicPr>
                <p:cNvPr id="188" name="Ink 187">
                  <a:extLst>
                    <a:ext uri="{FF2B5EF4-FFF2-40B4-BE49-F238E27FC236}">
                      <a16:creationId xmlns:a16="http://schemas.microsoft.com/office/drawing/2014/main" id="{11AE77B5-49C2-534E-F38B-05C2F56A1312}"/>
                    </a:ext>
                  </a:extLst>
                </p:cNvPr>
                <p:cNvPicPr/>
                <p:nvPr/>
              </p:nvPicPr>
              <p:blipFill>
                <a:blip r:embed="rId325"/>
                <a:stretch>
                  <a:fillRect/>
                </a:stretch>
              </p:blipFill>
              <p:spPr>
                <a:xfrm>
                  <a:off x="10175144" y="1487802"/>
                  <a:ext cx="31536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189" name="Ink 188">
                  <a:extLst>
                    <a:ext uri="{FF2B5EF4-FFF2-40B4-BE49-F238E27FC236}">
                      <a16:creationId xmlns:a16="http://schemas.microsoft.com/office/drawing/2014/main" id="{197803B8-A1BE-728D-1350-FE701A36889A}"/>
                    </a:ext>
                  </a:extLst>
                </p14:cNvPr>
                <p14:cNvContentPartPr/>
                <p14:nvPr/>
              </p14:nvContentPartPr>
              <p14:xfrm>
                <a:off x="11029424" y="1547562"/>
                <a:ext cx="188640" cy="149400"/>
              </p14:xfrm>
            </p:contentPart>
          </mc:Choice>
          <mc:Fallback xmlns="">
            <p:pic>
              <p:nvPicPr>
                <p:cNvPr id="189" name="Ink 188">
                  <a:extLst>
                    <a:ext uri="{FF2B5EF4-FFF2-40B4-BE49-F238E27FC236}">
                      <a16:creationId xmlns:a16="http://schemas.microsoft.com/office/drawing/2014/main" id="{197803B8-A1BE-728D-1350-FE701A36889A}"/>
                    </a:ext>
                  </a:extLst>
                </p:cNvPr>
                <p:cNvPicPr/>
                <p:nvPr/>
              </p:nvPicPr>
              <p:blipFill>
                <a:blip r:embed="rId327"/>
                <a:stretch>
                  <a:fillRect/>
                </a:stretch>
              </p:blipFill>
              <p:spPr>
                <a:xfrm>
                  <a:off x="11020784" y="1538562"/>
                  <a:ext cx="20628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190" name="Ink 189">
                  <a:extLst>
                    <a:ext uri="{FF2B5EF4-FFF2-40B4-BE49-F238E27FC236}">
                      <a16:creationId xmlns:a16="http://schemas.microsoft.com/office/drawing/2014/main" id="{D098F5A9-81AD-F11E-6FBE-46C0A4BBD193}"/>
                    </a:ext>
                  </a:extLst>
                </p14:cNvPr>
                <p14:cNvContentPartPr/>
                <p14:nvPr/>
              </p14:nvContentPartPr>
              <p14:xfrm>
                <a:off x="10985864" y="1921242"/>
                <a:ext cx="299520" cy="245880"/>
              </p14:xfrm>
            </p:contentPart>
          </mc:Choice>
          <mc:Fallback xmlns="">
            <p:pic>
              <p:nvPicPr>
                <p:cNvPr id="190" name="Ink 189">
                  <a:extLst>
                    <a:ext uri="{FF2B5EF4-FFF2-40B4-BE49-F238E27FC236}">
                      <a16:creationId xmlns:a16="http://schemas.microsoft.com/office/drawing/2014/main" id="{D098F5A9-81AD-F11E-6FBE-46C0A4BBD193}"/>
                    </a:ext>
                  </a:extLst>
                </p:cNvPr>
                <p:cNvPicPr/>
                <p:nvPr/>
              </p:nvPicPr>
              <p:blipFill>
                <a:blip r:embed="rId329"/>
                <a:stretch>
                  <a:fillRect/>
                </a:stretch>
              </p:blipFill>
              <p:spPr>
                <a:xfrm>
                  <a:off x="10976864" y="1912602"/>
                  <a:ext cx="317160" cy="263520"/>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192" name="Ink 191">
                  <a:extLst>
                    <a:ext uri="{FF2B5EF4-FFF2-40B4-BE49-F238E27FC236}">
                      <a16:creationId xmlns:a16="http://schemas.microsoft.com/office/drawing/2014/main" id="{65DC6D48-6300-A975-D527-18A3C8A8F01B}"/>
                    </a:ext>
                  </a:extLst>
                </p14:cNvPr>
                <p14:cNvContentPartPr/>
                <p14:nvPr/>
              </p14:nvContentPartPr>
              <p14:xfrm>
                <a:off x="9819824" y="1768242"/>
                <a:ext cx="263520" cy="20880"/>
              </p14:xfrm>
            </p:contentPart>
          </mc:Choice>
          <mc:Fallback xmlns="">
            <p:pic>
              <p:nvPicPr>
                <p:cNvPr id="192" name="Ink 191">
                  <a:extLst>
                    <a:ext uri="{FF2B5EF4-FFF2-40B4-BE49-F238E27FC236}">
                      <a16:creationId xmlns:a16="http://schemas.microsoft.com/office/drawing/2014/main" id="{65DC6D48-6300-A975-D527-18A3C8A8F01B}"/>
                    </a:ext>
                  </a:extLst>
                </p:cNvPr>
                <p:cNvPicPr/>
                <p:nvPr/>
              </p:nvPicPr>
              <p:blipFill>
                <a:blip r:embed="rId331"/>
                <a:stretch>
                  <a:fillRect/>
                </a:stretch>
              </p:blipFill>
              <p:spPr>
                <a:xfrm>
                  <a:off x="9810824" y="1759602"/>
                  <a:ext cx="28116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332">
              <p14:nvContentPartPr>
                <p14:cNvPr id="193" name="Ink 192">
                  <a:extLst>
                    <a:ext uri="{FF2B5EF4-FFF2-40B4-BE49-F238E27FC236}">
                      <a16:creationId xmlns:a16="http://schemas.microsoft.com/office/drawing/2014/main" id="{F2E00AB0-9AA7-E72B-636A-28ADBD87B9A6}"/>
                    </a:ext>
                  </a:extLst>
                </p14:cNvPr>
                <p14:cNvContentPartPr/>
                <p14:nvPr/>
              </p14:nvContentPartPr>
              <p14:xfrm>
                <a:off x="10014584" y="1717482"/>
                <a:ext cx="63360" cy="124560"/>
              </p14:xfrm>
            </p:contentPart>
          </mc:Choice>
          <mc:Fallback xmlns="">
            <p:pic>
              <p:nvPicPr>
                <p:cNvPr id="193" name="Ink 192">
                  <a:extLst>
                    <a:ext uri="{FF2B5EF4-FFF2-40B4-BE49-F238E27FC236}">
                      <a16:creationId xmlns:a16="http://schemas.microsoft.com/office/drawing/2014/main" id="{F2E00AB0-9AA7-E72B-636A-28ADBD87B9A6}"/>
                    </a:ext>
                  </a:extLst>
                </p:cNvPr>
                <p:cNvPicPr/>
                <p:nvPr/>
              </p:nvPicPr>
              <p:blipFill>
                <a:blip r:embed="rId333"/>
                <a:stretch>
                  <a:fillRect/>
                </a:stretch>
              </p:blipFill>
              <p:spPr>
                <a:xfrm>
                  <a:off x="10005584" y="1708842"/>
                  <a:ext cx="8100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194" name="Ink 193">
                  <a:extLst>
                    <a:ext uri="{FF2B5EF4-FFF2-40B4-BE49-F238E27FC236}">
                      <a16:creationId xmlns:a16="http://schemas.microsoft.com/office/drawing/2014/main" id="{98790A67-4503-F2A8-D68B-A19F27137096}"/>
                    </a:ext>
                  </a:extLst>
                </p14:cNvPr>
                <p14:cNvContentPartPr/>
                <p14:nvPr/>
              </p14:nvContentPartPr>
              <p14:xfrm>
                <a:off x="11346584" y="1796322"/>
                <a:ext cx="150480" cy="145440"/>
              </p14:xfrm>
            </p:contentPart>
          </mc:Choice>
          <mc:Fallback xmlns="">
            <p:pic>
              <p:nvPicPr>
                <p:cNvPr id="194" name="Ink 193">
                  <a:extLst>
                    <a:ext uri="{FF2B5EF4-FFF2-40B4-BE49-F238E27FC236}">
                      <a16:creationId xmlns:a16="http://schemas.microsoft.com/office/drawing/2014/main" id="{98790A67-4503-F2A8-D68B-A19F27137096}"/>
                    </a:ext>
                  </a:extLst>
                </p:cNvPr>
                <p:cNvPicPr/>
                <p:nvPr/>
              </p:nvPicPr>
              <p:blipFill>
                <a:blip r:embed="rId335"/>
                <a:stretch>
                  <a:fillRect/>
                </a:stretch>
              </p:blipFill>
              <p:spPr>
                <a:xfrm>
                  <a:off x="11337584" y="1787682"/>
                  <a:ext cx="16812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336">
              <p14:nvContentPartPr>
                <p14:cNvPr id="195" name="Ink 194">
                  <a:extLst>
                    <a:ext uri="{FF2B5EF4-FFF2-40B4-BE49-F238E27FC236}">
                      <a16:creationId xmlns:a16="http://schemas.microsoft.com/office/drawing/2014/main" id="{1EDB95B3-22AF-16C3-D892-F03075A707F8}"/>
                    </a:ext>
                  </a:extLst>
                </p14:cNvPr>
                <p14:cNvContentPartPr/>
                <p14:nvPr/>
              </p14:nvContentPartPr>
              <p14:xfrm>
                <a:off x="11411744" y="1875162"/>
                <a:ext cx="367560" cy="13680"/>
              </p14:xfrm>
            </p:contentPart>
          </mc:Choice>
          <mc:Fallback xmlns="">
            <p:pic>
              <p:nvPicPr>
                <p:cNvPr id="195" name="Ink 194">
                  <a:extLst>
                    <a:ext uri="{FF2B5EF4-FFF2-40B4-BE49-F238E27FC236}">
                      <a16:creationId xmlns:a16="http://schemas.microsoft.com/office/drawing/2014/main" id="{1EDB95B3-22AF-16C3-D892-F03075A707F8}"/>
                    </a:ext>
                  </a:extLst>
                </p:cNvPr>
                <p:cNvPicPr/>
                <p:nvPr/>
              </p:nvPicPr>
              <p:blipFill>
                <a:blip r:embed="rId337"/>
                <a:stretch>
                  <a:fillRect/>
                </a:stretch>
              </p:blipFill>
              <p:spPr>
                <a:xfrm>
                  <a:off x="11402744" y="1866162"/>
                  <a:ext cx="38520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197" name="Ink 196">
                  <a:extLst>
                    <a:ext uri="{FF2B5EF4-FFF2-40B4-BE49-F238E27FC236}">
                      <a16:creationId xmlns:a16="http://schemas.microsoft.com/office/drawing/2014/main" id="{2D6F3805-A526-08CA-0530-1D92B49877D1}"/>
                    </a:ext>
                  </a:extLst>
                </p14:cNvPr>
                <p14:cNvContentPartPr/>
                <p14:nvPr/>
              </p14:nvContentPartPr>
              <p14:xfrm>
                <a:off x="10688504" y="1833042"/>
                <a:ext cx="65160" cy="76680"/>
              </p14:xfrm>
            </p:contentPart>
          </mc:Choice>
          <mc:Fallback xmlns="">
            <p:pic>
              <p:nvPicPr>
                <p:cNvPr id="197" name="Ink 196">
                  <a:extLst>
                    <a:ext uri="{FF2B5EF4-FFF2-40B4-BE49-F238E27FC236}">
                      <a16:creationId xmlns:a16="http://schemas.microsoft.com/office/drawing/2014/main" id="{2D6F3805-A526-08CA-0530-1D92B49877D1}"/>
                    </a:ext>
                  </a:extLst>
                </p:cNvPr>
                <p:cNvPicPr/>
                <p:nvPr/>
              </p:nvPicPr>
              <p:blipFill>
                <a:blip r:embed="rId339"/>
                <a:stretch>
                  <a:fillRect/>
                </a:stretch>
              </p:blipFill>
              <p:spPr>
                <a:xfrm>
                  <a:off x="10679504" y="1824042"/>
                  <a:ext cx="8280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340">
              <p14:nvContentPartPr>
                <p14:cNvPr id="198" name="Ink 197">
                  <a:extLst>
                    <a:ext uri="{FF2B5EF4-FFF2-40B4-BE49-F238E27FC236}">
                      <a16:creationId xmlns:a16="http://schemas.microsoft.com/office/drawing/2014/main" id="{5DE0936B-B170-AA68-F753-BA4D77EB8713}"/>
                    </a:ext>
                  </a:extLst>
                </p14:cNvPr>
                <p14:cNvContentPartPr/>
                <p14:nvPr/>
              </p14:nvContentPartPr>
              <p14:xfrm>
                <a:off x="10574384" y="1112682"/>
                <a:ext cx="7560" cy="357120"/>
              </p14:xfrm>
            </p:contentPart>
          </mc:Choice>
          <mc:Fallback xmlns="">
            <p:pic>
              <p:nvPicPr>
                <p:cNvPr id="198" name="Ink 197">
                  <a:extLst>
                    <a:ext uri="{FF2B5EF4-FFF2-40B4-BE49-F238E27FC236}">
                      <a16:creationId xmlns:a16="http://schemas.microsoft.com/office/drawing/2014/main" id="{5DE0936B-B170-AA68-F753-BA4D77EB8713}"/>
                    </a:ext>
                  </a:extLst>
                </p:cNvPr>
                <p:cNvPicPr/>
                <p:nvPr/>
              </p:nvPicPr>
              <p:blipFill>
                <a:blip r:embed="rId341"/>
                <a:stretch>
                  <a:fillRect/>
                </a:stretch>
              </p:blipFill>
              <p:spPr>
                <a:xfrm>
                  <a:off x="10565384" y="1104042"/>
                  <a:ext cx="25200" cy="374760"/>
                </a:xfrm>
                <a:prstGeom prst="rect">
                  <a:avLst/>
                </a:prstGeom>
              </p:spPr>
            </p:pic>
          </mc:Fallback>
        </mc:AlternateContent>
        <mc:AlternateContent xmlns:mc="http://schemas.openxmlformats.org/markup-compatibility/2006" xmlns:p14="http://schemas.microsoft.com/office/powerpoint/2010/main">
          <mc:Choice Requires="p14">
            <p:contentPart p14:bwMode="auto" r:id="rId342">
              <p14:nvContentPartPr>
                <p14:cNvPr id="199" name="Ink 198">
                  <a:extLst>
                    <a:ext uri="{FF2B5EF4-FFF2-40B4-BE49-F238E27FC236}">
                      <a16:creationId xmlns:a16="http://schemas.microsoft.com/office/drawing/2014/main" id="{49A3AE54-A9DF-6C01-C608-0D40275F444B}"/>
                    </a:ext>
                  </a:extLst>
                </p14:cNvPr>
                <p14:cNvContentPartPr/>
                <p14:nvPr/>
              </p14:nvContentPartPr>
              <p14:xfrm>
                <a:off x="10501664" y="1451082"/>
                <a:ext cx="97560" cy="55800"/>
              </p14:xfrm>
            </p:contentPart>
          </mc:Choice>
          <mc:Fallback xmlns="">
            <p:pic>
              <p:nvPicPr>
                <p:cNvPr id="199" name="Ink 198">
                  <a:extLst>
                    <a:ext uri="{FF2B5EF4-FFF2-40B4-BE49-F238E27FC236}">
                      <a16:creationId xmlns:a16="http://schemas.microsoft.com/office/drawing/2014/main" id="{49A3AE54-A9DF-6C01-C608-0D40275F444B}"/>
                    </a:ext>
                  </a:extLst>
                </p:cNvPr>
                <p:cNvPicPr/>
                <p:nvPr/>
              </p:nvPicPr>
              <p:blipFill>
                <a:blip r:embed="rId343"/>
                <a:stretch>
                  <a:fillRect/>
                </a:stretch>
              </p:blipFill>
              <p:spPr>
                <a:xfrm>
                  <a:off x="10493024" y="1442082"/>
                  <a:ext cx="11520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344">
              <p14:nvContentPartPr>
                <p14:cNvPr id="200" name="Ink 199">
                  <a:extLst>
                    <a:ext uri="{FF2B5EF4-FFF2-40B4-BE49-F238E27FC236}">
                      <a16:creationId xmlns:a16="http://schemas.microsoft.com/office/drawing/2014/main" id="{62C28DCC-6AA3-1EFC-760B-D062E9AC9D88}"/>
                    </a:ext>
                  </a:extLst>
                </p14:cNvPr>
                <p14:cNvContentPartPr/>
                <p14:nvPr/>
              </p14:nvContentPartPr>
              <p14:xfrm>
                <a:off x="10766984" y="2265762"/>
                <a:ext cx="74160" cy="300240"/>
              </p14:xfrm>
            </p:contentPart>
          </mc:Choice>
          <mc:Fallback xmlns="">
            <p:pic>
              <p:nvPicPr>
                <p:cNvPr id="200" name="Ink 199">
                  <a:extLst>
                    <a:ext uri="{FF2B5EF4-FFF2-40B4-BE49-F238E27FC236}">
                      <a16:creationId xmlns:a16="http://schemas.microsoft.com/office/drawing/2014/main" id="{62C28DCC-6AA3-1EFC-760B-D062E9AC9D88}"/>
                    </a:ext>
                  </a:extLst>
                </p:cNvPr>
                <p:cNvPicPr/>
                <p:nvPr/>
              </p:nvPicPr>
              <p:blipFill>
                <a:blip r:embed="rId345"/>
                <a:stretch>
                  <a:fillRect/>
                </a:stretch>
              </p:blipFill>
              <p:spPr>
                <a:xfrm>
                  <a:off x="10758344" y="2257122"/>
                  <a:ext cx="91800" cy="317880"/>
                </a:xfrm>
                <a:prstGeom prst="rect">
                  <a:avLst/>
                </a:prstGeom>
              </p:spPr>
            </p:pic>
          </mc:Fallback>
        </mc:AlternateContent>
        <mc:AlternateContent xmlns:mc="http://schemas.openxmlformats.org/markup-compatibility/2006" xmlns:p14="http://schemas.microsoft.com/office/powerpoint/2010/main">
          <mc:Choice Requires="p14">
            <p:contentPart p14:bwMode="auto" r:id="rId346">
              <p14:nvContentPartPr>
                <p14:cNvPr id="201" name="Ink 200">
                  <a:extLst>
                    <a:ext uri="{FF2B5EF4-FFF2-40B4-BE49-F238E27FC236}">
                      <a16:creationId xmlns:a16="http://schemas.microsoft.com/office/drawing/2014/main" id="{195297F7-C077-7092-7000-99BF80C4D577}"/>
                    </a:ext>
                  </a:extLst>
                </p14:cNvPr>
                <p14:cNvContentPartPr/>
                <p14:nvPr/>
              </p14:nvContentPartPr>
              <p14:xfrm>
                <a:off x="10720904" y="2297082"/>
                <a:ext cx="122040" cy="88200"/>
              </p14:xfrm>
            </p:contentPart>
          </mc:Choice>
          <mc:Fallback xmlns="">
            <p:pic>
              <p:nvPicPr>
                <p:cNvPr id="201" name="Ink 200">
                  <a:extLst>
                    <a:ext uri="{FF2B5EF4-FFF2-40B4-BE49-F238E27FC236}">
                      <a16:creationId xmlns:a16="http://schemas.microsoft.com/office/drawing/2014/main" id="{195297F7-C077-7092-7000-99BF80C4D577}"/>
                    </a:ext>
                  </a:extLst>
                </p:cNvPr>
                <p:cNvPicPr/>
                <p:nvPr/>
              </p:nvPicPr>
              <p:blipFill>
                <a:blip r:embed="rId347"/>
                <a:stretch>
                  <a:fillRect/>
                </a:stretch>
              </p:blipFill>
              <p:spPr>
                <a:xfrm>
                  <a:off x="10712264" y="2288082"/>
                  <a:ext cx="13968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348">
              <p14:nvContentPartPr>
                <p14:cNvPr id="203" name="Ink 202">
                  <a:extLst>
                    <a:ext uri="{FF2B5EF4-FFF2-40B4-BE49-F238E27FC236}">
                      <a16:creationId xmlns:a16="http://schemas.microsoft.com/office/drawing/2014/main" id="{C91E604A-ACAB-4FE2-9F41-5FB0DEB570EE}"/>
                    </a:ext>
                  </a:extLst>
                </p14:cNvPr>
                <p14:cNvContentPartPr/>
                <p14:nvPr/>
              </p14:nvContentPartPr>
              <p14:xfrm>
                <a:off x="10712624" y="1835202"/>
                <a:ext cx="61920" cy="73800"/>
              </p14:xfrm>
            </p:contentPart>
          </mc:Choice>
          <mc:Fallback xmlns="">
            <p:pic>
              <p:nvPicPr>
                <p:cNvPr id="203" name="Ink 202">
                  <a:extLst>
                    <a:ext uri="{FF2B5EF4-FFF2-40B4-BE49-F238E27FC236}">
                      <a16:creationId xmlns:a16="http://schemas.microsoft.com/office/drawing/2014/main" id="{C91E604A-ACAB-4FE2-9F41-5FB0DEB570EE}"/>
                    </a:ext>
                  </a:extLst>
                </p:cNvPr>
                <p:cNvPicPr/>
                <p:nvPr/>
              </p:nvPicPr>
              <p:blipFill>
                <a:blip r:embed="rId349"/>
                <a:stretch>
                  <a:fillRect/>
                </a:stretch>
              </p:blipFill>
              <p:spPr>
                <a:xfrm>
                  <a:off x="10703624" y="1826562"/>
                  <a:ext cx="7956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350">
              <p14:nvContentPartPr>
                <p14:cNvPr id="204" name="Ink 203">
                  <a:extLst>
                    <a:ext uri="{FF2B5EF4-FFF2-40B4-BE49-F238E27FC236}">
                      <a16:creationId xmlns:a16="http://schemas.microsoft.com/office/drawing/2014/main" id="{6523E743-F6F9-E498-314F-802694EDEFAB}"/>
                    </a:ext>
                  </a:extLst>
                </p14:cNvPr>
                <p14:cNvContentPartPr/>
                <p14:nvPr/>
              </p14:nvContentPartPr>
              <p14:xfrm>
                <a:off x="10851224" y="1735122"/>
                <a:ext cx="81720" cy="82440"/>
              </p14:xfrm>
            </p:contentPart>
          </mc:Choice>
          <mc:Fallback xmlns="">
            <p:pic>
              <p:nvPicPr>
                <p:cNvPr id="204" name="Ink 203">
                  <a:extLst>
                    <a:ext uri="{FF2B5EF4-FFF2-40B4-BE49-F238E27FC236}">
                      <a16:creationId xmlns:a16="http://schemas.microsoft.com/office/drawing/2014/main" id="{6523E743-F6F9-E498-314F-802694EDEFAB}"/>
                    </a:ext>
                  </a:extLst>
                </p:cNvPr>
                <p:cNvPicPr/>
                <p:nvPr/>
              </p:nvPicPr>
              <p:blipFill>
                <a:blip r:embed="rId351"/>
                <a:stretch>
                  <a:fillRect/>
                </a:stretch>
              </p:blipFill>
              <p:spPr>
                <a:xfrm>
                  <a:off x="10842584" y="1726482"/>
                  <a:ext cx="9936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352">
              <p14:nvContentPartPr>
                <p14:cNvPr id="205" name="Ink 204">
                  <a:extLst>
                    <a:ext uri="{FF2B5EF4-FFF2-40B4-BE49-F238E27FC236}">
                      <a16:creationId xmlns:a16="http://schemas.microsoft.com/office/drawing/2014/main" id="{289DF5C0-08DD-F3E4-0C54-2E6879E03F5E}"/>
                    </a:ext>
                  </a:extLst>
                </p14:cNvPr>
                <p14:cNvContentPartPr/>
                <p14:nvPr/>
              </p14:nvContentPartPr>
              <p14:xfrm>
                <a:off x="10890824" y="1136442"/>
                <a:ext cx="367920" cy="659520"/>
              </p14:xfrm>
            </p:contentPart>
          </mc:Choice>
          <mc:Fallback xmlns="">
            <p:pic>
              <p:nvPicPr>
                <p:cNvPr id="205" name="Ink 204">
                  <a:extLst>
                    <a:ext uri="{FF2B5EF4-FFF2-40B4-BE49-F238E27FC236}">
                      <a16:creationId xmlns:a16="http://schemas.microsoft.com/office/drawing/2014/main" id="{289DF5C0-08DD-F3E4-0C54-2E6879E03F5E}"/>
                    </a:ext>
                  </a:extLst>
                </p:cNvPr>
                <p:cNvPicPr/>
                <p:nvPr/>
              </p:nvPicPr>
              <p:blipFill>
                <a:blip r:embed="rId353"/>
                <a:stretch>
                  <a:fillRect/>
                </a:stretch>
              </p:blipFill>
              <p:spPr>
                <a:xfrm>
                  <a:off x="10881824" y="1127802"/>
                  <a:ext cx="385560" cy="677160"/>
                </a:xfrm>
                <a:prstGeom prst="rect">
                  <a:avLst/>
                </a:prstGeom>
              </p:spPr>
            </p:pic>
          </mc:Fallback>
        </mc:AlternateContent>
        <mc:AlternateContent xmlns:mc="http://schemas.openxmlformats.org/markup-compatibility/2006" xmlns:p14="http://schemas.microsoft.com/office/powerpoint/2010/main">
          <mc:Choice Requires="p14">
            <p:contentPart p14:bwMode="auto" r:id="rId354">
              <p14:nvContentPartPr>
                <p14:cNvPr id="206" name="Ink 205">
                  <a:extLst>
                    <a:ext uri="{FF2B5EF4-FFF2-40B4-BE49-F238E27FC236}">
                      <a16:creationId xmlns:a16="http://schemas.microsoft.com/office/drawing/2014/main" id="{BA54BBC9-7F60-DC2B-9EA3-399BCBC54F05}"/>
                    </a:ext>
                  </a:extLst>
                </p14:cNvPr>
                <p14:cNvContentPartPr/>
                <p14:nvPr/>
              </p14:nvContentPartPr>
              <p14:xfrm>
                <a:off x="11186384" y="973362"/>
                <a:ext cx="223920" cy="135000"/>
              </p14:xfrm>
            </p:contentPart>
          </mc:Choice>
          <mc:Fallback xmlns="">
            <p:pic>
              <p:nvPicPr>
                <p:cNvPr id="206" name="Ink 205">
                  <a:extLst>
                    <a:ext uri="{FF2B5EF4-FFF2-40B4-BE49-F238E27FC236}">
                      <a16:creationId xmlns:a16="http://schemas.microsoft.com/office/drawing/2014/main" id="{BA54BBC9-7F60-DC2B-9EA3-399BCBC54F05}"/>
                    </a:ext>
                  </a:extLst>
                </p:cNvPr>
                <p:cNvPicPr/>
                <p:nvPr/>
              </p:nvPicPr>
              <p:blipFill>
                <a:blip r:embed="rId355"/>
                <a:stretch>
                  <a:fillRect/>
                </a:stretch>
              </p:blipFill>
              <p:spPr>
                <a:xfrm>
                  <a:off x="11177744" y="964362"/>
                  <a:ext cx="24156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356">
              <p14:nvContentPartPr>
                <p14:cNvPr id="207" name="Ink 206">
                  <a:extLst>
                    <a:ext uri="{FF2B5EF4-FFF2-40B4-BE49-F238E27FC236}">
                      <a16:creationId xmlns:a16="http://schemas.microsoft.com/office/drawing/2014/main" id="{F0091940-C1E9-DDA8-D15D-25927EA46577}"/>
                    </a:ext>
                  </a:extLst>
                </p14:cNvPr>
                <p14:cNvContentPartPr/>
                <p14:nvPr/>
              </p14:nvContentPartPr>
              <p14:xfrm>
                <a:off x="11455664" y="986322"/>
                <a:ext cx="101880" cy="127080"/>
              </p14:xfrm>
            </p:contentPart>
          </mc:Choice>
          <mc:Fallback xmlns="">
            <p:pic>
              <p:nvPicPr>
                <p:cNvPr id="207" name="Ink 206">
                  <a:extLst>
                    <a:ext uri="{FF2B5EF4-FFF2-40B4-BE49-F238E27FC236}">
                      <a16:creationId xmlns:a16="http://schemas.microsoft.com/office/drawing/2014/main" id="{F0091940-C1E9-DDA8-D15D-25927EA46577}"/>
                    </a:ext>
                  </a:extLst>
                </p:cNvPr>
                <p:cNvPicPr/>
                <p:nvPr/>
              </p:nvPicPr>
              <p:blipFill>
                <a:blip r:embed="rId357"/>
                <a:stretch>
                  <a:fillRect/>
                </a:stretch>
              </p:blipFill>
              <p:spPr>
                <a:xfrm>
                  <a:off x="11446664" y="977322"/>
                  <a:ext cx="11952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358">
              <p14:nvContentPartPr>
                <p14:cNvPr id="208" name="Ink 207">
                  <a:extLst>
                    <a:ext uri="{FF2B5EF4-FFF2-40B4-BE49-F238E27FC236}">
                      <a16:creationId xmlns:a16="http://schemas.microsoft.com/office/drawing/2014/main" id="{A17C255C-0F41-C3F7-8102-677714D137EB}"/>
                    </a:ext>
                  </a:extLst>
                </p14:cNvPr>
                <p14:cNvContentPartPr/>
                <p14:nvPr/>
              </p14:nvContentPartPr>
              <p14:xfrm>
                <a:off x="11563664" y="966882"/>
                <a:ext cx="169560" cy="114120"/>
              </p14:xfrm>
            </p:contentPart>
          </mc:Choice>
          <mc:Fallback xmlns="">
            <p:pic>
              <p:nvPicPr>
                <p:cNvPr id="208" name="Ink 207">
                  <a:extLst>
                    <a:ext uri="{FF2B5EF4-FFF2-40B4-BE49-F238E27FC236}">
                      <a16:creationId xmlns:a16="http://schemas.microsoft.com/office/drawing/2014/main" id="{A17C255C-0F41-C3F7-8102-677714D137EB}"/>
                    </a:ext>
                  </a:extLst>
                </p:cNvPr>
                <p:cNvPicPr/>
                <p:nvPr/>
              </p:nvPicPr>
              <p:blipFill>
                <a:blip r:embed="rId359"/>
                <a:stretch>
                  <a:fillRect/>
                </a:stretch>
              </p:blipFill>
              <p:spPr>
                <a:xfrm>
                  <a:off x="11555024" y="958242"/>
                  <a:ext cx="18720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360">
              <p14:nvContentPartPr>
                <p14:cNvPr id="209" name="Ink 208">
                  <a:extLst>
                    <a:ext uri="{FF2B5EF4-FFF2-40B4-BE49-F238E27FC236}">
                      <a16:creationId xmlns:a16="http://schemas.microsoft.com/office/drawing/2014/main" id="{576FE0D1-D20B-94C9-B9FB-CF2548BD5667}"/>
                    </a:ext>
                  </a:extLst>
                </p14:cNvPr>
                <p14:cNvContentPartPr/>
                <p14:nvPr/>
              </p14:nvContentPartPr>
              <p14:xfrm>
                <a:off x="11741144" y="988482"/>
                <a:ext cx="70200" cy="75240"/>
              </p14:xfrm>
            </p:contentPart>
          </mc:Choice>
          <mc:Fallback xmlns="">
            <p:pic>
              <p:nvPicPr>
                <p:cNvPr id="209" name="Ink 208">
                  <a:extLst>
                    <a:ext uri="{FF2B5EF4-FFF2-40B4-BE49-F238E27FC236}">
                      <a16:creationId xmlns:a16="http://schemas.microsoft.com/office/drawing/2014/main" id="{576FE0D1-D20B-94C9-B9FB-CF2548BD5667}"/>
                    </a:ext>
                  </a:extLst>
                </p:cNvPr>
                <p:cNvPicPr/>
                <p:nvPr/>
              </p:nvPicPr>
              <p:blipFill>
                <a:blip r:embed="rId361"/>
                <a:stretch>
                  <a:fillRect/>
                </a:stretch>
              </p:blipFill>
              <p:spPr>
                <a:xfrm>
                  <a:off x="11732504" y="979842"/>
                  <a:ext cx="8784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362">
              <p14:nvContentPartPr>
                <p14:cNvPr id="210" name="Ink 209">
                  <a:extLst>
                    <a:ext uri="{FF2B5EF4-FFF2-40B4-BE49-F238E27FC236}">
                      <a16:creationId xmlns:a16="http://schemas.microsoft.com/office/drawing/2014/main" id="{6130256D-702C-AD55-9ACD-2A7CB7327784}"/>
                    </a:ext>
                  </a:extLst>
                </p14:cNvPr>
                <p14:cNvContentPartPr/>
                <p14:nvPr/>
              </p14:nvContentPartPr>
              <p14:xfrm>
                <a:off x="11823584" y="980202"/>
                <a:ext cx="155520" cy="77760"/>
              </p14:xfrm>
            </p:contentPart>
          </mc:Choice>
          <mc:Fallback xmlns="">
            <p:pic>
              <p:nvPicPr>
                <p:cNvPr id="210" name="Ink 209">
                  <a:extLst>
                    <a:ext uri="{FF2B5EF4-FFF2-40B4-BE49-F238E27FC236}">
                      <a16:creationId xmlns:a16="http://schemas.microsoft.com/office/drawing/2014/main" id="{6130256D-702C-AD55-9ACD-2A7CB7327784}"/>
                    </a:ext>
                  </a:extLst>
                </p:cNvPr>
                <p:cNvPicPr/>
                <p:nvPr/>
              </p:nvPicPr>
              <p:blipFill>
                <a:blip r:embed="rId363"/>
                <a:stretch>
                  <a:fillRect/>
                </a:stretch>
              </p:blipFill>
              <p:spPr>
                <a:xfrm>
                  <a:off x="11814584" y="971202"/>
                  <a:ext cx="17316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364">
              <p14:nvContentPartPr>
                <p14:cNvPr id="213" name="Ink 212">
                  <a:extLst>
                    <a:ext uri="{FF2B5EF4-FFF2-40B4-BE49-F238E27FC236}">
                      <a16:creationId xmlns:a16="http://schemas.microsoft.com/office/drawing/2014/main" id="{99AF98BE-D48C-7B4A-EE93-BA865A4646D8}"/>
                    </a:ext>
                  </a:extLst>
                </p14:cNvPr>
                <p14:cNvContentPartPr/>
                <p14:nvPr/>
              </p14:nvContentPartPr>
              <p14:xfrm>
                <a:off x="10435784" y="881922"/>
                <a:ext cx="133200" cy="133920"/>
              </p14:xfrm>
            </p:contentPart>
          </mc:Choice>
          <mc:Fallback xmlns="">
            <p:pic>
              <p:nvPicPr>
                <p:cNvPr id="213" name="Ink 212">
                  <a:extLst>
                    <a:ext uri="{FF2B5EF4-FFF2-40B4-BE49-F238E27FC236}">
                      <a16:creationId xmlns:a16="http://schemas.microsoft.com/office/drawing/2014/main" id="{99AF98BE-D48C-7B4A-EE93-BA865A4646D8}"/>
                    </a:ext>
                  </a:extLst>
                </p:cNvPr>
                <p:cNvPicPr/>
                <p:nvPr/>
              </p:nvPicPr>
              <p:blipFill>
                <a:blip r:embed="rId365"/>
                <a:stretch>
                  <a:fillRect/>
                </a:stretch>
              </p:blipFill>
              <p:spPr>
                <a:xfrm>
                  <a:off x="10426784" y="873282"/>
                  <a:ext cx="15084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366">
              <p14:nvContentPartPr>
                <p14:cNvPr id="214" name="Ink 213">
                  <a:extLst>
                    <a:ext uri="{FF2B5EF4-FFF2-40B4-BE49-F238E27FC236}">
                      <a16:creationId xmlns:a16="http://schemas.microsoft.com/office/drawing/2014/main" id="{B8A85BC9-5169-40F8-7A3A-694688D7DCA0}"/>
                    </a:ext>
                  </a:extLst>
                </p14:cNvPr>
                <p14:cNvContentPartPr/>
                <p14:nvPr/>
              </p14:nvContentPartPr>
              <p14:xfrm>
                <a:off x="10673744" y="942402"/>
                <a:ext cx="98640" cy="86040"/>
              </p14:xfrm>
            </p:contentPart>
          </mc:Choice>
          <mc:Fallback xmlns="">
            <p:pic>
              <p:nvPicPr>
                <p:cNvPr id="214" name="Ink 213">
                  <a:extLst>
                    <a:ext uri="{FF2B5EF4-FFF2-40B4-BE49-F238E27FC236}">
                      <a16:creationId xmlns:a16="http://schemas.microsoft.com/office/drawing/2014/main" id="{B8A85BC9-5169-40F8-7A3A-694688D7DCA0}"/>
                    </a:ext>
                  </a:extLst>
                </p:cNvPr>
                <p:cNvPicPr/>
                <p:nvPr/>
              </p:nvPicPr>
              <p:blipFill>
                <a:blip r:embed="rId367"/>
                <a:stretch>
                  <a:fillRect/>
                </a:stretch>
              </p:blipFill>
              <p:spPr>
                <a:xfrm>
                  <a:off x="10664744" y="933402"/>
                  <a:ext cx="11628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368">
              <p14:nvContentPartPr>
                <p14:cNvPr id="215" name="Ink 214">
                  <a:extLst>
                    <a:ext uri="{FF2B5EF4-FFF2-40B4-BE49-F238E27FC236}">
                      <a16:creationId xmlns:a16="http://schemas.microsoft.com/office/drawing/2014/main" id="{1E7CFB0E-4D7E-0549-9B28-01DFFAD926F8}"/>
                    </a:ext>
                  </a:extLst>
                </p14:cNvPr>
                <p14:cNvContentPartPr/>
                <p14:nvPr/>
              </p14:nvContentPartPr>
              <p14:xfrm>
                <a:off x="10837544" y="914322"/>
                <a:ext cx="93960" cy="100800"/>
              </p14:xfrm>
            </p:contentPart>
          </mc:Choice>
          <mc:Fallback xmlns="">
            <p:pic>
              <p:nvPicPr>
                <p:cNvPr id="215" name="Ink 214">
                  <a:extLst>
                    <a:ext uri="{FF2B5EF4-FFF2-40B4-BE49-F238E27FC236}">
                      <a16:creationId xmlns:a16="http://schemas.microsoft.com/office/drawing/2014/main" id="{1E7CFB0E-4D7E-0549-9B28-01DFFAD926F8}"/>
                    </a:ext>
                  </a:extLst>
                </p:cNvPr>
                <p:cNvPicPr/>
                <p:nvPr/>
              </p:nvPicPr>
              <p:blipFill>
                <a:blip r:embed="rId369"/>
                <a:stretch>
                  <a:fillRect/>
                </a:stretch>
              </p:blipFill>
              <p:spPr>
                <a:xfrm>
                  <a:off x="10828544" y="905322"/>
                  <a:ext cx="11160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370">
              <p14:nvContentPartPr>
                <p14:cNvPr id="216" name="Ink 215">
                  <a:extLst>
                    <a:ext uri="{FF2B5EF4-FFF2-40B4-BE49-F238E27FC236}">
                      <a16:creationId xmlns:a16="http://schemas.microsoft.com/office/drawing/2014/main" id="{1768964A-2376-51CF-F151-CFE9658804CA}"/>
                    </a:ext>
                  </a:extLst>
                </p14:cNvPr>
                <p14:cNvContentPartPr/>
                <p14:nvPr/>
              </p14:nvContentPartPr>
              <p14:xfrm>
                <a:off x="10959584" y="855282"/>
                <a:ext cx="102600" cy="144000"/>
              </p14:xfrm>
            </p:contentPart>
          </mc:Choice>
          <mc:Fallback xmlns="">
            <p:pic>
              <p:nvPicPr>
                <p:cNvPr id="216" name="Ink 215">
                  <a:extLst>
                    <a:ext uri="{FF2B5EF4-FFF2-40B4-BE49-F238E27FC236}">
                      <a16:creationId xmlns:a16="http://schemas.microsoft.com/office/drawing/2014/main" id="{1768964A-2376-51CF-F151-CFE9658804CA}"/>
                    </a:ext>
                  </a:extLst>
                </p:cNvPr>
                <p:cNvPicPr/>
                <p:nvPr/>
              </p:nvPicPr>
              <p:blipFill>
                <a:blip r:embed="rId371"/>
                <a:stretch>
                  <a:fillRect/>
                </a:stretch>
              </p:blipFill>
              <p:spPr>
                <a:xfrm>
                  <a:off x="10950584" y="846642"/>
                  <a:ext cx="12024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372">
              <p14:nvContentPartPr>
                <p14:cNvPr id="218" name="Ink 217">
                  <a:extLst>
                    <a:ext uri="{FF2B5EF4-FFF2-40B4-BE49-F238E27FC236}">
                      <a16:creationId xmlns:a16="http://schemas.microsoft.com/office/drawing/2014/main" id="{7BA703D5-CE4D-9E82-B43F-11B878FB9EBB}"/>
                    </a:ext>
                  </a:extLst>
                </p14:cNvPr>
                <p14:cNvContentPartPr/>
                <p14:nvPr/>
              </p14:nvContentPartPr>
              <p14:xfrm>
                <a:off x="11835104" y="1821162"/>
                <a:ext cx="77400" cy="214200"/>
              </p14:xfrm>
            </p:contentPart>
          </mc:Choice>
          <mc:Fallback xmlns="">
            <p:pic>
              <p:nvPicPr>
                <p:cNvPr id="218" name="Ink 217">
                  <a:extLst>
                    <a:ext uri="{FF2B5EF4-FFF2-40B4-BE49-F238E27FC236}">
                      <a16:creationId xmlns:a16="http://schemas.microsoft.com/office/drawing/2014/main" id="{7BA703D5-CE4D-9E82-B43F-11B878FB9EBB}"/>
                    </a:ext>
                  </a:extLst>
                </p:cNvPr>
                <p:cNvPicPr/>
                <p:nvPr/>
              </p:nvPicPr>
              <p:blipFill>
                <a:blip r:embed="rId373"/>
                <a:stretch>
                  <a:fillRect/>
                </a:stretch>
              </p:blipFill>
              <p:spPr>
                <a:xfrm>
                  <a:off x="11826104" y="1812162"/>
                  <a:ext cx="9504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374">
              <p14:nvContentPartPr>
                <p14:cNvPr id="219" name="Ink 218">
                  <a:extLst>
                    <a:ext uri="{FF2B5EF4-FFF2-40B4-BE49-F238E27FC236}">
                      <a16:creationId xmlns:a16="http://schemas.microsoft.com/office/drawing/2014/main" id="{6F910FE0-F766-66FE-4372-38A1A99965EA}"/>
                    </a:ext>
                  </a:extLst>
                </p14:cNvPr>
                <p14:cNvContentPartPr/>
                <p14:nvPr/>
              </p14:nvContentPartPr>
              <p14:xfrm>
                <a:off x="11954984" y="1900362"/>
                <a:ext cx="93960" cy="104760"/>
              </p14:xfrm>
            </p:contentPart>
          </mc:Choice>
          <mc:Fallback xmlns="">
            <p:pic>
              <p:nvPicPr>
                <p:cNvPr id="219" name="Ink 218">
                  <a:extLst>
                    <a:ext uri="{FF2B5EF4-FFF2-40B4-BE49-F238E27FC236}">
                      <a16:creationId xmlns:a16="http://schemas.microsoft.com/office/drawing/2014/main" id="{6F910FE0-F766-66FE-4372-38A1A99965EA}"/>
                    </a:ext>
                  </a:extLst>
                </p:cNvPr>
                <p:cNvPicPr/>
                <p:nvPr/>
              </p:nvPicPr>
              <p:blipFill>
                <a:blip r:embed="rId375"/>
                <a:stretch>
                  <a:fillRect/>
                </a:stretch>
              </p:blipFill>
              <p:spPr>
                <a:xfrm>
                  <a:off x="11945984" y="1891722"/>
                  <a:ext cx="11160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376">
              <p14:nvContentPartPr>
                <p14:cNvPr id="220" name="Ink 219">
                  <a:extLst>
                    <a:ext uri="{FF2B5EF4-FFF2-40B4-BE49-F238E27FC236}">
                      <a16:creationId xmlns:a16="http://schemas.microsoft.com/office/drawing/2014/main" id="{690CE1F0-B52D-CB36-DB27-26B25EA0E404}"/>
                    </a:ext>
                  </a:extLst>
                </p14:cNvPr>
                <p14:cNvContentPartPr/>
                <p14:nvPr/>
              </p14:nvContentPartPr>
              <p14:xfrm>
                <a:off x="12066224" y="1871922"/>
                <a:ext cx="138960" cy="140760"/>
              </p14:xfrm>
            </p:contentPart>
          </mc:Choice>
          <mc:Fallback xmlns="">
            <p:pic>
              <p:nvPicPr>
                <p:cNvPr id="220" name="Ink 219">
                  <a:extLst>
                    <a:ext uri="{FF2B5EF4-FFF2-40B4-BE49-F238E27FC236}">
                      <a16:creationId xmlns:a16="http://schemas.microsoft.com/office/drawing/2014/main" id="{690CE1F0-B52D-CB36-DB27-26B25EA0E404}"/>
                    </a:ext>
                  </a:extLst>
                </p:cNvPr>
                <p:cNvPicPr/>
                <p:nvPr/>
              </p:nvPicPr>
              <p:blipFill>
                <a:blip r:embed="rId377"/>
                <a:stretch>
                  <a:fillRect/>
                </a:stretch>
              </p:blipFill>
              <p:spPr>
                <a:xfrm>
                  <a:off x="12057224" y="1862922"/>
                  <a:ext cx="15660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378">
              <p14:nvContentPartPr>
                <p14:cNvPr id="221" name="Ink 220">
                  <a:extLst>
                    <a:ext uri="{FF2B5EF4-FFF2-40B4-BE49-F238E27FC236}">
                      <a16:creationId xmlns:a16="http://schemas.microsoft.com/office/drawing/2014/main" id="{842E28CB-5F36-0E57-5706-D5E8811C133B}"/>
                    </a:ext>
                  </a:extLst>
                </p14:cNvPr>
                <p14:cNvContentPartPr/>
                <p14:nvPr/>
              </p14:nvContentPartPr>
              <p14:xfrm>
                <a:off x="12218144" y="1832322"/>
                <a:ext cx="136080" cy="154080"/>
              </p14:xfrm>
            </p:contentPart>
          </mc:Choice>
          <mc:Fallback xmlns="">
            <p:pic>
              <p:nvPicPr>
                <p:cNvPr id="221" name="Ink 220">
                  <a:extLst>
                    <a:ext uri="{FF2B5EF4-FFF2-40B4-BE49-F238E27FC236}">
                      <a16:creationId xmlns:a16="http://schemas.microsoft.com/office/drawing/2014/main" id="{842E28CB-5F36-0E57-5706-D5E8811C133B}"/>
                    </a:ext>
                  </a:extLst>
                </p:cNvPr>
                <p:cNvPicPr/>
                <p:nvPr/>
              </p:nvPicPr>
              <p:blipFill>
                <a:blip r:embed="rId379"/>
                <a:stretch>
                  <a:fillRect/>
                </a:stretch>
              </p:blipFill>
              <p:spPr>
                <a:xfrm>
                  <a:off x="12209504" y="1823322"/>
                  <a:ext cx="15372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380">
              <p14:nvContentPartPr>
                <p14:cNvPr id="223" name="Ink 222">
                  <a:extLst>
                    <a:ext uri="{FF2B5EF4-FFF2-40B4-BE49-F238E27FC236}">
                      <a16:creationId xmlns:a16="http://schemas.microsoft.com/office/drawing/2014/main" id="{5C070716-2EE0-4AD4-4694-AE273D8ADA4D}"/>
                    </a:ext>
                  </a:extLst>
                </p14:cNvPr>
                <p14:cNvContentPartPr/>
                <p14:nvPr/>
              </p14:nvContentPartPr>
              <p14:xfrm>
                <a:off x="10662224" y="2645922"/>
                <a:ext cx="105120" cy="252360"/>
              </p14:xfrm>
            </p:contentPart>
          </mc:Choice>
          <mc:Fallback xmlns="">
            <p:pic>
              <p:nvPicPr>
                <p:cNvPr id="223" name="Ink 222">
                  <a:extLst>
                    <a:ext uri="{FF2B5EF4-FFF2-40B4-BE49-F238E27FC236}">
                      <a16:creationId xmlns:a16="http://schemas.microsoft.com/office/drawing/2014/main" id="{5C070716-2EE0-4AD4-4694-AE273D8ADA4D}"/>
                    </a:ext>
                  </a:extLst>
                </p:cNvPr>
                <p:cNvPicPr/>
                <p:nvPr/>
              </p:nvPicPr>
              <p:blipFill>
                <a:blip r:embed="rId381"/>
                <a:stretch>
                  <a:fillRect/>
                </a:stretch>
              </p:blipFill>
              <p:spPr>
                <a:xfrm>
                  <a:off x="10653584" y="2637282"/>
                  <a:ext cx="122760" cy="270000"/>
                </a:xfrm>
                <a:prstGeom prst="rect">
                  <a:avLst/>
                </a:prstGeom>
              </p:spPr>
            </p:pic>
          </mc:Fallback>
        </mc:AlternateContent>
        <mc:AlternateContent xmlns:mc="http://schemas.openxmlformats.org/markup-compatibility/2006" xmlns:p14="http://schemas.microsoft.com/office/powerpoint/2010/main">
          <mc:Choice Requires="p14">
            <p:contentPart p14:bwMode="auto" r:id="rId382">
              <p14:nvContentPartPr>
                <p14:cNvPr id="224" name="Ink 223">
                  <a:extLst>
                    <a:ext uri="{FF2B5EF4-FFF2-40B4-BE49-F238E27FC236}">
                      <a16:creationId xmlns:a16="http://schemas.microsoft.com/office/drawing/2014/main" id="{E39FB70F-00F0-2F3C-D7D1-DEAB2C9E479F}"/>
                    </a:ext>
                  </a:extLst>
                </p14:cNvPr>
                <p14:cNvContentPartPr/>
                <p14:nvPr/>
              </p14:nvContentPartPr>
              <p14:xfrm>
                <a:off x="10793624" y="2757522"/>
                <a:ext cx="135720" cy="110160"/>
              </p14:xfrm>
            </p:contentPart>
          </mc:Choice>
          <mc:Fallback xmlns="">
            <p:pic>
              <p:nvPicPr>
                <p:cNvPr id="224" name="Ink 223">
                  <a:extLst>
                    <a:ext uri="{FF2B5EF4-FFF2-40B4-BE49-F238E27FC236}">
                      <a16:creationId xmlns:a16="http://schemas.microsoft.com/office/drawing/2014/main" id="{E39FB70F-00F0-2F3C-D7D1-DEAB2C9E479F}"/>
                    </a:ext>
                  </a:extLst>
                </p:cNvPr>
                <p:cNvPicPr/>
                <p:nvPr/>
              </p:nvPicPr>
              <p:blipFill>
                <a:blip r:embed="rId383"/>
                <a:stretch>
                  <a:fillRect/>
                </a:stretch>
              </p:blipFill>
              <p:spPr>
                <a:xfrm>
                  <a:off x="10784984" y="2748882"/>
                  <a:ext cx="15336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384">
              <p14:nvContentPartPr>
                <p14:cNvPr id="225" name="Ink 224">
                  <a:extLst>
                    <a:ext uri="{FF2B5EF4-FFF2-40B4-BE49-F238E27FC236}">
                      <a16:creationId xmlns:a16="http://schemas.microsoft.com/office/drawing/2014/main" id="{B9BA54A3-2B4C-E111-F88F-002F93C8D4B3}"/>
                    </a:ext>
                  </a:extLst>
                </p14:cNvPr>
                <p14:cNvContentPartPr/>
                <p14:nvPr/>
              </p14:nvContentPartPr>
              <p14:xfrm>
                <a:off x="10939784" y="2655642"/>
                <a:ext cx="268920" cy="198000"/>
              </p14:xfrm>
            </p:contentPart>
          </mc:Choice>
          <mc:Fallback xmlns="">
            <p:pic>
              <p:nvPicPr>
                <p:cNvPr id="225" name="Ink 224">
                  <a:extLst>
                    <a:ext uri="{FF2B5EF4-FFF2-40B4-BE49-F238E27FC236}">
                      <a16:creationId xmlns:a16="http://schemas.microsoft.com/office/drawing/2014/main" id="{B9BA54A3-2B4C-E111-F88F-002F93C8D4B3}"/>
                    </a:ext>
                  </a:extLst>
                </p:cNvPr>
                <p:cNvPicPr/>
                <p:nvPr/>
              </p:nvPicPr>
              <p:blipFill>
                <a:blip r:embed="rId385"/>
                <a:stretch>
                  <a:fillRect/>
                </a:stretch>
              </p:blipFill>
              <p:spPr>
                <a:xfrm>
                  <a:off x="10931144" y="2646642"/>
                  <a:ext cx="28656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386">
              <p14:nvContentPartPr>
                <p14:cNvPr id="226" name="Ink 225">
                  <a:extLst>
                    <a:ext uri="{FF2B5EF4-FFF2-40B4-BE49-F238E27FC236}">
                      <a16:creationId xmlns:a16="http://schemas.microsoft.com/office/drawing/2014/main" id="{2A7BC4BE-C6C2-4DE0-A4D4-798DB32F16EE}"/>
                    </a:ext>
                  </a:extLst>
                </p14:cNvPr>
                <p14:cNvContentPartPr/>
                <p14:nvPr/>
              </p14:nvContentPartPr>
              <p14:xfrm>
                <a:off x="11280344" y="2785242"/>
                <a:ext cx="3960" cy="4320"/>
              </p14:xfrm>
            </p:contentPart>
          </mc:Choice>
          <mc:Fallback xmlns="">
            <p:pic>
              <p:nvPicPr>
                <p:cNvPr id="226" name="Ink 225">
                  <a:extLst>
                    <a:ext uri="{FF2B5EF4-FFF2-40B4-BE49-F238E27FC236}">
                      <a16:creationId xmlns:a16="http://schemas.microsoft.com/office/drawing/2014/main" id="{2A7BC4BE-C6C2-4DE0-A4D4-798DB32F16EE}"/>
                    </a:ext>
                  </a:extLst>
                </p:cNvPr>
                <p:cNvPicPr/>
                <p:nvPr/>
              </p:nvPicPr>
              <p:blipFill>
                <a:blip r:embed="rId387"/>
                <a:stretch>
                  <a:fillRect/>
                </a:stretch>
              </p:blipFill>
              <p:spPr>
                <a:xfrm>
                  <a:off x="11271344" y="2776602"/>
                  <a:ext cx="2160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388">
              <p14:nvContentPartPr>
                <p14:cNvPr id="228" name="Ink 227">
                  <a:extLst>
                    <a:ext uri="{FF2B5EF4-FFF2-40B4-BE49-F238E27FC236}">
                      <a16:creationId xmlns:a16="http://schemas.microsoft.com/office/drawing/2014/main" id="{2D7C1A23-3115-DC25-EDE1-DFE6E094FD82}"/>
                    </a:ext>
                  </a:extLst>
                </p14:cNvPr>
                <p14:cNvContentPartPr/>
                <p14:nvPr/>
              </p14:nvContentPartPr>
              <p14:xfrm>
                <a:off x="933944" y="874362"/>
                <a:ext cx="366120" cy="1382040"/>
              </p14:xfrm>
            </p:contentPart>
          </mc:Choice>
          <mc:Fallback xmlns="">
            <p:pic>
              <p:nvPicPr>
                <p:cNvPr id="228" name="Ink 227">
                  <a:extLst>
                    <a:ext uri="{FF2B5EF4-FFF2-40B4-BE49-F238E27FC236}">
                      <a16:creationId xmlns:a16="http://schemas.microsoft.com/office/drawing/2014/main" id="{2D7C1A23-3115-DC25-EDE1-DFE6E094FD82}"/>
                    </a:ext>
                  </a:extLst>
                </p:cNvPr>
                <p:cNvPicPr/>
                <p:nvPr/>
              </p:nvPicPr>
              <p:blipFill>
                <a:blip r:embed="rId389"/>
                <a:stretch>
                  <a:fillRect/>
                </a:stretch>
              </p:blipFill>
              <p:spPr>
                <a:xfrm>
                  <a:off x="925304" y="865722"/>
                  <a:ext cx="383760" cy="1399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90">
            <p14:nvContentPartPr>
              <p14:cNvPr id="230" name="Ink 229">
                <a:extLst>
                  <a:ext uri="{FF2B5EF4-FFF2-40B4-BE49-F238E27FC236}">
                    <a16:creationId xmlns:a16="http://schemas.microsoft.com/office/drawing/2014/main" id="{EB8390A9-BA10-FBDB-BF57-F1C204769719}"/>
                  </a:ext>
                </a:extLst>
              </p14:cNvPr>
              <p14:cNvContentPartPr/>
              <p14:nvPr/>
            </p14:nvContentPartPr>
            <p14:xfrm>
              <a:off x="781664" y="6069162"/>
              <a:ext cx="21600" cy="27000"/>
            </p14:xfrm>
          </p:contentPart>
        </mc:Choice>
        <mc:Fallback xmlns="">
          <p:pic>
            <p:nvPicPr>
              <p:cNvPr id="230" name="Ink 229">
                <a:extLst>
                  <a:ext uri="{FF2B5EF4-FFF2-40B4-BE49-F238E27FC236}">
                    <a16:creationId xmlns:a16="http://schemas.microsoft.com/office/drawing/2014/main" id="{EB8390A9-BA10-FBDB-BF57-F1C204769719}"/>
                  </a:ext>
                </a:extLst>
              </p:cNvPr>
              <p:cNvPicPr/>
              <p:nvPr/>
            </p:nvPicPr>
            <p:blipFill>
              <a:blip r:embed="rId391"/>
              <a:stretch>
                <a:fillRect/>
              </a:stretch>
            </p:blipFill>
            <p:spPr>
              <a:xfrm>
                <a:off x="773024" y="6060522"/>
                <a:ext cx="3924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392">
            <p14:nvContentPartPr>
              <p14:cNvPr id="231" name="Ink 230">
                <a:extLst>
                  <a:ext uri="{FF2B5EF4-FFF2-40B4-BE49-F238E27FC236}">
                    <a16:creationId xmlns:a16="http://schemas.microsoft.com/office/drawing/2014/main" id="{73ABF3DD-C2DD-3387-BCC4-70DF166DA5EB}"/>
                  </a:ext>
                </a:extLst>
              </p14:cNvPr>
              <p14:cNvContentPartPr/>
              <p14:nvPr/>
            </p14:nvContentPartPr>
            <p14:xfrm>
              <a:off x="1898744" y="5247642"/>
              <a:ext cx="60120" cy="42840"/>
            </p14:xfrm>
          </p:contentPart>
        </mc:Choice>
        <mc:Fallback xmlns="">
          <p:pic>
            <p:nvPicPr>
              <p:cNvPr id="231" name="Ink 230">
                <a:extLst>
                  <a:ext uri="{FF2B5EF4-FFF2-40B4-BE49-F238E27FC236}">
                    <a16:creationId xmlns:a16="http://schemas.microsoft.com/office/drawing/2014/main" id="{73ABF3DD-C2DD-3387-BCC4-70DF166DA5EB}"/>
                  </a:ext>
                </a:extLst>
              </p:cNvPr>
              <p:cNvPicPr/>
              <p:nvPr/>
            </p:nvPicPr>
            <p:blipFill>
              <a:blip r:embed="rId393"/>
              <a:stretch>
                <a:fillRect/>
              </a:stretch>
            </p:blipFill>
            <p:spPr>
              <a:xfrm>
                <a:off x="1889744" y="5239002"/>
                <a:ext cx="77760" cy="60480"/>
              </a:xfrm>
              <a:prstGeom prst="rect">
                <a:avLst/>
              </a:prstGeom>
            </p:spPr>
          </p:pic>
        </mc:Fallback>
      </mc:AlternateContent>
      <mc:AlternateContent xmlns:mc="http://schemas.openxmlformats.org/markup-compatibility/2006" xmlns:p14="http://schemas.microsoft.com/office/powerpoint/2010/main">
        <mc:Choice Requires="p14">
          <p:contentPart p14:bwMode="auto" r:id="rId394">
            <p14:nvContentPartPr>
              <p14:cNvPr id="233" name="Ink 232">
                <a:extLst>
                  <a:ext uri="{FF2B5EF4-FFF2-40B4-BE49-F238E27FC236}">
                    <a16:creationId xmlns:a16="http://schemas.microsoft.com/office/drawing/2014/main" id="{2A00A489-3BAC-1B76-D672-B50637DAB81E}"/>
                  </a:ext>
                </a:extLst>
              </p14:cNvPr>
              <p14:cNvContentPartPr/>
              <p14:nvPr/>
            </p14:nvContentPartPr>
            <p14:xfrm>
              <a:off x="403664" y="5061162"/>
              <a:ext cx="9790560" cy="108360"/>
            </p14:xfrm>
          </p:contentPart>
        </mc:Choice>
        <mc:Fallback xmlns="">
          <p:pic>
            <p:nvPicPr>
              <p:cNvPr id="233" name="Ink 232">
                <a:extLst>
                  <a:ext uri="{FF2B5EF4-FFF2-40B4-BE49-F238E27FC236}">
                    <a16:creationId xmlns:a16="http://schemas.microsoft.com/office/drawing/2014/main" id="{2A00A489-3BAC-1B76-D672-B50637DAB81E}"/>
                  </a:ext>
                </a:extLst>
              </p:cNvPr>
              <p:cNvPicPr/>
              <p:nvPr/>
            </p:nvPicPr>
            <p:blipFill>
              <a:blip r:embed="rId395"/>
              <a:stretch>
                <a:fillRect/>
              </a:stretch>
            </p:blipFill>
            <p:spPr>
              <a:xfrm>
                <a:off x="395024" y="5052522"/>
                <a:ext cx="98082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96">
            <p14:nvContentPartPr>
              <p14:cNvPr id="234" name="Ink 233">
                <a:extLst>
                  <a:ext uri="{FF2B5EF4-FFF2-40B4-BE49-F238E27FC236}">
                    <a16:creationId xmlns:a16="http://schemas.microsoft.com/office/drawing/2014/main" id="{7613660F-913D-FE69-DA0D-C3233C409BAD}"/>
                  </a:ext>
                </a:extLst>
              </p14:cNvPr>
              <p14:cNvContentPartPr/>
              <p14:nvPr/>
            </p14:nvContentPartPr>
            <p14:xfrm>
              <a:off x="470264" y="3550962"/>
              <a:ext cx="10100880" cy="217440"/>
            </p14:xfrm>
          </p:contentPart>
        </mc:Choice>
        <mc:Fallback xmlns="">
          <p:pic>
            <p:nvPicPr>
              <p:cNvPr id="234" name="Ink 233">
                <a:extLst>
                  <a:ext uri="{FF2B5EF4-FFF2-40B4-BE49-F238E27FC236}">
                    <a16:creationId xmlns:a16="http://schemas.microsoft.com/office/drawing/2014/main" id="{7613660F-913D-FE69-DA0D-C3233C409BAD}"/>
                  </a:ext>
                </a:extLst>
              </p:cNvPr>
              <p:cNvPicPr/>
              <p:nvPr/>
            </p:nvPicPr>
            <p:blipFill>
              <a:blip r:embed="rId397"/>
              <a:stretch>
                <a:fillRect/>
              </a:stretch>
            </p:blipFill>
            <p:spPr>
              <a:xfrm>
                <a:off x="461624" y="3541962"/>
                <a:ext cx="10118520" cy="235080"/>
              </a:xfrm>
              <a:prstGeom prst="rect">
                <a:avLst/>
              </a:prstGeom>
            </p:spPr>
          </p:pic>
        </mc:Fallback>
      </mc:AlternateContent>
      <mc:AlternateContent xmlns:mc="http://schemas.openxmlformats.org/markup-compatibility/2006" xmlns:p14="http://schemas.microsoft.com/office/powerpoint/2010/main">
        <mc:Choice Requires="p14">
          <p:contentPart p14:bwMode="auto" r:id="rId398">
            <p14:nvContentPartPr>
              <p14:cNvPr id="235" name="Ink 234">
                <a:extLst>
                  <a:ext uri="{FF2B5EF4-FFF2-40B4-BE49-F238E27FC236}">
                    <a16:creationId xmlns:a16="http://schemas.microsoft.com/office/drawing/2014/main" id="{44D12B9D-95E5-2E57-C88C-8F9D3E6A0468}"/>
                  </a:ext>
                </a:extLst>
              </p14:cNvPr>
              <p14:cNvContentPartPr/>
              <p14:nvPr/>
            </p14:nvContentPartPr>
            <p14:xfrm>
              <a:off x="510224" y="1549362"/>
              <a:ext cx="8747280" cy="67680"/>
            </p14:xfrm>
          </p:contentPart>
        </mc:Choice>
        <mc:Fallback xmlns="">
          <p:pic>
            <p:nvPicPr>
              <p:cNvPr id="235" name="Ink 234">
                <a:extLst>
                  <a:ext uri="{FF2B5EF4-FFF2-40B4-BE49-F238E27FC236}">
                    <a16:creationId xmlns:a16="http://schemas.microsoft.com/office/drawing/2014/main" id="{44D12B9D-95E5-2E57-C88C-8F9D3E6A0468}"/>
                  </a:ext>
                </a:extLst>
              </p:cNvPr>
              <p:cNvPicPr/>
              <p:nvPr/>
            </p:nvPicPr>
            <p:blipFill>
              <a:blip r:embed="rId399"/>
              <a:stretch>
                <a:fillRect/>
              </a:stretch>
            </p:blipFill>
            <p:spPr>
              <a:xfrm>
                <a:off x="501224" y="1540722"/>
                <a:ext cx="8764920" cy="85320"/>
              </a:xfrm>
              <a:prstGeom prst="rect">
                <a:avLst/>
              </a:prstGeom>
            </p:spPr>
          </p:pic>
        </mc:Fallback>
      </mc:AlternateContent>
      <p:grpSp>
        <p:nvGrpSpPr>
          <p:cNvPr id="238" name="Group 237">
            <a:extLst>
              <a:ext uri="{FF2B5EF4-FFF2-40B4-BE49-F238E27FC236}">
                <a16:creationId xmlns:a16="http://schemas.microsoft.com/office/drawing/2014/main" id="{DA362043-95DE-D9B6-7CE5-1994B5BCDF20}"/>
              </a:ext>
            </a:extLst>
          </p:cNvPr>
          <p:cNvGrpSpPr/>
          <p:nvPr/>
        </p:nvGrpSpPr>
        <p:grpSpPr>
          <a:xfrm>
            <a:off x="8984624" y="2700642"/>
            <a:ext cx="913320" cy="366840"/>
            <a:chOff x="8984624" y="2700642"/>
            <a:chExt cx="913320" cy="366840"/>
          </a:xfrm>
        </p:grpSpPr>
        <mc:AlternateContent xmlns:mc="http://schemas.openxmlformats.org/markup-compatibility/2006" xmlns:p14="http://schemas.microsoft.com/office/powerpoint/2010/main">
          <mc:Choice Requires="p14">
            <p:contentPart p14:bwMode="auto" r:id="rId400">
              <p14:nvContentPartPr>
                <p14:cNvPr id="236" name="Ink 235">
                  <a:extLst>
                    <a:ext uri="{FF2B5EF4-FFF2-40B4-BE49-F238E27FC236}">
                      <a16:creationId xmlns:a16="http://schemas.microsoft.com/office/drawing/2014/main" id="{47466F14-B243-924B-7D24-92987FFF20D9}"/>
                    </a:ext>
                  </a:extLst>
                </p14:cNvPr>
                <p14:cNvContentPartPr/>
                <p14:nvPr/>
              </p14:nvContentPartPr>
              <p14:xfrm>
                <a:off x="8984624" y="2700642"/>
                <a:ext cx="842760" cy="366840"/>
              </p14:xfrm>
            </p:contentPart>
          </mc:Choice>
          <mc:Fallback xmlns="">
            <p:pic>
              <p:nvPicPr>
                <p:cNvPr id="236" name="Ink 235">
                  <a:extLst>
                    <a:ext uri="{FF2B5EF4-FFF2-40B4-BE49-F238E27FC236}">
                      <a16:creationId xmlns:a16="http://schemas.microsoft.com/office/drawing/2014/main" id="{47466F14-B243-924B-7D24-92987FFF20D9}"/>
                    </a:ext>
                  </a:extLst>
                </p:cNvPr>
                <p:cNvPicPr/>
                <p:nvPr/>
              </p:nvPicPr>
              <p:blipFill>
                <a:blip r:embed="rId401"/>
                <a:stretch>
                  <a:fillRect/>
                </a:stretch>
              </p:blipFill>
              <p:spPr>
                <a:xfrm>
                  <a:off x="8975984" y="2691642"/>
                  <a:ext cx="860400" cy="384480"/>
                </a:xfrm>
                <a:prstGeom prst="rect">
                  <a:avLst/>
                </a:prstGeom>
              </p:spPr>
            </p:pic>
          </mc:Fallback>
        </mc:AlternateContent>
        <mc:AlternateContent xmlns:mc="http://schemas.openxmlformats.org/markup-compatibility/2006" xmlns:p14="http://schemas.microsoft.com/office/powerpoint/2010/main">
          <mc:Choice Requires="p14">
            <p:contentPart p14:bwMode="auto" r:id="rId402">
              <p14:nvContentPartPr>
                <p14:cNvPr id="237" name="Ink 236">
                  <a:extLst>
                    <a:ext uri="{FF2B5EF4-FFF2-40B4-BE49-F238E27FC236}">
                      <a16:creationId xmlns:a16="http://schemas.microsoft.com/office/drawing/2014/main" id="{1AA0C671-4C78-1600-BF4A-3EEDF6472988}"/>
                    </a:ext>
                  </a:extLst>
                </p14:cNvPr>
                <p14:cNvContentPartPr/>
                <p14:nvPr/>
              </p14:nvContentPartPr>
              <p14:xfrm>
                <a:off x="9885704" y="2908722"/>
                <a:ext cx="12240" cy="8280"/>
              </p14:xfrm>
            </p:contentPart>
          </mc:Choice>
          <mc:Fallback xmlns="">
            <p:pic>
              <p:nvPicPr>
                <p:cNvPr id="237" name="Ink 236">
                  <a:extLst>
                    <a:ext uri="{FF2B5EF4-FFF2-40B4-BE49-F238E27FC236}">
                      <a16:creationId xmlns:a16="http://schemas.microsoft.com/office/drawing/2014/main" id="{1AA0C671-4C78-1600-BF4A-3EEDF6472988}"/>
                    </a:ext>
                  </a:extLst>
                </p:cNvPr>
                <p:cNvPicPr/>
                <p:nvPr/>
              </p:nvPicPr>
              <p:blipFill>
                <a:blip r:embed="rId403"/>
                <a:stretch>
                  <a:fillRect/>
                </a:stretch>
              </p:blipFill>
              <p:spPr>
                <a:xfrm>
                  <a:off x="9877064" y="2899722"/>
                  <a:ext cx="29880" cy="25920"/>
                </a:xfrm>
                <a:prstGeom prst="rect">
                  <a:avLst/>
                </a:prstGeom>
              </p:spPr>
            </p:pic>
          </mc:Fallback>
        </mc:AlternateContent>
      </p:grpSp>
      <p:grpSp>
        <p:nvGrpSpPr>
          <p:cNvPr id="246" name="Group 245">
            <a:extLst>
              <a:ext uri="{FF2B5EF4-FFF2-40B4-BE49-F238E27FC236}">
                <a16:creationId xmlns:a16="http://schemas.microsoft.com/office/drawing/2014/main" id="{9D375C26-89C8-506F-84E7-89EA14DACE01}"/>
              </a:ext>
            </a:extLst>
          </p:cNvPr>
          <p:cNvGrpSpPr/>
          <p:nvPr/>
        </p:nvGrpSpPr>
        <p:grpSpPr>
          <a:xfrm>
            <a:off x="7250504" y="634962"/>
            <a:ext cx="1892520" cy="437760"/>
            <a:chOff x="7250504" y="634962"/>
            <a:chExt cx="1892520" cy="437760"/>
          </a:xfrm>
        </p:grpSpPr>
        <mc:AlternateContent xmlns:mc="http://schemas.openxmlformats.org/markup-compatibility/2006" xmlns:p14="http://schemas.microsoft.com/office/powerpoint/2010/main">
          <mc:Choice Requires="p14">
            <p:contentPart p14:bwMode="auto" r:id="rId404">
              <p14:nvContentPartPr>
                <p14:cNvPr id="239" name="Ink 238">
                  <a:extLst>
                    <a:ext uri="{FF2B5EF4-FFF2-40B4-BE49-F238E27FC236}">
                      <a16:creationId xmlns:a16="http://schemas.microsoft.com/office/drawing/2014/main" id="{8A53ACDC-0D27-B871-04D7-2CABDE2E51C9}"/>
                    </a:ext>
                  </a:extLst>
                </p14:cNvPr>
                <p14:cNvContentPartPr/>
                <p14:nvPr/>
              </p14:nvContentPartPr>
              <p14:xfrm>
                <a:off x="7250504" y="634962"/>
                <a:ext cx="732960" cy="405720"/>
              </p14:xfrm>
            </p:contentPart>
          </mc:Choice>
          <mc:Fallback xmlns="">
            <p:pic>
              <p:nvPicPr>
                <p:cNvPr id="239" name="Ink 238">
                  <a:extLst>
                    <a:ext uri="{FF2B5EF4-FFF2-40B4-BE49-F238E27FC236}">
                      <a16:creationId xmlns:a16="http://schemas.microsoft.com/office/drawing/2014/main" id="{8A53ACDC-0D27-B871-04D7-2CABDE2E51C9}"/>
                    </a:ext>
                  </a:extLst>
                </p:cNvPr>
                <p:cNvPicPr/>
                <p:nvPr/>
              </p:nvPicPr>
              <p:blipFill>
                <a:blip r:embed="rId405"/>
                <a:stretch>
                  <a:fillRect/>
                </a:stretch>
              </p:blipFill>
              <p:spPr>
                <a:xfrm>
                  <a:off x="7241864" y="626322"/>
                  <a:ext cx="750600" cy="423360"/>
                </a:xfrm>
                <a:prstGeom prst="rect">
                  <a:avLst/>
                </a:prstGeom>
              </p:spPr>
            </p:pic>
          </mc:Fallback>
        </mc:AlternateContent>
        <mc:AlternateContent xmlns:mc="http://schemas.openxmlformats.org/markup-compatibility/2006" xmlns:p14="http://schemas.microsoft.com/office/powerpoint/2010/main">
          <mc:Choice Requires="p14">
            <p:contentPart p14:bwMode="auto" r:id="rId406">
              <p14:nvContentPartPr>
                <p14:cNvPr id="240" name="Ink 239">
                  <a:extLst>
                    <a:ext uri="{FF2B5EF4-FFF2-40B4-BE49-F238E27FC236}">
                      <a16:creationId xmlns:a16="http://schemas.microsoft.com/office/drawing/2014/main" id="{2D2B25D5-AE9C-FA92-E880-43BF11FD2691}"/>
                    </a:ext>
                  </a:extLst>
                </p14:cNvPr>
                <p14:cNvContentPartPr/>
                <p14:nvPr/>
              </p14:nvContentPartPr>
              <p14:xfrm>
                <a:off x="8017304" y="868242"/>
                <a:ext cx="133920" cy="125280"/>
              </p14:xfrm>
            </p:contentPart>
          </mc:Choice>
          <mc:Fallback xmlns="">
            <p:pic>
              <p:nvPicPr>
                <p:cNvPr id="240" name="Ink 239">
                  <a:extLst>
                    <a:ext uri="{FF2B5EF4-FFF2-40B4-BE49-F238E27FC236}">
                      <a16:creationId xmlns:a16="http://schemas.microsoft.com/office/drawing/2014/main" id="{2D2B25D5-AE9C-FA92-E880-43BF11FD2691}"/>
                    </a:ext>
                  </a:extLst>
                </p:cNvPr>
                <p:cNvPicPr/>
                <p:nvPr/>
              </p:nvPicPr>
              <p:blipFill>
                <a:blip r:embed="rId407"/>
                <a:stretch>
                  <a:fillRect/>
                </a:stretch>
              </p:blipFill>
              <p:spPr>
                <a:xfrm>
                  <a:off x="8008304" y="859242"/>
                  <a:ext cx="15156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408">
              <p14:nvContentPartPr>
                <p14:cNvPr id="241" name="Ink 240">
                  <a:extLst>
                    <a:ext uri="{FF2B5EF4-FFF2-40B4-BE49-F238E27FC236}">
                      <a16:creationId xmlns:a16="http://schemas.microsoft.com/office/drawing/2014/main" id="{4D79B1CB-6B9E-A093-836B-D23DF62A440C}"/>
                    </a:ext>
                  </a:extLst>
                </p14:cNvPr>
                <p14:cNvContentPartPr/>
                <p14:nvPr/>
              </p14:nvContentPartPr>
              <p14:xfrm>
                <a:off x="8218184" y="836202"/>
                <a:ext cx="280080" cy="236520"/>
              </p14:xfrm>
            </p:contentPart>
          </mc:Choice>
          <mc:Fallback xmlns="">
            <p:pic>
              <p:nvPicPr>
                <p:cNvPr id="241" name="Ink 240">
                  <a:extLst>
                    <a:ext uri="{FF2B5EF4-FFF2-40B4-BE49-F238E27FC236}">
                      <a16:creationId xmlns:a16="http://schemas.microsoft.com/office/drawing/2014/main" id="{4D79B1CB-6B9E-A093-836B-D23DF62A440C}"/>
                    </a:ext>
                  </a:extLst>
                </p:cNvPr>
                <p:cNvPicPr/>
                <p:nvPr/>
              </p:nvPicPr>
              <p:blipFill>
                <a:blip r:embed="rId409"/>
                <a:stretch>
                  <a:fillRect/>
                </a:stretch>
              </p:blipFill>
              <p:spPr>
                <a:xfrm>
                  <a:off x="8209544" y="827202"/>
                  <a:ext cx="29772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410">
              <p14:nvContentPartPr>
                <p14:cNvPr id="242" name="Ink 241">
                  <a:extLst>
                    <a:ext uri="{FF2B5EF4-FFF2-40B4-BE49-F238E27FC236}">
                      <a16:creationId xmlns:a16="http://schemas.microsoft.com/office/drawing/2014/main" id="{00933B99-D246-AD9E-EBBB-E3C52FADF8DC}"/>
                    </a:ext>
                  </a:extLst>
                </p14:cNvPr>
                <p14:cNvContentPartPr/>
                <p14:nvPr/>
              </p14:nvContentPartPr>
              <p14:xfrm>
                <a:off x="8580704" y="808122"/>
                <a:ext cx="20160" cy="184680"/>
              </p14:xfrm>
            </p:contentPart>
          </mc:Choice>
          <mc:Fallback xmlns="">
            <p:pic>
              <p:nvPicPr>
                <p:cNvPr id="242" name="Ink 241">
                  <a:extLst>
                    <a:ext uri="{FF2B5EF4-FFF2-40B4-BE49-F238E27FC236}">
                      <a16:creationId xmlns:a16="http://schemas.microsoft.com/office/drawing/2014/main" id="{00933B99-D246-AD9E-EBBB-E3C52FADF8DC}"/>
                    </a:ext>
                  </a:extLst>
                </p:cNvPr>
                <p:cNvPicPr/>
                <p:nvPr/>
              </p:nvPicPr>
              <p:blipFill>
                <a:blip r:embed="rId411"/>
                <a:stretch>
                  <a:fillRect/>
                </a:stretch>
              </p:blipFill>
              <p:spPr>
                <a:xfrm>
                  <a:off x="8572064" y="799122"/>
                  <a:ext cx="3780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412">
              <p14:nvContentPartPr>
                <p14:cNvPr id="243" name="Ink 242">
                  <a:extLst>
                    <a:ext uri="{FF2B5EF4-FFF2-40B4-BE49-F238E27FC236}">
                      <a16:creationId xmlns:a16="http://schemas.microsoft.com/office/drawing/2014/main" id="{F9F717DD-757D-19EC-CEA8-E6B104654B1E}"/>
                    </a:ext>
                  </a:extLst>
                </p14:cNvPr>
                <p14:cNvContentPartPr/>
                <p14:nvPr/>
              </p14:nvContentPartPr>
              <p14:xfrm>
                <a:off x="8586464" y="876162"/>
                <a:ext cx="90720" cy="102600"/>
              </p14:xfrm>
            </p:contentPart>
          </mc:Choice>
          <mc:Fallback xmlns="">
            <p:pic>
              <p:nvPicPr>
                <p:cNvPr id="243" name="Ink 242">
                  <a:extLst>
                    <a:ext uri="{FF2B5EF4-FFF2-40B4-BE49-F238E27FC236}">
                      <a16:creationId xmlns:a16="http://schemas.microsoft.com/office/drawing/2014/main" id="{F9F717DD-757D-19EC-CEA8-E6B104654B1E}"/>
                    </a:ext>
                  </a:extLst>
                </p:cNvPr>
                <p:cNvPicPr/>
                <p:nvPr/>
              </p:nvPicPr>
              <p:blipFill>
                <a:blip r:embed="rId413"/>
                <a:stretch>
                  <a:fillRect/>
                </a:stretch>
              </p:blipFill>
              <p:spPr>
                <a:xfrm>
                  <a:off x="8577824" y="867522"/>
                  <a:ext cx="108360" cy="120240"/>
                </a:xfrm>
                <a:prstGeom prst="rect">
                  <a:avLst/>
                </a:prstGeom>
              </p:spPr>
            </p:pic>
          </mc:Fallback>
        </mc:AlternateContent>
        <mc:AlternateContent xmlns:mc="http://schemas.openxmlformats.org/markup-compatibility/2006" xmlns:p14="http://schemas.microsoft.com/office/powerpoint/2010/main">
          <mc:Choice Requires="p14">
            <p:contentPart p14:bwMode="auto" r:id="rId414">
              <p14:nvContentPartPr>
                <p14:cNvPr id="244" name="Ink 243">
                  <a:extLst>
                    <a:ext uri="{FF2B5EF4-FFF2-40B4-BE49-F238E27FC236}">
                      <a16:creationId xmlns:a16="http://schemas.microsoft.com/office/drawing/2014/main" id="{D4CC2CC8-DECC-EA74-BC06-90DB86847DB0}"/>
                    </a:ext>
                  </a:extLst>
                </p14:cNvPr>
                <p14:cNvContentPartPr/>
                <p14:nvPr/>
              </p14:nvContentPartPr>
              <p14:xfrm>
                <a:off x="8689064" y="761682"/>
                <a:ext cx="37800" cy="43920"/>
              </p14:xfrm>
            </p:contentPart>
          </mc:Choice>
          <mc:Fallback xmlns="">
            <p:pic>
              <p:nvPicPr>
                <p:cNvPr id="244" name="Ink 243">
                  <a:extLst>
                    <a:ext uri="{FF2B5EF4-FFF2-40B4-BE49-F238E27FC236}">
                      <a16:creationId xmlns:a16="http://schemas.microsoft.com/office/drawing/2014/main" id="{D4CC2CC8-DECC-EA74-BC06-90DB86847DB0}"/>
                    </a:ext>
                  </a:extLst>
                </p:cNvPr>
                <p:cNvPicPr/>
                <p:nvPr/>
              </p:nvPicPr>
              <p:blipFill>
                <a:blip r:embed="rId415"/>
                <a:stretch>
                  <a:fillRect/>
                </a:stretch>
              </p:blipFill>
              <p:spPr>
                <a:xfrm>
                  <a:off x="8680424" y="753042"/>
                  <a:ext cx="5544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416">
              <p14:nvContentPartPr>
                <p14:cNvPr id="245" name="Ink 244">
                  <a:extLst>
                    <a:ext uri="{FF2B5EF4-FFF2-40B4-BE49-F238E27FC236}">
                      <a16:creationId xmlns:a16="http://schemas.microsoft.com/office/drawing/2014/main" id="{A6225D76-1AF2-0B0E-D19A-12F6DB1BBF29}"/>
                    </a:ext>
                  </a:extLst>
                </p14:cNvPr>
                <p14:cNvContentPartPr/>
                <p14:nvPr/>
              </p14:nvContentPartPr>
              <p14:xfrm>
                <a:off x="8793824" y="866802"/>
                <a:ext cx="349200" cy="126000"/>
              </p14:xfrm>
            </p:contentPart>
          </mc:Choice>
          <mc:Fallback xmlns="">
            <p:pic>
              <p:nvPicPr>
                <p:cNvPr id="245" name="Ink 244">
                  <a:extLst>
                    <a:ext uri="{FF2B5EF4-FFF2-40B4-BE49-F238E27FC236}">
                      <a16:creationId xmlns:a16="http://schemas.microsoft.com/office/drawing/2014/main" id="{A6225D76-1AF2-0B0E-D19A-12F6DB1BBF29}"/>
                    </a:ext>
                  </a:extLst>
                </p:cNvPr>
                <p:cNvPicPr/>
                <p:nvPr/>
              </p:nvPicPr>
              <p:blipFill>
                <a:blip r:embed="rId417"/>
                <a:stretch>
                  <a:fillRect/>
                </a:stretch>
              </p:blipFill>
              <p:spPr>
                <a:xfrm>
                  <a:off x="8784824" y="857802"/>
                  <a:ext cx="366840" cy="143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18">
            <p14:nvContentPartPr>
              <p14:cNvPr id="247" name="Ink 246">
                <a:extLst>
                  <a:ext uri="{FF2B5EF4-FFF2-40B4-BE49-F238E27FC236}">
                    <a16:creationId xmlns:a16="http://schemas.microsoft.com/office/drawing/2014/main" id="{142B01E2-2E8D-7BF3-B0A6-A2B1863492EC}"/>
                  </a:ext>
                </a:extLst>
              </p14:cNvPr>
              <p14:cNvContentPartPr/>
              <p14:nvPr/>
            </p14:nvContentPartPr>
            <p14:xfrm>
              <a:off x="3094304" y="4086642"/>
              <a:ext cx="331560" cy="393480"/>
            </p14:xfrm>
          </p:contentPart>
        </mc:Choice>
        <mc:Fallback xmlns="">
          <p:pic>
            <p:nvPicPr>
              <p:cNvPr id="247" name="Ink 246">
                <a:extLst>
                  <a:ext uri="{FF2B5EF4-FFF2-40B4-BE49-F238E27FC236}">
                    <a16:creationId xmlns:a16="http://schemas.microsoft.com/office/drawing/2014/main" id="{142B01E2-2E8D-7BF3-B0A6-A2B1863492EC}"/>
                  </a:ext>
                </a:extLst>
              </p:cNvPr>
              <p:cNvPicPr/>
              <p:nvPr/>
            </p:nvPicPr>
            <p:blipFill>
              <a:blip r:embed="rId419"/>
              <a:stretch>
                <a:fillRect/>
              </a:stretch>
            </p:blipFill>
            <p:spPr>
              <a:xfrm>
                <a:off x="3085304" y="4078002"/>
                <a:ext cx="349200" cy="411120"/>
              </a:xfrm>
              <a:prstGeom prst="rect">
                <a:avLst/>
              </a:prstGeom>
            </p:spPr>
          </p:pic>
        </mc:Fallback>
      </mc:AlternateContent>
      <mc:AlternateContent xmlns:mc="http://schemas.openxmlformats.org/markup-compatibility/2006" xmlns:p14="http://schemas.microsoft.com/office/powerpoint/2010/main">
        <mc:Choice Requires="p14">
          <p:contentPart p14:bwMode="auto" r:id="rId420">
            <p14:nvContentPartPr>
              <p14:cNvPr id="248" name="Ink 247">
                <a:extLst>
                  <a:ext uri="{FF2B5EF4-FFF2-40B4-BE49-F238E27FC236}">
                    <a16:creationId xmlns:a16="http://schemas.microsoft.com/office/drawing/2014/main" id="{F7F46715-7B38-2867-2D7D-81383D2F03B9}"/>
                  </a:ext>
                </a:extLst>
              </p14:cNvPr>
              <p14:cNvContentPartPr/>
              <p14:nvPr/>
            </p14:nvContentPartPr>
            <p14:xfrm>
              <a:off x="5857304" y="4174842"/>
              <a:ext cx="335160" cy="331920"/>
            </p14:xfrm>
          </p:contentPart>
        </mc:Choice>
        <mc:Fallback xmlns="">
          <p:pic>
            <p:nvPicPr>
              <p:cNvPr id="248" name="Ink 247">
                <a:extLst>
                  <a:ext uri="{FF2B5EF4-FFF2-40B4-BE49-F238E27FC236}">
                    <a16:creationId xmlns:a16="http://schemas.microsoft.com/office/drawing/2014/main" id="{F7F46715-7B38-2867-2D7D-81383D2F03B9}"/>
                  </a:ext>
                </a:extLst>
              </p:cNvPr>
              <p:cNvPicPr/>
              <p:nvPr/>
            </p:nvPicPr>
            <p:blipFill>
              <a:blip r:embed="rId421"/>
              <a:stretch>
                <a:fillRect/>
              </a:stretch>
            </p:blipFill>
            <p:spPr>
              <a:xfrm>
                <a:off x="5848304" y="4165842"/>
                <a:ext cx="352800" cy="349560"/>
              </a:xfrm>
              <a:prstGeom prst="rect">
                <a:avLst/>
              </a:prstGeom>
            </p:spPr>
          </p:pic>
        </mc:Fallback>
      </mc:AlternateContent>
      <mc:AlternateContent xmlns:mc="http://schemas.openxmlformats.org/markup-compatibility/2006" xmlns:p14="http://schemas.microsoft.com/office/powerpoint/2010/main">
        <mc:Choice Requires="p14">
          <p:contentPart p14:bwMode="auto" r:id="rId422">
            <p14:nvContentPartPr>
              <p14:cNvPr id="249" name="Ink 248">
                <a:extLst>
                  <a:ext uri="{FF2B5EF4-FFF2-40B4-BE49-F238E27FC236}">
                    <a16:creationId xmlns:a16="http://schemas.microsoft.com/office/drawing/2014/main" id="{36F0E9ED-3457-DD94-35BE-6028B4545524}"/>
                  </a:ext>
                </a:extLst>
              </p14:cNvPr>
              <p14:cNvContentPartPr/>
              <p14:nvPr/>
            </p14:nvContentPartPr>
            <p14:xfrm>
              <a:off x="9389264" y="3664722"/>
              <a:ext cx="763560" cy="563400"/>
            </p14:xfrm>
          </p:contentPart>
        </mc:Choice>
        <mc:Fallback xmlns="">
          <p:pic>
            <p:nvPicPr>
              <p:cNvPr id="249" name="Ink 248">
                <a:extLst>
                  <a:ext uri="{FF2B5EF4-FFF2-40B4-BE49-F238E27FC236}">
                    <a16:creationId xmlns:a16="http://schemas.microsoft.com/office/drawing/2014/main" id="{36F0E9ED-3457-DD94-35BE-6028B4545524}"/>
                  </a:ext>
                </a:extLst>
              </p:cNvPr>
              <p:cNvPicPr/>
              <p:nvPr/>
            </p:nvPicPr>
            <p:blipFill>
              <a:blip r:embed="rId423"/>
              <a:stretch>
                <a:fillRect/>
              </a:stretch>
            </p:blipFill>
            <p:spPr>
              <a:xfrm>
                <a:off x="9380264" y="3655722"/>
                <a:ext cx="781200" cy="581040"/>
              </a:xfrm>
              <a:prstGeom prst="rect">
                <a:avLst/>
              </a:prstGeom>
            </p:spPr>
          </p:pic>
        </mc:Fallback>
      </mc:AlternateContent>
      <mc:AlternateContent xmlns:mc="http://schemas.openxmlformats.org/markup-compatibility/2006" xmlns:p14="http://schemas.microsoft.com/office/powerpoint/2010/main">
        <mc:Choice Requires="p14">
          <p:contentPart p14:bwMode="auto" r:id="rId424">
            <p14:nvContentPartPr>
              <p14:cNvPr id="250" name="Ink 249">
                <a:extLst>
                  <a:ext uri="{FF2B5EF4-FFF2-40B4-BE49-F238E27FC236}">
                    <a16:creationId xmlns:a16="http://schemas.microsoft.com/office/drawing/2014/main" id="{33DA9F45-2C61-20F0-2EC4-F951BB4DCD7B}"/>
                  </a:ext>
                </a:extLst>
              </p14:cNvPr>
              <p14:cNvContentPartPr/>
              <p14:nvPr/>
            </p14:nvContentPartPr>
            <p14:xfrm>
              <a:off x="8414744" y="2425962"/>
              <a:ext cx="688320" cy="532440"/>
            </p14:xfrm>
          </p:contentPart>
        </mc:Choice>
        <mc:Fallback xmlns="">
          <p:pic>
            <p:nvPicPr>
              <p:cNvPr id="250" name="Ink 249">
                <a:extLst>
                  <a:ext uri="{FF2B5EF4-FFF2-40B4-BE49-F238E27FC236}">
                    <a16:creationId xmlns:a16="http://schemas.microsoft.com/office/drawing/2014/main" id="{33DA9F45-2C61-20F0-2EC4-F951BB4DCD7B}"/>
                  </a:ext>
                </a:extLst>
              </p:cNvPr>
              <p:cNvPicPr/>
              <p:nvPr/>
            </p:nvPicPr>
            <p:blipFill>
              <a:blip r:embed="rId425"/>
              <a:stretch>
                <a:fillRect/>
              </a:stretch>
            </p:blipFill>
            <p:spPr>
              <a:xfrm>
                <a:off x="8406104" y="2416962"/>
                <a:ext cx="705960" cy="550080"/>
              </a:xfrm>
              <a:prstGeom prst="rect">
                <a:avLst/>
              </a:prstGeom>
            </p:spPr>
          </p:pic>
        </mc:Fallback>
      </mc:AlternateContent>
      <mc:AlternateContent xmlns:mc="http://schemas.openxmlformats.org/markup-compatibility/2006" xmlns:p14="http://schemas.microsoft.com/office/powerpoint/2010/main">
        <mc:Choice Requires="p14">
          <p:contentPart p14:bwMode="auto" r:id="rId426">
            <p14:nvContentPartPr>
              <p14:cNvPr id="251" name="Ink 250">
                <a:extLst>
                  <a:ext uri="{FF2B5EF4-FFF2-40B4-BE49-F238E27FC236}">
                    <a16:creationId xmlns:a16="http://schemas.microsoft.com/office/drawing/2014/main" id="{3C427E6B-A516-1159-D720-2DA6674AC542}"/>
                  </a:ext>
                </a:extLst>
              </p14:cNvPr>
              <p14:cNvContentPartPr/>
              <p14:nvPr/>
            </p14:nvContentPartPr>
            <p14:xfrm>
              <a:off x="5896904" y="1639722"/>
              <a:ext cx="615600" cy="495360"/>
            </p14:xfrm>
          </p:contentPart>
        </mc:Choice>
        <mc:Fallback xmlns="">
          <p:pic>
            <p:nvPicPr>
              <p:cNvPr id="251" name="Ink 250">
                <a:extLst>
                  <a:ext uri="{FF2B5EF4-FFF2-40B4-BE49-F238E27FC236}">
                    <a16:creationId xmlns:a16="http://schemas.microsoft.com/office/drawing/2014/main" id="{3C427E6B-A516-1159-D720-2DA6674AC542}"/>
                  </a:ext>
                </a:extLst>
              </p:cNvPr>
              <p:cNvPicPr/>
              <p:nvPr/>
            </p:nvPicPr>
            <p:blipFill>
              <a:blip r:embed="rId427"/>
              <a:stretch>
                <a:fillRect/>
              </a:stretch>
            </p:blipFill>
            <p:spPr>
              <a:xfrm>
                <a:off x="5888264" y="1631082"/>
                <a:ext cx="633240" cy="513000"/>
              </a:xfrm>
              <a:prstGeom prst="rect">
                <a:avLst/>
              </a:prstGeom>
            </p:spPr>
          </p:pic>
        </mc:Fallback>
      </mc:AlternateContent>
      <mc:AlternateContent xmlns:mc="http://schemas.openxmlformats.org/markup-compatibility/2006" xmlns:p14="http://schemas.microsoft.com/office/powerpoint/2010/main">
        <mc:Choice Requires="p14">
          <p:contentPart p14:bwMode="auto" r:id="rId428">
            <p14:nvContentPartPr>
              <p14:cNvPr id="252" name="Ink 251">
                <a:extLst>
                  <a:ext uri="{FF2B5EF4-FFF2-40B4-BE49-F238E27FC236}">
                    <a16:creationId xmlns:a16="http://schemas.microsoft.com/office/drawing/2014/main" id="{F9C39B13-4C09-E319-7F3B-BD0C5D6F862D}"/>
                  </a:ext>
                </a:extLst>
              </p14:cNvPr>
              <p14:cNvContentPartPr/>
              <p14:nvPr/>
            </p14:nvContentPartPr>
            <p14:xfrm>
              <a:off x="6559664" y="1068042"/>
              <a:ext cx="465480" cy="269280"/>
            </p14:xfrm>
          </p:contentPart>
        </mc:Choice>
        <mc:Fallback xmlns="">
          <p:pic>
            <p:nvPicPr>
              <p:cNvPr id="252" name="Ink 251">
                <a:extLst>
                  <a:ext uri="{FF2B5EF4-FFF2-40B4-BE49-F238E27FC236}">
                    <a16:creationId xmlns:a16="http://schemas.microsoft.com/office/drawing/2014/main" id="{F9C39B13-4C09-E319-7F3B-BD0C5D6F862D}"/>
                  </a:ext>
                </a:extLst>
              </p:cNvPr>
              <p:cNvPicPr/>
              <p:nvPr/>
            </p:nvPicPr>
            <p:blipFill>
              <a:blip r:embed="rId429"/>
              <a:stretch>
                <a:fillRect/>
              </a:stretch>
            </p:blipFill>
            <p:spPr>
              <a:xfrm>
                <a:off x="6551024" y="1059042"/>
                <a:ext cx="483120" cy="286920"/>
              </a:xfrm>
              <a:prstGeom prst="rect">
                <a:avLst/>
              </a:prstGeom>
            </p:spPr>
          </p:pic>
        </mc:Fallback>
      </mc:AlternateContent>
    </p:spTree>
    <p:extLst>
      <p:ext uri="{BB962C8B-B14F-4D97-AF65-F5344CB8AC3E}">
        <p14:creationId xmlns:p14="http://schemas.microsoft.com/office/powerpoint/2010/main" val="25511199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D7299-B43C-54C9-FDB7-AEF7F474BBB5}"/>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DFC7E5CF-0C7F-4D32-DC57-041731ABDA84}"/>
              </a:ext>
            </a:extLst>
          </p:cNvPr>
          <p:cNvSpPr txBox="1">
            <a:spLocks/>
          </p:cNvSpPr>
          <p:nvPr/>
        </p:nvSpPr>
        <p:spPr>
          <a:xfrm>
            <a:off x="141079" y="141370"/>
            <a:ext cx="11137885" cy="513697"/>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99" dirty="0">
                <a:latin typeface="Cooper Black" panose="0208090404030B020404" pitchFamily="18" charset="0"/>
                <a:cs typeface="Times New Roman" panose="02020603050405020304" pitchFamily="18" charset="0"/>
              </a:rPr>
              <a:t>View on View</a:t>
            </a:r>
            <a:endParaRPr lang="en-IN" sz="3199"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94C7866-CF15-2EFE-7A0F-2A702B795F6D}"/>
              </a:ext>
            </a:extLst>
          </p:cNvPr>
          <p:cNvSpPr txBox="1"/>
          <p:nvPr/>
        </p:nvSpPr>
        <p:spPr>
          <a:xfrm>
            <a:off x="177646" y="655067"/>
            <a:ext cx="11486844" cy="1754326"/>
          </a:xfrm>
          <a:prstGeom prst="rect">
            <a:avLst/>
          </a:prstGeom>
          <a:noFill/>
        </p:spPr>
        <p:txBody>
          <a:bodyPr wrap="square" rtlCol="0">
            <a:spAutoFit/>
          </a:bodyPr>
          <a:lstStyle/>
          <a:p>
            <a:pPr marL="285750" indent="-285750">
              <a:buFont typeface="Arial" panose="020B0604020202020204" pitchFamily="34" charset="0"/>
              <a:buChar char="•"/>
            </a:pPr>
            <a:r>
              <a:rPr lang="en-IN" sz="1800" dirty="0"/>
              <a:t>When we create a </a:t>
            </a:r>
            <a:r>
              <a:rPr lang="en-IN" sz="1800" dirty="0" err="1"/>
              <a:t>cds</a:t>
            </a:r>
            <a:r>
              <a:rPr lang="en-IN" sz="1800" dirty="0"/>
              <a:t> view/entity which usages another </a:t>
            </a:r>
            <a:r>
              <a:rPr lang="en-IN" sz="1800" dirty="0" err="1"/>
              <a:t>cds</a:t>
            </a:r>
            <a:r>
              <a:rPr lang="en-IN" sz="1800" dirty="0"/>
              <a:t> or entity as a source of data, its called </a:t>
            </a:r>
            <a:r>
              <a:rPr lang="en-IN" sz="1800" b="1" dirty="0"/>
              <a:t>view-on-view.</a:t>
            </a:r>
            <a:endParaRPr lang="en-IN" sz="1800" dirty="0"/>
          </a:p>
          <a:p>
            <a:pPr marL="285750" indent="-285750">
              <a:buFont typeface="Arial" panose="020B0604020202020204" pitchFamily="34" charset="0"/>
              <a:buChar char="•"/>
            </a:pPr>
            <a:r>
              <a:rPr lang="en-IN" sz="1800" dirty="0"/>
              <a:t>It increase reusability</a:t>
            </a:r>
          </a:p>
          <a:p>
            <a:pPr marL="285750" indent="-285750">
              <a:buFont typeface="Arial" panose="020B0604020202020204" pitchFamily="34" charset="0"/>
              <a:buChar char="•"/>
            </a:pPr>
            <a:r>
              <a:rPr lang="en-IN" sz="1800" dirty="0"/>
              <a:t>It also helps modularization of code</a:t>
            </a:r>
          </a:p>
          <a:p>
            <a:pPr marL="285750" indent="-285750">
              <a:buFont typeface="Arial" panose="020B0604020202020204" pitchFamily="34" charset="0"/>
              <a:buChar char="•"/>
            </a:pPr>
            <a:r>
              <a:rPr lang="en-IN" sz="1800" dirty="0"/>
              <a:t>Increase adaption by reducing the development efforts</a:t>
            </a:r>
          </a:p>
          <a:p>
            <a:pPr marL="285750" indent="-285750">
              <a:buFont typeface="Arial" panose="020B0604020202020204" pitchFamily="34" charset="0"/>
              <a:buChar char="•"/>
            </a:pPr>
            <a:endParaRPr lang="en-IN" sz="1800" dirty="0"/>
          </a:p>
        </p:txBody>
      </p:sp>
      <p:sp>
        <p:nvSpPr>
          <p:cNvPr id="4" name="TextBox 3">
            <a:extLst>
              <a:ext uri="{FF2B5EF4-FFF2-40B4-BE49-F238E27FC236}">
                <a16:creationId xmlns:a16="http://schemas.microsoft.com/office/drawing/2014/main" id="{FF4567B9-B415-E3EA-74A3-BDE25E664564}"/>
              </a:ext>
            </a:extLst>
          </p:cNvPr>
          <p:cNvSpPr txBox="1"/>
          <p:nvPr/>
        </p:nvSpPr>
        <p:spPr>
          <a:xfrm>
            <a:off x="9547913" y="6408935"/>
            <a:ext cx="2524210" cy="276999"/>
          </a:xfrm>
          <a:prstGeom prst="rect">
            <a:avLst/>
          </a:prstGeom>
          <a:noFill/>
        </p:spPr>
        <p:txBody>
          <a:bodyPr wrap="square">
            <a:spAutoFit/>
          </a:bodyPr>
          <a:lstStyle/>
          <a:p>
            <a:r>
              <a:rPr lang="en-US" sz="1200" dirty="0">
                <a:solidFill>
                  <a:srgbClr val="002060"/>
                </a:solidFill>
                <a:latin typeface="Cooper Black" panose="0208090404030B020404" pitchFamily="18" charset="0"/>
              </a:rPr>
              <a:t>www.anubhavtrainings.com</a:t>
            </a:r>
            <a:endParaRPr lang="en-IN" sz="1200" dirty="0">
              <a:solidFill>
                <a:srgbClr val="002060"/>
              </a:solidFill>
              <a:latin typeface="Cooper Black" panose="0208090404030B020404" pitchFamily="18" charset="0"/>
            </a:endParaRPr>
          </a:p>
        </p:txBody>
      </p:sp>
      <p:pic>
        <p:nvPicPr>
          <p:cNvPr id="5" name="Picture 4">
            <a:extLst>
              <a:ext uri="{FF2B5EF4-FFF2-40B4-BE49-F238E27FC236}">
                <a16:creationId xmlns:a16="http://schemas.microsoft.com/office/drawing/2014/main" id="{0568914C-D196-17EA-360B-38C77AAB22DC}"/>
              </a:ext>
            </a:extLst>
          </p:cNvPr>
          <p:cNvPicPr>
            <a:picLocks noChangeAspect="1"/>
          </p:cNvPicPr>
          <p:nvPr/>
        </p:nvPicPr>
        <p:blipFill>
          <a:blip r:embed="rId2"/>
          <a:stretch>
            <a:fillRect/>
          </a:stretch>
        </p:blipFill>
        <p:spPr>
          <a:xfrm>
            <a:off x="11691526" y="71244"/>
            <a:ext cx="456414" cy="450803"/>
          </a:xfrm>
          <a:prstGeom prst="rect">
            <a:avLst/>
          </a:prstGeom>
        </p:spPr>
      </p:pic>
      <p:sp>
        <p:nvSpPr>
          <p:cNvPr id="8" name="TextBox 7">
            <a:extLst>
              <a:ext uri="{FF2B5EF4-FFF2-40B4-BE49-F238E27FC236}">
                <a16:creationId xmlns:a16="http://schemas.microsoft.com/office/drawing/2014/main" id="{8C3C38ED-8899-31AF-6504-7A417F2A2576}"/>
              </a:ext>
            </a:extLst>
          </p:cNvPr>
          <p:cNvSpPr txBox="1"/>
          <p:nvPr/>
        </p:nvSpPr>
        <p:spPr>
          <a:xfrm>
            <a:off x="141079" y="2409091"/>
            <a:ext cx="6100090" cy="461665"/>
          </a:xfrm>
          <a:prstGeom prst="rect">
            <a:avLst/>
          </a:prstGeom>
          <a:noFill/>
        </p:spPr>
        <p:txBody>
          <a:bodyPr wrap="square">
            <a:spAutoFit/>
          </a:bodyPr>
          <a:lstStyle/>
          <a:p>
            <a:r>
              <a:rPr lang="en-US" sz="2400" dirty="0">
                <a:latin typeface="Cooper Black" panose="0208090404030B020404" pitchFamily="18" charset="0"/>
                <a:cs typeface="Times New Roman" panose="02020603050405020304" pitchFamily="18" charset="0"/>
              </a:rPr>
              <a:t>Extend View Concept</a:t>
            </a:r>
            <a:endParaRPr lang="en-IN" sz="2400" dirty="0">
              <a:latin typeface="Cooper Black" panose="0208090404030B0204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307FA5F4-D03E-B5FE-FFD2-9AAB3EE43028}"/>
              </a:ext>
            </a:extLst>
          </p:cNvPr>
          <p:cNvSpPr txBox="1"/>
          <p:nvPr/>
        </p:nvSpPr>
        <p:spPr>
          <a:xfrm>
            <a:off x="228540" y="2870756"/>
            <a:ext cx="11338480" cy="1077218"/>
          </a:xfrm>
          <a:prstGeom prst="rect">
            <a:avLst/>
          </a:prstGeom>
          <a:noFill/>
        </p:spPr>
        <p:txBody>
          <a:bodyPr wrap="square" rtlCol="0">
            <a:spAutoFit/>
          </a:bodyPr>
          <a:lstStyle/>
          <a:p>
            <a:r>
              <a:rPr lang="en-IN" sz="1600" dirty="0"/>
              <a:t>SAP delivers the standard views to us, we can extend these views by adding extra properties and also joins. This way we can expose the custom fields added to .APPEND include in standard tables. SAP also deliver over 9000+ standard views. Extension is always side-effect free; they never affect standard code also do not allow standard code to change.</a:t>
            </a:r>
          </a:p>
          <a:p>
            <a:r>
              <a:rPr lang="en-IN" sz="1600" dirty="0"/>
              <a:t>We cannot extend a view which has parameters.</a:t>
            </a:r>
          </a:p>
        </p:txBody>
      </p:sp>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8FC83C1C-189C-BDD8-E032-22E0F4F36CBD}"/>
                  </a:ext>
                </a:extLst>
              </p14:cNvPr>
              <p14:cNvContentPartPr/>
              <p14:nvPr/>
            </p14:nvContentPartPr>
            <p14:xfrm>
              <a:off x="1828544" y="974082"/>
              <a:ext cx="766800" cy="64440"/>
            </p14:xfrm>
          </p:contentPart>
        </mc:Choice>
        <mc:Fallback xmlns="">
          <p:pic>
            <p:nvPicPr>
              <p:cNvPr id="6" name="Ink 5">
                <a:extLst>
                  <a:ext uri="{FF2B5EF4-FFF2-40B4-BE49-F238E27FC236}">
                    <a16:creationId xmlns:a16="http://schemas.microsoft.com/office/drawing/2014/main" id="{8FC83C1C-189C-BDD8-E032-22E0F4F36CBD}"/>
                  </a:ext>
                </a:extLst>
              </p:cNvPr>
              <p:cNvPicPr/>
              <p:nvPr/>
            </p:nvPicPr>
            <p:blipFill>
              <a:blip r:embed="rId4"/>
              <a:stretch>
                <a:fillRect/>
              </a:stretch>
            </p:blipFill>
            <p:spPr>
              <a:xfrm>
                <a:off x="1819904" y="965082"/>
                <a:ext cx="78444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D5A0A970-22E6-EECB-ECCB-068FD33EB761}"/>
                  </a:ext>
                </a:extLst>
              </p14:cNvPr>
              <p14:cNvContentPartPr/>
              <p14:nvPr/>
            </p14:nvContentPartPr>
            <p14:xfrm>
              <a:off x="3723584" y="974442"/>
              <a:ext cx="1022400" cy="25920"/>
            </p14:xfrm>
          </p:contentPart>
        </mc:Choice>
        <mc:Fallback xmlns="">
          <p:pic>
            <p:nvPicPr>
              <p:cNvPr id="7" name="Ink 6">
                <a:extLst>
                  <a:ext uri="{FF2B5EF4-FFF2-40B4-BE49-F238E27FC236}">
                    <a16:creationId xmlns:a16="http://schemas.microsoft.com/office/drawing/2014/main" id="{D5A0A970-22E6-EECB-ECCB-068FD33EB761}"/>
                  </a:ext>
                </a:extLst>
              </p:cNvPr>
              <p:cNvPicPr/>
              <p:nvPr/>
            </p:nvPicPr>
            <p:blipFill>
              <a:blip r:embed="rId6"/>
              <a:stretch>
                <a:fillRect/>
              </a:stretch>
            </p:blipFill>
            <p:spPr>
              <a:xfrm>
                <a:off x="3714584" y="965802"/>
                <a:ext cx="104004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8E8D4114-7B93-9B71-92F9-B33B00DE6E0C}"/>
                  </a:ext>
                </a:extLst>
              </p14:cNvPr>
              <p14:cNvContentPartPr/>
              <p14:nvPr/>
            </p14:nvContentPartPr>
            <p14:xfrm>
              <a:off x="7401344" y="1047882"/>
              <a:ext cx="753480" cy="12240"/>
            </p14:xfrm>
          </p:contentPart>
        </mc:Choice>
        <mc:Fallback xmlns="">
          <p:pic>
            <p:nvPicPr>
              <p:cNvPr id="10" name="Ink 9">
                <a:extLst>
                  <a:ext uri="{FF2B5EF4-FFF2-40B4-BE49-F238E27FC236}">
                    <a16:creationId xmlns:a16="http://schemas.microsoft.com/office/drawing/2014/main" id="{8E8D4114-7B93-9B71-92F9-B33B00DE6E0C}"/>
                  </a:ext>
                </a:extLst>
              </p:cNvPr>
              <p:cNvPicPr/>
              <p:nvPr/>
            </p:nvPicPr>
            <p:blipFill>
              <a:blip r:embed="rId8"/>
              <a:stretch>
                <a:fillRect/>
              </a:stretch>
            </p:blipFill>
            <p:spPr>
              <a:xfrm>
                <a:off x="7392344" y="1039242"/>
                <a:ext cx="77112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52A8F722-08F6-AA32-7048-2536769A3956}"/>
                  </a:ext>
                </a:extLst>
              </p14:cNvPr>
              <p14:cNvContentPartPr/>
              <p14:nvPr/>
            </p14:nvContentPartPr>
            <p14:xfrm>
              <a:off x="8984984" y="1014762"/>
              <a:ext cx="714960" cy="25560"/>
            </p14:xfrm>
          </p:contentPart>
        </mc:Choice>
        <mc:Fallback xmlns="">
          <p:pic>
            <p:nvPicPr>
              <p:cNvPr id="11" name="Ink 10">
                <a:extLst>
                  <a:ext uri="{FF2B5EF4-FFF2-40B4-BE49-F238E27FC236}">
                    <a16:creationId xmlns:a16="http://schemas.microsoft.com/office/drawing/2014/main" id="{52A8F722-08F6-AA32-7048-2536769A3956}"/>
                  </a:ext>
                </a:extLst>
              </p:cNvPr>
              <p:cNvPicPr/>
              <p:nvPr/>
            </p:nvPicPr>
            <p:blipFill>
              <a:blip r:embed="rId10"/>
              <a:stretch>
                <a:fillRect/>
              </a:stretch>
            </p:blipFill>
            <p:spPr>
              <a:xfrm>
                <a:off x="8975984" y="1006122"/>
                <a:ext cx="73260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C8A5C470-9045-5479-7F1D-9964A3BA93C1}"/>
                  </a:ext>
                </a:extLst>
              </p14:cNvPr>
              <p14:cNvContentPartPr/>
              <p14:nvPr/>
            </p14:nvContentPartPr>
            <p14:xfrm>
              <a:off x="2816024" y="1297722"/>
              <a:ext cx="376560" cy="34200"/>
            </p14:xfrm>
          </p:contentPart>
        </mc:Choice>
        <mc:Fallback xmlns="">
          <p:pic>
            <p:nvPicPr>
              <p:cNvPr id="12" name="Ink 11">
                <a:extLst>
                  <a:ext uri="{FF2B5EF4-FFF2-40B4-BE49-F238E27FC236}">
                    <a16:creationId xmlns:a16="http://schemas.microsoft.com/office/drawing/2014/main" id="{C8A5C470-9045-5479-7F1D-9964A3BA93C1}"/>
                  </a:ext>
                </a:extLst>
              </p:cNvPr>
              <p:cNvPicPr/>
              <p:nvPr/>
            </p:nvPicPr>
            <p:blipFill>
              <a:blip r:embed="rId12"/>
              <a:stretch>
                <a:fillRect/>
              </a:stretch>
            </p:blipFill>
            <p:spPr>
              <a:xfrm>
                <a:off x="2807024" y="1288722"/>
                <a:ext cx="39420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3" name="Ink 12">
                <a:extLst>
                  <a:ext uri="{FF2B5EF4-FFF2-40B4-BE49-F238E27FC236}">
                    <a16:creationId xmlns:a16="http://schemas.microsoft.com/office/drawing/2014/main" id="{A1FB15C1-C11E-B7FB-058E-C7ED4D89C7D8}"/>
                  </a:ext>
                </a:extLst>
              </p14:cNvPr>
              <p14:cNvContentPartPr/>
              <p14:nvPr/>
            </p14:nvContentPartPr>
            <p14:xfrm>
              <a:off x="4432784" y="1682562"/>
              <a:ext cx="473760" cy="20520"/>
            </p14:xfrm>
          </p:contentPart>
        </mc:Choice>
        <mc:Fallback xmlns="">
          <p:pic>
            <p:nvPicPr>
              <p:cNvPr id="13" name="Ink 12">
                <a:extLst>
                  <a:ext uri="{FF2B5EF4-FFF2-40B4-BE49-F238E27FC236}">
                    <a16:creationId xmlns:a16="http://schemas.microsoft.com/office/drawing/2014/main" id="{A1FB15C1-C11E-B7FB-058E-C7ED4D89C7D8}"/>
                  </a:ext>
                </a:extLst>
              </p:cNvPr>
              <p:cNvPicPr/>
              <p:nvPr/>
            </p:nvPicPr>
            <p:blipFill>
              <a:blip r:embed="rId14"/>
              <a:stretch>
                <a:fillRect/>
              </a:stretch>
            </p:blipFill>
            <p:spPr>
              <a:xfrm>
                <a:off x="4423784" y="1673562"/>
                <a:ext cx="49140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4" name="Ink 13">
                <a:extLst>
                  <a:ext uri="{FF2B5EF4-FFF2-40B4-BE49-F238E27FC236}">
                    <a16:creationId xmlns:a16="http://schemas.microsoft.com/office/drawing/2014/main" id="{A24DB90E-65A8-471B-692E-04322012779F}"/>
                  </a:ext>
                </a:extLst>
              </p14:cNvPr>
              <p14:cNvContentPartPr/>
              <p14:nvPr/>
            </p14:nvContentPartPr>
            <p14:xfrm>
              <a:off x="6208304" y="1960842"/>
              <a:ext cx="363240" cy="7560"/>
            </p14:xfrm>
          </p:contentPart>
        </mc:Choice>
        <mc:Fallback xmlns="">
          <p:pic>
            <p:nvPicPr>
              <p:cNvPr id="14" name="Ink 13">
                <a:extLst>
                  <a:ext uri="{FF2B5EF4-FFF2-40B4-BE49-F238E27FC236}">
                    <a16:creationId xmlns:a16="http://schemas.microsoft.com/office/drawing/2014/main" id="{A24DB90E-65A8-471B-692E-04322012779F}"/>
                  </a:ext>
                </a:extLst>
              </p:cNvPr>
              <p:cNvPicPr/>
              <p:nvPr/>
            </p:nvPicPr>
            <p:blipFill>
              <a:blip r:embed="rId16"/>
              <a:stretch>
                <a:fillRect/>
              </a:stretch>
            </p:blipFill>
            <p:spPr>
              <a:xfrm>
                <a:off x="6199664" y="1952202"/>
                <a:ext cx="380880" cy="25200"/>
              </a:xfrm>
              <a:prstGeom prst="rect">
                <a:avLst/>
              </a:prstGeom>
            </p:spPr>
          </p:pic>
        </mc:Fallback>
      </mc:AlternateContent>
    </p:spTree>
    <p:extLst>
      <p:ext uri="{BB962C8B-B14F-4D97-AF65-F5344CB8AC3E}">
        <p14:creationId xmlns:p14="http://schemas.microsoft.com/office/powerpoint/2010/main" val="42226883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D7299-B43C-54C9-FDB7-AEF7F474BBB5}"/>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DFC7E5CF-0C7F-4D32-DC57-041731ABDA84}"/>
              </a:ext>
            </a:extLst>
          </p:cNvPr>
          <p:cNvSpPr txBox="1">
            <a:spLocks/>
          </p:cNvSpPr>
          <p:nvPr/>
        </p:nvSpPr>
        <p:spPr>
          <a:xfrm>
            <a:off x="141079" y="141370"/>
            <a:ext cx="11137885" cy="513697"/>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99" dirty="0">
                <a:latin typeface="Cooper Black" panose="0208090404030B020404" pitchFamily="18" charset="0"/>
                <a:cs typeface="Times New Roman" panose="02020603050405020304" pitchFamily="18" charset="0"/>
              </a:rPr>
              <a:t>Joins </a:t>
            </a:r>
            <a:r>
              <a:rPr lang="en-US" sz="3199" dirty="0" err="1">
                <a:latin typeface="Cooper Black" panose="0208090404030B020404" pitchFamily="18" charset="0"/>
                <a:cs typeface="Times New Roman" panose="02020603050405020304" pitchFamily="18" charset="0"/>
              </a:rPr>
              <a:t>v.s</a:t>
            </a:r>
            <a:r>
              <a:rPr lang="en-US" sz="3199" dirty="0">
                <a:latin typeface="Cooper Black" panose="0208090404030B020404" pitchFamily="18" charset="0"/>
                <a:cs typeface="Times New Roman" panose="02020603050405020304" pitchFamily="18" charset="0"/>
              </a:rPr>
              <a:t> Association</a:t>
            </a:r>
            <a:endParaRPr lang="en-IN" sz="3199"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94C7866-CF15-2EFE-7A0F-2A702B795F6D}"/>
              </a:ext>
            </a:extLst>
          </p:cNvPr>
          <p:cNvSpPr txBox="1"/>
          <p:nvPr/>
        </p:nvSpPr>
        <p:spPr>
          <a:xfrm>
            <a:off x="177646" y="655067"/>
            <a:ext cx="11486844" cy="2031325"/>
          </a:xfrm>
          <a:prstGeom prst="rect">
            <a:avLst/>
          </a:prstGeom>
          <a:noFill/>
        </p:spPr>
        <p:txBody>
          <a:bodyPr wrap="square" rtlCol="0">
            <a:spAutoFit/>
          </a:bodyPr>
          <a:lstStyle/>
          <a:p>
            <a:r>
              <a:rPr lang="en-IN" sz="1800" dirty="0"/>
              <a:t>A join works like a tight coupling between database objects, it always bound to happen. Which means when a join is executed, it force the read of data from multiple tables by comparing the column values. This comparison will take time inside database.</a:t>
            </a:r>
          </a:p>
          <a:p>
            <a:r>
              <a:rPr lang="en-IN" sz="1800" dirty="0"/>
              <a:t>Associations are relationship between entities, they are different from joins as they do lose coupling. When we read data from </a:t>
            </a:r>
            <a:r>
              <a:rPr lang="en-IN" sz="1800" dirty="0" err="1"/>
              <a:t>cds</a:t>
            </a:r>
            <a:r>
              <a:rPr lang="en-IN" sz="1800" dirty="0"/>
              <a:t> and if </a:t>
            </a:r>
            <a:r>
              <a:rPr lang="en-IN" sz="1800" dirty="0" err="1"/>
              <a:t>cds</a:t>
            </a:r>
            <a:r>
              <a:rPr lang="en-IN" sz="1800" dirty="0"/>
              <a:t> has association, it reads the data from first table and when needed, </a:t>
            </a:r>
            <a:r>
              <a:rPr lang="en-IN" sz="1800" b="1" dirty="0"/>
              <a:t>on-demand</a:t>
            </a:r>
            <a:r>
              <a:rPr lang="en-IN" sz="1800" dirty="0"/>
              <a:t> it reads the data from second table. Especially when make mobile apps (using Fiori) associations are good for performance.</a:t>
            </a:r>
          </a:p>
        </p:txBody>
      </p:sp>
      <p:sp>
        <p:nvSpPr>
          <p:cNvPr id="4" name="TextBox 3">
            <a:extLst>
              <a:ext uri="{FF2B5EF4-FFF2-40B4-BE49-F238E27FC236}">
                <a16:creationId xmlns:a16="http://schemas.microsoft.com/office/drawing/2014/main" id="{FF4567B9-B415-E3EA-74A3-BDE25E664564}"/>
              </a:ext>
            </a:extLst>
          </p:cNvPr>
          <p:cNvSpPr txBox="1"/>
          <p:nvPr/>
        </p:nvSpPr>
        <p:spPr>
          <a:xfrm>
            <a:off x="9547913" y="6408935"/>
            <a:ext cx="2524210" cy="276999"/>
          </a:xfrm>
          <a:prstGeom prst="rect">
            <a:avLst/>
          </a:prstGeom>
          <a:noFill/>
        </p:spPr>
        <p:txBody>
          <a:bodyPr wrap="square">
            <a:spAutoFit/>
          </a:bodyPr>
          <a:lstStyle/>
          <a:p>
            <a:r>
              <a:rPr lang="en-US" sz="1200" dirty="0">
                <a:solidFill>
                  <a:srgbClr val="002060"/>
                </a:solidFill>
                <a:latin typeface="Cooper Black" panose="0208090404030B020404" pitchFamily="18" charset="0"/>
              </a:rPr>
              <a:t>www.anubhavtrainings.com</a:t>
            </a:r>
            <a:endParaRPr lang="en-IN" sz="1200" dirty="0">
              <a:solidFill>
                <a:srgbClr val="002060"/>
              </a:solidFill>
              <a:latin typeface="Cooper Black" panose="0208090404030B020404" pitchFamily="18" charset="0"/>
            </a:endParaRPr>
          </a:p>
        </p:txBody>
      </p:sp>
      <p:pic>
        <p:nvPicPr>
          <p:cNvPr id="5" name="Picture 4">
            <a:extLst>
              <a:ext uri="{FF2B5EF4-FFF2-40B4-BE49-F238E27FC236}">
                <a16:creationId xmlns:a16="http://schemas.microsoft.com/office/drawing/2014/main" id="{0568914C-D196-17EA-360B-38C77AAB22DC}"/>
              </a:ext>
            </a:extLst>
          </p:cNvPr>
          <p:cNvPicPr>
            <a:picLocks noChangeAspect="1"/>
          </p:cNvPicPr>
          <p:nvPr/>
        </p:nvPicPr>
        <p:blipFill>
          <a:blip r:embed="rId2"/>
          <a:stretch>
            <a:fillRect/>
          </a:stretch>
        </p:blipFill>
        <p:spPr>
          <a:xfrm>
            <a:off x="11691526" y="71244"/>
            <a:ext cx="456414" cy="450803"/>
          </a:xfrm>
          <a:prstGeom prst="rect">
            <a:avLst/>
          </a:prstGeom>
        </p:spPr>
      </p:pic>
    </p:spTree>
    <p:extLst>
      <p:ext uri="{BB962C8B-B14F-4D97-AF65-F5344CB8AC3E}">
        <p14:creationId xmlns:p14="http://schemas.microsoft.com/office/powerpoint/2010/main" val="11927057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D7299-B43C-54C9-FDB7-AEF7F474BBB5}"/>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DFC7E5CF-0C7F-4D32-DC57-041731ABDA84}"/>
              </a:ext>
            </a:extLst>
          </p:cNvPr>
          <p:cNvSpPr txBox="1">
            <a:spLocks/>
          </p:cNvSpPr>
          <p:nvPr/>
        </p:nvSpPr>
        <p:spPr>
          <a:xfrm>
            <a:off x="141079" y="141370"/>
            <a:ext cx="11137885" cy="513697"/>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99" dirty="0">
                <a:latin typeface="Cooper Black" panose="0208090404030B020404" pitchFamily="18" charset="0"/>
                <a:cs typeface="Times New Roman" panose="02020603050405020304" pitchFamily="18" charset="0"/>
              </a:rPr>
              <a:t>Engineering Graphics</a:t>
            </a:r>
            <a:endParaRPr lang="en-IN" sz="3199" dirty="0">
              <a:latin typeface="Cooper Black" panose="0208090404030B0204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F4567B9-B415-E3EA-74A3-BDE25E664564}"/>
              </a:ext>
            </a:extLst>
          </p:cNvPr>
          <p:cNvSpPr txBox="1"/>
          <p:nvPr/>
        </p:nvSpPr>
        <p:spPr>
          <a:xfrm>
            <a:off x="9547913" y="6408935"/>
            <a:ext cx="2524210" cy="276999"/>
          </a:xfrm>
          <a:prstGeom prst="rect">
            <a:avLst/>
          </a:prstGeom>
          <a:noFill/>
        </p:spPr>
        <p:txBody>
          <a:bodyPr wrap="square">
            <a:spAutoFit/>
          </a:bodyPr>
          <a:lstStyle/>
          <a:p>
            <a:r>
              <a:rPr lang="en-US" sz="1200" dirty="0">
                <a:solidFill>
                  <a:srgbClr val="002060"/>
                </a:solidFill>
                <a:latin typeface="Cooper Black" panose="0208090404030B020404" pitchFamily="18" charset="0"/>
              </a:rPr>
              <a:t>www.anubhavtrainings.com</a:t>
            </a:r>
            <a:endParaRPr lang="en-IN" sz="1200" dirty="0">
              <a:solidFill>
                <a:srgbClr val="002060"/>
              </a:solidFill>
              <a:latin typeface="Cooper Black" panose="0208090404030B020404" pitchFamily="18" charset="0"/>
            </a:endParaRPr>
          </a:p>
        </p:txBody>
      </p:sp>
      <p:pic>
        <p:nvPicPr>
          <p:cNvPr id="5" name="Picture 4">
            <a:extLst>
              <a:ext uri="{FF2B5EF4-FFF2-40B4-BE49-F238E27FC236}">
                <a16:creationId xmlns:a16="http://schemas.microsoft.com/office/drawing/2014/main" id="{0568914C-D196-17EA-360B-38C77AAB22DC}"/>
              </a:ext>
            </a:extLst>
          </p:cNvPr>
          <p:cNvPicPr>
            <a:picLocks noChangeAspect="1"/>
          </p:cNvPicPr>
          <p:nvPr/>
        </p:nvPicPr>
        <p:blipFill>
          <a:blip r:embed="rId2"/>
          <a:stretch>
            <a:fillRect/>
          </a:stretch>
        </p:blipFill>
        <p:spPr>
          <a:xfrm>
            <a:off x="11691526" y="71244"/>
            <a:ext cx="456414" cy="450803"/>
          </a:xfrm>
          <a:prstGeom prst="rect">
            <a:avLst/>
          </a:prstGeom>
        </p:spPr>
      </p:pic>
      <p:sp>
        <p:nvSpPr>
          <p:cNvPr id="6" name="TextBox 5">
            <a:extLst>
              <a:ext uri="{FF2B5EF4-FFF2-40B4-BE49-F238E27FC236}">
                <a16:creationId xmlns:a16="http://schemas.microsoft.com/office/drawing/2014/main" id="{B781EE5C-AE52-201C-5620-0408424ABFED}"/>
              </a:ext>
            </a:extLst>
          </p:cNvPr>
          <p:cNvSpPr txBox="1"/>
          <p:nvPr/>
        </p:nvSpPr>
        <p:spPr>
          <a:xfrm>
            <a:off x="116701" y="6559466"/>
            <a:ext cx="223678" cy="253916"/>
          </a:xfrm>
          <a:prstGeom prst="rect">
            <a:avLst/>
          </a:prstGeom>
          <a:noFill/>
        </p:spPr>
        <p:txBody>
          <a:bodyPr wrap="square" rtlCol="0">
            <a:spAutoFit/>
          </a:bodyPr>
          <a:lstStyle/>
          <a:p>
            <a:r>
              <a:rPr lang="en-US" sz="1050" dirty="0"/>
              <a:t>7</a:t>
            </a:r>
            <a:endParaRPr lang="en-IN" sz="1050" dirty="0"/>
          </a:p>
        </p:txBody>
      </p:sp>
      <p:pic>
        <p:nvPicPr>
          <p:cNvPr id="1026" name="Picture 2">
            <a:extLst>
              <a:ext uri="{FF2B5EF4-FFF2-40B4-BE49-F238E27FC236}">
                <a16:creationId xmlns:a16="http://schemas.microsoft.com/office/drawing/2014/main" id="{9BA10681-B118-E7D2-E90B-821E125C9D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7948" y="1196752"/>
            <a:ext cx="8568952" cy="4820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2191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D7299-B43C-54C9-FDB7-AEF7F474BBB5}"/>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DFC7E5CF-0C7F-4D32-DC57-041731ABDA84}"/>
              </a:ext>
            </a:extLst>
          </p:cNvPr>
          <p:cNvSpPr txBox="1">
            <a:spLocks/>
          </p:cNvSpPr>
          <p:nvPr/>
        </p:nvSpPr>
        <p:spPr>
          <a:xfrm>
            <a:off x="141079" y="141370"/>
            <a:ext cx="11137885" cy="513697"/>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99" dirty="0">
                <a:latin typeface="Cooper Black" panose="0208090404030B020404" pitchFamily="18" charset="0"/>
                <a:cs typeface="Times New Roman" panose="02020603050405020304" pitchFamily="18" charset="0"/>
              </a:rPr>
              <a:t>CDS view - projection</a:t>
            </a:r>
            <a:endParaRPr lang="en-IN" sz="3199" dirty="0">
              <a:latin typeface="Cooper Black" panose="0208090404030B0204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F4567B9-B415-E3EA-74A3-BDE25E664564}"/>
              </a:ext>
            </a:extLst>
          </p:cNvPr>
          <p:cNvSpPr txBox="1"/>
          <p:nvPr/>
        </p:nvSpPr>
        <p:spPr>
          <a:xfrm>
            <a:off x="9547913" y="6408935"/>
            <a:ext cx="2524210" cy="276999"/>
          </a:xfrm>
          <a:prstGeom prst="rect">
            <a:avLst/>
          </a:prstGeom>
          <a:noFill/>
        </p:spPr>
        <p:txBody>
          <a:bodyPr wrap="square">
            <a:spAutoFit/>
          </a:bodyPr>
          <a:lstStyle/>
          <a:p>
            <a:r>
              <a:rPr lang="en-US" sz="1200" dirty="0">
                <a:solidFill>
                  <a:schemeClr val="tx1"/>
                </a:solidFill>
                <a:latin typeface="Cooper Black" panose="0208090404030B020404" pitchFamily="18" charset="0"/>
              </a:rPr>
              <a:t>www.anubhavtrainings.com</a:t>
            </a:r>
            <a:endParaRPr lang="en-IN" sz="1200" dirty="0">
              <a:solidFill>
                <a:schemeClr val="tx1"/>
              </a:solidFill>
              <a:latin typeface="Cooper Black" panose="0208090404030B020404" pitchFamily="18" charset="0"/>
            </a:endParaRPr>
          </a:p>
        </p:txBody>
      </p:sp>
      <p:pic>
        <p:nvPicPr>
          <p:cNvPr id="5" name="Picture 4">
            <a:extLst>
              <a:ext uri="{FF2B5EF4-FFF2-40B4-BE49-F238E27FC236}">
                <a16:creationId xmlns:a16="http://schemas.microsoft.com/office/drawing/2014/main" id="{0568914C-D196-17EA-360B-38C77AAB22DC}"/>
              </a:ext>
            </a:extLst>
          </p:cNvPr>
          <p:cNvPicPr>
            <a:picLocks noChangeAspect="1"/>
          </p:cNvPicPr>
          <p:nvPr/>
        </p:nvPicPr>
        <p:blipFill>
          <a:blip r:embed="rId2"/>
          <a:stretch>
            <a:fillRect/>
          </a:stretch>
        </p:blipFill>
        <p:spPr>
          <a:xfrm>
            <a:off x="11691526" y="71244"/>
            <a:ext cx="456414" cy="450803"/>
          </a:xfrm>
          <a:prstGeom prst="rect">
            <a:avLst/>
          </a:prstGeom>
        </p:spPr>
      </p:pic>
      <p:sp>
        <p:nvSpPr>
          <p:cNvPr id="6" name="TextBox 5">
            <a:extLst>
              <a:ext uri="{FF2B5EF4-FFF2-40B4-BE49-F238E27FC236}">
                <a16:creationId xmlns:a16="http://schemas.microsoft.com/office/drawing/2014/main" id="{B781EE5C-AE52-201C-5620-0408424ABFED}"/>
              </a:ext>
            </a:extLst>
          </p:cNvPr>
          <p:cNvSpPr txBox="1"/>
          <p:nvPr/>
        </p:nvSpPr>
        <p:spPr>
          <a:xfrm>
            <a:off x="116701" y="6559466"/>
            <a:ext cx="223678" cy="253916"/>
          </a:xfrm>
          <a:prstGeom prst="rect">
            <a:avLst/>
          </a:prstGeom>
          <a:noFill/>
        </p:spPr>
        <p:txBody>
          <a:bodyPr wrap="square" rtlCol="0">
            <a:spAutoFit/>
          </a:bodyPr>
          <a:lstStyle/>
          <a:p>
            <a:r>
              <a:rPr lang="en-US" sz="1050" dirty="0"/>
              <a:t>7</a:t>
            </a:r>
            <a:endParaRPr lang="en-IN" sz="1050" dirty="0"/>
          </a:p>
        </p:txBody>
      </p:sp>
      <p:sp>
        <p:nvSpPr>
          <p:cNvPr id="7" name="Rectangle 6">
            <a:extLst>
              <a:ext uri="{FF2B5EF4-FFF2-40B4-BE49-F238E27FC236}">
                <a16:creationId xmlns:a16="http://schemas.microsoft.com/office/drawing/2014/main" id="{681B938B-B48E-AF9A-EC0A-0084A1F3EE8A}"/>
              </a:ext>
            </a:extLst>
          </p:cNvPr>
          <p:cNvSpPr/>
          <p:nvPr/>
        </p:nvSpPr>
        <p:spPr>
          <a:xfrm>
            <a:off x="621804" y="2672916"/>
            <a:ext cx="3240360" cy="15121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CDS entities</a:t>
            </a:r>
          </a:p>
        </p:txBody>
      </p:sp>
      <p:sp>
        <p:nvSpPr>
          <p:cNvPr id="9" name="Rectangle: Rounded Corners 8">
            <a:extLst>
              <a:ext uri="{FF2B5EF4-FFF2-40B4-BE49-F238E27FC236}">
                <a16:creationId xmlns:a16="http://schemas.microsoft.com/office/drawing/2014/main" id="{0DCA4314-0E55-4A2E-703A-ED8697527DDD}"/>
              </a:ext>
            </a:extLst>
          </p:cNvPr>
          <p:cNvSpPr/>
          <p:nvPr/>
        </p:nvSpPr>
        <p:spPr>
          <a:xfrm>
            <a:off x="8470676" y="924396"/>
            <a:ext cx="3312368" cy="660567"/>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IN" b="1" dirty="0">
                <a:solidFill>
                  <a:schemeClr val="tx1"/>
                </a:solidFill>
                <a:latin typeface="72 Condensed" panose="020B0506030000000003" pitchFamily="34" charset="0"/>
                <a:cs typeface="72 Condensed" panose="020B0506030000000003" pitchFamily="34" charset="0"/>
              </a:rPr>
              <a:t>ABAP Program</a:t>
            </a:r>
          </a:p>
        </p:txBody>
      </p:sp>
      <p:sp>
        <p:nvSpPr>
          <p:cNvPr id="10" name="Rectangle: Rounded Corners 9">
            <a:extLst>
              <a:ext uri="{FF2B5EF4-FFF2-40B4-BE49-F238E27FC236}">
                <a16:creationId xmlns:a16="http://schemas.microsoft.com/office/drawing/2014/main" id="{D4CABA89-8B9B-2CF3-F995-9198E159604A}"/>
              </a:ext>
            </a:extLst>
          </p:cNvPr>
          <p:cNvSpPr/>
          <p:nvPr/>
        </p:nvSpPr>
        <p:spPr>
          <a:xfrm>
            <a:off x="8483205" y="1872995"/>
            <a:ext cx="3312368" cy="660567"/>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IN" dirty="0">
                <a:solidFill>
                  <a:schemeClr val="tx1"/>
                </a:solidFill>
                <a:latin typeface="Amasis MT Pro Black" panose="02040A04050005020304" pitchFamily="18" charset="0"/>
              </a:rPr>
              <a:t>Fiori Application</a:t>
            </a:r>
          </a:p>
        </p:txBody>
      </p:sp>
      <p:sp>
        <p:nvSpPr>
          <p:cNvPr id="11" name="Rectangle: Rounded Corners 10">
            <a:extLst>
              <a:ext uri="{FF2B5EF4-FFF2-40B4-BE49-F238E27FC236}">
                <a16:creationId xmlns:a16="http://schemas.microsoft.com/office/drawing/2014/main" id="{A4644E67-D027-7D43-74FC-A7DEDEDC810A}"/>
              </a:ext>
            </a:extLst>
          </p:cNvPr>
          <p:cNvSpPr/>
          <p:nvPr/>
        </p:nvSpPr>
        <p:spPr>
          <a:xfrm>
            <a:off x="8459379" y="2903601"/>
            <a:ext cx="3312368" cy="660567"/>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IN" dirty="0">
                <a:solidFill>
                  <a:schemeClr val="tx1"/>
                </a:solidFill>
                <a:latin typeface="Amasis MT Pro Black" panose="02040A04050005020304" pitchFamily="18" charset="0"/>
              </a:rPr>
              <a:t>Analytical Apps</a:t>
            </a:r>
          </a:p>
        </p:txBody>
      </p:sp>
      <p:sp>
        <p:nvSpPr>
          <p:cNvPr id="12" name="Rectangle: Rounded Corners 11">
            <a:extLst>
              <a:ext uri="{FF2B5EF4-FFF2-40B4-BE49-F238E27FC236}">
                <a16:creationId xmlns:a16="http://schemas.microsoft.com/office/drawing/2014/main" id="{A0FF55E7-D384-0F83-9CB8-0B9182163E5B}"/>
              </a:ext>
            </a:extLst>
          </p:cNvPr>
          <p:cNvSpPr/>
          <p:nvPr/>
        </p:nvSpPr>
        <p:spPr>
          <a:xfrm>
            <a:off x="8459379" y="3904366"/>
            <a:ext cx="3312368" cy="660567"/>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IN" dirty="0">
                <a:solidFill>
                  <a:schemeClr val="tx1"/>
                </a:solidFill>
                <a:latin typeface="Amasis MT Pro Black" panose="02040A04050005020304" pitchFamily="18" charset="0"/>
              </a:rPr>
              <a:t>Transactional App</a:t>
            </a:r>
          </a:p>
        </p:txBody>
      </p:sp>
      <p:sp>
        <p:nvSpPr>
          <p:cNvPr id="13" name="Rectangle: Rounded Corners 12">
            <a:extLst>
              <a:ext uri="{FF2B5EF4-FFF2-40B4-BE49-F238E27FC236}">
                <a16:creationId xmlns:a16="http://schemas.microsoft.com/office/drawing/2014/main" id="{29FFC089-8B54-D500-0B67-45EABA8DACBE}"/>
              </a:ext>
            </a:extLst>
          </p:cNvPr>
          <p:cNvSpPr/>
          <p:nvPr/>
        </p:nvSpPr>
        <p:spPr>
          <a:xfrm>
            <a:off x="8483205" y="4799769"/>
            <a:ext cx="3312368" cy="660567"/>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IN" dirty="0">
                <a:solidFill>
                  <a:schemeClr val="tx1"/>
                </a:solidFill>
                <a:latin typeface="Amasis MT Pro Black" panose="02040A04050005020304" pitchFamily="18" charset="0"/>
              </a:rPr>
              <a:t>Embedded analytics / SAC</a:t>
            </a:r>
          </a:p>
        </p:txBody>
      </p:sp>
      <p:sp>
        <p:nvSpPr>
          <p:cNvPr id="14" name="Rectangle: Rounded Corners 13">
            <a:extLst>
              <a:ext uri="{FF2B5EF4-FFF2-40B4-BE49-F238E27FC236}">
                <a16:creationId xmlns:a16="http://schemas.microsoft.com/office/drawing/2014/main" id="{4708395A-FD98-76F1-E5EF-D57C44552371}"/>
              </a:ext>
            </a:extLst>
          </p:cNvPr>
          <p:cNvSpPr/>
          <p:nvPr/>
        </p:nvSpPr>
        <p:spPr>
          <a:xfrm>
            <a:off x="8498920" y="5748368"/>
            <a:ext cx="3312368" cy="660567"/>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IN" dirty="0">
                <a:solidFill>
                  <a:schemeClr val="tx1"/>
                </a:solidFill>
                <a:latin typeface="Amasis MT Pro Black" panose="02040A04050005020304" pitchFamily="18" charset="0"/>
              </a:rPr>
              <a:t>Integration API</a:t>
            </a:r>
          </a:p>
        </p:txBody>
      </p:sp>
      <p:cxnSp>
        <p:nvCxnSpPr>
          <p:cNvPr id="16" name="Connector: Elbow 15">
            <a:extLst>
              <a:ext uri="{FF2B5EF4-FFF2-40B4-BE49-F238E27FC236}">
                <a16:creationId xmlns:a16="http://schemas.microsoft.com/office/drawing/2014/main" id="{4573723F-02EC-FDB2-5231-CD733B13DE8B}"/>
              </a:ext>
            </a:extLst>
          </p:cNvPr>
          <p:cNvCxnSpPr>
            <a:stCxn id="9" idx="1"/>
          </p:cNvCxnSpPr>
          <p:nvPr/>
        </p:nvCxnSpPr>
        <p:spPr>
          <a:xfrm rot="10800000" flipV="1">
            <a:off x="3934172" y="1254680"/>
            <a:ext cx="4536504" cy="152624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002CEDF9-63C6-FF3D-7874-3243D4660ACA}"/>
              </a:ext>
            </a:extLst>
          </p:cNvPr>
          <p:cNvCxnSpPr>
            <a:stCxn id="10" idx="1"/>
          </p:cNvCxnSpPr>
          <p:nvPr/>
        </p:nvCxnSpPr>
        <p:spPr>
          <a:xfrm rot="10800000" flipV="1">
            <a:off x="3892519" y="2203279"/>
            <a:ext cx="4590686" cy="767864"/>
          </a:xfrm>
          <a:prstGeom prst="bentConnector3">
            <a:avLst>
              <a:gd name="adj1" fmla="val 4358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D7364268-CD22-2DB7-3F0B-6C44FB0D2D6C}"/>
              </a:ext>
            </a:extLst>
          </p:cNvPr>
          <p:cNvCxnSpPr>
            <a:stCxn id="11" idx="1"/>
          </p:cNvCxnSpPr>
          <p:nvPr/>
        </p:nvCxnSpPr>
        <p:spPr>
          <a:xfrm rot="10800000">
            <a:off x="3934173" y="3233885"/>
            <a:ext cx="4525207" cy="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2B0BA6E1-1A93-3880-915A-25D1AFA3D591}"/>
              </a:ext>
            </a:extLst>
          </p:cNvPr>
          <p:cNvCxnSpPr>
            <a:stCxn id="12" idx="1"/>
          </p:cNvCxnSpPr>
          <p:nvPr/>
        </p:nvCxnSpPr>
        <p:spPr>
          <a:xfrm rot="10800000">
            <a:off x="3934173" y="3481252"/>
            <a:ext cx="4525207" cy="75339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124EAE96-6910-4583-E844-2BA0A26EF4C7}"/>
              </a:ext>
            </a:extLst>
          </p:cNvPr>
          <p:cNvCxnSpPr>
            <a:stCxn id="13" idx="1"/>
          </p:cNvCxnSpPr>
          <p:nvPr/>
        </p:nvCxnSpPr>
        <p:spPr>
          <a:xfrm rot="10800000">
            <a:off x="3913347" y="3729527"/>
            <a:ext cx="4569859" cy="1400526"/>
          </a:xfrm>
          <a:prstGeom prst="bentConnector3">
            <a:avLst>
              <a:gd name="adj1" fmla="val 5376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8EDBF013-50B9-46CB-7AF6-B5262C8A045C}"/>
              </a:ext>
            </a:extLst>
          </p:cNvPr>
          <p:cNvCxnSpPr>
            <a:stCxn id="14" idx="1"/>
          </p:cNvCxnSpPr>
          <p:nvPr/>
        </p:nvCxnSpPr>
        <p:spPr>
          <a:xfrm rot="10800000">
            <a:off x="3934172" y="4016530"/>
            <a:ext cx="4564748" cy="2062123"/>
          </a:xfrm>
          <a:prstGeom prst="bentConnector3">
            <a:avLst>
              <a:gd name="adj1" fmla="val 62100"/>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A07F4818-764C-1BDE-1579-D637D4EBC255}"/>
              </a:ext>
            </a:extLst>
          </p:cNvPr>
          <p:cNvSpPr txBox="1"/>
          <p:nvPr/>
        </p:nvSpPr>
        <p:spPr>
          <a:xfrm>
            <a:off x="5590356" y="927960"/>
            <a:ext cx="3168352" cy="307777"/>
          </a:xfrm>
          <a:prstGeom prst="rect">
            <a:avLst/>
          </a:prstGeom>
          <a:noFill/>
        </p:spPr>
        <p:txBody>
          <a:bodyPr wrap="square" rtlCol="0">
            <a:spAutoFit/>
          </a:bodyPr>
          <a:lstStyle/>
          <a:p>
            <a:r>
              <a:rPr lang="en-IN" sz="1400" b="1" dirty="0">
                <a:latin typeface="72 Monospace" panose="020B0509030603020204" pitchFamily="49" charset="0"/>
                <a:cs typeface="72 Monospace" panose="020B0509030603020204" pitchFamily="49" charset="0"/>
              </a:rPr>
              <a:t>No special annotations</a:t>
            </a:r>
          </a:p>
        </p:txBody>
      </p:sp>
      <p:sp>
        <p:nvSpPr>
          <p:cNvPr id="31" name="TextBox 30">
            <a:extLst>
              <a:ext uri="{FF2B5EF4-FFF2-40B4-BE49-F238E27FC236}">
                <a16:creationId xmlns:a16="http://schemas.microsoft.com/office/drawing/2014/main" id="{8549AC77-DD72-1306-9BC8-8789089E6026}"/>
              </a:ext>
            </a:extLst>
          </p:cNvPr>
          <p:cNvSpPr txBox="1"/>
          <p:nvPr/>
        </p:nvSpPr>
        <p:spPr>
          <a:xfrm>
            <a:off x="6454452" y="1915246"/>
            <a:ext cx="2592288" cy="307777"/>
          </a:xfrm>
          <a:prstGeom prst="rect">
            <a:avLst/>
          </a:prstGeom>
          <a:noFill/>
        </p:spPr>
        <p:txBody>
          <a:bodyPr wrap="square" rtlCol="0">
            <a:spAutoFit/>
          </a:bodyPr>
          <a:lstStyle/>
          <a:p>
            <a:r>
              <a:rPr lang="en-IN" sz="1400" b="1" dirty="0">
                <a:latin typeface="72 Monospace" panose="020B0509030603020204" pitchFamily="49" charset="0"/>
                <a:cs typeface="72 Monospace" panose="020B0509030603020204" pitchFamily="49" charset="0"/>
              </a:rPr>
              <a:t>@OData.publish</a:t>
            </a:r>
          </a:p>
        </p:txBody>
      </p:sp>
      <p:sp>
        <p:nvSpPr>
          <p:cNvPr id="32" name="TextBox 31">
            <a:extLst>
              <a:ext uri="{FF2B5EF4-FFF2-40B4-BE49-F238E27FC236}">
                <a16:creationId xmlns:a16="http://schemas.microsoft.com/office/drawing/2014/main" id="{B1A33A53-D7C4-7079-53E1-CD449C699075}"/>
              </a:ext>
            </a:extLst>
          </p:cNvPr>
          <p:cNvSpPr txBox="1"/>
          <p:nvPr/>
        </p:nvSpPr>
        <p:spPr>
          <a:xfrm>
            <a:off x="6427945" y="2916131"/>
            <a:ext cx="1898717" cy="523220"/>
          </a:xfrm>
          <a:prstGeom prst="rect">
            <a:avLst/>
          </a:prstGeom>
          <a:noFill/>
        </p:spPr>
        <p:txBody>
          <a:bodyPr wrap="square" rtlCol="0">
            <a:spAutoFit/>
          </a:bodyPr>
          <a:lstStyle/>
          <a:p>
            <a:r>
              <a:rPr lang="en-IN" sz="1400" b="1" dirty="0">
                <a:latin typeface="72 Monospace" panose="020B0509030603020204" pitchFamily="49" charset="0"/>
                <a:cs typeface="72 Monospace" panose="020B0509030603020204" pitchFamily="49" charset="0"/>
              </a:rPr>
              <a:t>@Analytics</a:t>
            </a:r>
          </a:p>
          <a:p>
            <a:r>
              <a:rPr lang="en-IN" sz="1400" b="1" dirty="0">
                <a:latin typeface="72 Monospace" panose="020B0509030603020204" pitchFamily="49" charset="0"/>
                <a:cs typeface="72 Monospace" panose="020B0509030603020204" pitchFamily="49" charset="0"/>
              </a:rPr>
              <a:t>@AnalyticDetails</a:t>
            </a:r>
          </a:p>
        </p:txBody>
      </p:sp>
      <p:sp>
        <p:nvSpPr>
          <p:cNvPr id="33" name="TextBox 32">
            <a:extLst>
              <a:ext uri="{FF2B5EF4-FFF2-40B4-BE49-F238E27FC236}">
                <a16:creationId xmlns:a16="http://schemas.microsoft.com/office/drawing/2014/main" id="{CAC81DDB-78C3-6C7B-A493-AC9957C86EA3}"/>
              </a:ext>
            </a:extLst>
          </p:cNvPr>
          <p:cNvSpPr txBox="1"/>
          <p:nvPr/>
        </p:nvSpPr>
        <p:spPr>
          <a:xfrm>
            <a:off x="6310436" y="3958797"/>
            <a:ext cx="1898717" cy="307777"/>
          </a:xfrm>
          <a:prstGeom prst="rect">
            <a:avLst/>
          </a:prstGeom>
          <a:noFill/>
        </p:spPr>
        <p:txBody>
          <a:bodyPr wrap="square" rtlCol="0">
            <a:spAutoFit/>
          </a:bodyPr>
          <a:lstStyle/>
          <a:p>
            <a:r>
              <a:rPr lang="en-IN" sz="1400" b="1" dirty="0">
                <a:latin typeface="72 Monospace" panose="020B0509030603020204" pitchFamily="49" charset="0"/>
                <a:cs typeface="72 Monospace" panose="020B0509030603020204" pitchFamily="49" charset="0"/>
              </a:rPr>
              <a:t>@ObjectModel</a:t>
            </a:r>
          </a:p>
        </p:txBody>
      </p:sp>
      <p:sp>
        <p:nvSpPr>
          <p:cNvPr id="34" name="TextBox 33">
            <a:extLst>
              <a:ext uri="{FF2B5EF4-FFF2-40B4-BE49-F238E27FC236}">
                <a16:creationId xmlns:a16="http://schemas.microsoft.com/office/drawing/2014/main" id="{D1061895-F727-2CD7-3259-16DF74E94A84}"/>
              </a:ext>
            </a:extLst>
          </p:cNvPr>
          <p:cNvSpPr txBox="1"/>
          <p:nvPr/>
        </p:nvSpPr>
        <p:spPr>
          <a:xfrm>
            <a:off x="6094412" y="4650245"/>
            <a:ext cx="2880320" cy="954107"/>
          </a:xfrm>
          <a:prstGeom prst="rect">
            <a:avLst/>
          </a:prstGeom>
          <a:noFill/>
        </p:spPr>
        <p:txBody>
          <a:bodyPr wrap="square" rtlCol="0">
            <a:spAutoFit/>
          </a:bodyPr>
          <a:lstStyle/>
          <a:p>
            <a:r>
              <a:rPr lang="en-IN" sz="1400" b="1" dirty="0">
                <a:latin typeface="72 Monospace" panose="020B0509030603020204" pitchFamily="49" charset="0"/>
                <a:cs typeface="72 Monospace" panose="020B0509030603020204" pitchFamily="49" charset="0"/>
              </a:rPr>
              <a:t>@VDM</a:t>
            </a:r>
          </a:p>
          <a:p>
            <a:r>
              <a:rPr lang="en-IN" sz="1400" b="1" dirty="0">
                <a:latin typeface="72 Monospace" panose="020B0509030603020204" pitchFamily="49" charset="0"/>
                <a:cs typeface="72 Monospace" panose="020B0509030603020204" pitchFamily="49" charset="0"/>
              </a:rPr>
              <a:t>@Analytics</a:t>
            </a:r>
          </a:p>
          <a:p>
            <a:r>
              <a:rPr lang="en-IN" sz="1400" b="1" dirty="0">
                <a:latin typeface="72 Monospace" panose="020B0509030603020204" pitchFamily="49" charset="0"/>
                <a:cs typeface="72 Monospace" panose="020B0509030603020204" pitchFamily="49" charset="0"/>
              </a:rPr>
              <a:t>@Odata</a:t>
            </a:r>
          </a:p>
          <a:p>
            <a:r>
              <a:rPr lang="en-IN" sz="1400" b="1" dirty="0">
                <a:latin typeface="72 Monospace" panose="020B0509030603020204" pitchFamily="49" charset="0"/>
                <a:cs typeface="72 Monospace" panose="020B0509030603020204" pitchFamily="49" charset="0"/>
              </a:rPr>
              <a:t>@DefaultAggregation</a:t>
            </a:r>
          </a:p>
        </p:txBody>
      </p:sp>
      <p:sp>
        <p:nvSpPr>
          <p:cNvPr id="35" name="TextBox 34">
            <a:extLst>
              <a:ext uri="{FF2B5EF4-FFF2-40B4-BE49-F238E27FC236}">
                <a16:creationId xmlns:a16="http://schemas.microsoft.com/office/drawing/2014/main" id="{93A08E39-E834-8EBC-DE5D-5118F77C9AD2}"/>
              </a:ext>
            </a:extLst>
          </p:cNvPr>
          <p:cNvSpPr txBox="1"/>
          <p:nvPr/>
        </p:nvSpPr>
        <p:spPr>
          <a:xfrm>
            <a:off x="6216546" y="5829989"/>
            <a:ext cx="1898717" cy="307777"/>
          </a:xfrm>
          <a:prstGeom prst="rect">
            <a:avLst/>
          </a:prstGeom>
          <a:noFill/>
        </p:spPr>
        <p:txBody>
          <a:bodyPr wrap="square" rtlCol="0">
            <a:spAutoFit/>
          </a:bodyPr>
          <a:lstStyle/>
          <a:p>
            <a:r>
              <a:rPr lang="en-IN" sz="1400" b="1" dirty="0">
                <a:latin typeface="72 Monospace" panose="020B0509030603020204" pitchFamily="49" charset="0"/>
                <a:cs typeface="72 Monospace" panose="020B0509030603020204" pitchFamily="49" charset="0"/>
              </a:rPr>
              <a:t>@Odata</a:t>
            </a:r>
          </a:p>
        </p:txBody>
      </p:sp>
    </p:spTree>
    <p:extLst>
      <p:ext uri="{BB962C8B-B14F-4D97-AF65-F5344CB8AC3E}">
        <p14:creationId xmlns:p14="http://schemas.microsoft.com/office/powerpoint/2010/main" val="19466541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D7299-B43C-54C9-FDB7-AEF7F474BBB5}"/>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DFC7E5CF-0C7F-4D32-DC57-041731ABDA84}"/>
              </a:ext>
            </a:extLst>
          </p:cNvPr>
          <p:cNvSpPr txBox="1">
            <a:spLocks/>
          </p:cNvSpPr>
          <p:nvPr/>
        </p:nvSpPr>
        <p:spPr>
          <a:xfrm>
            <a:off x="141079" y="141370"/>
            <a:ext cx="11137885" cy="513697"/>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99" dirty="0">
                <a:latin typeface="Cooper Black" panose="0208090404030B020404" pitchFamily="18" charset="0"/>
                <a:cs typeface="Times New Roman" panose="02020603050405020304" pitchFamily="18" charset="0"/>
              </a:rPr>
              <a:t>Se11 DDIC views v/s CDS views</a:t>
            </a:r>
            <a:endParaRPr lang="en-IN" sz="3199" dirty="0">
              <a:latin typeface="Cooper Black" panose="0208090404030B0204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F4567B9-B415-E3EA-74A3-BDE25E664564}"/>
              </a:ext>
            </a:extLst>
          </p:cNvPr>
          <p:cNvSpPr txBox="1"/>
          <p:nvPr/>
        </p:nvSpPr>
        <p:spPr>
          <a:xfrm>
            <a:off x="9547913" y="6408935"/>
            <a:ext cx="2524210" cy="276999"/>
          </a:xfrm>
          <a:prstGeom prst="rect">
            <a:avLst/>
          </a:prstGeom>
          <a:noFill/>
        </p:spPr>
        <p:txBody>
          <a:bodyPr wrap="square">
            <a:spAutoFit/>
          </a:bodyPr>
          <a:lstStyle/>
          <a:p>
            <a:r>
              <a:rPr lang="en-US" sz="1200" dirty="0">
                <a:solidFill>
                  <a:srgbClr val="002060"/>
                </a:solidFill>
                <a:latin typeface="Cooper Black" panose="0208090404030B020404" pitchFamily="18" charset="0"/>
              </a:rPr>
              <a:t>www.anubhavtrainings.com</a:t>
            </a:r>
            <a:endParaRPr lang="en-IN" sz="1200" dirty="0">
              <a:solidFill>
                <a:srgbClr val="002060"/>
              </a:solidFill>
              <a:latin typeface="Cooper Black" panose="0208090404030B020404" pitchFamily="18" charset="0"/>
            </a:endParaRPr>
          </a:p>
        </p:txBody>
      </p:sp>
      <p:pic>
        <p:nvPicPr>
          <p:cNvPr id="5" name="Picture 4">
            <a:extLst>
              <a:ext uri="{FF2B5EF4-FFF2-40B4-BE49-F238E27FC236}">
                <a16:creationId xmlns:a16="http://schemas.microsoft.com/office/drawing/2014/main" id="{0568914C-D196-17EA-360B-38C77AAB22DC}"/>
              </a:ext>
            </a:extLst>
          </p:cNvPr>
          <p:cNvPicPr>
            <a:picLocks noChangeAspect="1"/>
          </p:cNvPicPr>
          <p:nvPr/>
        </p:nvPicPr>
        <p:blipFill>
          <a:blip r:embed="rId2"/>
          <a:stretch>
            <a:fillRect/>
          </a:stretch>
        </p:blipFill>
        <p:spPr>
          <a:xfrm>
            <a:off x="11691526" y="71244"/>
            <a:ext cx="456414" cy="450803"/>
          </a:xfrm>
          <a:prstGeom prst="rect">
            <a:avLst/>
          </a:prstGeom>
        </p:spPr>
      </p:pic>
      <p:sp>
        <p:nvSpPr>
          <p:cNvPr id="6" name="TextBox 5">
            <a:extLst>
              <a:ext uri="{FF2B5EF4-FFF2-40B4-BE49-F238E27FC236}">
                <a16:creationId xmlns:a16="http://schemas.microsoft.com/office/drawing/2014/main" id="{B781EE5C-AE52-201C-5620-0408424ABFED}"/>
              </a:ext>
            </a:extLst>
          </p:cNvPr>
          <p:cNvSpPr txBox="1"/>
          <p:nvPr/>
        </p:nvSpPr>
        <p:spPr>
          <a:xfrm>
            <a:off x="116701" y="6559466"/>
            <a:ext cx="223678" cy="253916"/>
          </a:xfrm>
          <a:prstGeom prst="rect">
            <a:avLst/>
          </a:prstGeom>
          <a:noFill/>
        </p:spPr>
        <p:txBody>
          <a:bodyPr wrap="square" rtlCol="0">
            <a:spAutoFit/>
          </a:bodyPr>
          <a:lstStyle/>
          <a:p>
            <a:r>
              <a:rPr lang="en-US" sz="1050" dirty="0"/>
              <a:t>7</a:t>
            </a:r>
            <a:endParaRPr lang="en-IN" sz="1050" dirty="0"/>
          </a:p>
        </p:txBody>
      </p:sp>
      <p:graphicFrame>
        <p:nvGraphicFramePr>
          <p:cNvPr id="8" name="Table 7">
            <a:extLst>
              <a:ext uri="{FF2B5EF4-FFF2-40B4-BE49-F238E27FC236}">
                <a16:creationId xmlns:a16="http://schemas.microsoft.com/office/drawing/2014/main" id="{B35F96A6-D0BE-2B83-BFCE-F2F4533FEB53}"/>
              </a:ext>
            </a:extLst>
          </p:cNvPr>
          <p:cNvGraphicFramePr>
            <a:graphicFrameLocks noGrp="1"/>
          </p:cNvGraphicFramePr>
          <p:nvPr/>
        </p:nvGraphicFramePr>
        <p:xfrm>
          <a:off x="228540" y="655067"/>
          <a:ext cx="11266473" cy="5918200"/>
        </p:xfrm>
        <a:graphic>
          <a:graphicData uri="http://schemas.openxmlformats.org/drawingml/2006/table">
            <a:tbl>
              <a:tblPr firstRow="1" bandRow="1">
                <a:tableStyleId>{5C22544A-7EE6-4342-B048-85BDC9FD1C3A}</a:tableStyleId>
              </a:tblPr>
              <a:tblGrid>
                <a:gridCol w="5505832">
                  <a:extLst>
                    <a:ext uri="{9D8B030D-6E8A-4147-A177-3AD203B41FA5}">
                      <a16:colId xmlns:a16="http://schemas.microsoft.com/office/drawing/2014/main" val="4167639096"/>
                    </a:ext>
                  </a:extLst>
                </a:gridCol>
                <a:gridCol w="3168352">
                  <a:extLst>
                    <a:ext uri="{9D8B030D-6E8A-4147-A177-3AD203B41FA5}">
                      <a16:colId xmlns:a16="http://schemas.microsoft.com/office/drawing/2014/main" val="100212360"/>
                    </a:ext>
                  </a:extLst>
                </a:gridCol>
                <a:gridCol w="2592289">
                  <a:extLst>
                    <a:ext uri="{9D8B030D-6E8A-4147-A177-3AD203B41FA5}">
                      <a16:colId xmlns:a16="http://schemas.microsoft.com/office/drawing/2014/main" val="977337652"/>
                    </a:ext>
                  </a:extLst>
                </a:gridCol>
              </a:tblGrid>
              <a:tr h="370840">
                <a:tc>
                  <a:txBody>
                    <a:bodyPr/>
                    <a:lstStyle/>
                    <a:p>
                      <a:r>
                        <a:rPr lang="en-IN" dirty="0"/>
                        <a:t>Parameters</a:t>
                      </a:r>
                    </a:p>
                  </a:txBody>
                  <a:tcPr/>
                </a:tc>
                <a:tc>
                  <a:txBody>
                    <a:bodyPr/>
                    <a:lstStyle/>
                    <a:p>
                      <a:r>
                        <a:rPr lang="en-IN" dirty="0"/>
                        <a:t>CDS Views</a:t>
                      </a:r>
                    </a:p>
                  </a:txBody>
                  <a:tcPr/>
                </a:tc>
                <a:tc>
                  <a:txBody>
                    <a:bodyPr/>
                    <a:lstStyle/>
                    <a:p>
                      <a:r>
                        <a:rPr lang="en-IN" dirty="0"/>
                        <a:t>DDIC Views</a:t>
                      </a:r>
                    </a:p>
                  </a:txBody>
                  <a:tcPr/>
                </a:tc>
                <a:extLst>
                  <a:ext uri="{0D108BD9-81ED-4DB2-BD59-A6C34878D82A}">
                    <a16:rowId xmlns:a16="http://schemas.microsoft.com/office/drawing/2014/main" val="916390607"/>
                  </a:ext>
                </a:extLst>
              </a:tr>
              <a:tr h="370840">
                <a:tc>
                  <a:txBody>
                    <a:bodyPr/>
                    <a:lstStyle/>
                    <a:p>
                      <a:r>
                        <a:rPr lang="en-IN" sz="2000" dirty="0"/>
                        <a:t>Code-to-data paradigm</a:t>
                      </a:r>
                    </a:p>
                  </a:txBody>
                  <a:tcPr/>
                </a:tc>
                <a:tc>
                  <a:txBody>
                    <a:bodyPr/>
                    <a:lstStyle/>
                    <a:p>
                      <a:r>
                        <a:rPr lang="en-IN" sz="2000" dirty="0"/>
                        <a:t>Yes</a:t>
                      </a:r>
                    </a:p>
                  </a:txBody>
                  <a:tcPr/>
                </a:tc>
                <a:tc>
                  <a:txBody>
                    <a:bodyPr/>
                    <a:lstStyle/>
                    <a:p>
                      <a:r>
                        <a:rPr lang="en-IN" sz="2000" dirty="0"/>
                        <a:t>No</a:t>
                      </a:r>
                    </a:p>
                  </a:txBody>
                  <a:tcPr/>
                </a:tc>
                <a:extLst>
                  <a:ext uri="{0D108BD9-81ED-4DB2-BD59-A6C34878D82A}">
                    <a16:rowId xmlns:a16="http://schemas.microsoft.com/office/drawing/2014/main" val="3475079979"/>
                  </a:ext>
                </a:extLst>
              </a:tr>
              <a:tr h="370840">
                <a:tc>
                  <a:txBody>
                    <a:bodyPr/>
                    <a:lstStyle/>
                    <a:p>
                      <a:r>
                        <a:rPr lang="en-IN" sz="2000" dirty="0"/>
                        <a:t>Complexity</a:t>
                      </a:r>
                    </a:p>
                  </a:txBody>
                  <a:tcPr/>
                </a:tc>
                <a:tc>
                  <a:txBody>
                    <a:bodyPr/>
                    <a:lstStyle/>
                    <a:p>
                      <a:r>
                        <a:rPr lang="en-IN" sz="2000" dirty="0"/>
                        <a:t>Easy</a:t>
                      </a:r>
                    </a:p>
                  </a:txBody>
                  <a:tcPr/>
                </a:tc>
                <a:tc>
                  <a:txBody>
                    <a:bodyPr/>
                    <a:lstStyle/>
                    <a:p>
                      <a:r>
                        <a:rPr lang="en-IN" sz="2000" dirty="0"/>
                        <a:t>Not easy</a:t>
                      </a:r>
                    </a:p>
                  </a:txBody>
                  <a:tcPr/>
                </a:tc>
                <a:extLst>
                  <a:ext uri="{0D108BD9-81ED-4DB2-BD59-A6C34878D82A}">
                    <a16:rowId xmlns:a16="http://schemas.microsoft.com/office/drawing/2014/main" val="1509286302"/>
                  </a:ext>
                </a:extLst>
              </a:tr>
              <a:tr h="370840">
                <a:tc>
                  <a:txBody>
                    <a:bodyPr/>
                    <a:lstStyle/>
                    <a:p>
                      <a:r>
                        <a:rPr lang="en-IN" sz="2000" dirty="0"/>
                        <a:t>Flexibility</a:t>
                      </a:r>
                    </a:p>
                  </a:txBody>
                  <a:tcPr/>
                </a:tc>
                <a:tc>
                  <a:txBody>
                    <a:bodyPr/>
                    <a:lstStyle/>
                    <a:p>
                      <a:r>
                        <a:rPr lang="en-IN" sz="2000" dirty="0"/>
                        <a:t>More</a:t>
                      </a:r>
                    </a:p>
                  </a:txBody>
                  <a:tcPr/>
                </a:tc>
                <a:tc>
                  <a:txBody>
                    <a:bodyPr/>
                    <a:lstStyle/>
                    <a:p>
                      <a:r>
                        <a:rPr lang="en-IN" sz="2000" dirty="0"/>
                        <a:t>Less</a:t>
                      </a:r>
                    </a:p>
                  </a:txBody>
                  <a:tcPr/>
                </a:tc>
                <a:extLst>
                  <a:ext uri="{0D108BD9-81ED-4DB2-BD59-A6C34878D82A}">
                    <a16:rowId xmlns:a16="http://schemas.microsoft.com/office/drawing/2014/main" val="747302231"/>
                  </a:ext>
                </a:extLst>
              </a:tr>
              <a:tr h="370840">
                <a:tc>
                  <a:txBody>
                    <a:bodyPr/>
                    <a:lstStyle/>
                    <a:p>
                      <a:r>
                        <a:rPr lang="en-IN" sz="2000" dirty="0"/>
                        <a:t>Expression language</a:t>
                      </a:r>
                    </a:p>
                  </a:txBody>
                  <a:tcPr/>
                </a:tc>
                <a:tc>
                  <a:txBody>
                    <a:bodyPr/>
                    <a:lstStyle/>
                    <a:p>
                      <a:r>
                        <a:rPr lang="en-IN" sz="2000" dirty="0"/>
                        <a:t>Yes</a:t>
                      </a:r>
                    </a:p>
                  </a:txBody>
                  <a:tcPr/>
                </a:tc>
                <a:tc>
                  <a:txBody>
                    <a:bodyPr/>
                    <a:lstStyle/>
                    <a:p>
                      <a:r>
                        <a:rPr lang="en-IN" sz="2000" dirty="0"/>
                        <a:t>No</a:t>
                      </a:r>
                    </a:p>
                  </a:txBody>
                  <a:tcPr/>
                </a:tc>
                <a:extLst>
                  <a:ext uri="{0D108BD9-81ED-4DB2-BD59-A6C34878D82A}">
                    <a16:rowId xmlns:a16="http://schemas.microsoft.com/office/drawing/2014/main" val="1323515752"/>
                  </a:ext>
                </a:extLst>
              </a:tr>
              <a:tr h="370840">
                <a:tc>
                  <a:txBody>
                    <a:bodyPr/>
                    <a:lstStyle/>
                    <a:p>
                      <a:r>
                        <a:rPr lang="en-IN" sz="2000" dirty="0"/>
                        <a:t>Outer joins and unions</a:t>
                      </a:r>
                    </a:p>
                  </a:txBody>
                  <a:tcPr/>
                </a:tc>
                <a:tc>
                  <a:txBody>
                    <a:bodyPr/>
                    <a:lstStyle/>
                    <a:p>
                      <a:r>
                        <a:rPr lang="en-IN" sz="2000" dirty="0"/>
                        <a:t>Yes</a:t>
                      </a:r>
                    </a:p>
                  </a:txBody>
                  <a:tcPr/>
                </a:tc>
                <a:tc>
                  <a:txBody>
                    <a:bodyPr/>
                    <a:lstStyle/>
                    <a:p>
                      <a:r>
                        <a:rPr lang="en-IN" sz="2000" dirty="0"/>
                        <a:t>No</a:t>
                      </a:r>
                    </a:p>
                  </a:txBody>
                  <a:tcPr/>
                </a:tc>
                <a:extLst>
                  <a:ext uri="{0D108BD9-81ED-4DB2-BD59-A6C34878D82A}">
                    <a16:rowId xmlns:a16="http://schemas.microsoft.com/office/drawing/2014/main" val="3818693363"/>
                  </a:ext>
                </a:extLst>
              </a:tr>
              <a:tr h="370840">
                <a:tc>
                  <a:txBody>
                    <a:bodyPr/>
                    <a:lstStyle/>
                    <a:p>
                      <a:r>
                        <a:rPr lang="en-IN" sz="2000" dirty="0"/>
                        <a:t>Type declarations</a:t>
                      </a:r>
                    </a:p>
                  </a:txBody>
                  <a:tcPr/>
                </a:tc>
                <a:tc>
                  <a:txBody>
                    <a:bodyPr/>
                    <a:lstStyle/>
                    <a:p>
                      <a:r>
                        <a:rPr lang="en-IN" sz="2000" dirty="0"/>
                        <a:t>Yes</a:t>
                      </a:r>
                    </a:p>
                  </a:txBody>
                  <a:tcPr/>
                </a:tc>
                <a:tc>
                  <a:txBody>
                    <a:bodyPr/>
                    <a:lstStyle/>
                    <a:p>
                      <a:r>
                        <a:rPr lang="en-IN" sz="2000" dirty="0"/>
                        <a:t>No</a:t>
                      </a:r>
                    </a:p>
                  </a:txBody>
                  <a:tcPr/>
                </a:tc>
                <a:extLst>
                  <a:ext uri="{0D108BD9-81ED-4DB2-BD59-A6C34878D82A}">
                    <a16:rowId xmlns:a16="http://schemas.microsoft.com/office/drawing/2014/main" val="4121821201"/>
                  </a:ext>
                </a:extLst>
              </a:tr>
              <a:tr h="370840">
                <a:tc>
                  <a:txBody>
                    <a:bodyPr/>
                    <a:lstStyle/>
                    <a:p>
                      <a:r>
                        <a:rPr lang="en-IN" sz="2000" dirty="0"/>
                        <a:t>Analytical Adaption</a:t>
                      </a:r>
                    </a:p>
                  </a:txBody>
                  <a:tcPr/>
                </a:tc>
                <a:tc>
                  <a:txBody>
                    <a:bodyPr/>
                    <a:lstStyle/>
                    <a:p>
                      <a:r>
                        <a:rPr lang="en-IN" sz="2000" dirty="0"/>
                        <a:t>Yes</a:t>
                      </a:r>
                    </a:p>
                  </a:txBody>
                  <a:tcPr/>
                </a:tc>
                <a:tc>
                  <a:txBody>
                    <a:bodyPr/>
                    <a:lstStyle/>
                    <a:p>
                      <a:r>
                        <a:rPr lang="en-IN" sz="2000" dirty="0"/>
                        <a:t>No</a:t>
                      </a:r>
                    </a:p>
                  </a:txBody>
                  <a:tcPr/>
                </a:tc>
                <a:extLst>
                  <a:ext uri="{0D108BD9-81ED-4DB2-BD59-A6C34878D82A}">
                    <a16:rowId xmlns:a16="http://schemas.microsoft.com/office/drawing/2014/main" val="2748621432"/>
                  </a:ext>
                </a:extLst>
              </a:tr>
              <a:tr h="370840">
                <a:tc>
                  <a:txBody>
                    <a:bodyPr/>
                    <a:lstStyle/>
                    <a:p>
                      <a:r>
                        <a:rPr lang="en-IN" sz="2000" dirty="0"/>
                        <a:t>OData Service support</a:t>
                      </a:r>
                    </a:p>
                  </a:txBody>
                  <a:tcPr/>
                </a:tc>
                <a:tc>
                  <a:txBody>
                    <a:bodyPr/>
                    <a:lstStyle/>
                    <a:p>
                      <a:r>
                        <a:rPr lang="en-IN" sz="2000" dirty="0"/>
                        <a:t>Yes</a:t>
                      </a:r>
                    </a:p>
                  </a:txBody>
                  <a:tcPr/>
                </a:tc>
                <a:tc>
                  <a:txBody>
                    <a:bodyPr/>
                    <a:lstStyle/>
                    <a:p>
                      <a:r>
                        <a:rPr lang="en-IN" sz="2000" dirty="0"/>
                        <a:t>No</a:t>
                      </a:r>
                    </a:p>
                  </a:txBody>
                  <a:tcPr/>
                </a:tc>
                <a:extLst>
                  <a:ext uri="{0D108BD9-81ED-4DB2-BD59-A6C34878D82A}">
                    <a16:rowId xmlns:a16="http://schemas.microsoft.com/office/drawing/2014/main" val="477074349"/>
                  </a:ext>
                </a:extLst>
              </a:tr>
              <a:tr h="370840">
                <a:tc>
                  <a:txBody>
                    <a:bodyPr/>
                    <a:lstStyle/>
                    <a:p>
                      <a:r>
                        <a:rPr lang="en-IN" sz="2000" dirty="0"/>
                        <a:t>Metadata extensions – Fiori UI</a:t>
                      </a:r>
                    </a:p>
                  </a:txBody>
                  <a:tcPr/>
                </a:tc>
                <a:tc>
                  <a:txBody>
                    <a:bodyPr/>
                    <a:lstStyle/>
                    <a:p>
                      <a:r>
                        <a:rPr lang="en-IN" sz="2000" dirty="0"/>
                        <a:t>Yes</a:t>
                      </a:r>
                    </a:p>
                  </a:txBody>
                  <a:tcPr/>
                </a:tc>
                <a:tc>
                  <a:txBody>
                    <a:bodyPr/>
                    <a:lstStyle/>
                    <a:p>
                      <a:r>
                        <a:rPr lang="en-IN" sz="2000" dirty="0"/>
                        <a:t>No</a:t>
                      </a:r>
                    </a:p>
                  </a:txBody>
                  <a:tcPr/>
                </a:tc>
                <a:extLst>
                  <a:ext uri="{0D108BD9-81ED-4DB2-BD59-A6C34878D82A}">
                    <a16:rowId xmlns:a16="http://schemas.microsoft.com/office/drawing/2014/main" val="2384548384"/>
                  </a:ext>
                </a:extLst>
              </a:tr>
              <a:tr h="370840">
                <a:tc>
                  <a:txBody>
                    <a:bodyPr/>
                    <a:lstStyle/>
                    <a:p>
                      <a:r>
                        <a:rPr lang="en-IN" sz="2000" dirty="0"/>
                        <a:t>Built-in function</a:t>
                      </a:r>
                    </a:p>
                  </a:txBody>
                  <a:tcPr/>
                </a:tc>
                <a:tc>
                  <a:txBody>
                    <a:bodyPr/>
                    <a:lstStyle/>
                    <a:p>
                      <a:r>
                        <a:rPr lang="en-IN" sz="2000" dirty="0"/>
                        <a:t>Yes</a:t>
                      </a:r>
                    </a:p>
                  </a:txBody>
                  <a:tcPr/>
                </a:tc>
                <a:tc>
                  <a:txBody>
                    <a:bodyPr/>
                    <a:lstStyle/>
                    <a:p>
                      <a:r>
                        <a:rPr lang="en-IN" sz="2000" dirty="0"/>
                        <a:t>No</a:t>
                      </a:r>
                    </a:p>
                  </a:txBody>
                  <a:tcPr/>
                </a:tc>
                <a:extLst>
                  <a:ext uri="{0D108BD9-81ED-4DB2-BD59-A6C34878D82A}">
                    <a16:rowId xmlns:a16="http://schemas.microsoft.com/office/drawing/2014/main" val="1705128739"/>
                  </a:ext>
                </a:extLst>
              </a:tr>
              <a:tr h="370840">
                <a:tc>
                  <a:txBody>
                    <a:bodyPr/>
                    <a:lstStyle/>
                    <a:p>
                      <a:r>
                        <a:rPr lang="en-IN" sz="2000" dirty="0"/>
                        <a:t>Parameter support</a:t>
                      </a:r>
                    </a:p>
                  </a:txBody>
                  <a:tcPr/>
                </a:tc>
                <a:tc>
                  <a:txBody>
                    <a:bodyPr/>
                    <a:lstStyle/>
                    <a:p>
                      <a:r>
                        <a:rPr lang="en-IN" sz="2000" dirty="0"/>
                        <a:t>Yes</a:t>
                      </a:r>
                    </a:p>
                  </a:txBody>
                  <a:tcPr/>
                </a:tc>
                <a:tc>
                  <a:txBody>
                    <a:bodyPr/>
                    <a:lstStyle/>
                    <a:p>
                      <a:r>
                        <a:rPr lang="en-IN" sz="2000" dirty="0"/>
                        <a:t>No</a:t>
                      </a:r>
                    </a:p>
                  </a:txBody>
                  <a:tcPr/>
                </a:tc>
                <a:extLst>
                  <a:ext uri="{0D108BD9-81ED-4DB2-BD59-A6C34878D82A}">
                    <a16:rowId xmlns:a16="http://schemas.microsoft.com/office/drawing/2014/main" val="1667758248"/>
                  </a:ext>
                </a:extLst>
              </a:tr>
              <a:tr h="370840">
                <a:tc>
                  <a:txBody>
                    <a:bodyPr/>
                    <a:lstStyle/>
                    <a:p>
                      <a:r>
                        <a:rPr lang="en-IN" sz="2000" dirty="0"/>
                        <a:t>Ready to use system variable</a:t>
                      </a:r>
                    </a:p>
                  </a:txBody>
                  <a:tcPr/>
                </a:tc>
                <a:tc>
                  <a:txBody>
                    <a:bodyPr/>
                    <a:lstStyle/>
                    <a:p>
                      <a:r>
                        <a:rPr lang="en-IN" sz="2000" dirty="0"/>
                        <a:t>Yes</a:t>
                      </a:r>
                    </a:p>
                  </a:txBody>
                  <a:tcPr/>
                </a:tc>
                <a:tc>
                  <a:txBody>
                    <a:bodyPr/>
                    <a:lstStyle/>
                    <a:p>
                      <a:r>
                        <a:rPr lang="en-IN" sz="2000" dirty="0"/>
                        <a:t>No</a:t>
                      </a:r>
                    </a:p>
                  </a:txBody>
                  <a:tcPr/>
                </a:tc>
                <a:extLst>
                  <a:ext uri="{0D108BD9-81ED-4DB2-BD59-A6C34878D82A}">
                    <a16:rowId xmlns:a16="http://schemas.microsoft.com/office/drawing/2014/main" val="2224227908"/>
                  </a:ext>
                </a:extLst>
              </a:tr>
              <a:tr h="370840">
                <a:tc>
                  <a:txBody>
                    <a:bodyPr/>
                    <a:lstStyle/>
                    <a:p>
                      <a:r>
                        <a:rPr lang="en-IN" sz="2000" dirty="0"/>
                        <a:t>Association </a:t>
                      </a:r>
                    </a:p>
                  </a:txBody>
                  <a:tcPr/>
                </a:tc>
                <a:tc>
                  <a:txBody>
                    <a:bodyPr/>
                    <a:lstStyle/>
                    <a:p>
                      <a:r>
                        <a:rPr lang="en-IN" sz="2000" dirty="0"/>
                        <a:t>Yes</a:t>
                      </a:r>
                    </a:p>
                  </a:txBody>
                  <a:tcPr/>
                </a:tc>
                <a:tc>
                  <a:txBody>
                    <a:bodyPr/>
                    <a:lstStyle/>
                    <a:p>
                      <a:r>
                        <a:rPr lang="en-IN" sz="2000" dirty="0"/>
                        <a:t>No</a:t>
                      </a:r>
                    </a:p>
                  </a:txBody>
                  <a:tcPr/>
                </a:tc>
                <a:extLst>
                  <a:ext uri="{0D108BD9-81ED-4DB2-BD59-A6C34878D82A}">
                    <a16:rowId xmlns:a16="http://schemas.microsoft.com/office/drawing/2014/main" val="3927419506"/>
                  </a:ext>
                </a:extLst>
              </a:tr>
              <a:tr h="370840">
                <a:tc>
                  <a:txBody>
                    <a:bodyPr/>
                    <a:lstStyle/>
                    <a:p>
                      <a:r>
                        <a:rPr lang="en-IN" sz="2000" dirty="0"/>
                        <a:t>S/4HANA Embedded analytics</a:t>
                      </a:r>
                    </a:p>
                  </a:txBody>
                  <a:tcPr/>
                </a:tc>
                <a:tc>
                  <a:txBody>
                    <a:bodyPr/>
                    <a:lstStyle/>
                    <a:p>
                      <a:r>
                        <a:rPr lang="en-IN" sz="2000" dirty="0"/>
                        <a:t>Yes</a:t>
                      </a:r>
                    </a:p>
                  </a:txBody>
                  <a:tcPr/>
                </a:tc>
                <a:tc>
                  <a:txBody>
                    <a:bodyPr/>
                    <a:lstStyle/>
                    <a:p>
                      <a:r>
                        <a:rPr lang="en-IN" sz="2000" dirty="0"/>
                        <a:t>No</a:t>
                      </a:r>
                    </a:p>
                  </a:txBody>
                  <a:tcPr/>
                </a:tc>
                <a:extLst>
                  <a:ext uri="{0D108BD9-81ED-4DB2-BD59-A6C34878D82A}">
                    <a16:rowId xmlns:a16="http://schemas.microsoft.com/office/drawing/2014/main" val="1060721202"/>
                  </a:ext>
                </a:extLst>
              </a:tr>
            </a:tbl>
          </a:graphicData>
        </a:graphic>
      </p:graphicFrame>
    </p:spTree>
    <p:extLst>
      <p:ext uri="{BB962C8B-B14F-4D97-AF65-F5344CB8AC3E}">
        <p14:creationId xmlns:p14="http://schemas.microsoft.com/office/powerpoint/2010/main" val="42823326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6000" b="1" i="0" u="none" strike="noStrike" kern="0" cap="none" spc="0" normalizeH="0" baseline="0" noProof="0" dirty="0">
                <a:ln>
                  <a:noFill/>
                </a:ln>
                <a:solidFill>
                  <a:srgbClr val="75C042"/>
                </a:solidFill>
                <a:effectLst/>
                <a:uLnTx/>
                <a:uFillTx/>
                <a:latin typeface="Arial"/>
                <a:cs typeface="Arial"/>
                <a:sym typeface="Arial"/>
              </a:rPr>
              <a:t>Thank</a:t>
            </a:r>
            <a:r>
              <a:rPr kumimoji="0" lang="en-IN" sz="6000" b="1" i="0" u="none" strike="noStrike" kern="0" cap="none" spc="0" normalizeH="0" baseline="0" noProof="0" dirty="0">
                <a:ln>
                  <a:noFill/>
                </a:ln>
                <a:solidFill>
                  <a:srgbClr val="BDBDBD"/>
                </a:solidFill>
                <a:effectLst/>
                <a:uLnTx/>
                <a:uFillTx/>
                <a:latin typeface="Arial"/>
                <a:cs typeface="Arial"/>
                <a:sym typeface="Arial"/>
              </a:rPr>
              <a:t> </a:t>
            </a:r>
            <a:r>
              <a:rPr kumimoji="0" lang="en-IN" sz="6000" b="1"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rPr>
              <a:t>You</a:t>
            </a:r>
            <a:endParaRPr kumimoji="0" lang="en-IN" sz="6000" b="0"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endParaRPr>
          </a:p>
        </p:txBody>
      </p:sp>
      <p:sp>
        <p:nvSpPr>
          <p:cNvPr id="3" name="TextBox 2">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98C536"/>
                </a:solidFill>
                <a:effectLst/>
                <a:uLnTx/>
                <a:uFillTx/>
                <a:latin typeface="Segoe UI" panose="020B0502040204020203" pitchFamily="34" charset="0"/>
                <a:ea typeface="Calibri Light" charset="0"/>
                <a:cs typeface="Segoe UI" panose="020B0502040204020203" pitchFamily="34" charset="0"/>
                <a:sym typeface="Arial"/>
              </a:rPr>
              <a:t>End of </a:t>
            </a:r>
            <a:r>
              <a:rPr kumimoji="0" lang="en-US" sz="5400" b="1" i="0" u="none" strike="noStrike" kern="0" cap="none" spc="0" normalizeH="0" baseline="0" noProof="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rPr>
              <a:t>Day 19</a:t>
            </a:r>
            <a:endPar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endParaRPr>
          </a:p>
        </p:txBody>
      </p:sp>
      <p:grpSp>
        <p:nvGrpSpPr>
          <p:cNvPr id="4" name="Group 3">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grpSp>
      <p:sp>
        <p:nvSpPr>
          <p:cNvPr id="11" name="Rectangle 10">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Arial"/>
                <a:ea typeface="+mn-ea"/>
                <a:cs typeface="+mn-cs"/>
                <a:sym typeface="Arial"/>
              </a:rPr>
              <a:t>www.anubhavtrainings.com</a:t>
            </a:r>
          </a:p>
        </p:txBody>
      </p:sp>
      <p:sp>
        <p:nvSpPr>
          <p:cNvPr id="12" name="Right Triangle 11"/>
          <p:cNvSpPr/>
          <p:nvPr/>
        </p:nvSpPr>
        <p:spPr>
          <a:xfrm rot="19603165">
            <a:off x="394348" y="-1369124"/>
            <a:ext cx="4191287" cy="2738247"/>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3" name="Right Triangle 12"/>
          <p:cNvSpPr/>
          <p:nvPr/>
        </p:nvSpPr>
        <p:spPr>
          <a:xfrm rot="16200000">
            <a:off x="6874209" y="1545491"/>
            <a:ext cx="4718460" cy="5910772"/>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4" name="Minus 13"/>
          <p:cNvSpPr/>
          <p:nvPr/>
        </p:nvSpPr>
        <p:spPr>
          <a:xfrm rot="19276189">
            <a:off x="4275114" y="4157244"/>
            <a:ext cx="9864485" cy="472198"/>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7610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2799" b="1" i="0" u="none" strike="noStrike" kern="1200" cap="none" spc="0" normalizeH="0" baseline="0" noProof="0" dirty="0">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#FutureReady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799"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Custom 76">
      <a:dk1>
        <a:srgbClr val="000000"/>
      </a:dk1>
      <a:lt1>
        <a:srgbClr val="FFFFFF"/>
      </a:lt1>
      <a:dk2>
        <a:srgbClr val="1F497D"/>
      </a:dk2>
      <a:lt2>
        <a:srgbClr val="EEECE1"/>
      </a:lt2>
      <a:accent1>
        <a:srgbClr val="BDBDBD"/>
      </a:accent1>
      <a:accent2>
        <a:srgbClr val="98C536"/>
      </a:accent2>
      <a:accent3>
        <a:srgbClr val="6D6D6D"/>
      </a:accent3>
      <a:accent4>
        <a:srgbClr val="1767AC"/>
      </a:accent4>
      <a:accent5>
        <a:srgbClr val="E5E6E8"/>
      </a:accent5>
      <a:accent6>
        <a:srgbClr val="99C27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2895</TotalTime>
  <Words>1261</Words>
  <Application>Microsoft Office PowerPoint</Application>
  <PresentationFormat>Custom</PresentationFormat>
  <Paragraphs>203</Paragraphs>
  <Slides>16</Slides>
  <Notes>4</Notes>
  <HiddenSlides>0</HiddenSlides>
  <MMClips>0</MMClips>
  <ScaleCrop>false</ScaleCrop>
  <HeadingPairs>
    <vt:vector size="6" baseType="variant">
      <vt:variant>
        <vt:lpstr>Fonts Used</vt:lpstr>
      </vt:variant>
      <vt:variant>
        <vt:i4>14</vt:i4>
      </vt:variant>
      <vt:variant>
        <vt:lpstr>Theme</vt:lpstr>
      </vt:variant>
      <vt:variant>
        <vt:i4>3</vt:i4>
      </vt:variant>
      <vt:variant>
        <vt:lpstr>Slide Titles</vt:lpstr>
      </vt:variant>
      <vt:variant>
        <vt:i4>16</vt:i4>
      </vt:variant>
    </vt:vector>
  </HeadingPairs>
  <TitlesOfParts>
    <vt:vector size="33" baseType="lpstr">
      <vt:lpstr>Cambria</vt:lpstr>
      <vt:lpstr>Aptos Display</vt:lpstr>
      <vt:lpstr>Arial Black</vt:lpstr>
      <vt:lpstr>72 Condensed</vt:lpstr>
      <vt:lpstr>Corben</vt:lpstr>
      <vt:lpstr>72 Monospace</vt:lpstr>
      <vt:lpstr>Arial</vt:lpstr>
      <vt:lpstr>Amasis MT Pro Black</vt:lpstr>
      <vt:lpstr>Open Sans</vt:lpstr>
      <vt:lpstr>Segoe UI Light</vt:lpstr>
      <vt:lpstr>Segoe UI</vt:lpstr>
      <vt:lpstr>Calibri</vt:lpstr>
      <vt:lpstr>Quattrocento Sans</vt:lpstr>
      <vt:lpstr>Cooper Black</vt:lpstr>
      <vt:lpstr>Office Theme</vt:lpstr>
      <vt:lpstr>2_Office Theme</vt:lpstr>
      <vt:lpstr>3_Office Theme</vt:lpstr>
      <vt:lpstr>SAP BTP ABAP  on Cloud / RAP  Training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ON CLOUD  RESTFUL APPLICATION  PROGRAMMING EMBEDDED STEAMPUNK TRAINING</dc:title>
  <dc:creator>anurag</dc:creator>
  <cp:lastModifiedBy>Anubhav Oberoy</cp:lastModifiedBy>
  <cp:revision>59</cp:revision>
  <dcterms:created xsi:type="dcterms:W3CDTF">2023-10-03T21:33:12Z</dcterms:created>
  <dcterms:modified xsi:type="dcterms:W3CDTF">2026-02-14T12:51:31Z</dcterms:modified>
</cp:coreProperties>
</file>