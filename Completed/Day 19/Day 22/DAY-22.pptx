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6.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18"/>
  </p:notesMasterIdLst>
  <p:sldIdLst>
    <p:sldId id="256" r:id="rId5"/>
    <p:sldId id="402" r:id="rId6"/>
    <p:sldId id="276" r:id="rId7"/>
    <p:sldId id="314" r:id="rId8"/>
    <p:sldId id="319" r:id="rId9"/>
    <p:sldId id="320" r:id="rId10"/>
    <p:sldId id="321" r:id="rId11"/>
    <p:sldId id="1212" r:id="rId12"/>
    <p:sldId id="1213" r:id="rId13"/>
    <p:sldId id="1211" r:id="rId14"/>
    <p:sldId id="1186" r:id="rId15"/>
    <p:sldId id="419" r:id="rId16"/>
    <p:sldId id="409" r:id="rId17"/>
  </p:sldIdLst>
  <p:sldSz cx="12188825" cy="6858000"/>
  <p:notesSz cx="6858000" cy="9144000"/>
  <p:embeddedFontLst>
    <p:embeddedFont>
      <p:font typeface="Arial Black" panose="020B0A04020102020204" pitchFamily="34" charset="0"/>
      <p:regular r:id="rId19"/>
      <p:bold r:id="rId20"/>
    </p:embeddedFont>
    <p:embeddedFont>
      <p:font typeface="Cambria" panose="02040503050406030204" pitchFamily="18" charset="0"/>
      <p:regular r:id="rId21"/>
      <p:bold r:id="rId22"/>
      <p:italic r:id="rId23"/>
      <p:boldItalic r:id="rId24"/>
    </p:embeddedFont>
    <p:embeddedFont>
      <p:font typeface="Cooper Black" panose="0208090404030B020404" pitchFamily="18" charset="0"/>
      <p:regular r:id="rId25"/>
    </p:embeddedFont>
    <p:embeddedFont>
      <p:font typeface="Corben" panose="020B0604020202020204" charset="0"/>
      <p:bold r:id="rId26"/>
    </p:embeddedFont>
    <p:embeddedFont>
      <p:font typeface="Open Sans" panose="020B0606030504020204" pitchFamily="34" charset="0"/>
      <p:regular r:id="rId27"/>
      <p:bold r:id="rId28"/>
      <p:italic r:id="rId29"/>
      <p:boldItalic r:id="rId30"/>
    </p:embeddedFont>
    <p:embeddedFont>
      <p:font typeface="Quattrocento Sans" panose="020B0502050000020003" pitchFamily="34" charset="0"/>
      <p:regular r:id="rId31"/>
      <p:bold r:id="rId32"/>
      <p:italic r:id="rId33"/>
      <p:boldItalic r:id="rId34"/>
    </p:embeddedFont>
    <p:embeddedFont>
      <p:font typeface="Segoe UI" panose="020B0502040204020203" pitchFamily="34" charset="0"/>
      <p:regular r:id="rId35"/>
      <p:bold r:id="rId36"/>
      <p:italic r:id="rId37"/>
      <p:boldItalic r:id="rId38"/>
    </p:embeddedFont>
    <p:embeddedFont>
      <p:font typeface="Segoe UI Light" panose="020B0502040204020203" pitchFamily="34" charset="0"/>
      <p:regular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p:scale>
          <a:sx n="100" d="100"/>
          <a:sy n="100" d="100"/>
        </p:scale>
        <p:origin x="74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20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8:02:04.314"/>
    </inkml:context>
    <inkml:brush xml:id="br0">
      <inkml:brushProperty name="width" value="0.05" units="cm"/>
      <inkml:brushProperty name="height" value="0.05" units="cm"/>
    </inkml:brush>
  </inkml:definitions>
  <inkml:trace contextRef="#ctx0" brushRef="#br0">0 0 24575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3.038"/>
    </inkml:context>
    <inkml:brush xml:id="br0">
      <inkml:brushProperty name="width" value="0.05" units="cm"/>
      <inkml:brushProperty name="height" value="0.05" units="cm"/>
    </inkml:brush>
  </inkml:definitions>
  <inkml:trace contextRef="#ctx0" brushRef="#br0">2969 143 24575,'0'-1'0,"0"1"0,0-1 0,1 1 0,-1-1 0,0 0 0,1 1 0,-1-1 0,0 1 0,1-1 0,-1 1 0,1-1 0,-1 1 0,1-1 0,-1 1 0,1-1 0,-1 1 0,1-1 0,-1 1 0,1 0 0,0 0 0,-1-1 0,1 1 0,-1 0 0,2-1 0,21-4 0,-16 3 0,-1 0 0,-1 0 0,1 0 0,-1 0 0,0-1 0,0 1 0,0-1 0,8-7 0,-12 10 0,0-1 0,0 0 0,0 0 0,-1 1 0,1-1 0,0 0 0,0 0 0,-1 0 0,1 0 0,-1 0 0,1 0 0,-1 0 0,1 0 0,-1 0 0,1 0 0,-1 0 0,0 0 0,0-1 0,0 1 0,0 0 0,1 0 0,-1 0 0,-1 0 0,1 0 0,0-1 0,0 1 0,0 0 0,-1 0 0,1 0 0,0 0 0,-1 0 0,1 0 0,-1 0 0,1 0 0,-1 0 0,0 0 0,1 0 0,-1 0 0,0 0 0,0 1 0,1-1 0,-1 0 0,0 0 0,0 1 0,0-1 0,-1 0 0,-7-4 0,0 1 0,0-1 0,0 2 0,0-1 0,-1 1 0,1 1 0,-1 0 0,0 0 0,-19 0 0,5-1 0,-82-8 0,-2 4 0,-210 16 0,-214 59 0,455-57 0,-816 144 0,754-130 0,-32 9 0,-273 91 0,430-121 0,0 2 0,1 0 0,0 0 0,0 1 0,-12 9 0,22-14 0,0 1 0,-1-1 0,1 1 0,1 0 0,-1 0 0,0 0 0,1 0 0,0 0 0,-1 1 0,1-1 0,1 1 0,-1-1 0,0 1 0,1 0 0,0 0 0,0-1 0,0 1 0,0 0 0,1 0 0,-1 0 0,1 0 0,0 0 0,1 5 0,0 0 0,2 1 0,-1-1 0,1 0 0,1 0 0,0-1 0,0 1 0,1-1 0,-1 1 0,10 9 0,3 4 0,39 38 0,-21-29 4,1-1 0,2-2 0,0-1 0,2-2 0,1-2-1,1-2 1,0-1 0,59 17 0,-18-13-47,0-4-1,1-3 0,142 9 1,343-11-1416,0-30 582,-406 10 1030,1273-62-153,-984 20-405,-357 31 327,-1-4 0,154-55 0,-218 64 251,52-28 1,-73 34-25,-1 0 1,0 0-1,-1-1 1,1 1-1,-1-2 1,0 1-1,-1-1 1,0 0-1,0-1 1,8-12-1,-12 16-126,0 1 0,-1-1-1,1 0 1,-1 1 0,0-1-1,0 0 1,-1 0-1,1 0 1,-1 0 0,1 0-1,-1 0 1,0 0-1,-1 0 1,1 1 0,-2-7-1,0 3 13,0 1-1,-1 0 1,0 0-1,0 1 1,0-1-1,0 1 0,-1-1 1,-7-7-1,-6-4 26,-1 1-1,0 1 1,-1 0 0,-22-11-1,-97-59-59,-5 6 0,-3 7 0,-218-77 0,291 125 0,-1 3 0,-134-19 0,153 34 0,1 2 0,0 3 0,-1 1 0,-90 14 0,88-2-1365,11 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4.021"/>
    </inkml:context>
    <inkml:brush xml:id="br0">
      <inkml:brushProperty name="width" value="0.05" units="cm"/>
      <inkml:brushProperty name="height" value="0.05" units="cm"/>
    </inkml:brush>
  </inkml:definitions>
  <inkml:trace contextRef="#ctx0" brushRef="#br0">80 47 24575,'3'-4'0,"1"0"0,-1 0 0,0 0 0,0 0 0,2-6 0,5-6 0,-19 33 0,1 0 0,0 1 0,2 1 0,-6 19 0,0 2 0,-41 141 0,52-180 0,1-1 0,0 1 0,-1 0 0,1 0 0,0 0 0,0-1 0,-1 1 0,1 0 0,0 0 0,0 0 0,0 0 0,0-1 0,0 1 0,0 0 0,1 0 0,-1 0 0,0 0 0,0-1 0,1 1 0,-1 0 0,0 0 0,1 1 0,0-2 0,0 0 0,-1 0 0,1 0 0,0 0 0,-1 0 0,1 0 0,0 0 0,-1 0 0,1 0 0,0-1 0,-1 1 0,1 0 0,0 0 0,-1-1 0,1 1 0,-1 0 0,1-1 0,0 1 0,-1-1 0,1 0 0,30-28 0,-25 22 38,2-2-272,-1 0 0,1 1 1,1 0-1,-1 0 0,12-7 0,-4 7-6592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4.410"/>
    </inkml:context>
    <inkml:brush xml:id="br0">
      <inkml:brushProperty name="width" value="0.05" units="cm"/>
      <inkml:brushProperty name="height" value="0.05" units="cm"/>
    </inkml:brush>
  </inkml:definitions>
  <inkml:trace contextRef="#ctx0" brushRef="#br0">1 533 24575,'1'-1'0,"-1"0"0,1-1 0,0 1 0,0 0 0,0 0 0,0 0 0,0 0 0,0 0 0,0 0 0,0 0 0,0 0 0,0 0 0,1 0 0,-1 1 0,0-1 0,1 0 0,-1 1 0,0 0 0,1-1 0,1 0 0,4-1 0,-5 1 0,538-215 0,41 60-450,8 31 0,-572 122 450,14-5 0,-31 8-24,0 0-1,0 0 0,0 0 0,0 0 0,0 0 1,0 0-1,0 0 0,0 0 0,0 0 0,0 0 1,0 0-1,0 0 0,0-1 0,0 1 0,0 0 1,0 0-1,0 0 0,0 0 0,0 0 0,0 0 1,0 0-1,0 0 0,0 0 0,0 0 0,0 0 1,0 0-1,0 0 0,0 0 0,0 0 0,0 0 1,0 0-1,0 0 0,0 0 0,0 0 0,0 0 1,0 0-1,0-1 0,0 1 0,0 0 0,0 0 1,0 0-1,0 0 0,0 0 0,0 0 0,0 0 1,0 0-1,0 0 0,0 0 0,-7 0-6051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5.653"/>
    </inkml:context>
    <inkml:brush xml:id="br0">
      <inkml:brushProperty name="width" value="0.05" units="cm"/>
      <inkml:brushProperty name="height" value="0.05" units="cm"/>
    </inkml:brush>
  </inkml:definitions>
  <inkml:trace contextRef="#ctx0" brushRef="#br0">1 204 24575,'1'8'0,"0"-1"0,0 1 0,4 11 0,1 9 0,10 67 0,24 141 0,-42-291 0,-14-38 0,-17-165 0,31 233 0,0 1 0,2-31 0,1 49 0,-1 1 0,1 0 0,0-1 0,0 1 0,0 0 0,1-1 0,0 1 0,0 0 0,0 0 0,1 0 0,4-6 0,-4 8 0,-1 1 0,1-1 0,0 1 0,0 0 0,0 0 0,0 1 0,0-1 0,1 0 0,-1 1 0,0 0 0,1 0 0,-1 0 0,1 0 0,0 1 0,-1-1 0,1 1 0,-1 0 0,1 0 0,-1 0 0,5 1 0,3 0 0,0 1 0,-1 0 0,1 1 0,-1 0 0,15 6 0,-22-8 0,0 0 0,0 1 0,0 0 0,0-1 0,0 1 0,0 0 0,-1 0 0,1 0 0,-1 1 0,1-1 0,-1 1 0,0-1 0,0 1 0,0 0 0,0 0 0,-1 0 0,1 0 0,-1 0 0,1 0 0,-1 0 0,0 0 0,-1 1 0,2 3 0,-2-2 0,0 0 0,0 0 0,-1 0 0,0 0 0,0 0 0,0-1 0,0 1 0,-1 0 0,1 0 0,-1-1 0,0 1 0,-1-1 0,1 0 0,-1 0 0,-4 6 0,-6 4 17,-1-1 0,0 0 0,-1-1 1,0 0-1,-1-1 0,-19 9 0,-18 15-1502,32-20-5341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6.008"/>
    </inkml:context>
    <inkml:brush xml:id="br0">
      <inkml:brushProperty name="width" value="0.05" units="cm"/>
      <inkml:brushProperty name="height" value="0.05" units="cm"/>
    </inkml:brush>
  </inkml:definitions>
  <inkml:trace contextRef="#ctx0" brushRef="#br0">125 36 24575,'-6'0'0,"1"1"0,-1-1 0,1 1 0,-1 0 0,1 1 0,0-1 0,-1 1 0,1 0 0,0 0 0,0 1 0,0 0 0,1-1 0,-1 2 0,1-1 0,-1 0 0,1 1 0,0 0 0,-3 5 0,4-6 0,0 1 0,0-1 0,1 1 0,0 0 0,0 0 0,0 0 0,0 1 0,1-1 0,0 0 0,0 1 0,0-1 0,0 1 0,0-1 0,1 1 0,0-1 0,0 1 0,0-1 0,1 1 0,0-1 0,-1 1 0,1-1 0,3 8 0,-2-7 0,1 0 0,0 0 0,-1-1 0,1 1 0,1 0 0,-1-1 0,1 0 0,0 0 0,0 0 0,0 0 0,0-1 0,0 0 0,1 0 0,0 0 0,0 0 0,0 0 0,0-1 0,0 0 0,0 0 0,0-1 0,1 1 0,-1-1 0,10 0 0,-9 0 0,0-1 0,0 0 0,0 0 0,0 0 0,0-1 0,0 0 0,-1 0 0,1-1 0,0 0 0,0 0 0,-1 0 0,1 0 0,-1-1 0,0 0 0,0 0 0,0-1 0,0 1 0,0-1 0,-1 0 0,0 0 0,7-9 0,-8 9 0,0 1 0,-1-1 0,0 0 0,0 0 0,0 0 0,0-1 0,0 1 0,-1 0 0,0 0 0,0-1 0,0 1 0,0-1 0,-1 1 0,0-1 0,0 1 0,0-1 0,0 0 0,-1 1 0,0-1 0,0 1 0,0 0 0,0-1 0,-1 1 0,0 0 0,0 0 0,0 0 0,0 0 0,0 0 0,-1 0 0,0 1 0,0-1 0,-4-3 0,0 0 0,-1 0 0,0 0 0,0 1 0,0 0 0,-1 1 0,0-1 0,0 2 0,0-1 0,-1 2 0,0-1 0,0 1 0,1 0 0,-14-1 0,15 3 69,0 1-1,0-1 0,0 2 0,-8 0 1,13-1-191,0 1 0,0 0 0,0-1 0,0 1 0,0 0 0,1 0 0,-1 1 0,0-1 0,1 1 1,-1-1-1,0 1 0,1 0 0,-3 2 0,-3 7-6704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6.353"/>
    </inkml:context>
    <inkml:brush xml:id="br0">
      <inkml:brushProperty name="width" value="0.05" units="cm"/>
      <inkml:brushProperty name="height" value="0.05" units="cm"/>
    </inkml:brush>
  </inkml:definitions>
  <inkml:trace contextRef="#ctx0" brushRef="#br0">121 121 24575,'1'0'0,"1"0"0,-1 0 0,0-1 0,0 1 0,1-1 0,-1 1 0,0-1 0,0 1 0,0-1 0,0 0 0,1 1 0,-1-1 0,0 0 0,0 0 0,0 0 0,-1 0 0,1 0 0,0 0 0,0 0 0,0 0 0,-1 0 0,1 0 0,-1 0 0,1 0 0,-1-1 0,1 1 0,-1 0 0,1 0 0,-1-3 0,1 0 0,0 0 0,-1 0 0,1 0 0,-1 0 0,0 0 0,0 0 0,-1 0 0,0-5 0,0 6 0,0 0 0,0 0 0,0 1 0,0-1 0,0 1 0,0-1 0,-1 1 0,1-1 0,-1 1 0,1 0 0,-1 0 0,0 0 0,0 0 0,0 0 0,0 0 0,-1 0 0,1 1 0,0-1 0,-1 1 0,1-1 0,-1 1 0,1 0 0,-1 0 0,0 0 0,0 1 0,1-1 0,-1 1 0,0-1 0,-5 1 0,4 0 0,0 0 0,1 1 0,-1 0 0,1-1 0,-1 1 0,0 0 0,1 1 0,0-1 0,-1 1 0,1 0 0,0-1 0,0 1 0,0 1 0,0-1 0,0 0 0,0 1 0,1-1 0,-1 1 0,1 0 0,0 0 0,0 0 0,-3 5 0,3-4 0,1-1 0,-1 0 0,1 1 0,0 0 0,0-1 0,0 1 0,1 0 0,-1-1 0,1 1 0,0 0 0,0 0 0,0-1 0,0 1 0,2 7 0,0-6 0,0 1 0,0-1 0,1 1 0,-1-1 0,1 0 0,0 0 0,1 0 0,5 7 0,6 3 0,1 0 0,0-1 0,0-1 0,21 12 0,-34-24 0,0 1 0,-1 0 0,1 0 0,-1 0 0,0 0 0,1 1 0,-1-1 0,0 0 0,0 1 0,0 0 0,-1-1 0,1 1 0,1 4 0,-3-6 0,0 1 0,0-1 0,1 1 0,-1-1 0,-1 1 0,1-1 0,0 0 0,0 1 0,0-1 0,-1 1 0,1-1 0,-1 0 0,1 1 0,-1-1 0,0 0 0,1 1 0,-1-1 0,0 0 0,0 0 0,0 0 0,0 0 0,0 0 0,0 0 0,0 0 0,0 0 0,0 0 0,0 0 0,-1 0 0,1-1 0,0 1 0,-2 0 0,0 1-65,0-1 0,0 1 0,0-1 0,0 0 0,0 0 0,0 0 0,0 0 0,0 0 0,0-1 0,-1 1 0,1-1 0,0 0 0,0 0 0,0 0 0,-1-1 0,1 1 0,0-1 0,0 0 0,0 1 0,-4-3 0,-6-5-6761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6.555"/>
    </inkml:context>
    <inkml:brush xml:id="br0">
      <inkml:brushProperty name="width" value="0.05" units="cm"/>
      <inkml:brushProperty name="height" value="0.05" units="cm"/>
    </inkml:brush>
  </inkml:definitions>
  <inkml:trace contextRef="#ctx0" brushRef="#br0">1 0 24575,'3'0'0,"1"3"0,0 4 0,2 4 0,0 3 0,3 5 0,-2 5 0,3 2 0,-2 2 0,2 3 0,-2-1 0,2-3 0,-2-3 0,2-3 0,-2-4-8191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6.711"/>
    </inkml:context>
    <inkml:brush xml:id="br0">
      <inkml:brushProperty name="width" value="0.05" units="cm"/>
      <inkml:brushProperty name="height" value="0.05" units="cm"/>
    </inkml:brush>
  </inkml:definitions>
  <inkml:trace contextRef="#ctx0" brushRef="#br0">17 48 24575,'-3'-3'0,"-1"-4"0,0-3 0,1-4 0,1 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6.919"/>
    </inkml:context>
    <inkml:brush xml:id="br0">
      <inkml:brushProperty name="width" value="0.05" units="cm"/>
      <inkml:brushProperty name="height" value="0.05" units="cm"/>
    </inkml:brush>
  </inkml:definitions>
  <inkml:trace contextRef="#ctx0" brushRef="#br0">1 4 24575,'0'-3'0,"3"2"0,1 5 0,0 6 0,-1 6 0,2 5 0,0 9 0,0 5 0,1 5 0,0 6 0,-1 0 0,2 1 0,-1-1 0,-1-5 0,2-4 0,-1-8-8191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7.225"/>
    </inkml:context>
    <inkml:brush xml:id="br0">
      <inkml:brushProperty name="width" value="0.05" units="cm"/>
      <inkml:brushProperty name="height" value="0.05" units="cm"/>
    </inkml:brush>
  </inkml:definitions>
  <inkml:trace contextRef="#ctx0" brushRef="#br0">15 81 24575,'0'0'0,"-1"0"0,1 1 0,-1-1 0,1 0 0,-1 0 0,1 0 0,-1 0 0,1 0 0,-1 0 0,1 0 0,0 0 0,-1 0 0,1 0 0,-1 0 0,1 0 0,-1-1 0,1 1 0,0 0 0,-1 0 0,1 0 0,-1 0 0,1-1 0,0 1 0,-1 0 0,1-1 0,0 1 0,-1 0 0,1-1 0,0 1 0,-1 0 0,1-1 0,0 1 0,0 0 0,-1-1 0,1 1 0,0-1 0,0 1 0,0 0 0,0-1 0,-1 1 0,1-1 0,0 1 0,0-1 0,1 0 0,-1 0 0,1 0 0,-1 0 0,1 0 0,-1 0 0,1 0 0,0 0 0,0 1 0,-1-1 0,1 0 0,0 1 0,0-1 0,0 0 0,0 1 0,0-1 0,-1 1 0,1-1 0,0 1 0,1-1 0,181-51 0,-182 51 0,1 0 0,-1 1 0,1-1 0,-1 1 0,1-1 0,-1 1 0,1 0 0,-1-1 0,1 1 0,-1 0 0,1 0 0,-1 0 0,1 0 0,-1 1 0,1-1 0,-1 0 0,1 1 0,-1-1 0,1 1 0,-1-1 0,0 1 0,1 0 0,-1-1 0,0 1 0,1 0 0,0 1 0,0 1 0,0 0 0,0 1 0,0-1 0,-1 1 0,1-1 0,-1 1 0,0-1 0,0 1 0,1 6 0,21 74 149,-12-47-1663,-6-22-5312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7.395"/>
    </inkml:context>
    <inkml:brush xml:id="br0">
      <inkml:brushProperty name="width" value="0.05" units="cm"/>
      <inkml:brushProperty name="height" value="0.05" units="cm"/>
    </inkml:brush>
  </inkml:definitions>
  <inkml:trace contextRef="#ctx0" brushRef="#br0">49 38 24575,'-3'-3'0,"-1"-4"0,-3-4 0,-3 0 0,0 5 0,2 6 0,2 7 0,5 4 0,3 1-8191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8.095"/>
    </inkml:context>
    <inkml:brush xml:id="br0">
      <inkml:brushProperty name="width" value="0.05" units="cm"/>
      <inkml:brushProperty name="height" value="0.05" units="cm"/>
    </inkml:brush>
  </inkml:definitions>
  <inkml:trace contextRef="#ctx0" brushRef="#br0">14 26 24575,'-1'57'0,"2"66"0,0-116 0,0-1 0,1 1 0,0 0 0,0-1 0,0 0 0,0 1 0,1-1 0,0 0 0,1 0 0,4 6 0,-7-10 0,0-1 0,0 1 0,0-1 0,0 1 0,0-1 0,1 0 0,-1 1 0,0-1 0,1 0 0,-1 0 0,1 0 0,-1 0 0,1 0 0,0 0 0,-1-1 0,1 1 0,0-1 0,0 1 0,-1-1 0,1 1 0,0-1 0,0 0 0,0 0 0,-1 0 0,1 0 0,0 0 0,0 0 0,0-1 0,-1 1 0,1 0 0,0-1 0,0 1 0,-1-1 0,1 0 0,0 0 0,-1 0 0,1 0 0,-1 0 0,1 0 0,-1 0 0,3-3 0,1-1 0,0-1 0,-1 0 0,0 0 0,0 0 0,0-1 0,-1 0 0,0 1 0,0-1 0,-1 0 0,1-1 0,-2 1 0,1 0 0,-1 0 0,1-10 0,-1 9 0,-1-1 0,0 1 0,0-1 0,-1 1 0,0-1 0,0 1 0,-1-1 0,0 1 0,0 0 0,-1-1 0,0 1 0,-5-8 0,6 13 0,1 1 0,-1 0 0,1-1 0,-1 1 0,0 0 0,0 0 0,0 0 0,0 0 0,-1 0 0,1 0 0,-1 1 0,1-1 0,-1 1 0,1 0 0,-1-1 0,0 1 0,1 1 0,-1-1 0,0 0 0,0 1 0,0-1 0,1 1 0,-1 0 0,0 0 0,0 0 0,0 0 0,0 0 0,-4 2 0,4-1 0,-1 0 0,1 0 0,-1 1 0,1 0 0,0-1 0,0 1 0,0 1 0,0-1 0,0 0 0,1 1 0,-1-1 0,0 1 0,1 0 0,0 0 0,0 0 0,0 0 0,0 0 0,0 0 0,1 1 0,-1-1 0,1 1 0,-1 3 0,1-4 0,1-1 0,-1 0 0,1 0 0,0 0 0,0 0 0,-1 0 0,1 1 0,1-1 0,-1 0 0,0 0 0,0 0 0,1 0 0,0 0 0,-1 0 0,1 0 0,0 0 0,0 0 0,0 0 0,0 0 0,0 0 0,0 0 0,1-1 0,-1 1 0,1 0 0,-1-1 0,1 1 0,-1-1 0,1 0 0,0 1 0,0-1 0,0 0 0,0 0 0,2 0 0,0 1 0,1 0 0,0 0 0,0-1 0,0 0 0,0 0 0,0-1 0,0 1 0,0-1 0,0 0 0,0 0 0,0-1 0,0 0 0,6-1 0,3-4 0,1 0 0,-2 0 0,1-2 0,-1 0 0,0 0 0,-1-1 0,0 0 0,21-22 0,-14 13 0,41-28 0,-59 45 0,-1 1 0,0-1 0,1 1 0,-1 0 0,1-1 0,0 1 0,-1 0 0,1-1 0,-1 1 0,1 0 0,-1 0 0,1 0 0,0 0 0,-1-1 0,1 1 0,0 0 0,-1 0 0,1 0 0,-1 0 0,1 0 0,0 0 0,-1 1 0,1-1 0,0 0 0,-1 0 0,1 0 0,-1 1 0,1-1 0,-1 0 0,1 0 0,-1 1 0,1-1 0,-1 1 0,1-1 0,-1 0 0,1 1 0,-1-1 0,1 1 0,-1-1 0,0 1 0,1-1 0,-1 1 0,0-1 0,1 1 0,-1 0 0,0-1 0,0 1 0,0-1 0,0 1 0,1 0 0,-1-1 0,0 1 0,0 0 0,0 0 0,1 8 0,-1-1 0,1 1 0,-2 11 0,1-7 0,0-11 0,-1-1 0,1 1 0,0 0 0,0-1 0,1 1 0,-1 0 0,0-1 0,0 1 0,1-1 0,-1 1 0,1 0 0,0-1 0,-1 1 0,1-1 0,0 0 0,0 1 0,0-1 0,0 1 0,0-1 0,0 0 0,0 0 0,0 0 0,0 0 0,1 0 0,-1 0 0,3 2 0,-1-3 0,-1 0 0,1 0 0,-1 0 0,1 0 0,0 0 0,-1 0 0,1-1 0,-1 1 0,1-1 0,-1 0 0,1 0 0,-1 0 0,1 0 0,-1 0 0,0 0 0,3-3 0,9-5 0,22-19 0,-28 21 0,-1 0 0,2 1 0,-1 0 0,1 0 0,0 1 0,18-8 0,-25 12 0,-1 1 0,1 0 0,-1-1 0,1 1 0,-1 0 0,1 0 0,-1 0 0,1 0 0,0 0 0,-1 0 0,1 1 0,-1-1 0,1 1 0,-1-1 0,1 1 0,-1-1 0,1 1 0,-1 0 0,0-1 0,1 1 0,-1 0 0,0 0 0,0 0 0,0 0 0,0 0 0,1 1 0,-1-1 0,-1 0 0,1 0 0,0 1 0,0-1 0,1 2 0,2 7 0,0-1 0,-1 0 0,0 1 0,2 10 0,0-4 0,0 1 86,-4-9-231,1-1 0,0 1 0,1-1 0,-1 1-1,2-1 1,-1 0 0,1 0 0,0-1 0,9 13 0,-2-11-6681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8.298"/>
    </inkml:context>
    <inkml:brush xml:id="br0">
      <inkml:brushProperty name="width" value="0.05" units="cm"/>
      <inkml:brushProperty name="height" value="0.05" units="cm"/>
    </inkml:brush>
  </inkml:definitions>
  <inkml:trace contextRef="#ctx0" brushRef="#br0">8 0 24575,'-3'0'0,"-1"3"0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8.438"/>
    </inkml:context>
    <inkml:brush xml:id="br0">
      <inkml:brushProperty name="width" value="0.05" units="cm"/>
      <inkml:brushProperty name="height" value="0.05" units="cm"/>
    </inkml:brush>
  </inkml:definitions>
  <inkml:trace contextRef="#ctx0" brushRef="#br0">1 0 24575,'0'3'0,"0"4"0,3 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8.734"/>
    </inkml:context>
    <inkml:brush xml:id="br0">
      <inkml:brushProperty name="width" value="0.05" units="cm"/>
      <inkml:brushProperty name="height" value="0.05" units="cm"/>
    </inkml:brush>
  </inkml:definitions>
  <inkml:trace contextRef="#ctx0" brushRef="#br0">55 11 24575,'-3'0'0,"-4"-3"0,-4-1 0,-3 0 0,4 4 0,4 5 0,2 4 0,6 4 0,2 6 0,0 6 0,0 1 0,-1 2 0,-1 3 0,-1 1 0,0 0 0,-1-4 0,0-7-8191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0:59.108"/>
    </inkml:context>
    <inkml:brush xml:id="br0">
      <inkml:brushProperty name="width" value="0.05" units="cm"/>
      <inkml:brushProperty name="height" value="0.05" units="cm"/>
    </inkml:brush>
  </inkml:definitions>
  <inkml:trace contextRef="#ctx0" brushRef="#br0">83 13 24575,'-1'-1'0,"0"0"0,0 0 0,0 0 0,-1 0 0,1 0 0,0 0 0,-1 0 0,1 0 0,0 1 0,-1-1 0,1 1 0,-1-1 0,1 1 0,-1-1 0,1 1 0,-1 0 0,1 0 0,-1 0 0,0 0 0,1 0 0,-1 0 0,1 0 0,-1 0 0,1 0 0,-1 1 0,1-1 0,-1 1 0,1-1 0,-1 1 0,1 0 0,0 0 0,-1-1 0,1 1 0,0 0 0,0 0 0,-1 0 0,1 0 0,0 0 0,0 1 0,0-1 0,0 0 0,0 0 0,0 3 0,-2 0 0,0 0 0,0 0 0,1 1 0,0-1 0,0 1 0,0-1 0,0 1 0,1 0 0,0 0 0,0 0 0,0 0 0,0 8 0,2-5 0,1 1 0,0-1 0,0 1 0,1-1 0,0 0 0,1 0 0,-1 0 0,1-1 0,1 1 0,0-1 0,0 0 0,0 0 0,1-1 0,0 1 0,0-1 0,8 5 0,-9-6 0,1 0 0,0-1 0,1 0 0,-1 0 0,1-1 0,-1 0 0,1 0 0,0 0 0,0-1 0,0 0 0,1-1 0,-1 1 0,0-1 0,1-1 0,-1 1 0,1-1 0,-1-1 0,0 1 0,8-3 0,-12 3 0,0-1 0,1 0 0,-1 0 0,0 0 0,-1-1 0,1 1 0,0-1 0,0 0 0,-1 0 0,1 0 0,-1 0 0,1 0 0,-1 0 0,0-1 0,0 1 0,0-1 0,0 1 0,0-1 0,-1 0 0,1 0 0,-1 0 0,1 0 0,-1 0 0,0 0 0,-1 0 0,1 0 0,0 0 0,-1 0 0,0-1 0,0 1 0,0 0 0,0 0 0,0 0 0,-2-6 0,1 0 0,-1 0 0,0 0 0,-1 0 0,0 1 0,0-1 0,-1 1 0,0 0 0,-1 0 0,0 0 0,0 0 0,-8-8 0,6 8 0,0 2 0,-1-1 0,-16-10 0,23 15 0,-1 1 0,0 0 0,1 0 0,-1 0 0,1 0 0,-1 1 0,0-1 0,0 0 0,0 1 0,1-1 0,-1 1 0,0-1 0,0 1 0,0 0 0,0 0 0,0 0 0,0 0 0,0 0 0,1 0 0,-1 1 0,0-1 0,0 0 0,0 1 0,0 0 0,1-1 0,-1 1 0,-3 2 0,0 5-1365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01.848"/>
    </inkml:context>
    <inkml:brush xml:id="br0">
      <inkml:brushProperty name="width" value="0.05" units="cm"/>
      <inkml:brushProperty name="height" value="0.05" units="cm"/>
    </inkml:brush>
  </inkml:definitions>
  <inkml:trace contextRef="#ctx0" brushRef="#br0">13 501 24575,'-1'0'0,"1"0"0,-1 0 0,0-1 0,1 1 0,-1 0 0,1 0 0,-1-1 0,1 1 0,-1 0 0,1-1 0,-1 1 0,1-1 0,-1 1 0,1 0 0,-1-1 0,1 1 0,-1-1 0,1 1 0,0-1 0,-1 0 0,1 1 0,0-1 0,0 1 0,-1-1 0,1 0 0,0 1 0,0-1 0,0 1 0,0-1 0,0 0 0,0 1 0,0-1 0,0 0 0,0 1 0,0-1 0,0 0 0,0 1 0,0-1 0,1 0 0,7-27 0,0 15 0,1 1 0,1-1 0,0 2 0,0-1 0,2 2 0,-1-1 0,1 1 0,0 1 0,1 0 0,17-8 0,19-8 0,76-28 0,33-1 0,2 6 0,231-37 0,-202 58 0,348-6 0,191 59 0,133 68 0,-5 43 0,-457-70 0,-136-25 0,677 127 0,47 113 0,-792-207 0,-4 7 0,346 207 0,-330-149 0,299 261 0,-11 27 0,-380-336 0,6 5 0,-120-96-124,0 0 0,0 0 0,1 0 0,-1 0 0,1 0 0,-1 0-1,0 0 1,1 0 0,-1-1 0,3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02.180"/>
    </inkml:context>
    <inkml:brush xml:id="br0">
      <inkml:brushProperty name="width" value="0.05" units="cm"/>
      <inkml:brushProperty name="height" value="0.05" units="cm"/>
    </inkml:brush>
  </inkml:definitions>
  <inkml:trace contextRef="#ctx0" brushRef="#br0">374 0 24575,'11'167'0,"-10"-158"0,3 14 0,-2-1 0,0 1 0,-2 0 0,-2 26 0,1-47 0,1 1 0,-1-1 0,0 0 0,0 1 0,0-1 0,0 0 0,-1 0 0,1 0 0,-1 0 0,1 0 0,-1 0 0,0 0 0,1 0 0,-1-1 0,0 1 0,0-1 0,0 1 0,0-1 0,-1 0 0,1 1 0,0-1 0,-1-1 0,1 1 0,-4 1 0,-6 1 0,0 0 0,-1-1 0,-19 0 0,29-2 0,-178-3-674,162 2-17,-56-3-6135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08.911"/>
    </inkml:context>
    <inkml:brush xml:id="br0">
      <inkml:brushProperty name="width" value="0.05" units="cm"/>
      <inkml:brushProperty name="height" value="0.05" units="cm"/>
    </inkml:brush>
  </inkml:definitions>
  <inkml:trace contextRef="#ctx0" brushRef="#br0">52 0 24575,'-1'0'0,"1"0"0,-1 1 0,0-1 0,1 0 0,-1 0 0,1 1 0,-1-1 0,1 0 0,-1 1 0,1-1 0,-1 1 0,1-1 0,-1 0 0,1 1 0,-1-1 0,1 1 0,0-1 0,-1 1 0,1 0 0,0-1 0,-1 1 0,1-1 0,0 1 0,0 0 0,-1-1 0,1 1 0,0 1 0,-3 19 0,3-18 0,-34 413-1365,32-395-5461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09.301"/>
    </inkml:context>
    <inkml:brush xml:id="br0">
      <inkml:brushProperty name="width" value="0.05" units="cm"/>
      <inkml:brushProperty name="height" value="0.05" units="cm"/>
    </inkml:brush>
  </inkml:definitions>
  <inkml:trace contextRef="#ctx0" brushRef="#br0">75 11 24575,'0'0'0,"0"-1"0,0 1 0,0-1 0,0 1 0,0 0 0,0-1 0,0 1 0,0-1 0,-1 1 0,1-1 0,0 1 0,0 0 0,0-1 0,0 1 0,-1 0 0,1-1 0,0 1 0,-1-1 0,1 1 0,0 0 0,0 0 0,-1-1 0,1 1 0,0 0 0,-1 0 0,1-1 0,-1 1 0,1 0 0,0 0 0,-1 0 0,1-1 0,-1 1 0,1 0 0,0 0 0,-1 0 0,1 0 0,-1 0 0,1 0 0,-1 0 0,1 0 0,-1 0 0,1 0 0,0 0 0,-1 0 0,1 1 0,-1-1 0,1 0 0,0 0 0,-1 0 0,1 1 0,-1-1 0,1 0 0,-21 13 0,16-6 0,1 0 0,-1 0 0,1 0 0,1 1 0,0-1 0,0 1 0,0 0 0,1 0 0,0 0 0,1 0 0,-1 0 0,2 0 0,-1 1 0,2 11 0,-1-4 0,1 0 0,2 0 0,-1 0 0,2 0 0,0 0 0,8 21 0,-9-32 0,-1 0 0,0 0 0,1 0 0,0 0 0,0-1 0,1 1 0,-1-1 0,1 0 0,0 0 0,0 0 0,0 0 0,1-1 0,7 5 0,-9-6 0,0-1 0,0 0 0,0 0 0,0 0 0,0-1 0,0 1 0,0-1 0,0 1 0,0-1 0,0 0 0,0 0 0,0-1 0,0 1 0,0 0 0,0-1 0,0 0 0,0 0 0,0 0 0,0 0 0,-1 0 0,1-1 0,0 1 0,-1-1 0,1 1 0,-1-1 0,4-3 0,0-1 0,0 0 0,0-1 0,-1 0 0,0 0 0,0 0 0,-1-1 0,0 1 0,0-1 0,-1 0 0,4-11 0,-4 8 0,0 0 0,0 0 0,-1 0 0,-1 0 0,0 0 0,0 0 0,-2-18 0,0 24 16,1 0-1,-1 1 1,-1-1-1,1 0 1,0 1-1,-1-1 1,0 1-1,0-1 1,-1 1-1,1 0 1,-1 0-1,0 0 1,0 0-1,0 1 1,-1-1-1,1 1 1,-1-1 0,0 1-1,1 1 1,-2-1-1,-5-3 1,6 4-85,0 1 1,0 0 0,0-1 0,0 1-1,0 1 1,-1-1 0,1 1-1,0-1 1,0 1 0,0 0 0,-1 1-1,1-1 1,0 1 0,0 0 0,0 0-1,0 0 1,0 1 0,0-1 0,0 1-1,0 0 1,0 0 0,1 0-1,-1 1 1,-4 3 0,-7 8-6758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4.300"/>
    </inkml:context>
    <inkml:brush xml:id="br0">
      <inkml:brushProperty name="width" value="0.05" units="cm"/>
      <inkml:brushProperty name="height" value="0.05" units="cm"/>
    </inkml:brush>
  </inkml:definitions>
  <inkml:trace contextRef="#ctx0" brushRef="#br0">221 279 24575,'2'-12'0,"0"0"0,0 0 0,1 0 0,1 0 0,0 0 0,1 1 0,0 0 0,9-14 0,-1-1 0,-8 15 0,1 1 0,1 0 0,0 0 0,0 0 0,1 1 0,13-13 0,-14 16 0,-1 0 0,1 1 0,0 0 0,0 1 0,1-1 0,-1 2 0,1-1 0,0 1 0,0 0 0,9-2 0,-15 4 0,1 1 0,-1-1 0,0 1 0,1 0 0,-1 0 0,0 0 0,1 0 0,-1 0 0,1 0 0,-1 1 0,0-1 0,1 1 0,-1 0 0,0-1 0,0 1 0,0 0 0,1 1 0,2 1 0,-2 0 0,-1-1 0,1 0 0,-1 1 0,0 0 0,0 0 0,-1-1 0,1 1 0,0 0 0,-1 0 0,0 1 0,2 5 0,0 5 0,0 1 0,-1-1 0,-1 1 0,-1 28 0,-1-29 0,0-1 0,-1 0 0,-1 0 0,0 0 0,0-1 0,-2 1 0,1-1 0,-1 0 0,-14 22 0,9-19 0,0 0 0,-1-1 0,-1-1 0,0 0 0,-1 0 0,-26 18 0,18-16 0,-2 0 0,0-2 0,0-1 0,-1-1 0,0-1 0,-1-1 0,0-2 0,-1 0 0,1-1 0,-29 2 0,48-8 0,0 1 0,1-1 0,-1 0 0,0-1 0,-11-1 0,17 2 0,-1 0 0,0-1 0,0 1 0,1 0 0,-1-1 0,0 1 0,0 0 0,1-1 0,-1 1 0,0-1 0,1 1 0,-1-1 0,1 1 0,-1-1 0,1 1 0,-1-1 0,1 0 0,-1 1 0,1-1 0,-1-1 0,1 1 0,0 0 0,0 0 0,0-1 0,0 1 0,0 0 0,0 0 0,0 0 0,0-1 0,1 1 0,-1 0 0,1 0 0,-1 0 0,0 0 0,1 0 0,0 0 0,-1 0 0,1 0 0,0-1 0,4-5 0,1 0 0,-1 0 0,1 1 0,0 0 0,1 0 0,-1 1 0,1 0 0,0 0 0,0 0 0,1 1 0,-1 0 0,1 1 0,0-1 0,0 2 0,0-1 0,1 1 0,13-2 0,-15 3 0,-1 1 0,0-1 0,1 1 0,-1 1 0,0-1 0,1 1 0,-1 0 0,0 1 0,0-1 0,1 1 0,-1 1 0,-1-1 0,1 1 0,0 0 0,-1 0 0,1 1 0,-1-1 0,0 1 0,0 0 0,0 1 0,-1-1 0,0 1 0,0 0 0,4 6 0,34 65 299,-16-24-1963,-17-37-5162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4.687"/>
    </inkml:context>
    <inkml:brush xml:id="br0">
      <inkml:brushProperty name="width" value="0.05" units="cm"/>
      <inkml:brushProperty name="height" value="0.05" units="cm"/>
    </inkml:brush>
  </inkml:definitions>
  <inkml:trace contextRef="#ctx0" brushRef="#br0">67 55 24575,'2'-12'0,"-5"26"0,-10 23 0,4-14 0,2 0 0,0 0 0,-4 33 0,10-51 0,0 1 0,1 0 0,-1-1 0,2 1 0,-1 0 0,0-1 0,1 1 0,0-1 0,1 1 0,-1-1 0,1 1 0,0-1 0,0 0 0,1 0 0,-1 0 0,1 0 0,0 0 0,1-1 0,6 8 0,-8-10 0,0 1 0,1-1 0,-1-1 0,0 1 0,1 0 0,0-1 0,-1 1 0,1-1 0,0 0 0,0 0 0,0 0 0,0 0 0,0 0 0,0-1 0,0 1 0,0-1 0,6 0 0,-5 0 0,1-1 0,-1 0 0,0 0 0,1-1 0,-1 1 0,0-1 0,0 0 0,0 0 0,0 0 0,0-1 0,3-3 0,2-1 0,-1-1 0,0 0 0,0 0 0,-1-1 0,0 0 0,0 0 0,-1-1 0,9-19 0,-11 20 0,-1-1 0,0 1 0,0-1 0,-1 0 0,0 0 0,0 0 0,-1-1 0,-1 1 0,0 0 0,0 0 0,-3-14 0,2 19 0,0 0 0,-1 0 0,1 0 0,-1 0 0,0 0 0,-1 0 0,1 1 0,-1-1 0,0 1 0,0 0 0,0 0 0,0 0 0,-1 0 0,0 1 0,0-1 0,0 1 0,0 0 0,0 0 0,-1 0 0,1 1 0,-1-1 0,1 1 0,-1 0 0,-6-1 0,4 1-76,-1 1 1,1 0-1,-1 0 0,1 1 0,-1-1 0,1 2 0,-1-1 0,0 1 1,1 0-1,-1 1 0,1 0 0,0 0 0,-1 0 0,1 1 1,0 0-1,1 1 0,-14 7 0,-1 4-6750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3:46:07.925"/>
    </inkml:context>
    <inkml:brush xml:id="br0">
      <inkml:brushProperty name="width" value="0.05" units="cm"/>
      <inkml:brushProperty name="height" value="0.05" units="cm"/>
    </inkml:brush>
  </inkml:definitions>
  <inkml:trace contextRef="#ctx0" brushRef="#br0">32 0 24575,'-3'0'0,"-1"3"0,-2 1 0,-4 0 0,3-1 0,6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3:46:08.078"/>
    </inkml:context>
    <inkml:brush xml:id="br0">
      <inkml:brushProperty name="width" value="0.05" units="cm"/>
      <inkml:brushProperty name="height" value="0.05" units="cm"/>
    </inkml:brush>
  </inkml:definitions>
  <inkml:trace contextRef="#ctx0" brushRef="#br0">0 0 24575,'3'0'0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3:46:08.264"/>
    </inkml:context>
    <inkml:brush xml:id="br0">
      <inkml:brushProperty name="width" value="0.05" units="cm"/>
      <inkml:brushProperty name="height" value="0.05" units="cm"/>
    </inkml:brush>
  </inkml:definitions>
  <inkml:trace contextRef="#ctx0" brushRef="#br0">0 0 24575,'3'0'0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5.868"/>
    </inkml:context>
    <inkml:brush xml:id="br0">
      <inkml:brushProperty name="width" value="0.05" units="cm"/>
      <inkml:brushProperty name="height" value="0.05" units="cm"/>
    </inkml:brush>
  </inkml:definitions>
  <inkml:trace contextRef="#ctx0" brushRef="#br0">62 165 24575,'-2'-3'0,"0"0"0,0 0 0,0 0 0,0-1 0,1 1 0,-1-1 0,1 1 0,0-1 0,0 1 0,0-1 0,1 0 0,-1-5 0,1-45 0,0 51 0,0 1 0,1 0 0,-1-1 0,1 1 0,0 0 0,-1-1 0,1 1 0,0 0 0,0 0 0,1 0 0,-1 0 0,0 0 0,1 0 0,-1 0 0,1 0 0,0 0 0,-1 1 0,1-1 0,3-1 0,-1 1 0,0-1 0,0 1 0,0 0 0,1 1 0,-1-1 0,0 1 0,1 0 0,0 0 0,7 0 0,-5 0 0,1 1 0,-1 0 0,0 0 0,1 1 0,-1 0 0,0 1 0,0-1 0,0 1 0,0 0 0,0 1 0,-1 0 0,1 0 0,6 4 0,-11-5 0,1 0 0,0 0 0,-1 1 0,0-1 0,1 1 0,-1-1 0,0 1 0,0-1 0,-1 1 0,1 0 0,0 0 0,-1 0 0,0 0 0,0 0 0,0 0 0,0 1 0,0-1 0,-1 0 0,1 5 0,-1-3 0,-1-1 0,1 1 0,-1 0 0,0 0 0,-1 0 0,1-1 0,-1 1 0,0-1 0,0 1 0,0-1 0,-6 8 0,-2 1 0,-1 1 0,-1-2 0,0 1 0,-1-2 0,0 0 0,-20 13 0,26-19 0,3-3 0,0 0 0,0 1 0,0 0 0,1 0 0,-7 6 0,10-8 0,-1 0 0,1-1 0,-1 1 0,1 0 0,-1 0 0,1 0 0,0-1 0,-1 1 0,1 0 0,0 0 0,0 0 0,-1 0 0,1 0 0,0 0 0,0 0 0,0 0 0,0 0 0,0 0 0,0 0 0,1 0 0,-1-1 0,0 1 0,0 0 0,1 0 0,-1 0 0,0 0 0,1 0 0,-1 0 0,1-1 0,-1 1 0,1 0 0,0 0 0,-1-1 0,2 2 0,5 4 0,1 0 0,-1-1 0,1 0 0,0-1 0,0 1 0,1-2 0,-1 1 0,1-1 0,11 3 0,-10-4 0,0 1 0,-1 1 0,0 0 0,0 0 0,0 0 0,0 1 0,-1 1 0,9 6 0,-16-12 0,0 1 0,0-1 0,-1 1 0,1 0 0,0 0 0,0-1 0,0 1 0,-1 0 0,1 0 0,-1 0 0,1 0 0,0 0 0,-1 0 0,0 0 0,1 0 0,-1 0 0,0 0 0,1 0 0,-1 0 0,0 0 0,0 0 0,0 0 0,0 0 0,0 0 0,0 1 0,0-1 0,0 0 0,0 0 0,-1 0 0,1 0 0,0 0 0,-1 0 0,1 0 0,-1 0 0,1 0 0,-1 0 0,1 0 0,-1 0 0,0-1 0,1 1 0,-1 0 0,0 0 0,-1 1 0,-2 1 0,-1-1 0,1 1 0,0-1 0,-1 0 0,1 0 0,-1 0 0,0-1 0,-7 2 0,-47 7-682,-81 3-1,104-12-6143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6.242"/>
    </inkml:context>
    <inkml:brush xml:id="br0">
      <inkml:brushProperty name="width" value="0.05" units="cm"/>
      <inkml:brushProperty name="height" value="0.05" units="cm"/>
    </inkml:brush>
  </inkml:definitions>
  <inkml:trace contextRef="#ctx0" brushRef="#br0">123 17 24575,'-2'-1'0,"1"-1"0,-1 1 0,0-1 0,0 1 0,1 0 0,-1-1 0,0 1 0,0 0 0,0 1 0,-1-1 0,1 0 0,0 0 0,0 1 0,0 0 0,-1-1 0,1 1 0,0 0 0,0 0 0,-1 0 0,1 0 0,0 0 0,0 1 0,0-1 0,-1 1 0,1-1 0,0 1 0,0 0 0,0 0 0,0 0 0,0 0 0,-3 3 0,1-2 0,-1 1 0,2 0 0,-1 1 0,0-1 0,1 1 0,-1-1 0,1 1 0,0 0 0,0 1 0,0-1 0,1 0 0,0 1 0,-3 5 0,4-5 0,-1 1 0,1-1 0,0 1 0,1 0 0,-1-1 0,1 1 0,0 0 0,1-1 0,-1 1 0,1-1 0,0 1 0,1 0 0,-1-1 0,1 0 0,0 1 0,0-1 0,4 6 0,-2-5 0,0 0 0,1 0 0,-1 0 0,1-1 0,0 1 0,1-1 0,0 0 0,-1-1 0,1 1 0,1-1 0,-1-1 0,8 4 0,-8-4 0,0 0 0,0-1 0,0 0 0,1-1 0,-1 1 0,1-1 0,-1 0 0,1-1 0,-1 0 0,1 0 0,-1 0 0,1-1 0,9-2 0,-11 2 0,0-1 0,0 0 0,0 0 0,0 0 0,-1-1 0,1 1 0,-1-1 0,0 0 0,0-1 0,0 1 0,0-1 0,-1 0 0,1 1 0,-1-2 0,0 1 0,0 0 0,-1-1 0,5-8 0,-6 10 0,1 0 0,-1 0 0,0 0 0,0 0 0,0-1 0,-1 1 0,1 0 0,-1 0 0,0-1 0,1 1 0,-2 0 0,1-1 0,0 1 0,-1 0 0,1 0 0,-1-1 0,0 1 0,-2-4 0,1 3 0,-1-1 0,1 1 0,-1 0 0,0 0 0,-1 0 0,1 1 0,-1-1 0,1 1 0,-1 0 0,0-1 0,-5-1 0,-2-1 0,1 0 0,-2 1 0,1 0 0,0 1 0,-1 0 0,0 1 0,0 1 0,1 0 0,-17-1 0,3 4-1365,5 3-5461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6.448"/>
    </inkml:context>
    <inkml:brush xml:id="br0">
      <inkml:brushProperty name="width" value="0.05" units="cm"/>
      <inkml:brushProperty name="height" value="0.05" units="cm"/>
    </inkml:brush>
  </inkml:definitions>
  <inkml:trace contextRef="#ctx0" brushRef="#br0">0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6.584"/>
    </inkml:context>
    <inkml:brush xml:id="br0">
      <inkml:brushProperty name="width" value="0.05" units="cm"/>
      <inkml:brushProperty name="height" value="0.05" units="cm"/>
    </inkml:brush>
  </inkml:definitions>
  <inkml:trace contextRef="#ctx0" brushRef="#br0">8 3 24575,'-3'0'0,"-1"-3"0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6.727"/>
    </inkml:context>
    <inkml:brush xml:id="br0">
      <inkml:brushProperty name="width" value="0.05" units="cm"/>
      <inkml:brushProperty name="height" value="0.05" units="cm"/>
    </inkml:brush>
  </inkml:definitions>
  <inkml:trace contextRef="#ctx0" brushRef="#br0">0 3 24575,'3'0'0,"1"-3"0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6:11:16.851"/>
    </inkml:context>
    <inkml:brush xml:id="br0">
      <inkml:brushProperty name="width" value="0.05" units="cm"/>
      <inkml:brushProperty name="height" value="0.05" units="cm"/>
    </inkml:brush>
  </inkml:definitions>
  <inkml:trace contextRef="#ctx0" brushRef="#br0">0 0 24575,'0'3'0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0.034"/>
    </inkml:context>
    <inkml:brush xml:id="br0">
      <inkml:brushProperty name="width" value="0.05" units="cm"/>
      <inkml:brushProperty name="height" value="0.05" units="cm"/>
    </inkml:brush>
  </inkml:definitions>
  <inkml:trace contextRef="#ctx0" brushRef="#br0">138 218 24575,'-2'1'0,"0"-1"0,0 1 0,0-1 0,-1 1 0,1 0 0,0 0 0,0 0 0,1 0 0,-1 0 0,0 1 0,0-1 0,0 1 0,1-1 0,-1 1 0,1-1 0,-1 1 0,1 0 0,0 0 0,0 0 0,0 0 0,0 0 0,-1 3 0,-3 4 0,1 1 0,0 0 0,-2 13 0,-4 22 0,3 1 0,-3 48 0,6 94 0,4-180 0,0 16 0,-2-22 0,-2-15 0,-10-52 0,2-1 0,4 0 0,-1-83 0,9 105 0,6-52 0,-4 75 0,2 0 0,0 1 0,1 0 0,13-32 0,-16 47 0,0 0 0,0 1 0,0-1 0,1 1 0,0 0 0,0 0 0,0 0 0,0 0 0,0 0 0,1 1 0,-1-1 0,1 1 0,0 0 0,0 0 0,1 1 0,-1-1 0,0 1 0,1 0 0,0 0 0,-1 0 0,1 1 0,0 0 0,0-1 0,0 2 0,0-1 0,0 1 0,0-1 0,0 1 0,0 1 0,0-1 0,0 1 0,-1 0 0,1 0 0,0 0 0,0 1 0,6 2 0,5 4 0,0 1 0,-1 0 0,-1 1 0,1 1 0,-1 0 0,-1 0 0,0 2 0,-1 0 0,-1 0 0,0 1 0,11 17 0,-21-29 0,1 1 0,-1-1 0,0 1 0,0-1 0,0 1 0,0 0 0,0-1 0,0 1 0,-1 0 0,1 0 0,-1-1 0,0 1 0,0 0 0,0 0 0,0 0 0,-1 0 0,1-1 0,-1 4 0,-1-1 0,0-1 0,0 0 0,0 1 0,-1-1 0,1 0 0,-1 0 0,0 0 0,0-1 0,-7 7 0,-2 1 0,-1-2 0,0 1 0,-1-2 0,0 0 0,-21 9 0,13-10 0,19-7 0,0 1 0,0 0 0,0 0 0,0 0 0,0 0 0,0 0 0,0 0 0,1 1 0,-1 0 0,-4 2 0,7-3 0,0-1 0,0 0 0,0 0 0,0 1 0,0-1 0,0 0 0,0 0 0,0 1 0,0-1 0,0 0 0,1 0 0,-1 1 0,0-1 0,0 0 0,0 0 0,0 1 0,0-1 0,0 0 0,1 0 0,-1 0 0,0 1 0,0-1 0,0 0 0,1 0 0,-1 0 0,0 0 0,0 1 0,0-1 0,1 0 0,-1 0 0,0 0 0,0 0 0,1 0 0,-1 0 0,0 0 0,1 0 0,-1 0 0,0 0 0,1 0 0,13 5 0,-12-5 0,81 18 0,-44-11 0,74 24 0,-102-27 0,0 1 0,-1 0 0,1 0 0,-1 1 0,0 1 0,0 0 0,-1 0 0,0 0 0,0 1 0,15 18 0,-21-22 0,-1 0 0,1 0 0,0 0 0,-1 0 0,0 1 0,0-1 0,0 1 0,-1-1 0,1 1 0,-1 0 0,0 0 0,0 0 0,-1-1 0,0 1 0,0 0 0,0 0 0,0 0 0,-1 0 0,1-1 0,-1 1 0,0 0 0,-1 0 0,1-1 0,-1 1 0,0-1 0,0 1 0,-1-1 0,1 0 0,-1 0 0,0 0 0,0 0 0,0-1 0,-1 1 0,1-1 0,-1 1 0,0-1 0,0-1 0,0 1 0,0 0 0,0-1 0,-9 4 0,-2 0 0,0-1 0,0 0 0,-1-1 0,0 0 0,1-1 0,-1-1 0,-22 0 0,29-2 0,0 0 0,0-1 0,-1 0 0,1 0 0,0-1 0,0 0 0,0-1 0,1 0 0,-1 0 0,1-1 0,-1 0 0,1-1 0,0 0 0,-8-6 0,14 9-40,0 0 0,0 1 0,0-1 0,0 0-1,0 0 1,0 0 0,1 0 0,-1 0 0,1-1 0,0 1 0,0 0-1,0-1 1,0 1 0,0-1 0,0 1 0,1-1 0,-1 1-1,1-1 1,-1 0 0,1 1 0,0-1 0,0 1 0,0-1 0,1 0-1,-1 1 1,1-1 0,-1 1 0,1-1 0,0 1 0,0-1-1,0 1 1,0-1 0,2-2 0,5-3-6786</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0.545"/>
    </inkml:context>
    <inkml:brush xml:id="br0">
      <inkml:brushProperty name="width" value="0.05" units="cm"/>
      <inkml:brushProperty name="height" value="0.05" units="cm"/>
    </inkml:brush>
  </inkml:definitions>
  <inkml:trace contextRef="#ctx0" brushRef="#br0">44 29 24575,'-4'-1'0,"0"0"0,0-1 0,0 1 0,1-1 0,-1 0 0,0 0 0,1-1 0,0 1 0,-1-1 0,-2-3 0,6 6 0,0 0 0,0 0 0,0 0 0,0 0 0,0 0 0,0 0 0,0 0 0,0 0 0,0 0 0,0 0 0,0 0 0,1 0 0,-1 0 0,0 0 0,0 0 0,0 0 0,0 0 0,0 0 0,0 0 0,0 0 0,0 0 0,0 0 0,0 0 0,0 0 0,0-1 0,0 1 0,0 0 0,0 0 0,0 0 0,0 0 0,0 0 0,1 0 0,-1 0 0,0 0 0,0 0 0,0 0 0,0 0 0,0 0 0,0-1 0,0 1 0,0 0 0,0 0 0,0 0 0,0 0 0,0 0 0,-1 0 0,1 0 0,0 0 0,0 0 0,0 0 0,0 0 0,0-1 0,0 1 0,0 0 0,0 0 0,0 0 0,0 0 0,0 0 0,0 0 0,0 0 0,0 0 0,0 0 0,0 0 0,0 0 0,-1 0 0,1 0 0,0 0 0,0 0 0,11 0 0,14 6 0,176 43 0,78 23 0,-276-71 0,-1 0 0,1 0 0,-1 0 0,1 0 0,-1 0 0,1 0 0,-1 1 0,0-1 0,1 1 0,1 1 0,-4-2 0,0-1 0,1 0 0,-1 1 0,0-1 0,0 0 0,0 1 0,1-1 0,-1 1 0,0-1 0,0 0 0,0 1 0,0-1 0,0 1 0,0-1 0,0 1 0,0-1 0,0 1 0,0-1 0,0 0 0,0 1 0,0-1 0,0 1 0,0 0 0,-13 12 0,-41 20 0,-2 2 0,-77 64 0,-97 114 0,227-208 54,5-4 63,10-5 54,17-11-1878,-7 1-5119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1.073"/>
    </inkml:context>
    <inkml:brush xml:id="br0">
      <inkml:brushProperty name="width" value="0.05" units="cm"/>
      <inkml:brushProperty name="height" value="0.05" units="cm"/>
    </inkml:brush>
  </inkml:definitions>
  <inkml:trace contextRef="#ctx0" brushRef="#br0">69 322 24575,'-18'-7'0,"-2"0"0,19 7 0,0 0 0,1 1 0,-1-1 0,1 0 0,-1 0 0,0 1 0,1-1 0,-1 0 0,1 0 0,-1 1 0,1-1 0,-1 1 0,1-1 0,-1 1 0,1-1 0,0 0 0,-1 1 0,1-1 0,-1 1 0,1 0 0,0-1 0,0 1 0,-1-1 0,1 1 0,0-1 0,0 1 0,0 0 0,0-1 0,-1 1 0,1 0 0,0-1 0,0 1 0,0 0 0,0 9 0,0 0 0,0 0 0,1 0 0,0 0 0,4 12 0,1 19 0,-4-10 0,-4 48 0,1-65 0,0 0 0,-2-1 0,0 1 0,0-1 0,-10 25 0,9-35 0,2-12 0,3-12 0,30-105 0,72-184 0,-100 302 0,10-24 0,16-32 0,-25 56 0,0 0 0,1 1 0,0-1 0,0 1 0,1 0 0,0 1 0,1-1 0,-1 1 0,11-7 0,-16 12 0,0 0 0,1 0 0,-1 0 0,1 0 0,-1 1 0,1-1 0,-1 0 0,1 1 0,-1-1 0,1 1 0,0 0 0,-1 0 0,1-1 0,0 1 0,-1 0 0,1 0 0,-1 1 0,1-1 0,0 0 0,-1 0 0,1 1 0,-1-1 0,1 1 0,0-1 0,-1 1 0,0 0 0,1 0 0,-1 0 0,1 0 0,-1 0 0,0 0 0,0 0 0,1 0 0,-1 0 0,0 0 0,0 1 0,0-1 0,0 0 0,-1 1 0,3 2 0,2 6 0,-1 0 0,0 1 0,0-1 0,3 20 0,-6-27 0,7 35 0,-2 0 0,2 56 0,-8 78 0,0 5 0,6-131-1365,-2-30-5461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1.276"/>
    </inkml:context>
    <inkml:brush xml:id="br0">
      <inkml:brushProperty name="width" value="0.05" units="cm"/>
      <inkml:brushProperty name="height" value="0.05" units="cm"/>
    </inkml:brush>
  </inkml:definitions>
  <inkml:trace contextRef="#ctx0" brushRef="#br0">36 106 24575,'-6'-3'0,"-5"-1"0,0-3 0,4-3 0,9 0 0,11 2 0,9-1 0,7 1 0,7-1 0,4 1 0,3 2 0,2 2 0,-2-1 0,-2 0 0,-5 0 0,-5 2 0,-9 2-8191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3.321"/>
    </inkml:context>
    <inkml:brush xml:id="br0">
      <inkml:brushProperty name="width" value="0.05" units="cm"/>
      <inkml:brushProperty name="height" value="0.05" units="cm"/>
    </inkml:brush>
  </inkml:definitions>
  <inkml:trace contextRef="#ctx0" brushRef="#br0">302 367 24575,'2'0'0,"0"0"0,0 0 0,0-1 0,0 1 0,-1-1 0,1 1 0,0-1 0,0 0 0,0 1 0,-1-1 0,1 0 0,0 0 0,-1 0 0,1 0 0,-1-1 0,0 1 0,1 0 0,0-2 0,-1 2 0,-1 0 0,1 1 0,-1-1 0,0 0 0,1 1 0,-1-1 0,0 0 0,0 0 0,1 1 0,-1-1 0,0 0 0,0 0 0,0 0 0,0 1 0,0-1 0,0 0 0,0 0 0,0 1 0,0-1 0,-1 0 0,1 0 0,0 0 0,0 1 0,-1-1 0,1 0 0,-1 1 0,1-1 0,0 0 0,-1 1 0,1-1 0,-1 0 0,1 1 0,-1-1 0,0 1 0,1-1 0,-1 1 0,0-1 0,1 1 0,-1 0 0,0-1 0,1 1 0,-1 0 0,0 0 0,-1-1 0,-9-3 0,-1 0 0,1 0 0,-1 1 0,0 1 0,0 0 0,0 0 0,-1 1 0,1 1 0,0 0 0,0 1 0,0 0 0,0 1 0,0 0 0,-16 6 0,20-6 0,-1 2 0,1-1 0,-1 1 0,1 0 0,0 1 0,1 0 0,-1 0 0,-11 12 0,14-13 0,1 1 0,0 0 0,0 0 0,1 0 0,-1 0 0,1 1 0,0-1 0,1 1 0,-1 0 0,1 0 0,1 0 0,-1 0 0,-1 10 0,3-11 0,-1-1 0,1 1 0,0-1 0,0 1 0,0-1 0,1 1 0,0-1 0,0 1 0,0-1 0,0 1 0,1-1 0,-1 0 0,1 0 0,0 0 0,1 0 0,-1 0 0,1 0 0,-1-1 0,1 1 0,0-1 0,0 1 0,1-1 0,-1 0 0,1-1 0,-1 1 0,1 0 0,0-1 0,0 0 0,8 3 0,-4-2 0,-1-1 0,0 0 0,1 0 0,-1-1 0,1 0 0,-1 0 0,1-1 0,0 0 0,-1 0 0,1-1 0,0 0 0,-1 0 0,1-1 0,-1 0 0,0 0 0,0 0 0,8-5 0,-3 0 0,-1-1 0,0 0 0,0-1 0,-1 0 0,0-1 0,-1 0 0,0 0 0,-1-1 0,0 0 0,0-1 0,-1 0 0,-1 0 0,6-14 0,4-13 0,-3 0 0,0-1 0,6-42 0,-17 69 0,15-78 0,-15 78 0,-1 0 0,-1 0 0,0 0 0,-2-21 0,2 33 0,0 0 0,0 1 0,0-1 0,0 1 0,-1-1 0,1 0 0,0 1 0,0-1 0,0 1 0,0-1 0,-1 1 0,1-1 0,0 1 0,-1-1 0,1 1 0,0-1 0,-1 1 0,1-1 0,-1 1 0,0-1 0,-6 6 0,-5 20 0,4 6 0,2 0 0,0 1 0,-1 44 0,9 99 0,1-145-341,1-1 0,1 1-1,14 44 1,-5-36-6485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3.837"/>
    </inkml:context>
    <inkml:brush xml:id="br0">
      <inkml:brushProperty name="width" value="0.05" units="cm"/>
      <inkml:brushProperty name="height" value="0.05" units="cm"/>
    </inkml:brush>
  </inkml:definitions>
  <inkml:trace contextRef="#ctx0" brushRef="#br0">260 251 24575,'1'-43'0,"-2"-54"0,1 95 0,0-1 0,0 1 0,-1 0 0,1-1 0,-1 1 0,1 0 0,-1 0 0,0-1 0,1 1 0,-1 0 0,0 0 0,-1 0 0,1 0 0,0 0 0,-1 0 0,1 0 0,-1 1 0,1-1 0,-1 0 0,0 1 0,-2-2 0,2 2 0,-1 0 0,1 0 0,-1 0 0,0 0 0,0 1 0,1-1 0,-1 1 0,0 0 0,0 0 0,0 0 0,1 0 0,-1 0 0,0 1 0,0-1 0,-2 2 0,-5 1 0,-1 1 0,2 0 0,-1 0 0,0 1 0,1 0 0,0 1 0,0 0 0,-8 8 0,6-5 0,1 1 0,1 1 0,0-1 0,0 1 0,1 1 0,1-1 0,0 1 0,-9 23 0,14-31 0,0 0 0,1 0 0,0 1 0,0-1 0,0 1 0,0-1 0,1 1 0,-1-1 0,1 1 0,1-1 0,-1 1 0,1 0 0,-1-1 0,1 0 0,0 1 0,1-1 0,-1 1 0,1-1 0,0 0 0,0 0 0,0 0 0,1 0 0,-1 0 0,1-1 0,0 1 0,0-1 0,0 0 0,1 0 0,-1 0 0,5 3 0,-2-2 0,1 1 0,0-2 0,0 1 0,0-1 0,1 0 0,-1 0 0,1-1 0,0 0 0,0-1 0,-1 1 0,1-1 0,0-1 0,0 0 0,0 0 0,0 0 0,0-1 0,0 0 0,0-1 0,-1 0 0,1 0 0,0 0 0,-1-1 0,0-1 0,0 1 0,0-1 0,0 0 0,0 0 0,-1-1 0,0 0 0,0 0 0,0-1 0,0 1 0,-1-1 0,5-8 0,-2 1 0,-2 0 0,1 0 0,-2-1 0,0 0 0,-1 0 0,0 0 0,3-22 0,-4 8 0,-1-1 0,-3-53 0,1 76 0,0 0 0,-1 0 0,0 0 0,0 0 0,-3-7 0,4 13 0,-1-1 0,1 1 0,0 0 0,0 0 0,0 0 0,0-1 0,0 1 0,0 0 0,0 0 0,-1 0 0,1-1 0,0 1 0,0 0 0,0 0 0,0 0 0,-1 0 0,1-1 0,0 1 0,0 0 0,-1 0 0,1 0 0,0 0 0,0 0 0,0 0 0,-1 0 0,1 0 0,0 0 0,0 0 0,-1 0 0,1 0 0,0 0 0,0 0 0,-1 0 0,1 0 0,0 0 0,0 0 0,0 0 0,-1 0 0,1 0 0,0 0 0,0 0 0,-1 1 0,1-1 0,0 0 0,0 0 0,0 0 0,0 0 0,-1 0 0,1 1 0,0-1 0,0 0 0,0 0 0,0 0 0,0 1 0,-1-1 0,1 0 0,0 0 0,0 0 0,0 1 0,0-1 0,0 0 0,0 0 0,0 1 0,0-1 0,0 0 0,0 0 0,0 1 0,0-1 0,-7 19 0,3 3 0,0 1 0,2 0 0,0 0 0,2 0 0,0 0 0,2 0 0,0 0 0,2-1 0,0 1 0,2-1 0,15 40 0,-18-55 29,-1-1-1,1 0 1,1-1-1,-1 1 0,1-1 1,0 1-1,1-1 1,-1 0-1,1 0 1,0-1-1,11 8 1,-12-9-130,0-1 1,1 0-1,-1 0 1,1 0 0,0-1-1,-1 1 1,1-1-1,0 0 1,0-1 0,0 1-1,0-1 1,0 0 0,0 0-1,0 0 1,-1-1-1,9-1 1,12-6-6726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4.007"/>
    </inkml:context>
    <inkml:brush xml:id="br0">
      <inkml:brushProperty name="width" value="0.05" units="cm"/>
      <inkml:brushProperty name="height" value="0.05" units="cm"/>
    </inkml:brush>
  </inkml:definitions>
  <inkml:trace contextRef="#ctx0" brushRef="#br0">54 183 24575,'0'-20'0,"0"0"0,-2 0 0,0 0 0,-2 0 0,0 1 0,-8-23 0,12 40 0,0 1 0,-1-1 0,1 1 0,-1 0 0,0-1 0,1 1 0,-1 0 0,0-1 0,0 1 0,0 0 0,1 0 0,-1 0 0,-1 0 0,1 0 0,-2-1 0,3 2 0,-1 0 0,1 0 0,0 0 0,-1 0 0,1 0 0,-1 0 0,1 1 0,-1-1 0,1 0 0,0 0 0,-1 1 0,1-1 0,0 0 0,-1 1 0,1-1 0,0 0 0,-1 1 0,1-1 0,0 0 0,0 1 0,-1-1 0,1 1 0,0-1 0,0 0 0,0 1 0,0-1 0,0 1 0,-1-1 0,1 1 0,0 0 0,-2 7 0,1 0 0,0 0 0,0 0 0,0 9 0,5 41-96,2-1 0,26 111 0,-19-110-981,-5-19-5749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4.514"/>
    </inkml:context>
    <inkml:brush xml:id="br0">
      <inkml:brushProperty name="width" value="0.05" units="cm"/>
      <inkml:brushProperty name="height" value="0.05" units="cm"/>
    </inkml:brush>
  </inkml:definitions>
  <inkml:trace contextRef="#ctx0" brushRef="#br0">0 178 24575,'0'-1'0,"0"-1"0,1 1 0,-1 0 0,0-1 0,1 1 0,-1 0 0,1-1 0,-1 1 0,1 0 0,-1 0 0,1 0 0,0-1 0,0 1 0,0 0 0,-1 0 0,1 0 0,0 0 0,0 0 0,1 0 0,-1 1 0,0-1 0,0 0 0,0 0 0,0 1 0,1-1 0,-1 1 0,0-1 0,1 1 0,2-1 0,4-1 0,1 1 0,0 0 0,14-1 0,-13 2 0,95 0 0,-75 2 0,1-2 0,-1-1 0,1-1 0,-1-2 0,39-9 0,-66 12 0,0 1 0,0-1 0,0-1 0,-1 1 0,1 0 0,0-1 0,-1 1 0,1-1 0,-1 0 0,0 0 0,0 0 0,1 0 0,-1 0 0,2-3 0,-3 3 0,-1 1 0,1 0 0,-1-1 0,0 1 0,1-1 0,-1 1 0,0 0 0,0-1 0,0 1 0,0-1 0,0 1 0,0-1 0,0 1 0,0-1 0,-1 1 0,1 0 0,0-1 0,-1 1 0,1 0 0,-1-1 0,0 1 0,1 0 0,-1-1 0,0 1 0,0 0 0,0 0 0,0 0 0,0 0 0,0 0 0,-2-1 0,-4-5 0,-1 1 0,-1 1 0,1-1 0,-1 2 0,1-1 0,-1 1 0,-1 0 0,1 1 0,-1 0 0,1 0 0,-1 1 0,0 1 0,0-1 0,1 2 0,-1-1 0,0 1 0,-17 3 0,22-2 0,1 0 0,-1 1 0,1 0 0,0 0 0,-1 0 0,1 0 0,0 0 0,0 1 0,1 0 0,-1 0 0,1 0 0,-1 0 0,-4 7 0,3-3 0,1 0 0,0-1 0,0 1 0,1 0 0,0 1 0,0-1 0,-3 14 0,3-7 0,1-1 0,1 1 0,0-1 0,1 1 0,0 0 0,1-1 0,0 1 0,1 0 0,5 15 0,-6-24 0,1 1 0,0-1 0,0 0 0,1 0 0,0 0 0,-1-1 0,2 1 0,-1 0 0,0-1 0,1 0 0,0 0 0,0 0 0,0-1 0,1 1 0,-1-1 0,10 6 0,-10-7 0,1-1 0,-1 1 0,0-1 0,1 0 0,-1 0 0,0 0 0,1-1 0,0 1 0,-1-1 0,1 0 0,-1-1 0,1 1 0,-1-1 0,1 0 0,-1 0 0,0 0 0,1 0 0,-1-1 0,0 0 0,0 0 0,5-3 0,0-1 0,0 0 0,-1 0 0,0-1 0,0-1 0,0 1 0,-1-2 0,0 1 0,0 0 0,6-13 0,4-9 0,19-51 0,-16 35 0,-9 29 0,-11 17 0,1 0 0,-1 0 0,0 0 0,0 0 0,1 0 0,-1 0 0,0 0 0,0 0 0,1 0 0,-1 0 0,0 0 0,0 0 0,0 1 0,1-1 0,-1 0 0,0 0 0,0 0 0,0 0 0,1 0 0,-1 0 0,0 1 0,0-1 0,0 0 0,0 0 0,1 0 0,-1 0 0,0 1 0,0-1 0,0 0 0,0 0 0,0 0 0,0 1 0,0-1 0,0 0 0,0 0 0,0 1 0,1-1 0,-1 0 0,0 0 0,0 1 0,3 37 0,-3 64-1365,-1-69-5461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5.201"/>
    </inkml:context>
    <inkml:brush xml:id="br0">
      <inkml:brushProperty name="width" value="0.05" units="cm"/>
      <inkml:brushProperty name="height" value="0.05" units="cm"/>
    </inkml:brush>
  </inkml:definitions>
  <inkml:trace contextRef="#ctx0" brushRef="#br0">351 369 24575,'-37'-39'0,"26"25"0,-1 1 0,0 1 0,-1 0 0,0 0 0,-1 1 0,-1 1 0,-20-11 0,32 19 0,0 1 0,-1 0 0,1 0 0,0 0 0,-1 1 0,1-1 0,-1 1 0,0 0 0,1-1 0,-1 2 0,1-1 0,-1 0 0,1 1 0,-1 0 0,1-1 0,-5 3 0,2 0 0,0 0 0,1 0 0,-1 0 0,1 0 0,0 1 0,0 0 0,1 0 0,-9 9 0,5-2 0,0 0 0,0 0 0,1 1 0,0-1 0,1 2 0,0-1 0,1 1 0,-3 14 0,5-18 0,2 0 0,-1 0 0,1 0 0,1 0 0,0 0 0,0 0 0,0 0 0,1 0 0,1 0 0,-1 0 0,2 0 0,-1 0 0,5 9 0,-4-12 0,-1-1 0,1 0 0,0 0 0,0-1 0,1 1 0,0-1 0,0 1 0,0-1 0,0 0 0,0-1 0,1 1 0,0-1 0,-1 0 0,1 0 0,1 0 0,-1-1 0,0 1 0,1-1 0,-1-1 0,1 1 0,10 1 0,-5-2 0,1 0 0,-1-1 0,1 0 0,-1-1 0,1 0 0,-1-1 0,0 0 0,1-1 0,-1 0 0,0-1 0,-1 0 0,1-1 0,-1 0 0,0-1 0,0 0 0,0 0 0,-1-1 0,0 0 0,0-1 0,-1 0 0,13-16 0,-8 8 0,0-2 0,-2 1 0,0-2 0,-1 1 0,0-1 0,-2-1 0,0 0 0,-1 0 0,-2 0 0,0-1 0,3-21 0,-5 18 0,-1-1 0,-1 1 0,0-1 0,-2 0 0,-1 1 0,-2-1 0,-6-26 0,2 31 0,2 16 0,1 13 0,2 5 0,1 0 0,0 0 0,1 0 0,1 23 0,8 61 0,-3-57 0,32 221 0,-34-243 0,5 14 0,-8-33 0,0 0 0,0 1 0,1-1 0,-1 1 0,0-1 0,0 0 0,0 1 0,1-1 0,-1 1 0,0-1 0,0 0 0,1 1 0,-1-1 0,0 0 0,1 0 0,-1 1 0,0-1 0,1 0 0,-1 0 0,1 1 0,-1-1 0,0 0 0,2 0 0,-2 0 0,1 0 0,0-1 0,-1 1 0,1-1 0,-1 1 0,1 0 0,-1-1 0,1 1 0,0-1 0,-1 0 0,0 1 0,1-1 0,-1 1 0,1-1 0,-1 0 0,0 1 0,1-1 0,-1 0 0,0 1 0,1-2 0,23-56 0,-13 30 0,1-1 0,20-31 0,-27 52 0,0 0 0,1 0 0,0 1 0,1 0 0,-1 0 0,1 0 0,1 1 0,-1 0 0,1 0 0,0 1 0,12-6 0,-18 10 0,1-1 0,-1 1 0,0 0 0,1 0 0,-1 0 0,0 0 0,1 1 0,-1-1 0,1 1 0,0-1 0,-1 1 0,1 0 0,-1 0 0,1 0 0,-1 1 0,1-1 0,-1 0 0,1 1 0,-1 0 0,1-1 0,-1 1 0,1 0 0,-1 0 0,0 1 0,0-1 0,1 0 0,-1 1 0,0-1 0,0 1 0,0 0 0,-1-1 0,1 1 0,0 0 0,-1 0 0,1 0 0,-1 1 0,0-1 0,2 4 0,2 4 0,-2 0 0,1 1 0,-2-1 0,1 1 0,-1 0 0,-1 0 0,1 19 0,-4 25 278,1-33-826,0-1 0,4 32 1,1-36-6279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5.591"/>
    </inkml:context>
    <inkml:brush xml:id="br0">
      <inkml:brushProperty name="width" value="0.05" units="cm"/>
      <inkml:brushProperty name="height" value="0.05" units="cm"/>
    </inkml:brush>
  </inkml:definitions>
  <inkml:trace contextRef="#ctx0" brushRef="#br0">140 195 24575,'0'0'0,"35"-77"0,-32 69 0,0 1 0,-1 0 0,0-1 0,-1 1 0,1-1 0,-2 0 0,1 0 0,-1-12 0,0 18 0,0 1 0,-1-1 0,1 1 0,0-1 0,-1 0 0,1 1 0,-1-1 0,1 1 0,-1-1 0,0 1 0,0-1 0,0 1 0,1 0 0,-1 0 0,0-1 0,-1 1 0,1 0 0,0 0 0,0 0 0,-1 0 0,1 0 0,0 0 0,-1 0 0,1 1 0,-1-1 0,1 0 0,-1 1 0,1-1 0,-1 1 0,1-1 0,-1 1 0,0 0 0,1 0 0,-1 0 0,1 0 0,-1 0 0,0 0 0,1 0 0,-1 1 0,1-1 0,-3 1 0,-2 1 0,0-1 0,-1 2 0,1-1 0,1 1 0,-1 0 0,0 0 0,1 0 0,-1 1 0,-5 5 0,4-2 0,0 0 0,0 1 0,0 0 0,1 1 0,1 0 0,0 0 0,0 0 0,0 0 0,1 1 0,0-1 0,1 1 0,-3 19 0,5-25 0,0 1 0,0 0 0,1-1 0,0 1 0,0 0 0,0-1 0,0 1 0,1 0 0,0-1 0,0 1 0,0-1 0,1 1 0,0-1 0,-1 1 0,1-1 0,1 0 0,-1 0 0,1 0 0,-1 0 0,1 0 0,0-1 0,1 1 0,-1-1 0,0 0 0,1 0 0,0 0 0,0 0 0,0-1 0,8 4 0,-9-4 0,0-1 0,-1 0 0,1 0 0,0 0 0,0-1 0,0 1 0,0-1 0,0 0 0,0 1 0,0-1 0,0 0 0,0-1 0,0 1 0,0-1 0,0 1 0,0-1 0,3-1 0,-2 0 0,1 0 0,-1-1 0,0 1 0,-1-1 0,1 0 0,0 0 0,-1 0 0,0-1 0,1 1 0,1-5 0,5-6 0,-1-1 0,-1 0 0,0-1 0,10-28 0,-13 29 0,-4 10 0,0 0 0,1 0 0,-1 0 0,1 1 0,0-1 0,1 0 0,-1 1 0,1 0 0,0 0 0,5-6 0,-8 10 0,0 0 0,1-1 0,-1 1 0,0 0 0,0 0 0,1 0 0,-1 0 0,0 0 0,0 0 0,1 0 0,-1 0 0,0 0 0,0 0 0,1 0 0,-1 0 0,0 0 0,0 0 0,1 0 0,-1 0 0,0 0 0,0 0 0,1 0 0,-1 0 0,0 0 0,0 1 0,1-1 0,-1 0 0,0 0 0,0 0 0,0 0 0,1 0 0,-1 1 0,0-1 0,0 0 0,0 0 0,1 0 0,-1 1 0,0-1 0,0 0 0,0 0 0,0 1 0,0-1 0,0 0 0,0 0 0,0 1 0,0-1 0,1 0 0,-1 0 0,0 1 0,2 15 0,-2-15 0,4 74 256,-5-51-580,2 0 0,1 0-1,1 0 1,8 30 0,-6-39-6502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6.337"/>
    </inkml:context>
    <inkml:brush xml:id="br0">
      <inkml:brushProperty name="width" value="0.05" units="cm"/>
      <inkml:brushProperty name="height" value="0.05" units="cm"/>
    </inkml:brush>
  </inkml:definitions>
  <inkml:trace contextRef="#ctx0" brushRef="#br0">0 134 24575,'0'-13'0,"0"0"0,1 1 0,1-1 0,0 0 0,1 0 0,7-21 0,-10 33 0,0 0 0,1 0 0,-1 0 0,1 0 0,-1 1 0,1-1 0,-1 0 0,1 0 0,-1 0 0,1 1 0,0-1 0,-1 0 0,1 0 0,0 1 0,0-1 0,0 1 0,-1-1 0,2 0 0,-1 1 0,-1 0 0,1 0 0,-1 0 0,1 0 0,-1 0 0,1 1 0,-1-1 0,1 0 0,-1 0 0,1 0 0,-1 1 0,1-1 0,-1 0 0,1 0 0,-1 1 0,0-1 0,1 0 0,-1 1 0,1-1 0,-1 0 0,0 1 0,0-1 0,1 1 0,-1 0 0,3 3 0,-1 1 0,0-1 0,0 1 0,0-1 0,1 8 0,20 143 0,-13-69 0,-10-84 0,0-1 0,0 1 0,1 0 0,-1-1 0,0 1 0,1-1 0,-1 1 0,1-1 0,0 1 0,-1-1 0,1 1 0,0-1 0,1 2 0,-2-3 0,1 1 0,-1-1 0,1 0 0,-1 0 0,0 0 0,1 0 0,-1 0 0,0 0 0,1 0 0,-1 0 0,1 0 0,-1 0 0,0 0 0,1 0 0,-1 0 0,0 0 0,1-1 0,-1 1 0,0 0 0,1 0 0,-1 0 0,0 0 0,1-1 0,-1 1 0,0 0 0,1 0 0,-1-1 0,0 1 0,0 0 0,0 0 0,1-1 0,-1 1 0,0-1 0,5-6 0,0-1 0,-1 0 0,5-12 0,-4 10 0,4-10 0,2 0 0,0 0 0,27-35 0,-34 50 0,1-1 0,-1 2 0,1-1 0,0 0 0,0 1 0,1 0 0,-1 0 0,1 0 0,0 1 0,0 0 0,0 0 0,1 1 0,-1-1 0,0 1 0,1 1 0,0-1 0,11 0 0,-16 2 0,0 0 0,0 0 0,0 0 0,0 0 0,0 0 0,0 0 0,0 1 0,0-1 0,0 1 0,0 0 0,0 0 0,0-1 0,-1 1 0,1 0 0,0 0 0,0 1 0,-1-1 0,1 0 0,2 3 0,-1 0 0,-1 1 0,1-1 0,-1 0 0,0 1 0,0-1 0,2 7 0,-3-5 0,1 0 0,1-1 0,-1 1 0,5 6 0,-6-10 0,1 0 0,-1-1 0,1 1 0,-1-1 0,1 1 0,0-1 0,-1 1 0,1-1 0,0 0 0,0 0 0,0 0 0,0 0 0,0 0 0,0 0 0,0-1 0,3 2 0,-1-2 0,1 0 0,0 0 0,-1 0 0,1 0 0,-1-1 0,1 1 0,-1-1 0,0 0 0,1-1 0,-1 1 0,0-1 0,0 0 0,0 0 0,0 0 0,0 0 0,0-1 0,0 0 0,-1 0 0,0 0 0,1 0 0,-1 0 0,3-4 0,-1 1 0,0 0 0,-1-1 0,1 1 0,-1-1 0,-1 1 0,1-1 0,-1 0 0,0-1 0,-1 1 0,0 0 0,0-1 0,1-9 0,-2 15 0,-1 0 0,0 1 0,0-1 0,0 0 0,0 1 0,0-1 0,0 0 0,0 1 0,-1-1 0,1 0 0,0 1 0,-1-1 0,1 1 0,-1-1 0,0 0 0,0 1 0,0-1 0,1 1 0,-1 0 0,0-1 0,-1 1 0,1 0 0,0 0 0,0 0 0,0-1 0,-1 1 0,1 0 0,-1 1 0,1-1 0,-1 0 0,1 0 0,-1 1 0,1-1 0,-1 1 0,0-1 0,1 1 0,-1 0 0,0-1 0,1 1 0,-1 0 0,0 0 0,-1 0 0,-4 1 0,1 0 0,0 0 0,-1 0 0,1 1 0,0 0 0,0 0 0,0 0 0,0 1 0,-10 6 0,11-6 0,1 0 0,-1 0 0,1 0 0,0 0 0,0 1 0,0 0 0,1 0 0,-1 0 0,1 0 0,0 1 0,0-1 0,0 1 0,1 0 0,0 0 0,0 0 0,0 0 0,0 0 0,1 0 0,0 1 0,0-1 0,0 0 0,1 1 0,0-1 0,0 0 0,0 1 0,1-1 0,-1 0 0,1 1 0,1-1 0,-1 0 0,1 0 0,0 0 0,0 0 0,0 0 0,0 0 0,5 5 0,42 66 0,-34-55 0,-1 1 0,-1 0 0,0 1 0,-2 0 0,8 26 0,-13-28 0,-1 0 0,0 1 0,1 27 0,-6-37 0,1 1 0,-2-1 0,1 0 0,-2 0 0,0 0 0,0 0 0,-6 17 0,7-27 0,1 1 0,-1 0 0,0-1 0,-1 1 0,1-1 0,0 1 0,-1-1 0,1 1 0,-1-1 0,0 0 0,0 0 0,1 0 0,-2 0 0,1 0 0,0 0 0,0-1 0,0 1 0,-1-1 0,1 1 0,-1-1 0,1 0 0,-1 0 0,0 0 0,1 0 0,-1-1 0,0 1 0,0-1 0,0 1 0,1-1 0,-1 0 0,0 0 0,0 0 0,0-1 0,1 1 0,-1-1 0,0 1 0,-4-3 0,-2 0 0,1-1 0,1 0 0,-1 0 0,0-1 0,1 0 0,0 0 0,0 0 0,1-1 0,0 0 0,0-1 0,-6-7 0,5 4-114,0 0 1,2-1-1,-1 1 0,1-1 0,1 0 1,0-1-1,0 1 0,1 0 0,1-1 1,0 0-1,-1-19 0,3-8-6712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56.806"/>
    </inkml:context>
    <inkml:brush xml:id="br0">
      <inkml:brushProperty name="width" value="0.05" units="cm"/>
      <inkml:brushProperty name="height" value="0.05" units="cm"/>
    </inkml:brush>
  </inkml:definitions>
  <inkml:trace contextRef="#ctx0" brushRef="#br0">147 124 24575,'0'0'0,"-1"0"0,1 0 0,0 0 0,-1 0 0,1 0 0,-1 0 0,1 0 0,0 0 0,-1 0 0,1 0 0,0 0 0,-1 1 0,1-1 0,-1 0 0,1 0 0,0 0 0,-1 1 0,1-1 0,0 0 0,-1 0 0,1 1 0,0-1 0,0 0 0,-1 0 0,1 1 0,0-1 0,0 0 0,-1 1 0,1-1 0,0 0 0,0 1 0,0-1 0,0 1 0,0-1 0,0 0 0,-1 1 0,1-1 0,0 0 0,0 1 0,0-1 0,0 1 0,0-1 0,0 0 0,1 1 0,-1-1 0,0 1 0,0-1 0,0 0 0,0 1 0,1 0 0,-1 0 0,1 1 0,-1-1 0,1 0 0,-1 0 0,1 0 0,0 0 0,-1 0 0,1-1 0,0 1 0,0 0 0,0 0 0,-1 0 0,1-1 0,0 1 0,2 1 0,0-1 0,1 0 0,-1 0 0,0 0 0,1-1 0,-1 1 0,1-1 0,-1 0 0,1 0 0,-1 0 0,1 0 0,-1 0 0,0-1 0,1 0 0,-1 1 0,1-1 0,-1-1 0,0 1 0,0 0 0,0-1 0,1 0 0,-1 1 0,-1-1 0,6-5 0,-6 5 0,0 0 0,0 0 0,0-1 0,-1 1 0,1 0 0,-1-1 0,1 1 0,-1-1 0,0 0 0,0 1 0,0-1 0,0 0 0,-1 0 0,1 1 0,-1-1 0,0 0 0,0 0 0,0 0 0,0 0 0,0 0 0,0 1 0,-1-1 0,0 0 0,1 0 0,-1 1 0,0-1 0,0 0 0,-1 1 0,-1-5 0,0 3 0,0 0 0,0 0 0,0 0 0,-1 1 0,1-1 0,-1 1 0,0-1 0,0 1 0,0 1 0,-1-1 0,1 0 0,-1 1 0,1 0 0,-1 0 0,0 1 0,0-1 0,0 1 0,0 0 0,0 0 0,0 0 0,0 1 0,0 0 0,-7 0 0,6 1 0,0-1 0,0 1 0,0 0 0,1 0 0,-1 0 0,0 1 0,0 0 0,1 0 0,-1 0 0,1 1 0,0 0 0,0 0 0,0 0 0,0 1 0,0 0 0,1 0 0,-1 0 0,1 0 0,-5 8 0,5-6 0,1 1 0,0 0 0,0 0 0,0 0 0,1 1 0,0-1 0,0 1 0,1-1 0,0 1 0,1 0 0,-1-1 0,2 1 0,-1 0 0,1-1 0,0 1 0,0-1 0,1 1 0,0-1 0,0 1 0,1-1 0,0 0 0,0 0 0,1 0 0,0-1 0,0 1 0,1-1 0,6 8 0,-6-8 0,0 0 0,1-1 0,-1 1 0,1-1 0,0 0 0,0-1 0,1 1 0,-1-1 0,1-1 0,0 1 0,0-1 0,0 0 0,0-1 0,1 0 0,-1 0 0,1 0 0,-1-1 0,1 0 0,0-1 0,0 1 0,-1-2 0,1 1 0,0-1 0,-1 0 0,1 0 0,-1-1 0,9-3 0,-12 3-85,-1 0 0,1 1-1,-1-1 1,1-1 0,-1 1-1,0 0 1,0-1 0,0 0-1,0 0 1,-1 0 0,1 0-1,-1 0 1,0 0 0,0 0-1,3-6 1,3-10-6741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24.258"/>
    </inkml:context>
    <inkml:brush xml:id="br0">
      <inkml:brushProperty name="width" value="0.05" units="cm"/>
      <inkml:brushProperty name="height" value="0.05" units="cm"/>
    </inkml:brush>
  </inkml:definitions>
  <inkml:trace contextRef="#ctx0" brushRef="#br0">170 0 24575,'-5'6'0,"1"0"0,-1 0 0,1 1 0,1-1 0,-1 1 0,1 0 0,-3 10 0,-3 3 0,-18 46 0,2 1 0,-20 87 0,35-110 0,2 1 0,2 0 0,2 0 0,3 77 0,2-102 0,1 1 0,1 0 0,1-1 0,1 0 0,1 0 0,0 0 0,2-1 0,0 1 0,1-2 0,1 1 0,1-2 0,1 1 0,0-1 0,1-1 0,1-1 0,0 1 0,1-2 0,0 0 0,2-1 0,-1-1 0,28 15 0,-7-7-341,2-2 0,0-2-1,72 20 1,3-8-6485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24.634"/>
    </inkml:context>
    <inkml:brush xml:id="br0">
      <inkml:brushProperty name="width" value="0.05" units="cm"/>
      <inkml:brushProperty name="height" value="0.05" units="cm"/>
    </inkml:brush>
  </inkml:definitions>
  <inkml:trace contextRef="#ctx0" brushRef="#br0">0 0 24575,'3'0'0,"7"3"0,5 4 0,9 7 0,6 7 0,7 5 0,3 12 0,5 10 0,-1 9 0,-4 13 0,-6 10 0,-9 9 0,-14 7 0,-22 6 0,-23 3 0,-24-1 0,-3-18-8191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9.615"/>
    </inkml:context>
    <inkml:brush xml:id="br0">
      <inkml:brushProperty name="width" value="0.05" units="cm"/>
      <inkml:brushProperty name="height" value="0.05" units="cm"/>
    </inkml:brush>
  </inkml:definitions>
  <inkml:trace contextRef="#ctx0" brushRef="#br0">638 139 24575,'1'-5'0,"0"0"0,0 0 0,0 0 0,1 0 0,-1 0 0,1 0 0,3-4 0,-3 4 0,0 1 0,0-1 0,0 1 0,-1-1 0,0 0 0,0 0 0,1-7 0,-2 10 0,0 0 0,-1 0 0,1 1 0,0-1 0,-1 0 0,0 0 0,1 1 0,-1-1 0,0 1 0,0-1 0,0 0 0,0 1 0,0 0 0,0-1 0,0 1 0,-1 0 0,1-1 0,0 1 0,-1 0 0,1 0 0,-1 0 0,1 0 0,-1 0 0,0 1 0,-2-2 0,-4-1 0,0 1 0,0 0 0,0 0 0,0 1 0,0 0 0,0 0 0,0 1 0,0 0 0,0 0 0,0 1 0,0 0 0,-9 3 0,-15 3 0,-47 20 0,78-27 0,-40 15 0,0 2 0,2 2 0,1 2 0,-47 32 0,71-43 0,0 0 0,1 1 0,0 1 0,1 0 0,1 0 0,0 1 0,0 1 0,1 0 0,1 0 0,1 1 0,0 0 0,1 0 0,0 1 0,-4 17 0,9-25 0,0 0 0,1 1 0,0-1 0,0 0 0,1 1 0,0-1 0,1 1 0,0-1 0,0 1 0,0-1 0,1 0 0,1 0 0,-1 0 0,2 0 0,5 13 0,-3-12 0,1 1 0,0-1 0,0 0 0,1 0 0,0-1 0,1 0 0,-1-1 0,1 0 0,1 0 0,20 10 0,-5-5 0,1-1 0,1-2 0,0 0 0,0-2 0,0-1 0,1-1 0,0-2 0,0-1 0,53-2 0,-70 0 69,0-1-1,-1 0 0,1-1 0,20-7 1,-26 8-212,0-1 1,0-1 0,0 1 0,0-1-1,-1 1 1,0-2 0,1 1 0,-1 0 0,0-1-1,0 1 1,6-10 0,-3 4-6684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0.145"/>
    </inkml:context>
    <inkml:brush xml:id="br0">
      <inkml:brushProperty name="width" value="0.05" units="cm"/>
      <inkml:brushProperty name="height" value="0.05" units="cm"/>
    </inkml:brush>
  </inkml:definitions>
  <inkml:trace contextRef="#ctx0" brushRef="#br0">92 2 24575,'-11'0'0,"8"-1"0,0 1 0,0-1 0,1 1 0,-1 0 0,0 0 0,0 1 0,0-1 0,1 0 0,-1 1 0,0 0 0,0-1 0,-2 2 0,5-1 0,0 1 0,0-1 0,1 0 0,-1 0 0,0 0 0,1 0 0,-1 0 0,1-1 0,-1 1 0,1 0 0,-1 0 0,1 0 0,0 0 0,-1 0 0,1-1 0,0 1 0,0 0 0,-1-1 0,1 1 0,0 0 0,1 0 0,0 1 0,35 27 0,1-1 0,2-2 0,76 39 0,-43-26 0,-35-22 0,-32-15 0,0 0 0,1 0 0,-1 1 0,0 0 0,-1 0 0,1 0 0,0 1 0,-1 0 0,0 0 0,9 9 0,-13-12 0,-1 0 0,1 0 0,-1 0 0,1 1 0,-1-1 0,0 0 0,0 0 0,1 1 0,-1-1 0,0 0 0,0 1 0,0-1 0,0 0 0,0 1 0,-1-1 0,1 0 0,0 0 0,-1 1 0,1-1 0,0 0 0,-1 0 0,0 0 0,1 1 0,-1-1 0,0 0 0,1 0 0,-1 0 0,-1 1 0,-4 4 0,1 0 0,-1 0 0,-9 6 0,10-8 0,-54 40 0,-81 46 0,85-58 0,2 2 0,-64 55 0,113-85-1365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0.851"/>
    </inkml:context>
    <inkml:brush xml:id="br0">
      <inkml:brushProperty name="width" value="0.05" units="cm"/>
      <inkml:brushProperty name="height" value="0.05" units="cm"/>
    </inkml:brush>
  </inkml:definitions>
  <inkml:trace contextRef="#ctx0" brushRef="#br0">77 264 24575,'-2'-2'0,"0"0"0,0 0 0,0 1 0,0-1 0,-1 0 0,1 1 0,-1-1 0,1 1 0,-1 0 0,1 0 0,-1 0 0,-4-1 0,5 2 0,1 0 0,0 0 0,0 0 0,0 0 0,-1 1 0,1-1 0,0 0 0,0 0 0,0 1 0,0-1 0,0 1 0,-1-1 0,1 1 0,0 0 0,0-1 0,0 1 0,0 0 0,1-1 0,-1 1 0,0 0 0,0 0 0,0 0 0,1 0 0,-1 0 0,0 0 0,1 0 0,-1 0 0,1 0 0,-1 0 0,1 0 0,0 1 0,-1 1 0,-3 15 0,1 0 0,1 0 0,0 0 0,1 0 0,4 36 0,-1-10 0,-1 105 0,9-395 0,-6 209 0,2 0 0,1 0 0,2 1 0,27-69 0,-32 96 0,0 0 0,1 0 0,0 1 0,0-1 0,1 1 0,1 0 0,13-13 0,-17 18 0,1 0 0,-1 1 0,0 0 0,1-1 0,0 1 0,0 0 0,0 1 0,0-1 0,0 1 0,0 0 0,0 0 0,0 0 0,0 0 0,0 1 0,1-1 0,-1 1 0,0 0 0,0 1 0,1-1 0,7 2 0,-3 1 0,-1 0 0,1 0 0,-1 1 0,1 0 0,-1 1 0,0-1 0,-1 2 0,1-1 0,-1 1 0,0 0 0,0 1 0,-1-1 0,0 1 0,0 0 0,0 1 0,-1 0 0,7 14 0,-9-16 0,0 1 0,0 0 0,-1 0 0,0 0 0,0 1 0,0-1 0,-1 0 0,0 1 0,-1-1 0,0 1 0,0-1 0,0 1 0,-1-1 0,0 1 0,-1-1 0,1 0 0,-1 0 0,-1 0 0,0 0 0,0 0 0,0 0 0,-6 8 0,2-6 0,0 1 0,-1-2 0,0 1 0,0-1 0,-1 0 0,0-1 0,-1 0 0,-13 8 0,1-3 0,-1-1 0,-42 14 0,59-22 0,7-1 0,15 0 0,31-2 0,-41 0 0,23-1 0,1 2 0,-1 2 0,57 11 0,-73-11 0,0 0 0,-1 1 0,1 1 0,-1 0 0,0 1 0,-1 0 0,0 1 0,0 0 0,0 1 0,-1 0 0,13 13 0,-20-19 0,-1 1 0,1 0 0,-1 0 0,0 0 0,0 0 0,0 0 0,0 0 0,0 0 0,-1 0 0,0 1 0,1-1 0,-1 1 0,-1-1 0,1 1 0,0-1 0,-1 1 0,0 0 0,0-1 0,0 6 0,-1-6 0,0 1 0,0-1 0,-1 0 0,1 0 0,-1 0 0,0 0 0,0 0 0,0 0 0,0 0 0,0 0 0,-1-1 0,1 1 0,-1-1 0,0 0 0,1 0 0,-1 0 0,0 0 0,0 0 0,-7 2 0,-8 4 43,0-2 0,0 0-1,0-1 1,-1-1 0,0 0-1,0-2 1,-33 1 0,22-3-385,1-2 1,-1-1 0,0-1-1,-35-10 1,28 3-6485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1.239"/>
    </inkml:context>
    <inkml:brush xml:id="br0">
      <inkml:brushProperty name="width" value="0.05" units="cm"/>
      <inkml:brushProperty name="height" value="0.05" units="cm"/>
    </inkml:brush>
  </inkml:definitions>
  <inkml:trace contextRef="#ctx0" brushRef="#br0">102 29 24575,'-11'-1'0,"-1"-1"0,1 0 0,-1-1 0,1 0 0,-11-6 0,14 7 0,-7-4 0,24 7 0,26 9 0,375 128 0,-392-132 0,-11-5 0,0 1 0,-1 0 0,1 1 0,0-1 0,-1 1 0,0 1 0,0-1 0,0 1 0,8 6 0,-13-9 0,-1-1 0,0 1 0,1-1 0,-1 1 0,0-1 0,0 1 0,1 0 0,-1-1 0,0 1 0,0-1 0,0 1 0,0-1 0,0 1 0,0 0 0,0-1 0,0 1 0,0 0 0,0-1 0,0 1 0,0-1 0,0 1 0,0-1 0,0 1 0,-1 0 0,1-1 0,0 1 0,0-1 0,-1 1 0,1-1 0,0 1 0,-1-1 0,1 1 0,-1-1 0,1 1 0,-1-1 0,1 0 0,0 1 0,-2 0 0,-22 14 0,21-14 0,-9 6 0,-37 18 0,2 3 0,-53 40 0,87-59 0,1 1 0,1 1 0,0 0 0,1 0 0,0 1 0,0 0 0,1 1 0,1 0 0,0 0 0,1 1 0,0 0 0,-8 27 0,14-38-151,0 1-1,1-1 0,-1 1 0,1-1 1,0 1-1,0-1 0,0 0 1,1 6-1,2 3-6674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1.711"/>
    </inkml:context>
    <inkml:brush xml:id="br0">
      <inkml:brushProperty name="width" value="0.05" units="cm"/>
      <inkml:brushProperty name="height" value="0.05" units="cm"/>
    </inkml:brush>
  </inkml:definitions>
  <inkml:trace contextRef="#ctx0" brushRef="#br0">36 230 24575,'2'-4'0,"7"-13"0,-6 14 0,-1 11 0,-3 13 0,-1 1 0,-9 42 0,0 0 0,-15 131 0,30-216 0,2 1 0,7-21 0,1-3 0,10-40 0,28-89 0,-42 146 0,1 0 0,1 1 0,1 0 0,19-25 0,-29 46 0,1 1 0,-1-1 0,1 1 0,0 0 0,0 0 0,6-3 0,-10 6 0,1 0 0,0 1 0,0-1 0,0 1 0,0-1 0,0 1 0,0-1 0,0 1 0,0 0 0,0-1 0,0 1 0,0 0 0,0 0 0,0 0 0,0 0 0,0 0 0,0 0 0,0 0 0,0 0 0,0 0 0,1 1 0,-1-1 0,0 0 0,0 1 0,0-1 0,-1 1 0,1-1 0,0 1 0,0-1 0,0 1 0,0 0 0,0-1 0,-1 1 0,1 0 0,0 0 0,0-1 0,-1 1 0,1 1 0,7 12 0,-1 0 0,-1 0 0,0 1 0,-1 0 0,-1 0 0,0 0 0,2 21 0,2 6 0,6 17-227,2-1-1,3-1 1,2 0-1,2-2 1,41 69-1,-53-106-6598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1.927"/>
    </inkml:context>
    <inkml:brush xml:id="br0">
      <inkml:brushProperty name="width" value="0.05" units="cm"/>
      <inkml:brushProperty name="height" value="0.05" units="cm"/>
    </inkml:brush>
  </inkml:definitions>
  <inkml:trace contextRef="#ctx0" brushRef="#br0">54 118 24575,'-19'-6'0,"17"6"0,-1-1 0,1 1 0,0-1 0,-1 0 0,1 0 0,0 0 0,-1 0 0,1 0 0,0 0 0,0 0 0,0-1 0,0 1 0,-3-4 0,5 5 0,0-1 0,0 1 0,0-1 0,0 1 0,0-1 0,-1 1 0,1-1 0,0 1 0,0 0 0,0-1 0,0 1 0,0-1 0,1 1 0,-1-1 0,0 1 0,0-1 0,0 1 0,0-1 0,0 1 0,1-1 0,-1 1 0,0 0 0,0-1 0,1 1 0,-1-1 0,0 1 0,1 0 0,-1-1 0,0 1 0,1 0 0,-1-1 0,1 1 0,-1 0 0,0 0 0,1-1 0,0 1 0,18-9 0,-19 8 0,26-7 0,0 1 0,1 1 0,45-4 0,-24 4 0,197-22-1365,-213 24-5461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4.019"/>
    </inkml:context>
    <inkml:brush xml:id="br0">
      <inkml:brushProperty name="width" value="0.05" units="cm"/>
      <inkml:brushProperty name="height" value="0.05" units="cm"/>
    </inkml:brush>
  </inkml:definitions>
  <inkml:trace contextRef="#ctx0" brushRef="#br0">31 56 24575,'0'-49'0,"0"43"0,0 32 0,-1 84 0,-19 133 0,15-200-1365,0-8-5461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4.424"/>
    </inkml:context>
    <inkml:brush xml:id="br0">
      <inkml:brushProperty name="width" value="0.05" units="cm"/>
      <inkml:brushProperty name="height" value="0.05" units="cm"/>
    </inkml:brush>
  </inkml:definitions>
  <inkml:trace contextRef="#ctx0" brushRef="#br0">7 121 24575,'0'0'0,"-1"-1"0,0 1 0,1-1 0,-1 0 0,1 1 0,-1-1 0,1 0 0,0 1 0,-1-1 0,1 0 0,0 0 0,-1 1 0,1-1 0,0 0 0,0 0 0,0 1 0,-1-1 0,1 0 0,0 0 0,0 0 0,0 1 0,0-1 0,1 0 0,-1-1 0,0 2 0,1-1 0,-1 1 0,0 0 0,1-1 0,-1 1 0,1 0 0,-1-1 0,1 1 0,-1 0 0,1 0 0,-1-1 0,1 1 0,-1 0 0,1 0 0,-1 0 0,1 0 0,-1 0 0,1 0 0,-1 0 0,1 0 0,-1 0 0,1 0 0,-1 0 0,1 0 0,-1 0 0,1 0 0,-1 0 0,1 1 0,-1-1 0,1 0 0,-1 0 0,1 1 0,-1-1 0,1 0 0,-1 0 0,0 1 0,1-1 0,-1 1 0,1-1 0,12 11 0,0 0 0,-1 0 0,0 1 0,-1 1 0,11 15 0,5 5 0,125 132 0,-122-136 0,1-2 0,2-1 0,48 31 0,-79-56 0,1 1 0,-1-1 0,1 1 0,0-1 0,-1 0 0,1 0 0,0 0 0,0 0 0,0-1 0,0 1 0,0-1 0,0 0 0,0 1 0,0-2 0,-1 1 0,1 0 0,6-2 0,-6 1 0,-1 0 0,0 0 0,0-1 0,0 1 0,1-1 0,-1 1 0,0-1 0,-1 0 0,1 0 0,0 0 0,-1 0 0,1 0 0,-1 0 0,1 0 0,-1-1 0,0 1 0,0 0 0,0-1 0,0 1 0,-1-1 0,2-2 0,3-25 0,-1-1 0,-1 0 0,-2 0 0,-4-57 0,0 21 0,3 33 0,-2 2 0,2-1 0,2 1 0,6-44 0,-5 72 0,-1 12 0,0 14 0,-1 235 115,-2-152-1595,1-72-5346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4.748"/>
    </inkml:context>
    <inkml:brush xml:id="br0">
      <inkml:brushProperty name="width" value="0.05" units="cm"/>
      <inkml:brushProperty name="height" value="0.05" units="cm"/>
    </inkml:brush>
  </inkml:definitions>
  <inkml:trace contextRef="#ctx0" brushRef="#br0">48 9 24575,'7'-9'0,"-11"9"0,2 1 0,1 0 0,-1 0 0,0 1 0,1-1 0,-1 0 0,1 1 0,-1-1 0,1 1 0,0-1 0,-2 3 0,-2 6 0,0 0 0,1 1 0,0-1 0,0 1 0,1 0 0,1 0 0,0 0 0,0 0 0,1 0 0,0 1 0,1-1 0,1 0 0,3 23 0,-3-28 0,1 0 0,-1 0 0,1 0 0,0-1 0,1 1 0,0 0 0,-1-1 0,2 0 0,-1 1 0,1-1 0,0-1 0,0 1 0,0 0 0,0-1 0,1 0 0,0 0 0,0 0 0,0-1 0,0 0 0,0 0 0,1 0 0,0 0 0,-1-1 0,1 0 0,0 0 0,11 1 0,-9-2 0,0 0 0,0-1 0,0 0 0,-1 0 0,1-1 0,0 0 0,0 0 0,-1-1 0,1 0 0,-1-1 0,1 1 0,-1-1 0,0-1 0,0 1 0,-1-1 0,1 0 0,7-7 0,-11 8 0,1 0 0,-1 0 0,1 0 0,-1-1 0,0 0 0,-1 1 0,1-1 0,-1 0 0,1 0 0,-1-1 0,0 1 0,-1 0 0,1-1 0,-1 1 0,0-1 0,0 1 0,0-1 0,0 0 0,-1 1 0,0-1 0,0 0 0,0 1 0,-1-1 0,0 0 0,1 1 0,-2-1 0,1 0 0,0 1 0,-4-7 0,1 3 25,0 1-1,0 0 0,-1 0 1,0 0-1,0 1 1,-1 0-1,0 0 0,0 0 1,0 0-1,-1 1 0,0 0 1,0 1-1,-15-8 1,6 5-310,0 0 1,0 2-1,-1 0 1,0 1-1,-28-4 1,3 4-6542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4.996"/>
    </inkml:context>
    <inkml:brush xml:id="br0">
      <inkml:brushProperty name="width" value="0.05" units="cm"/>
      <inkml:brushProperty name="height" value="0.05" units="cm"/>
    </inkml:brush>
  </inkml:definitions>
  <inkml:trace contextRef="#ctx0" brushRef="#br0">0 0 24575,'3'0'0,"4"3"0,7 4 0,4 7 0,4 9 0,3 11 0,2 11 0,0 10 0,-5 8 0,-6 5 0,-9 3 0,-11 1 0,-18 1 0,-19-4 0,-18-7 0,1-14-8191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5.307"/>
    </inkml:context>
    <inkml:brush xml:id="br0">
      <inkml:brushProperty name="width" value="0.05" units="cm"/>
      <inkml:brushProperty name="height" value="0.05" units="cm"/>
    </inkml:brush>
  </inkml:definitions>
  <inkml:trace contextRef="#ctx0" brushRef="#br0">80 0 24575,'1'0'0,"0"0"0,0 0 0,1 0 0,-1 1 0,0-1 0,0 0 0,0 0 0,0 1 0,0-1 0,0 1 0,0-1 0,0 1 0,0-1 0,0 1 0,-1 0 0,1-1 0,0 1 0,0 0 0,0 0 0,-1-1 0,1 1 0,0 0 0,-1 0 0,1 0 0,-1 0 0,1 0 0,-1 0 0,0 0 0,1 0 0,-1 0 0,0 0 0,1 0 0,-1 0 0,0 0 0,0 0 0,0 0 0,0 1 0,0-1 0,0 0 0,-1 0 0,1 2 0,-1 3 0,0 0 0,-1 0 0,1 0 0,-1 0 0,-5 11 0,-12 19 0,3 1 0,-22 69 0,33-85 0,1-1 0,0 1 0,2 0 0,0-1 0,1 1 0,2 0 0,3 28 0,-1-28 31,2 0 0,0 0 0,2 0 0,0 0 0,1-1 0,1-1 0,1 1 0,1-2 1,0 1-1,28 31 0,-17-25-275,2-1 0,0-1 0,2-2 0,0 0 1,1-2-1,39 22 0,25 6-6582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27.619"/>
    </inkml:context>
    <inkml:brush xml:id="br0">
      <inkml:brushProperty name="width" value="0.05" units="cm"/>
      <inkml:brushProperty name="height" value="0.05" units="cm"/>
    </inkml:brush>
  </inkml:definitions>
  <inkml:trace contextRef="#ctx0" brushRef="#br0">338 185 24575,'0'-2'0,"-1"0"0,1 0 0,-1-1 0,0 1 0,1 0 0,-1 0 0,0 0 0,0 0 0,0 0 0,-1 0 0,1 0 0,-2-1 0,3 2 0,-1 0 0,1 0 0,-1 1 0,1-1 0,-1 0 0,0 1 0,1-1 0,-1 1 0,0-1 0,1 1 0,-1-1 0,0 1 0,0-1 0,0 1 0,1 0 0,-1-1 0,0 1 0,0 0 0,0 0 0,0-1 0,0 1 0,1 0 0,-1 0 0,0 0 0,0 0 0,0 0 0,0 1 0,0-1 0,0 0 0,1 0 0,-1 0 0,-1 1 0,-4 4 0,0 1 0,1-1 0,0 1 0,0 0 0,0 0 0,0 1 0,-3 8 0,-4 3 0,-16 25 0,3 2 0,1 1 0,-23 63 0,20-31 0,-23 107 0,35-114 0,4 1 0,3 0 0,4 0 0,2 1 0,10 94 0,-2-113 0,3 0 0,2 0 0,2-1 0,2 0 0,3-1 0,2-1 0,44 79 0,-42-94 3,1-2-1,2-1 0,1-1 1,1-1-1,2-2 1,1 0-1,2-2 1,0-2-1,2-1 0,64 35 1,-45-33-22,0-2 0,2-3 0,1-2 0,1-2 0,0-3 0,116 13 0,-81-20-30,0-3 0,-1-5-1,1-3 1,-1-5 0,0-3 0,125-34-1,-153 27 17,0-3 0,-2-2 0,106-59 0,-122 56 24,-2-2 0,-1-2 0,-2-1 0,-1-2 0,48-55 1,-54 49 8,-1-2 0,-3-1 0,-1-1 0,-2-2 0,-2-1 0,-3 0 0,29-92 0,-35 84 0,-2-1 0,-3 0 0,-2-1 0,-3 0 0,-2 0 0,-9-112 0,1 129 24,-2 0 1,-1 0-1,-3 1 1,-1 1-1,-1 0 1,-3 1-1,-1 0 1,-1 1-1,-2 1 0,-2 1 1,-1 1-1,-37-41 1,30 43 1,-1 1 1,0 1 0,-3 2-1,0 1 1,-2 2-1,0 2 1,-1 1-1,-2 1 1,0 3-1,-1 1 1,-62-17-1,41 20-26,0 3 0,0 2 0,-90 0 0,-187 21 0,54 1 0,-302 17 0,576-31 0,1 1 0,-1 1 0,1-1 0,0 2 0,0-1 0,0 1 0,0 0 0,0 1 0,1 0 0,0 1 0,-1 0 0,2 0 0,-15 12 0,-61 49-1365,72-56-5461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28.226"/>
    </inkml:context>
    <inkml:brush xml:id="br0">
      <inkml:brushProperty name="width" value="0.05" units="cm"/>
      <inkml:brushProperty name="height" value="0.05" units="cm"/>
    </inkml:brush>
  </inkml:definitions>
  <inkml:trace contextRef="#ctx0" brushRef="#br0">1 135 24575,'4'5'0,"0"0"0,0 1 0,-1-1 0,0 1 0,0 0 0,0 0 0,1 6 0,5 9 0,16 30 0,2 0 0,2-2 0,2-1 0,61 71 0,-78-103 0,1-1 0,0-1 0,1 0 0,1-1 0,0-1 0,0 0 0,2-1 0,-1-1 0,1-1 0,1-1 0,-1-1 0,1 0 0,1-1 0,-1-2 0,41 5 0,-26-8 0,1-2 0,-1-1 0,1-2 0,-1-1 0,0-2 0,40-13 0,-22 2 0,-1-2 0,0-2 0,57-35 0,-80 41 0,-1-2 0,0-1 0,-1-1 0,29-29 0,-48 42 0,-2 0 0,1 0 0,-1-1 0,0 0 0,0 0 0,-1-1 0,-1 1 0,1-1 0,-1 0 0,-1 0 0,1-1 0,-2 1 0,1-1 0,-1 0 0,-1 1 0,0-1 0,0 0 0,-1-17 0,-4 10-114,1 0 1,-2 0-1,0 1 0,-1-1 0,-1 1 1,-1 1-1,0-1 0,0 1 0,-2 1 1,0 0-1,-17-19 0,7 9-6712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28.660"/>
    </inkml:context>
    <inkml:brush xml:id="br0">
      <inkml:brushProperty name="width" value="0.05" units="cm"/>
      <inkml:brushProperty name="height" value="0.05" units="cm"/>
    </inkml:brush>
  </inkml:definitions>
  <inkml:trace contextRef="#ctx0" brushRef="#br0">89 161 24575,'-33'-3'0,"38"12"0,-1-1 0,1 2 0,-2-1 0,1 0 0,-1 1 0,0-1 0,-1 1 0,1 12 0,-2-17 0,-1 1 0,0-1 0,0 1 0,-1-1 0,1 0 0,-1 1 0,-3 8 0,3-12 0,0 1 0,0-1 0,0 1 0,0-1 0,-1 1 0,1-1 0,-1 0 0,0 0 0,0 0 0,0 0 0,0 0 0,0 0 0,0 0 0,0-1 0,-4 3 0,5-3 0,0-1 0,0 1 0,0 0 0,-1-1 0,1 1 0,0-1 0,0 1 0,-1-1 0,1 0 0,0 0 0,0 1 0,-1-1 0,1 0 0,0 0 0,-1 0 0,1 0 0,0-1 0,0 1 0,-1 0 0,1-1 0,0 1 0,0 0 0,-3-2 0,3 1 0,0 0 0,-1-1 0,1 1 0,0-1 0,-1 1 0,1-1 0,0 1 0,0-1 0,0 0 0,0 0 0,1 1 0,-1-1 0,0 0 0,0-2 0,0-4 0,-1 0 0,1 0 0,0 0 0,1 0 0,0 0 0,2-13 0,1 4 0,1 1 0,0-1 0,2 0 0,0 1 0,0 0 0,2 1 0,0-1 0,1 2 0,0-1 0,1 1 0,1 0 0,22-22 0,-29 33 43,0 0 0,-1 0-1,1 0 1,0 1 0,1 0-1,-1-1 1,7-1 0,-9 3-121,0 1 0,0-1 1,0 1-1,-1 0 1,1-1-1,0 1 1,0 0-1,0 0 0,0 0 1,0 1-1,-1-1 1,1 0-1,0 1 1,0-1-1,0 1 0,-1 0 1,1-1-1,0 1 1,-1 0-1,1 0 1,2 2-1,4 6-6748</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29.019"/>
    </inkml:context>
    <inkml:brush xml:id="br0">
      <inkml:brushProperty name="width" value="0.05" units="cm"/>
      <inkml:brushProperty name="height" value="0.05" units="cm"/>
    </inkml:brush>
  </inkml:definitions>
  <inkml:trace contextRef="#ctx0" brushRef="#br0">125 87 24575,'7'-1'0,"-7"1"0,0 0 0,1 0 0,-1 0 0,0-1 0,1 1 0,-1 0 0,0 0 0,0 0 0,1 0 0,-1 0 0,0 0 0,1 0 0,-1 0 0,0 0 0,1 0 0,-1 1 0,0-1 0,0 0 0,1 0 0,-1 0 0,0 0 0,0 0 0,1 0 0,-1 1 0,0-1 0,0 0 0,1 0 0,-1 0 0,0 1 0,0-1 0,0 0 0,1 0 0,-1 1 0,0-1 0,0 0 0,0 0 0,0 1 0,0-1 0,0 0 0,0 0 0,1 1 0,-1-1 0,0 0 0,0 1 0,0-1 0,0 0 0,0 0 0,0 1 0,0-1 0,0 0 0,-1 1 0,1-1 0,0 1 0,1 4 0,0 0 0,-1 1 0,0-1 0,0 0 0,0 0 0,-1 1 0,0-1 0,0 0 0,0 0 0,0 0 0,-1 0 0,0 0 0,-5 9 0,6-12 0,0 1 0,-1-1 0,0 0 0,0 1 0,0-1 0,0 0 0,0 0 0,0 0 0,0-1 0,0 1 0,-1 0 0,1-1 0,-1 0 0,1 1 0,-1-1 0,0 0 0,1 0 0,-1-1 0,0 1 0,0 0 0,0-1 0,1 0 0,-1 0 0,0 0 0,0 0 0,0 0 0,-4-1 0,4 0 0,0 0 0,1 1 0,-1-2 0,0 1 0,0 0 0,1 0 0,-1-1 0,1 0 0,-1 1 0,1-1 0,0 0 0,-1 0 0,1 0 0,0-1 0,1 1 0,-1 0 0,0-1 0,1 1 0,-1-1 0,1 0 0,0 0 0,-1 1 0,1-1 0,1 0 0,-1 0 0,0 0 0,1 0 0,-1-4 0,1 2 0,-1-1 0,1 1 0,0-1 0,0 1 0,1-1 0,0 1 0,0-1 0,0 1 0,0 0 0,1 0 0,0-1 0,0 1 0,1 0 0,5-8 0,-5 8-54,1 1-1,0-1 0,1 1 1,-1 0-1,1 0 1,0 1-1,0-1 0,0 1 1,0 0-1,1 0 1,-1 1-1,1 0 0,0 0 1,0 0-1,0 0 0,0 1 1,0 0-1,0 0 1,0 1-1,0 0 0,0 0 1,0 0-1,0 1 1,12 2-1,2 5-6771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29.814"/>
    </inkml:context>
    <inkml:brush xml:id="br0">
      <inkml:brushProperty name="width" value="0.05" units="cm"/>
      <inkml:brushProperty name="height" value="0.05" units="cm"/>
    </inkml:brush>
  </inkml:definitions>
  <inkml:trace contextRef="#ctx0" brushRef="#br0">211 629 24575,'-1'-9'0,"0"-1"0,0 1 0,-4-12 0,-1-7 0,16 123 0,-4 1 0,-11 157 0,5-248 0,-1 11 0,0 1 0,-1 0 0,-1 0 0,0 0 0,-1-1 0,-9 22 0,13-38 0,0 1 0,0 0 0,-1-1 0,1 1 0,0-1 0,0 1 0,-1 0 0,1-1 0,-1 1 0,1-1 0,0 1 0,-1-1 0,1 1 0,-1-1 0,1 1 0,-1-1 0,0 0 0,1 1 0,-1-1 0,1 0 0,-1 1 0,0-1 0,1 0 0,-1 0 0,0 0 0,1 1 0,-1-1 0,0 0 0,1 0 0,-1 0 0,-1 0 0,1-1 0,-1 0 0,1 0 0,-1 0 0,1 0 0,0 0 0,-1 0 0,1 0 0,0 0 0,0 0 0,0 0 0,0-1 0,-1-1 0,-5-8 0,2 1 0,-8-19 0,-4-18 0,-18-87 0,2-53 0,31 175 0,-26-240 0,26 200 0,2 0 0,13-96 0,-11 132 0,2 0 0,0 0 0,0 0 0,2 0 0,0 1 0,9-18 0,-12 28 0,0 0 0,0 0 0,0 1 0,1-1 0,0 1 0,0-1 0,0 1 0,1 0 0,-1 1 0,1-1 0,0 1 0,0 0 0,0 0 0,0 0 0,1 1 0,-1 0 0,1 0 0,-1 0 0,1 1 0,9-2 0,-4 3 0,-1 0 0,1 1 0,-1 0 0,1 0 0,-1 1 0,0 1 0,0 0 0,1 0 0,-2 1 0,1 0 0,0 0 0,-1 1 0,0 1 0,0 0 0,11 9 0,-7-4 0,-1 0 0,0 0 0,0 2 0,-1-1 0,-1 1 0,0 1 0,-1 0 0,0 0 0,6 17 0,-10-20 0,-1 0 0,-1 0 0,0 1 0,0-1 0,-1 1 0,0 0 0,-1-1 0,-1 1 0,0 0 0,0 0 0,-4 17 0,1-13 0,-1 0 0,-1 0 0,-1-1 0,0 0 0,0 0 0,-2 0 0,-15 22 0,6-14 0,-1 0 0,-1-2 0,-2 0 0,0-1 0,-1 0 0,0-2 0,-2-1 0,0-1 0,-27 13 0,37-21 0,1-1 0,-1-1 0,-1-1 0,1 0 0,-1-1 0,1 0 0,-1-1 0,0-1 0,-21 1 0,52 4 0,0-1 0,0 2 0,22 14 0,-23-13 0,126 84 334,-92-58-1184,72 38 1,-80-52-5977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1.228"/>
    </inkml:context>
    <inkml:brush xml:id="br0">
      <inkml:brushProperty name="width" value="0.05" units="cm"/>
      <inkml:brushProperty name="height" value="0.05" units="cm"/>
    </inkml:brush>
  </inkml:definitions>
  <inkml:trace contextRef="#ctx0" brushRef="#br0">393 709 24575,'0'-6'0,"0"-1"0,0 1 0,-1-1 0,0 1 0,0 0 0,-1 0 0,1-1 0,-1 1 0,-1 0 0,-3-7 0,4 9 0,0 1 0,-1 0 0,1 0 0,-1 0 0,0 1 0,0-1 0,0 1 0,0-1 0,0 1 0,-1 0 0,1 0 0,-1 0 0,1 1 0,-1-1 0,0 1 0,0 0 0,1 0 0,-6-1 0,0 2 0,1-1 0,-1 1 0,1 0 0,0 1 0,-1 0 0,1 0 0,0 1 0,0 0 0,-1 1 0,2-1 0,-1 1 0,0 1 0,1 0 0,-1 0 0,1 0 0,0 1 0,0 0 0,-8 8 0,2 0 0,-1 0 0,2 0 0,0 2 0,1-1 0,0 1 0,1 1 0,-11 22 0,12-17 0,0-1 0,2 1 0,0 1 0,-4 26 0,9-41 0,1 0 0,0-1 0,0 1 0,1 0 0,0 0 0,0 0 0,1 0 0,0 0 0,0 0 0,0 0 0,1-1 0,0 1 0,1 0 0,-1-1 0,1 0 0,0 0 0,7 10 0,-6-12 0,0 0 0,0 0 0,0-1 0,1 0 0,-1 0 0,1 0 0,0 0 0,0-1 0,0 0 0,0 0 0,0 0 0,0 0 0,1-1 0,-1 0 0,1 0 0,-1-1 0,0 1 0,1-1 0,-1 0 0,1-1 0,6-1 0,0 1 0,-1-2 0,0 1 0,0-2 0,0 1 0,0-2 0,-1 1 0,1-1 0,-1-1 0,11-8 0,-7 3 0,-1-1 0,0-1 0,0 0 0,-1 0 0,-1-1 0,0-1 0,-2 0 0,1 0 0,-2-1 0,9-20 0,-6 7 0,-1-1 0,-1 0 0,-2 0 0,0-1 0,1-32 0,-9 41 0,1 22 0,0 0 0,0 0 0,0 0 0,0 0 0,0 0 0,0 0 0,0 0 0,-1-1 0,1 1 0,0 0 0,0 0 0,0 0 0,0 0 0,0 0 0,-1 0 0,1 0 0,0 0 0,0 0 0,0 0 0,0 0 0,-1 0 0,1 0 0,0 0 0,0 0 0,0 0 0,0 0 0,0 1 0,-1-1 0,1 0 0,0 0 0,0 0 0,0 0 0,0 0 0,0 0 0,0 0 0,0 0 0,-1 0 0,1 1 0,0-1 0,0 0 0,0 0 0,0 0 0,0 0 0,0 0 0,0 1 0,0-1 0,0 0 0,0 0 0,0 0 0,0 0 0,0 0 0,0 1 0,0-1 0,0 0 0,-15 38 0,11-19 0,0-1 0,2 1 0,0 0 0,1 0 0,1 0 0,0 0 0,5 27 0,-3-39 0,0 1 0,0-1 0,0 0 0,1 0 0,0 0 0,0 0 0,0-1 0,1 1 0,8 8 0,-9-11 0,1 0 0,-1-1 0,1 1 0,0-1 0,0 0 0,1 0 0,-1-1 0,1 1 0,-1-1 0,1 0 0,0 0 0,0-1 0,0 1 0,0-1 0,7 1 0,-6-1 0,0-1 0,0 0 0,0 0 0,1 0 0,-1 0 0,0-1 0,0 0 0,0-1 0,0 1 0,0-1 0,0 0 0,0-1 0,0 1 0,5-4 0,-5 1 0,1 0 0,-1 0 0,1-1 0,-1 1 0,-1-1 0,1-1 0,-1 1 0,0-1 0,5-11 0,0-1 0,-2-1 0,0 0 0,-1 0 0,-1-1 0,-1 0 0,-1 0 0,2-27 0,-2-21 0,-4-1 0,-2 1 0,-4-1 0,-27-127 0,29 175 0,-2 0 0,-9-23 0,15 44 0,0 0 0,0 0 0,-1 0 0,1 0 0,0 0 0,-1 0 0,1 0 0,-1 0 0,1 1 0,-1-1 0,0 0 0,1 0 0,-1 1 0,0-1 0,0 0 0,1 1 0,-1-1 0,0 1 0,0-1 0,-1 0 0,2 1 0,-1 0 0,1 1 0,-1-1 0,0 0 0,1 0 0,-1 1 0,1-1 0,-1 0 0,1 1 0,0-1 0,-1 0 0,1 1 0,-1-1 0,1 1 0,0-1 0,-1 1 0,1-1 0,0 1 0,-1-1 0,1 1 0,0-1 0,0 1 0,-1 1 0,-9 43 0,3 24 0,3 0 0,6 98 0,27 140 0,-15-179 0,-11-102 0,-2-11 0,0 0 0,2 0 0,-1 0 0,8 20 0,-10-34 0,1 0 0,-1 0 0,0 0 0,0 0 0,1-1 0,-1 1 0,1 0 0,-1 0 0,1-1 0,-1 1 0,1 0 0,-1-1 0,1 1 0,0 0 0,-1-1 0,1 1 0,0-1 0,-1 1 0,1-1 0,1 1 0,-1-1 0,-1 0 0,1 0 0,0 0 0,-1 0 0,1 0 0,0 0 0,-1-1 0,1 1 0,-1 0 0,1 0 0,-1-1 0,1 1 0,0 0 0,-1-1 0,1 1 0,-1 0 0,1-1 0,-1 1 0,0-1 0,1 1 0,0-1 0,3-5 0,-1 1 0,0-1 0,0 0 0,4-7 0,40-117 0,-32 85 0,1 1 0,3 0 0,25-44 0,-42 85 0,11-19 0,33-40 0,-43 57 0,1 1 0,0 0 0,0 0 0,0 0 0,1 0 0,-1 0 0,1 1 0,0 0 0,0 0 0,0 1 0,1-1 0,-1 1 0,1 0 0,-1 0 0,7 0 0,-9 2 0,0 0 0,0 0 0,1 0 0,-1 1 0,0-1 0,0 1 0,0 0 0,0 0 0,0 0 0,0 0 0,0 1 0,0-1 0,0 1 0,-1 0 0,1 0 0,0 0 0,-1 0 0,0 0 0,1 0 0,-1 1 0,0-1 0,0 1 0,-1 0 0,1-1 0,0 1 0,-1 0 0,2 3 0,3 9 0,0 1 0,-1 0 0,6 29 0,-10-42 0,5 37 0,3 53 0,3 22 0,-12-112 0,0 0 0,1-1 0,-1 1 0,1-1 0,0 1 0,0-1 0,0 1 0,0-1 0,0 1 0,0-1 0,1 0 0,-1 1 0,1-1 0,0 0 0,-1 0 0,1 0 0,0-1 0,0 1 0,1 0 0,-1-1 0,0 1 0,0-1 0,4 2 0,-3-2 0,1-1 0,0 1 0,0-1 0,-1 0 0,1 0 0,0 0 0,0 0 0,0 0 0,-1-1 0,1 0 0,0 0 0,-1 0 0,1 0 0,0 0 0,6-5 0,4-2 0,0 0 0,-1-1 0,1-1 0,-2-1 0,0 0 0,0 0 0,-1-1 0,0 0 0,-1-1 0,0-1 0,12-22 0,-11 16 0,-1-1 0,-1 0 0,-1-1 0,-1 0 0,-1 0 0,0-1 0,3-38 0,-8 52 0,-1 1 0,-1-1 0,-1-14 0,2 21 0,-1 1 0,1-1 0,-1 1 0,1-1 0,-1 0 0,0 1 0,1-1 0,-1 1 0,0-1 0,0 1 0,-1-2 0,1 2 0,1 1 0,-1 0 0,0-1 0,1 1 0,-1 0 0,1-1 0,-1 1 0,1 0 0,-1 0 0,0 0 0,1 0 0,-1 0 0,0 0 0,1 0 0,-1 0 0,1 0 0,-1 0 0,0 0 0,1 0 0,-1 0 0,1 0 0,-1 0 0,0 0 0,1 1 0,-1-1 0,1 0 0,-1 1 0,1-1 0,-1 0 0,1 1 0,-1 0 0,-3 2 0,0 0 0,1 1 0,0-1 0,-1 1 0,1 0 0,1 0 0,-1 0 0,1 0 0,-1 1 0,1-1 0,-1 6 0,-17 54 0,20-63 0,-7 29 0,1 0 0,-3 60 0,8-74 0,1 0 0,1 0 0,1 0 0,0 0 0,1 0 0,0-1 0,9 23 0,-10-33 0,0-1 0,0 0 0,0 0 0,1 1 0,-1-2 0,1 1 0,0 0 0,0 0 0,0-1 0,1 1 0,-1-1 0,1 0 0,0 0 0,0-1 0,0 1 0,0-1 0,0 0 0,1 0 0,7 3 0,-6-4 0,0 0 0,0-1 0,0 1 0,0-1 0,0 0 0,0-1 0,-1 1 0,1-1 0,0 0 0,0-1 0,-1 1 0,1-1 0,0 0 0,-1-1 0,9-4 0,-5 1 0,0 0 0,0 0 0,-1-1 0,0 0 0,0 0 0,-1-1 0,1 0 0,7-12 0,-6 5 0,0-1 0,0 1 0,-2-1 0,9-24 0,-3-6 0,-3 0 0,10-84 0,-19 121 0,0 4 0,0 0 0,-1 1 0,1-1 0,-1 0 0,-1 0 0,0-6 0,1 11 0,0 0 0,0 0 0,0 0 0,0 0 0,0 0 0,0 0 0,-1 0 0,1 0 0,0 0 0,0 0 0,0 0 0,0 0 0,0 0 0,0 0 0,0 0 0,-1 0 0,1 0 0,0 0 0,0 0 0,0 0 0,0 0 0,0 0 0,0 0 0,0 0 0,-1 0 0,1 0 0,0 0 0,0 0 0,0 0 0,0 0 0,0 0 0,0 0 0,0 0 0,0 0 0,0 0 0,0 0 0,-1 1 0,1-1 0,0 0 0,0 0 0,0 0 0,0 0 0,0 0 0,0 0 0,0 0 0,0 0 0,0 1 0,0-1 0,0 0 0,0 0 0,0 0 0,0 0 0,0 0 0,0 0 0,0 0 0,0 1 0,0-1 0,0 0 0,0 0 0,0 0 0,0 0 0,0 0 0,0 0 0,0 0 0,0 0 0,0 1 0,0-1 0,-3 11 0,-2 23 0,2 0 0,1 68 0,4-79 0,0-1 0,1 0 0,2 0 0,0 0 0,13 34 0,-15-49 0,0-1 0,0 0 0,0 0 0,1 0 0,0 0 0,0-1 0,0 1 0,1-1 0,0 0 0,0-1 0,0 1 0,1-1 0,-1 0 0,1 0 0,6 3 0,-7-5 0,0 0 0,-1-1 0,1 0 0,0 0 0,0 0 0,0 0 0,0-1 0,0 1 0,0-1 0,0 0 0,0-1 0,0 1 0,0-1 0,-1 0 0,1-1 0,0 1 0,0-1 0,-1 0 0,1 0 0,-1 0 0,8-5 0,2-3 0,0-1 0,-1-1 0,0 0 0,-1 0 0,0-1 0,-1-1 0,-1 0 0,17-29 0,-5 2 0,-2-1 0,16-52 0,-18 40 0,-2-1 0,13-87 0,-25 108 0,-1-1 0,-1 1 0,-2-1 0,-2 1 0,-8-51 0,9 77 0,-1-1 0,-1 1 0,1-1 0,-2 1 0,1 0 0,-1 0 0,0 1 0,0-1 0,-1 1 0,-7-9 0,9 14 0,1-1 0,-1 1 0,1-1 0,-1 1 0,0 0 0,0 0 0,0 1 0,0-1 0,0 0 0,0 1 0,0 0 0,-1 0 0,1 0 0,0 0 0,-1 0 0,1 1 0,-1-1 0,1 1 0,-1 0 0,1 0 0,-1 0 0,1 1 0,-1-1 0,1 1 0,-1 0 0,1 0 0,-6 2 0,1 1 0,0 1 0,0-1 0,0 1 0,1 0 0,0 1 0,0 0 0,1 0 0,-1 0 0,1 1 0,1 0 0,-1 0 0,1 1 0,1 0 0,-1-1 0,1 1 0,0 1 0,1-1 0,0 1 0,-2 10 0,-1 3 0,2 0 0,1 1 0,0 0 0,2 0 0,0 0 0,4 33 0,2-20 49,1 1 0,1-2 0,3 1-1,0-1 1,3 0 0,29 60 0,-27-69-239,0 0 0,1-1 1,2-1-1,1-1 0,0 0 1,2-1-1,0-2 1,42 32-1,-18-22-6636</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8.041"/>
    </inkml:context>
    <inkml:brush xml:id="br0">
      <inkml:brushProperty name="width" value="0.05" units="cm"/>
      <inkml:brushProperty name="height" value="0.05" units="cm"/>
    </inkml:brush>
  </inkml:definitions>
  <inkml:trace contextRef="#ctx0" brushRef="#br0">6 799 24575,'-1'-1'0,"1"0"0,-1-1 0,0 1 0,1-1 0,-1 1 0,1-1 0,-1 1 0,1 0 0,-1-1 0,1 1 0,0-1 0,0 0 0,0 1 0,0-1 0,0 1 0,0-1 0,1 1 0,-1-1 0,1-1 0,9-32 0,-8 29 0,16-38 0,-17 43 0,0-1 0,0 0 0,0 0 0,0 1 0,0-1 0,0 1 0,1-1 0,-1 1 0,0-1 0,1 1 0,-1 0 0,1 0 0,0 0 0,-1 0 0,1 0 0,0 0 0,0 0 0,-1 0 0,1 1 0,0-1 0,3 0 0,-4 1 0,0 0 0,0 1 0,0-1 0,0 0 0,0 1 0,0-1 0,0 1 0,0-1 0,0 1 0,0-1 0,0 1 0,-1 0 0,1-1 0,0 1 0,0 0 0,-1 0 0,1 0 0,0-1 0,-1 1 0,1 0 0,-1 0 0,1 0 0,-1 0 0,0 0 0,1 0 0,-1 0 0,1 2 0,4 29 0,-5-12 0,0 1 0,-1-1 0,-7 36 0,-21 61 0,15-62 0,-19 76 0,33-132 0,0 1 0,0 0 0,0 0 0,0 0 0,0 0 0,0 0 0,0 0 0,0 0 0,0 0 0,0 0 0,0 0 0,0 0 0,0 0 0,0 0 0,0 0 0,0 0 0,0 0 0,0 0 0,0 0 0,0 0 0,0 0 0,0 0 0,-1 0 0,1 0 0,0 0 0,0 0 0,0 0 0,0 0 0,0 0 0,0 0 0,0 0 0,0 0 0,0 0 0,0 0 0,0 0 0,0 0 0,0 0 0,0 0 0,0 0 0,0 0 0,0 0 0,0 0 0,0 0 0,0 0 0,-1 0 0,0-11 0,0-15 0,14-131 0,7 0 0,6 1 0,56-181 0,-72 295 0,3 1 0,1 0 0,38-74 0,-49 111 0,-1 0 0,1 0 0,-1 0 0,1 0 0,0 1 0,1-1 0,-1 1 0,1 0 0,5-4 0,-8 6 0,0 1 0,1-1 0,-1 1 0,0-1 0,1 1 0,-1 0 0,0-1 0,1 1 0,-1 0 0,1 0 0,-1 0 0,0 0 0,1 0 0,-1 0 0,1 1 0,-1-1 0,0 0 0,1 1 0,-1-1 0,0 1 0,1-1 0,-1 1 0,0 0 0,0-1 0,0 1 0,0 0 0,1 0 0,-1 0 0,0 0 0,0 0 0,-1 0 0,1 0 0,0 0 0,1 2 0,4 6 0,-1-1 0,0 1 0,0 0 0,0 0 0,-2 0 0,5 12 0,12 64 0,-12-50 0,97 511 166,-59-297-1697,-35-190-5295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9.807"/>
    </inkml:context>
    <inkml:brush xml:id="br0">
      <inkml:brushProperty name="width" value="0.05" units="cm"/>
      <inkml:brushProperty name="height" value="0.05" units="cm"/>
    </inkml:brush>
  </inkml:definitions>
  <inkml:trace contextRef="#ctx0" brushRef="#br0">45 264 24575,'-4'-2'0,"-1"0"0,1-1 0,0 1 0,0-1 0,0 0 0,0-1 0,-5-4 0,8 7 0,1 0 0,-1 0 0,1 0 0,-1 0 0,1 1 0,-1-1 0,1 0 0,-1 0 0,1 0 0,0 0 0,-1 0 0,1 0 0,0 0 0,0 0 0,0 0 0,0 0 0,0 0 0,0 0 0,0 0 0,0 0 0,0 0 0,0 0 0,1 0 0,-1 0 0,0 0 0,1 0 0,-1 0 0,1 0 0,-1 0 0,1 0 0,-1 0 0,1 0 0,0 1 0,-1-1 0,1 0 0,0 0 0,0 1 0,0-1 0,-1 1 0,1-1 0,1 0 0,14-8 0,1 0 0,-1 1 0,1 1 0,1 0 0,21-4 0,-5 1 0,-1-2 0,0 2 0,1 1 0,0 2 0,0 1 0,63-2 0,-92 9 0,1-1 0,-1 0 0,0 1 0,0 0 0,0 0 0,0 1 0,0-1 0,0 1 0,0 0 0,-1 0 0,1 1 0,-1 0 0,1-1 0,-1 2 0,8 6 0,-7-5 0,0 1 0,-1 1 0,1-1 0,-1 1 0,-1-1 0,1 1 0,-1 0 0,0 1 0,3 12 0,-1 8 0,0 0 0,-2 0 0,-2 0 0,-2 47 0,0-51 0,0-16 0,2-18 0,2-25 0,2 0 0,2 1 0,1 0 0,1 1 0,2-1 0,2 2 0,1 0 0,34-58 0,-45 85 0,0 0 0,1 1 0,0-1 0,0 1 0,0-1 0,0 1 0,1 1 0,5-5 0,-8 7 0,-1 0 0,1 0 0,-1 1 0,1-1 0,0 0 0,-1 1 0,1 0 0,0-1 0,0 1 0,-1 0 0,1 0 0,0 0 0,-1 0 0,1 0 0,0 0 0,0 0 0,-1 1 0,1-1 0,0 1 0,-1-1 0,1 1 0,0-1 0,-1 1 0,1 0 0,-1 0 0,1 0 0,-1 0 0,0 0 0,1 0 0,-1 0 0,0 1 0,2 1 0,2 3 0,0 1 0,0 0 0,0 1 0,-1-1 0,0 1 0,4 10 0,16 54 0,-10-28 0,-7-23 0,2 9 0,2 0 0,2-1 0,26 47 0,-37-73 0,0 1 0,1-1 0,0 0 0,-1 0 0,1 0 0,0 0 0,0 0 0,1-1 0,-1 1 0,0-1 0,1 0 0,0 0 0,-1 0 0,1-1 0,0 1 0,0-1 0,0 0 0,7 2 0,-4-3 0,0 0 0,0-1 0,-1 1 0,1-1 0,0-1 0,-1 1 0,1-1 0,-1 0 0,0-1 0,12-5 0,14-8 0,-2-2 0,0-1 0,40-34 0,-51 37 0,0-2 0,-1 0 0,-1-1 0,-1-1 0,21-34 0,-33 47 0,0 0 0,-1 0 0,-1-1 0,1 1 0,-1-1 0,0 0 0,-1 1 0,0-1 0,1-12 0,-2 18 0,0 0 0,0 0 0,0 0 0,0 0 0,0 0 0,-1 0 0,1 0 0,0 0 0,-1 1 0,0-1 0,1 0 0,-1 0 0,0 0 0,0 1 0,0-1 0,0 0 0,0 1 0,0-1 0,-1 1 0,1-1 0,0 1 0,-1 0 0,1-1 0,-1 1 0,0 0 0,1 0 0,-1 0 0,0 0 0,1 0 0,-1 1 0,0-1 0,0 0 0,0 1 0,0 0 0,0-1 0,0 1 0,0 0 0,0 0 0,0 0 0,1 0 0,-1 0 0,-3 1 0,-2 0 0,0 1 0,1 0 0,0 0 0,-1 0 0,1 1 0,0 0 0,0 0 0,0 1 0,-10 7 0,5-1 0,0-1 0,0 2 0,-14 17 0,14-13 0,0 0 0,1 1 0,1 1 0,0-1 0,2 1 0,-8 23 0,12-30 0,0 0 0,0 0 0,1 0 0,1 1 0,0-1 0,0 0 0,1 1 0,0-1 0,1 1 0,0-1 0,1 0 0,5 19 0,-7-27 0,1 1 0,0 0 0,0-1 0,1 1 0,-1 0 0,0-1 0,1 0 0,0 1 0,-1-1 0,1 0 0,0 0 0,0 0 0,0 0 0,1 0 0,-1-1 0,0 1 0,1-1 0,-1 1 0,1-1 0,-1 0 0,1 0 0,0 0 0,-1 0 0,1 0 0,0-1 0,0 1 0,0-1 0,-1 0 0,1 0 0,0 0 0,0 0 0,0 0 0,2-1 0,3-1 0,-1 0 0,0 0 0,0-1 0,0 0 0,-1 0 0,1-1 0,-1 0 0,0 0 0,0 0 0,0-1 0,8-8 0,-1-2 0,-1-1 0,-1-1 0,0 1 0,-2-1 0,0-1 0,8-20 0,-10 20 0,0 0 0,-1-1 0,-1 0 0,4-26 0,-10 73 0,0-1 0,2 1 0,6 38 0,-5-59 0,-1 1 0,1 0 0,0-1 0,1 0 0,0 1 0,0-1 0,0 0 0,1 0 0,0-1 0,0 1 0,1-1 0,0 0 0,0 0 0,0-1 0,1 1 0,0-1 0,8 5 0,-12-8 0,0-1 0,0 0 0,1 0 0,-1 0 0,0 0 0,1-1 0,-1 1 0,0-1 0,1 1 0,-1-1 0,0 0 0,1 0 0,-1 0 0,1 0 0,-1 0 0,1 0 0,2-2 0,-1 1 0,0 0 0,0-1 0,0 0 0,0 0 0,0 0 0,0-1 0,-1 1 0,7-7 0,-1 1 0,-1-1 0,-1 0 0,1-1 0,-1 0 0,-1 0 0,6-13 0,0-7 0,-1 0 0,-2-1 0,-1 0 0,7-60 0,-14 116 0,0-1 0,1 1 0,2 0 0,0 0 0,2-1 0,15 44 0,-20-67 0,-1 0 0,0 0 0,1 1 0,-1-1 0,1 0 0,-1 0 0,1 0 0,0 0 0,-1 0 0,1 0 0,0 0 0,0 0 0,-1 0 0,1 0 0,0-1 0,0 1 0,0 0 0,0 0 0,0-1 0,1 1 0,-1-1 0,0 1 0,2 0 0,-2-1 0,0-1 0,1 1 0,-1-1 0,0 1 0,0-1 0,0 1 0,0-1 0,0 0 0,0 0 0,0 1 0,0-1 0,0 0 0,0 0 0,0 0 0,0 0 0,0 0 0,-1 0 0,1 0 0,0 0 0,-1 0 0,1-1 0,-1 1 0,1-2 0,10-26 0,15-57 0,-18 55 0,18-44 0,-25 73 0,0 0 0,-1 0 0,1 1 0,0-1 0,0 0 0,0 1 0,0-1 0,0 1 0,1 0 0,-1-1 0,0 1 0,1 0 0,-1 0 0,3-2 0,-3 3 0,-1 0 0,0-1 0,1 1 0,-1 0 0,1 0 0,-1 0 0,0 0 0,1 0 0,-1 0 0,0 0 0,1 0 0,-1 0 0,0 1 0,1-1 0,-1 0 0,0 0 0,1 0 0,-1 0 0,0 0 0,1 1 0,-1-1 0,0 0 0,1 0 0,-1 0 0,0 1 0,1-1 0,6 18 0,2 59 0,5 20 0,-12-87 0,1 0 0,0 0 0,0 0 0,1-1 0,0 1 0,1-1 0,7 10 0,-11-17 0,0 0 0,1 0 0,-1 0 0,1 0 0,-1 0 0,1 0 0,0-1 0,0 1 0,0-1 0,0 1 0,0-1 0,0 0 0,0 0 0,0 0 0,0 0 0,1 0 0,-1 0 0,0 0 0,1-1 0,-1 1 0,0-1 0,1 0 0,3 0 0,-2-1 0,-1 0 0,1 0 0,-1 0 0,1-1 0,-1 1 0,1-1 0,-1 0 0,0 0 0,0 0 0,0 0 0,0-1 0,-1 1 0,1-1 0,4-5 0,7-12 0,0 0 0,-1-1 0,19-43 0,10-15 0,-46 106 0,4-14 0,-1-10 0,0 1 0,1 0 0,0 0 0,0-1 0,0 1 0,1 0 0,-1 0 0,1-1 0,0 1 0,0 0 0,0-1 0,0 1 0,1-1 0,-1 1 0,1-1 0,0 0 0,0 0 0,0 0 0,1 0 0,-1 0 0,1 0 0,-1-1 0,1 1 0,0-1 0,0 1 0,0-1 0,0 0 0,1 0 0,-1-1 0,6 3 0,18 5 0,1-1 0,0-2 0,0-1 0,0 0 0,1-3 0,0 0 0,45-4 0,-69 2 0,0 0 0,0-1 0,-1 1 0,1-1 0,-1 0 0,1-1 0,-1 1 0,1-1 0,-1 0 0,0 0 0,0 0 0,0-1 0,0 1 0,6-6 0,-6 4 0,-1 0 0,1-1 0,-1 1 0,0-1 0,0 1 0,-1-1 0,0 0 0,0 0 0,0 0 0,0 0 0,-1-1 0,2-7 0,0-6 0,0-1 0,-1-27 0,-2 40 0,-1-1 0,1 0 0,-1 0 0,0 1 0,-1-1 0,0 1 0,0-1 0,-7-13 0,9 21 0,0-1 0,0 1 0,0-1 0,-1 1 0,1-1 0,0 1 0,0-1 0,-1 1 0,1 0 0,0-1 0,-1 1 0,1-1 0,0 1 0,-1 0 0,1-1 0,-1 1 0,1 0 0,-1-1 0,1 1 0,-1 0 0,1 0 0,-1 0 0,1-1 0,-1 1 0,1 0 0,-1 0 0,1 0 0,-1 0 0,1 0 0,-1 0 0,1 0 0,-1 0 0,1 0 0,-2 0 0,1 1 0,0 0 0,0 0 0,0 0 0,-1 0 0,1 0 0,0 0 0,1 0 0,-1 1 0,0-1 0,0 0 0,0 0 0,0 2 0,-3 6 0,0 0 0,-4 19 0,3 1 0,2 0 0,1 0 0,0 0 0,6 54 0,28 120 0,-10-77 0,-19-103 0,6 40 0,3 92 0,-12-137 0,0-1 0,-2 0 0,0 0 0,0 0 0,-2 0 0,0 0 0,-1-1 0,-1 0 0,0 0 0,-12 22 0,15-34 0,1 0 0,-1 0 0,0 0 0,0 0 0,0-1 0,0 1 0,0-1 0,-1 0 0,0 0 0,1 0 0,-1 0 0,0-1 0,0 0 0,-1 0 0,1 0 0,0 0 0,-1-1 0,1 1 0,-1-1 0,0 0 0,1 0 0,-1-1 0,0 0 0,1 0 0,-1 0 0,0 0 0,1 0 0,-1-1 0,0 0 0,1 0 0,-1-1 0,1 1 0,-1-1 0,1 0 0,-8-4 0,1-2 0,0 1 0,1-1 0,1-1 0,-1 0 0,2 0 0,-1-1 0,1 0 0,0-1 0,1 1 0,1-1 0,-1-1 0,2 1 0,0-1 0,0 0 0,-4-17 0,1-2 0,2 0 0,0 0 0,2 0 0,2 0 0,1-39 0,2 41 0,2 0 0,0-1 0,2 1 0,1 1 0,1-1 0,2 1 0,17-38 0,-20 52 0,2 1 0,0 0 0,0 0 0,1 1 0,1 0 0,20-20 0,-21 25 0,0 0 0,0 0 0,0 1 0,1 0 0,0 0 0,1 1 0,-1 1 0,1-1 0,0 2 0,11-3 0,0 2-455,0 1 0,35 0 0,-11 4-6371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0.195"/>
    </inkml:context>
    <inkml:brush xml:id="br0">
      <inkml:brushProperty name="width" value="0.05" units="cm"/>
      <inkml:brushProperty name="height" value="0.05" units="cm"/>
    </inkml:brush>
  </inkml:definitions>
  <inkml:trace contextRef="#ctx0" brushRef="#br0">117 227 24575,'1'0'0,"-1"0"0,1 0 0,0 0 0,-1-1 0,1 1 0,-1 0 0,1 0 0,-1-1 0,1 1 0,-1 0 0,1-1 0,-1 1 0,1 0 0,-1-1 0,1 1 0,-1-1 0,0 1 0,1-1 0,-1 1 0,0-1 0,1 1 0,-1-1 0,0 1 0,0-1 0,0 1 0,1-1 0,-1 0 0,4-20 0,-3 15 0,0 2 0,5-30 0,-1-1 0,1-53 0,-6 87 0,0-1 0,0 1 0,0-1 0,0 1 0,0 0 0,0-1 0,-1 1 0,1-1 0,0 1 0,-1-1 0,0 1 0,1 0 0,-1-1 0,1 1 0,-1 0 0,0 0 0,0-1 0,-1 0 0,1 2 0,0-1 0,0 1 0,0 0 0,0 0 0,0 0 0,0 0 0,0 0 0,1 0 0,-1 0 0,0 1 0,0-1 0,0 0 0,0 0 0,0 1 0,0-1 0,0 1 0,1-1 0,-1 0 0,0 1 0,0 0 0,1-1 0,-1 1 0,0-1 0,0 1 0,1 0 0,-1-1 0,1 1 0,-1 0 0,0 1 0,-15 18 0,0 1 0,1 0 0,1 1 0,1 1 0,1 0 0,-12 37 0,22-56 0,1 0 0,0 0 0,0 0 0,0 1 0,0-1 0,1 0 0,0 1 0,0 5 0,0-10 0,0 1 0,0-1 0,0 1 0,0-1 0,1 1 0,-1-1 0,0 1 0,0-1 0,0 1 0,0-1 0,1 1 0,-1-1 0,0 1 0,1-1 0,-1 0 0,0 1 0,0-1 0,1 0 0,-1 1 0,1-1 0,-1 0 0,0 1 0,1-1 0,-1 0 0,1 0 0,-1 1 0,1-1 0,0 0 0,0 0 0,1 0 0,-1 0 0,0-1 0,1 1 0,-1-1 0,0 1 0,1-1 0,-1 1 0,0-1 0,0 0 0,1 1 0,-1-1 0,0 0 0,0 0 0,2-2 0,6-6 0,0 0 0,0-1 0,0 0 0,-2 0 0,11-17 0,27-62 0,-9 16 0,-36 73 0,0 0 0,0 0 0,0 0 0,0 0 0,0 0 0,0 0 0,0-1 0,0 1 0,0 0 0,0 0 0,0 0 0,0 0 0,0 0 0,0 0 0,0 0 0,0 0 0,0 0 0,0-1 0,0 1 0,0 0 0,0 0 0,1 0 0,-1 0 0,0 0 0,0 0 0,0 0 0,0 0 0,0 0 0,0 0 0,0 0 0,0 0 0,0 0 0,0 0 0,0-1 0,1 1 0,-1 0 0,0 0 0,0 0 0,0 0 0,0 0 0,0 0 0,0 0 0,0 0 0,0 0 0,1 0 0,-1 0 0,0 0 0,0 0 0,0 0 0,0 1 0,0-1 0,0 0 0,0 0 0,0 0 0,0 0 0,1 0 0,-1 0 0,0 0 0,0 0 0,0 0 0,1 10 0,-2 22 0,0-24 0,-2 37 171,7 88 0,-3-119-327,1 0 1,1-1 0,0 1 0,1 0 0,0-1 0,1 0 0,0 0-1,1 0 1,1-1 0,13 19 0,-5-13-6671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3.078"/>
    </inkml:context>
    <inkml:brush xml:id="br0">
      <inkml:brushProperty name="width" value="0.05" units="cm"/>
      <inkml:brushProperty name="height" value="0.05" units="cm"/>
    </inkml:brush>
  </inkml:definitions>
  <inkml:trace contextRef="#ctx0" brushRef="#br0">88 435 24575,'-7'-40'0,"5"36"0,1 1 0,0-1 0,0 0 0,0 1 0,0-1 0,1 0 0,-1 0 0,1 0 0,0 0 0,0 1 0,1-1 0,-1 0 0,1 0 0,0 0 0,0 1 0,2-8 0,-2 11 0,-1-1 0,0 1 0,0 0 0,0-1 0,1 1 0,-1 0 0,0-1 0,0 1 0,1 0 0,-1 0 0,0-1 0,0 1 0,1 0 0,-1 0 0,0-1 0,1 1 0,-1 0 0,0 0 0,1 0 0,-1 0 0,1 0 0,-1-1 0,0 1 0,1 0 0,-1 0 0,1 0 0,-1 0 0,0 0 0,1 0 0,-1 0 0,1 0 0,-1 0 0,0 0 0,1 1 0,0-1 0,9 13 0,3 22 0,-4 12 0,-2 1 0,-2 0 0,-3 65 0,-1-77 0,-87 2031-1960,76-1973 1942,-33 491-318,42-528 467,11 91 1,-8-127-59,2 0 0,1 0 0,0 0 0,2-1 0,0 0 0,1-1 0,17 30 0,-18-39-20,0-1 0,0 0-1,1 0 1,1-1-1,-1 0 1,1 0 0,0-1-1,1-1 1,0 1 0,0-1-1,0-1 1,1 0 0,0-1-1,0 0 1,0 0-1,18 3 1,8-1 90,0-2 0,1-1 0,69-3 0,347-38-615,-178 10 13,725-26-2438,2 34 549,-626 14 2005,2835-25-4671,-25 38 3362,-2690-4 1570,-482-3 91,2316 2-432,-4-72 975,-1117-24 4589,-1103 82-3345,137-33 0,-235 43-1482,-1 0 0,0-1 0,1 0 0,-1 0 0,0-1 1,-1 0-1,15-11 0,-20 13-232,1 0-1,-1-1 1,1 1 0,-1-1 0,0 0 0,0 1 0,0-1 0,-1 0 0,1 0 0,-1 0-1,0-1 1,1 1 0,-1 0 0,-1 0 0,1-1 0,0 1 0,-1 0 0,0-1 0,1 1 0,-1-1-1,-1 1 1,0-7 0,-2-4-82,-1 0 0,-9-25 0,9 31 0,1 0 0,0 0 0,0 0 0,1 0 0,0-1 0,0 1 0,1-1 0,0 0 0,1 1 0,0-1 0,1-13 0,48-144 0,-12 47 0,150-788-597,-112 176 588,-72 540 63,-38-350 1,32 520-15,-5-47 112,-3 1 1,-28-92-1,37 151-152,-1 1 0,0-1 0,0 1 0,-1 0 0,0 0 0,0 1 0,0-1 0,-1 1 0,-8-8 0,9 10 0,-1 1 0,1-1 0,-1 1 0,0 0 0,0 0 0,0 1 0,-1-1 0,1 1 0,-1 0 0,1 1 0,-1-1 0,1 1 0,-10-1 0,-375-23 0,29 2 0,-1644-86-2311,1632 104 2082,-1683-3-1509,135 34 1510,1433-23-144,-236 5-154,1 22 288,-1649 162 238,864-72-94,654-90 669,398-18-352,-172 30 2326,28-2-160,205-48-2389,292 1 0,-178-8 0,192 14 0,-103 12 0,130-7 32,-64-3 0,57-2-1461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7.606"/>
    </inkml:context>
    <inkml:brush xml:id="br0">
      <inkml:brushProperty name="width" value="0.05" units="cm"/>
      <inkml:brushProperty name="height" value="0.05" units="cm"/>
    </inkml:brush>
  </inkml:definitions>
  <inkml:trace contextRef="#ctx0" brushRef="#br0">155 44 24575,'0'-44'0,"-11"78"0,-4 204 0,12-163 0,-95 903 0,71-789 0,27-188 0,0 0 0,0 0 0,-1 0 0,1 0 0,0 0 0,0 0 0,0 0 0,0-1 0,0 1 0,0 0 0,0 0 0,1 0 0,-1 0 0,0 0 0,0 0 0,1 0 0,-1 0 0,1-1 0,-1 1 0,1 0 0,-1 0 0,1 0 0,-1-1 0,1 1 0,0 0 0,-1-1 0,1 1 0,0 0 0,-1-1 0,1 1 0,0-1 0,0 1 0,0-1 0,0 0 0,-1 1 0,1-1 0,0 0 0,0 0 0,0 1 0,0-1 0,0 0 0,0 0 0,1 0 0,5-1 0,0 0 0,-1 0 0,1 0 0,0-1 0,7-3 0,4 0 0,40-8 0,1 4 0,78-4 0,124 9 0,-167 4 0,776 10-1336,-112 1 248,555-45 1145,-1299 33-24,24-1 621,-37 2-592,1 0 0,0 0 0,-1 0 0,1 0-1,0 1 1,-1-1 0,1 0 0,0 1 0,-1 0 0,1-1-1,-1 1 1,1 0 0,-1 0 0,1-1 0,-1 1 0,2 2 0,-2-2-48,-1 0 0,1 0 1,-1 0-1,0-1 0,1 1 1,-1 0-1,0 0 1,0 0-1,0 0 0,0 0 1,0 0-1,0 0 0,0 0 1,0 0-1,0 0 1,0 0-1,-1 0 0,1 0 1,0 0-1,-1 0 1,0 0-1,-11 25 243,5-15-202,0 11-55,0 1 0,1 0 0,1 0 0,2 0 0,-2 44 0,0-13 0,-6 104 0,9 160 0,31 158 0,-13-242 0,-2-36 0,14 454 0,-29-645 342,1-11-2049,0-6-5119</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7.977"/>
    </inkml:context>
    <inkml:brush xml:id="br0">
      <inkml:brushProperty name="width" value="0.05" units="cm"/>
      <inkml:brushProperty name="height" value="0.05" units="cm"/>
    </inkml:brush>
  </inkml:definitions>
  <inkml:trace contextRef="#ctx0" brushRef="#br0">1 16 24575,'0'3'0,"1"1"0,-1-1 0,1 0 0,0 1 0,0-1 0,0 0 0,1 0 0,-1 0 0,1 0 0,0 0 0,-1-1 0,1 1 0,0 0 0,1-1 0,-1 1 0,3 2 0,8 6 0,0-1 0,15 10 0,-6-5 0,-9-5 0,0-2 0,0 0 0,0 0 0,1-1 0,0-1 0,0 0 0,24 6 0,-31-11 0,-1 1 0,1-1 0,0-1 0,-1 1 0,1-1 0,0 0 0,-1-1 0,1 0 0,-1 0 0,1 0 0,-1-1 0,1 0 0,-1 0 0,0 0 0,0-1 0,0 0 0,0 0 0,0-1 0,-1 1 0,6-5 0,-1-2 0,-1 0 0,1 0 0,-2-1 0,0 0 0,0-1 0,-1 0 0,0 0 0,-1 0 0,9-24 0,-8 14 134,-11 27 54,-17 38-926,16-33-211,-7 14-5877</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8.745"/>
    </inkml:context>
    <inkml:brush xml:id="br0">
      <inkml:brushProperty name="width" value="0.05" units="cm"/>
      <inkml:brushProperty name="height" value="0.05" units="cm"/>
    </inkml:brush>
  </inkml:definitions>
  <inkml:trace contextRef="#ctx0" brushRef="#br0">110 310 24575,'1'-6'0,"0"1"0,0-1 0,0 0 0,1 0 0,4-9 0,3-9 0,-6 11 0,1 0 0,-2-1 0,0 1 0,1-16 0,-3 29 0,0 0 0,0 0 0,-1 0 0,1 0 0,0 0 0,0 0 0,0 0 0,0 1 0,0-1 0,0 0 0,0 0 0,-1 0 0,1 0 0,0 0 0,0 0 0,0 0 0,0 0 0,0 0 0,0 0 0,-1 0 0,1 0 0,0 0 0,0 0 0,0 0 0,0 0 0,0 0 0,-1 0 0,1 0 0,0 0 0,0 0 0,0 0 0,0-1 0,0 1 0,0 0 0,-1 0 0,1 0 0,0 0 0,0 0 0,0 0 0,0 0 0,0 0 0,0-1 0,0 1 0,0 0 0,0 0 0,0 0 0,0 0 0,-1 0 0,1 0 0,0-1 0,0 1 0,0 0 0,0 0 0,-7 13 0,-10 32 0,-22 84 0,20-62 0,-35 142 0,53-208 0,1 1 0,-1-1 0,1 1 0,0-1 0,-1 1 0,1 0 0,0-1 0,0 1 0,0-1 0,0 1 0,0 0 0,1 2 0,0-4 0,-1 0 0,1 0 0,-1 0 0,1 0 0,-1 0 0,1 0 0,-1-1 0,0 1 0,1 0 0,-1 0 0,1-1 0,-1 1 0,1 0 0,-1 0 0,0-1 0,1 1 0,-1 0 0,0-1 0,1 1 0,-1-1 0,0 1 0,0 0 0,1-1 0,-1 1 0,0-1 0,26-41 0,91-235 0,-33 71 0,-79 195 0,23-43 0,-25 49 0,0 1 0,0 0 0,0 0 0,0 0 0,1 0 0,0 1 0,0-1 0,0 1 0,6-4 0,-8 6 0,-1 1 0,1-1 0,-1 0 0,1 1 0,0-1 0,-1 1 0,1 0 0,0-1 0,-1 1 0,1 0 0,0 0 0,0 0 0,-1 0 0,1 1 0,0-1 0,-1 0 0,1 1 0,0-1 0,-1 1 0,1-1 0,-1 1 0,1 0 0,-1 0 0,1 0 0,-1 0 0,1 0 0,-1 0 0,0 0 0,0 0 0,0 0 0,2 3 0,2 2 0,0 1 0,0 0 0,-1-1 0,-1 1 0,6 13 0,8 30 0,-2 1 0,11 74 0,-12-56 0,-8-41 38,54 222-1441,-50-219-5423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9.275"/>
    </inkml:context>
    <inkml:brush xml:id="br0">
      <inkml:brushProperty name="width" value="0.05" units="cm"/>
      <inkml:brushProperty name="height" value="0.05" units="cm"/>
    </inkml:brush>
  </inkml:definitions>
  <inkml:trace contextRef="#ctx0" brushRef="#br0">12 397 24575,'-1'-1'0,"0"1"0,0-1 0,0 0 0,0 0 0,1 0 0,-1 0 0,0 0 0,1 0 0,-1 0 0,0 0 0,1 0 0,-1 0 0,1-1 0,0 1 0,-1 0 0,1 0 0,0 0 0,0 0 0,0-1 0,-1 0 0,2 0 0,0 1 0,0 0 0,-1 0 0,1 0 0,0-1 0,0 1 0,0 0 0,0 0 0,0 0 0,1 0 0,-1 1 0,0-1 0,0 0 0,0 0 0,1 1 0,-1-1 0,2 0 0,32-13 0,1 2 0,58-13 0,-13 5 0,93-34 0,-174 54 0,1-1 0,0 1 0,0 0 0,0 0 0,-1 0 0,1 0 0,0 0 0,0 0 0,0 0 0,-1 0 0,1 0 0,0 0 0,0 0 0,0 1 0,-1-1 0,1 0 0,0 0 0,-1 1 0,1-1 0,0 1 0,0-1 0,-1 1 0,1-1 0,-1 1 0,1-1 0,0 1 0,-1-1 0,1 1 0,-1 0 0,1-1 0,-1 1 0,0 0 0,1-1 0,-1 1 0,0 0 0,1 0 0,-1-1 0,0 1 0,0 0 0,0 0 0,0 0 0,0-1 0,0 1 0,0 0 0,0 0 0,0 0 0,0-1 0,0 1 0,0 1 0,-1 8 0,0 1 0,-1-1 0,-4 12 0,3-6 0,-3 16 0,-13 72 0,-5 111 0,24-212 0,0 1 0,-1 0 0,1 0 0,0 1 0,1-1 0,-1 0 0,1 0 0,2 8 0,-3-12 0,0 1 0,0-1 0,0 0 0,0 0 0,0 0 0,0 1 0,0-1 0,0 0 0,0 0 0,1 0 0,-1 0 0,0 0 0,0 1 0,0-1 0,0 0 0,0 0 0,1 0 0,-1 0 0,0 0 0,0 0 0,0 1 0,0-1 0,1 0 0,-1 0 0,0 0 0,0 0 0,0 0 0,0 0 0,1 0 0,-1 0 0,0 0 0,0 0 0,0 0 0,1 0 0,-1 0 0,0 0 0,0 0 0,1 0 0,5-7 0,4-14 0,-9 21 0,20-63 0,-2-1 0,19-116 0,-21 95 0,-6 24 0,-2 11 0,27-85 0,-34 128 0,1 0 0,0 1 0,0 0 0,1-1 0,5-6 0,-9 12 0,1 0 0,0 0 0,-1 1 0,1-1 0,0 0 0,-1 1 0,1-1 0,0 1 0,0-1 0,0 1 0,0-1 0,0 1 0,-1-1 0,1 1 0,0 0 0,0 0 0,0-1 0,2 1 0,-2 0 0,0 1 0,0-1 0,0 0 0,0 1 0,0-1 0,0 1 0,0 0 0,0-1 0,0 1 0,0 0 0,0-1 0,0 1 0,-1 0 0,1 0 0,0 0 0,-1 0 0,1-1 0,0 1 0,-1 0 0,1 3 0,8 17 0,-1 1 0,-1 0 0,-1 0 0,-1 1 0,3 34 0,-1-15 0,13 86 216,37 178-1797,-48-275-5245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9.413"/>
    </inkml:context>
    <inkml:brush xml:id="br0">
      <inkml:brushProperty name="width" value="0.05" units="cm"/>
      <inkml:brushProperty name="height" value="0.05" units="cm"/>
    </inkml:brush>
  </inkml:definitions>
  <inkml:trace contextRef="#ctx0" brushRef="#br0">15 19 24575,'-3'-3'0,"-4"-1"0,2 0 0,5 1 0,6 1 0,7 0 0,8 2 0,9 2 0,12 3 0,10-1 0,-3-1-8191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49.821"/>
    </inkml:context>
    <inkml:brush xml:id="br0">
      <inkml:brushProperty name="width" value="0.05" units="cm"/>
      <inkml:brushProperty name="height" value="0.05" units="cm"/>
    </inkml:brush>
  </inkml:definitions>
  <inkml:trace contextRef="#ctx0" brushRef="#br0">403 121 24575,'0'-6'0,"0"0"0,0 0 0,-1 0 0,0 0 0,0 0 0,0 0 0,-4-8 0,3 10 0,0 1 0,0 0 0,0 0 0,0 0 0,0 0 0,-1 0 0,1 0 0,-1 1 0,0-1 0,0 1 0,0 0 0,0-1 0,-5-1 0,1 0 0,-1 1 0,0 0 0,1 0 0,-1 0 0,0 1 0,0 0 0,-1 1 0,1 0 0,0 0 0,0 1 0,-1 0 0,1 0 0,0 1 0,0 0 0,-12 3 0,8-1 0,0 1 0,1 1 0,0-1 0,0 2 0,1 0 0,-1 0 0,1 1 0,1 0 0,-1 0 0,-9 11 0,10-8 0,0 0 0,0 0 0,2 0 0,-1 1 0,1 0 0,1 1 0,0-1 0,0 1 0,-4 17 0,7-20 0,1 0 0,0 0 0,1-1 0,0 1 0,0 0 0,1 0 0,0 0 0,0 0 0,1 0 0,1 0 0,-1 0 0,2-1 0,-1 1 0,4 8 0,-2-8 0,0-1 0,0-1 0,1 1 0,-1-1 0,2 1 0,-1-1 0,1-1 0,0 1 0,1-1 0,-1 0 0,1-1 0,0 1 0,1-1 0,-1-1 0,13 6 0,-10-6 0,0 0 0,1-1 0,0 0 0,0-1 0,0 0 0,0-1 0,0 0 0,0-1 0,0 0 0,0 0 0,16-4 0,-14 2 0,-1-1 0,0-1 0,0 0 0,0 0 0,0-1 0,0-1 0,-1 0 0,0 0 0,20-17 0,-24 17 0,1-1 0,-1 0 0,0 0 0,-1-1 0,0 0 0,0 0 0,-1-1 0,0 0 0,0 0 0,-1 0 0,-1 0 0,1 0 0,2-14 0,-4 12 0,-1-1 0,0 1 0,-1-1 0,0 1 0,-1-1 0,-1 1 0,1-1 0,-2 1 0,0 0 0,0 0 0,-1 0 0,0 0 0,-8-14 0,8 19 0,1 0 0,-1 0 0,0 1 0,-1-1 0,1 1 0,-1 0 0,0 0 0,0 1 0,-1 0 0,-8-6 0,9 8 0,1-1 0,-1 2 0,0-1 0,0 0 0,1 1 0,-1 0 0,0 0 0,0 1 0,0-1 0,0 1 0,0 0 0,0 0 0,0 1 0,0-1 0,-9 3 0,-11 7-1365,5 1-5461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0.184"/>
    </inkml:context>
    <inkml:brush xml:id="br0">
      <inkml:brushProperty name="width" value="0.05" units="cm"/>
      <inkml:brushProperty name="height" value="0.05" units="cm"/>
    </inkml:brush>
  </inkml:definitions>
  <inkml:trace contextRef="#ctx0" brushRef="#br0">178 105 24575,'0'-1'0,"-1"1"0,1-1 0,0 0 0,-1 0 0,1 0 0,0 1 0,-1-1 0,0 0 0,1 1 0,-1-1 0,1 0 0,-1 1 0,0-1 0,1 1 0,-1-1 0,0 1 0,1-1 0,-1 1 0,0 0 0,0-1 0,0 1 0,1 0 0,-1-1 0,0 1 0,0 0 0,0 0 0,0 0 0,0 0 0,-30-3 0,28 3 0,-2-1 0,0 1 0,0 0 0,0 0 0,0 1 0,0-1 0,1 1 0,-1 0 0,0 1 0,1-1 0,-1 1 0,0 0 0,1 0 0,0 0 0,0 1 0,-1-1 0,1 1 0,1 0 0,-5 4 0,4-2 0,0 0 0,1-1 0,-1 1 0,1 1 0,1-1 0,-1 0 0,1 1 0,0-1 0,0 1 0,0 0 0,1 0 0,0 0 0,0 0 0,0 10 0,2-4 0,-1-1 0,1 0 0,1 0 0,0 1 0,1-1 0,0 0 0,1-1 0,0 1 0,0-1 0,1 1 0,1-1 0,-1-1 0,2 1 0,7 8 0,-9-11 0,0 0 0,1-1 0,0 0 0,0-1 0,1 1 0,0-1 0,0-1 0,0 1 0,0-1 0,1 0 0,-1-1 0,1 1 0,0-2 0,0 1 0,0-1 0,1 0 0,-1-1 0,0 0 0,15 0 0,-18-1 0,1-1 0,-1 0 0,1 0 0,-1 0 0,0 0 0,0-1 0,1 0 0,-1 0 0,0 0 0,-1-1 0,1 1 0,0-1 0,-1-1 0,7-5 0,-6 4 0,0-1 0,0 0 0,-1 0 0,0 0 0,0 0 0,0-1 0,-1 1 0,0-1 0,3-13 0,-1 3 0,-2 0 0,-1 0 0,0 0 0,-1 0 0,0-1 0,-2 1 0,0 0 0,-5-26 0,3 31 0,0-1 0,-1 1 0,0 0 0,-1 0 0,-1 0 0,1 0 0,-2 1 0,-10-14 0,15 21 0,-1 0 0,0 1 0,0 0 0,0 0 0,0 0 0,0 0 0,-1 0 0,1 0 0,-1 1 0,0 0 0,0 0 0,0 0 0,0 0 0,0 1 0,0-1 0,0 1 0,0 0 0,-1 0 0,1 1 0,0-1 0,-1 1 0,1 0 0,-1 0 0,1 0 0,0 1 0,-1 0 0,1 0 0,-5 1 0,-20 11-1365,3 2-5461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0.416"/>
    </inkml:context>
    <inkml:brush xml:id="br0">
      <inkml:brushProperty name="width" value="0.05" units="cm"/>
      <inkml:brushProperty name="height" value="0.05" units="cm"/>
    </inkml:brush>
  </inkml:definitions>
  <inkml:trace contextRef="#ctx0" brushRef="#br0">73 132 24575,'-24'-51'0,"16"31"0,-1 1 0,-12-20 0,21 39 0,0 0 0,0 0 0,0-1 0,0 1 0,0 0 0,-1 0 0,1 0 0,0 0 0,0 0 0,0 0 0,0-1 0,0 1 0,0 0 0,0 0 0,0 0 0,0 0 0,-1 0 0,1 0 0,0 0 0,0-1 0,0 1 0,0 0 0,0 0 0,0 0 0,-1 0 0,1 0 0,0 0 0,0 0 0,0 0 0,0 0 0,-1 0 0,1 0 0,0 0 0,0 0 0,0 0 0,0 0 0,0 0 0,-1 0 0,1 0 0,0 0 0,0 0 0,0 0 0,0 0 0,0 1 0,-1-1 0,-2 8 0,1 14 0,2-22 0,1 121-682,23 180-1,-19-259-6143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0.807"/>
    </inkml:context>
    <inkml:brush xml:id="br0">
      <inkml:brushProperty name="width" value="0.05" units="cm"/>
      <inkml:brushProperty name="height" value="0.05" units="cm"/>
    </inkml:brush>
  </inkml:definitions>
  <inkml:trace contextRef="#ctx0" brushRef="#br0">40 73 24575,'0'-1'0,"0"0"0,0 0 0,0 0 0,0 0 0,0 0 0,0 0 0,0 0 0,-1 0 0,1 1 0,0-1 0,0 0 0,-1 0 0,1 0 0,-1 0 0,1 0 0,-1 0 0,1 1 0,-1-1 0,0 0 0,1 0 0,-1 1 0,0-1 0,1 0 0,-1 1 0,0-1 0,-1 0 0,1 1 0,0 0 0,1 0 0,-1 0 0,0 0 0,0 0 0,1 1 0,-1-1 0,0 0 0,1 0 0,-1 1 0,0-1 0,1 0 0,-1 1 0,0-1 0,1 0 0,-1 1 0,1-1 0,-1 1 0,0-1 0,1 1 0,0-1 0,-1 1 0,1 0 0,-1-1 0,1 1 0,0 0 0,-1-1 0,1 1 0,0 0 0,-1-1 0,1 1 0,0 0 0,0-1 0,0 1 0,0 1 0,-3 11 0,0-1 0,2 1 0,-1 0 0,2 0 0,-1 0 0,2 0 0,0 0 0,0 0 0,1 0 0,1-1 0,0 1 0,1-1 0,0 0 0,1 1 0,1-2 0,-1 1 0,16 20 0,-18-28 0,0 0 0,0 0 0,1-1 0,-1 1 0,1-1 0,0 0 0,0 0 0,0-1 0,1 1 0,-1-1 0,1 0 0,-1 0 0,1-1 0,0 1 0,-1-1 0,1 0 0,0 0 0,0 0 0,0-1 0,0 0 0,0 0 0,0 0 0,0 0 0,7-3 0,-4 1 0,0 0 0,0-1 0,0 0 0,-1-1 0,1 0 0,-1 0 0,0 0 0,0-1 0,0 0 0,-1 0 0,0-1 0,0 0 0,9-12 0,-2 1 0,-2 0 0,0-1 0,-1-1 0,-1 0 0,-1 0 0,0-1 0,-2 1 0,0-2 0,-1 1 0,-1-1 0,2-36 0,-8 40 0,2 16 0,-1 1 0,1 0 0,0 0 0,0 0 0,0 0 0,-1 0 0,1 0 0,0 0 0,0 0 0,0 0 0,-1 0 0,1 0 0,0 1 0,0-1 0,0 0 0,-1 0 0,1 0 0,0 0 0,0 0 0,0 0 0,0 0 0,-1 0 0,1 1 0,0-1 0,0 0 0,0 0 0,0 0 0,0 0 0,-1 1 0,1-1 0,0 0 0,0 0 0,0 0 0,0 0 0,0 1 0,0-1 0,0 0 0,0 0 0,0 1 0,-12 33 0,3 34 0,2 0 0,5 104 0,12-36-1365,-3-80-5461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1.394"/>
    </inkml:context>
    <inkml:brush xml:id="br0">
      <inkml:brushProperty name="width" value="0.05" units="cm"/>
      <inkml:brushProperty name="height" value="0.05" units="cm"/>
    </inkml:brush>
  </inkml:definitions>
  <inkml:trace contextRef="#ctx0" brushRef="#br0">136 3 24575,'-3'-3'0,"-1"5"0,1 5 0,-3 8 0,-1 6 0,-1 10 0,0 8 0,-1 6 0,-2 5 0,0 3 0,0-2 0,-2-1 0,2-2 0,2-3 0,0-7 0,2-7 0,1-8-8191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1.769"/>
    </inkml:context>
    <inkml:brush xml:id="br0">
      <inkml:brushProperty name="width" value="0.05" units="cm"/>
      <inkml:brushProperty name="height" value="0.05" units="cm"/>
    </inkml:brush>
  </inkml:definitions>
  <inkml:trace contextRef="#ctx0" brushRef="#br0">0 11 24575,'2'18'0,"1"1"0,1-1 0,1 0 0,0-1 0,1 1 0,15 28 0,-2-6 0,2-2 0,33 47 0,-36-61 0,34 36 0,-46-53 0,1 0 0,1-1 0,-1 0 0,1-1 0,0 1 0,0-1 0,1-1 0,-1 0 0,13 5 0,-18-9 0,-1 1 0,0-1 0,1 1 0,-1-1 0,1 0 0,-1 1 0,0-1 0,1 0 0,-1-1 0,1 1 0,-1 0 0,0-1 0,1 1 0,-1-1 0,0 0 0,1 0 0,-1 0 0,0 0 0,0 0 0,0 0 0,0-1 0,0 1 0,0-1 0,0 1 0,0-1 0,-1 0 0,1 0 0,-1 0 0,1 0 0,-1 0 0,0 0 0,0 0 0,0 0 0,0 0 0,0-1 0,1-2 0,3-11 0,-1 0 0,-1 0 0,0 0 0,0-23 0,-1 18 0,6-56 0,-3-82 0,-5 158 0,-3-36 0,3 35 0,-1 0 0,1-1 0,-1 1 0,1 0 0,-1 0 0,0-1 0,0 1 0,0 0 0,0 0 0,-1 0 0,1 0 0,-3-3 0,4 5 0,-1 0 0,1 0 0,0 0 0,0-1 0,0 1 0,-1 0 0,1 0 0,0 0 0,0 0 0,-1 0 0,1 0 0,0-1 0,0 1 0,-1 0 0,1 0 0,0 0 0,0 0 0,-1 0 0,1 0 0,0 0 0,-1 0 0,1 0 0,0 0 0,0 1 0,-1-1 0,1 0 0,0 0 0,0 0 0,-1 0 0,1 0 0,0 0 0,0 0 0,-1 1 0,1-1 0,0 0 0,-8 12 0,-1 15 0,8-20-273,-1 0 0,1 1 0,1-1 0,-1 9 0,3 5-6553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2.235"/>
    </inkml:context>
    <inkml:brush xml:id="br0">
      <inkml:brushProperty name="width" value="0.05" units="cm"/>
      <inkml:brushProperty name="height" value="0.05" units="cm"/>
    </inkml:brush>
  </inkml:definitions>
  <inkml:trace contextRef="#ctx0" brushRef="#br0">39 58 24575,'-3'-33'0,"3"31"0,0 1 0,-1 0 0,1 0 0,0 0 0,0 0 0,-1 0 0,1 0 0,0 0 0,-1 0 0,1 0 0,-1 0 0,1 0 0,-1 0 0,0 0 0,1 0 0,-1 1 0,0-1 0,0 0 0,0 0 0,1 1 0,-1-1 0,0 0 0,0 1 0,0-1 0,0 1 0,-2-1 0,2 1 0,1 0 0,-1 0 0,1 1 0,-1-1 0,1 0 0,-1 0 0,1 1 0,-1-1 0,1 1 0,-1-1 0,1 0 0,-1 1 0,1-1 0,-1 1 0,1-1 0,0 1 0,-1-1 0,1 1 0,0-1 0,0 1 0,-1 0 0,1-1 0,0 1 0,0-1 0,0 1 0,0 0 0,0 0 0,-3 21 0,2-19 0,-1 35 0,1 0 0,1 0 0,7 47 0,-3-62 0,0 0 0,2 0 0,0-1 0,1 0 0,1 0 0,18 32 0,-25-52 0,0 0 0,0 0 0,0 0 0,1 0 0,-1 0 0,1 0 0,-1 0 0,1 0 0,0-1 0,0 1 0,-1 0 0,1-1 0,0 0 0,0 1 0,1-1 0,-1 0 0,0 0 0,0 0 0,1 0 0,-1-1 0,0 1 0,4 0 0,-4-2 0,1 1 0,0-1 0,0 1 0,0-1 0,-1 0 0,1 0 0,0 0 0,-1-1 0,1 1 0,-1-1 0,1 1 0,-1-1 0,0 0 0,0 0 0,0 0 0,0 0 0,0 0 0,2-4 0,7-8 0,-2 0 0,0-1 0,-1 0 0,0-1 0,-1 0 0,-1 0 0,5-20 0,21-120 0,-31 149 0,0-1 0,0 0 0,-1 1 0,0-12 0,0 19 0,0 0 0,-1 0 0,1 1 0,0-1 0,0 0 0,0 0 0,0 0 0,0 0 0,-1 1 0,1-1 0,0 0 0,0 0 0,0 0 0,0 0 0,-1 0 0,1 0 0,0 1 0,0-1 0,0 0 0,-1 0 0,1 0 0,0 0 0,0 0 0,-1 0 0,1 0 0,0 0 0,0 0 0,0 0 0,-1 0 0,1 0 0,0 0 0,0 0 0,0 0 0,-1 0 0,1-1 0,0 1 0,0 0 0,-1 0 0,1 0 0,0 0 0,0 0 0,0 0 0,0 0 0,-1-1 0,1 1 0,0 0 0,0 0 0,0 0 0,0-1 0,0 1 0,0 0 0,-1 0 0,1 0 0,0-1 0,0 1 0,0 0 0,0 0 0,0 0 0,0-1 0,0 1 0,0 0 0,0 0 0,0 0 0,0-1 0,-10 19 0,-1 9 0,2 0 0,0 1 0,-8 51 0,-1 90 0,14-103 0,6 99 0,-2-162-136,0 1-1,0-1 1,1 1-1,0-1 1,-1 1-1,1-1 1,1 1-1,-1-1 0,3 6 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3.075"/>
    </inkml:context>
    <inkml:brush xml:id="br0">
      <inkml:brushProperty name="width" value="0.05" units="cm"/>
      <inkml:brushProperty name="height" value="0.05" units="cm"/>
    </inkml:brush>
  </inkml:definitions>
  <inkml:trace contextRef="#ctx0" brushRef="#br0">0 34 24575,'33'7'0,"-1"0"0,240-2 0,-1-24 0,-54 3 0,-206 16 0,34-5 0,-38 1 171,-10 1 0,-11-1-1878,-3 2-5119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3.388"/>
    </inkml:context>
    <inkml:brush xml:id="br0">
      <inkml:brushProperty name="width" value="0.05" units="cm"/>
      <inkml:brushProperty name="height" value="0.05" units="cm"/>
    </inkml:brush>
  </inkml:definitions>
  <inkml:trace contextRef="#ctx0" brushRef="#br0">51 28 24575,'-2'-2'0,"-1"0"0,0 0 0,1 1 0,-1-1 0,0 1 0,0-1 0,-4 0 0,4 1 0,1 0 0,-1 0 0,0-1 0,0 1 0,1-1 0,-1 1 0,-2-4 0,41 15 0,-34-9 0,211 93 0,-207-91 0,1 1 0,-1 0 0,0 0 0,0 1 0,0 0 0,9 10 0,-14-13 0,1-1 0,-1 1 0,0 0 0,0-1 0,0 1 0,0 0 0,0 0 0,0 0 0,-1 0 0,1 0 0,-1 0 0,1 0 0,-1 0 0,1 0 0,-1 0 0,0 0 0,0 0 0,0 0 0,-1 0 0,1 0 0,0 0 0,-1 0 0,1 0 0,-1 0 0,1-1 0,-1 1 0,0 0 0,0 0 0,-2 3 0,-11 11-227,-1 0-1,0-1 1,0-1-1,-2 0 1,-21 14-1,21-17-6598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3.887"/>
    </inkml:context>
    <inkml:brush xml:id="br0">
      <inkml:brushProperty name="width" value="0.05" units="cm"/>
      <inkml:brushProperty name="height" value="0.05" units="cm"/>
    </inkml:brush>
  </inkml:definitions>
  <inkml:trace contextRef="#ctx0" brushRef="#br0">263 105 24575,'3'-3'0,"3"-2"0,0-1 0,-1 0 0,0 0 0,0-1 0,7-11 0,-11 16 0,-1 1 0,1 0 0,-1 0 0,1-1 0,-1 1 0,0 0 0,0-1 0,1 1 0,-1-1 0,0 1 0,0 0 0,0-1 0,0 1 0,-1-1 0,1 1 0,0 0 0,0-1 0,-1 1 0,1 0 0,-1-1 0,0 1 0,1 0 0,-1 0 0,0-1 0,1 1 0,-1 0 0,0 0 0,0 0 0,0 0 0,0 0 0,0 0 0,0 0 0,-1 0 0,1 1 0,0-1 0,0 0 0,0 1 0,-1-1 0,1 1 0,0-1 0,-3 1 0,-1-2 0,-1 1 0,1-1 0,-1 2 0,0-1 0,1 0 0,-1 1 0,0 0 0,1 1 0,-1-1 0,0 1 0,1 0 0,-1 1 0,-9 3 0,-4 2 0,0 1 0,-27 16 0,33-17 0,1 1 0,0 0 0,0 1 0,1 0 0,-13 15 0,21-22 0,1 0 0,0 1 0,-1-1 0,1 1 0,1 0 0,-1 0 0,0 0 0,1 0 0,-1 0 0,1 0 0,0 0 0,0 0 0,0 0 0,0 1 0,1-1 0,0 0 0,-1 1 0,1-1 0,0 0 0,0 1 0,1-1 0,-1 0 0,1 1 0,0-1 0,0 0 0,0 0 0,0 0 0,0 1 0,2 2 0,3 2 0,1 1 0,-1-1 0,1-1 0,1 1 0,-1-1 0,1-1 0,1 1 0,9 5 0,79 41 0,-70-40 0,18 8 0,-26-13 0,0 1 0,-1 0 0,0 1 0,-1 1 0,19 16 0,-34-25 0,0-1 0,-1 1 0,1-1 0,-1 1 0,1-1 0,-1 1 0,0 0 0,0 0 0,0 0 0,0-1 0,0 1 0,0 0 0,0 0 0,-1 1 0,1-1 0,-1 0 0,1 0 0,-1 0 0,0 2 0,0-2 0,-1 0 0,1 1 0,-1-1 0,0-1 0,1 1 0,-1 0 0,0 0 0,0 0 0,-1 0 0,1-1 0,0 1 0,0 0 0,-1-1 0,1 1 0,-4 2 0,-4 2 0,0-1 0,0 1 0,0-1 0,-1-1 0,0 0 0,-13 4 0,1-1 86,-1-1-1,0-1 0,-27 2 1,43-6-200,0-1 0,0 1 0,0-2 0,0 1 1,-1-1-1,1 0 0,0-1 0,0 1 1,0-1-1,1-1 0,-1 1 0,1-1 1,-1 0-1,-9-7 0,1-3-6712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4.293"/>
    </inkml:context>
    <inkml:brush xml:id="br0">
      <inkml:brushProperty name="width" value="0.05" units="cm"/>
      <inkml:brushProperty name="height" value="0.05" units="cm"/>
    </inkml:brush>
  </inkml:definitions>
  <inkml:trace contextRef="#ctx0" brushRef="#br0">0 162 24575,'13'-3'0,"-2"1"0,-11 2 0,1 1 0,0-1 0,-1 1 0,1-1 0,-1 1 0,1 0 0,-1-1 0,1 1 0,-1 0 0,1-1 0,-1 1 0,0 0 0,1-1 0,-1 1 0,0 0 0,0 0 0,0-1 0,1 1 0,-1 1 0,49 227 0,-40-192 0,-5-19 0,0 0 0,1 0 0,10 21 0,-15-39 0,0 0 0,0 0 0,0 0 0,1 0 0,-1 0 0,0 0 0,0 0 0,0 0 0,0-1 0,0 1 0,0 0 0,0 0 0,0 0 0,0 0 0,0 0 0,0 0 0,0 0 0,0 0 0,0 0 0,0 0 0,0 0 0,0 0 0,0 0 0,0 0 0,0 0 0,0 0 0,1 0 0,-1 0 0,0 0 0,0 0 0,0 0 0,0 0 0,0 0 0,0 0 0,0 0 0,0 0 0,0 0 0,0 0 0,0 0 0,0 0 0,1 0 0,-1 0 0,0 0 0,0 0 0,0 0 0,0 0 0,0 0 0,0 0 0,0 0 0,0 0 0,0 0 0,0 0 0,0 0 0,0 0 0,0 0 0,0 0 0,0 0 0,0 0 0,0 0 0,1 0 0,-1 0 0,0 1 0,0-1 0,0 0 0,0 0 0,2-11 0,-1-14 0,-19-116 0,-1-3 0,18 125 0,1 0 0,1 0 0,0 0 0,2 0 0,6-28 0,-8 43 0,0 1 0,0-1 0,0 1 0,1 0 0,-1 0 0,1-1 0,0 1 0,0 0 0,0 1 0,0-1 0,0 0 0,1 0 0,-1 1 0,1-1 0,0 1 0,-1 0 0,1 0 0,0 0 0,1 0 0,-1 1 0,5-3 0,-2 3 0,1-1 0,-1 1 0,1 1 0,0-1 0,-1 1 0,1 0 0,0 0 0,-1 1 0,1 0 0,11 3 0,23 9-89,-1 1 0,43 22 0,-49-21-1009,-5-2-5728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4.462"/>
    </inkml:context>
    <inkml:brush xml:id="br0">
      <inkml:brushProperty name="width" value="0.05" units="cm"/>
      <inkml:brushProperty name="height" value="0.05" units="cm"/>
    </inkml:brush>
  </inkml:definitions>
  <inkml:trace contextRef="#ctx0" brushRef="#br0">15 0 24575,'-3'0'0,"-4"3"0,2 1 0,5 0 0,9-1 0,8 0 0,11-2 0,9-3 0,8-2 0,4 0 0,4 1 0,-1 0 0,-10 2-8191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5.024"/>
    </inkml:context>
    <inkml:brush xml:id="br0">
      <inkml:brushProperty name="width" value="0.05" units="cm"/>
      <inkml:brushProperty name="height" value="0.05" units="cm"/>
    </inkml:brush>
  </inkml:definitions>
  <inkml:trace contextRef="#ctx0" brushRef="#br0">17 29 24575,'0'-3'0,"-3"-4"0,-1-4 0,1 3 0,0 9 0,1 10 0,0 10 0,5 6 0,0 8 0,1 8 0,2 4 0,0 4 0,3 0 0,-1-1 0,-2-6 0,2-3 0,-2-10-8191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5.462"/>
    </inkml:context>
    <inkml:brush xml:id="br0">
      <inkml:brushProperty name="width" value="0.05" units="cm"/>
      <inkml:brushProperty name="height" value="0.05" units="cm"/>
    </inkml:brush>
  </inkml:definitions>
  <inkml:trace contextRef="#ctx0" brushRef="#br0">226 190 24575,'2'0'0,"0"0"0,0-1 0,0 1 0,0-1 0,0 0 0,0 0 0,0 1 0,0-1 0,0 0 0,-1-1 0,1 1 0,0 0 0,-1 0 0,1-1 0,-1 1 0,1-1 0,-1 1 0,0-1 0,0 0 0,1 1 0,-1-1 0,0 0 0,-1 0 0,1 0 0,1-2 0,0-1 0,0-1 0,-1 1 0,1 0 0,-1-1 0,0 1 0,-1-1 0,1 1 0,-1-7 0,0 7 0,-1 1 0,0-1 0,0 0 0,0 1 0,0 0 0,-1-1 0,1 1 0,-1 0 0,0 0 0,-1 0 0,1 0 0,-1 0 0,1 0 0,-1 1 0,0-1 0,0 1 0,-1 0 0,1 0 0,-1 0 0,0 0 0,0 1 0,1-1 0,-2 1 0,1 0 0,0 0 0,0 1 0,-1-1 0,1 1 0,-1 0 0,1 0 0,-1 0 0,1 1 0,-1 0 0,1-1 0,-1 2 0,0-1 0,1 0 0,-1 1 0,1 0 0,-1 0 0,1 1 0,0-1 0,-1 1 0,-5 3 0,5-2 0,0 1 0,0-1 0,0 1 0,0 0 0,1 1 0,0-1 0,0 1 0,0 0 0,1 0 0,-1 0 0,1 0 0,0 0 0,0 1 0,1 0 0,0-1 0,0 1 0,0 0 0,1 0 0,-1 9 0,1-8 0,1 0 0,0 1 0,0-1 0,1 1 0,0-1 0,0 0 0,0 1 0,1-1 0,1 0 0,-1 0 0,1 0 0,0-1 0,0 1 0,1-1 0,8 11 0,1-2 0,1-1 0,0-1 0,1 0 0,0-1 0,23 13 0,-15-10 0,36 31 0,-58-45 0,0 0 0,0 0 0,0 0 0,0 0 0,0 0 0,0 0 0,0 0 0,0 0 0,-1 0 0,1 1 0,0-1 0,-1 0 0,1 1 0,-1-1 0,1 0 0,-1 1 0,1-1 0,-1 0 0,0 1 0,0-1 0,0 3 0,0-3 0,-1 0 0,1 0 0,-1 0 0,0 0 0,1 0 0,-1 0 0,0 0 0,1 0 0,-1 0 0,0 0 0,0 0 0,0 0 0,0-1 0,0 1 0,0 0 0,0-1 0,0 1 0,0 0 0,-2-1 0,-4 3 0,-1-1 0,1 0 0,-1 0 0,1-1 0,-1 0 0,-11 1 0,1-4-136,1 0-1,-1 0 1,1-2-1,0 0 1,0-1-1,0-1 1,1-1-1,0 0 0,-20-12 1,15 7-6690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6.088"/>
    </inkml:context>
    <inkml:brush xml:id="br0">
      <inkml:brushProperty name="width" value="0.05" units="cm"/>
      <inkml:brushProperty name="height" value="0.05" units="cm"/>
    </inkml:brush>
  </inkml:definitions>
  <inkml:trace contextRef="#ctx0" brushRef="#br0">0 394 24575,'0'1'0,"1"0"0,-1 0 0,0-1 0,1 1 0,-1 0 0,1 0 0,-1-1 0,1 1 0,-1 0 0,1-1 0,-1 1 0,1-1 0,0 1 0,-1-1 0,1 1 0,0-1 0,-1 1 0,1-1 0,0 1 0,0-1 0,0 0 0,-1 0 0,1 1 0,0-1 0,0 0 0,0 0 0,1 0 0,27 4 0,-26-4 0,3 0 0,8 2 0,1-2 0,0 1 0,-1-2 0,1 0 0,21-5 0,-33 6 0,0-1 0,-1 0 0,1 0 0,-1 0 0,1-1 0,-1 1 0,1-1 0,-1 1 0,0-1 0,0 0 0,0 1 0,0-1 0,0 0 0,0-1 0,1-1 0,-1 1 0,-1 0 0,0 0 0,0 1 0,0-1 0,-1 0 0,1 0 0,-1-1 0,1 1 0,-1 0 0,0 0 0,0 0 0,0 0 0,-1 0 0,1 0 0,-1 0 0,-1-5 0,0 1 0,-1 0 0,1 0 0,-1 0 0,-1 0 0,1 1 0,-1-1 0,0 1 0,-7-7 0,8 9 0,0 0 0,0 1 0,-1 0 0,1 0 0,-1 0 0,0 0 0,0 1 0,0-1 0,0 1 0,-1 0 0,1 0 0,0 1 0,-1-1 0,-5 0 0,7 2 0,1 0 0,0 0 0,-1 0 0,1 1 0,0-1 0,-1 1 0,1 0 0,0 0 0,0-1 0,0 1 0,-1 1 0,1-1 0,0 0 0,0 0 0,1 1 0,-1-1 0,0 1 0,0 0 0,1-1 0,-1 1 0,1 0 0,-1 0 0,1 0 0,0 0 0,0 0 0,-2 4 0,-3 7 0,1-1 0,0 1 0,-3 16 0,6-21 0,0 0 0,1 0 0,-1 0 0,2 1 0,-1-1 0,1 1 0,1-1 0,-1 0 0,1 1 0,1-1 0,0 0 0,0 0 0,0 0 0,1 0 0,5 10 0,-4-12 0,0 0 0,0 0 0,0 0 0,1 0 0,0-1 0,0 0 0,1 0 0,0 0 0,0 0 0,0-1 0,0 0 0,0 0 0,1-1 0,0 0 0,-1 0 0,1-1 0,12 3 0,-7-2 0,0-1 0,0 0 0,0-1 0,1-1 0,-1 0 0,0 0 0,0-2 0,0 1 0,1-1 0,-1-1 0,-1 0 0,1-1 0,0 0 0,-1-1 0,0 0 0,0-1 0,11-7 0,-13 6 0,0 1 0,0-2 0,-1 1 0,0-1 0,0 0 0,-1-1 0,0 0 0,-1 0 0,0 0 0,0-1 0,-1 0 0,0 0 0,0 0 0,-2-1 0,1 0 0,-1 1 0,-1-1 0,3-21 0,-4 5 0,-2 0 0,0 0 0,-2 0 0,-1 0 0,-1 1 0,-1-1 0,-1 1 0,-12-27 0,0 18 0,18 35 0,1-1 0,0 0 0,-1 1 0,0-1 0,1 1 0,-1-1 0,1 1 0,-1-1 0,1 1 0,-1-1 0,0 1 0,0-1 0,1 1 0,-1 0 0,0-1 0,1 1 0,-2 0 0,1 0 0,0 0 0,1 0 0,-1 1 0,1-1 0,-1 0 0,1 0 0,-1 1 0,1-1 0,-1 1 0,1-1 0,-1 1 0,1-1 0,0 1 0,-1-1 0,1 1 0,0-1 0,-1 1 0,1-1 0,0 1 0,0-1 0,-1 1 0,1 0 0,0-1 0,0 1 0,0-1 0,0 1 0,0 0 0,-4 27 0,1-1 0,1 1 0,2-1 0,6 52 0,-6-68 0,17 123 0,-13-112 0,1-1 0,1 0 0,1 0 0,12 23 0,-16-38 69,0 0-1,0-1 0,1 1 0,8 9 1,-10-13-176,0 0 0,-1-1 1,1 1-1,0 0 0,0-1 1,1 0-1,-1 1 0,0-1 1,0 0-1,1 0 0,-1 0 1,1 0-1,-1-1 0,1 1 1,3 0-1,9-2-6719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7.178"/>
    </inkml:context>
    <inkml:brush xml:id="br0">
      <inkml:brushProperty name="width" value="0.05" units="cm"/>
      <inkml:brushProperty name="height" value="0.05" units="cm"/>
    </inkml:brush>
  </inkml:definitions>
  <inkml:trace contextRef="#ctx0" brushRef="#br0">147 396 24575,'0'-16'0,"1"5"0,-1 1 0,0-1 0,-1 1 0,-3-18 0,4 26 0,-1 1 0,1-1 0,-1 1 0,1-1 0,-1 0 0,0 1 0,1 0 0,-1-1 0,0 1 0,0-1 0,0 1 0,0 0 0,0 0 0,0-1 0,-1 1 0,1 0 0,0 0 0,-1 0 0,1 0 0,-1 0 0,1 1 0,-1-1 0,1 0 0,-1 1 0,1-1 0,-1 1 0,1 0 0,-1-1 0,0 1 0,1 0 0,-1 0 0,0 0 0,1 0 0,-1 0 0,-3 1 0,2 0 0,0 0 0,-1 0 0,1 1 0,0 0 0,0-1 0,0 1 0,0 0 0,0 0 0,1 0 0,-1 1 0,1-1 0,-1 1 0,1-1 0,0 1 0,0 0 0,0 0 0,-2 4 0,-2 4 0,0 0 0,1 0 0,-5 20 0,4-12 0,2 0 0,-4 40 0,7-50 0,1-1 0,0 1 0,0 0 0,1 0 0,0 0 0,1-1 0,0 1 0,0 0 0,4 8 0,-4-13 0,0-1 0,0 0 0,0 1 0,1-1 0,-1 0 0,1 0 0,0-1 0,-1 1 0,1 0 0,0-1 0,1 0 0,-1 0 0,0 0 0,1 0 0,-1 0 0,1-1 0,-1 1 0,1-1 0,0 0 0,0 0 0,0 0 0,-1-1 0,1 1 0,0-1 0,0 0 0,0 0 0,0-1 0,0 1 0,0-1 0,-1 0 0,6-1 0,-2 0 0,0 0 0,0 0 0,0-1 0,0 0 0,0 0 0,-1-1 0,0 0 0,0 0 0,0 0 0,0-1 0,0 0 0,-1 0 0,0 0 0,0-1 0,8-11 0,-9 8 0,0 0 0,-1-1 0,0 1 0,0-1 0,-1 1 0,0-1 0,-1 0 0,0 0 0,0 0 0,-1 1 0,-1-1 0,1 0 0,-2 0 0,1 0 0,-5-14 0,5 22 0,1 0 0,-1 0 0,0 1 0,1-1 0,-1 0 0,0 1 0,0-1 0,0 1 0,0-1 0,-2-2 0,2 4 0,1 0 0,0-1 0,-1 1 0,1 0 0,-1-1 0,1 1 0,-1 0 0,1 0 0,-1 0 0,1-1 0,-1 1 0,1 0 0,-1 0 0,1 0 0,-1 0 0,0 0 0,1 0 0,-1 0 0,1 0 0,-1 0 0,1 0 0,-1 0 0,0 1 0,-1 0 0,1 0 0,-1 0 0,1 0 0,0 0 0,0 0 0,-1 0 0,1 1 0,0-1 0,0 1 0,0-1 0,0 1 0,1-1 0,-1 1 0,0-1 0,1 1 0,-1 0 0,1-1 0,-1 1 0,1 0 0,-1 2 0,-1 13 0,0-1 0,1 0 0,1 1 0,0-1 0,1 1 0,4 17 0,-4-29 0,1 1 0,-1-1 0,1 0 0,0 0 0,0 0 0,1 0 0,0 0 0,0-1 0,6 8 0,-7-9 0,1 0 0,0-1 0,0 0 0,0 0 0,0 0 0,0 0 0,0 0 0,0 0 0,1-1 0,-1 0 0,1 1 0,-1-1 0,1-1 0,-1 1 0,1 0 0,3-1 0,0 0 0,-1 0 0,0-1 0,0 0 0,1-1 0,-1 1 0,0-1 0,-1 0 0,1 0 0,0-1 0,0 0 0,-1 0 0,0 0 0,1-1 0,-1 1 0,-1-1 0,1-1 0,5-4 0,0-3 0,1 0 0,-1 0 0,-1-1 0,0 0 0,12-25 0,-11 12 0,0 0 0,-1-1 0,-2 0 0,-1 0 0,-1-1 0,-1 0 0,-2 1 0,0-1 0,-2 0 0,-2 0 0,0 0 0,-1 0 0,-11-37 0,0 33 0,14 32 0,0-1 0,0 1 0,0 0 0,-1-1 0,1 1 0,0 0 0,0-1 0,-1 1 0,1 0 0,0-1 0,-1 1 0,1 0 0,0 0 0,-1-1 0,1 1 0,-1 0 0,1 0 0,0 0 0,-1-1 0,1 1 0,-1 0 0,1 0 0,0 0 0,-2 0 0,2 0 0,-1 1 0,1-1 0,-1 1 0,1 0 0,-1-1 0,1 1 0,-1-1 0,1 1 0,-1 0 0,1-1 0,0 1 0,-1 0 0,1 0 0,0-1 0,0 1 0,-1 0 0,1 0 0,0-1 0,0 2 0,-2 11 0,1 0 0,0 0 0,1 0 0,0 0 0,3 20 0,16 65 0,-18-94 0,21 84 0,3-2 0,57 130 0,-77-205-341,0 0 0,1-1-1,7 10 1,0-4-6485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7.352"/>
    </inkml:context>
    <inkml:brush xml:id="br0">
      <inkml:brushProperty name="width" value="0.05" units="cm"/>
      <inkml:brushProperty name="height" value="0.05" units="cm"/>
    </inkml:brush>
  </inkml:definitions>
  <inkml:trace contextRef="#ctx0" brushRef="#br0">31 103 24575,'-3'-3'0,"-1"-4"0,-2-4 0,-4-3 0,3 1 0,8 3 0,8 2 0,8 4 0,7 1 0,6 0 0,3-1 0,2 1 0,2-3 0,-3 1 0,-5 0 0,-6 1-8191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9.624"/>
    </inkml:context>
    <inkml:brush xml:id="br0">
      <inkml:brushProperty name="width" value="0.05" units="cm"/>
      <inkml:brushProperty name="height" value="0.05" units="cm"/>
    </inkml:brush>
  </inkml:definitions>
  <inkml:trace contextRef="#ctx0" brushRef="#br0">19 79 24575,'-7'-29'0,"0"8"0,6 13 0,-1-10 0,1 16 0,0 11 0,2 612-1365,-1-592-5461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59.969"/>
    </inkml:context>
    <inkml:brush xml:id="br0">
      <inkml:brushProperty name="width" value="0.05" units="cm"/>
      <inkml:brushProperty name="height" value="0.05" units="cm"/>
    </inkml:brush>
  </inkml:definitions>
  <inkml:trace contextRef="#ctx0" brushRef="#br0">101 101 24575,'2'-5'0,"0"0"0,0 0 0,0 0 0,0 0 0,-1-1 0,0 1 0,0-1 0,-1 1 0,1 0 0,-1-1 0,-2-10 0,2 16 0,0 0 0,0-1 0,0 1 0,0 0 0,0 0 0,0-1 0,0 1 0,0 0 0,-1-1 0,1 1 0,0 0 0,0 0 0,0-1 0,-1 1 0,1 0 0,0 0 0,0-1 0,-1 1 0,1 0 0,0 0 0,-1 0 0,1-1 0,0 1 0,-1 0 0,1 0 0,0 0 0,0 0 0,-1 0 0,1 0 0,0 0 0,-1 0 0,1 0 0,0 0 0,-1 0 0,1 0 0,0 0 0,-1 0 0,1 0 0,0 0 0,-1 0 0,1 0 0,0 0 0,-1 1 0,1-1 0,0 0 0,-1 0 0,1 0 0,0 1 0,0-1 0,-1 0 0,1 0 0,0 0 0,0 1 0,-1 0 0,-13 15 0,4 0 0,0 0 0,2 1 0,0 0 0,1 1 0,-6 19 0,5-6 0,1 1 0,-4 36 0,10-57 0,0-1 0,1 1 0,0-1 0,1 1 0,0-1 0,1 0 0,0 1 0,0-1 0,1 0 0,0 0 0,1-1 0,7 13 0,-8-17 0,0 1 0,1-1 0,-1-1 0,1 1 0,0-1 0,1 1 0,-1-1 0,1 0 0,0-1 0,0 1 0,0-1 0,0 0 0,0 0 0,1-1 0,0 1 0,-1-1 0,1-1 0,0 1 0,0-1 0,0 0 0,0 0 0,9 0 0,-8-1 0,0 0 0,1-1 0,-1 0 0,0 0 0,0 0 0,0-1 0,0 0 0,0 0 0,0-1 0,-1 0 0,1 0 0,-1 0 0,12-9 0,-11 5 0,0 1 0,0-1 0,-1 1 0,0-2 0,0 1 0,-1-1 0,0 0 0,-1 0 0,8-16 0,-7 8 0,0 0 0,0 0 0,-2 0 0,0 0 0,-1-1 0,0 1 0,-1-1 0,-1 0 0,-1 1 0,0-1 0,-7-29 0,4 34 0,0 0 0,0 0 0,-1 1 0,0 0 0,-1 0 0,0 0 0,-1 1 0,0 0 0,-12-13 0,16 20 0,0-1 0,0 1 0,0 0 0,0 1 0,-1-1 0,0 0 0,1 1 0,-1 0 0,0 0 0,0 0 0,0 0 0,0 1 0,-1-1 0,1 1 0,0 0 0,0 1 0,-1-1 0,1 1 0,-1 0 0,1 0 0,0 0 0,-1 0 0,1 1 0,-1 0 0,1 0 0,0 0 0,0 0 0,0 1 0,-6 2 0,6-2-85,-1 1 0,1 0-1,-1 1 1,1-1 0,0 1-1,1-1 1,-1 1 0,1 0-1,-1 1 1,1-1 0,0 0-1,1 1 1,-1 0 0,1 0-1,-3 6 1,-3 17-6741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0.207"/>
    </inkml:context>
    <inkml:brush xml:id="br0">
      <inkml:brushProperty name="width" value="0.05" units="cm"/>
      <inkml:brushProperty name="height" value="0.05" units="cm"/>
    </inkml:brush>
  </inkml:definitions>
  <inkml:trace contextRef="#ctx0" brushRef="#br0">13 56 24575,'3'-3'0,"1"-4"0,-4 0 0,0-3 0,-5 0 0,-1 0 0,-2 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0.391"/>
    </inkml:context>
    <inkml:brush xml:id="br0">
      <inkml:brushProperty name="width" value="0.05" units="cm"/>
      <inkml:brushProperty name="height" value="0.05" units="cm"/>
    </inkml:brush>
  </inkml:definitions>
  <inkml:trace contextRef="#ctx0" brushRef="#br0">1 0 24575,'3'3'0,"1"4"0,2 1 0,1-4 0,2-2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0.780"/>
    </inkml:context>
    <inkml:brush xml:id="br0">
      <inkml:brushProperty name="width" value="0.05" units="cm"/>
      <inkml:brushProperty name="height" value="0.05" units="cm"/>
    </inkml:brush>
  </inkml:definitions>
  <inkml:trace contextRef="#ctx0" brushRef="#br0">160 14 24575,'0'0'0,"0"-1"0,0 0 0,-1 1 0,1-1 0,0 0 0,0 1 0,0-1 0,-1 1 0,1-1 0,0 0 0,-1 1 0,1-1 0,-1 1 0,1-1 0,0 1 0,-1 0 0,1-1 0,-1 1 0,1-1 0,-1 1 0,0 0 0,1-1 0,-1 1 0,1 0 0,-1 0 0,0-1 0,1 1 0,-1 0 0,1 0 0,-1 0 0,0 0 0,1 0 0,-1 0 0,0 0 0,1 0 0,-1 0 0,0 0 0,-2 0 0,1 0 0,-1 1 0,1-1 0,-1 1 0,1-1 0,0 1 0,-1 0 0,-3 1 0,-2 4 0,0 1 0,0-1 0,1 1 0,0 1 0,0-1 0,1 1 0,0 0 0,0 1 0,1-1 0,0 1 0,0 0 0,1 1 0,-5 15 0,3-3 0,0 0 0,2 0 0,0 0 0,1 1 0,1 24 0,2-34 0,1-1 0,0 1 0,0-1 0,1 0 0,1 1 0,0-1 0,1 0 0,0 0 0,10 18 0,-11-26 0,-1 0 0,1 0 0,-1 0 0,1 0 0,1 0 0,-1 0 0,0-1 0,1 0 0,0 1 0,0-2 0,0 1 0,0 0 0,0-1 0,0 1 0,1-1 0,-1-1 0,1 1 0,0 0 0,-1-1 0,1 0 0,0 0 0,0-1 0,0 1 0,-1-1 0,1 0 0,0 0 0,6-2 0,-3 1 0,0-1 0,0 0 0,0 0 0,-1-1 0,1 0 0,-1-1 0,0 0 0,0 0 0,0 0 0,0-1 0,-1 0 0,0 0 0,0 0 0,0-1 0,-1 0 0,1 0 0,-1-1 0,-1 0 0,1 1 0,-1-1 0,-1-1 0,1 1 0,-1 0 0,3-12 0,-2 6 0,-1 0 0,0 0 0,-1-1 0,-1 1 0,0-1 0,-1 1 0,0-1 0,-1 1 0,0-1 0,-1 1 0,-1-1 0,0 1 0,-10-25 0,8 27 43,0-1 0,-1 2-1,0-1 1,-1 1 0,0 0-1,-1 0 1,-13-12 0,16 18-150,0-1 0,0 1 1,-1 0-1,1 0 0,-1 1 1,0 0-1,0 0 0,0 0 1,-1 1-1,1 0 0,-1 0 1,1 1-1,-1-1 0,0 1 1,-7 0-1,-3 2-6719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1.371"/>
    </inkml:context>
    <inkml:brush xml:id="br0">
      <inkml:brushProperty name="width" value="0.05" units="cm"/>
      <inkml:brushProperty name="height" value="0.05" units="cm"/>
    </inkml:brush>
  </inkml:definitions>
  <inkml:trace contextRef="#ctx0" brushRef="#br0">127 95 24575,'-2'-7'0,"0"0"0,-1 0 0,0 0 0,0 0 0,0 0 0,-1 1 0,0-1 0,-6-7 0,10 14 0,-1-1 0,1 1 0,0 0 0,-1-1 0,1 1 0,0 0 0,-1-1 0,1 1 0,0 0 0,-1-1 0,1 1 0,-1 0 0,1 0 0,0-1 0,-1 1 0,1 0 0,-1 0 0,1 0 0,-1 0 0,1 0 0,-1 0 0,1 0 0,-1 0 0,1 0 0,-1 0 0,1 0 0,-1 0 0,0 0 0,-11 10 0,-5 25 0,15-32 0,-8 22 0,2 0 0,0 0 0,1 0 0,2 1 0,0 0 0,2 1 0,1-1 0,1 0 0,1 1 0,2-1 0,8 48 0,-9-69 0,0 0 0,1 0 0,0 0 0,0 0 0,0 0 0,0 0 0,1-1 0,0 1 0,0-1 0,0 0 0,1 1 0,-1-2 0,1 1 0,0 0 0,0-1 0,9 6 0,-8-6 0,1 0 0,0-1 0,0 0 0,0 0 0,1 0 0,-1-1 0,0 0 0,1 0 0,-1-1 0,0 1 0,1-2 0,-1 1 0,12-2 0,-9 0 0,0 0 0,0 0 0,0-1 0,-1 0 0,1-1 0,-1 0 0,1 0 0,-1-1 0,-1 0 0,1 0 0,-1-1 0,0 0 0,0 0 0,0 0 0,-1-1 0,0 0 0,0-1 0,-1 1 0,0-1 0,0 0 0,-1 0 0,0-1 0,-1 1 0,1-1 0,3-17 0,-4 11 0,-1 1 0,0-1 0,0 0 0,-2 0 0,0 0 0,0 0 0,-2 0 0,0 0 0,0 0 0,-1 1 0,-1-1 0,-1 1 0,0 0 0,-1 0 0,-10-19 0,12 26-80,-1 0 0,1 0-1,-1 0 1,0 0 0,-1 1-1,0 0 1,0 0 0,0 0-1,-1 1 1,1 0 0,-1 0 0,0 1-1,-1-1 1,1 2 0,-1-1-1,-13-3 1,1 3-6746</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1.792"/>
    </inkml:context>
    <inkml:brush xml:id="br0">
      <inkml:brushProperty name="width" value="0.05" units="cm"/>
      <inkml:brushProperty name="height" value="0.05" units="cm"/>
    </inkml:brush>
  </inkml:definitions>
  <inkml:trace contextRef="#ctx0" brushRef="#br0">188 324 24575,'0'-3'0,"-1"0"0,0-1 0,1 1 0,-1 0 0,0 0 0,0-1 0,-1 1 0,1 0 0,-1 0 0,0 1 0,0-1 0,1 0 0,-2 0 0,1 1 0,-4-4 0,5 5 0,0 0 0,1 0 0,-1 0 0,0 1 0,0-1 0,0 0 0,0 0 0,-1 1 0,1-1 0,0 1 0,0-1 0,0 1 0,0 0 0,-1-1 0,1 1 0,0 0 0,0 0 0,-1 0 0,1 0 0,0 0 0,0 0 0,-1 0 0,1 0 0,0 0 0,0 1 0,-1-1 0,1 0 0,0 1 0,0-1 0,0 1 0,0-1 0,0 1 0,-1 0 0,1 0 0,0-1 0,1 1 0,-1 0 0,0 0 0,0 0 0,0 0 0,0 0 0,0 2 0,-7 11 0,1 1 0,0 1 0,1-1 0,1 1 0,-7 31 0,5-15 0,-5 11 0,-1 1 0,-25 51 0,73-226 0,-6 40 0,27-83 0,-39 130 0,40-75 0,-54 112 0,1 1 0,0 0 0,0 0 0,1 0 0,0 1 0,6-7 0,-10 11 0,0 1 0,0-1 0,0 0 0,0 1 0,0-1 0,0 0 0,1 1 0,-1 0 0,0-1 0,0 1 0,0 0 0,0-1 0,0 1 0,1 0 0,-1 0 0,0 0 0,0 0 0,2 0 0,-2 1 0,1-1 0,-1 1 0,0 0 0,1 0 0,-1-1 0,0 1 0,0 0 0,1 0 0,-1 0 0,0 0 0,0 0 0,0 1 0,0-1 0,0 0 0,0 0 0,-1 1 0,1-1 0,0 2 0,9 20 0,-2 1 0,-1 0 0,0 0 0,-2 0 0,3 34 0,-2-15 0,48 239-1365,-44-227-5461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2.444"/>
    </inkml:context>
    <inkml:brush xml:id="br0">
      <inkml:brushProperty name="width" value="0.05" units="cm"/>
      <inkml:brushProperty name="height" value="0.05" units="cm"/>
    </inkml:brush>
  </inkml:definitions>
  <inkml:trace contextRef="#ctx0" brushRef="#br0">1 264 24575,'0'-1'0,"1"-1"0,-1 1 0,0 0 0,1 0 0,-1-1 0,1 1 0,-1 0 0,1 0 0,0-1 0,0 1 0,0 0 0,-1 0 0,1 0 0,0 0 0,0 0 0,0 0 0,0 1 0,1-1 0,-1 0 0,0 0 0,0 1 0,0-1 0,1 1 0,-1-1 0,0 1 0,1-1 0,2 1 0,39-7 0,-40 7 0,72-5 0,-40 4 0,0-1 0,-1-2 0,1-1 0,38-12 0,-68 15 0,1 0 0,-1 0 0,-1-1 0,1 0 0,0 0 0,-1 0 0,1 0 0,-1-1 0,0 0 0,5-6 0,-7 9 0,-1-1 0,1 0 0,-1 1 0,0-1 0,0 0 0,0 0 0,0 0 0,0 0 0,-1 1 0,1-1 0,0 0 0,-1-1 0,1 1 0,-1 0 0,0 0 0,0 0 0,0 0 0,0 0 0,0 0 0,0 0 0,-1 0 0,1 0 0,-1 0 0,1 0 0,-1 0 0,0 0 0,1 0 0,-1 0 0,0 0 0,-2-2 0,3 4 0,0 0 0,0 0 0,0 0 0,0 0 0,0 0 0,0 0 0,0 0 0,-1 0 0,1 0 0,0 0 0,0-1 0,0 1 0,0 0 0,0 0 0,0 0 0,0 0 0,-1 0 0,1 0 0,0 0 0,0 0 0,0 0 0,0 0 0,0 0 0,0 0 0,0 0 0,-1 0 0,1 0 0,0 0 0,0 0 0,0 0 0,0 0 0,0 0 0,0 0 0,0 0 0,-1 0 0,1 1 0,0-1 0,0 0 0,0 0 0,0 0 0,0 0 0,0 0 0,0 0 0,0 0 0,0 0 0,0 0 0,-1 0 0,1 1 0,-5 8 0,-1 11 0,-2 23 0,2 0 0,0 46 0,0-12 0,-4 71 0,21-197 0,0 8 0,0-20 0,48-200 0,-57 255 0,2-11 0,14-30 0,-16 44 0,-1 0 0,1 0 0,-1 0 0,1 1 0,0-1 0,0 0 0,0 1 0,0-1 0,0 1 0,1 0 0,-1 0 0,1 0 0,-1 0 0,1 0 0,0 0 0,6-2 0,-8 4 0,1 0 0,-1 0 0,0 0 0,1 0 0,-1 0 0,1 0 0,-1 0 0,1 1 0,-1-1 0,0 0 0,1 1 0,-1-1 0,0 1 0,1 0 0,-1 0 0,0-1 0,0 1 0,0 0 0,1 0 0,-1 0 0,0 0 0,0 0 0,0 0 0,-1 0 0,1 1 0,0-1 0,0 0 0,0 2 0,4 6 0,-1-1 0,-1 1 0,4 9 0,-6-15 0,20 77 0,-16-56 0,2 1 0,0-1 0,13 27 0,-19-48 0,0-1 0,1 0 0,-1 1 0,0-1 0,1 0 0,0 0 0,-1 0 0,1 0 0,0 0 0,0 0 0,0 0 0,0 0 0,3 1 0,-3-3 0,-1 0 0,0 1 0,0-1 0,0 0 0,0 0 0,0 0 0,1 0 0,-1-1 0,0 1 0,0 0 0,0 0 0,0-1 0,0 1 0,0 0 0,0-1 0,0 1 0,0-1 0,0 0 0,0 1 0,0-1 0,0 0 0,0 1 0,0-1 0,-1 0 0,1 0 0,0 0 0,-1 0 0,1 0 0,0 0 0,-1 0 0,1 0 0,-1 0 0,1-2 0,43-91 0,-3 6 0,-35 77 0,1-1 0,0 2 0,1-1 0,0 1 0,13-12 0,-19 20 0,0 0 0,1 0 0,-1 0 0,0 0 0,1 1 0,0-1 0,0 1 0,-1-1 0,1 1 0,0 0 0,0 0 0,0 0 0,0 1 0,5-1 0,-6 1 0,1 0 0,-1 0 0,0 0 0,0 1 0,0-1 0,1 1 0,-1 0 0,0 0 0,0 0 0,0 0 0,0 0 0,0 0 0,0 0 0,-1 0 0,1 1 0,0-1 0,-1 1 0,1-1 0,-1 1 0,3 3 0,3 6 43,-1-1 0,-1 1-1,0 0 1,0 0 0,-1 1-1,-1-1 1,5 22 0,5 85-1750,-10-70-5119</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5.793"/>
    </inkml:context>
    <inkml:brush xml:id="br0">
      <inkml:brushProperty name="width" value="0.05" units="cm"/>
      <inkml:brushProperty name="height" value="0.05" units="cm"/>
    </inkml:brush>
  </inkml:definitions>
  <inkml:trace contextRef="#ctx0" brushRef="#br0">1 202 24575,'1'0'0,"0"1"0,1-1 0,-1 0 0,0 1 0,0-1 0,1 0 0,-1 1 0,0 0 0,0-1 0,0 1 0,0 0 0,0-1 0,0 1 0,0 0 0,0 0 0,0 0 0,0 0 0,-1 0 0,1 0 0,0 0 0,-1 0 0,1 0 0,0 0 0,0 3 0,10 33 0,-8-26 0,9 58 0,-9-48 0,-3-21 0,0 1 0,0-1 0,0 1 0,0 0 0,0-1 0,0 1 0,0-1 0,0 1 0,0-1 0,1 1 0,-1-1 0,0 1 0,0-1 0,1 1 0,-1-1 0,0 1 0,1-1 0,-1 1 0,1-1 0,-1 1 0,0-1 0,1 0 0,-1 1 0,1-1 0,-1 0 0,1 1 0,-1-1 0,1 0 0,-1 0 0,1 1 0,0-1 0,0 0 0,1 0 0,-1-1 0,0 1 0,1 0 0,-1-1 0,0 1 0,1-1 0,-1 1 0,0-1 0,0 0 0,0 1 0,0-1 0,2-1 0,6-6 0,-1 0 0,12-14 0,-16 17 0,92-117 0,-35 40 0,-37 51 0,-11 14 0,0 0 0,28-26 0,-40 42-72,0 0 1,0 0-1,0 0 0,0 0 0,0 0 0,0 1 0,1-1 0,-1 0 1,0 0-1,1 1 0,-1-1 0,0 1 0,1-1 0,-1 1 0,1 0 1,-1 0-1,0 0 0,3-1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6.211"/>
    </inkml:context>
    <inkml:brush xml:id="br0">
      <inkml:brushProperty name="width" value="0.05" units="cm"/>
      <inkml:brushProperty name="height" value="0.05" units="cm"/>
    </inkml:brush>
  </inkml:definitions>
  <inkml:trace contextRef="#ctx0" brushRef="#br0">438 118 24575,'-13'1'0,"-1"0"0,1 0 0,0 1 0,0 1 0,0 0 0,0 1 0,1 0 0,-18 9 0,13-4 0,0 1 0,0 1 0,2 0 0,-1 1 0,-17 18 0,12-8 0,1 1 0,1 0 0,1 2 0,1 0 0,2 0 0,0 2 0,-15 39 0,22-46 0,2 0 0,1 0 0,0 1 0,1-1 0,1 1 0,1 0 0,1 0 0,1 0 0,4 33 0,-2-41 0,0 0 0,1 1 0,1-1 0,0 0 0,1-1 0,0 1 0,1-1 0,0 0 0,1 0 0,0-1 0,1 0 0,0 0 0,1 0 0,0-1 0,20 16 0,-17-17 0,1 0 0,1 0 0,-1-1 0,1-1 0,1 0 0,0-1 0,0 0 0,0-2 0,0 1 0,1-2 0,-1 0 0,1-1 0,16 0 0,-17-2 0,0-1 0,-1-1 0,1 0 0,-1-1 0,0 0 0,1-1 0,-2-1 0,1 0 0,0-1 0,-1 0 0,0-1 0,-1-1 0,1 0 0,13-12 0,-10 5 0,-1 0 0,0-1 0,-1-1 0,-1 0 0,-1-1 0,0 0 0,-2-1 0,0 0 0,-1-1 0,0 0 0,-2 0 0,-1-1 0,0 0 0,3-25 0,-4 5 0,-1 1 0,-1-1 0,-3 0 0,-1 0 0,-3 0 0,-12-63 0,9 73 0,-1-1 0,-15-36 0,19 57 0,-1 1 0,0 0 0,0 0 0,-1 0 0,-1 1 0,0-1 0,0 2 0,0-1 0,-17-13 0,21 19-54,-1 0-1,0 1 0,-1-1 1,1 1-1,0 0 1,-1 0-1,1 1 0,-1-1 1,1 1-1,-1 0 1,0 1-1,0-1 0,1 1 1,-1-1-1,0 1 0,0 1 1,1-1-1,-1 1 1,0 0-1,0 0 0,1 0 1,-1 1-1,1-1 1,-5 3-1,-25 14-6771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6.836"/>
    </inkml:context>
    <inkml:brush xml:id="br0">
      <inkml:brushProperty name="width" value="0.05" units="cm"/>
      <inkml:brushProperty name="height" value="0.05" units="cm"/>
    </inkml:brush>
  </inkml:definitions>
  <inkml:trace contextRef="#ctx0" brushRef="#br0">1 113 24575,'2'-2'0,"-1"0"0,1 0 0,-1 0 0,0-1 0,0 1 0,1 0 0,-2-1 0,1 1 0,0-1 0,0 0 0,0-4 0,2-34 0,-2 32 0,0-20 0,-1 30 0,-1 14 0,9 286 0,48 305 0,-49-557-1365,0-10-5461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7.188"/>
    </inkml:context>
    <inkml:brush xml:id="br0">
      <inkml:brushProperty name="width" value="0.05" units="cm"/>
      <inkml:brushProperty name="height" value="0.05" units="cm"/>
    </inkml:brush>
  </inkml:definitions>
  <inkml:trace contextRef="#ctx0" brushRef="#br0">74 135 24575,'-4'-3'0,"0"-1"0,0 1 0,-1 0 0,1 1 0,-8-5 0,8 6 0,1 0 0,0-1 0,0 0 0,0 0 0,0 0 0,0 0 0,0 0 0,0 0 0,1-1 0,-1 0 0,1 1 0,-4-6 0,7 4 0,4 6 0,8 5 0,3 8 0,-1 1 0,16 20 0,-22-24 0,1 0 0,0-1 0,1 0 0,0 0 0,1-1 0,25 16 0,-34-25 0,1 0 0,-1 1 0,0-1 0,0-1 0,1 1 0,-1-1 0,1 1 0,-1-1 0,1 0 0,-1 0 0,0 0 0,1-1 0,-1 1 0,1-1 0,-1 0 0,0 0 0,1 0 0,-1 0 0,0 0 0,0-1 0,0 0 0,0 1 0,0-1 0,0 0 0,3-4 0,7-5 0,1-2 0,-2 0 0,18-23 0,-23 27 0,13-16 0,-1-1 0,-2-1 0,22-44 0,-52 107-1365,6-14-5461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9.035"/>
    </inkml:context>
    <inkml:brush xml:id="br0">
      <inkml:brushProperty name="width" value="0.05" units="cm"/>
      <inkml:brushProperty name="height" value="0.05" units="cm"/>
    </inkml:brush>
  </inkml:definitions>
  <inkml:trace contextRef="#ctx0" brushRef="#br0">61 1 24575,'-4'3'0,"1"0"0,-1 0 0,0-1 0,0 1 0,-1-1 0,1 0 0,-7 2 0,-11 6 0,22-10 0,0 0 0,1 1 0,-1-1 0,0 0 0,0 1 0,1-1 0,-1 0 0,0 0 0,0 1 0,1-1 0,-1 0 0,0 0 0,1 0 0,-1 0 0,0 1 0,1-1 0,-1 0 0,0 0 0,1 0 0,-1 0 0,0 0 0,1 0 0,-1 0 0,0 0 0,1 0 0,-1 0 0,0 0 0,1 0 0,-1 0 0,0 0 0,1 0 0,18 1 0,179-19 340,17-1-2045,-183 18-5121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9.564"/>
    </inkml:context>
    <inkml:brush xml:id="br0">
      <inkml:brushProperty name="width" value="0.05" units="cm"/>
      <inkml:brushProperty name="height" value="0.05" units="cm"/>
    </inkml:brush>
  </inkml:definitions>
  <inkml:trace contextRef="#ctx0" brushRef="#br0">38 38 24575,'-3'0'0,"-4"-3"0,-4-1 0,0-3 0,5 0 0,10 1 0,6 1 0,12 2 0,7 2 0,8 0 0,10 1 0,5 0 0,1 0 0,0 4 0,-4 0 0,-6 0 0,-8-1 0,-10 0-8191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9.913"/>
    </inkml:context>
    <inkml:brush xml:id="br0">
      <inkml:brushProperty name="width" value="0.05" units="cm"/>
      <inkml:brushProperty name="height" value="0.05" units="cm"/>
    </inkml:brush>
  </inkml:definitions>
  <inkml:trace contextRef="#ctx0" brushRef="#br0">19 0 24575,'-1'0'0,"-1"0"0,1 0 0,0 1 0,-1-1 0,1 0 0,0 1 0,-1-1 0,1 0 0,0 1 0,0 0 0,-3 0 0,4 4 0,10-2 0,28 2 0,0-3 0,60-3 0,-33 0 0,246 0-1365,-298 1-5461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0.717"/>
    </inkml:context>
    <inkml:brush xml:id="br0">
      <inkml:brushProperty name="width" value="0.05" units="cm"/>
      <inkml:brushProperty name="height" value="0.05" units="cm"/>
    </inkml:brush>
  </inkml:definitions>
  <inkml:trace contextRef="#ctx0" brushRef="#br0">438 125 24575,'4'0'0,"0"-1"0,0 0 0,0 0 0,-1 0 0,1 0 0,0-1 0,-1 0 0,1 1 0,-1-1 0,1-1 0,-1 1 0,0 0 0,0-1 0,3-2 0,-3 3 0,-1 0 0,0-1 0,0 1 0,0 0 0,0-1 0,0 1 0,-1-1 0,1 1 0,-1-1 0,0 0 0,1 0 0,-1 1 0,0-1 0,-1 0 0,1 0 0,-1 0 0,1 0 0,-1-6 0,0 7 0,-1 0 0,0 0 0,0 0 0,0 0 0,0 0 0,0 0 0,0 1 0,0-1 0,-1 0 0,1 1 0,-1-1 0,1 1 0,-1-1 0,1 1 0,-1 0 0,0 0 0,0 0 0,0 0 0,1 0 0,-1 0 0,0 0 0,0 0 0,0 1 0,0-1 0,-3 1 0,-6-2 0,1 0 0,-1 0 0,-16 1 0,-5 2 0,1 1 0,-1 2 0,-41 10 0,-90 33 0,160-46 0,-5 1 0,1 0 0,0 1 0,-1 0 0,1 0 0,0 1 0,0-1 0,1 2 0,-1-1 0,-8 8 0,15-11 0,-1-1 0,0 1 0,1 0 0,-1 0 0,1-1 0,-1 1 0,1 0 0,0 0 0,-1 0 0,1-1 0,0 1 0,-1 0 0,1 0 0,0 0 0,0 0 0,0 0 0,0 0 0,0 0 0,0-1 0,0 1 0,0 0 0,0 0 0,0 0 0,1 0 0,-1 0 0,0 0 0,1-1 0,-1 1 0,0 0 0,1 0 0,-1 0 0,1-1 0,-1 1 0,1 0 0,0-1 0,-1 1 0,1 0 0,0-1 0,-1 1 0,2 0 0,3 3 0,0-1 0,1 1 0,-1-1 0,10 4 0,26 9 0,1-3 0,57 12 0,-42-11 0,9 2 0,108 32 0,-170-46 0,0-1 0,-1 1 0,1-1 0,-1 1 0,0 0 0,1 1 0,-1-1 0,0 0 0,3 4 0,-5-5 0,0 0 0,-1 0 0,1 0 0,-1 0 0,0 0 0,1-1 0,-1 1 0,0 0 0,1 0 0,-1 0 0,0 0 0,0 0 0,0 0 0,0 0 0,0 0 0,0 0 0,0 0 0,0 0 0,0 0 0,0 0 0,-1 0 0,1 0 0,0 0 0,-1 0 0,1 0 0,-1 0 0,1 0 0,-1-1 0,1 1 0,-1 0 0,1 0 0,-1-1 0,0 1 0,0 0 0,1-1 0,-1 1 0,0 0 0,0-1 0,-1 1 0,-6 5 0,0-1 0,-1 0 0,0 0 0,0-1 0,0 0 0,0-1 0,-16 4 0,-72 11 0,81-16 0,-20 3-227,1-1-1,-1-1 1,0-3-1,0 0 1,-46-8-1,44 0-6598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0.953"/>
    </inkml:context>
    <inkml:brush xml:id="br0">
      <inkml:brushProperty name="width" value="0.05" units="cm"/>
      <inkml:brushProperty name="height" value="0.05" units="cm"/>
    </inkml:brush>
  </inkml:definitions>
  <inkml:trace contextRef="#ctx0" brushRef="#br0">1 24 24575,'0'-1'0,"0"-1"0,0 1 0,0-1 0,0 1 0,1-1 0,-1 1 0,0 0 0,1-1 0,-1 1 0,1-1 0,0 1 0,-1 0 0,1 0 0,1-3 0,5 3 0,0 13 0,38 162 0,-23-79 0,0-9-341,-3 1 0,-5 1-1,5 152 1,-19-203-6485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1.437"/>
    </inkml:context>
    <inkml:brush xml:id="br0">
      <inkml:brushProperty name="width" value="0.05" units="cm"/>
      <inkml:brushProperty name="height" value="0.05" units="cm"/>
    </inkml:brush>
  </inkml:definitions>
  <inkml:trace contextRef="#ctx0" brushRef="#br0">404 178 24575,'5'-2'0,"-1"-1"0,1 0 0,-1 0 0,1 0 0,-1-1 0,0 1 0,-1-1 0,1 0 0,-1 0 0,1-1 0,-1 1 0,3-7 0,-4 8 0,-1 1 0,0 0 0,0-1 0,-1 1 0,1 0 0,-1-1 0,1 1 0,-1-1 0,0 1 0,1-1 0,-1 1 0,-1-1 0,1 1 0,0-1 0,0 1 0,-1 0 0,0-1 0,1 1 0,-1-1 0,0 1 0,0 0 0,0 0 0,-1-1 0,1 1 0,0 0 0,-1 0 0,1 0 0,-3-1 0,-3-3 0,0 0 0,-1 1 0,0 0 0,0 0 0,0 1 0,0 0 0,-1 0 0,1 1 0,-1 0 0,0 1 0,0 0 0,0 0 0,-12 0 0,0 0 0,1 1 0,-1 2 0,0 0 0,-37 6 0,37-2 0,0 0 0,-25 10 0,38-12 0,-1 1 0,0 1 0,1-1 0,0 1 0,0 1 0,0 0 0,-10 9 0,17-14 0,0 0 0,0 0 0,-1 0 0,1 1 0,0-1 0,1 0 0,-1 0 0,0 1 0,0-1 0,0 1 0,1-1 0,-1 0 0,1 1 0,-1-1 0,1 1 0,0 0 0,-1-1 0,1 1 0,0-1 0,0 1 0,0-1 0,0 1 0,0 0 0,1-1 0,-1 1 0,0-1 0,1 1 0,-1-1 0,1 1 0,-1-1 0,1 1 0,0-1 0,0 0 0,0 1 0,0-1 0,0 0 0,0 0 0,0 0 0,0 1 0,0-1 0,0 0 0,0-1 0,2 2 0,5 4 0,-1-2 0,1 1 0,0-1 0,1 0 0,-1 0 0,11 2 0,106 23 0,-1-1 0,-106-23 0,-1 1 0,0 1 0,0 1 0,29 17 0,-43-23 0,-1 0 0,1 0 0,0 0 0,0 0 0,-1 1 0,1-1 0,-1 1 0,0-1 0,0 1 0,0 0 0,0 0 0,0 0 0,0 0 0,-1 0 0,0 0 0,1 1 0,0 3 0,-2-5 0,0 0 0,-1 1 0,1-1 0,0 1 0,-1-1 0,1 0 0,-1 1 0,0-1 0,1 0 0,-1 0 0,-1 0 0,1 1 0,0-1 0,0 0 0,-1 0 0,1-1 0,-1 1 0,1 0 0,-1 0 0,0-1 0,0 1 0,0-1 0,0 0 0,0 1 0,-3 1 0,-7 3 23,0-1 0,0 1 0,0-2-1,-1 0 1,0 0 0,0-1 0,0-1-1,0 0 1,0-1 0,0 0 0,0-1-1,-1 0 1,1-1 0,-15-3 0,13 1-166,-1 0 1,1-1 0,0-1 0,1 0-1,-1-1 1,1-1 0,0 0 0,0-1 0,1 0-1,0-1 1,-19-17 0,10 2-6684</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1.688"/>
    </inkml:context>
    <inkml:brush xml:id="br0">
      <inkml:brushProperty name="width" value="0.05" units="cm"/>
      <inkml:brushProperty name="height" value="0.05" units="cm"/>
    </inkml:brush>
  </inkml:definitions>
  <inkml:trace contextRef="#ctx0" brushRef="#br0">1 61 24575,'2'-3'0,"0"0"0,0-1 0,0 1 0,-1-1 0,0 1 0,1-1 0,-1 1 0,0-1 0,-1 0 0,1 0 0,-1 0 0,1-4 0,0-2 0,9 58 0,-1-15 0,55 226 0,7 27 0,-50-199-1365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2.836"/>
    </inkml:context>
    <inkml:brush xml:id="br0">
      <inkml:brushProperty name="width" value="0.05" units="cm"/>
      <inkml:brushProperty name="height" value="0.05" units="cm"/>
    </inkml:brush>
  </inkml:definitions>
  <inkml:trace contextRef="#ctx0" brushRef="#br0">9 0 24575,'0'0'0,"-1"0"0,1 0 0,-1 1 0,1-1 0,0 0 0,-1 0 0,1 0 0,0 0 0,-1 1 0,1-1 0,0 0 0,-1 0 0,1 1 0,0-1 0,-1 0 0,1 0 0,0 1 0,0-1 0,-1 0 0,1 1 0,0-1 0,0 0 0,0 1 0,-1-1 0,1 1 0,0-1 0,0 0 0,0 1 0,0-1 0,0 0 0,0 1 0,0-1 0,0 1 0,0-1 0,0 0 0,0 1 0,0-1 0,0 1 0,0-1 0,1 1 0,4 19 0,-5-17 0,6 19 0,-1 0 0,-1 1 0,3 40 0,-7 71 0,-1-71 0,0 215 0,1-276 0,0 0 0,0 0 0,0 0 0,0 0 0,0 0 0,1 0 0,-1 0 0,1 0 0,-1 0 0,1 0 0,0 0 0,0 0 0,0 0 0,0 0 0,0 0 0,0 0 0,0-1 0,2 3 0,0-3 0,-1 1 0,1-1 0,-1 0 0,1 0 0,-1 1 0,1-2 0,0 1 0,0 0 0,-1-1 0,1 1 0,0-1 0,0 0 0,4 0 0,279 0 0,-111-3 0,528 12-313,147-1-104,-377-25 417,-471 17-1,3 0 88,0-1 0,0 1 0,0-1 0,0 0 0,0 0 0,5-3 1,-10 4-87,0 0 1,0 0 0,0 0 0,0 0-1,0 0 1,1 0 0,-1 0-1,0 0 1,0 0 0,0 0 0,0 0-1,0 0 1,0 0 0,0 0 0,0 0-1,0 0 1,0 0 0,0 0 0,0 0-1,0 0 1,0 0 0,0 0-1,0 0 1,1-1 0,-1 1 0,0 0-1,0 0 1,0 0 0,0 0 0,0 0-1,0 0 1,0 0 0,0 0 0,0 0-1,0 0 1,0 0 0,0-1-1,0 1 1,0 0 0,0 0 0,0 0-1,0 0 1,0 0 0,0 0 0,-1 0-1,1 0 1,0 0 0,0 0 0,0 0-1,0 0 1,0 0 0,0-1-1,0 1 1,0 0 0,0 0 0,0 0-1,0 0 1,0 0 0,0 0 0,0 0-1,0 0 1,0 0 0,-1 0 0,1 0-1,0 0 1,0 0 0,0 0-1,-10-3 33,-12-1-63,21 4 28,-16-4-1364,4 0-5461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3.180"/>
    </inkml:context>
    <inkml:brush xml:id="br0">
      <inkml:brushProperty name="width" value="0.05" units="cm"/>
      <inkml:brushProperty name="height" value="0.05" units="cm"/>
    </inkml:brush>
  </inkml:definitions>
  <inkml:trace contextRef="#ctx0" brushRef="#br0">47 6 24575,'-46'-6'0,"143"62"0,-27-19 0,-49-25 0,0 0 0,32 24 0,-48-33 0,-1 0 0,0 1 0,0 0 0,-1-1 0,1 1 0,-1 1 0,0-1 0,0 0 0,0 1 0,0 0 0,-1-1 0,0 1 0,3 8 0,-5-11 0,0 1 0,0 0 0,0 0 0,0 0 0,0-1 0,-1 1 0,1 0 0,-1-1 0,0 1 0,1 0 0,-1-1 0,-1 1 0,1-1 0,0 1 0,0-1 0,-1 0 0,0 1 0,1-1 0,-1 0 0,0 0 0,0 0 0,0 0 0,-3 2 0,-7 5 0,1-1 0,-2-1 0,-15 9 0,18-11 0,-113 51-1365,102-48-5461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3.740"/>
    </inkml:context>
    <inkml:brush xml:id="br0">
      <inkml:brushProperty name="width" value="0.05" units="cm"/>
      <inkml:brushProperty name="height" value="0.05" units="cm"/>
    </inkml:brush>
  </inkml:definitions>
  <inkml:trace contextRef="#ctx0" brushRef="#br0">1 354 24575,'0'0'0,"0"0"0,0-1 0,0 1 0,0 0 0,0 0 0,0-1 0,0 1 0,0 0 0,0 0 0,0-1 0,0 1 0,0 0 0,0 0 0,0-1 0,1 1 0,-1 0 0,0 0 0,0-1 0,0 1 0,0 0 0,0 0 0,1 0 0,-1-1 0,0 1 0,0 0 0,1 0 0,-1 0 0,0 0 0,0-1 0,0 1 0,1 0 0,-1 0 0,0 0 0,0 0 0,1 0 0,10 3 0,10 12 0,-13-5 0,-1 0 0,0 0 0,-1 1 0,0-1 0,6 19 0,18 62 0,-5-12 0,-20-64 0,-3-9 0,0 0 0,0-1 0,0 1 0,1 0 0,7 10 0,-10-15 0,1-1 0,-1 1 0,1-1 0,-1 1 0,1 0 0,0-1 0,-1 0 0,1 1 0,0-1 0,-1 1 0,1-1 0,0 0 0,0 1 0,-1-1 0,1 0 0,0 0 0,0 0 0,0 1 0,-1-1 0,3 0 0,-2-1 0,1 1 0,-1-1 0,1 1 0,-1-1 0,1 0 0,-1 0 0,0 1 0,1-1 0,-1 0 0,0 0 0,0 0 0,0 0 0,0-1 0,2-1 0,82-116 0,-38 48 0,7-3 0,108-113 0,-130 155 0,1 2 0,1 2 0,2 0 0,0 3 0,64-34 0,-95 57-195,-1-1 0,1 1 0,0 0 0,0 1 0,0-1 0,9-1 0,-4 4-6631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7.710"/>
    </inkml:context>
    <inkml:brush xml:id="br0">
      <inkml:brushProperty name="width" value="0.05" units="cm"/>
      <inkml:brushProperty name="height" value="0.05" units="cm"/>
    </inkml:brush>
  </inkml:definitions>
  <inkml:trace contextRef="#ctx0" brushRef="#br0">2 0 24575,'-1'91'0,"5"168"0,-3-249-170,0-1-1,0 1 0,1 0 1,0-1-1,1 1 0,0-1 1,5 11-1,2-4-6655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8.084"/>
    </inkml:context>
    <inkml:brush xml:id="br0">
      <inkml:brushProperty name="width" value="0.05" units="cm"/>
      <inkml:brushProperty name="height" value="0.05" units="cm"/>
    </inkml:brush>
  </inkml:definitions>
  <inkml:trace contextRef="#ctx0" brushRef="#br0">58 40 24575,'0'-1'0,"-1"0"0,1 0 0,0 0 0,-1 0 0,1 0 0,-1-1 0,0 1 0,1 0 0,-1 0 0,0 1 0,0-1 0,1 0 0,-1 0 0,0 0 0,0 0 0,0 1 0,0-1 0,0 0 0,0 1 0,0-1 0,0 1 0,-1-1 0,1 1 0,0 0 0,0-1 0,0 1 0,0 0 0,-1 0 0,1 0 0,0 0 0,0 0 0,0 0 0,-1 0 0,1 0 0,0 1 0,0-1 0,0 0 0,0 1 0,-1-1 0,1 1 0,0-1 0,0 1 0,0-1 0,0 1 0,0 0 0,0-1 0,-1 3 0,0 4 0,0 0 0,0 0 0,0 1 0,1-1 0,0 1 0,1 0 0,0-1 0,0 1 0,1 9 0,0 4 0,0-4 0,0-1 0,0 1 0,2 0 0,0-1 0,7 19 0,-8-28 0,1 0 0,0 0 0,0 0 0,0 0 0,1-1 0,0 0 0,0 1 0,1-2 0,0 1 0,0 0 0,0-1 0,1 0 0,12 9 0,-15-13 0,-1 1 0,1-1 0,0 0 0,0 1 0,0-1 0,1 0 0,-1-1 0,0 1 0,0-1 0,0 1 0,1-1 0,-1 0 0,0 0 0,0 0 0,1-1 0,-1 1 0,0-1 0,0 0 0,0 0 0,0 0 0,0 0 0,0 0 0,0-1 0,0 1 0,0-1 0,-1 0 0,1 0 0,4-4 0,-2 1 0,0 0 0,-1 0 0,1 0 0,-1 0 0,0-1 0,-1 0 0,0 0 0,0 0 0,0 0 0,0 0 0,-1-1 0,3-12 0,-3 2 0,0 0 0,-1 0 0,-1-1 0,0 1 0,-1 0 0,-6-29 0,5 39 0,0 1 0,0-1 0,0 1 0,-1 0 0,0-1 0,0 1 0,-1 0 0,-7-9 0,8 12 0,1 0 0,-1 0 0,0 1 0,-1-1 0,1 1 0,0-1 0,-1 1 0,0 0 0,1 1 0,-1-1 0,0 1 0,0-1 0,0 1 0,0 0 0,-7 0 0,7 1-68,0 0 0,0 0-1,0 0 1,0 1 0,1 0 0,-1 0-1,0 0 1,0 0 0,1 1 0,-1-1-1,0 1 1,1 0 0,0 0 0,-1 0-1,1 1 1,0-1 0,0 1-1,0 0 1,-3 4 0,-6 8-6758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8.378"/>
    </inkml:context>
    <inkml:brush xml:id="br0">
      <inkml:brushProperty name="width" value="0.05" units="cm"/>
      <inkml:brushProperty name="height" value="0.05" units="cm"/>
    </inkml:brush>
  </inkml:definitions>
  <inkml:trace contextRef="#ctx0" brushRef="#br0">11 8 24575,'0'-3'0,"-3"-1"0,-1 3 0,1 5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8.583"/>
    </inkml:context>
    <inkml:brush xml:id="br0">
      <inkml:brushProperty name="width" value="0.05" units="cm"/>
      <inkml:brushProperty name="height" value="0.05" units="cm"/>
    </inkml:brush>
  </inkml:definitions>
  <inkml:trace contextRef="#ctx0" brushRef="#br0">0 0 24575,'0'3'0,"0"4"0,3 1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28.942"/>
    </inkml:context>
    <inkml:brush xml:id="br0">
      <inkml:brushProperty name="width" value="0.05" units="cm"/>
      <inkml:brushProperty name="height" value="0.05" units="cm"/>
    </inkml:brush>
  </inkml:definitions>
  <inkml:trace contextRef="#ctx0" brushRef="#br0">88 19 24575,'-18'18'0,"11"-13"0,1 1 0,0 0 0,0 1 0,1-1 0,0 1 0,0 0 0,-7 13 0,9-12 0,0 1 0,0 0 0,1 0 0,0 0 0,0 0 0,1 0 0,0 0 0,1 0 0,0 0 0,0 0 0,1 0 0,0 1 0,1-1 0,0 0 0,0-1 0,1 1 0,7 16 0,-7-20 0,-1 0 0,1 0 0,1 0 0,-1 0 0,1 0 0,0-1 0,0 1 0,0-1 0,0 0 0,1-1 0,-1 1 0,1-1 0,0 0 0,0 0 0,1 0 0,-1-1 0,0 1 0,1-1 0,0-1 0,-1 1 0,1-1 0,0 0 0,0 0 0,0-1 0,-1 0 0,1 0 0,0 0 0,10-2 0,-9 0 0,0 0 0,0-1 0,0 0 0,-1 0 0,0 0 0,1-1 0,-1 0 0,-1 0 0,1 0 0,0-1 0,-1 0 0,0 0 0,0 0 0,-1-1 0,1 1 0,-1-1 0,0 0 0,-1 0 0,1-1 0,2-7 0,-2 4 0,1-1 0,-1 0 0,-1-1 0,0 1 0,0-1 0,-1 1 0,-1-1 0,0 1 0,-1-1 0,0 0 0,-2-18 0,1 25 17,0 0 0,-1 1 0,1-1 1,-1 0-1,0 1 0,0-1 0,0 1 0,-1 0 0,0-1 0,0 1 0,0 0 0,0 1 0,0-1 0,-1 1 0,1-1 0,-1 1 0,0 0 0,0 0 1,-9-4-1,7 4-139,-1 1 0,1 0 0,-1 0 0,0 0 0,1 1 0,-1 0 0,0 1 0,0-1 0,0 1 1,0 0-1,0 1 0,1 0 0,-12 2 0,-12 5-6704</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0.269"/>
    </inkml:context>
    <inkml:brush xml:id="br0">
      <inkml:brushProperty name="width" value="0.05" units="cm"/>
      <inkml:brushProperty name="height" value="0.05" units="cm"/>
    </inkml:brush>
  </inkml:definitions>
  <inkml:trace contextRef="#ctx0" brushRef="#br0">1 118 24575,'0'-9'0,"0"-1"0,1 0 0,0 0 0,0 1 0,1-1 0,0 1 0,1 0 0,0-1 0,0 1 0,7-12 0,-10 21 0,0 0 0,0 0 0,0 0 0,0 0 0,0 0 0,0 0 0,1 0 0,-1 0 0,0-1 0,0 1 0,0 0 0,0 0 0,0 0 0,0 0 0,0 0 0,0 0 0,0 0 0,0 0 0,0 0 0,0 0 0,1 0 0,-1 0 0,0 0 0,0-1 0,0 1 0,0 0 0,0 0 0,0 0 0,0 0 0,0 0 0,1 0 0,-1 0 0,0 0 0,0 0 0,0 0 0,0 0 0,0 0 0,0 0 0,0 0 0,0 1 0,1-1 0,-1 0 0,0 0 0,0 0 0,0 0 0,0 0 0,0 0 0,0 0 0,0 0 0,0 0 0,0 0 0,0 0 0,1 0 0,2 9 0,2 17 0,-5-23 0,18 243 0,-11-102 0,-2-65-1365,-4-47-5461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1.888"/>
    </inkml:context>
    <inkml:brush xml:id="br0">
      <inkml:brushProperty name="width" value="0.05" units="cm"/>
      <inkml:brushProperty name="height" value="0.05" units="cm"/>
    </inkml:brush>
  </inkml:definitions>
  <inkml:trace contextRef="#ctx0" brushRef="#br0">0 34 24575,'3'-3'0,"7"-4"0,8-1 0,4 1 0,3 2 0,-1 1-8191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2.674"/>
    </inkml:context>
    <inkml:brush xml:id="br0">
      <inkml:brushProperty name="width" value="0.05" units="cm"/>
      <inkml:brushProperty name="height" value="0.05" units="cm"/>
    </inkml:brush>
  </inkml:definitions>
  <inkml:trace contextRef="#ctx0" brushRef="#br0">36 0 24575,'6'7'0,"-1"-1"0,0 1 0,-1 1 0,1-1 0,-1 1 0,-1-1 0,0 1 0,0 0 0,3 13 0,12 77 0,-18-97 0,5 41 0,-3 0 0,-1 0 0,-3 0 0,-12 78 0,-53 161 0,60-255 0,1 1 0,2-1 0,1 1 0,1 0 0,2 46 0,28 132 0,-19-153 0,3-1 0,2 0 0,24 60 0,-31-99 0,-1 0 0,1-1 0,1 1 0,0-2 0,1 1 0,0-1 0,0-1 0,21 17 0,-2-5 0,1-1 0,37 19 0,324 154 0,-331-168 0,0-2 0,81 20 0,-96-33 0,1-1 0,-1-3 0,1-1 0,48-2 0,-50-6 0,58-12 0,-58 7 0,55-2 0,-48 8 0,0-2 0,55-11 0,-89 10 0,0 0 0,-1-1 0,0 0 0,0-1 0,0-1 0,-1 0 0,0-1 0,-1-1 0,0 0 0,0 0 0,15-18 0,10-15 0,62-91 0,-83 108 0,0 2 0,-2-1 0,-1-1 0,-2-1 0,0 0 0,-1 0 0,-2-1 0,10-50 0,16-128 340,4-17-2045,-35 207-5121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3.344"/>
    </inkml:context>
    <inkml:brush xml:id="br0">
      <inkml:brushProperty name="width" value="0.05" units="cm"/>
      <inkml:brushProperty name="height" value="0.05" units="cm"/>
    </inkml:brush>
  </inkml:definitions>
  <inkml:trace contextRef="#ctx0" brushRef="#br0">45 368 24575,'-5'-7'0,"-1"0"0,2-1 0,-1 0 0,1 1 0,0-2 0,0 1 0,1 0 0,1-1 0,-4-16 0,5 20 0,1 0 0,-1 0 0,1-1 0,0 1 0,1-1 0,-1 1 0,1 0 0,0 0 0,1 0 0,-1-1 0,1 1 0,0 0 0,0 1 0,1-1 0,0 0 0,-1 1 0,1-1 0,1 1 0,-1 0 0,1 0 0,-1 0 0,1 0 0,0 1 0,8-5 0,6-4 0,0 0 0,1 1 0,1 1 0,33-12 0,-6 7 0,0 1 0,1 2 0,84-9 0,151 4 0,-210 15 0,223 1 0,-248 4 0,0 2 0,-1 2 0,0 3 0,52 16 0,-81-19 0,0 1 0,-1 1 0,0 0 0,0 1 0,-1 1 0,0 0 0,14 15 0,95 103 0,-57-55 0,149 175 342,-182-202-769,-3 2 0,-1 1 1,37 86-1,-57-109-6399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3.933"/>
    </inkml:context>
    <inkml:brush xml:id="br0">
      <inkml:brushProperty name="width" value="0.05" units="cm"/>
      <inkml:brushProperty name="height" value="0.05" units="cm"/>
    </inkml:brush>
  </inkml:definitions>
  <inkml:trace contextRef="#ctx0" brushRef="#br0">0 318 24575,'1'-12'0,"0"0"0,1 0 0,1 0 0,0 0 0,0 0 0,1 0 0,1 1 0,0 0 0,0 0 0,1 0 0,1 0 0,-1 1 0,2 0 0,-1 1 0,2 0 0,15-15 0,-9 11 0,0 1 0,1 0 0,0 1 0,0 1 0,1 0 0,1 1 0,0 1 0,0 1 0,35-9 0,-34 12 0,0 2 0,0 0 0,1 1 0,-1 1 0,0 1 0,0 1 0,0 0 0,0 2 0,0 0 0,-1 1 0,1 0 0,-1 2 0,29 15 0,-13-4 0,-1 2 0,-2 1 0,0 2 0,-1 1 0,50 53 0,-41-36-455,-2 1 0,43 63 0,-68-86-6371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4.866"/>
    </inkml:context>
    <inkml:brush xml:id="br0">
      <inkml:brushProperty name="width" value="0.05" units="cm"/>
      <inkml:brushProperty name="height" value="0.05" units="cm"/>
    </inkml:brush>
  </inkml:definitions>
  <inkml:trace contextRef="#ctx0" brushRef="#br0">0 141 24575,'8'-1'0,"0"0"0,0-1 0,0 0 0,-1 0 0,15-6 0,-14 4 0,0 1 0,0 0 0,1 1 0,-1 0 0,14-2 0,-19 4 0,-1 0 0,0 0 0,0 1 0,1-1 0,-1 0 0,0 1 0,0-1 0,0 1 0,0 0 0,0 0 0,0 0 0,0 0 0,0 0 0,0 0 0,0 1 0,0-1 0,-1 1 0,1-1 0,-1 1 0,1-1 0,-1 1 0,1 0 0,-1 0 0,0 0 0,0 0 0,1 2 0,5 19 0,-7-23 0,0 0 0,0 1 0,0-1 0,0 0 0,0 0 0,0 0 0,0 0 0,0 0 0,0 0 0,0 1 0,0-1 0,0 0 0,0 0 0,0 0 0,0 0 0,0 0 0,0 0 0,0 1 0,0-1 0,0 0 0,0 0 0,0 0 0,-1 0 0,1 0 0,0 0 0,0 0 0,0 0 0,0 0 0,0 1 0,0-1 0,0 0 0,-1 0 0,1 0 0,0 0 0,0 0 0,0 0 0,0 0 0,0 0 0,0 0 0,-1 0 0,1 0 0,0 0 0,0 0 0,0 0 0,-12-8 0,9 5 0,1 1 0,0-1 0,0 0 0,0 0 0,0 0 0,0 0 0,1 0 0,-1 0 0,1 0 0,-1-4 0,1 5 0,1 0 0,-1 0 0,1 1 0,-1-1 0,1 0 0,0 0 0,0 0 0,0 1 0,0-1 0,0 0 0,0 0 0,1 1 0,-1-1 0,1 0 0,-1 0 0,1 1 0,0-1 0,-1 0 0,1 1 0,2-3 0,-3 3 0,0 1 0,0 0 0,1-1 0,-1 1 0,0 0 0,1 0 0,-1-1 0,0 1 0,0 0 0,1 0 0,-1-1 0,0 1 0,1 0 0,-1 0 0,1 0 0,-1-1 0,0 1 0,1 0 0,-1 0 0,1 0 0,-1 0 0,0 0 0,1 0 0,-1 0 0,1 0 0,-1 0 0,0 0 0,1 0 0,-1 0 0,1 1 0,7 10 0,-2 18 0,-6-23 0,0 0 0,-1 1 0,0-1 0,0 0 0,-1 1 0,-4 11 0,5-16 0,0 1 0,0 0 0,-1 0 0,1 0 0,-1-1 0,0 1 0,0-1 0,0 1 0,0-1 0,0 0 0,0 0 0,-1 0 0,1 0 0,-1 0 0,1 0 0,-4 1 0,6-3 0,-1 0 0,1 0 0,-1 1 0,1-1 0,-1 0 0,1 0 0,-1 0 0,1 0 0,-1 0 0,1 0 0,-1 0 0,1 0 0,-1 0 0,1 0 0,-1 0 0,0 0 0,1 0 0,-1 0 0,1 0 0,-1-1 0,1 1 0,-1 0 0,1 0 0,-1-1 0,1 1 0,0 0 0,-1-1 0,0 1 0,-4-17 0,8-19 0,0 23 0,1 1 0,1-1 0,0 1 0,0 0 0,14-21 0,-16 28 0,0 0 0,1 0 0,0 0 0,0 0 0,0 1 0,0-1 0,1 1 0,0 0 0,0 0 0,0 1 0,0 0 0,1 0 0,-1 0 0,9-3 0,-13 5 0,1 1 0,-1 0 0,0 0 0,1 0 0,-1-1 0,0 1 0,1 0 0,-1 0 0,0 1 0,1-1 0,-1 0 0,0 0 0,0 1 0,1-1 0,-1 1 0,0-1 0,0 1 0,1-1 0,-1 1 0,0 0 0,0 0 0,1 0 0,0 1 0,0 1 0,-1-1 0,1 0 0,0 0 0,-1 1 0,0-1 0,1 1 0,-1 0 0,0-1 0,0 4 0,2 6 0,-1 1 0,0 0 0,0 20 0,-2-29 0,1 7 0,-1 39 0,0-47 0,0 0 0,-1 0 0,1 0 0,-1 0 0,0 0 0,0 0 0,0 0 0,0 0 0,0 0 0,-1-1 0,1 1 0,-1 0 0,-2 2 0,4-5 0,0 1 0,-1-1 0,1 1 0,-1-1 0,1 1 0,-1-1 0,1 0 0,-1 1 0,1-1 0,-1 0 0,0 1 0,1-1 0,-1 0 0,0 0 0,1 1 0,-1-1 0,1 0 0,-1 0 0,0 0 0,1 0 0,-1 0 0,0 0 0,1 0 0,-1 0 0,0 0 0,1 0 0,-1-1 0,0 1 0,1 0 0,-1 0 0,1 0 0,-1-1 0,0 1 0,1 0 0,-1-1 0,1 1 0,-1-1 0,1 1 0,-1-1 0,1 1 0,-1-1 0,1 1 0,0-1 0,-1 1 0,1-1 0,0 1 0,-1-1 0,1 1 0,0-2 0,-2-1 0,0-1 0,1 1 0,-1-1 0,1 1 0,0-1 0,0 1 0,0-6 0,1 1 0,0 0 0,0 0 0,1 1 0,0-1 0,1 0 0,-1 1 0,2-1 0,-1 1 0,1-1 0,0 1 0,8-13 0,-11 20 5,0-1 0,0 0 0,0 1 0,1-1 1,-1 1-1,0-1 0,1 1 0,-1 0 0,0-1 0,1 1 0,-1-1 0,0 1 0,1 0 0,-1-1 0,1 1 0,-1 0 0,1-1 0,-1 1 0,1 0 0,-1 0 0,1-1 1,-1 1-1,1 0 0,0 0 0,-1 0 0,1 0 0,-1 0 0,1 0 0,-1 0 0,1 0 0,0 0 0,0 1 6,0-1 0,-1 1 1,1 0-1,0 0 0,-1 0 0,1 0 0,-1-1 0,1 1 0,-1 0 1,1 0-1,-1 0 0,0 0 0,1 0 0,-1 0 0,0 2 0,4 41-1448,-4-42 1169,0 17-6558</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5.488"/>
    </inkml:context>
    <inkml:brush xml:id="br0">
      <inkml:brushProperty name="width" value="0.05" units="cm"/>
      <inkml:brushProperty name="height" value="0.05" units="cm"/>
    </inkml:brush>
  </inkml:definitions>
  <inkml:trace contextRef="#ctx0" brushRef="#br0">0 52 24575,'1'6'0,"1"-1"0,-1 0 0,1 1 0,0-1 0,0 0 0,1 0 0,0 0 0,-1-1 0,2 1 0,3 5 0,1 1 0,7 9 0,1 0 0,1 0 0,0-2 0,2 0 0,0-1 0,1-1 0,1-1 0,0 0 0,1-2 0,1-1 0,31 13 0,-49-22 0,1-1 0,0 0 0,-1-1 0,1 1 0,0-1 0,0 0 0,0-1 0,0 1 0,0-1 0,0 0 0,0-1 0,0 1 0,0-1 0,0-1 0,0 1 0,0-1 0,-1 0 0,1 0 0,0 0 0,-1-1 0,0 0 0,0 0 0,0-1 0,0 1 0,0-1 0,0 0 0,-1 0 0,0-1 0,0 1 0,0-1 0,-1 0 0,4-6 0,2-5 0,-1 0 0,0 0 0,-2-1 0,0 1 0,8-36 0,-6 6 0,2-50 0,-7 107-1365,0 1-5461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6.653"/>
    </inkml:context>
    <inkml:brush xml:id="br0">
      <inkml:brushProperty name="width" value="0.05" units="cm"/>
      <inkml:brushProperty name="height" value="0.05" units="cm"/>
    </inkml:brush>
  </inkml:definitions>
  <inkml:trace contextRef="#ctx0" brushRef="#br0">0 293 24575,'1'-5'0,"0"0"0,1 0 0,0 0 0,0 0 0,0 0 0,0 0 0,1 1 0,5-8 0,32-42 0,-27 39 0,1 1 0,0 0 0,2 1 0,-1 1 0,2 0 0,32-17 0,-24 16 0,1 2 0,1 1 0,-1 1 0,39-7 0,-17 8 0,1 2 0,0 2 0,0 2 0,0 3 0,66 9 0,-51-1 38,-2 3 0,1 3 0,-2 3 0,0 2 0,-2 3 0,0 3 0,-1 2 0,67 44 0,-75-38-228,0 3 0,-3 1 1,-1 2-1,-1 3 0,-3 1 1,-2 2-1,-2 2 1,55 88-1,-63-82-6636</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6.949"/>
    </inkml:context>
    <inkml:brush xml:id="br0">
      <inkml:brushProperty name="width" value="0.05" units="cm"/>
      <inkml:brushProperty name="height" value="0.05" units="cm"/>
    </inkml:brush>
  </inkml:definitions>
  <inkml:trace contextRef="#ctx0" brushRef="#br0">2 18 24575,'0'0'0,"0"0"0,0 0 0,-1-1 0,1 1 0,0 0 0,0 0 0,0-1 0,0 1 0,0 0 0,0 0 0,-1-1 0,1 1 0,0 0 0,0-1 0,0 1 0,0 0 0,0 0 0,0-1 0,0 1 0,0 0 0,0 0 0,0-1 0,0 1 0,0 0 0,1-1 0,-1 1 0,0 0 0,0 0 0,0-1 0,0 1 0,0 0 0,0 0 0,1 0 0,-1-1 0,0 1 0,0 0 0,0 0 0,1 0 0,-1-1 0,0 1 0,0 0 0,1 0 0,-1 0 0,0 0 0,0 0 0,1 0 0,-1-1 0,0 1 0,0 0 0,1 0 0,-1 0 0,0 0 0,1 0 0,-1 0 0,0 0 0,0 0 0,1 0 0,-1 0 0,1 1 0,23-5 0,-22 4 0,67-3-53,0 3-1,0 2 1,70 13-1,-30 4-144,124 37-1,-138-26 173,-1 3-1,-1 4 0,-3 5 1,90 55-1,-123-62 29,-3 2-1,-1 3 0,-1 2 1,-3 2-1,-1 3 0,-3 1 1,43 59-1,-68-78-179,-1 1 1,-1 1-1,-1 0 1,-2 1-1,-1 1 0,16 57 1,-16-21-6038</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7.181"/>
    </inkml:context>
    <inkml:brush xml:id="br0">
      <inkml:brushProperty name="width" value="0.05" units="cm"/>
      <inkml:brushProperty name="height" value="0.05" units="cm"/>
    </inkml:brush>
  </inkml:definitions>
  <inkml:trace contextRef="#ctx0" brushRef="#br0">0 0 24575,'6'1'0,"0"-1"0,-1 1 0,1 0 0,0 1 0,-1-1 0,1 1 0,-1 0 0,0 1 0,0-1 0,8 6 0,3 3 0,27 23 0,-13-5 0,-1 0 0,-2 2 0,37 53 0,57 112 0,-71-102 0,59 151 0,-86-180 0,-3 1 0,-2 0 0,12 99 0,-25-96-1365,-5-15-5461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8:37.337"/>
    </inkml:context>
    <inkml:brush xml:id="br0">
      <inkml:brushProperty name="width" value="0.05" units="cm"/>
      <inkml:brushProperty name="height" value="0.05" units="cm"/>
    </inkml:brush>
  </inkml:definitions>
  <inkml:trace contextRef="#ctx0" brushRef="#br0">0 0 24575,'3'3'0,"4"7"0,4 11 0,6 11 0,3 11 0,4 12 0,4 10 0,3 7 0,0 6 0,0 4 0,-2 1 0,-3-2 0,-6-15-8191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4.062"/>
    </inkml:context>
    <inkml:brush xml:id="br0">
      <inkml:brushProperty name="width" value="0.05" units="cm"/>
      <inkml:brushProperty name="height" value="0.05" units="cm"/>
    </inkml:brush>
  </inkml:definitions>
  <inkml:trace contextRef="#ctx0" brushRef="#br0">5665 0 24575,'11'351'0,"-3"187"0,-9-374 0,1-163 0,1 0 0,-1 0 0,0 0 0,0 0 0,0 0 0,0 0 0,0 0 0,0 1 0,0-1 0,-1 0 0,1 0 0,0 0 0,-1 0 0,1-1 0,0 1 0,-1 0 0,1 0 0,-2 2 0,-10-12 0,0-3 0,-1 3 0,0 0 0,0 1 0,-1 0 0,0 1 0,-1 1 0,0 1 0,0 0 0,-17-4 0,-127-16 0,-354-5-420,-2 33 0,-848 71-1098,1347-72 1513,-926 86 5,398-33 0,-198 23-907,251-9 3531,430-59-2383,-89 18 164,149-28-405,0 0 0,0 0 0,1 1 0,-1-1 0,0 0 0,1 1 0,-1-1 0,0 1 0,0-1 0,1 1 0,-1-1 0,1 1 0,-1 0 0,1-1 0,-1 1 0,1 0 0,-1-1 0,1 1 0,-1 0 0,1 0 0,0-1 0,0 1 0,-1 0 0,1 0 0,0 0 0,0-1 0,0 1 0,0 0 0,0 0 0,0 0 0,0-1 0,0 1 0,0 0 0,0 0 0,0 0 0,1 0 0,-1-1 0,0 1 0,1 1 0,18 38 0,-12-26 0,10 27 0,-2 0 0,-2 1 0,14 81 0,4 134 0,-17 461 0,-16-488 0,31 358 0,-26-545 0,0-3 0,-1-31 0,1-13 0,8-66-1365,-9 54-5461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4.483"/>
    </inkml:context>
    <inkml:brush xml:id="br0">
      <inkml:brushProperty name="width" value="0.05" units="cm"/>
      <inkml:brushProperty name="height" value="0.05" units="cm"/>
    </inkml:brush>
  </inkml:definitions>
  <inkml:trace contextRef="#ctx0" brushRef="#br0">62 1 24575,'-5'0'0,"-2"0"0,0 0 0,1 0 0,-1 1 0,-6 1 0,12-2 0,0 0 0,1 0 0,-1 0 0,0 1 0,0-1 0,1 0 0,-1 0 0,0 1 0,1-1 0,-1 0 0,0 1 0,1-1 0,-1 0 0,1 1 0,-1-1 0,1 1 0,-1-1 0,1 1 0,-1 0 0,1-1 0,-1 1 0,1-1 0,-1 1 0,1 0 0,0-1 0,0 1 0,-1 0 0,1 0 0,0-1 0,0 1 0,0 0 0,0-1 0,0 1 0,-1 0 0,1 0 0,1-1 0,-1 1 0,0 0 0,0 0 0,0-1 0,0 1 0,0 0 0,1-1 0,-1 1 0,1 1 0,9 17 0,1-1 0,1 1 0,23 27 0,-10-15 0,-13-14 0,1-1 0,1 0 0,1 0 0,0-1 0,33 23 0,-43-35 0,0 0 0,0 0 0,0-1 0,0 1 0,1-1 0,-1-1 0,1 1 0,0-1 0,-1 0 0,1 0 0,8 0 0,-9-1 0,0-1 0,-1 0 0,1 0 0,0 0 0,-1 0 0,1-1 0,-1 0 0,1 1 0,-1-2 0,0 1 0,0-1 0,0 1 0,0-1 0,0 0 0,6-7 0,-1 0 0,0-1 0,-1 0 0,0 0 0,-1-1 0,10-19 0,-4 2 0,11-39 0,-24 66 0,-3 4 0,-10 14 0,-22 33 0,22-32 0,-5 9 147,0-1-903,-32 36 0,29-42-6070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6.364"/>
    </inkml:context>
    <inkml:brush xml:id="br0">
      <inkml:brushProperty name="width" value="0.05" units="cm"/>
      <inkml:brushProperty name="height" value="0.05" units="cm"/>
    </inkml:brush>
  </inkml:definitions>
  <inkml:trace contextRef="#ctx0" brushRef="#br0">33 79 24575,'-2'-9'0,"0"0"0,0 1 0,-1-1 0,0 0 0,0 1 0,-7-11 0,9 16 0,-4-1 0,3 10 0,3 14 0,61 536 0,-50-483-1365,-7-48-5461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6.750"/>
    </inkml:context>
    <inkml:brush xml:id="br0">
      <inkml:brushProperty name="width" value="0.05" units="cm"/>
      <inkml:brushProperty name="height" value="0.05" units="cm"/>
    </inkml:brush>
  </inkml:definitions>
  <inkml:trace contextRef="#ctx0" brushRef="#br0">57 32 24575,'-4'6'0,"0"0"0,0 0 0,0 0 0,1 1 0,0-1 0,0 1 0,1 0 0,-3 12 0,-1 6 0,-5 39 0,9-38 0,1 0 0,0-1 0,7 50 0,-5-66 0,0-1 0,1 1 0,1-1 0,-1 0 0,1 0 0,0 0 0,1 0 0,0-1 0,0 1 0,1-1 0,-1 0 0,2 0 0,-1-1 0,1 0 0,10 10 0,-13-14 0,0 0 0,0 0 0,0-1 0,0 1 0,0 0 0,0-1 0,1 0 0,-1 0 0,1 0 0,-1 0 0,0-1 0,1 1 0,-1-1 0,1 0 0,-1 0 0,5 0 0,-3-1 0,0-1 0,0 1 0,1-1 0,-1 1 0,0-2 0,-1 1 0,1 0 0,0-1 0,7-5 0,-2-1 0,-1 1 0,1-2 0,-2 1 0,1-1 0,-1 0 0,-1-1 0,0 0 0,6-12 0,-7 10 0,0 0 0,-1-1 0,0 0 0,-1 0 0,-1 0 0,0 0 0,-1 0 0,0-1 0,-1 1 0,-1-1 0,-2-22 0,0 28 0,1 1 0,-1-1 0,-1 1 0,1-1 0,-2 1 0,1 0 0,-1 0 0,0 0 0,0 1 0,-1 0 0,0-1 0,-1 1 0,0 1 0,0-1 0,0 1 0,0 0 0,-1 1 0,0 0 0,0 0 0,-11-6 0,11 8 23,1 0 0,-1 1 0,0 0-1,0 0 1,0 0 0,0 1 0,0 0-1,0 0 1,0 1 0,0-1 0,0 2-1,0-1 1,0 1 0,-13 3 0,15-3-98,0 1 1,1-1 0,-1 1 0,1 0 0,0 0-1,-1 1 1,1-1 0,0 1 0,0 0 0,0 0-1,1 0 1,-1 1 0,1-1 0,0 1 0,0 0-1,0 0 1,0 0 0,1 0 0,-1 0 0,1 1-1,0-1 1,-1 7 0,-2 10-6752</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7.091"/>
    </inkml:context>
    <inkml:brush xml:id="br0">
      <inkml:brushProperty name="width" value="0.05" units="cm"/>
      <inkml:brushProperty name="height" value="0.05" units="cm"/>
    </inkml:brush>
  </inkml:definitions>
  <inkml:trace contextRef="#ctx0" brushRef="#br0">37 71 24575,'2'-2'0,"-1"0"0,1 0 0,-1-1 0,0 1 0,1-1 0,-1 1 0,0-1 0,-1 1 0,1-1 0,0 1 0,-1-1 0,1-3 0,-1 5 0,1-1 0,-1 1 0,0-1 0,0 0 0,0 1 0,0-1 0,-1 1 0,1-1 0,0 0 0,0 1 0,-1-1 0,1 1 0,-1-1 0,0 1 0,1-1 0,-1 1 0,0-1 0,0 1 0,0 0 0,-1-2 0,1 3 0,1-1 0,0 1 0,-1 0 0,1 0 0,0 0 0,-1 0 0,1-1 0,0 1 0,0 0 0,-1 0 0,1 0 0,0 0 0,-1 0 0,1 0 0,-1 0 0,1 0 0,0 0 0,-1 0 0,1 0 0,0 0 0,-1 0 0,1 0 0,0 0 0,0 1 0,-1-1 0,1 0 0,0 0 0,-1 0 0,1 0 0,0 1 0,-1-1 0,1 0 0,-9 13 0,-2 17 0,7-11 0,1 0 0,1 1 0,1-1 0,0 0 0,2 0 0,0 1 0,1-1 0,1 0 0,1 0 0,0 0 0,2-1 0,0 1 0,1-1 0,1-1 0,0 1 0,12 15 0,-18-29 0,0-1 0,1 0 0,-1 0 0,1 0 0,0 0 0,0 0 0,0-1 0,0 1 0,0-1 0,1 0 0,-1 0 0,1 0 0,-1 0 0,1-1 0,0 1 0,0-1 0,0 0 0,0 0 0,-1-1 0,7 1 0,-6-1 0,0 0 0,0-1 0,0 0 0,0 0 0,0 0 0,0 0 0,0 0 0,-1-1 0,1 0 0,0 0 0,-1 0 0,1 0 0,-1-1 0,0 1 0,0-1 0,0 0 0,0 0 0,0 0 0,3-5 0,3-4 34,-1 0 1,-1 0-1,0-1 0,-1 0 0,-1 0 0,0 0 0,0-1 0,-1 0 0,2-17 1,-4 22-149,-1-1 0,-1 1 0,1-1 0,-1 0 1,-1 1-1,0-1 0,0 1 0,-1-1 1,0 1-1,-1 0 0,0 0 0,0 0 1,-1 0-1,-7-13 0,-3 3-6712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7.792"/>
    </inkml:context>
    <inkml:brush xml:id="br0">
      <inkml:brushProperty name="width" value="0.05" units="cm"/>
      <inkml:brushProperty name="height" value="0.05" units="cm"/>
    </inkml:brush>
  </inkml:definitions>
  <inkml:trace contextRef="#ctx0" brushRef="#br0">5 0 24575,'0'3'0,"0"-2"0,-3-1 0,2 2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8.212"/>
    </inkml:context>
    <inkml:brush xml:id="br0">
      <inkml:brushProperty name="width" value="0.05" units="cm"/>
      <inkml:brushProperty name="height" value="0.05" units="cm"/>
    </inkml:brush>
  </inkml:definitions>
  <inkml:trace contextRef="#ctx0" brushRef="#br0">30 55 24575,'-3'0'0,"2"-3"0,4-1 0,2 3 0,-3 2 0,-5 1 0,-2-4 0,-1-3 0,2-5 0,1-3 0,-2 1 0,0 5 0,1 6 0,4 5 0,1 3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9.073"/>
    </inkml:context>
    <inkml:brush xml:id="br0">
      <inkml:brushProperty name="width" value="0.05" units="cm"/>
      <inkml:brushProperty name="height" value="0.05" units="cm"/>
    </inkml:brush>
  </inkml:definitions>
  <inkml:trace contextRef="#ctx0" brushRef="#br0">77 92 24575,'4'0'0,"-1"-1"0,0 0 0,1 0 0,-1 0 0,0 0 0,1-1 0,-1 1 0,0-1 0,0 0 0,0 0 0,4-3 0,-6 4 0,0 0 0,0 1 0,0-1 0,0 0 0,0 0 0,0 0 0,0 0 0,0 0 0,0 0 0,0 0 0,0 0 0,-1 0 0,1-1 0,-1 1 0,1 0 0,-1 0 0,1-1 0,-1 1 0,1 0 0,-1-1 0,0 1 0,0 0 0,0-1 0,0 1 0,0 0 0,0-1 0,0 1 0,0 0 0,-1-1 0,1 1 0,-1-3 0,0 3 0,0 0 0,0 0 0,0 0 0,0 0 0,0 0 0,0 0 0,0 1 0,0-1 0,0 0 0,0 0 0,-1 1 0,1-1 0,0 1 0,0-1 0,-1 1 0,1 0 0,0-1 0,-1 1 0,1 0 0,-1 0 0,1 0 0,0 0 0,-1 0 0,1 0 0,0 0 0,-1 1 0,1-1 0,0 0 0,-1 1 0,1-1 0,0 1 0,-1-1 0,1 1 0,0 0 0,-2 1 0,-2 1 0,0 0 0,0 0 0,1 1 0,-1 0 0,1-1 0,0 2 0,-5 5 0,3 0 0,0 0 0,1 0 0,0 1 0,0 0 0,1 0 0,1 1 0,0-1 0,0 1 0,-1 21 0,2-8 0,2 0 0,0 0 0,6 42 0,-4-59 0,-1 0 0,1 1 0,1-1 0,0 0 0,0 0 0,0-1 0,1 1 0,0-1 0,1 0 0,0 0 0,0 0 0,0 0 0,1-1 0,0 0 0,0 0 0,0 0 0,11 6 0,-11-8 0,0-1 0,0 0 0,1 0 0,-1 0 0,1-1 0,0 0 0,0 0 0,0-1 0,0 0 0,0 0 0,0-1 0,0 1 0,0-2 0,0 1 0,0-1 0,0 0 0,0 0 0,0-1 0,0 0 0,-1 0 0,9-4 0,-6 2 0,0-1 0,-1-1 0,1 1 0,-1-1 0,0-1 0,0 1 0,-1-1 0,0-1 0,0 1 0,-1-1 0,7-11 0,-6 8 0,-1-1 0,0 0 0,0-1 0,-2 1 0,1-1 0,-1 0 0,-1 0 0,2-17 0,-4 18 0,0 0 0,-1-1 0,0 1 0,-1 0 0,0 0 0,-1-1 0,0 1 0,-1 0 0,-5-12 0,5 16 0,-1-1 0,0 1 0,-1 0 0,1 0 0,-1 1 0,-1-1 0,0 1 0,0 0 0,0 1 0,-1 0 0,0 0 0,-13-10 0,13 13 0,1-1 0,-1 1 0,0 0 0,0 0 0,-1 1 0,1 0 0,0 0 0,-1 1 0,1 0 0,-1 0 0,1 1 0,-1 0 0,-11 2 0,15-2 0,-1 1 0,1-1 0,0 1 0,0 0 0,0 1 0,0-1 0,0 1 0,1 0 0,-1 0 0,0 0 0,1 0 0,-1 1 0,1-1 0,0 1 0,0 0 0,0 0 0,0 0 0,0 0 0,1 1 0,-1-1 0,1 1 0,0 0 0,0-1 0,1 1 0,-3 7 0,1 7-1365,5-2-5461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09.649"/>
    </inkml:context>
    <inkml:brush xml:id="br0">
      <inkml:brushProperty name="width" value="0.05" units="cm"/>
      <inkml:brushProperty name="height" value="0.05" units="cm"/>
    </inkml:brush>
  </inkml:definitions>
  <inkml:trace contextRef="#ctx0" brushRef="#br0">107 56 24575,'0'-2'0,"0"0"0,0 0 0,0-1 0,0 1 0,0 0 0,-1 0 0,1 0 0,-1 0 0,0 0 0,1 0 0,-1 0 0,0 0 0,0 0 0,0 0 0,-1 0 0,1 0 0,-2-1 0,3 3 0,-1-1 0,1 1 0,-1-1 0,0 1 0,1 0 0,-1 0 0,0-1 0,1 1 0,-1 0 0,1 0 0,-1 0 0,0 0 0,1 0 0,-1 0 0,0 0 0,1 0 0,-1 0 0,0 0 0,1 0 0,-1 0 0,-1 1 0,0-1 0,1 1 0,-1 0 0,0 0 0,0 1 0,1-1 0,-1 0 0,1 1 0,-1-1 0,1 0 0,-2 3 0,-4 5 0,1 1 0,0-1 0,1 1 0,0 0 0,1 1 0,0-1 0,1 1 0,-3 13 0,1-1 0,2 0 0,-2 45 0,5-59 0,0-1 0,1 0 0,0 0 0,0 0 0,1 1 0,0-1 0,0 0 0,1-1 0,0 1 0,1 0 0,-1-1 0,2 0 0,8 13 0,-9-15 0,0-1 0,1 1 0,0-1 0,0 0 0,0 0 0,0-1 0,0 0 0,1 0 0,-1 0 0,1 0 0,0-1 0,0 0 0,0 0 0,0-1 0,0 1 0,0-1 0,0-1 0,1 1 0,5-1 0,-2-1 0,1 0 0,-1 0 0,0-1 0,0-1 0,0 1 0,0-2 0,-1 1 0,1-2 0,-1 1 0,0-1 0,0 0 0,-1-1 0,1 0 0,-1-1 0,-1 1 0,1-1 0,-1-1 0,0 1 0,-1-2 0,0 1 0,0 0 0,0-1 0,4-11 0,-6 12 0,0 0 0,-1 0 0,0-1 0,0 1 0,-1-1 0,0 1 0,-1-1 0,0 0 0,0 0 0,-1 0 0,0 1 0,0-1 0,-1 0 0,0 0 0,-1 0 0,0 1 0,0-1 0,-1 1 0,0 0 0,0-1 0,-1 1 0,0 1 0,-1-1 0,0 1 0,0-1 0,0 1 0,-8-7 0,8 9 27,0 1-1,-1-1 0,0 1 0,1 0 1,-2 0-1,1 1 0,0 0 0,-1 0 1,1 0-1,-1 1 0,0 0 0,-11-2 1,14 4-102,-1-1 1,1 1 0,0 0 0,0 0 0,-1 0-1,1 1 1,0 0 0,0-1 0,0 1 0,0 1-1,0-1 1,0 1 0,0-1 0,0 1 0,0 0-1,1 0 1,-1 1 0,1-1 0,-1 1 0,1 0-1,0 0 1,-3 3 0,-7 13-6752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0.199"/>
    </inkml:context>
    <inkml:brush xml:id="br0">
      <inkml:brushProperty name="width" value="0.05" units="cm"/>
      <inkml:brushProperty name="height" value="0.05" units="cm"/>
    </inkml:brush>
  </inkml:definitions>
  <inkml:trace contextRef="#ctx0" brushRef="#br0">54 80 24575,'-3'-12'0,"-5"13"0,6 0 0,1 0 0,-1 0 0,1 1 0,0-1 0,-1 1 0,1-1 0,0 1 0,0 0 0,0-1 0,1 1 0,-2 2 0,-6 27 0,1 1 0,2-1 0,-2 43 0,6 94 0,1-168 0,0 0 0,0 0 0,0 0 0,1 0 0,-1 0 0,0 0 0,0 0 0,0 0 0,0 0 0,0 0 0,0 0 0,0 0 0,0 0 0,0 0 0,0 0 0,0 0 0,0 0 0,0 0 0,0 0 0,0 0 0,0 0 0,0 0 0,0 0 0,0 0 0,1 0 0,-1 0 0,0 0 0,0 0 0,0 0 0,0 0 0,0 0 0,0 0 0,0 0 0,0 0 0,0 0 0,4-11 0,2-19 0,0-19 0,13-89 0,-14 112 0,1 0 0,1 1 0,13-29 0,-17 45 0,1 1 0,1 0 0,-1 0 0,8-8 0,-11 14 0,-1 1 0,1 0 0,0 0 0,0 0 0,-1 0 0,1 0 0,0 0 0,0 1 0,0-1 0,0 0 0,0 0 0,0 1 0,1-1 0,-1 0 0,0 1 0,0-1 0,0 1 0,1 0 0,-1-1 0,0 1 0,0 0 0,1 0 0,-1 0 0,0 0 0,0 0 0,1 0 0,-1 0 0,0 0 0,1 0 0,-1 1 0,0-1 0,0 0 0,1 1 0,-1-1 0,0 1 0,0 0 0,0-1 0,0 1 0,0 0 0,1 1 0,3 2 0,-1 2 0,0-1 0,0 0 0,0 1 0,-1 0 0,0-1 0,0 1 0,0 1 0,2 11 0,14 65 0,-15-60 0,43 210-1365,-41-200-5461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0.868"/>
    </inkml:context>
    <inkml:brush xml:id="br0">
      <inkml:brushProperty name="width" value="0.05" units="cm"/>
      <inkml:brushProperty name="height" value="0.05" units="cm"/>
    </inkml:brush>
  </inkml:definitions>
  <inkml:trace contextRef="#ctx0" brushRef="#br0">11 199 24575,'0'0'0,"-1"0"0,1 0 0,0 0 0,-1 0 0,1 0 0,-1 0 0,1 0 0,0 0 0,-1 0 0,1 0 0,-1 0 0,1 0 0,0 0 0,-1 0 0,1 0 0,0-1 0,-1 1 0,1 0 0,0 0 0,-1-1 0,1 1 0,0 0 0,0 0 0,-1-1 0,1 1 0,0 0 0,0-1 0,-1 1 0,1 0 0,0-1 0,0 1 0,0 0 0,0-1 0,-1 1 0,1 0 0,0-1 0,0 1 0,0 0 0,0-1 0,0 1 0,0-1 0,0 1 0,0 0 0,0-1 0,0 1 0,0-1 0,0 1 0,1 0 0,-1-1 0,0 1 0,0-1 0,1 0 0,-1 0 0,1-1 0,0 1 0,-1 0 0,1 0 0,0 0 0,0 0 0,0 0 0,-1 0 0,1 0 0,0 0 0,1 0 0,-1 0 0,1-1 0,19-5 0,-1 0 0,1 2 0,0 0 0,36-3 0,31-7 0,-75 11 0,1-1 0,-1 0 0,0 0 0,-1-2 0,0 0 0,14-9 0,-25 15 0,-1 1 0,0 0 0,1 0 0,-1-1 0,0 1 0,1 0 0,-1 0 0,0 0 0,1-1 0,-1 1 0,0 0 0,1 0 0,-1 0 0,1 0 0,-1 0 0,0 0 0,1 0 0,-1 0 0,0 0 0,1 0 0,-1 0 0,1 0 0,-1 0 0,0 0 0,1 1 0,-1-1 0,0 0 0,1 0 0,-1 0 0,0 0 0,1 1 0,5 13 0,-4 23 0,-2-31 0,-2 69 0,0-49 0,1 0 0,2 0 0,0 0 0,1 0 0,10 41 0,-9-66 0,0-7 0,3-9 0,-1-20 0,0 0 0,-2-38 0,2-8 0,-4 66 0,0-1 0,1-1 0,0 1 0,1 0 0,1 1 0,7-20 0,-11 35 0,0-1 0,0 0 0,0 1 0,0-1 0,1 0 0,-1 1 0,0-1 0,1 1 0,-1-1 0,0 0 0,1 1 0,-1-1 0,1 1 0,-1-1 0,1 1 0,-1-1 0,1 1 0,-1 0 0,1-1 0,-1 1 0,1 0 0,0-1 0,-1 1 0,1 0 0,-1 0 0,1-1 0,0 1 0,-1 0 0,2 0 0,-1 0 0,0 1 0,0 0 0,0-1 0,0 1 0,0 0 0,0-1 0,0 1 0,-1 0 0,1 0 0,0 0 0,-1 0 0,1 0 0,0 0 0,-1 0 0,2 1 0,2 10 0,1-1 0,3 17 0,-7-25 0,6 24 0,-3-10 0,1 0 0,1 0 0,7 16 0,-12-32 0,-1 0 0,0 0 0,1 0 0,-1 0 0,1 0 0,-1-1 0,1 1 0,0 0 0,-1 0 0,1-1 0,0 1 0,0 0 0,-1 0 0,1-1 0,0 1 0,0-1 0,0 1 0,0-1 0,0 1 0,0-1 0,0 0 0,0 1 0,0-1 0,2 0 0,-2 0 0,0 0 0,1-1 0,-1 1 0,1-1 0,-1 1 0,1-1 0,-1 0 0,0 1 0,0-1 0,1 0 0,-1 0 0,0 0 0,0 0 0,0 0 0,1-2 0,6-6 0,-1-1 0,0 0 0,8-17 0,-10 17 0,9-14 0,-5 7 0,0 1 0,1 0 0,1 0 0,15-15 0,-26 30 0,1 0 0,0 0 0,-1 0 0,1 1 0,0-1 0,0 1 0,-1-1 0,1 0 0,0 1 0,0-1 0,0 1 0,0 0 0,0-1 0,0 1 0,0 0 0,0-1 0,0 1 0,0 0 0,0 0 0,0 0 0,0 0 0,0 0 0,0 0 0,2 1 0,-2-1 0,0 1 0,1 0 0,-1 0 0,0 0 0,0-1 0,1 1 0,-1 1 0,0-1 0,0 0 0,0 0 0,0 0 0,0 1 0,-1-1 0,2 2 0,2 6 0,0 0 0,-1 0 0,0 0 0,1 10 0,3 15-341,-3 0 0,0 0-1,-3 65 1,-4-49-6485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1.600"/>
    </inkml:context>
    <inkml:brush xml:id="br0">
      <inkml:brushProperty name="width" value="0.05" units="cm"/>
      <inkml:brushProperty name="height" value="0.05" units="cm"/>
    </inkml:brush>
  </inkml:definitions>
  <inkml:trace contextRef="#ctx0" brushRef="#br0">0 0 24575,'3'0'0,"1"3"0,3 4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11.801"/>
    </inkml:context>
    <inkml:brush xml:id="br0">
      <inkml:brushProperty name="width" value="0.05" units="cm"/>
      <inkml:brushProperty name="height" value="0.05" units="cm"/>
    </inkml:brush>
  </inkml:definitions>
  <inkml:trace contextRef="#ctx0" brushRef="#br0">0 0 24575,'0'3'0,"0"4"0,0-2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44.993"/>
    </inkml:context>
    <inkml:brush xml:id="br0">
      <inkml:brushProperty name="width" value="0.05" units="cm"/>
      <inkml:brushProperty name="height" value="0.05" units="cm"/>
    </inkml:brush>
  </inkml:definitions>
  <inkml:trace contextRef="#ctx0" brushRef="#br0">163 271 24575,'0'0'0,"0"0"0,-1 0 0,1 0 0,0 0 0,0 0 0,0 0 0,-1 0 0,1 0 0,0 0 0,0 0 0,0 0 0,-1 0 0,1 0 0,0 0 0,0 0 0,0 0 0,-1 0 0,1 0 0,0 0 0,0 0 0,0 0 0,0-1 0,-1 1 0,1 0 0,0 0 0,0 0 0,0 0 0,0 0 0,0-1 0,-1 1 0,1 0 0,0 0 0,0 0 0,0-1 0,0 1 0,0 0 0,0 0 0,0 0 0,0-1 0,0 1 0,2 10 0,-3-2 0,-1 1 0,0-1 0,0 1 0,-1-1 0,0 0 0,0 0 0,-9 14 0,4-7 0,-28 54 0,-23 51 0,53-106 0,1 0 0,1 0 0,0 0 0,1 0 0,1 1 0,-1 27 0,31-125 0,18-50 0,98-198 0,-144 330 0,9-18 0,1 1 0,0-1 0,2 1 0,26-32 0,-37 49 0,0 0 0,0 0 0,0 0 0,0 0 0,0-1 0,0 2 0,1-1 0,-1 0 0,0 0 0,0 0 0,1 0 0,-1 1 0,0-1 0,1 1 0,-1-1 0,1 1 0,-1-1 0,1 1 0,-1 0 0,1 0 0,-1 0 0,1-1 0,-1 2 0,1-1 0,-1 0 0,1 0 0,1 1 0,-1 0 0,0 1 0,0-1 0,-1 1 0,1 0 0,0 0 0,-1 0 0,1-1 0,-1 1 0,0 1 0,0-1 0,0 0 0,0 0 0,0 0 0,0 1 0,0-1 0,0 4 0,11 47 0,4 56 0,-3-20 0,26 106 342,-29-157-769,2-1 0,1 0 1,19 35-1,-26-60-6399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45.193"/>
    </inkml:context>
    <inkml:brush xml:id="br0">
      <inkml:brushProperty name="width" value="0.05" units="cm"/>
      <inkml:brushProperty name="height" value="0.05" units="cm"/>
    </inkml:brush>
  </inkml:definitions>
  <inkml:trace contextRef="#ctx0" brushRef="#br0">52 77 24575,'-3'0'0,"-7"0"0,-5 0 0,0-3 0,6-1 0,10 1 0,12 0 0,8-2 0,11-1 0,8-1 0,4-1 0,3 2 0,-1-1 0,-1 0 0,-6 2 0,-7-2 0,-8 1-8191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45.483"/>
    </inkml:context>
    <inkml:brush xml:id="br0">
      <inkml:brushProperty name="width" value="0.05" units="cm"/>
      <inkml:brushProperty name="height" value="0.05" units="cm"/>
    </inkml:brush>
  </inkml:definitions>
  <inkml:trace contextRef="#ctx0" brushRef="#br0">167 55 24575,'-1'-3'0,"0"-1"0,0 1 0,0-1 0,-1 1 0,1 0 0,-1 0 0,0 0 0,0 0 0,0 0 0,0 0 0,0 0 0,-1 1 0,1-1 0,-1 1 0,0-1 0,0 1 0,-3-2 0,4 4 0,1 0 0,0 0 0,-1 0 0,1 0 0,0 0 0,0 0 0,-1 0 0,1 1 0,0-1 0,0 0 0,-1 1 0,1-1 0,0 1 0,0 0 0,0-1 0,0 1 0,0 0 0,0-1 0,0 1 0,0 0 0,0 0 0,0 0 0,0 0 0,0 0 0,1 0 0,-2 3 0,-18 32 0,20-36 0,-17 44 0,3 0 0,2 0 0,-12 75 0,20-93 0,1-1 0,1 1 0,1 1 0,1-1 0,2 0 0,8 47 0,-7-58 0,1-1 0,1 1 0,0-1 0,1 0 0,1 0 0,0 0 0,1-1 0,0 0 0,1-1 0,0 0 0,1 0 0,0-1 0,14 11 0,-7-8-170,2-1-1,0-1 0,1-1 1,0-1-1,0 0 0,1-2 1,41 12-1,8-3-6655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45.716"/>
    </inkml:context>
    <inkml:brush xml:id="br0">
      <inkml:brushProperty name="width" value="0.05" units="cm"/>
      <inkml:brushProperty name="height" value="0.05" units="cm"/>
    </inkml:brush>
  </inkml:definitions>
  <inkml:trace contextRef="#ctx0" brushRef="#br0">0 50 24575,'1'-3'0,"0"0"0,1 0 0,-1 0 0,1 1 0,0-1 0,0 0 0,-1 1 0,2-1 0,-1 1 0,0 0 0,0 0 0,1 0 0,-1 0 0,1 0 0,0 0 0,0 0 0,-1 1 0,1 0 0,0-1 0,0 1 0,0 0 0,1 1 0,-1-1 0,0 0 0,0 1 0,0 0 0,0 0 0,6 0 0,-3 1 0,0 1 0,0-1 0,0 1 0,0 1 0,0-1 0,-1 1 0,0 0 0,1 0 0,-1 1 0,0-1 0,0 1 0,-1 0 0,1 1 0,4 5 0,4 7 0,0 1 0,-1 0 0,-1 1 0,0 0 0,-2 0 0,10 28 0,-8-13 0,-1 0 0,-2 0 0,5 41 0,-12-57-65,0-1 0,-2 1 0,0-1 0,0 1 0,-2-1 0,0 0 0,-1 0 0,-1 0 0,0 0 0,-2-1 0,1 0 0,-2 0 0,0-1 0,-1 0 0,-1 0 0,0-1 0,-1 0 0,0-1 0,-1 0 0,-23 18 0,-1-2-6761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0.519"/>
    </inkml:context>
    <inkml:brush xml:id="br0">
      <inkml:brushProperty name="width" value="0.05" units="cm"/>
      <inkml:brushProperty name="height" value="0.05" units="cm"/>
    </inkml:brush>
  </inkml:definitions>
  <inkml:trace contextRef="#ctx0" brushRef="#br0">4277 28 24575,'7'-24'0,"-2"20"0,-1 16 0,0 31 0,-4 74 0,-1-52 0,27 374-177,37-2-153,-20-197 228,9 60 101,-23 1 2,-27-276 69,-1-13 7,0-1 0,-1 0 0,0 1 0,-1-1 0,0 0 0,-5 19 0,5-29-77,1 1 0,-1-1 0,0 1 0,0-1 0,0 1 0,-1-1 0,1 0 0,0 0 0,0 1 0,-1-1 0,1 0 0,-1 0 0,1 0 0,-1-1 0,1 1 0,-1 0 0,1 0 0,-1-1 0,0 1 0,1-1 0,-1 0 0,0 1 0,0-1 0,1 0 0,-4 0 0,-5 0 0,-1 0 0,1-1 0,-13-3 0,10 2 0,-310-19 34,-2 27-123,234-4 3,-884 34-927,-359 8-295,907-34 1011,-163 1 8,414-22 2665,174 11-2367,1 0 0,0 0 0,0 0 0,0 0 0,-1 0 0,1 0 0,0 0 1,0 0-1,-1 0 0,1 0 0,0 1 0,0-1 0,0 1 0,0-1 0,-1 1 0,1-1 1,0 1-1,0 0 0,0-1 0,0 1 0,0 0 0,1 0 0,-1 0 0,0 0 0,0 0 1,0 0-1,1 0 0,-1 0 0,0 0 0,1 0 0,-1 0 0,1 0 0,0 0 0,-1 0 1,1 1-1,0-1 0,-1 2 0,1 5 46,-1 0 0,1 1 0,0-1 0,3 15 0,0 5-4,-7 74-51,-20 116 0,9-98 0,-8 77 0,-28 275 0,50-451 232,1-12-632,-1-1 1,0 0 0,-3 13 0,1-10-6427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0.854"/>
    </inkml:context>
    <inkml:brush xml:id="br0">
      <inkml:brushProperty name="width" value="0.05" units="cm"/>
      <inkml:brushProperty name="height" value="0.05" units="cm"/>
    </inkml:brush>
  </inkml:definitions>
  <inkml:trace contextRef="#ctx0" brushRef="#br0">3 102 24575,'0'0'0,"0"0"0,0 0 0,0 0 0,-1 0 0,1 0 0,0 0 0,0 0 0,0 0 0,0 0 0,0 1 0,0-1 0,0 0 0,-1 0 0,1 0 0,0 0 0,0 0 0,0 0 0,0 0 0,0 0 0,0 0 0,0 0 0,0 1 0,0-1 0,0 0 0,-1 0 0,1 0 0,0 0 0,0 0 0,0 0 0,0 0 0,0 1 0,0-1 0,0 0 0,0 0 0,0 0 0,0 0 0,0 0 0,0 0 0,0 1 0,0-1 0,0 0 0,0 0 0,0 0 0,0 0 0,1 0 0,-1 0 0,0 1 0,0-1 0,0 0 0,0 0 0,6 11 0,9 9 0,3-1 0,1 0 0,0-1 0,2-1 0,30 20 0,-41-31 0,0 0 0,1 0 0,0-1 0,-1-1 0,1 0 0,1 0 0,-1-1 0,1 0 0,-1-1 0,1 0 0,0-1 0,15 0 0,-20-2 0,0-1 0,0 1 0,0-1 0,0-1 0,0 1 0,0-1 0,-1 0 0,1-1 0,-1 0 0,0 0 0,0 0 0,0 0 0,0-1 0,-1 0 0,0 0 0,0-1 0,0 0 0,5-9 0,7-12 0,-1-1 0,24-59 0,-18 39 0,-10 26 0,-7 19 0,-5 14 0,-8 51-1365,6-43-5461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1.133"/>
    </inkml:context>
    <inkml:brush xml:id="br0">
      <inkml:brushProperty name="width" value="0.05" units="cm"/>
      <inkml:brushProperty name="height" value="0.05" units="cm"/>
    </inkml:brush>
  </inkml:definitions>
  <inkml:trace contextRef="#ctx0" brushRef="#br0">19 40 24575,'0'-9'0,"1"-18"0,-2 23 0,-2 15 0,-4 37 0,1 0 0,3 0 0,5 80 0,29 143 0,-26-242-1365,1-7-5461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1.507"/>
    </inkml:context>
    <inkml:brush xml:id="br0">
      <inkml:brushProperty name="width" value="0.05" units="cm"/>
      <inkml:brushProperty name="height" value="0.05" units="cm"/>
    </inkml:brush>
  </inkml:definitions>
  <inkml:trace contextRef="#ctx0" brushRef="#br0">18 144 24575,'7'-19'0,"-3"10"0,-4 12 0,-8 20 0,2 1 0,1 1 0,1-1 0,1 1 0,1 0 0,2 0 0,0-1 0,1 1 0,2 0 0,0 0 0,2-1 0,1 0 0,13 36 0,-17-54 0,0-1 0,1 1 0,0-1 0,0 0 0,0 0 0,1 0 0,0-1 0,0 1 0,0-1 0,0 0 0,1 0 0,-1-1 0,1 1 0,0-1 0,0 0 0,1 0 0,-1 0 0,1-1 0,-1 0 0,1 0 0,0 0 0,-1-1 0,1 0 0,0 0 0,0-1 0,0 1 0,0-1 0,0 0 0,0-1 0,0 0 0,0 1 0,-1-2 0,1 1 0,0-1 0,0 0 0,-1 0 0,1-1 0,-1 1 0,0-1 0,6-4 0,0-2 0,-1 0 0,1-1 0,-1 0 0,-1 0 0,0-1 0,-1 0 0,0-1 0,0 1 0,-1-2 0,-1 1 0,0-1 0,-1 0 0,7-26 0,-7 22 0,-1-1 0,-1 0 0,-1 0 0,-1 0 0,0 0 0,-1 0 0,-1 0 0,-1 0 0,0 0 0,-7-23 0,6 31 0,0-1 0,-1 1 0,-1 1 0,0-1 0,0 1 0,-1-1 0,0 2 0,0-1 0,-1 1 0,0 0 0,-17-15 0,20 20 0,-1-1 0,0 1 0,-1 0 0,1 0 0,0 0 0,-1 1 0,0 0 0,1 0 0,-1 0 0,0 1 0,0 0 0,0 0 0,0 0 0,0 1 0,0 0 0,0 0 0,0 0 0,0 1 0,0 0 0,0 0 0,0 1 0,-9 3 0,9-3-105,1 0 0,-1 1 0,1 0 0,0 0 0,0 0 0,1 1 0,-1 0 0,0-1 0,1 2 0,0-1 0,0 0 0,-5 9 0,-1 6-6721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1.695"/>
    </inkml:context>
    <inkml:brush xml:id="br0">
      <inkml:brushProperty name="width" value="0.05" units="cm"/>
      <inkml:brushProperty name="height" value="0.05" units="cm"/>
    </inkml:brush>
  </inkml:definitions>
  <inkml:trace contextRef="#ctx0" brushRef="#br0">27 40 24575,'0'-3'0,"-3"-1"0,-4 1 0,0-3 0,0-3 0,5-1 0,2 6 0,5 5 0,1 6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1.851"/>
    </inkml:context>
    <inkml:brush xml:id="br0">
      <inkml:brushProperty name="width" value="0.05" units="cm"/>
      <inkml:brushProperty name="height" value="0.05" units="cm"/>
    </inkml:brush>
  </inkml:definitions>
  <inkml:trace contextRef="#ctx0" brushRef="#br0">0 0 24575,'0'3'0,"0"4"0,0 4 0,3 0 0,4-2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2.253"/>
    </inkml:context>
    <inkml:brush xml:id="br0">
      <inkml:brushProperty name="width" value="0.05" units="cm"/>
      <inkml:brushProperty name="height" value="0.05" units="cm"/>
    </inkml:brush>
  </inkml:definitions>
  <inkml:trace contextRef="#ctx0" brushRef="#br0">74 56 24575,'0'-2'0,"0"1"0,-1-1 0,1 0 0,-1 0 0,0 1 0,1-1 0,-1 1 0,0-1 0,0 0 0,0 1 0,0-1 0,0 1 0,0 0 0,0-1 0,0 1 0,-1 0 0,1 0 0,-1 0 0,1 0 0,-3-2 0,3 3 0,0-1 0,0 1 0,0-1 0,0 1 0,0-1 0,0 1 0,0-1 0,0 1 0,0 0 0,0 0 0,0 0 0,0-1 0,0 1 0,0 0 0,0 0 0,0 1 0,0-1 0,0 0 0,0 0 0,0 0 0,0 1 0,0-1 0,0 0 0,0 1 0,0-1 0,0 1 0,0-1 0,0 1 0,0 0 0,0-1 0,0 1 0,1 0 0,-1 0 0,0-1 0,0 2 0,-2 3 0,1 1 0,0-1 0,0 0 0,0 1 0,1-1 0,-1 1 0,1 0 0,0 9 0,1 51 0,1-39 0,-2 5 0,4 60 0,-2-83 0,0 0 0,0 0 0,1 0 0,1-1 0,0 1 0,0-1 0,8 16 0,-10-22 0,1 1 0,0 0 0,0 0 0,0-1 0,0 1 0,1-1 0,-1 0 0,1 1 0,-1-1 0,1 0 0,0-1 0,0 1 0,0 0 0,0-1 0,0 0 0,0 0 0,5 2 0,-3-3 0,-1 1 0,1-1 0,0 0 0,0 0 0,-1 0 0,1-1 0,0 1 0,-1-1 0,1-1 0,-1 1 0,7-3 0,-2 0 0,-1 0 0,1-1 0,-1 0 0,0 0 0,0-1 0,0 0 0,-1-1 0,0 1 0,0-2 0,-1 1 0,9-12 0,-10 8 0,1 0 0,-2-1 0,1 1 0,-2-1 0,1 0 0,-2 0 0,1 0 0,-2 0 0,0 0 0,0-1 0,-1 1 0,0 0 0,-2-1 0,1 1 0,-6-21 0,5 25 0,-1 0 0,0 0 0,0 1 0,0 0 0,-1-1 0,0 1 0,-1 1 0,0-1 0,0 1 0,-11-12 0,11 14 0,0 0 0,0 0 0,0 1 0,-1 0 0,1 0 0,-1 0 0,0 1 0,0-1 0,0 2 0,0-1 0,0 1 0,-1-1 0,1 2 0,0-1 0,-9 1 0,7 0-227,1 0-1,-1 1 1,0 0-1,1 1 1,-13 3-1,1 4-6598</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2.659"/>
    </inkml:context>
    <inkml:brush xml:id="br0">
      <inkml:brushProperty name="width" value="0.05" units="cm"/>
      <inkml:brushProperty name="height" value="0.05" units="cm"/>
    </inkml:brush>
  </inkml:definitions>
  <inkml:trace contextRef="#ctx0" brushRef="#br0">54 54 24575,'0'-10'0,"1"7"0,-1 1 0,0-1 0,1 0 0,-2 1 0,1-1 0,0 0 0,0 0 0,-1 1 0,1-1 0,-1 1 0,0-1 0,0 0 0,0 1 0,-2-4 0,3 6 0,-1 0 0,1 0 0,0 0 0,-1 0 0,1 1 0,-1-1 0,1 0 0,0 0 0,-1 0 0,1 0 0,0 1 0,0-1 0,-1 0 0,1 0 0,0 1 0,0-1 0,-1 0 0,1 1 0,0-1 0,0 0 0,0 1 0,-1-1 0,1 0 0,0 1 0,0-1 0,0 0 0,0 1 0,0-1 0,0 1 0,0-1 0,0 0 0,0 1 0,0 0 0,-5 16 0,5-17 0,-10 55 0,-3 59 0,8-66 0,3-28 0,0-8 0,1 0 0,0 0 0,1 0 0,0 0 0,2 17 0,-2-29 0,0 0 0,0 1 0,1-1 0,-1 1 0,0-1 0,0 0 0,0 1 0,0-1 0,0 0 0,0 1 0,1-1 0,-1 0 0,0 1 0,0-1 0,0 0 0,1 1 0,-1-1 0,0 0 0,1 0 0,-1 1 0,0-1 0,0 0 0,1 0 0,-1 1 0,0-1 0,1 0 0,-1 0 0,1 0 0,-1 0 0,0 0 0,1 1 0,-1-1 0,0 0 0,1 0 0,13-8 0,12-22 0,-25 28 0,6-7 0,2-4 0,1 0 0,0 1 0,1 0 0,0 1 0,1 0 0,18-13 0,-29 23 0,0 0 0,1 0 0,-1 0 0,1 0 0,-1 1 0,1-1 0,-1 0 0,1 1 0,0-1 0,-1 1 0,1 0 0,0-1 0,-1 1 0,1 0 0,0 0 0,0 0 0,-1 0 0,1 0 0,0 1 0,-1-1 0,1 0 0,0 1 0,-1-1 0,1 1 0,-1 0 0,1-1 0,-1 1 0,1 0 0,-1 0 0,1 0 0,-1 0 0,0 0 0,0 0 0,1 1 0,-1-1 0,0 0 0,0 1 0,0-1 0,0 0 0,-1 1 0,1-1 0,1 3 0,1 4 0,0 0 0,0 0 0,-1 0 0,0 0 0,-1 0 0,0 0 0,1 13 0,-2-1 86,0 1-1,-2-1 0,-8 41 1,9-53-218,-1 0 1,-1 0 0,0 0-1,0-1 1,0 1 0,-1-1 0,0 0-1,0 1 1,-1-2 0,0 1 0,0-1-1,-11 10 1,1-5-6695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2.843"/>
    </inkml:context>
    <inkml:brush xml:id="br0">
      <inkml:brushProperty name="width" value="0.05" units="cm"/>
      <inkml:brushProperty name="height" value="0.05" units="cm"/>
    </inkml:brush>
  </inkml:definitions>
  <inkml:trace contextRef="#ctx0" brushRef="#br0">0 174 24575,'3'-9'0,"4"-12"0,4-8 0,3-3 0,5 2 0,3 5 0,2 7 0,2 10 0,1 7 0,0 5 0,-2 6 0,-3 4 0,-1 0 0,-5 0 0,-2-2 0,-3-4-8191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6.101"/>
    </inkml:context>
    <inkml:brush xml:id="br0">
      <inkml:brushProperty name="width" value="0.05" units="cm"/>
      <inkml:brushProperty name="height" value="0.05" units="cm"/>
    </inkml:brush>
  </inkml:definitions>
  <inkml:trace contextRef="#ctx0" brushRef="#br0">122 203 24575,'-5'62'0,"-14"68"0,-60 173 0,68-280 0,11-23 0,0 0 0,0 0 0,0 0 0,0 0 0,0 1 0,0-1 0,0 0 0,0 0 0,0 0 0,0 0 0,0 0 0,-1 0 0,1 0 0,0 0 0,0 0 0,0 0 0,0 0 0,0 0 0,0 0 0,0 0 0,-1 0 0,1 1 0,0-1 0,0 0 0,0 0 0,0 0 0,0 0 0,0-1 0,-1 1 0,1 0 0,0 0 0,0 0 0,0 0 0,0 0 0,0 0 0,0 0 0,-1 0 0,1 0 0,0 0 0,0 0 0,0 0 0,0 0 0,0 0 0,0 0 0,0-1 0,0 1 0,0 0 0,-3-14 0,4-17 0,2 0 0,0 1 0,13-47 0,-7 37 0,45-188 0,-42 189 0,2 1 0,1 0 0,35-60 0,-46 91 0,0 1 0,0 0 0,1 0 0,0 0 0,0 0 0,6-4 0,-10 9 0,0 0 0,0 0 0,1 0 0,-1 0 0,0 1 0,0-1 0,0 1 0,0-1 0,1 1 0,-1-1 0,0 1 0,1 0 0,-1-1 0,0 1 0,0 0 0,1 0 0,-1 0 0,0 0 0,1 0 0,-1 0 0,0 0 0,1 1 0,-1-1 0,0 0 0,1 1 0,-1-1 0,0 1 0,0 0 0,0-1 0,1 1 0,-1 0 0,0 0 0,0-1 0,0 1 0,0 0 0,0 0 0,-1 0 0,1 0 0,0 0 0,1 2 0,3 5 0,0 1 0,0-1 0,-1 1 0,0 0 0,-1 0 0,4 17 0,10 64 0,-13-62 0,25 206 341,-3-12-2047,-20-185-5120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06.894"/>
    </inkml:context>
    <inkml:brush xml:id="br0">
      <inkml:brushProperty name="width" value="0.05" units="cm"/>
      <inkml:brushProperty name="height" value="0.05" units="cm"/>
    </inkml:brush>
  </inkml:definitions>
  <inkml:trace contextRef="#ctx0" brushRef="#br0">2 352 24575,'0'0'0,"0"0"0,0 0 0,0-1 0,-1 1 0,1 0 0,0 0 0,0 0 0,0-1 0,0 1 0,0 0 0,0 0 0,0 0 0,0-1 0,0 1 0,0 0 0,0 0 0,0 0 0,0-1 0,0 1 0,0 0 0,0 0 0,0-1 0,0 1 0,0 0 0,0 0 0,0 0 0,0-1 0,0 1 0,0 0 0,1 0 0,-1 0 0,0-1 0,0 1 0,0 0 0,0 0 0,0 0 0,1-1 0,11-7 0,14-5 0,-25 13 0,109-37 0,-74 27 0,-1-2 0,35-17 0,-64 25 0,0 1 0,-1-1 0,0 0 0,1 0 0,-1 0 0,-1-1 0,1 0 0,-1 0 0,0 0 0,0-1 0,0 1 0,-1-1 0,1 0 0,-1 0 0,-1 0 0,1 0 0,-1-1 0,-1 1 0,1-1 0,-1 1 0,0-1 0,0-12 0,-1 73 0,7 54 0,0-4 0,-4 125 0,-4-226 0,0-3 0,-3-10 0,-2-18 0,2-16 0,2 0 0,2 0 0,10-81 0,-5 92 0,1 0 0,2 0 0,2 1 0,1 0 0,24-50 0,-31 75 0,-1 1 0,1 0 0,0 0 0,1 0 0,-1 1 0,6-6 0,-9 10 0,0 0 0,0 0 0,0 1 0,0-1 0,0 0 0,0 0 0,0 1 0,0-1 0,0 1 0,0-1 0,0 1 0,0-1 0,0 1 0,1 0 0,-1-1 0,0 1 0,0 0 0,0 0 0,1 0 0,-1 0 0,0 0 0,0 0 0,1 1 0,-1-1 0,0 0 0,0 0 0,0 1 0,0-1 0,0 1 0,1-1 0,-1 1 0,0 0 0,0-1 0,0 1 0,0 0 0,0 0 0,-1-1 0,1 1 0,0 0 0,0 0 0,0 0 0,0 2 0,5 6 0,-1-1 0,-1 1 0,1 0 0,-2 0 0,1 1 0,2 12 0,11 62 0,-16-74 0,12 102 0,-9-66 0,16 75 0,-19-119 0,-1 0 0,1 0 0,-1 0 0,1 0 0,0 0 0,0 0 0,0 0 0,0 0 0,0-1 0,0 1 0,1 0 0,-1-1 0,0 1 0,3 1 0,-3-3 0,-1 1 0,1-1 0,0 0 0,0 0 0,0 0 0,0 0 0,0 1 0,-1-1 0,1 0 0,0-1 0,0 1 0,0 0 0,0 0 0,0 0 0,-1 0 0,1-1 0,0 1 0,0 0 0,0-1 0,-1 1 0,1-1 0,0 1 0,-1-1 0,1 1 0,0-1 0,-1 1 0,1-1 0,0 0 0,-1 1 0,1-1 0,-1 0 0,1 1 0,-1-1 0,0 0 0,1-1 0,8-14 0,0 0 0,-1-1 0,9-31 0,0 3 0,2-2 0,-4 8 0,2 1 0,34-58 0,-49 92 0,1 1 0,-1 0 0,1-1 0,0 1 0,0 0 0,0 1 0,5-4 0,-8 5 0,1 1 0,0-1 0,-1 1 0,1 0 0,-1 0 0,1-1 0,0 1 0,-1 0 0,1 0 0,0 0 0,-1 0 0,1 0 0,0 0 0,-1 0 0,1 0 0,0 0 0,-1 0 0,1 0 0,0 0 0,0 1 0,0-1 0,0 1 0,-1-1 0,1 1 0,0 0 0,-1-1 0,1 1 0,0 0 0,-1 0 0,1-1 0,-1 1 0,1 0 0,-1 0 0,1 0 0,-1 0 0,0 0 0,0 0 0,1 0 0,-1 1 0,4 19 0,-2 1 0,0 0 0,-1 0 0,-4 29 0,2 10 0,1-15 0,3-1 0,1 0 0,14 58 0,-11-82-1365,-1-7-5461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20.388"/>
    </inkml:context>
    <inkml:brush xml:id="br0">
      <inkml:brushProperty name="width" value="0.05" units="cm"/>
      <inkml:brushProperty name="height" value="0.05" units="cm"/>
    </inkml:brush>
  </inkml:definitions>
  <inkml:trace contextRef="#ctx0" brushRef="#br0">77 0 24575,'-2'9'0,"0"0"0,0 0 0,-8 16 0,-6 19 0,4 2 0,1 0 0,3 0 0,1 1 0,0 67 0,7-94 0,2 1 0,0-1 0,1 0 0,1 1 0,0-1 0,2-1 0,1 1 0,0-1 0,1 0 0,1-1 0,1 0 0,21 30 0,-20-36-170,0 1-1,0-1 0,2-1 1,-1 0-1,1-1 0,1-1 1,23 13-1,1-2-6655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20.689"/>
    </inkml:context>
    <inkml:brush xml:id="br0">
      <inkml:brushProperty name="width" value="0.05" units="cm"/>
      <inkml:brushProperty name="height" value="0.05" units="cm"/>
    </inkml:brush>
  </inkml:definitions>
  <inkml:trace contextRef="#ctx0" brushRef="#br0">339 138 24575,'-9'-17'0,"3"3"0,-1 0 0,-1 1 0,0 0 0,-20-24 0,26 34 0,-1 0 0,0 1 0,0-1 0,0 1 0,0 0 0,0 0 0,-1 0 0,1 0 0,0 1 0,-1-1 0,0 1 0,1 0 0,-1 0 0,0 0 0,1 0 0,-1 1 0,0 0 0,0-1 0,1 1 0,-1 1 0,0-1 0,0 0 0,0 1 0,1 0 0,-7 2 0,1 1 0,0 0 0,0 1 0,1 0 0,0 0 0,0 1 0,0 0 0,1 0 0,-1 1 0,2 0 0,-1 0 0,1 1 0,0 0 0,0 0 0,1 0 0,1 1 0,-6 11 0,0 3 0,1-1 0,2 1 0,0 1 0,1-1 0,-4 37 0,9-46 0,-1 1 0,2 0 0,0-1 0,1 1 0,0 0 0,1-1 0,1 1 0,5 18 0,-5-25 0,1-1 0,-1 1 0,1-1 0,1 1 0,-1-1 0,1 0 0,0-1 0,1 1 0,0-1 0,0 0 0,0 0 0,0-1 0,1 0 0,0 0 0,13 7 0,-6-6-114,0-1 1,0 0-1,1-1 0,-1-1 0,1 0 1,0 0-1,-1-2 0,1 0 0,0 0 1,0-2-1,23-3 0,11-2-6712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20.925"/>
    </inkml:context>
    <inkml:brush xml:id="br0">
      <inkml:brushProperty name="width" value="0.05" units="cm"/>
      <inkml:brushProperty name="height" value="0.05" units="cm"/>
    </inkml:brush>
  </inkml:definitions>
  <inkml:trace contextRef="#ctx0" brushRef="#br0">1 11 24575,'-1'-6'0,"2"2"0,10 9 0,19 16 0,-1 1 0,-1 2 0,-1 1 0,-1 0 0,27 36 0,-38-42 0,0 1 0,-1 0 0,-1 2 0,0-1 0,-2 1 0,-1 1 0,-1 0 0,9 31 0,-15-43 0,-1 0 0,0 0 0,-1 0 0,0 1 0,0-1 0,-1 0 0,-1 1 0,0-1 0,0 0 0,-1 0 0,-1 0 0,0 0 0,0 0 0,-1 0 0,-1-1 0,1 0 0,-2 0 0,1 0 0,-1 0 0,-10 11 0,2-7-136,-1-1-1,0 0 1,0-1-1,-1 0 1,-1-2-1,1 0 1,-2 0-1,0-2 0,-21 8 1,-29 8-6690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2.844"/>
    </inkml:context>
    <inkml:brush xml:id="br0">
      <inkml:brushProperty name="width" value="0.05" units="cm"/>
      <inkml:brushProperty name="height" value="0.05" units="cm"/>
    </inkml:brush>
  </inkml:definitions>
  <inkml:trace contextRef="#ctx0" brushRef="#br0">333 171 24575,'-9'1'0,"1"0"0,0 0 0,0 1 0,-1 0 0,1 0 0,0 1 0,1 0 0,-1 0 0,0 1 0,1 0 0,0 0 0,0 1 0,0 0 0,1 0 0,-1 0 0,1 1 0,0 0 0,1 1 0,0-1 0,-6 9 0,-5 11 0,1 1 0,1 0 0,1 1 0,-14 50 0,-24 123 0,47-180 0,-31 165 0,34-182 0,1 0 0,-1 0 0,1 0 0,0-1 0,0 1 0,0 0 0,0 0 0,1 0 0,-1 0 0,3 6 0,-2-8 0,0 0 0,1 0 0,-1 0 0,0 0 0,1 0 0,0-1 0,-1 1 0,1 0 0,0-1 0,0 1 0,0-1 0,0 0 0,0 0 0,0 1 0,0-1 0,0-1 0,0 1 0,5 1 0,21 4 0,0-1 0,1-1 0,0-2 0,57-2 0,-38-1 0,350-8-387,-72 0-163,1417 4-4709,-182 3 2272,-3-33 3229,-332-30-690,-185 8-212,-452 41 1455,-199 17 5087,-377 0-5625,19-1 633,-31 1-792,1-2-1,-1 1 0,1 0 0,-1 0 0,1 0 1,-1-1-1,1 1 0,-1-1 0,1 1 0,-1-1 1,1 0-1,-1 1 0,0-1 0,2-1 0,-2 1-82,-1 1 0,0-1-1,0 1 1,0-1-1,1 1 1,-1-1 0,0 1-1,0 0 1,0-1-1,0 1 1,0-1 0,0 1-1,0-1 1,0 1-1,0-1 1,-1 1 0,1-1-1,0 1 1,0-1-1,0 1 1,0 0 0,-1-1-1,1 1 1,0-1-1,0 1 1,-1 0-1,1-1 1,-1 1 0,-11-14 296,9 10-279,-20-21-32,2-1 0,0-1 0,-25-46 0,40 64 0,1-1 0,1 1 0,0-1 0,0-1 0,1 1 0,0 0 0,1-1 0,0 0 0,1 1 0,0-1 0,1 0 0,0 0 0,0 1 0,1-1 0,4-14 0,-2 17 0,0 0 0,0 0 0,1 0 0,0 1 0,1-1 0,0 1 0,0 0 0,9-8 0,9-15 0,-23 30 0,1-1 0,-1 0 0,0 0 0,1 1 0,-1-1 0,0 0 0,0 0 0,0 1 0,1-1 0,-1 0 0,0 0 0,0 0 0,0 1 0,-1-1 0,1 0 0,0 0 0,0 0 0,0 1 0,0-1 0,-1 0 0,1 0 0,0 1 0,-1-1 0,1 0 0,-1 1 0,1-1 0,-1 0 0,1 1 0,-1-1 0,1 1 0,-1-1 0,1 1 0,-1-1 0,0 1 0,1-1 0,-1 1 0,0-1 0,0 1 0,1 0 0,-1 0 0,-1-1 0,-38-15 0,32 14 0,-61-19 0,-135-22 0,-79 9 0,254 31 0,-1244-64-2499,-5 77-1,597 5 2500,-1113 14 0,-275-101 1231,1944 62-526,-347-16 2358,403 21-3063,56 2 0,0 2 0,-1 0 0,0 0 0,1 2 0,-1-1 0,-13 4 0,3 1 0,-32 8 0,0-3 0,-96 5 0,143-15 0,0 1 0,-1-1 0,1 1 0,0 1 0,0 0 0,1 0 0,-13 5 0,16-5 0,1 0 0,0 1 0,1-1 0,-1 1 0,0 0 0,1 0 0,-1 0 0,1 0 0,0 0 0,0 1 0,1 0 0,-1-1 0,1 1 0,-1 0 0,1 0 0,-2 7 0,-22 46-1365,20-46-5461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3.296"/>
    </inkml:context>
    <inkml:brush xml:id="br0">
      <inkml:brushProperty name="width" value="0.05" units="cm"/>
      <inkml:brushProperty name="height" value="0.05" units="cm"/>
    </inkml:brush>
  </inkml:definitions>
  <inkml:trace contextRef="#ctx0" brushRef="#br0">73 0 24575,'-3'5'0,"0"0"0,0 0 0,1 0 0,0 0 0,0 1 0,0-1 0,0 1 0,1-1 0,0 1 0,0 0 0,1 9 0,-2 1 0,-23 186 0,2 265 0,26-386-1365,1-51-5461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3.628"/>
    </inkml:context>
    <inkml:brush xml:id="br0">
      <inkml:brushProperty name="width" value="0.05" units="cm"/>
      <inkml:brushProperty name="height" value="0.05" units="cm"/>
    </inkml:brush>
  </inkml:definitions>
  <inkml:trace contextRef="#ctx0" brushRef="#br0">1 0 24575,'2'21'0,"1"-1"0,1 0 0,7 20 0,3 20 0,72 481-485,-75-460-395,-6-45-5946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3.907"/>
    </inkml:context>
    <inkml:brush xml:id="br0">
      <inkml:brushProperty name="width" value="0.05" units="cm"/>
      <inkml:brushProperty name="height" value="0.05" units="cm"/>
    </inkml:brush>
  </inkml:definitions>
  <inkml:trace contextRef="#ctx0" brushRef="#br0">34 0 24575,'-2'52'0,"-12"66"0,-1 9 0,12-37 0,4 0 0,4 0 0,4-1 0,22 94 0,-27-163-682,10 30-1,-5-30-6143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4.157"/>
    </inkml:context>
    <inkml:brush xml:id="br0">
      <inkml:brushProperty name="width" value="0.05" units="cm"/>
      <inkml:brushProperty name="height" value="0.05" units="cm"/>
    </inkml:brush>
  </inkml:definitions>
  <inkml:trace contextRef="#ctx0" brushRef="#br0">1 0 24575,'1'0'0,"1"1"0,-1-1 0,0 0 0,1 1 0,-1-1 0,0 1 0,0-1 0,1 1 0,-1 0 0,0-1 0,0 1 0,0 0 0,0 0 0,0 0 0,0 0 0,0 0 0,0 0 0,0 0 0,-1 0 0,1 0 0,0 1 0,-1-1 0,1 0 0,-1 0 0,1 2 0,10 38 0,-9-33 0,46 236-682,19 298-1,-63-486-6143</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6.036"/>
    </inkml:context>
    <inkml:brush xml:id="br0">
      <inkml:brushProperty name="width" value="0.05" units="cm"/>
      <inkml:brushProperty name="height" value="0.05" units="cm"/>
    </inkml:brush>
  </inkml:definitions>
  <inkml:trace contextRef="#ctx0" brushRef="#br0">19 79 24575,'-3'0'0,"-1"-3"0,-3-1 0,3 0 0,5 1 0,8 1 0,9-2 0,8-1 0,4 1 0,4-2 0,5 0 0,2 1 0,-3-2 0,-3 1 0,-3 1 0,-4 1 0,-8-1 0,-6 0-8191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6.207"/>
    </inkml:context>
    <inkml:brush xml:id="br0">
      <inkml:brushProperty name="width" value="0.05" units="cm"/>
      <inkml:brushProperty name="height" value="0.05" units="cm"/>
    </inkml:brush>
  </inkml:definitions>
  <inkml:trace contextRef="#ctx0" brushRef="#br0">72 0 24575,'-3'0'0,"-4"3"0,-4 1 0,0 3 0,2 3 0,3 3 0,1 3 0,3 3 0,-2 3 0,0 3 0,0 3 0,1 3 0,2 3 0,0 1 0,0-3 0,4-3 0,1-1 0,0-5-8191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6.567"/>
    </inkml:context>
    <inkml:brush xml:id="br0">
      <inkml:brushProperty name="width" value="0.05" units="cm"/>
      <inkml:brushProperty name="height" value="0.05" units="cm"/>
    </inkml:brush>
  </inkml:definitions>
  <inkml:trace contextRef="#ctx0" brushRef="#br0">181 87 24575,'11'-10'0,"-7"7"0,0-1 0,-1 1 0,0 0 0,1-1 0,-1 0 0,-1 0 0,4-5 0,-6 9 0,1-1 0,-1 0 0,0 0 0,0 0 0,1 1 0,-1-1 0,0 0 0,0 0 0,0 0 0,0 0 0,0 1 0,0-1 0,0 0 0,-1 0 0,1 0 0,0 1 0,0-1 0,-1-1 0,0 0 0,0 1 0,-1-1 0,1 1 0,0 0 0,0-1 0,-1 1 0,1 0 0,-1 0 0,1 0 0,-1 0 0,1 0 0,-3 0 0,-3-2 0,0 1 0,0 0 0,0 1 0,0 0 0,0 0 0,-1 0 0,1 1 0,0 0 0,0 1 0,-1-1 0,1 1 0,-14 4 0,18-4 0,-1 0 0,1 1 0,-1-1 0,1 1 0,-1 0 0,1-1 0,0 2 0,0-1 0,0 0 0,0 0 0,0 1 0,-2 3 0,4-4 0,-1 0 0,1 0 0,0 0 0,0 0 0,0 1 0,0-1 0,0 0 0,1 1 0,-1-1 0,1 1 0,-1-1 0,1 0 0,0 1 0,0-1 0,0 1 0,0-1 0,1 1 0,-1-1 0,2 5 0,0-1 0,0-1 0,0 0 0,1 1 0,0-1 0,0 0 0,1 0 0,-1-1 0,1 1 0,0-1 0,0 1 0,1-1 0,-1-1 0,1 1 0,0-1 0,5 4 0,12 5 0,1 0 0,26 9 0,-38-16 0,10 3 0,-13-6 0,-1 1 0,1 0 0,-1 1 0,0 0 0,8 4 0,-15-7 0,1-1 0,-1 0 0,1 1 0,-1-1 0,0 0 0,1 1 0,-1-1 0,0 1 0,1-1 0,-1 0 0,0 1 0,1-1 0,-1 1 0,0-1 0,0 1 0,1-1 0,-1 1 0,0-1 0,0 1 0,0-1 0,0 1 0,0-1 0,0 1 0,0-1 0,0 1 0,0 0 0,0-1 0,0 1 0,0 0 0,-1 0 0,0 0 0,1 0 0,-1 0 0,0 0 0,0 0 0,0 0 0,0 0 0,0 0 0,0 0 0,0 0 0,-2 1 0,-36 14 0,38-16 0,-120 33 242,54-17-1849,19-3-5219</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6.943"/>
    </inkml:context>
    <inkml:brush xml:id="br0">
      <inkml:brushProperty name="width" value="0.05" units="cm"/>
      <inkml:brushProperty name="height" value="0.05" units="cm"/>
    </inkml:brush>
  </inkml:definitions>
  <inkml:trace contextRef="#ctx0" brushRef="#br0">1 49 24575,'0'-3'0,"0"-4"0,0-4 0,0-3 0,0 4 0,0 7 0,0 6 0,0 9 0,0 9 0,3 7 0,1 4 0,0 5 0,-1 4 0,-1 0 0,3-1 0,-1-2 0,0-3 0,-1-8-8191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7.299"/>
    </inkml:context>
    <inkml:brush xml:id="br0">
      <inkml:brushProperty name="width" value="0.05" units="cm"/>
      <inkml:brushProperty name="height" value="0.05" units="cm"/>
    </inkml:brush>
  </inkml:definitions>
  <inkml:trace contextRef="#ctx0" brushRef="#br0">48 11 24575,'-1'-1'0,"1"0"0,-1 1 0,0-1 0,0 0 0,1 0 0,-1 1 0,0-1 0,0 0 0,0 1 0,0-1 0,0 1 0,0-1 0,0 1 0,0 0 0,0-1 0,0 1 0,0 0 0,0-1 0,0 1 0,0 0 0,0 0 0,-1 0 0,1 0 0,0 0 0,0 1 0,0-1 0,0 0 0,0 0 0,0 1 0,0-1 0,-2 1 0,2 0 0,0 0 0,0 0 0,0 0 0,0 1 0,0-1 0,0 0 0,0 0 0,0 1 0,0-1 0,0 1 0,1-1 0,-1 1 0,0-1 0,1 1 0,0-1 0,-1 1 0,1-1 0,0 1 0,0-1 0,0 4 0,0 17 0,2-1 0,0 1 0,2-1 0,0 0 0,14 38 0,-18-57 0,1 0 0,-1 0 0,1-1 0,0 1 0,-1 0 0,1-1 0,0 1 0,0 0 0,0-1 0,1 0 0,-1 1 0,0-1 0,1 0 0,-1 1 0,0-1 0,1 0 0,-1 0 0,1 0 0,0 0 0,-1 0 0,1-1 0,0 1 0,0-1 0,-1 1 0,1-1 0,0 1 0,0-1 0,0 0 0,-1 0 0,1 0 0,2 0 0,-1-1 0,0 1 0,-1-1 0,1-1 0,0 1 0,-1 0 0,1-1 0,-1 1 0,1-1 0,-1 0 0,0 1 0,0-1 0,0 0 0,0-1 0,0 1 0,0 0 0,0-1 0,-1 1 0,1-1 0,1-3 0,-1-1 0,1 0 0,-1 0 0,0 0 0,0 0 0,-1-1 0,0 1 0,-1 0 0,1-1 0,-2 1 0,1-1 0,-1 1 0,-2-10 0,3 12 0,-1 1 0,0 0 0,0 0 0,0 1 0,-1-1 0,1 0 0,-1 0 0,0 1 0,0-1 0,0 1 0,-1-1 0,1 1 0,-1 0 0,0 0 0,0 0 0,0 0 0,0 1 0,0-1 0,0 1 0,-1 0 0,0 0 0,1 0 0,-7-2 0,-5 2-1365,3 4-5461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7.499"/>
    </inkml:context>
    <inkml:brush xml:id="br0">
      <inkml:brushProperty name="width" value="0.05" units="cm"/>
      <inkml:brushProperty name="height" value="0.05" units="cm"/>
    </inkml:brush>
  </inkml:definitions>
  <inkml:trace contextRef="#ctx0" brushRef="#br0">67 26 24575,'-3'0'0,"-4"-3"0,-4-1 0,-3 0 0,-2-2 0,5 0 0,7 4 0,7 5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7.639"/>
    </inkml:context>
    <inkml:brush xml:id="br0">
      <inkml:brushProperty name="width" value="0.05" units="cm"/>
      <inkml:brushProperty name="height" value="0.05" units="cm"/>
    </inkml:brush>
  </inkml:definitions>
  <inkml:trace contextRef="#ctx0" brushRef="#br0">1 0 24575,'0'3'0,"0"-2"0,3-1 0,1-4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8.261"/>
    </inkml:context>
    <inkml:brush xml:id="br0">
      <inkml:brushProperty name="width" value="0.05" units="cm"/>
      <inkml:brushProperty name="height" value="0.05" units="cm"/>
    </inkml:brush>
  </inkml:definitions>
  <inkml:trace contextRef="#ctx0" brushRef="#br0">82 89 24575,'-41'-43'0,"41"43"0,0-1 0,0 1 0,-1 0 0,1-1 0,0 1 0,-1 0 0,1 0 0,0 0 0,-1-1 0,1 1 0,0 0 0,-1 0 0,1 0 0,-1 0 0,1 0 0,0 0 0,-1-1 0,1 1 0,-1 0 0,1 0 0,0 0 0,-1 0 0,1 1 0,-1-1 0,1 0 0,0 0 0,-1 0 0,1 0 0,-1 0 0,1 0 0,0 1 0,-1-1 0,1 0 0,-9 14 0,2 20 0,5-17 0,1 0 0,1 0 0,1 0 0,0 0 0,1-1 0,5 23 0,-5-31 0,1 1 0,0 0 0,0-1 0,1 1 0,0-1 0,0 0 0,1-1 0,0 1 0,1-1 0,-1 0 0,1 0 0,1 0 0,9 7 0,-14-12 0,1 0 0,0 0 0,0-1 0,-1 1 0,1-1 0,0 1 0,1-1 0,-1 0 0,0-1 0,0 1 0,0 0 0,0-1 0,1 0 0,-1 1 0,0-1 0,0-1 0,6 0 0,-4 0 0,1-1 0,-1 1 0,0-1 0,0-1 0,0 1 0,0-1 0,0 0 0,0 0 0,6-6 0,-1 1 0,-1-1 0,-1 0 0,1 0 0,-2-1 0,1 0 0,-1-1 0,-1 0 0,9-18 0,-11 19 0,-1 0 0,0 0 0,0 0 0,-1 0 0,0-1 0,-1 1 0,0-1 0,-1 1 0,-1-16 0,0 21 0,1 0 0,-2 0 0,1 1 0,0-1 0,-1 0 0,0 1 0,0-1 0,0 1 0,-1-1 0,1 1 0,-1 0 0,0 0 0,0 0 0,-1 1 0,1-1 0,-1 1 0,0 0 0,1 0 0,-2 0 0,1 0 0,-9-4 0,4 3 0,-1 1 0,1 0 0,-1 1 0,0 0 0,0 0 0,0 1 0,0 0 0,0 1 0,0 0 0,-14 2 0,17-1 0,-1 0 0,1 1 0,-1 0 0,1 0 0,0 0 0,0 1 0,0 0 0,0 0 0,0 1 0,1 0 0,-1 0 0,1 0 0,0 1 0,-7 7 0,13-11-62,-1 0 0,0-1 0,0 1 0,1 0 0,-1 1 0,0-1 0,1 0 0,-1 0 0,1 0 0,-1 0 0,1 0 0,0 1-1,-1-1 1,1 0 0,0 0 0,0 0 0,0 1 0,0-1 0,0 0 0,0 0 0,1 3 0,3 7-6764</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38.462"/>
    </inkml:context>
    <inkml:brush xml:id="br0">
      <inkml:brushProperty name="width" value="0.05" units="cm"/>
      <inkml:brushProperty name="height" value="0.05" units="cm"/>
    </inkml:brush>
  </inkml:definitions>
  <inkml:trace contextRef="#ctx0" brushRef="#br0">1 4 24575,'0'-3'0,"0"2"0,0 4 0,0 5 0,3 7 0,1 7 0,0 5 0,-1 8 0,-1 6 0,0 6 0,-2-6-8191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46.836"/>
    </inkml:context>
    <inkml:brush xml:id="br0">
      <inkml:brushProperty name="width" value="0.05" units="cm"/>
      <inkml:brushProperty name="height" value="0.05" units="cm"/>
    </inkml:brush>
  </inkml:definitions>
  <inkml:trace contextRef="#ctx0" brushRef="#br0">15 54 24575,'0'-10'0,"-1"7"0,1 0 0,0 1 0,0-1 0,0 0 0,0 0 0,0 0 0,0 1 0,1-1 0,0 0 0,-1 1 0,1-1 0,0 0 0,3-4 0,-1 8 0,-1 8 0,-2 8 0,-12 93 0,5-65 0,2 0 0,2 55 0,4-76 69,1 0-1,1 0 0,1 0 0,8 24 1,-10-40-176,1 0 0,0 0 1,0 0-1,1-1 0,0 0 1,0 1-1,1-1 0,0-1 1,0 1-1,1-1 0,0 0 1,0 0-1,0-1 0,1 1 1,9 4-1,9 3-6719</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47.489"/>
    </inkml:context>
    <inkml:brush xml:id="br0">
      <inkml:brushProperty name="width" value="0.05" units="cm"/>
      <inkml:brushProperty name="height" value="0.05" units="cm"/>
    </inkml:brush>
  </inkml:definitions>
  <inkml:trace contextRef="#ctx0" brushRef="#br0">37 158 24575,'-3'-3'0,"1"0"0,0 0 0,0 0 0,0 0 0,0 0 0,-1-4 0,-8-12 0,11 19 0,0 0 0,0 0 0,0 0 0,0 0 0,0-1 0,0 1 0,0 0 0,0 0 0,0 0 0,0 0 0,0 0 0,-1 0 0,1 0 0,0-1 0,0 1 0,0 0 0,0 0 0,0 0 0,0 0 0,-1 0 0,1 0 0,0 0 0,0 0 0,0 0 0,0 0 0,0 0 0,-1 0 0,1 0 0,0 0 0,0 0 0,0 0 0,0 0 0,0 0 0,-1 0 0,1 0 0,0 0 0,0 0 0,0 0 0,0 0 0,0 0 0,-1 0 0,-2 8 0,2 12 0,1-20 0,18 313 0,-18-481 0,1 147 0,0-3 0,1 1 0,1-1 0,1 1 0,9-32 0,-9 46 0,-1-1 0,2 1 0,-1-1 0,1 2 0,9-14 0,-11 18 0,1 0 0,0 0 0,-1 0 0,1 0 0,1 0 0,-1 1 0,0 0 0,1 0 0,0 0 0,0 1 0,5-3 0,-6 4 0,-1 0 0,0 1 0,1-1 0,-1 1 0,0 0 0,1 0 0,-1 0 0,0 0 0,1 0 0,-1 1 0,0 0 0,0-1 0,1 1 0,-1 0 0,0 1 0,0-1 0,0 1 0,0-1 0,0 1 0,0 0 0,-1 0 0,1 0 0,-1 0 0,1 0 0,-1 1 0,0-1 0,3 5 0,1 0 0,-1 0 0,0 1 0,0-1 0,-1 1 0,0 0 0,-1 1 0,0-1 0,0 1 0,2 9 0,-4-10 0,0 0 0,0 0 0,-1 1 0,0-1 0,0 0 0,-1 0 0,0 0 0,-1 0 0,0 0 0,0 0 0,0 0 0,-1 0 0,-6 10 0,6-13 0,0 0 0,0 0 0,0-1 0,0 1 0,-1-1 0,0 0 0,0 0 0,0-1 0,-1 1 0,1-1 0,-1 0 0,0 0 0,1 0 0,-1-1 0,-1 1 0,1-1 0,0-1 0,0 1 0,-1-1 0,-10 2 0,14-3 0,0 0 0,0 0 0,-1 0 0,1 0 0,0 0 0,0 0 0,0-1 0,-1 1 0,1-1 0,0 0 0,-2 0 0,3 0 0,0 1 0,0-1 0,0 1 0,0-1 0,0 0 0,1 1 0,-1-1 0,0 0 0,1 0 0,-1 1 0,0-1 0,1 0 0,-1 0 0,1 0 0,-1 0 0,1 0 0,0 0 0,-1-1 0,1 0 0,0 0 0,0 0 0,0-1 0,0 1 0,1 0 0,-1 0 0,0 0 0,1 0 0,0 0 0,0 0 0,-1 0 0,1 0 0,0 0 0,1 0 0,-1 0 0,0 0 0,0 1 0,1-1 0,-1 1 0,1-1 0,2-2 0,3-1 0,0 1 0,-1 0 0,1 0 0,1 0 0,-1 1 0,0 0 0,1 0 0,0 1 0,0 0 0,-1 0 0,1 1 0,0 0 0,0 1 0,0-1 0,0 2 0,0-1 0,0 1 0,0 0 0,0 1 0,0-1 0,0 2 0,12 4 0,-12-4 0,-1 0 0,-1 0 0,1 0 0,0 1 0,-1 0 0,0 0 0,1 1 0,-2-1 0,1 2 0,-1-1 0,1 0 0,-1 1 0,-1 0 0,1 0 0,-1 0 0,0 1 0,-1 0 0,0-1 0,0 1 0,0 1 0,-1-1 0,0 0 0,0 0 0,1 11 0,-3-14 0,-1 1 0,1 0 0,-1-1 0,0 1 0,0 0 0,-1-1 0,1 1 0,-1-1 0,0 0 0,0 1 0,-1-1 0,1 0 0,-1 0 0,0-1 0,0 1 0,0-1 0,0 1 0,-1-1 0,1 0 0,-1 0 0,0 0 0,0-1 0,0 1 0,0-1 0,0 0 0,-1 0 0,-5 1 0,5-1 0,0 0 0,0 0 0,0-1 0,-1 0 0,1 0 0,0 0 0,-1 0 0,1-1 0,-1 0 0,1 0 0,-1-1 0,1 1 0,-1-1 0,1 0 0,0-1 0,0 0 0,-1 1 0,1-1 0,0-1 0,0 1 0,1-1 0,-1 0 0,-5-5 0,7 6-124,1-2 0,-1 1 0,1 0 0,0 0 0,0-1 0,0 1-1,0-1 1,1 0 0,0 1 0,-2-6 0,-2-15-6702</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19:47.693"/>
    </inkml:context>
    <inkml:brush xml:id="br0">
      <inkml:brushProperty name="width" value="0.05" units="cm"/>
      <inkml:brushProperty name="height" value="0.05" units="cm"/>
    </inkml:brush>
  </inkml:definitions>
  <inkml:trace contextRef="#ctx0" brushRef="#br0">1 19 24575,'7'-3'0,"0"0"0,1 0 0,-1 1 0,1 0 0,-1 0 0,1 1 0,0 0 0,0 0 0,0 1 0,0 0 0,-1 0 0,1 1 0,15 3 0,-14-1 0,0 0 0,0 0 0,0 1 0,-1 0 0,1 1 0,-1 0 0,0 0 0,0 1 0,-1 0 0,0 0 0,7 8 0,0 1 0,-1 1 0,-1 0 0,0 0 0,-1 1 0,-1 1 0,-1 0 0,0 0 0,-2 1 0,10 35 0,-14-45 0,-1 0 0,-1 0 0,1 1 0,-2-1 0,1 0 0,-1 1 0,-1-1 0,0 0 0,0 1 0,0-1 0,-2 0 0,1 0 0,-1 0 0,0 0 0,-1 0 0,0-1 0,0 0 0,-1 0 0,0 0 0,0 0 0,-1-1 0,0 1 0,-9 7 0,-25 15-1365,-2-7-5461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29.383"/>
    </inkml:context>
    <inkml:brush xml:id="br0">
      <inkml:brushProperty name="width" value="0.05" units="cm"/>
      <inkml:brushProperty name="height" value="0.05" units="cm"/>
    </inkml:brush>
  </inkml:definitions>
  <inkml:trace contextRef="#ctx0" brushRef="#br0">410 0 24575,'-3'3'0,"-4"7"0,-4 8 0,-6 9 0,-3 13 0,-7 11 0,-5 13 0,-6 12 0,-6 9 0,-7 8 0,-4 6 0,-2 7 0,9-14-8191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29.975"/>
    </inkml:context>
    <inkml:brush xml:id="br0">
      <inkml:brushProperty name="width" value="0.05" units="cm"/>
      <inkml:brushProperty name="height" value="0.05" units="cm"/>
    </inkml:brush>
  </inkml:definitions>
  <inkml:trace contextRef="#ctx0" brushRef="#br0">71 267 24575,'-6'0'0,"-5"0"0,-4 0 0,-2-3 0,2-4 0,9-4 0,12-2 0,14-4 0,15 0 0,17-4 0,15-1 0,13-4 0,12 1 0,5-2 0,1 0 0,-1 0 0,-18 4-8191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0.147"/>
    </inkml:context>
    <inkml:brush xml:id="br0">
      <inkml:brushProperty name="width" value="0.05" units="cm"/>
      <inkml:brushProperty name="height" value="0.05" units="cm"/>
    </inkml:brush>
  </inkml:definitions>
  <inkml:trace contextRef="#ctx0" brushRef="#br0">71 0 24575,'-6'3'0,"-5"7"0,-4 5 0,1 6 0,3 5 0,3 7 0,3 8 0,5 4 0,6 5 0,2 6 0,2 2 0,3 0 0,2 2 0,1 0 0,2-4 0,-3-5 0,-4-13-8191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0.354"/>
    </inkml:context>
    <inkml:brush xml:id="br0">
      <inkml:brushProperty name="width" value="0.05" units="cm"/>
      <inkml:brushProperty name="height" value="0.05" units="cm"/>
    </inkml:brush>
  </inkml:definitions>
  <inkml:trace contextRef="#ctx0" brushRef="#br0">1 0 24575,'0'3'0,"0"4"0,0 7 0,0 4 0,0 5 0,0 5 0,0 3 0,0 2 0,0 2 0,0 1 0,3-2 0,1-5 0,-1-7-8191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0.504"/>
    </inkml:context>
    <inkml:brush xml:id="br0">
      <inkml:brushProperty name="width" value="0.05" units="cm"/>
      <inkml:brushProperty name="height" value="0.05" units="cm"/>
    </inkml:brush>
  </inkml:definitions>
  <inkml:trace contextRef="#ctx0" brushRef="#br0">73 55 24575,'-3'-6'0,"-4"-5"0,-4-3 0,-3 0 0,1 6 0,0 7 0,1 4-8191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1.066"/>
    </inkml:context>
    <inkml:brush xml:id="br0">
      <inkml:brushProperty name="width" value="0.05" units="cm"/>
      <inkml:brushProperty name="height" value="0.05" units="cm"/>
    </inkml:brush>
  </inkml:definitions>
  <inkml:trace contextRef="#ctx0" brushRef="#br0">1 72 24575,'1'3'0,"1"0"0,-1 0 0,1 0 0,-1-1 0,1 1 0,0-1 0,0 1 0,0-1 0,3 2 0,3 5 0,3 7 0,-1 1 0,-1-1 0,-1 2 0,0-1 0,-1 1 0,-1 0 0,0 1 0,-2 0 0,0-1 0,-1 1 0,-1 1 0,0 23 0,-2-57 0,0-38 0,8-64 0,-6 101 0,0 0 0,1 0 0,1 0 0,1 1 0,0-1 0,0 1 0,2 0 0,-1 1 0,14-19 0,-19 30 0,0 0 0,1 0 0,0 0 0,-1 1 0,1-1 0,0 0 0,0 1 0,0 0 0,0-1 0,0 1 0,0 0 0,0 0 0,4-1 0,-5 2 0,0-1 0,0 1 0,0 0 0,0 0 0,1 0 0,-1 1 0,0-1 0,0 0 0,0 0 0,0 0 0,0 1 0,0-1 0,0 1 0,1-1 0,-1 1 0,0-1 0,0 1 0,-1 0 0,1-1 0,0 1 0,0 0 0,0 0 0,0 0 0,-1 0 0,1-1 0,0 1 0,-1 0 0,2 2 0,3 6 0,-1 0 0,0-1 0,-1 2 0,0-1 0,0 0 0,3 18 0,2 63 0,-3-27 0,-4-45 0,-1-14 0,0 1 0,0-1 0,0 1 0,1-1 0,0 0 0,0 1 0,0-1 0,0 0 0,1 0 0,-1 0 0,5 8 0,-5-12 0,-1 0 0,0 0 0,0 0 0,1 0 0,-1 0 0,0 0 0,1 0 0,-1 0 0,0 0 0,0 0 0,1-1 0,-1 1 0,0 0 0,0 0 0,1 0 0,-1 0 0,0 0 0,0-1 0,1 1 0,-1 0 0,0 0 0,0 0 0,0-1 0,1 1 0,-1 0 0,0 0 0,0-1 0,0 1 0,0 0 0,0 0 0,1-1 0,-1 1 0,0 0 0,0 0 0,0-1 0,0 1 0,0 0 0,0-1 0,0 1 0,0-1 0,5-14 0,-5 14 0,9-38 0,22-73 0,-25 92 0,2 1 0,0 0 0,17-28 0,-22 43 0,0-1 0,0 1 0,1-1 0,0 1 0,0 0 0,8-6 0,-11 9 0,0 0 0,0 1 0,0-1 0,0 0 0,0 1 0,0-1 0,0 1 0,0 0 0,0-1 0,0 1 0,0 0 0,0-1 0,0 1 0,0 0 0,0 0 0,0 0 0,0 0 0,0 0 0,0 0 0,0 0 0,1 1 0,-1-1 0,0 0 0,0 1 0,0-1 0,0 0 0,0 1 0,0-1 0,-1 1 0,1 0 0,0-1 0,0 1 0,0 0 0,0-1 0,-1 1 0,1 0 0,0 0 0,-1 0 0,1 0 0,0 0 0,-1-1 0,1 3 0,6 13 0,-1 1 0,-1 0 0,0 1 0,-1-1 0,-1 1 0,1 27 0,1-3 0,6 21-1365,-5-39-5461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1.425"/>
    </inkml:context>
    <inkml:brush xml:id="br0">
      <inkml:brushProperty name="width" value="0.05" units="cm"/>
      <inkml:brushProperty name="height" value="0.05" units="cm"/>
    </inkml:brush>
  </inkml:definitions>
  <inkml:trace contextRef="#ctx0" brushRef="#br0">21 225 24575,'5'-5'0,"-3"3"0,-2 3 0,-5 21 0,5-21 0,0 1 0,0-1 0,0 1 0,1-1 0,-1 1 0,0-1 0,0 0 0,1 1 0,-1-1 0,1 1 0,-1-1 0,1 0 0,0 1 0,-1-1 0,1 0 0,0 0 0,0 0 0,0 1 0,0-1 0,0 0 0,0 0 0,0 0 0,2 1 0,-1-2 0,0 1 0,0 0 0,1 0 0,-1-1 0,0 1 0,0-1 0,1 0 0,-1 0 0,0 0 0,0 0 0,1 0 0,-1 0 0,4-1 0,1-1 0,0 0 0,0-1 0,0 1 0,0-1 0,-1 0 0,1-1 0,-1 0 0,9-6 0,-10 5 0,0 0 0,-1 0 0,1 0 0,-1 0 0,-1-1 0,1 0 0,-1 1 0,0-1 0,0 0 0,-1-1 0,0 1 0,0 0 0,0-1 0,-1 1 0,0-1 0,0 0 0,0 1 0,-1-1 0,0 0 0,0 1 0,-1-1 0,0 0 0,0 1 0,-1-1 0,0 1 0,0 0 0,0-1 0,-1 1 0,0 0 0,0 0 0,0 1 0,-1-1 0,0 1 0,0-1 0,-7-5 0,10 9 0,-1 0 0,0 1 0,0-1 0,0 0 0,0 1 0,0 0 0,0 0 0,0-1 0,0 1 0,0 0 0,-1 1 0,1-1 0,0 0 0,-1 1 0,1-1 0,0 1 0,-1 0 0,1 0 0,-1 0 0,1 0 0,0 0 0,-1 0 0,1 1 0,-1-1 0,1 1 0,0-1 0,-1 1 0,1 0 0,0 0 0,0 0 0,0 0 0,0 1 0,0-1 0,0 1 0,0-1 0,0 1 0,0 0 0,1-1 0,-2 3 0,-4 3 0,2 1 0,-1-1 0,1 1 0,0 0 0,1 0 0,0 0 0,0 1 0,0 0 0,-1 9 0,1-1 43,1 0 0,0 0-1,2 0 1,0 1 0,0-1-1,2 0 1,3 22 0,-3-32-121,0-1 0,0 1 1,1 0-1,0-1 1,0 0-1,1 1 1,0-1-1,0 0 0,0 0 1,1-1-1,-1 1 1,1-1-1,1 1 1,-1-1-1,1-1 0,0 1 1,0-1-1,0 1 1,1-1-1,-1-1 1,8 4-1,14 3-6748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1.769"/>
    </inkml:context>
    <inkml:brush xml:id="br0">
      <inkml:brushProperty name="width" value="0.05" units="cm"/>
      <inkml:brushProperty name="height" value="0.05" units="cm"/>
    </inkml:brush>
  </inkml:definitions>
  <inkml:trace contextRef="#ctx0" brushRef="#br0">267 37 24575,'-3'0'0,"0"-1"0,0 0 0,0 0 0,0-1 0,0 1 0,1 0 0,-4-3 0,-6-2 0,3 2 0,-1 1 0,0 0 0,0 0 0,0 1 0,0 0 0,0 1 0,-1 0 0,1 1 0,0 0 0,-1 0 0,1 1 0,-11 3 0,16-4 0,1 2 0,0-1 0,-1 0 0,1 1 0,0 0 0,0 0 0,0 0 0,0 0 0,0 0 0,0 1 0,1 0 0,-1 0 0,1 0 0,0 0 0,0 1 0,0-1 0,0 1 0,1-1 0,-1 1 0,1 0 0,0 0 0,0 0 0,1 1 0,-1-1 0,1 0 0,0 1 0,0-1 0,0 1 0,0 6 0,1-7 0,0 1 0,1-1 0,0 1 0,-1 0 0,2-1 0,-1 0 0,0 1 0,1-1 0,0 0 0,0 0 0,0 0 0,0 0 0,1 0 0,0 0 0,0 0 0,0-1 0,0 0 0,0 1 0,1-1 0,-1-1 0,9 6 0,7 4 0,0-1 0,1-1 0,27 10 0,-27-11 0,0-2 0,30 16 0,-47-22 0,0 1 0,0 0 0,0 0 0,-1 0 0,1 0 0,-1 0 0,1 0 0,-1 1 0,0-1 0,0 1 0,0-1 0,0 1 0,1 4 0,-2-6 0,-1 1 0,0-1 0,0 1 0,1-1 0,-1 0 0,0 1 0,0-1 0,-1 1 0,1-1 0,0 0 0,0 1 0,-1-1 0,1 1 0,-1-1 0,1 0 0,-1 1 0,1-1 0,-1 0 0,0 0 0,0 0 0,1 1 0,-1-1 0,0 0 0,0 0 0,0 0 0,0 0 0,-1-1 0,1 1 0,0 0 0,0 0 0,0-1 0,-3 2 0,-3 2 0,-1-1 0,1 0 0,-1 0 0,-9 2 0,8-3-170,0 0-1,-1-1 0,1 0 1,0 0-1,-1-1 0,1 0 1,-18-3-1,-2-4-6655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1.989"/>
    </inkml:context>
    <inkml:brush xml:id="br0">
      <inkml:brushProperty name="width" value="0.05" units="cm"/>
      <inkml:brushProperty name="height" value="0.05" units="cm"/>
    </inkml:brush>
  </inkml:definitions>
  <inkml:trace contextRef="#ctx0" brushRef="#br0">32 4 24575,'0'-3'0,"0"2"0,-3 4 0,-1 8 0,1 5 0,0 8 0,-3 7 0,1 7 0,0 5 0,2 6 0,4 2 0,2 2 0,3 1 0,1 0 0,2-3 0,-1-4 0,-1-4 0,-2-9-8191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2.504"/>
    </inkml:context>
    <inkml:brush xml:id="br0">
      <inkml:brushProperty name="width" value="0.05" units="cm"/>
      <inkml:brushProperty name="height" value="0.05" units="cm"/>
    </inkml:brush>
  </inkml:definitions>
  <inkml:trace contextRef="#ctx0" brushRef="#br0">1 155 24575,'0'-1'0,"1"1"0,-1-1 0,0 0 0,1 0 0,-1 0 0,1 1 0,-1-1 0,1 0 0,-1 1 0,1-1 0,-1 0 0,1 1 0,0-1 0,-1 1 0,1-1 0,0 1 0,0-1 0,-1 1 0,1 0 0,0-1 0,0 1 0,0 0 0,-1-1 0,1 1 0,0 0 0,0 0 0,0 0 0,1 0 0,29-3 0,-27 3 0,85-2 0,-56 3 0,-1-2 0,1 0 0,-1-3 0,51-11 0,-80 14 0,0 0 0,0 0 0,-1 0 0,1 0 0,0 0 0,0-1 0,-1 1 0,1-1 0,0 0 0,-1 0 0,0 0 0,1 0 0,1-3 0,-3 4 0,-1 0 0,1-1 0,0 1 0,-1-1 0,0 1 0,1-1 0,-1 1 0,0-1 0,1 1 0,-1-1 0,0 1 0,0-1 0,0 1 0,-1-1 0,1 1 0,0-1 0,0 1 0,-1-1 0,1 1 0,-1-1 0,1 1 0,-1-1 0,0 1 0,0 0 0,1-1 0,-1 1 0,-2-2 0,0-1 0,0 0 0,0 0 0,0 1 0,-1-1 0,1 1 0,-1 0 0,0 0 0,0 0 0,0 0 0,0 1 0,-1 0 0,1 0 0,-1 0 0,1 0 0,-1 1 0,0-1 0,1 1 0,-1 0 0,0 1 0,0-1 0,0 1 0,0 0 0,-8 1 0,7 0 0,0 0 0,1 1 0,-1-1 0,1 1 0,0 0 0,0 1 0,-1-1 0,1 1 0,1 0 0,-1 0 0,0 1 0,1-1 0,0 1 0,0 0 0,0 0 0,0 1 0,0-1 0,1 1 0,0 0 0,-4 7 0,3-2 0,0 0 0,0 0 0,1 1 0,1 0 0,-1 0 0,2 0 0,-1-1 0,2 2 0,-1-1 0,3 21 0,-1-25 0,0 1 0,1-1 0,-1 1 0,2-1 0,-1 0 0,1 0 0,0 0 0,0 0 0,0-1 0,1 1 0,0-1 0,1 0 0,0 0 0,0 0 0,0-1 0,11 10 0,-13-13 0,1 1 0,0-1 0,0 0 0,0 0 0,0 0 0,0-1 0,0 1 0,0-1 0,0 0 0,1 0 0,-1 0 0,0-1 0,1 0 0,-1 0 0,1 0 0,-1 0 0,0-1 0,1 1 0,-1-1 0,0 0 0,0 0 0,1-1 0,-1 1 0,0-1 0,0 0 0,-1 0 0,1 0 0,0-1 0,4-3 0,-1 0 0,0-1 0,0 1 0,0-2 0,-1 1 0,0-1 0,0 1 0,-1-2 0,0 1 0,-1 0 0,0-1 0,0 0 0,3-11 0,-2-1 0,-2 0 0,2-34 0,1-8 0,-1 49 0,-1 21 0,1 30 0,-4-29 0,4 20-341,1 0 0,1-1-1,17 43 1,-14-47-6485</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3.019"/>
    </inkml:context>
    <inkml:brush xml:id="br0">
      <inkml:brushProperty name="width" value="0.05" units="cm"/>
      <inkml:brushProperty name="height" value="0.05" units="cm"/>
    </inkml:brush>
  </inkml:definitions>
  <inkml:trace contextRef="#ctx0" brushRef="#br0">1 122 24575,'0'-9'0,"-1"6"0,1 0 0,0 0 0,0 0 0,0 0 0,1 0 0,-1 1 0,1-1 0,-1 0 0,1 0 0,0 0 0,0 0 0,2-3 0,-3 6 0,1-1 0,-1 1 0,0 0 0,0 0 0,0 0 0,1 0 0,-1 0 0,0 0 0,1 0 0,-1 0 0,0 0 0,0 0 0,1 0 0,-1 0 0,0 0 0,0 0 0,1 0 0,-1 0 0,0 0 0,0 0 0,1 0 0,-1 0 0,0 1 0,0-1 0,1 0 0,-1 0 0,0 0 0,0 0 0,0 1 0,1-1 0,-1 0 0,0 0 0,0 0 0,0 1 0,0-1 0,0 0 0,1 0 0,-1 0 0,0 1 0,0-1 0,0 0 0,0 0 0,0 1 0,0-1 0,0 0 0,0 1 0,7 14 0,-7-14 0,41 136 0,-14-35 0,-27-102 0,8 19 0,-4-16 0,-1-12 0,-2-96 0,-2 77 0,1 0 0,1 0 0,5-30 0,-5 54 0,0 0 0,0 0 0,1 0 0,-1 0 0,1 1 0,0-1 0,3-5 0,-4 9 0,-1-1 0,1 1 0,-1-1 0,0 1 0,1-1 0,-1 1 0,1-1 0,-1 1 0,1-1 0,-1 1 0,1 0 0,0-1 0,-1 1 0,1 0 0,-1 0 0,1-1 0,0 1 0,-1 0 0,1 0 0,-1 0 0,1 0 0,0 0 0,-1 0 0,1 0 0,0 0 0,-1 0 0,1 0 0,0 0 0,-1 0 0,1 0 0,0 0 0,-1 1 0,1-1 0,-1 0 0,1 1 0,0-1 0,-1 0 0,1 1 0,-1-1 0,1 0 0,-1 1 0,1-1 0,-1 1 0,1-1 0,-1 1 0,0-1 0,1 1 0,-1 0 0,0-1 0,1 1 0,-1-1 0,0 1 0,0 0 0,1 0 0,4 10 0,-1 1 0,1-1 0,-2 1 0,1 0 0,-2 0 0,2 19 0,4 11 0,-8-41 0,0 1 0,0-1 0,0 0 0,1 0 0,-1 0 0,0 0 0,1 0 0,-1 0 0,1 0 0,-1 1 0,1-1 0,-1 0 0,1-1 0,0 1 0,-1 0 0,1 0 0,0 0 0,0 0 0,0 0 0,0-1 0,1 2 0,-1-2 0,0 0 0,0 0 0,0 0 0,0 0 0,0-1 0,0 1 0,-1 0 0,1 0 0,0-1 0,0 1 0,0-1 0,-1 1 0,1-1 0,0 1 0,0-1 0,-1 1 0,1-1 0,-1 1 0,1-1 0,0 0 0,0 0 0,5-8 0,0 0 0,0-1 0,5-12 0,-9 19 0,8-18 0,28-52 0,-32 64 0,0 0 0,0 0 0,1 1 0,0 0 0,11-10 0,-16 16 0,-1 1 0,0 0 0,0 0 0,1 0 0,-1 0 0,0 0 0,1 0 0,-1 0 0,1 0 0,-1 0 0,1 1 0,0-1 0,-1 1 0,1-1 0,0 1 0,-1-1 0,1 1 0,0 0 0,-1 0 0,1 0 0,0 0 0,0 0 0,-1 0 0,1 1 0,0-1 0,-1 1 0,1-1 0,0 1 0,-1-1 0,1 1 0,-1 0 0,1 0 0,-1 0 0,1 0 0,-1 0 0,0 0 0,0 0 0,1 0 0,-1 0 0,0 1 0,0-1 0,0 1 0,1 1 0,3 6 0,0 0 0,-1 1 0,0-1 0,-1 1 0,0-1 0,2 12 0,0 6-682,3 47-1,-7-46-6143</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33.448"/>
    </inkml:context>
    <inkml:brush xml:id="br0">
      <inkml:brushProperty name="width" value="0.05" units="cm"/>
      <inkml:brushProperty name="height" value="0.05" units="cm"/>
    </inkml:brush>
  </inkml:definitions>
  <inkml:trace contextRef="#ctx0" brushRef="#br0">91 53 24575,'0'0'0,"0"0"0,0 0 0,0-1 0,0 1 0,0 0 0,0 0 0,0-1 0,0 1 0,0 0 0,0 0 0,0-1 0,0 1 0,0 0 0,0 0 0,0-1 0,0 1 0,1 0 0,-1 0 0,0 0 0,0-1 0,0 1 0,0 0 0,0 0 0,1 0 0,-1 0 0,0-1 0,0 1 0,0 0 0,1 0 0,-1 0 0,0 0 0,0 0 0,0 0 0,1 0 0,-1-1 0,1 2 0,-1-1 0,0 0 0,1 0 0,-1 0 0,0 0 0,1 0 0,-1 1 0,0-1 0,1 0 0,-1 0 0,0 1 0,0-1 0,1 0 0,-1 0 0,0 1 0,0-1 0,1 0 0,-1 1 0,0-1 0,0 0 0,0 1 0,0-1 0,1 0 0,-1 1 0,0 0 0,4 18 0,-1 1 0,-1-1 0,-1 1 0,0 0 0,-3 25 0,1 2 0,18 209 0,-7-147 0,-9-86 0,-3-17 0,-4-13 0,-8-26 0,0-1 0,-10-43 0,-11-75 0,25 105 0,-1 2 0,3 1 0,2-2 0,-1-59 0,7 102 0,0-1 0,0 0 0,1 0 0,0 1 0,-1-1 0,1 1 0,3-8 0,-4 11 0,1-1 0,-1 0 0,1 0 0,-1 1 0,1-1 0,-1 0 0,1 1 0,0-1 0,-1 0 0,1 1 0,0-1 0,0 1 0,-1-1 0,1 1 0,0 0 0,0-1 0,0 1 0,-1 0 0,1-1 0,0 1 0,0 0 0,0 0 0,0 0 0,0 0 0,0 0 0,0 0 0,0 0 0,-1 0 0,1 0 0,0 0 0,0 0 0,0 1 0,0-1 0,0 0 0,-1 1 0,2 0 0,9 3 0,-1 2 0,1 0 0,-2 0 0,1 1 0,17 15 0,-20-16 0,-1 0 0,0 0 0,-1 1 0,1-1 0,-1 1 0,-1 1 0,1-1 0,6 16 0,-10-20 14,0 0 0,0 1-1,-1-1 1,1 1 0,-1-1-1,0 0 1,0 1-1,0-1 1,0 1 0,-1-1-1,1 1 1,-1-1 0,0 1-1,0-1 1,0 0 0,0 0-1,-1 0 1,1 1 0,-1-1-1,0 0 1,0-1 0,0 1-1,0 0 1,-5 4 0,-1 0-258,-1 1 0,0-2 0,0 1 0,-1-1 1,0-1-1,-13 6 0,-14 5-6582</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7.975"/>
    </inkml:context>
    <inkml:brush xml:id="br0">
      <inkml:brushProperty name="width" value="0.05" units="cm"/>
      <inkml:brushProperty name="height" value="0.05" units="cm"/>
    </inkml:brush>
  </inkml:definitions>
  <inkml:trace contextRef="#ctx0" brushRef="#br0">0 4338 24575,'0'1'0,"0"-1"0,0 1 0,1 0 0,-1-1 0,0 1 0,0-1 0,1 1 0,-1-1 0,0 1 0,1-1 0,-1 1 0,0-1 0,1 1 0,-1-1 0,0 1 0,1-1 0,-1 0 0,1 1 0,-1-1 0,1 0 0,-1 1 0,1-1 0,0 0 0,-1 0 0,1 1 0,-1-1 0,2 0 0,19 4 0,-15-3 0,162 19 0,191-1 0,-217-14 0,553 3-272,-3-64 0,-518 26 249,-134 21 61,-1-1 0,49-20-1,-71 19 70,-17 11-103,0-1-1,0 1 1,1 0-1,-1 0 1,0-1-1,0 1 1,0 0-1,0-1 1,0 1-1,0 0 1,1 0-1,-1-1 1,0 1-1,0 0 1,0-1-1,0 1 1,0 0-1,0-1 1,0 1-1,0 0 1,0 0-1,-1-1 1,1 1-1,0 0 1,0-1-1,0 1 1,0 0-1,0 0 1,0-1-1,-1 1 1,1-1-1,-3-1 21,0 0-1,0 0 0,0 0 0,0 0 0,0 1 0,0-1 0,-5-1 0,-14-8 27,13 4-50,0 0 0,1-1 0,0-1 0,1 1 0,0-1 0,0 0 0,1-1 0,0 0 0,0 0 0,1 0 0,-7-22 0,-1-10 0,-13-75 0,22 98 0,-11-73 0,5 0 0,4 0 0,6-120 0,43-277 0,-41 472 0,57-384 0,9-99 0,-60 312 0,-9 166 0,-1 1 0,-1-1 0,0 1 0,-2 0 0,-1 0 0,-14-33 0,1 6 0,2-1 0,2 0 0,2-1 0,-10-84 0,13 25 0,3-122 0,8 134 0,5 0 0,23-133 0,-22 203 0,2 1 0,1 0 0,1 0 0,18-31 0,8-19 0,-18 32 171,16-61 0,-29 82-513,-1-1 1,0-1 0,-2 1-1,0-36 1,-4 45-6485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48.456"/>
    </inkml:context>
    <inkml:brush xml:id="br0">
      <inkml:brushProperty name="width" value="0.05" units="cm"/>
      <inkml:brushProperty name="height" value="0.05" units="cm"/>
    </inkml:brush>
  </inkml:definitions>
  <inkml:trace contextRef="#ctx0" brushRef="#br0">380 91 24575,'0'0'0,"0"-1"0,0 1 0,0 0 0,0-1 0,0 1 0,0-1 0,0 1 0,0 0 0,0-1 0,0 1 0,0-1 0,0 1 0,-1 0 0,1-1 0,0 1 0,0 0 0,0-1 0,-1 1 0,1 0 0,0-1 0,0 1 0,-1 0 0,1 0 0,0-1 0,-1 1 0,1 0 0,0 0 0,-1-1 0,1 1 0,0 0 0,-1 0 0,1 0 0,0 0 0,-1 0 0,-16 3 0,-13 14 0,21-9 0,1 0 0,0 1 0,1 0 0,0 0 0,0 0 0,-6 13 0,-19 26 0,21-35 0,-12 16 0,-39 36 0,55-58 0,0-1 0,0 0 0,-1 0 0,0-1 0,0 0 0,0 0 0,-1-1 0,0 0 0,1-1 0,-19 5 0,26-7 0,0-1 0,0 0 0,0 1 0,0-1 0,0 0 0,0 0 0,0 0 0,0 0 0,0 0 0,0 0 0,0 0 0,0 0 0,0 0 0,0 0 0,0 0 0,1-1 0,-1 1 0,0 0 0,0-1 0,0 1 0,0-1 0,0 1 0,0-1 0,0 1 0,1-1 0,-1 1 0,0-1 0,0 0 0,1 0 0,-1 1 0,0-1 0,1 0 0,-1 0 0,1 0 0,-1 0 0,1 0 0,0 0 0,-1 1 0,1-1 0,0 0 0,0 0 0,-1 0 0,1 0 0,0 0 0,0 0 0,0 0 0,0 0 0,0 0 0,1 0 0,-1 0 0,0 0 0,0 0 0,1-2 0,2-6 0,-1 1 0,1-1 0,1 1 0,6-14 0,15-24 0,5-10 0,60-86 0,-86 137 0,0 0 0,0 0 0,0 1 0,0 0 0,1 0 0,0 0 0,0 0 0,0 1 0,0 0 0,0 0 0,1 0 0,-1 1 0,7-2 0,-5 2 0,0 1 0,0 0 0,0 0 0,0 1 0,0 0 0,0 0 0,0 1 0,0 0 0,0 0 0,0 0 0,8 4 0,12 4 0,-1 2 0,1 0 0,-2 2 0,43 29 0,87 76 0,34 59-1365,-138-124-5461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7.359"/>
    </inkml:context>
    <inkml:brush xml:id="br0">
      <inkml:brushProperty name="width" value="0.05" units="cm"/>
      <inkml:brushProperty name="height" value="0.05" units="cm"/>
    </inkml:brush>
  </inkml:definitions>
  <inkml:trace contextRef="#ctx0" brushRef="#br0">515 233 24575,'-2'42'0,"-2"-1"0,-1 0 0,-13 44 0,-40 126 0,26-118 0,15-47 0,-17 79 0,34-124 0,-1 0 0,1 1 0,-1-1 0,1 1 0,0-1 0,0 1 0,0-1 0,0 0 0,0 1 0,0-1 0,0 1 0,0-1 0,0 1 0,1-1 0,-1 0 0,1 1 0,-1-1 0,1 1 0,-1-1 0,1 0 0,0 0 0,0 1 0,-1-1 0,1 0 0,0 0 0,0 0 0,0 0 0,0 0 0,1 0 0,-1 0 0,0 0 0,0-1 0,3 2 0,1 0 0,1-1 0,0 0 0,0-1 0,0 1 0,0-1 0,11-1 0,-5 0 0,1814 40-1054,-1164 31 773,-328-31 1168,-326-38-836,-1-1 0,0 1-1,0-1 1,0 0-1,1-1 1,7-1-1,-14 2-46,0 0 0,0-1-1,0 1 1,0-1 0,0 1-1,0-1 1,0 1-1,-1-1 1,1 1 0,0-1-1,0 0 1,0 1 0,-1-1-1,1 0 1,0 0 0,0 0-1,-1 0 1,1 1-1,0-3 1,-1 2-3,1-1 1,-1 0-1,0 1 0,0-1 1,0 0-1,0 0 0,0 1 1,0-1-1,0 0 0,-1 0 1,1 1-1,-1-1 0,1 0 1,-1 1-1,-1-4 0,-2-2-1,0 0 0,-1 0 0,1 0 0,-2 0 0,1 1 0,-8-8 0,8 10 0,0-1 0,1 0 0,0 0 0,0 0 0,0 0 0,0-1 0,1 1 0,0-1 0,0 0 0,0 0 0,-1-8 0,-5-35 0,3 0 0,-1-53 0,9-100 0,-2 189 0,4-65 0,4 0 0,26-116 0,-32 189 0,-2-1 0,1 0 0,-1 0 0,0 0 0,0 0 0,0 0 0,-1 0 0,0 0 0,0 0 0,-1 0 0,0 1 0,0-1 0,0 0 0,0 1 0,-1 0 0,0-1 0,0 1 0,-1 0 0,1 1 0,-1-1 0,0 1 0,0-1 0,0 1 0,-1 0 0,0 1 0,-7-5 0,5 3 0,-1 2 0,0-1 0,1 1 0,-1 0 0,0 1 0,-1-1 0,1 2 0,0-1 0,-10 0 0,-83 2 0,60 1 0,-796-1-837,-482 3-830,596 37 1894,721-40-251,-15 2 113,-32 9 0,31-5-6157</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14.696"/>
    </inkml:context>
    <inkml:brush xml:id="br0">
      <inkml:brushProperty name="width" value="0.05" units="cm"/>
      <inkml:brushProperty name="height" value="0.05" units="cm"/>
    </inkml:brush>
  </inkml:definitions>
  <inkml:trace contextRef="#ctx0" brushRef="#br0">125 424 24575,'0'0'0,"0"-1"0,0 1 0,0-1 0,0 0 0,0 1 0,0-1 0,0 1 0,-1-1 0,1 1 0,0-1 0,0 1 0,-1-1 0,1 1 0,0-1 0,0 1 0,-1 0 0,1-1 0,-1 1 0,1-1 0,0 1 0,-1 0 0,1-1 0,-1 1 0,1 0 0,-1-1 0,1 1 0,-1 0 0,1 0 0,-1 0 0,1-1 0,-1 1 0,1 0 0,-1 0 0,1 0 0,-1 0 0,0 0 0,1 0 0,-1 0 0,1 0 0,-1 0 0,1 0 0,-1 1 0,0-1 0,-1 0 0,0 1 0,1-1 0,-1 1 0,0-1 0,1 1 0,-1 0 0,1 0 0,-1-1 0,1 1 0,-1 0 0,1 0 0,0 0 0,-3 3 0,-1 4 0,1 0 0,0 0 0,0 0 0,1 1 0,0 0 0,1-1 0,-3 13 0,-6 69 0,10-72 0,-37 321 0,37-328 0,0-3 0,0 1 0,0 0 0,1 0 0,1-1 0,-1 1 0,3 10 0,-2-17 0,-1 1 0,1-1 0,0 0 0,1 1 0,-1-1 0,0 0 0,0 0 0,1 0 0,0 0 0,-1 0 0,1 0 0,0-1 0,0 1 0,0-1 0,0 1 0,0-1 0,0 0 0,0 1 0,0-1 0,1 0 0,-1 0 0,0-1 0,1 1 0,-1 0 0,1-1 0,3 1 0,68 8 0,106-1 0,-99-6 0,1750 16-936,-1188-54 1092,-628 34-49,0-2 1,-1 0-1,1 0 1,-1-1-1,23-13 1,17-5 27,-49 22-135,-1-1 0,1 0 0,-1-1 0,0 1 0,1 0 0,-1-1 0,0 0 0,0 0 0,-1-1 0,1 1 0,-1-1 0,0 1 0,5-7 0,-4 2 0,0 0 0,0-1 0,-1 1 0,0-1 0,0 0 0,2-13 0,30-179 0,-31 167 0,-1 0 0,-2 0 0,-7-66 0,0 72 0,-1 1 0,-1-1 0,-2 1 0,-17-35 0,-13-36 0,35 83 0,1 0 0,0 0 0,1-1 0,-1-26 0,4 40 0,0 0 0,0 0 0,0 0 0,-1 0 0,1 0 0,-1 0 0,1 0 0,-1 0 0,1 0 0,-1 0 0,0 0 0,0 1 0,0-1 0,0 0 0,-1 1 0,1-1 0,0 1 0,-1-1 0,1 1 0,-1-1 0,1 1 0,-1 0 0,1 0 0,-1 0 0,0 0 0,0 0 0,0 0 0,0 0 0,1 1 0,-4-2 0,-5 1 0,1-1 0,-1 1 0,0 1 0,0 0 0,-11 1 0,15-1 0,-1175-5-893,903-13 974,-332-17 407,-2 23-164,609 12-324,0 0 0,0 0 0,0 0 0,0 1 0,0-1 0,1 1 0,-1 0 0,0 0 0,0 0 0,1 0 0,-1 0 0,1 1 0,-1-1 0,1 1 0,-4 3 0,2-1 0,1 0 0,-1 0 0,1 1 0,0-1 0,0 1 0,1 0 0,-3 7 0,-3 11 0,1 0 0,1 0 0,1 1 0,1 0 0,-1 30 0,-3 18 0,-4 0 0,-9 69 0,18-112 0,2 0 0,4 54 0,0-69-1365,1-4-5461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0.621"/>
    </inkml:context>
    <inkml:brush xml:id="br0">
      <inkml:brushProperty name="width" value="0.05" units="cm"/>
      <inkml:brushProperty name="height" value="0.05" units="cm"/>
    </inkml:brush>
  </inkml:definitions>
  <inkml:trace contextRef="#ctx0" brushRef="#br0">106 28 24575,'0'-1'0,"0"0"0,0 0 0,1 0 0,-2 0 0,1 0 0,0 0 0,0 0 0,0 0 0,0 0 0,-1 0 0,1 0 0,0 0 0,-1 0 0,1 0 0,-1 1 0,1-1 0,-1 0 0,1 0 0,-1 0 0,0 0 0,1 1 0,-1-1 0,0 0 0,0 1 0,1-1 0,-1 0 0,0 1 0,0-1 0,0 1 0,0 0 0,0-1 0,0 1 0,0 0 0,0-1 0,0 1 0,0 0 0,-1 0 0,0 0 0,0 0 0,1 0 0,-1 1 0,0-1 0,1 1 0,-1-1 0,0 1 0,1 0 0,-1-1 0,1 1 0,-1 0 0,1 0 0,0 0 0,-1 0 0,1 0 0,0 0 0,0 1 0,0-1 0,0 0 0,0 1 0,0-1 0,-1 3 0,-3 6 0,0 1 0,2 0 0,-1 1 0,1-1 0,-2 19 0,-1 62 0,5-76 0,-18 1205 0,19-1205 0,13 230 0,-9-215 0,1 1 0,2-1 0,1 0 0,1-1 0,22 49 0,-24-66 3,1 1 1,1-1-1,0-1 0,1 0 0,0 0 0,1-1 0,0 0 0,1-1 0,0 0 1,0-1-1,1 0 0,1-1 0,-1 0 0,1-1 0,0-1 0,18 6 0,19 3-69,0-3-1,1-1 1,77 5-1,394 16-1562,6-28-707,-378-4 1721,1134 1-4581,1133 6 2086,-2127-4 2827,966-8 1881,-1082-3 1995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1.336"/>
    </inkml:context>
    <inkml:brush xml:id="br0">
      <inkml:brushProperty name="width" value="0.05" units="cm"/>
      <inkml:brushProperty name="height" value="0.05" units="cm"/>
    </inkml:brush>
  </inkml:definitions>
  <inkml:trace contextRef="#ctx0" brushRef="#br0">14 145 24575,'-1'-1'0,"0"0"0,0 0 0,-1 0 0,1-1 0,0 1 0,1 0 0,-1 0 0,0-1 0,0 1 0,0-1 0,1 1 0,-1-1 0,1 1 0,-1-1 0,1 0 0,0 1 0,-1-1 0,1 1 0,0-1 0,0 0 0,0 1 0,0-1 0,1 1 0,-1-1 0,0 0 0,1 1 0,-1-1 0,1 1 0,-1-1 0,2-2 0,0 1 0,0 0 0,1 0 0,-1 1 0,0-1 0,1 0 0,0 1 0,-1 0 0,1-1 0,0 1 0,0 0 0,0 1 0,1-1 0,3-1 0,19-6 14,0 1 0,1 1-1,52-6 1,90 2-163,-123 9 15,981-10-4737,-754 13 3328,1655 18-1877,-120 1 1031,-1442-19 2379,1121-6-80,-810-26 8473,-668 31-8327,-4-1 98,-1 1 152,0-1 1,1 1-1,-1 0 1,0 0 0,1 1-1,-1-1 1,6 2-1,-8-1-240,-1 0-1,0 0 1,1 0-1,-1 0 1,0 0-1,0 0 1,0 0-1,0 0 0,0 0 1,0 1-1,0-1 1,0 0-1,0 1 1,0-1-1,-1 0 1,1 1-1,-1-1 1,1 1-1,-1-1 1,1 1-1,-1-1 1,0 4-1,34 126-65,-5-25 0,-9-1 0,8 165 0,-17 110 0,-11-364 0,-1 673 0,-11-491 342,9-178-556,-1 0 1,0 0 0,-2 0-1,0-1 1,-1 0 0,-1 0-1,-16 27 1,-10 2-6613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3.138"/>
    </inkml:context>
    <inkml:brush xml:id="br0">
      <inkml:brushProperty name="width" value="0.05" units="cm"/>
      <inkml:brushProperty name="height" value="0.05" units="cm"/>
    </inkml:brush>
  </inkml:definitions>
  <inkml:trace contextRef="#ctx0" brushRef="#br0">211 375 24575,'4'-27'0,"-3"24"0,0 1 0,-1-1 0,1 0 0,-1 0 0,1 0 0,-1 0 0,0 1 0,-1-5 0,0 5 0,1 1 0,-1-1 0,1 1 0,-1-1 0,0 1 0,0 0 0,0-1 0,0 1 0,0 0 0,0 0 0,0 0 0,0 0 0,-1 0 0,1 0 0,0 0 0,-1 0 0,1 0 0,-1 1 0,1-1 0,-2 0 0,0 0 0,-1-1 0,1 1 0,0 0 0,0 0 0,-1 1 0,1-1 0,-1 1 0,1 0 0,-1-1 0,1 1 0,0 1 0,-1-1 0,1 1 0,-1-1 0,-5 3 0,4-1 0,0 0 0,0 1 0,0 0 0,0 0 0,1 0 0,-1 0 0,1 1 0,0 0 0,-4 4 0,-2 4 0,0 1 0,1 0 0,0 1 0,2 0 0,-13 29 0,16-34 0,1 0 0,0 1 0,1-1 0,0 1 0,0 0 0,1 0 0,0 0 0,1 18 0,0-25 0,1 0 0,-1-1 0,1 1 0,-1 0 0,1-1 0,0 1 0,0 0 0,0-1 0,0 1 0,1-1 0,-1 1 0,1-1 0,-1 0 0,1 0 0,0 0 0,0 0 0,0 0 0,0 0 0,0 0 0,1-1 0,-1 1 0,0-1 0,1 1 0,-1-1 0,1 0 0,-1 0 0,1 0 0,0 0 0,-1-1 0,1 1 0,0-1 0,0 1 0,-1-1 0,1 0 0,5-1 0,1 1 0,0 0 0,0-2 0,1 1 0,-1-1 0,0 0 0,0-1 0,-1 0 0,1 0 0,-1-1 0,1 0 0,-1 0 0,0-1 0,-1 0 0,1-1 0,-1 1 0,0-2 0,0 1 0,-1-1 0,0 0 0,0 0 0,5-8 0,-2 0 0,0-1 0,-1 1 0,-1-2 0,-1 1 0,0-1 0,-1 0 0,-1 0 0,0 0 0,-1 0 0,0-21 0,-1 4 0,-2-1 0,-6-42 0,3 58 0,0-1 0,-1 1 0,-1 1 0,-1-1 0,-12-25 0,18 42 0,-1 1 0,0 0 0,1 0 0,-1-1 0,0 1 0,0 0 0,0 0 0,0 0 0,0 0 0,0 0 0,-1-1 0,1 1 0,1 1 0,0 0 0,0 0 0,-1 0 0,1 0 0,0 0 0,-1 0 0,1 0 0,0 0 0,0 0 0,-1 0 0,1 0 0,0 0 0,0 0 0,-1 0 0,1 0 0,0 0 0,0 1 0,-1-1 0,1 0 0,0 0 0,0 0 0,0 0 0,-1 0 0,1 1 0,0-1 0,0 0 0,0 0 0,-1 0 0,1 1 0,0-1 0,0 0 0,0 0 0,0 0 0,-1 1 0,0 3 0,0-1 0,-1 1 0,1 0 0,1-1 0,-1 1 0,0 0 0,1 4 0,-2 33 0,3 0 0,1 0 0,11 59 0,-1-38 0,32 94 0,-41-147-341,1 1 0,0 0-1,9 15 1,-1-9-6485</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3.324"/>
    </inkml:context>
    <inkml:brush xml:id="br0">
      <inkml:brushProperty name="width" value="0.05" units="cm"/>
      <inkml:brushProperty name="height" value="0.05" units="cm"/>
    </inkml:brush>
  </inkml:definitions>
  <inkml:trace contextRef="#ctx0" brushRef="#br0">0 0 24575,'0'3'0,"0"4"0,0 4 0,3 3 0,1 2 0,0 5 0,-1 1 0,2 3 0,1 3 0,-2 1 0,-1-3 0,2-2 0,1-5-8191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3.468"/>
    </inkml:context>
    <inkml:brush xml:id="br0">
      <inkml:brushProperty name="width" value="0.05" units="cm"/>
      <inkml:brushProperty name="height" value="0.05" units="cm"/>
    </inkml:brush>
  </inkml:definitions>
  <inkml:trace contextRef="#ctx0" brushRef="#br0">14 10 24575,'-3'0'0,"-1"-3"0,-3-4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3.847"/>
    </inkml:context>
    <inkml:brush xml:id="br0">
      <inkml:brushProperty name="width" value="0.05" units="cm"/>
      <inkml:brushProperty name="height" value="0.05" units="cm"/>
    </inkml:brush>
  </inkml:definitions>
  <inkml:trace contextRef="#ctx0" brushRef="#br0">215 72 24575,'0'-4'0,"1"-1"0,-2 1 0,1-1 0,0 1 0,-1-1 0,0 1 0,0 0 0,0-1 0,-3-4 0,3 7 0,0 0 0,-1 1 0,1-1 0,-1 0 0,1 1 0,-1 0 0,0-1 0,0 1 0,1 0 0,-1 0 0,0 0 0,0 0 0,0 0 0,0 0 0,0 1 0,0-1 0,0 1 0,-1-1 0,1 1 0,0 0 0,-3 0 0,0-1 0,0 1 0,0 1 0,0-1 0,-1 1 0,1 0 0,0 0 0,0 0 0,0 0 0,0 1 0,1 0 0,-1 0 0,0 1 0,1-1 0,0 1 0,-7 5 0,9-7 0,0 1 0,0 0 0,0 0 0,1 0 0,-1 0 0,0 0 0,1 0 0,-1 1 0,1-1 0,0 0 0,0 1 0,0-1 0,0 1 0,0-1 0,0 1 0,1 0 0,-1-1 0,1 1 0,0 0 0,0-1 0,0 1 0,0 0 0,0-1 0,0 1 0,1 0 0,-1-1 0,1 1 0,0 0 0,0-1 0,2 5 0,5 5 0,0-1 0,0 1 0,1-2 0,0 1 0,1-1 0,0-1 0,20 14 0,-12-7 0,21 20 0,-38-35 0,0 0 0,0-1 0,0 1 0,0 0 0,0 0 0,0 0 0,0 0 0,0 0 0,-1 1 0,1-1 0,0 0 0,-1 0 0,1 0 0,-1 1 0,0-1 0,1 0 0,-1 0 0,0 1 0,0-1 0,0 0 0,0 1 0,0-1 0,0 0 0,0 1 0,0 1 0,-1-2 0,0 0 0,0 0 0,0 0 0,0 0 0,-1 0 0,1 0 0,0 0 0,0 0 0,-1-1 0,1 1 0,0 0 0,-1-1 0,1 1 0,-1-1 0,1 0 0,-1 1 0,1-1 0,-2 0 0,-8 2 0,1-2 0,-1 1 0,0-2 0,1 1 0,-12-3 0,11 1-151,1-1-1,-1-1 0,1 0 0,0 0 1,0-1-1,0 0 0,1 0 1,-16-12-1,8 2-6674</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4.127"/>
    </inkml:context>
    <inkml:brush xml:id="br0">
      <inkml:brushProperty name="width" value="0.05" units="cm"/>
      <inkml:brushProperty name="height" value="0.05" units="cm"/>
    </inkml:brush>
  </inkml:definitions>
  <inkml:trace contextRef="#ctx0" brushRef="#br0">125 51 24575,'1'0'0,"0"0"0,1-1 0,-1 1 0,0-1 0,0 1 0,0-1 0,0 0 0,0 1 0,0-1 0,0 0 0,0 0 0,0 1 0,-1-1 0,1 0 0,0 0 0,0 0 0,-1 0 0,1 0 0,0 0 0,-1 0 0,1 0 0,-1-1 0,0 1 0,1 0 0,-1 0 0,0 0 0,0 0 0,0-1 0,0 1 0,1 0 0,-2 0 0,1 0 0,0-1 0,0 1 0,0 0 0,-1 0 0,1 0 0,0 0 0,-1-1 0,1 1 0,-1 0 0,1 0 0,-1 0 0,0 0 0,1 0 0,-1 0 0,-1-1 0,-1 1 0,1 1 0,-1-1 0,0 1 0,1-1 0,-1 1 0,0 0 0,0 0 0,1 0 0,-1 0 0,0 0 0,1 1 0,-1-1 0,0 1 0,1-1 0,-1 1 0,0 0 0,1 0 0,-1 1 0,1-1 0,0 0 0,-1 1 0,-3 3 0,-2 1 0,0 0 0,1 1 0,0 0 0,0 0 0,-6 9 0,10-12 22,0-1-1,1 1 0,-1 1 1,1-1-1,0 0 0,1 0 1,-1 1-1,1-1 0,-1 1 1,1-1-1,1 1 0,-1 0 1,1-1-1,0 1 0,0 6 1,1-8-97,-1 0 1,1 1 0,0-1 0,0 0 0,0 0-1,0 0 1,1-1 0,-1 1 0,1 0 0,0-1-1,0 1 1,0-1 0,0 1 0,0-1 0,1 0-1,-1 0 1,0 0 0,1 0 0,0 0 0,-1 0-1,1-1 1,6 3 0,12 3-6752</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4.500"/>
    </inkml:context>
    <inkml:brush xml:id="br0">
      <inkml:brushProperty name="width" value="0.05" units="cm"/>
      <inkml:brushProperty name="height" value="0.05" units="cm"/>
    </inkml:brush>
  </inkml:definitions>
  <inkml:trace contextRef="#ctx0" brushRef="#br0">208 156 24575,'0'-21'0,"-5"-34"0,5 49 0,-1 1 0,-1-1 0,1 0 0,-1 0 0,0 0 0,0 1 0,-1-1 0,1 1 0,-1 0 0,-5-7 0,7 11 0,0 0 0,0 0 0,0 0 0,0 0 0,0 1 0,0-1 0,0 0 0,0 1 0,0-1 0,-1 0 0,1 1 0,0 0 0,0-1 0,0 1 0,-1 0 0,1-1 0,0 1 0,0 0 0,-1 0 0,1 0 0,0 0 0,-2 0 0,-1 1 0,1 0 0,0 0 0,0 0 0,0 1 0,0-1 0,0 1 0,1-1 0,-6 5 0,-2 2 0,0 1 0,0 1 0,-9 13 0,15-19 0,-39 53 0,41-53 0,-1 0 0,1 1 0,0-1 0,0 1 0,0-1 0,0 1 0,1-1 0,0 1 0,0 0 0,0 0 0,0 9 0,1-12 0,0-1 0,0 1 0,1-1 0,-1 1 0,1 0 0,-1-1 0,1 0 0,-1 1 0,1-1 0,0 1 0,0-1 0,0 0 0,0 1 0,0-1 0,0 0 0,0 0 0,0 0 0,0 0 0,0 0 0,1 0 0,-1 0 0,0 0 0,1 0 0,-1-1 0,1 1 0,-1-1 0,1 1 0,-1-1 0,1 1 0,-1-1 0,1 0 0,-1 0 0,1 0 0,0 0 0,-1 0 0,1 0 0,-1 0 0,1 0 0,1-1 0,6 0 0,-1-1 0,1 0 0,-1 0 0,0-1 0,14-6 0,-10 3 0,-1-1 0,0 0 0,0-1 0,-1 0 0,0 0 0,13-15 0,-22 22 0,0 0 0,0 0 0,0 0 0,0 0 0,0 0 0,1 0 0,-1 0 0,0 0 0,0 1 0,1-1 0,1 0 0,-3 1 0,1 0 0,-1 0 0,1 0 0,-1 0 0,0 0 0,1 0 0,-1 0 0,1 0 0,-1 0 0,0 0 0,1 0 0,-1 0 0,0 0 0,1 1 0,-1-1 0,0 0 0,1 0 0,-1 0 0,0 1 0,1-1 0,-1 0 0,0 0 0,1 1 0,-1-1 0,0 0 0,0 1 0,1-1 0,0 4 0,1 0 0,-1 0 0,0 0 0,0 0 0,0 0 0,0 6 0,2 10 0,3-1-1365,0-3-5461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4.809"/>
    </inkml:context>
    <inkml:brush xml:id="br0">
      <inkml:brushProperty name="width" value="0.05" units="cm"/>
      <inkml:brushProperty name="height" value="0.05" units="cm"/>
    </inkml:brush>
  </inkml:definitions>
  <inkml:trace contextRef="#ctx0" brushRef="#br0">0 48 24575,'0'-6'0,"1"-13"0,1 18 0,2 11 0,0 7 0,-1-1 0,1 27 0,-3-31 0,10-73 0,-10 57 0,1-1 0,-1 1 0,1 0 0,-1 0 0,1 0 0,0 0 0,1 0 0,-1 0 0,1 1 0,-1-1 0,7-5 0,1 4-1365,-2 5-5461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5.314"/>
    </inkml:context>
    <inkml:brush xml:id="br0">
      <inkml:brushProperty name="width" value="0.05" units="cm"/>
      <inkml:brushProperty name="height" value="0.05" units="cm"/>
    </inkml:brush>
  </inkml:definitions>
  <inkml:trace contextRef="#ctx0" brushRef="#br0">209 430 24575,'-1'-2'0,"1"-1"0,-1 0 0,-1 1 0,1-1 0,0 1 0,-1-1 0,1 1 0,-4-4 0,-2-5 0,3 4 0,0 0 0,-1 0 0,0 0 0,0 0 0,0 1 0,-1 0 0,0 0 0,-10-7 0,14 12 0,0-1 0,-1 1 0,1 0 0,0 0 0,-1 0 0,0 0 0,1 0 0,-1 0 0,1 1 0,-1-1 0,0 1 0,0 0 0,1 0 0,-1 0 0,0 0 0,0 0 0,1 1 0,-1-1 0,0 1 0,1 0 0,-1-1 0,1 1 0,-1 0 0,1 1 0,-1-1 0,1 0 0,0 1 0,0-1 0,-3 3 0,0 0 0,1 0 0,-1 1 0,1-1 0,0 1 0,0 0 0,1 0 0,-1 0 0,1 0 0,0 0 0,1 1 0,-1 0 0,1-1 0,0 1 0,0 0 0,-1 9 0,3-12 0,0 0 0,0 0 0,0 0 0,0 0 0,0 0 0,0-1 0,1 1 0,0 0 0,-1 0 0,1 0 0,0-1 0,0 1 0,1 0 0,-1-1 0,1 1 0,-1-1 0,1 1 0,0-1 0,-1 0 0,1 0 0,1 1 0,-1-2 0,0 1 0,0 0 0,1 0 0,-1-1 0,1 1 0,-1-1 0,1 0 0,0 0 0,-1 0 0,1 0 0,0 0 0,3 0 0,-1 0 0,1 0 0,-1 0 0,0-1 0,1 1 0,-1-1 0,1-1 0,-1 1 0,1-1 0,-1 0 0,0 0 0,1 0 0,-1-1 0,0 0 0,0 0 0,0 0 0,0-1 0,0 1 0,-1-1 0,1-1 0,-1 1 0,0 0 0,0-1 0,6-7 0,-3 4 0,-1-1 0,0-1 0,0 1 0,-1-1 0,0 0 0,0-1 0,-1 1 0,-1-1 0,0 0 0,0 0 0,3-17 0,-3-2 0,-1 1 0,-1 0 0,-2 0 0,0-1 0,-2 1 0,-1 0 0,-2 0 0,-13-42 0,18 67 0,0 0 0,0 0 0,-1 1 0,1-1 0,-1 0 0,0 1 0,1-1 0,-1 1 0,0 0 0,-5-4 0,7 6 0,-1-1 0,0 1 0,0 0 0,1-1 0,-1 1 0,0 0 0,0 0 0,0-1 0,1 1 0,-1 0 0,0 0 0,0 0 0,0 0 0,0 0 0,1 0 0,-1 0 0,0 1 0,0-1 0,0 0 0,1 0 0,-1 1 0,0-1 0,0 0 0,0 1 0,1-1 0,-1 1 0,0-1 0,1 1 0,-1-1 0,0 1 0,1-1 0,-1 1 0,1 0 0,-1-1 0,1 1 0,-1 0 0,1-1 0,0 1 0,-1 0 0,1 0 0,-1 1 0,-3 7 0,0 0 0,1 0 0,-1 1 0,2 0 0,-1-1 0,2 1 0,-1 0 0,0 18 0,2-1 0,1-1 0,6 31 0,-2-31-124,1 0 0,1 0 0,2 0 0,0-1 0,2-1 0,0 1-1,2-2 1,1 0 0,0 0 0,29 32 0,-23-33-6702</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8.271"/>
    </inkml:context>
    <inkml:brush xml:id="br0">
      <inkml:brushProperty name="width" value="0.05" units="cm"/>
      <inkml:brushProperty name="height" value="0.05" units="cm"/>
    </inkml:brush>
  </inkml:definitions>
  <inkml:trace contextRef="#ctx0" brushRef="#br0">179 51 24575,'-8'0'0,"-1"0"0,1 1 0,0 0 0,0 0 0,-1 1 0,1 0 0,0 1 0,0 0 0,1 0 0,-1 0 0,1 1 0,-13 8 0,14-7 0,1-1 0,0 1 0,1 0 0,-1 0 0,1 0 0,0 1 0,0-1 0,1 1 0,-1 0 0,1 0 0,1 1 0,-1-1 0,1 0 0,0 1 0,1-1 0,-2 9 0,2-8 0,0 0 0,0 0 0,1-1 0,0 1 0,1 0 0,-1 0 0,1-1 0,0 1 0,1-1 0,3 12 0,-3-16 0,-1 1 0,1 0 0,-1 0 0,1-1 0,0 1 0,0-1 0,0 0 0,0 0 0,1 1 0,-1-1 0,0-1 0,1 1 0,0 0 0,-1-1 0,1 1 0,0-1 0,0 0 0,0 0 0,0 0 0,0 0 0,0 0 0,0-1 0,0 1 0,0-1 0,4 0 0,1 0 0,0 0 0,0-1 0,0-1 0,0 1 0,0-1 0,0 0 0,0-1 0,-1 0 0,1 0 0,-1-1 0,0 1 0,0-2 0,0 1 0,-1-1 0,1 0 0,-1 0 0,0-1 0,-1 0 0,9-10 0,-10 10 0,1 0 0,-1-1 0,0 1 0,0-1 0,-1 0 0,0 0 0,0 0 0,-1 0 0,0 0 0,0-1 0,-1 1 0,0-1 0,0 0 0,0 1 0,-1-1 0,0 1 0,-1-1 0,0 0 0,0 1 0,-1-1 0,-2-6 0,2 9 17,0 0-1,-1 0 0,1 1 0,-1-1 1,0 1-1,-1 0 0,1 0 0,-1 0 1,0 0-1,0 1 0,0-1 0,0 1 1,0 0-1,-1 1 0,0-1 0,1 1 1,-1-1-1,0 2 0,0-1 0,-6-1 1,8 2-71,0 0 1,-1 1 0,1-1-1,-1 1 1,1 0 0,-1 0-1,1 0 1,-1 0 0,1 0-1,-1 1 1,1 0 0,0 0-1,-1 0 1,1 0 0,0 0-1,0 1 1,-1-1 0,1 1-1,0 0 1,1 0 0,-1 0-1,0 0 1,1 1 0,-1-1-1,1 1 1,-1-1 0,1 1-1,0 0 1,0 0 0,1 0-1,-3 3 1,-2 9-6773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8.614"/>
    </inkml:context>
    <inkml:brush xml:id="br0">
      <inkml:brushProperty name="width" value="0.05" units="cm"/>
      <inkml:brushProperty name="height" value="0.05" units="cm"/>
    </inkml:brush>
  </inkml:definitions>
  <inkml:trace contextRef="#ctx0" brushRef="#br0">63 98 24575,'-1'0'0,"-1"-1"0,0 1 0,1-1 0,-1 0 0,1 1 0,-1-1 0,1 0 0,-1 0 0,1 0 0,-1 0 0,1-1 0,0 1 0,0 0 0,-1-2 0,-17-20 0,18 22 0,-13-13 0,14 14 0,-1 0 0,1 0 0,0 0 0,0 0 0,0 0 0,-1 0 0,1 0 0,0 0 0,0 0 0,-1 0 0,1 0 0,0 0 0,0 0 0,0 0 0,-1 0 0,1 0 0,0 0 0,0 0 0,0 0 0,0 0 0,-1 1 0,1-1 0,0 0 0,0 0 0,0 0 0,0 0 0,0 0 0,-1 1 0,1-1 0,0 0 0,0 0 0,0 0 0,0 1 0,0-1 0,0 0 0,0 0 0,0 0 0,0 1 0,0-1 0,0 0 0,0 0 0,0 1 0,-1 2 0,1 0 0,0 0 0,0 1 0,1-1 0,-1 0 0,1 0 0,0 1 0,1 4 0,77 177 0,-78-183 0,0 1 0,0-1 0,0 0 0,0 0 0,0 0 0,1-1 0,-1 1 0,1 0 0,-1 0 0,1-1 0,0 1 0,-1-1 0,1 1 0,0-1 0,0 0 0,0 0 0,0 0 0,0 0 0,0 0 0,4 1 0,-4-2 0,0 0 0,0 0 0,0-1 0,0 1 0,-1-1 0,1 1 0,0-1 0,0 0 0,0 1 0,0-1 0,-1 0 0,1 0 0,0-1 0,-1 1 0,1 0 0,-1 0 0,1-1 0,-1 1 0,1-1 0,-1 1 0,0-1 0,0 0 0,2-3 0,15-27 25,-1-1 1,-1-1-1,13-45 0,-1 6-1491,-18 49-5360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8.756"/>
    </inkml:context>
    <inkml:brush xml:id="br0">
      <inkml:brushProperty name="width" value="0.05" units="cm"/>
      <inkml:brushProperty name="height" value="0.05" units="cm"/>
    </inkml:brush>
  </inkml:definitions>
  <inkml:trace contextRef="#ctx0" brushRef="#br0">14 22 24575,'0'-3'0,"-3"-1"0,-1-3 0,-3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9.297"/>
    </inkml:context>
    <inkml:brush xml:id="br0">
      <inkml:brushProperty name="width" value="0.05" units="cm"/>
      <inkml:brushProperty name="height" value="0.05" units="cm"/>
    </inkml:brush>
  </inkml:definitions>
  <inkml:trace contextRef="#ctx0" brushRef="#br0">91 156 24575,'0'0'0,"0"0"0,-1 0 0,1 0 0,0 0 0,-1 0 0,1 0 0,0 0 0,-1 0 0,1 0 0,0 0 0,0 0 0,-1 0 0,1 1 0,0-1 0,-1 0 0,1 0 0,0 0 0,0 0 0,-1 1 0,1-1 0,0 0 0,0 0 0,-1 0 0,1 1 0,0-1 0,0 0 0,0 0 0,0 1 0,-1-1 0,1 0 0,0 0 0,0 1 0,0-1 0,0 0 0,0 1 0,0-1 0,0 0 0,0 1 0,0-1 0,0 0 0,0 0 0,0 1 0,0-1 0,0 0 0,0 1 0,0-1 0,0 0 0,0 1 0,0-1 0,0 0 0,0 0 0,1 1 0,-1-1 0,0 0 0,0 0 0,0 1 0,1-1 0,-1 0 0,13 15 0,-8-13 0,-1 0 0,1-1 0,-1 0 0,1 0 0,0 0 0,-1-1 0,1 0 0,0 1 0,-1-2 0,1 1 0,0 0 0,-1-1 0,1 0 0,0 0 0,-1 0 0,1-1 0,-1 0 0,0 0 0,1 0 0,-1 0 0,0 0 0,0-1 0,0 0 0,-1 0 0,1 0 0,-1 0 0,1-1 0,4-6 0,-5 7 0,-1-1 0,1 1 0,-1-1 0,0 0 0,0 1 0,0-1 0,-1 0 0,1 0 0,-1-1 0,0 1 0,0 0 0,-1 0 0,1-9 0,-1 10 0,0-1 0,-1 1 0,1 0 0,-1 0 0,0-1 0,0 1 0,0 0 0,-1 0 0,1 0 0,-1 0 0,1 0 0,-1 0 0,0 1 0,0-1 0,-1 1 0,1-1 0,0 1 0,-1 0 0,-5-4 0,4 3 0,0 0 0,-1 1 0,0 0 0,1 0 0,-1 0 0,0 0 0,0 1 0,0-1 0,0 1 0,0 1 0,-1-1 0,1 1 0,0 0 0,0 0 0,0 0 0,-1 1 0,1 0 0,0 0 0,0 0 0,0 0 0,0 1 0,0 0 0,1 0 0,-8 4 0,5-2 0,1 0 0,0 0 0,1 0 0,-1 1 0,1 0 0,0 0 0,0 0 0,0 0 0,1 1 0,0 0 0,0 0 0,0 0 0,1 0 0,0 1 0,0-1 0,1 1 0,-3 9 0,4-9 19,0-1 0,0 0 0,0 0 0,1 0 0,0 0 0,1 1 0,-1-1 0,1 0 0,0 0 0,1 0 0,-1 0 0,1 0 0,0 0 0,1 0 0,-1-1 0,1 1 0,5 6 0,-3-6-151,0 0 1,1 0 0,-1-1-1,2 0 1,-1 0 0,0 0 0,1-1-1,0 0 1,0 0 0,0 0 0,0-1-1,15 4 1,7 1-6695</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0:59.595"/>
    </inkml:context>
    <inkml:brush xml:id="br0">
      <inkml:brushProperty name="width" value="0.05" units="cm"/>
      <inkml:brushProperty name="height" value="0.05" units="cm"/>
    </inkml:brush>
  </inkml:definitions>
  <inkml:trace contextRef="#ctx0" brushRef="#br0">21 93 24575,'-2'-2'0,"0"0"0,0-1 0,0 0 0,0 1 0,0-1 0,1 0 0,-1 0 0,1 1 0,0-1 0,0-1 0,-2-4 0,6 5 0,4 7 0,7 8 0,3 5 0,-1 1 0,-1 1 0,-1 1 0,-1 0 0,0 1 0,-2 0 0,15 37 0,-24-53 0,0-1 0,-1 1 0,0 0 0,0-1 0,0 1 0,0 8 0,-1-12 0,0 0 0,0 0 0,0-1 0,0 1 0,-1 0 0,1 0 0,0 0 0,0 0 0,0-1 0,-1 1 0,1 0 0,0 0 0,-1 0 0,1-1 0,0 1 0,-1 0 0,1-1 0,-1 1 0,0 0 0,1-1 0,-1 1 0,1-1 0,-1 1 0,0-1 0,1 1 0,-1-1 0,0 1 0,0-1 0,1 0 0,-1 1 0,0-1 0,0 0 0,0 0 0,0 0 0,1 1 0,-1-1 0,0 0 0,0 0 0,0 0 0,0 0 0,1 0 0,-1-1 0,0 1 0,0 0 0,-1-1 0,-1 0 0,0 0 0,1 0 0,-1 0 0,0 0 0,1-1 0,-1 1 0,1-1 0,-1 0 0,1 0 0,0 0 0,0 0 0,0 0 0,0 0 0,0-1 0,0 1 0,1-1 0,-1 1 0,1-1 0,0 1 0,-1-1 0,1 0 0,0 0 0,1 0 0,-1 0 0,1 0 0,-1 0 0,1-4 0,-1-5 0,0 0 0,1 1 0,0-1 0,1 0 0,4-19 0,-1 17 57,0 0 0,0 0 0,2 1 0,-1-1 0,9-13 0,-11 22-179,1-1 0,-1 1 0,1 0 0,0 0 0,0 0 0,1 0 0,-1 1 0,1 0 0,0 0 1,1 0-1,-1 0 0,0 1 0,11-5 0,0 4-6704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0.143"/>
    </inkml:context>
    <inkml:brush xml:id="br0">
      <inkml:brushProperty name="width" value="0.05" units="cm"/>
      <inkml:brushProperty name="height" value="0.05" units="cm"/>
    </inkml:brush>
  </inkml:definitions>
  <inkml:trace contextRef="#ctx0" brushRef="#br0">1 92 24575,'0'6'0,"-1"28"0,2-1 0,1 0 0,7 38 0,-9-69 0,1 0 0,0 0 0,-1-1 0,1 1 0,0 0 0,0 0 0,0-1 0,0 1 0,0 0 0,0-1 0,3 3 0,-4-4 0,1 1 0,-1-1 0,1 1 0,0-1 0,0 0 0,-1 1 0,1-1 0,0 0 0,0 1 0,-1-1 0,1 0 0,0 0 0,0 0 0,0 0 0,-1 0 0,1 0 0,0 0 0,0 0 0,0 0 0,0 0 0,1-1 0,1 0 0,-1 0 0,0-1 0,0 1 0,0 0 0,0-1 0,0 1 0,0-1 0,0 0 0,0 0 0,-1 1 0,1-1 0,-1 0 0,1-1 0,-1 1 0,1-3 0,12-25 0,-2 0 0,-1-1 0,7-37 0,-3 13 0,-8 37 0,-7 18 0,0 0 0,0 0 0,0 0 0,-1 0 0,1 0 0,0 0 0,0 0 0,0 0 0,0 0 0,0 0 0,0 0 0,0 1 0,0-1 0,0 0 0,0 0 0,0 0 0,0 0 0,0 0 0,0 0 0,0 0 0,0 0 0,0 1 0,0-1 0,0 0 0,0 0 0,0 0 0,0 0 0,0 0 0,0 0 0,0 0 0,0 0 0,0 0 0,0 1 0,0-1 0,0 0 0,0 0 0,0 0 0,0 0 0,0 0 0,1 0 0,-1 0 0,0 0 0,0 0 0,0 0 0,0 0 0,0 0 0,0 0 0,0 0 0,0 1 0,0-1 0,0 0 0,1 0 0,-1 0 0,0 0 0,0 0 0,0 0 0,0 0 0,0 0 0,0 0 0,0 0 0,0 0 0,0 0 0,1 0 0,-1 0 0,0 0 0,0 0 0,0-1 0,0 1 0,0 0 0,-2 37 0,1-27 0,-2 17 0,1-1 0,1 1 0,4 27 0,-3-48 0,1 1 0,0-1 0,0 0 0,0 0 0,1 0 0,0-1 0,0 1 0,1 0 0,-1-1 0,1 1 0,0-1 0,1 0 0,0 0 0,-1 0 0,1-1 0,1 1 0,-1-1 0,1 0 0,6 4 0,-9-6 0,0-1 0,0 0 0,1 1 0,-1-1 0,0-1 0,1 1 0,-1 0 0,1-1 0,0 1 0,-1-1 0,1 1 0,-1-1 0,1 0 0,0 0 0,-1-1 0,1 1 0,-1 0 0,1-1 0,-1 0 0,1 1 0,-1-1 0,1 0 0,-1 0 0,0-1 0,1 1 0,-1 0 0,0-1 0,0 1 0,0-1 0,0 0 0,0 0 0,0 1 0,-1-1 0,1-1 0,-1 1 0,2-3 0,3-4 0,0 0 0,-1-1 0,-1 1 0,0-1 0,0 0 0,-1 0 0,4-19 0,-4 9 0,-1 0 0,0-34 0,-2 46 0,0 1 0,-1 0 0,0 0 0,0-1 0,-1 1 0,0 0 0,0 0 0,-1 1 0,1-1 0,-2 0 0,-3-5 0,6 10 12,0 0-1,-1 0 0,1 0 1,-1 1-1,1-1 1,-1 0-1,0 1 0,0-1 1,1 1-1,-1 0 0,0 0 1,0 0-1,0 0 1,-1 0-1,1 0 0,0 0 1,0 1-1,0-1 0,-1 1 1,1 0-1,0-1 1,0 1-1,-1 0 0,1 0 1,0 0-1,-1 1 0,1-1 1,0 1-1,-3 0 1,1 1-107,1-1 0,-1 1 0,1 0 0,0 0 1,0 0-1,0 0 0,0 0 0,0 1 0,1 0 0,-1-1 1,1 1-1,-1 0 0,1 0 0,0 0 0,0 0 1,0 1-1,-1 3 0,-2 9-6731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0.593"/>
    </inkml:context>
    <inkml:brush xml:id="br0">
      <inkml:brushProperty name="width" value="0.05" units="cm"/>
      <inkml:brushProperty name="height" value="0.05" units="cm"/>
    </inkml:brush>
  </inkml:definitions>
  <inkml:trace contextRef="#ctx0" brushRef="#br0">1 89 24575,'0'-23'0,"0"38"0,0 20 0,1 0 0,2 1 0,1-1 0,15 58 0,-19-91 0,1 0 0,0 0 0,-1 0 0,1 0 0,0 0 0,0 0 0,0-1 0,0 1 0,1 0 0,-1 0 0,0-1 0,2 2 0,-2-3 0,-1 0 0,0 1 0,0-1 0,0 0 0,0 0 0,1 0 0,-1 0 0,0 0 0,0 0 0,0 0 0,1 0 0,-1 0 0,0 0 0,0 0 0,1 0 0,-1 0 0,0 0 0,0 0 0,0 0 0,1 0 0,-1 0 0,0 0 0,0 0 0,0 0 0,1-1 0,-1 1 0,0 0 0,0 0 0,0 0 0,0 0 0,0 0 0,1 0 0,-1-1 0,0 1 0,0 0 0,0 0 0,0-1 0,5-16 0,-4-141 0,-1 28 0,0 127 27,-1 1-1,2 0 0,-1 0 0,0-1 1,0 1-1,1 0 0,-1 0 0,1 0 1,-1-1-1,1 1 0,0 0 0,2-3 1,-3 5-40,0 0 1,1 0 0,-1 0 0,0 0 0,0-1-1,1 1 1,-1 0 0,0 0 0,1 0 0,-1 0-1,0 0 1,1 0 0,-1 0 0,0 0 0,1 0 0,-1 0-1,0 0 1,1 0 0,-1 0 0,0 0 0,1 1-1,-1-1 1,0 0 0,0 0 0,1 0 0,-1 0-1,1 1 1,13 12-1353,-6-4-5461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0.811"/>
    </inkml:context>
    <inkml:brush xml:id="br0">
      <inkml:brushProperty name="width" value="0.05" units="cm"/>
      <inkml:brushProperty name="height" value="0.05" units="cm"/>
    </inkml:brush>
  </inkml:definitions>
  <inkml:trace contextRef="#ctx0" brushRef="#br0">35 0 24575,'-3'3'0,"-4"1"0,0 3 0,0 3 0,2 3 0,1 2 0,2 2 0,4 4 0,2 1 0,0 0 0,-1-1 0,0-1 0,-1-3-8191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1.028"/>
    </inkml:context>
    <inkml:brush xml:id="br0">
      <inkml:brushProperty name="width" value="0.05" units="cm"/>
      <inkml:brushProperty name="height" value="0.05" units="cm"/>
    </inkml:brush>
  </inkml:definitions>
  <inkml:trace contextRef="#ctx0" brushRef="#br0">4 8 24575,'0'-3'0,"-3"-1"0,2 3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1.262"/>
    </inkml:context>
    <inkml:brush xml:id="br0">
      <inkml:brushProperty name="width" value="0.05" units="cm"/>
      <inkml:brushProperty name="height" value="0.05" units="cm"/>
    </inkml:brush>
  </inkml:definitions>
  <inkml:trace contextRef="#ctx0" brushRef="#br0">18 0 24575,'0'3'0,"-3"1"0,-1 3 0,1 3 0,0 2 0,1 4 0,0 3 0,2 3 0,-1 6 0,1 5 0,1 2 0,-1 1 0,0 1 0,0 0 0,3-1 0,1-3 0,0-7-8191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1.606"/>
    </inkml:context>
    <inkml:brush xml:id="br0">
      <inkml:brushProperty name="width" value="0.05" units="cm"/>
      <inkml:brushProperty name="height" value="0.05" units="cm"/>
    </inkml:brush>
  </inkml:definitions>
  <inkml:trace contextRef="#ctx0" brushRef="#br0">0 240 24575,'44'-2'0,"0"-2"0,0-2 0,80-21 0,-120 26 0,0 0 0,0-1 0,0 1 0,0-1 0,0 0 0,-1 0 0,1-1 0,-1 1 0,1 0 0,-1-1 0,0 0 0,0 0 0,0 0 0,3-5 0,-4 5 0,-1 1 0,0-1 0,1 0 0,-1 0 0,0 0 0,-1 0 0,1 0 0,0 0 0,-1 0 0,0 0 0,1-1 0,-1 1 0,-1 0 0,1 0 0,0 0 0,-1 0 0,1 0 0,-1 0 0,-2-6 0,0 3 0,0 0 0,0 0 0,-1 0 0,1 1 0,-1-1 0,-1 1 0,1 0 0,-1 0 0,0 0 0,0 1 0,0-1 0,0 1 0,-1 1 0,0-1 0,0 1 0,0 0 0,0 0 0,0 1 0,0 0 0,-12-3 0,14 4 0,0 0 0,-1 1 0,1-1 0,0 1 0,-1 0 0,1 0 0,-1 0 0,1 1 0,0-1 0,-1 1 0,1 0 0,0 1 0,0-1 0,0 1 0,0-1 0,0 1 0,0 1 0,0-1 0,0 0 0,1 1 0,-1 0 0,1 0 0,0 0 0,0 0 0,0 0 0,0 1 0,1-1 0,-1 1 0,1 0 0,0 0 0,0 0 0,-2 4 0,2-1 0,0 0 0,0 0 0,0 0 0,1 0 0,-1 0 0,2 1 0,-1-1 0,1 0 0,0 0 0,1 1 0,0-1 0,0 0 0,0 0 0,1 0 0,0 0 0,5 12 0,-3-11 0,1-1 0,-1 0 0,1 0 0,0 0 0,0 0 0,1-1 0,0 0 0,0 0 0,1-1 0,0 1 0,-1-1 0,2-1 0,-1 1 0,9 3 0,28 9-1365,-2-5-5461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2.307"/>
    </inkml:context>
    <inkml:brush xml:id="br0">
      <inkml:brushProperty name="width" value="0.05" units="cm"/>
      <inkml:brushProperty name="height" value="0.05" units="cm"/>
    </inkml:brush>
  </inkml:definitions>
  <inkml:trace contextRef="#ctx0" brushRef="#br0">283 261 24575,'1'-9'0,"0"1"0,0-1 0,4-11 0,3-21 0,-8 30 0,2-11 0,-2-30 0,0 46 0,-1 0 0,1 1 0,-1-1 0,-1 1 0,1-1 0,-1 1 0,0 0 0,0-1 0,-1 1 0,-4-8 0,5 11 0,1 1 0,0-1 0,0 1 0,-1-1 0,1 1 0,-1 0 0,1-1 0,-1 1 0,0 0 0,0 0 0,1 0 0,-1 0 0,0 1 0,0-1 0,0 0 0,0 1 0,0-1 0,-4 1 0,3 0 0,-1 0 0,1 0 0,-1 1 0,0-1 0,1 1 0,0 0 0,-1 0 0,1 1 0,-7 2 0,-1 3 0,1 0 0,-1 0 0,1 1 0,-18 18 0,10-7 0,1 0 0,0 2 0,-24 40 0,35-52 0,1 1 0,0 1 0,0-1 0,1 1 0,1 0 0,-1 0 0,2 0 0,0 0 0,0 1 0,1-1 0,0 16 0,1-23 0,1 1 0,0 0 0,0 0 0,0-1 0,0 1 0,1-1 0,-1 1 0,1-1 0,1 0 0,-1 1 0,0-1 0,1 0 0,0 0 0,0-1 0,0 1 0,0-1 0,1 1 0,-1-1 0,1 0 0,0 0 0,0-1 0,0 1 0,0-1 0,1 0 0,-1 0 0,1 0 0,-1-1 0,8 2 0,8 1 0,1 0 0,0-2 0,-1 0 0,1-2 0,26-2 0,-31 1 0,0 0 0,-1-2 0,0 0 0,0 0 0,0-2 0,0 0 0,0-1 0,-1 0 0,23-14 0,-32 17 0,0 0 0,0 0 0,-1-1 0,1 0 0,-1 0 0,0 0 0,0 0 0,-1 0 0,1-1 0,-1 0 0,0 0 0,0 0 0,0 0 0,-1 0 0,0 0 0,0-1 0,0 1 0,-1-1 0,0 0 0,0 1 0,0-1 0,-1 0 0,1 1 0,-1-1 0,-1 0 0,1 0 0,-1 1 0,0-1 0,-2-6 0,0 3 0,-1 0 0,1 0 0,-1 0 0,-1 1 0,-10-16 0,14 22 0,-1 0 0,0 0 0,0 0 0,1 1 0,-1-1 0,-1 0 0,1 1 0,0-1 0,0 1 0,0-1 0,-5-1 0,6 3 0,-1 0 0,1 0 0,-1-1 0,1 1 0,0 0 0,-1 0 0,1 1 0,-1-1 0,1 0 0,0 0 0,-1 1 0,1-1 0,-1 0 0,1 1 0,0 0 0,0-1 0,-1 1 0,1 0 0,0-1 0,0 1 0,0 0 0,0 0 0,-2 2 0,-1 1 0,1 1 0,-1 0 0,1 0 0,0 0 0,0 1 0,1-1 0,-1 1 0,1-1 0,-2 10 0,1-1 0,0 1 0,-2 26 0,5-38 0,0 0 0,0 1 0,0-1 0,0 0 0,1 0 0,-1 1 0,1-1 0,0 0 0,0 0 0,0 0 0,0 0 0,1 0 0,-1 0 0,1 0 0,0-1 0,0 1 0,0 0 0,0-1 0,0 1 0,1-1 0,-1 0 0,1 0 0,-1 0 0,1 0 0,0 0 0,0-1 0,3 2 0,-1-1 0,-1-1 0,1 1 0,0-1 0,-1 0 0,1-1 0,0 1 0,0-1 0,0 0 0,0 0 0,-1-1 0,1 1 0,0-1 0,0 0 0,-1 0 0,1-1 0,0 1 0,8-5 0,-7 2 0,1-1 0,-1 1 0,0-1 0,0-1 0,-1 1 0,9-10 0,11-12 0,-25 27 0,0 0 0,0 0 0,1-1 0,-1 1 0,0 0 0,0 0 0,1-1 0,-1 1 0,0 0 0,0 0 0,1 0 0,-1 0 0,0-1 0,1 1 0,-1 0 0,0 0 0,1 0 0,-1 0 0,0 0 0,1 0 0,-1 0 0,0 0 0,1 0 0,-1 0 0,0 0 0,1 0 0,-1 0 0,0 0 0,1 0 0,-1 0 0,0 0 0,1 1 0,4 10 0,-4 22 0,-1-30 0,-2 62-1365,2-47-5461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2.663"/>
    </inkml:context>
    <inkml:brush xml:id="br0">
      <inkml:brushProperty name="width" value="0.05" units="cm"/>
      <inkml:brushProperty name="height" value="0.05" units="cm"/>
    </inkml:brush>
  </inkml:definitions>
  <inkml:trace contextRef="#ctx0" brushRef="#br0">0 1 24575,'0'1'0,"2"31"0,0-1 0,8 33 0,-9-59 0,10 27 0,-11-30 0,1-1 0,0 0 0,-1 0 0,1 1 0,0-1 0,-1 0 0,1 0 0,0 0 0,0 0 0,0 0 0,0 0 0,0 0 0,0 0 0,0-1 0,0 1 0,0 0 0,0-1 0,1 1 0,-1-1 0,0 1 0,2 0 0,-2-1 0,0-1 0,-1 1 0,1 0 0,0 0 0,0-1 0,0 1 0,0-1 0,0 1 0,-1 0 0,1-1 0,0 1 0,-1-1 0,1 0 0,0 1 0,-1-1 0,1 0 0,0 1 0,-1-1 0,1 0 0,-1 0 0,1 1 0,-1-1 0,0 0 0,1-1 0,10-27 0,-9 22 0,6-20 0,12-33 0,-18 56 0,0 0 0,0 0 0,0 1 0,0-1 0,1 1 0,-1-1 0,1 1 0,0 0 0,0 0 0,0 0 0,5-4 0,-7 7 0,-1-1 0,1 1 0,0 0 0,0-1 0,-1 1 0,1-1 0,0 1 0,0 0 0,-1 0 0,1 0 0,0-1 0,0 1 0,0 0 0,-1 0 0,1 0 0,0 0 0,0 0 0,0 0 0,0 1 0,-1-1 0,1 0 0,0 0 0,0 0 0,0 1 0,-1-1 0,1 0 0,0 1 0,-1-1 0,1 1 0,0-1 0,-1 1 0,1-1 0,0 1 0,-1 0 0,1-1 0,-1 1 0,1 0 0,-1-1 0,0 1 0,1 0 0,-1-1 0,1 1 0,-1 0 0,0 0 0,0 0 0,0-1 0,1 1 0,-1 1 0,2 6 0,-1-1 0,1 1 0,-1 14 0,-1-19 0,-1 53 293,0-42-624,0 1-1,2 0 0,-1 0 1,4 16-1,0-19-6494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2.867"/>
    </inkml:context>
    <inkml:brush xml:id="br0">
      <inkml:brushProperty name="width" value="0.05" units="cm"/>
      <inkml:brushProperty name="height" value="0.05" units="cm"/>
    </inkml:brush>
  </inkml:definitions>
  <inkml:trace contextRef="#ctx0" brushRef="#br0">129 49 24575,'-7'-6'0,"0"-1"0,0 1 0,-1 1 0,-10-6 0,15 9 0,0 0 0,0 0 0,-1 1 0,1-1 0,-1 1 0,1 0 0,-1 0 0,0 0 0,1 1 0,-1 0 0,0-1 0,1 1 0,-6 1 0,7-1 0,1 1 0,-1 0 0,1-1 0,-1 1 0,1 0 0,0 0 0,-1 0 0,1 0 0,0 0 0,0 0 0,0 1 0,0-1 0,0 0 0,0 1 0,0-1 0,0 0 0,0 1 0,0-1 0,1 1 0,-1-1 0,1 1 0,-1 0 0,1-1 0,0 1 0,-1 0 0,1 2 0,-1 8 0,1 0 0,1 20 0,-1-19 0,0 5 114,2 0 0,6 36 0,-7-49-221,0 0 0,0 0 1,1 0-1,0 0 0,0 0 1,0 0-1,1-1 0,0 1 1,0-1-1,0 0 0,0 0 1,0 0-1,1 0 0,0 0 1,4 3-1,6 1-6719</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3.257"/>
    </inkml:context>
    <inkml:brush xml:id="br0">
      <inkml:brushProperty name="width" value="0.05" units="cm"/>
      <inkml:brushProperty name="height" value="0.05" units="cm"/>
    </inkml:brush>
  </inkml:definitions>
  <inkml:trace contextRef="#ctx0" brushRef="#br0">31 175 24575,'0'0'0,"-2"-30"0,2 28 0,0 1 0,-1 0 0,1-1 0,-1 1 0,1-1 0,-1 1 0,1 0 0,-1 0 0,0-1 0,0 1 0,1 0 0,-1 0 0,0 0 0,0 0 0,0 0 0,0 0 0,0 0 0,-2-1 0,3 2 0,0 0 0,0 1 0,0-1 0,0 0 0,0 0 0,0 0 0,0 0 0,1 1 0,-1-1 0,0 0 0,0 0 0,0 0 0,0 1 0,0-1 0,0 0 0,0 0 0,0 0 0,-1 1 0,1-1 0,0 0 0,0 0 0,0 0 0,0 0 0,0 1 0,0-1 0,0 0 0,0 0 0,0 0 0,0 0 0,-1 1 0,1-1 0,0 0 0,0 0 0,0 0 0,0 0 0,0 0 0,-1 0 0,1 0 0,0 1 0,0-1 0,0 0 0,0 0 0,-1 0 0,1 0 0,0 0 0,0 0 0,0 0 0,-1 0 0,1 0 0,0 0 0,0 0 0,0 0 0,-1 0 0,1 0 0,0 0 0,0 0 0,0 0 0,0 0 0,-1-1 0,1 1 0,0 0 0,0 0 0,10 15 0,-8-13 0,1 0 0,-1-1 0,1 1 0,0-1 0,0 1 0,-1-1 0,1 0 0,0 0 0,0 0 0,0-1 0,0 1 0,1-1 0,-1 0 0,0 0 0,0 0 0,0 0 0,0 0 0,0 0 0,0-1 0,0 0 0,0 0 0,0 0 0,0 0 0,0 0 0,0 0 0,-1-1 0,1 1 0,0-1 0,-1 0 0,1 0 0,-1 0 0,3-2 0,-2 1 0,0-1 0,-1 1 0,1-1 0,-1 1 0,0-1 0,0 0 0,0 0 0,0 0 0,-1 0 0,1 0 0,-1 0 0,0-1 0,-1 1 0,1 0 0,-1-1 0,1 1 0,-1 0 0,-1-1 0,1 1 0,-1 0 0,1-1 0,-3-6 0,2 9 0,1 1 0,0-1 0,-1 0 0,0 1 0,1-1 0,-1 0 0,0 1 0,0-1 0,0 1 0,0-1 0,0 1 0,0-1 0,0 1 0,-1 0 0,1 0 0,0 0 0,-1 0 0,1 0 0,-1 0 0,1 0 0,-1 0 0,1 0 0,-1 0 0,0 1 0,1-1 0,-1 1 0,0 0 0,0-1 0,1 1 0,-1 0 0,0 0 0,0 0 0,1 0 0,-1 0 0,0 0 0,0 1 0,0-1 0,1 1 0,-1-1 0,-2 2 0,-1 0 0,1 0 0,-1 1 0,0-1 0,1 1 0,0 1 0,0-1 0,0 0 0,0 1 0,0 0 0,1 0 0,0 0 0,-5 8 0,4-6 0,1 1 0,0 0 0,1 0 0,-1 0 0,1 1 0,1-1 0,-1 0 0,1 1 0,1-1 0,-1 1 0,1-1 0,1 1 0,1 12 0,-1-17 0,0 1 0,0 0 0,0 0 0,0 0 0,1-1 0,-1 1 0,1-1 0,0 1 0,0-1 0,0 0 0,1 0 0,-1 1 0,1-2 0,0 1 0,0 0 0,0-1 0,0 1 0,0-1 0,1 0 0,-1 0 0,0 0 0,1 0 0,0-1 0,-1 1 0,1-1 0,0 0 0,7 1 0,-4-2-114,0 0 1,1 0-1,-1-1 0,0 0 0,0 0 1,0 0-1,0-1 0,-1 0 0,1-1 1,0 1-1,6-5 0,9-4-6712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03.431"/>
    </inkml:context>
    <inkml:brush xml:id="br0">
      <inkml:brushProperty name="width" value="0.05" units="cm"/>
      <inkml:brushProperty name="height" value="0.05" units="cm"/>
    </inkml:brush>
  </inkml:definitions>
  <inkml:trace contextRef="#ctx0" brushRef="#br0">107 8 24575,'-3'-3'0,"-4"-1"0,-4 4 0,-3 4 0,-2 7 0,-1 12 0,2 10 0,3 9 0,5 6 0,2 4 0,6 2 0,3 1 0,6-3 0,4-1 0,4-4 0,1-6 0,0-8 0,-2-9-8191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19.211"/>
    </inkml:context>
    <inkml:brush xml:id="br0">
      <inkml:brushProperty name="width" value="0.05" units="cm"/>
      <inkml:brushProperty name="height" value="0.05" units="cm"/>
    </inkml:brush>
  </inkml:definitions>
  <inkml:trace contextRef="#ctx0" brushRef="#br0">21 18 24575,'0'0'0,"1"-1"0,-1 0 0,0 1 0,0-1 0,0 0 0,0 1 0,0-1 0,0 0 0,0 1 0,0-1 0,0 1 0,0-1 0,-1 0 0,1 1 0,0-1 0,0 0 0,0 1 0,-1-1 0,1 1 0,0-1 0,-1 1 0,1-1 0,-1 1 0,1-1 0,-1 1 0,1-1 0,-1 1 0,1-1 0,-1 1 0,0-1 0,0 2 0,1-1 0,-1 1 0,1-1 0,-1 1 0,0-1 0,1 1 0,-1 0 0,1-1 0,-1 1 0,1 0 0,-1-1 0,1 1 0,0 0 0,-1 0 0,1-1 0,0 1 0,-1 0 0,1 0 0,0 0 0,0-1 0,0 1 0,0 0 0,0 0 0,0 1 0,-5 61 0,6 93 0,1-61 0,-2 321 0,0-412 0,0 2 0,0-1 0,0 1 0,1 0 0,0-1 0,2 9 0,-3-13 0,0 0 0,1 0 0,-1 0 0,1 0 0,-1 0 0,1 0 0,-1 0 0,1 0 0,0 0 0,0 0 0,0 0 0,-1 0 0,1-1 0,0 1 0,0 0 0,0-1 0,0 1 0,0 0 0,0-1 0,0 1 0,0-1 0,0 0 0,1 1 0,-1-1 0,0 0 0,0 0 0,0 0 0,0 1 0,1-1 0,-1 0 0,0-1 0,2 1 0,134-25 0,19 15-21,217 14 1,-286 0-67,141 4-456,650 10 445,-853-18 98,-4 0 0,0-1 0,0 0 0,-1-1 0,31-8 0,-37 4 93,-14 6-127,0-1 0,0 1 0,1 0 0,-1 0-1,0 0 1,0-1 0,0 1 0,0 0 0,0 0 0,1-1 0,-1 1 0,0 0 0,0 0-1,0-1 1,0 1 0,0 0 0,0-1 0,0 1 0,0 0 0,0 0 0,0-1 0,0 1-1,0 0 1,0-1 0,0 1 0,0 0 0,0 0 0,0-1 0,-1 1 0,1 0 0,0 0-1,0-1 1,0 1 0,0 0 0,0 0 0,-1-1 0,1 1 0,0 0 0,-10-9-6151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19.710"/>
    </inkml:context>
    <inkml:brush xml:id="br0">
      <inkml:brushProperty name="width" value="0.05" units="cm"/>
      <inkml:brushProperty name="height" value="0.05" units="cm"/>
    </inkml:brush>
  </inkml:definitions>
  <inkml:trace contextRef="#ctx0" brushRef="#br0">0 54 24575,'0'-1'0,"1"0"0,-1 0 0,0 0 0,0 0 0,1 0 0,-1 0 0,1 0 0,-1 0 0,1 0 0,0 0 0,-1 0 0,1 0 0,0 0 0,-1 0 0,1 0 0,0 1 0,0-1 0,0 0 0,0 1 0,0-1 0,0 0 0,2 0 0,26-10 0,-28 11 0,35-8 0,1 2 0,0 1 0,0 2 0,58 3 0,-40 0 0,707 34 0,-496-17 0,-260-16 0,180 14 0,-183-14 0,34 7 0,-37-8 0,1 0 0,0 0 0,-1 1 0,1-1 0,0 0 0,-1 1 0,1-1 0,0 1 0,-1-1 0,1 1 0,-1-1 0,1 1 0,0-1 0,-1 1 0,1-1 0,-1 1 0,0 0 0,1-1 0,-1 1 0,0 0 0,1-1 0,-1 1 0,0 0 0,0 0 0,1-1 0,-1 1 0,0 0 0,0 0 0,0-1 0,0 1 0,0 0 0,0 0 0,0-1 0,0 1 0,-1 0 0,1 0 0,0-1 0,0 1 0,-1 0 0,1 0 0,-3 5 0,0 0 0,1 0 0,0 0 0,0 0 0,0 0 0,1 0 0,0 0 0,0 1 0,0-1 0,1 0 0,0 1 0,0-1 0,1 0 0,2 13 0,35 148-1365,-30-132-5461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6.498"/>
    </inkml:context>
    <inkml:brush xml:id="br0">
      <inkml:brushProperty name="width" value="0.05" units="cm"/>
      <inkml:brushProperty name="height" value="0.05" units="cm"/>
    </inkml:brush>
  </inkml:definitions>
  <inkml:trace contextRef="#ctx0" brushRef="#br0">301 104 24575,'-1'2'0,"1"-1"0,-1 0 0,0 1 0,0-1 0,0 0 0,0 0 0,0 0 0,-1 0 0,1 0 0,0 0 0,0 0 0,-1 0 0,1 0 0,-3 1 0,-8 6 0,10-6 0,0 1 0,0-1 0,0 0 0,0 1 0,1-1 0,-1 1 0,1 0 0,0-1 0,0 1 0,0 0 0,0 0 0,0-1 0,0 1 0,1 0 0,0 0 0,-1 0 0,1 0 0,0 0 0,0 0 0,1 0 0,-1 0 0,1 0 0,-1 0 0,1 0 0,0-1 0,0 1 0,0 0 0,1 0 0,-1-1 0,0 1 0,1-1 0,0 1 0,0-1 0,3 4 0,-2-3 0,1 1 0,-1-1 0,1 0 0,-1 0 0,1-1 0,0 1 0,0-1 0,0 0 0,0 0 0,0 0 0,1-1 0,-1 1 0,1-1 0,-1 0 0,1 0 0,-1-1 0,1 1 0,-1-1 0,1 0 0,0 0 0,-1-1 0,6 0 0,-2-2 0,0 0 0,-1-1 0,1 1 0,-1-1 0,0-1 0,0 0 0,0 0 0,0 0 0,-1 0 0,0-1 0,0 0 0,-1-1 0,6-7 0,-6 7 0,0-1 0,0 0 0,0 0 0,-1 0 0,-1 0 0,1-1 0,-2 1 0,1-1 0,-1 0 0,0 0 0,1-16 0,-3 22 0,0 0 0,0 0 0,0 0 0,-1 0 0,1 1 0,0-1 0,-1 0 0,0 0 0,0 1 0,0-1 0,0 0 0,0 1 0,-1-1 0,1 1 0,-1 0 0,1-1 0,-1 1 0,0 0 0,-3-3 0,2 3 0,0 0 0,0 0 0,-1 1 0,1-1 0,0 1 0,-1 0 0,1 0 0,-1 0 0,0 0 0,1 0 0,-1 1 0,0 0 0,-3-1 0,-7 2 0,1 1 0,0-1 0,0 2 0,0 0 0,0 1 0,1 0 0,-16 7 0,1 2 0,1 1 0,1 2 0,0 0 0,0 2 0,-26 25 0,36-28 0,0 0 0,0 1 0,2 1 0,0 0 0,1 0 0,0 2 0,2-1 0,-9 23 0,15-32 0,1 0 0,0 1 0,1 0 0,0-1 0,0 1 0,1 0 0,0 0 0,1 0 0,0 0 0,1 0 0,0 0 0,1-1 0,2 12 0,-2-15 0,0 0 0,1 0 0,0 0 0,0 0 0,0-1 0,0 1 0,1-1 0,0 0 0,0 0 0,0 0 0,1 0 0,0-1 0,0 0 0,0 0 0,0 0 0,1-1 0,-1 1 0,1-1 0,0-1 0,12 5 0,-4-3-91,0-1 0,0-1 0,0 0 0,1-1 0,-1 0 0,0-1 0,1-1 0,-1 0 0,1-1 0,-1 0 0,0-1 0,0-1 0,0 0 0,19-9 0,10-8-6735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6.901"/>
    </inkml:context>
    <inkml:brush xml:id="br0">
      <inkml:brushProperty name="width" value="0.05" units="cm"/>
      <inkml:brushProperty name="height" value="0.05" units="cm"/>
    </inkml:brush>
  </inkml:definitions>
  <inkml:trace contextRef="#ctx0" brushRef="#br0">124 243 24575,'-24'-12'0,"-34"-18"0,54 28 0,0-1 0,1 1 0,-1-1 0,0 0 0,1 0 0,0 0 0,0-1 0,0 1 0,0-1 0,-3-6 0,5 9 0,1 1 0,0-1 0,0 1 0,0-1 0,0 0 0,-1 1 0,1-1 0,0 1 0,0-1 0,0 1 0,0-1 0,0 1 0,0-1 0,1 0 0,-1 1 0,0-1 0,0 1 0,0-1 0,0 1 0,1-1 0,-1 1 0,0-1 0,0 1 0,1-1 0,-1 1 0,1-1 0,-1 1 0,0-1 0,1 1 0,-1 0 0,1-1 0,-1 1 0,1 0 0,-1-1 0,1 1 0,-1 0 0,1 0 0,-1 0 0,1-1 0,-1 1 0,1 0 0,0 0 0,26-5 0,26 6 0,0 1 0,69 13 0,-42-4 0,-39-6 0,119 11 0,-127-15 0,-1-1 0,60-7 0,-84 6 0,-2 0 0,1-1 0,0 0 0,0 0 0,0-1 0,-1 0 0,1 0 0,8-6 0,-13 8 0,-1 0 0,0 0 0,0 0 0,0 0 0,0 0 0,0 0 0,0-1 0,0 1 0,0 0 0,0-1 0,-1 1 0,1 0 0,-1-1 0,1 1 0,-1-1 0,1 1 0,0-4 0,-2 3 0,1 0 0,0 0 0,-1 0 0,1-1 0,-1 1 0,1 0 0,-1 0 0,0 0 0,0 0 0,0 0 0,0 0 0,-1 1 0,1-1 0,0 0 0,-1 0 0,-1-1 0,-7-6 0,1 1 0,-1 0 0,-1 1 0,1 0 0,-1 0 0,-1 1 0,1 1 0,-1 0 0,-17-5 0,10 4 0,0 2 0,0 0 0,0 1 0,-1 1 0,-30 0 0,41 2 0,1 1 0,-1 0 0,0 0 0,0 1 0,1 1 0,-1-1 0,1 1 0,-1 0 0,1 1 0,0 0 0,1 1 0,-1-1 0,1 1 0,-1 1 0,-7 8 0,6-5 0,0 2 0,1-1 0,0 1 0,1 1 0,0-1 0,1 1 0,0 0 0,1 1 0,-6 19 0,-1 14 0,2 1 0,-7 70 0,5 99 0,9-144 0,1-39-273,2 0 0,1 0 0,2 0 0,11 56 0,-8-66-6553</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7.852"/>
    </inkml:context>
    <inkml:brush xml:id="br0">
      <inkml:brushProperty name="width" value="0.05" units="cm"/>
      <inkml:brushProperty name="height" value="0.05" units="cm"/>
    </inkml:brush>
  </inkml:definitions>
  <inkml:trace contextRef="#ctx0" brushRef="#br0">129 425 24575,'12'-21'0,"2"1"0,26-32 0,7-10 0,-35 44 0,0-2 0,-1 1 0,-1-2 0,0 1 0,11-41 0,-20 60 0,-1-1 0,0 1 0,1 0 0,-1 0 0,0 0 0,0-1 0,1 1 0,-1 0 0,0 0 0,0 0 0,0-1 0,0 1 0,-1 0 0,1 0 0,0 0 0,0-1 0,-1 1 0,1 0 0,-1 0 0,1 0 0,-1 0 0,0 0 0,1 0 0,-1 0 0,0 0 0,0 0 0,1 0 0,-1 0 0,0 0 0,0 0 0,0 1 0,0-1 0,0 0 0,0 1 0,0-1 0,0 1 0,-1-1 0,1 1 0,0-1 0,0 1 0,0 0 0,-1 0 0,1 0 0,0-1 0,0 1 0,0 0 0,-1 1 0,1-1 0,0 0 0,0 0 0,-2 1 0,-4 0 0,-1 0 0,0 1 0,1 0 0,-1 0 0,1 1 0,-13 6 0,-2 4 0,1 1 0,0 0 0,1 2 0,0 0 0,-19 21 0,31-29 0,1 1 0,0 0 0,0 0 0,1 0 0,0 0 0,1 1 0,0 0 0,0 1 0,1-1 0,1 1 0,-1-1 0,2 1 0,0 0 0,-1 12 0,2-20 0,1 0 0,0 1 0,0-1 0,0 0 0,0 0 0,0 0 0,1 0 0,-1 0 0,1 0 0,0 0 0,0-1 0,0 1 0,0 0 0,0 0 0,1 0 0,-1-1 0,1 1 0,0-1 0,0 1 0,0-1 0,0 0 0,0 0 0,0 0 0,1 0 0,-1 0 0,1 0 0,-1-1 0,1 1 0,0-1 0,-1 0 0,1 0 0,0 0 0,0 0 0,0 0 0,0 0 0,0-1 0,0 0 0,6 1 0,-1-1 0,0-1 0,0 0 0,-1 0 0,1 0 0,0-1 0,0 0 0,-1 0 0,1-1 0,-1 0 0,0-1 0,0 1 0,0-1 0,-1-1 0,8-5 0,-3-1 0,0 0 0,-1-1 0,-1-1 0,0 1 0,0-2 0,-2 1 0,1-1 0,-2 0 0,0-1 0,0 1 0,-2-1 0,0 0 0,3-18 0,-7 33 0,0-1 0,0 1 0,0 0 0,1 0 0,-1-1 0,0 1 0,0 0 0,0 0 0,0-1 0,0 1 0,0 0 0,0 0 0,0-1 0,0 1 0,0 0 0,0-1 0,0 1 0,0 0 0,0 0 0,0-1 0,0 1 0,0 0 0,0 0 0,0-1 0,0 1 0,0 0 0,-1 0 0,1-1 0,0 1 0,0 0 0,0 0 0,0-1 0,-1 1 0,1 0 0,0 0 0,0 0 0,-1-1 0,-6 11 0,-7 20 0,9-16 0,1 0 0,0 0 0,1 1 0,1 0 0,1-1 0,0 1 0,2 24 0,-1-34 0,1 0 0,0 0 0,0 0 0,1 0 0,-1 0 0,1 0 0,0 0 0,1 0 0,-1-1 0,6 9 0,-5-10 0,0 0 0,0 0 0,0-1 0,0 1 0,0-1 0,0 0 0,1 0 0,-1 0 0,1 0 0,-1-1 0,1 1 0,0-1 0,0 0 0,0 0 0,-1 0 0,6 0 0,2 0 0,1-1 0,0-1 0,-1 0 0,1 0 0,-1-1 0,1-1 0,-1 0 0,0 0 0,0-1 0,0 0 0,0-1 0,11-8 0,16-10 0,62-50 0,-97 71 0,102-90 0,-93 80 0,0-1 0,-1 0 0,-1-1 0,0 0 0,-1-1 0,8-16 0,-15 26 0,0-1 0,0 1 0,0-1 0,0 0 0,-1 0 0,0 0 0,-1 0 0,1 0 0,-1 1 0,0-1 0,-1-7 0,0 10 0,1 1 0,-1 0 0,1 0 0,-1 0 0,0 0 0,0 0 0,0 0 0,0 0 0,0 0 0,-1 0 0,1 0 0,0 1 0,-1-1 0,1 0 0,-1 1 0,0-1 0,1 1 0,-1 0 0,0 0 0,0-1 0,0 1 0,0 0 0,0 1 0,0-1 0,0 0 0,-1 1 0,1-1 0,0 1 0,0-1 0,0 1 0,-1 0 0,-1 0 0,-1 1 0,0-1 0,0 1 0,1 0 0,-1 0 0,0 1 0,1-1 0,-1 1 0,1 0 0,-1 0 0,1 1 0,0-1 0,0 1 0,0 0 0,0 0 0,1 0 0,-1 1 0,1-1 0,0 1 0,-4 5 0,0 1 0,0 0 0,0 0 0,1 1 0,1 0 0,0 0 0,-6 19 0,9-22 0,0 1 0,1-1 0,-1 1 0,2-1 0,-1 1 0,1 0 0,0-1 0,1 1 0,0-1 0,1 1 0,2 8 0,-3-14 0,0 0 0,0 0 0,0 0 0,1 0 0,-1-1 0,1 1 0,0-1 0,0 1 0,0-1 0,0 0 0,0 1 0,0-1 0,1 0 0,-1 0 0,1-1 0,-1 1 0,1 0 0,0-1 0,0 0 0,0 0 0,0 0 0,0 0 0,0 0 0,0 0 0,0-1 0,0 1 0,0-1 0,0 0 0,0 0 0,0 0 0,0 0 0,0-1 0,6-1 0,-1 1 0,0-1 0,-1-1 0,1 0 0,0 0 0,-1 0 0,1-1 0,-1 0 0,0-1 0,-1 1 0,1-1 0,-1-1 0,0 1 0,0-1 0,0 0 0,8-13 0,-20 29 0,-22 40 0,10-2 0,2 1 0,2 1 0,-10 61 0,-2 157 0,25-239 0,-2 43 0,2-65 0,0 0 0,-1 0 0,1 0 0,-1 0 0,-1 0 0,-5 13 0,7-19 0,1 0 0,0-1 0,-1 1 0,1 0 0,-1 0 0,1-1 0,-1 1 0,1 0 0,-1-1 0,1 1 0,-1-1 0,0 1 0,1-1 0,-1 1 0,0-1 0,1 1 0,-1-1 0,0 0 0,0 1 0,1-1 0,-1 0 0,0 0 0,0 1 0,0-1 0,0 0 0,1 0 0,-1 0 0,0 0 0,0 0 0,0 0 0,0 0 0,1-1 0,-1 1 0,0 0 0,0 0 0,0-1 0,1 1 0,-1 0 0,0-1 0,0 1 0,1-1 0,-1 1 0,0-1 0,1 1 0,-1-1 0,1 1 0,-1-1 0,0 0 0,-3-4 0,0 1 0,0-1 0,1 0 0,-1 0 0,-3-9 0,0-3 0,0 0 0,2 0 0,0 0 0,1-1 0,1 0 0,0 0 0,1 0 0,1-31 0,3 17 0,1 0 0,1 0 0,2 0 0,10-32 0,-12 50 0,1 1 0,0-1 0,1 1 0,0 1 0,1-1 0,15-20 0,-19 29 0,0 0 0,0 1 0,0 0 0,0-1 0,1 1 0,-1 0 0,1 1 0,0-1 0,0 1 0,0 0 0,0 0 0,1 0 0,-1 0 0,0 1 0,1 0 0,-1 0 0,1 0 0,0 0 0,-1 1 0,1-1 0,0 1 0,-1 0 0,1 1 0,7 1 0,8 3-1365,0 0-5461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8.056"/>
    </inkml:context>
    <inkml:brush xml:id="br0">
      <inkml:brushProperty name="width" value="0.05" units="cm"/>
      <inkml:brushProperty name="height" value="0.05" units="cm"/>
    </inkml:brush>
  </inkml:definitions>
  <inkml:trace contextRef="#ctx0" brushRef="#br0">24 99 24575,'-3'0'0,"-1"-3"0,-3-1 0,0-2 0,4-1 0,6 1 0,8-2 0,8 1 0,10-1 0,6 0 0,6-1 0,6 1 0,-1-2 0,0 2 0,-10 1-8191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8.320"/>
    </inkml:context>
    <inkml:brush xml:id="br0">
      <inkml:brushProperty name="width" value="0.05" units="cm"/>
      <inkml:brushProperty name="height" value="0.05" units="cm"/>
    </inkml:brush>
  </inkml:definitions>
  <inkml:trace contextRef="#ctx0" brushRef="#br0">126 8 24575,'0'-3'0,"-3"-1"0,-1 4 0,-3 7 0,0 8 0,-2 12 0,-3 9 0,2 8 0,-2 8 0,-1 11 0,2 6 0,2 4 0,0 1 0,2 0 0,1-4 0,2-7 0,2-9 0,2-13-8191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8.744"/>
    </inkml:context>
    <inkml:brush xml:id="br0">
      <inkml:brushProperty name="width" value="0.05" units="cm"/>
      <inkml:brushProperty name="height" value="0.05" units="cm"/>
    </inkml:brush>
  </inkml:definitions>
  <inkml:trace contextRef="#ctx0" brushRef="#br0">6 305 24575,'-3'-24'0,"2"21"0,1 1 0,-1 0 0,1 0 0,-1-1 0,1 1 0,0 0 0,0 0 0,0-1 0,0 1 0,1 0 0,-1-1 0,0 1 0,1 0 0,0 0 0,-1 0 0,1-1 0,0 1 0,0 0 0,0 0 0,0 0 0,3-3 0,-1 2 0,0 0 0,1 1 0,-1-1 0,1 1 0,-1 0 0,1 0 0,-1 0 0,1 0 0,0 1 0,0 0 0,0 0 0,0 0 0,6-1 0,8 0 0,31-1 0,-38 3 0,50 0 0,0-3 0,117-20 0,-147 9 0,-11 4 0,-19 10 0,-1 0 0,0 0 0,1 0 0,-1 0 0,0 1 0,1-1 0,-1 0 0,0 0 0,0 0 0,1 1 0,-1-1 0,0 0 0,0 0 0,0 1 0,1-1 0,-1 0 0,0 0 0,0 1 0,0-1 0,0 0 0,1 1 0,-1-1 0,0 0 0,0 1 0,0-1 0,0 0 0,0 1 0,0-1 0,0 0 0,0 1 0,0-1 0,0 0 0,0 1 0,0 0 0,0 16 0,0-15 0,-11 136 0,2-57 0,1-16 0,4-37 0,-1 33 0,6-58 0,2-9 0,2-13 0,34-234 339,-5 25-2043,-25 183-5122</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9.009"/>
    </inkml:context>
    <inkml:brush xml:id="br0">
      <inkml:brushProperty name="width" value="0.05" units="cm"/>
      <inkml:brushProperty name="height" value="0.05" units="cm"/>
    </inkml:brush>
  </inkml:definitions>
  <inkml:trace contextRef="#ctx0" brushRef="#br0">105 14 24575,'-3'0'0,"-4"-3"0,-4-1 0,-3 0 0,-2 1 0,2 4 0,0 2 0,2 3 0,4 4 0,3 3 0,5 2 0,5 2 0,3-2-8191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39.775"/>
    </inkml:context>
    <inkml:brush xml:id="br0">
      <inkml:brushProperty name="width" value="0.05" units="cm"/>
      <inkml:brushProperty name="height" value="0.05" units="cm"/>
    </inkml:brush>
  </inkml:definitions>
  <inkml:trace contextRef="#ctx0" brushRef="#br0">0 83 24575,'0'1'0,"0"1"0,1-1 0,-1 0 0,0 0 0,0 0 0,1 0 0,-1 1 0,1-1 0,-1 0 0,1 0 0,-1 0 0,1 0 0,0 0 0,0 0 0,-1 0 0,1 0 0,0-1 0,0 1 0,0 0 0,0 0 0,0-1 0,0 1 0,0 0 0,0-1 0,0 1 0,0-1 0,0 0 0,1 1 0,-1-1 0,0 0 0,0 0 0,0 1 0,0-1 0,3 0 0,4 0 0,1 0 0,0 0 0,14-3 0,-16 2 0,-4 1 0,-1-1 0,1 1 0,-1 0 0,1 0 0,-1-1 0,1 2 0,-1-1 0,1 0 0,-1 0 0,1 1 0,-1-1 0,0 1 0,1 0 0,-1 0 0,0 0 0,1 0 0,-1 0 0,0 1 0,0-1 0,0 0 0,0 1 0,0 0 0,0-1 0,-1 1 0,1 0 0,0 0 0,-1 0 0,0 0 0,1 0 0,-1 0 0,0 1 0,0-1 0,0 0 0,0 1 0,-1-1 0,1 0 0,-1 1 0,1-1 0,-1 1 0,0 2 0,2 18 0,-1 1 0,-1-1 0,-2 0 0,0 0 0,-1 0 0,-2 0 0,0-1 0,-1 1 0,-11 23 0,11-30 0,5-18 0,13-29 0,67-131 0,-61 131 0,1 1 0,1 1 0,26-28 0,-42 52 0,1 1 0,-1-1 0,1 1 0,0 0 0,1 0 0,8-5 0,-13 9 0,-1-1 0,1 1 0,0 0 0,0-1 0,0 1 0,0 0 0,0-1 0,1 1 0,-1 0 0,0 0 0,0 0 0,0 0 0,0 0 0,0 0 0,0 0 0,0 0 0,0 1 0,0-1 0,0 0 0,0 1 0,0-1 0,0 0 0,0 1 0,0-1 0,0 1 0,0 0 0,-1-1 0,1 1 0,0 0 0,0-1 0,0 1 0,-1 0 0,1 0 0,-1 0 0,1 0 0,0 0 0,-1 0 0,0-1 0,1 1 0,-1 0 0,1 0 0,-1 0 0,0 1 0,0-1 0,0 0 0,1 0 0,-1 1 0,1 7 0,1 0 0,-1 0 0,-1 0 0,0 0 0,0 0 0,-2 13 0,-15 57 0,12-57 0,0 0 0,-3 30 0,8-50 0,0-1 0,0 1 0,0 0 0,0-1 0,0 1 0,0-1 0,1 1 0,-1-1 0,0 1 0,1-1 0,-1 1 0,1-1 0,0 2 0,0-2 0,-1-1 0,0 0 0,1 1 0,-1-1 0,0 0 0,1 1 0,-1-1 0,1 0 0,-1 0 0,0 0 0,1 1 0,-1-1 0,1 0 0,-1 0 0,0 0 0,1 0 0,-1 0 0,1 0 0,-1 0 0,1 0 0,-1 0 0,1 0 0,-1 0 0,1 0 0,-1 0 0,0 0 0,1 0 0,0-1 0,2 0 0,0-1 0,0 0 0,0 0 0,-1 0 0,1 0 0,-1 0 0,1-1 0,-1 1 0,0-1 0,3-3 0,42-68 0,-34 52 0,0 1 0,1 0 0,1 1 0,1 1 0,20-19 0,-34 36 0,0 0 0,0 0 0,0 1 0,0-1 0,1 1 0,-1-1 0,0 1 0,1 0 0,-1-1 0,1 1 0,0 1 0,-1-1 0,1 0 0,0 1 0,-1-1 0,1 1 0,0 0 0,0-1 0,-1 2 0,1-1 0,4 1 0,-5 0 0,1 0 0,-1 0 0,1 1 0,-1 0 0,1-1 0,-1 1 0,0 0 0,0 0 0,0 0 0,0 0 0,0 1 0,-1-1 0,1 0 0,-1 1 0,1-1 0,-1 1 0,0-1 0,0 1 0,0 0 0,1 4 0,2 12 0,0 1 0,-2-1 0,1 35 0,-2-29 0,6 38 0,-7-61 0,0 0 0,1 0 0,-1 0 0,0 0 0,1 0 0,0 0 0,0 0 0,-1 0 0,1 0 0,0-1 0,0 1 0,1 0 0,-1-1 0,0 1 0,0-1 0,1 1 0,-1-1 0,1 1 0,0-1 0,-1 0 0,1 0 0,0 0 0,-1 0 0,1 0 0,3 1 0,-2-2 0,0 0 0,0 0 0,-1 0 0,1 0 0,0 0 0,0-1 0,0 1 0,0-1 0,0 0 0,0 1 0,0-2 0,-1 1 0,1 0 0,0 0 0,-1-1 0,5-3 0,5-4 0,1-2 0,-2 1 0,1-2 0,-2 0 0,0 0 0,0 0 0,-1-1 0,10-19 0,-6 7 0,-1-1 0,-1-1 0,14-47 0,-23 66 0,-1 1 0,1-1 0,-1 1 0,0-1 0,-1-13 0,0 20 0,0-1 0,0 1 0,0 0 0,-1-1 0,1 1 0,0 0 0,-1-1 0,1 1 0,-1 0 0,1 0 0,-1-1 0,1 1 0,-1 0 0,0 0 0,0 0 0,1 0 0,-1 0 0,0 0 0,0 0 0,0 0 0,0 0 0,0 0 0,-1 0 0,1 1 0,0-1 0,0 0 0,0 1 0,-1-1 0,1 1 0,0 0 0,-1-1 0,1 1 0,0 0 0,-1 0 0,1 0 0,0-1 0,-1 2 0,1-1 0,-2 0 0,-2 1 0,1 0 0,0 1 0,0-1 0,1 1 0,-1 0 0,0 0 0,0 0 0,1 0 0,-1 0 0,1 1 0,0 0 0,0 0 0,0 0 0,0 0 0,0 0 0,-2 5 0,-6 8 0,1-1 0,-9 22 0,14-26 0,0-1 0,1 1 0,1-1 0,0 1 0,0 0 0,1 0 0,1 0 0,0 1 0,0-1 0,1 0 0,2 18 0,-1-23 0,0-1 0,0 0 0,0 0 0,1 0 0,-1 0 0,1-1 0,0 1 0,1 0 0,-1-1 0,1 1 0,0-1 0,0 0 0,1 0 0,-1 0 0,1-1 0,0 1 0,-1-1 0,2 0 0,-1 0 0,0 0 0,1 0 0,-1-1 0,1 1 0,0-1 0,0-1 0,-1 1 0,8 1 0,19 2-1365,-1-3-5461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40.114"/>
    </inkml:context>
    <inkml:brush xml:id="br0">
      <inkml:brushProperty name="width" value="0.05" units="cm"/>
      <inkml:brushProperty name="height" value="0.05" units="cm"/>
    </inkml:brush>
  </inkml:definitions>
  <inkml:trace contextRef="#ctx0" brushRef="#br0">288 157 24575,'0'-16'0,"1"-1"0,1 1 0,6-29 0,-7 41 0,0-1 0,0 1 0,-1-1 0,1 1 0,-1-1 0,0 0 0,-1-4 0,1 7 0,0 1 0,-1 0 0,1 0 0,0 0 0,-1 0 0,1 0 0,0 1 0,-1-1 0,1 0 0,-1 0 0,0 0 0,1 0 0,-1 0 0,0 1 0,1-1 0,-1 0 0,0 0 0,0 1 0,0-1 0,0 1 0,1-1 0,-1 1 0,0-1 0,0 1 0,0 0 0,0-1 0,0 1 0,0 0 0,0 0 0,0-1 0,0 1 0,-1 0 0,1 0 0,0 0 0,0 0 0,0 1 0,-2-1 0,-3 1 0,-1 1 0,0 0 0,1 0 0,0 0 0,-1 0 0,1 1 0,0 0 0,0 1 0,1-1 0,-1 1 0,1 0 0,-1 1 0,1-1 0,1 1 0,-1 0 0,1 0 0,-1 1 0,2-1 0,-1 1 0,-5 12 0,4-9 0,2 0 0,-1 1 0,1-1 0,1 1 0,0 0 0,0 0 0,1 0 0,0 0 0,1 0 0,0 0 0,0 0 0,1 0 0,4 15 0,1-3 0,2 0 0,15 30 0,-16-39 0,0 2 0,-1-1 0,0 1 0,-2-1 0,1 1 0,-2 1 0,3 22 0,-6-34 10,0-1-1,0 0 1,-1 0-1,1 0 1,-1 0-1,1 0 1,-1 1-1,0-1 1,0 0-1,-1-1 1,1 1-1,-1 0 0,1 0 1,-1-1-1,0 1 1,0-1-1,-3 4 1,1-2 5,0-1 1,0-1-1,0 1 1,0 0-1,0-1 1,-1 0 0,1 0-1,-1 0 1,0-1-1,-8 2 1,7-1-123,-1-1 0,0 0 1,0-1-1,0 0 0,0 0 1,0 0-1,0-1 0,0 0 1,0 0-1,0-1 0,0 0 1,0 0-1,1-1 0,-1 1 1,-11-8-1,0-6-6719</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40.320"/>
    </inkml:context>
    <inkml:brush xml:id="br0">
      <inkml:brushProperty name="width" value="0.05" units="cm"/>
      <inkml:brushProperty name="height" value="0.05" units="cm"/>
    </inkml:brush>
  </inkml:definitions>
  <inkml:trace contextRef="#ctx0" brushRef="#br0">1 7 24575,'1'-1'0,"1"1"0,-1-1 0,0 0 0,0 1 0,1-1 0,-1 1 0,1-1 0,-1 1 0,0-1 0,1 1 0,-1 0 0,1 0 0,-1 0 0,1 0 0,-1 0 0,0 0 0,1 0 0,-1 0 0,1 1 0,-1-1 0,3 2 0,-3-2 0,0 1 0,0 0 0,0 1 0,0-1 0,0 0 0,0 0 0,0 0 0,0 0 0,-1 1 0,1-1 0,-1 0 0,1 1 0,-1-1 0,1 1 0,-1-1 0,0 1 0,1 1 0,-1 7 0,0-1 0,0 1 0,0-1 0,-2 0 0,-2 13 0,-11 51 0,-7 81 0,19-122 0,2 0 0,2 1 0,1-1 0,1 0 0,9 36 0,7 3-1365,-11-43-5461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40.800"/>
    </inkml:context>
    <inkml:brush xml:id="br0">
      <inkml:brushProperty name="width" value="0.05" units="cm"/>
      <inkml:brushProperty name="height" value="0.05" units="cm"/>
    </inkml:brush>
  </inkml:definitions>
  <inkml:trace contextRef="#ctx0" brushRef="#br0">1 259 24575,'0'-6'0,"0"-2"0,0 0 0,0-1 0,1 1 0,0 0 0,4-14 0,-4 20 0,0-1 0,0 1 0,0 0 0,0 0 0,0 0 0,1 0 0,-1 0 0,1 0 0,-1 0 0,1 1 0,0-1 0,0 1 0,0-1 0,0 1 0,0-1 0,0 1 0,0 0 0,0 0 0,1 0 0,-1 0 0,0 1 0,0-1 0,1 1 0,2-1 0,14 0 0,-1 0 0,0 2 0,0 0 0,1 1 0,-1 1 0,23 7 0,21 2 0,-21-6 0,86 11 0,-109-15 0,1-2 0,0 0 0,-1-1 0,32-6 0,-45 6 0,1-1 0,0 0 0,0 0 0,-1 0 0,1-1 0,-1 1 0,1-1 0,7-7 0,-11 9 0,-1 0 0,0 0 0,1-1 0,-1 1 0,0-1 0,0 1 0,0-1 0,0 1 0,0-1 0,0 0 0,0 1 0,-1-1 0,1 0 0,0 0 0,-1 0 0,0 1 0,1-1 0,-1 0 0,0 0 0,0 0 0,0 0 0,0 0 0,0 0 0,0 1 0,-1-1 0,1 0 0,-1 0 0,1 0 0,-1 1 0,0-1 0,-1-3 0,-4-3 0,0-1 0,-1 1 0,0 0 0,0 0 0,-1 1 0,0 0 0,0 0 0,0 1 0,-1 0 0,0 0 0,-1 1 0,1 0 0,-1 1 0,0 0 0,0 1 0,0 0 0,0 0 0,0 1 0,-1 0 0,-16 0 0,22 2 0,0 1 0,0 0 0,0 0 0,0 0 0,0 0 0,0 1 0,1 0 0,-1 0 0,1 0 0,-1 1 0,1-1 0,0 1 0,0 0 0,0 0 0,-5 5 0,4-2 0,0 0 0,0 0 0,1 1 0,0-1 0,0 1 0,0 0 0,1 0 0,0 1 0,-3 9 0,3-7 0,1 1 0,0-1 0,0 0 0,1 1 0,1-1 0,0 1 0,0-1 0,1 0 0,0 1 0,1-1 0,0 0 0,0 1 0,1-1 0,1 0 0,5 11 0,-5-15 0,1 1 0,-1-1 0,1 0 0,0-1 0,1 1 0,0-1 0,0 0 0,0-1 0,0 1 0,1-1 0,-1 0 0,1-1 0,0 0 0,0 0 0,0 0 0,1-1 0,-1 0 0,1 0 0,-1-1 0,1 0 0,10 0 0,-9-1 0,0 0 0,0 0 0,-1-1 0,1-1 0,0 1 0,-1-1 0,1-1 0,-1 1 0,1-1 0,-1-1 0,0 0 0,0 0 0,-1 0 0,1-1 0,-1 0 0,0-1 0,0 0 0,8-9 0,-2-3 0,0 0 0,-2-1 0,0 0 0,-1-1 0,-1-1 0,0 1 0,5-25 0,-12 119 0,-4 21-1365,2-70-5461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41.773"/>
    </inkml:context>
    <inkml:brush xml:id="br0">
      <inkml:brushProperty name="width" value="0.05" units="cm"/>
      <inkml:brushProperty name="height" value="0.05" units="cm"/>
    </inkml:brush>
  </inkml:definitions>
  <inkml:trace contextRef="#ctx0" brushRef="#br0">0 227 24575,'1'-14'0,"1"-1"0,0 1 0,1 0 0,8-26 0,-11 40 0,0 0 0,0-1 0,0 1 0,0 0 0,0 0 0,0-1 0,0 1 0,0 0 0,0 0 0,0-1 0,0 1 0,1 0 0,-1-1 0,0 1 0,0 0 0,0 0 0,0-1 0,0 1 0,0 0 0,1 0 0,-1 0 0,0-1 0,0 1 0,0 0 0,0 0 0,1 0 0,-1-1 0,0 1 0,0 0 0,1 0 0,-1 0 0,0 0 0,0 0 0,1 0 0,-1 0 0,0-1 0,0 1 0,1 0 0,-1 0 0,0 0 0,1 0 0,-1 0 0,0 0 0,1 0 0,4 15 0,-2 23 0,-2-4 0,2-1 0,0 1 0,14 51 0,-17-83 0,1 1 0,0-1 0,0 0 0,-1 0 0,1 1 0,1-1 0,-1 0 0,0 0 0,0 0 0,1-1 0,-1 1 0,1 0 0,0 0 0,-1-1 0,1 1 0,3 1 0,-4-2 0,0-1 0,1 0 0,-1 0 0,0 0 0,1 1 0,-1-1 0,0 0 0,0 0 0,1-1 0,-1 1 0,0 0 0,1 0 0,-1-1 0,0 1 0,0 0 0,1-1 0,-1 1 0,0-1 0,0 0 0,0 1 0,0-1 0,0 0 0,0 0 0,0 0 0,0 0 0,0 0 0,0 0 0,0 0 0,-1 0 0,2-2 0,8-12 0,-1 0 0,-1 0 0,-1-1 0,0 0 0,-1-1 0,6-26 0,8-20 0,-18 59 0,1-7 0,1 1 0,0 0 0,1 0 0,0 1 0,0-1 0,1 1 0,8-10 0,-13 19 0,-1-1 0,0 0 0,1 1 0,-1-1 0,1 1 0,-1-1 0,1 1 0,-1-1 0,1 1 0,-1 0 0,1-1 0,-1 1 0,1 0 0,-1-1 0,1 1 0,-1 0 0,1-1 0,0 1 0,-1 0 0,1 0 0,0 0 0,-1 0 0,1 0 0,0 0 0,-1 0 0,1 0 0,0 0 0,-1 0 0,1 0 0,0 0 0,-1 0 0,1 0 0,-1 1 0,1-1 0,0 0 0,-1 0 0,1 1 0,-1-1 0,1 0 0,-1 1 0,1-1 0,-1 1 0,1-1 0,-1 1 0,1-1 0,-1 1 0,1-1 0,-1 1 0,0-1 0,1 1 0,-1 0 0,0-1 0,0 1 0,1-1 0,-1 1 0,0 0 0,2 5 0,-1 0 0,1-1 0,-1 1 0,0 0 0,-1 6 0,0 30 0,-8 59 0,3-57 0,1 47 0,4-89 0,0 1 0,0-1 0,0 0 0,0 0 0,1 0 0,-1 1 0,1-1 0,0 0 0,-1 0 0,1 0 0,0 0 0,0 0 0,3 3 0,-4-4 0,1-1 0,0 1 0,0 0 0,0-1 0,0 1 0,0-1 0,0 1 0,0-1 0,0 1 0,0-1 0,0 0 0,0 1 0,1-1 0,-1 0 0,0 0 0,0 0 0,0 0 0,0 0 0,0 0 0,1 0 0,-1 0 0,0-1 0,0 1 0,0 0 0,0-1 0,0 1 0,2-2 0,3-1 0,1-1 0,-1 0 0,-1 0 0,1 0 0,0-1 0,-1 0 0,0 0 0,0 0 0,6-9 0,36-57 0,-46 68 0,27-50 0,-2-2 0,25-78 0,-51 133 0,13-29 0,-6 22 0,-6 7 0,-1 1 0,1-1 0,-1 0 0,0 1 0,1-1 0,-1 1 0,0-1 0,1 0 0,-1 1 0,0-1 0,1 1 0,-1-1 0,0 1 0,0-1 0,0 1 0,0-1 0,1 1 0,-1-1 0,0 1 0,0-1 0,0 1 0,0 0 0,0-1 0,0 1 0,1 19 0,-1-1 0,0 0 0,-2 0 0,-3 20 0,-2 17 0,7-51 0,-3 90 0,3-84 0,1-1 0,1 0 0,0 0 0,0 1 0,1-1 0,0 0 0,5 10 0,-7-18 0,0 1 0,0-1 0,0 1 0,0-1 0,-1 1 0,1 0 0,-1-1 0,0 1 0,1-1 0,-1 1 0,0 0 0,-1-1 0,1 1 0,0 0 0,-1-1 0,1 1 0,-1 0 0,0-1 0,0 1 0,0-1 0,-2 3 0,-4 13 0,7-18 0,0 0 0,0 0 0,0 0 0,1 0 0,-1 0 0,0 0 0,0-1 0,0 1 0,0 0 0,0 0 0,0 0 0,0 0 0,0 0 0,0 0 0,0 1 0,0-1 0,0 0 0,0 0 0,0 0 0,0 0 0,0 0 0,0 0 0,0 0 0,1 0 0,-1 0 0,0 0 0,0 0 0,0 0 0,0 0 0,0 0 0,0 0 0,0 0 0,0 0 0,0 0 0,0 0 0,0 0 0,0 0 0,0 0 0,0 0 0,0 0 0,0 0 0,0 0 0,0 0 0,0 1 0,0-1 0,0 0 0,0 0 0,0 0 0,0 0 0,0 0 0,0 0 0,0 0 0,0 0 0,0 0 0,7-6 0,7-11 0,-11 9 0,1 0 0,-1-1 0,-1 1 0,0-1 0,0 1 0,-1-1 0,1-12 0,-2-65 0,-2 43 0,1-1 0,1-62 0,1 96 0,0 1 0,1-1 0,0 1 0,0-1 0,1 1 0,0 0 0,1 0 0,6-12 0,-10 20 0,1 0 0,-1 0 0,1 0 0,-1 0 0,1 0 0,0 0 0,-1 0 0,1 0 0,0 0 0,0 0 0,-1 0 0,1 0 0,0 1 0,0-1 0,0 0 0,0 1 0,0-1 0,0 1 0,0-1 0,0 1 0,0-1 0,0 1 0,1 0 0,-1-1 0,0 1 0,0 0 0,0 0 0,0 0 0,1 0 0,-1 0 0,0 0 0,0 0 0,0 1 0,0-1 0,0 0 0,0 0 0,1 1 0,-1-1 0,0 1 0,0-1 0,0 1 0,0 0 0,0-1 0,0 1 0,-1 0 0,1 0 0,0-1 0,0 1 0,1 2 0,3 3 0,0 0 0,0 1 0,-1 0 0,0 0 0,6 13 0,0 6 0,0 1 0,-2 0 0,-1 0 0,-1 1 0,-2-1 0,0 1 0,-1 47 0,-3-70 0,0 0 0,-1-1 0,1 1 0,-1-1 0,0 1 0,0 0 0,-1-1 0,1 0 0,-1 1 0,0-1 0,0 0 0,0 0 0,-1 0 0,1 0 0,-1 0 0,-5 4 0,4-4 0,-1-1 0,1 1 0,-1-1 0,0-1 0,0 1 0,0-1 0,-1 1 0,1-2 0,0 1 0,-1 0 0,0-1 0,1 0 0,-7 0 0,5-1-124,0 0 0,0 0 0,0 0 0,0-1 0,0 0 0,0 0-1,0-1 1,0 0 0,0 0 0,-11-6 0,2 0-6702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21:42.288"/>
    </inkml:context>
    <inkml:brush xml:id="br0">
      <inkml:brushProperty name="width" value="0.05" units="cm"/>
      <inkml:brushProperty name="height" value="0.05" units="cm"/>
    </inkml:brush>
  </inkml:definitions>
  <inkml:trace contextRef="#ctx0" brushRef="#br0">22 44 24575,'1'-3'0,"-1"1"0,1-1 0,0 0 0,0 1 0,0-1 0,1 1 0,-1-1 0,1 1 0,-1 0 0,1-1 0,0 1 0,0 0 0,2-2 0,-4 3 0,1 1 0,0-1 0,0 0 0,-1 1 0,1-1 0,0 1 0,0-1 0,0 1 0,-1-1 0,1 1 0,0 0 0,0-1 0,0 1 0,0 0 0,0 0 0,2 0 0,-3 0 0,1 0 0,0 0 0,-1 1 0,1-1 0,-1 0 0,1 1 0,-1-1 0,1 0 0,-1 1 0,1-1 0,-1 1 0,1-1 0,-1 1 0,1-1 0,-1 1 0,0 0 0,1-1 0,-1 1 0,0-1 0,0 1 0,1 0 0,-1-1 0,0 1 0,0 0 0,0-1 0,0 1 0,0 1 0,1 11 0,0 1 0,-2-1 0,0 1 0,0-1 0,-1 1 0,-6 19 0,0 9 0,-32 245 342,34-220-911,3 0 0,7 87 0,1-116-6257</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27.201"/>
    </inkml:context>
    <inkml:brush xml:id="br0">
      <inkml:brushProperty name="width" value="0.05" units="cm"/>
      <inkml:brushProperty name="height" value="0.05" units="cm"/>
    </inkml:brush>
  </inkml:definitions>
  <inkml:trace contextRef="#ctx0" brushRef="#br0">285 32 24575,'4'-3'0,"0"-1"0,0 1 0,0 0 0,1 1 0,-1-1 0,1 1 0,0 0 0,5-2 0,-8 3 0,1 0 0,-1 0 0,0 1 0,1-1 0,-1 1 0,0-1 0,1 1 0,-1 0 0,0 0 0,1 0 0,-1 0 0,1 0 0,-1 1 0,0-1 0,1 1 0,-1-1 0,0 1 0,4 2 0,-5-3 0,0 1 0,-1 0 0,1-1 0,-1 1 0,1 0 0,-1-1 0,1 1 0,-1 0 0,0 0 0,1 0 0,-1-1 0,0 1 0,0 0 0,1 0 0,-1 0 0,0 0 0,0-1 0,0 1 0,0 0 0,0 0 0,0 0 0,0 0 0,-1 0 0,1-1 0,0 1 0,-1 2 0,-10 22 0,9-22 0,-35 68 0,4 2 0,-25 80 0,-104 437 0,132-429 0,-16 286 0,42-274 0,9 0 0,7 0 0,8-1 0,46 189 0,-30-213-87,75 196-1,-75-255 7,4-2 0,4-2 0,75 110 0,-40-88-28,5-3 0,4-4 1,103 91-1,-60-76-400,270 180-1,-237-194-63,4-8-1,256 102 1,-194-109-88,350 82 0,262-21-801,5-76-678,-140-55 1540,0-29 0,965-144 1,-403-100 648,-949 165 112,576-251 0,-636 213 1454,-187 88 0,96-71 1,-90 41 1508,-75 68-2471,-7 4 108,-12-2-120,-1-2-641,-1 1 0,0 1 0,0 0 0,-23 1 0,-35-4 0,24-2 0,1 3 0,-1 1 0,-68 6 0,106 1 0,19 0 0,26 2 0,118 5 0,254-13 0,-392 1 0,-9 0 0,0 1 0,0-1 0,0 1 0,0 0 0,0 0 0,0 0 0,0 1 0,5 0 0,-8-1 0,1 0 0,-1 1 0,0-1 0,1 0 0,-1 0 0,0 1 0,0-1 0,1 0 0,-1 0 0,0 1 0,0-1 0,1 0 0,-1 1 0,0-1 0,0 0 0,0 1 0,0-1 0,1 0 0,-1 1 0,0-1 0,0 1 0,0-1 0,0 0 0,0 1 0,0 0 0,-6 18 0,-7 8 0,1 0 0,2 1 0,-9 38 0,-13 89 0,27-122 0,-24 121 0,26-148 315,1-13-924,1 3-462,-3-7-5755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2.308"/>
    </inkml:context>
    <inkml:brush xml:id="br0">
      <inkml:brushProperty name="width" value="0.05" units="cm"/>
      <inkml:brushProperty name="height" value="0.05" units="cm"/>
    </inkml:brush>
  </inkml:definitions>
  <inkml:trace contextRef="#ctx0" brushRef="#br0">844 60 24575,'-5'-3'0,"0"0"0,0 0 0,0 1 0,0-1 0,0 1 0,-1 0 0,1 1 0,-1-1 0,-8 0 0,-7-3 0,-12-8 0,26 9 0,0 1 0,0 1 0,1-1 0,-2 1 0,1 1 0,-10-2 0,16 3 0,0 0 0,0 0 0,1 0 0,-1 0 0,0 1 0,0-1 0,0 0 0,0 1 0,0-1 0,1 1 0,-1-1 0,0 1 0,0-1 0,1 1 0,-1 0 0,0-1 0,1 1 0,-1 0 0,1-1 0,-1 1 0,1 0 0,-1 0 0,1-1 0,-1 1 0,1 0 0,0 0 0,0 0 0,-1 0 0,1 0 0,0 0 0,0-1 0,0 1 0,0 0 0,0 0 0,0 1 0,2 40 0,-1-33 0,66 1111-1108,-79 324 289,-15-972 410,-92 492 0,-56-147-461,169-789 875,-45 214 340,45-200-173,2 0 1,1 0-1,6 77 1,-1-103-24,0 0 0,1 0 0,1 0 0,1 0 1,0-1-1,1 1 0,0-1 0,1 0 0,15 21 0,-14-24-59,1-1 1,0-1-1,1 0 0,0 0 1,1-1-1,0 0 1,0-1-1,1 0 0,0-1 1,1 0-1,18 7 0,3-1-81,1-3 0,1 0 0,-1-3-1,2-1 1,38 2 0,186-4-271,-260-4 261,868-46-3845,-533 23 1860,1342-50-3229,843 89 4485,-133 154 1128,-2283-158 713,180 15 2413,-275-26-3374,1 0 223,-1 0 0,0-1 0,1 0 0,-1 0 0,0-1 0,0 0 0,20-6 0,-29 7-319,0-1 0,1 1 0,-1-1 0,0 1 1,0-1-1,0 0 0,0 1 0,0-1 0,0 0 1,0 0-1,0 0 0,0 0 0,0 0 0,-1 0 1,1 0-1,0 0 0,0 0 0,-1 0 0,1 0 1,-1 0-1,1 0 0,-1-1 0,0 1 0,1 0 0,-1 0 1,0-1-1,0 1 0,0 0 0,0 0 0,0-1 1,0 1-1,0 0 0,0-1 0,-1-1 0,-1-3 113,0 0 0,-1-1-1,0 1 1,0 0-1,-5-7 1,7 11-193,-6-10 53,-126-219 577,109 184-524,3-1 0,2-1-1,-15-58 1,15 15-201,3 0-1,4-1 0,1-167 1,41-283-446,-25 479 558,23-337-746,-32-536 1,-39 372 769,-14-275-436,59 528 1849,2 259-1041,4-1 1,1 1-1,29-89 0,-31 120-387,19-60 0,-24 74 0,-1 0 0,0 0 0,0 0 0,0-1 0,-1 1 0,0 0 0,-2-16 0,0 19 0,0 1 0,0 0 0,0-1 0,0 1 0,-1 0 0,1 0 0,-1 0 0,0 1 0,0-1 0,-1 1 0,1-1 0,-1 1 0,0 0 0,1 1 0,-1-1 0,0 0 0,-1 1 0,1 0 0,0 0 0,-1 1 0,-4-2 0,-15-5 0,0 2 0,-43-6 0,50 9 0,-641-50-974,418 41 443,-731-51-3399,-465-25 787,-3161-69 334,3989 155 12014,362 2-7023,234 1-2097,0 0 0,0 1 0,-12 3 0,11-2-653,0 0-1,-18 1 1,17-4-6258</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2.979"/>
    </inkml:context>
    <inkml:brush xml:id="br0">
      <inkml:brushProperty name="width" value="0.05" units="cm"/>
      <inkml:brushProperty name="height" value="0.05" units="cm"/>
    </inkml:brush>
  </inkml:definitions>
  <inkml:trace contextRef="#ctx0" brushRef="#br0">397 708 24575,'0'-29'0,"-2"0"0,-1 0 0,-12-48 0,15 73 0,-2 0 0,1 1 0,0-1 0,-1 1 0,1-1 0,-1 1 0,0 0 0,0-1 0,0 1 0,-1 0 0,1 0 0,-1 1 0,-3-4 0,4 5 0,0-1 0,0 1 0,-1 0 0,1-1 0,-1 2 0,1-1 0,-1 0 0,1 0 0,-1 1 0,0-1 0,1 1 0,-1 0 0,0 0 0,1 0 0,-1 0 0,0 0 0,1 0 0,-1 1 0,-4 1 0,-5 2 0,1 0 0,-1 1 0,1 1 0,0 0 0,0 0 0,0 1 0,1 1 0,-18 16 0,4 0 0,0 1 0,-21 31 0,29-34 0,-26 46 0,38-62 0,0 1 0,1 0 0,0 1 0,1-1 0,0 0 0,0 1 0,0 0 0,1-1 0,0 1 0,1 0 0,0 12 0,0-17 0,1 1 0,0-1 0,0 0 0,0 0 0,0 0 0,1 0 0,-1 0 0,1-1 0,0 1 0,0 0 0,0-1 0,0 1 0,0-1 0,0 1 0,1-1 0,-1 0 0,1 0 0,-1 0 0,1 0 0,0-1 0,0 1 0,0-1 0,0 0 0,0 0 0,0 0 0,0 0 0,0 0 0,6 0 0,1 0 0,1 0 0,-1 0 0,0-1 0,1 0 0,-1-1 0,0-1 0,19-4 0,-12 1 0,0 0 0,-1-2 0,0 0 0,0 0 0,0-2 0,-1 0 0,-1-1 0,1 0 0,20-21 0,-20 15 0,0 0 0,-2-1 0,0-1 0,0 0 0,-2-1 0,0 0 0,7-21 0,-3 0 0,-2-1 0,-1 0 0,-3 0 0,-1-1 0,-2-1 0,-2 1 0,-3-66 0,-1 98 0,0-29 0,-1 0 0,-3 0 0,-14-69 0,12 95 0,6 13 0,0 0 0,0 0 0,-1 0 0,1 0 0,0 0 0,0 0 0,0 0 0,0 0 0,0 0 0,-1 0 0,1 0 0,0 0 0,0 0 0,0 0 0,0 0 0,0 0 0,-1 0 0,1 0 0,0 0 0,0 1 0,0-1 0,0 0 0,0 0 0,0 0 0,0 0 0,-1 0 0,1 0 0,0 0 0,0 1 0,0-1 0,0 0 0,0 0 0,0 0 0,0 0 0,0 0 0,0 1 0,0-1 0,0 0 0,0 0 0,0 0 0,0 1 0,-5 25 0,3 91 0,5 0 0,25 163 0,10-78-1365,-28-156-5461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3.387"/>
    </inkml:context>
    <inkml:brush xml:id="br0">
      <inkml:brushProperty name="width" value="0.05" units="cm"/>
      <inkml:brushProperty name="height" value="0.05" units="cm"/>
    </inkml:brush>
  </inkml:definitions>
  <inkml:trace contextRef="#ctx0" brushRef="#br0">1 24 24575,'0'-1'0,"0"0"0,0 0 0,0 0 0,0 0 0,0 0 0,0 0 0,0 0 0,0 0 0,1 1 0,-1-1 0,0 0 0,1 0 0,-1 0 0,0 0 0,1 0 0,-1 0 0,1 1 0,-1-1 0,1 0 0,0 0 0,-1 1 0,1-1 0,0 0 0,0 1 0,-1-1 0,1 1 0,0-1 0,1 0 0,-1 1 0,-1 0 0,1 0 0,0 1 0,0-1 0,0 0 0,-1 0 0,1 1 0,0-1 0,0 0 0,-1 1 0,1-1 0,0 1 0,-1-1 0,1 1 0,0-1 0,-1 1 0,1-1 0,-1 1 0,1 0 0,-1-1 0,1 1 0,-1 0 0,0-1 0,1 1 0,-1 0 0,0 0 0,1 0 0,-1-1 0,0 1 0,0 0 0,0 0 0,0 0 0,0-1 0,0 2 0,5 31 0,1 62 0,-3-27 0,3 6 0,-4 1 0,-10 117 0,7-192 0,1 1 0,0-1 0,0 1 0,0 0 0,0-1 0,0 1 0,0 0 0,0-1 0,0 1 0,0-1 0,0 1 0,0 0 0,1-1 0,-1 1 0,0 0 0,0-1 0,1 1 0,-1-1 0,1 2 0,8-3 0,14-19 0,-20 17 0,48-46 0,65-57 0,-102 94 0,1 2 0,1-1 0,0 2 0,1 0 0,-1 1 0,24-8 0,-37 15 0,1 0 0,-1 0 0,1 0 0,-1 1 0,1-1 0,0 1 0,-1 0 0,1 0 0,0 0 0,-1 0 0,1 1 0,-1-1 0,1 1 0,0 0 0,-1 0 0,0 1 0,1-1 0,-1 1 0,0-1 0,0 1 0,1 0 0,-1 0 0,-1 0 0,1 1 0,0-1 0,-1 1 0,1 0 0,-1-1 0,0 1 0,0 0 0,0 0 0,0 1 0,3 5 0,-1 0 0,-1 0 0,0 0 0,-1 0 0,1 0 0,-2 1 0,1-1 0,-1 0 0,-1 1 0,0-1 0,0 1 0,0-1 0,-3 12 0,1-13 0,-1 0 0,1 0 0,-1 0 0,-1-1 0,0 1 0,0-1 0,0 1 0,-1-1 0,1-1 0,-2 1 0,1-1 0,-1 0 0,0 0 0,0 0 0,-1-1 0,-11 7 0,13-9 0,0 0 0,-1 0 0,0 0 0,0-1 0,0 0 0,0 0 0,0-1 0,0 0 0,0 0 0,0 0 0,0-1 0,-1 0 0,1 0 0,0 0 0,0-1 0,0 0 0,-1 0 0,1-1 0,0 0 0,1 0 0,-1 0 0,-10-6 0,-13-12-1365,6-2-5461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3.573"/>
    </inkml:context>
    <inkml:brush xml:id="br0">
      <inkml:brushProperty name="width" value="0.05" units="cm"/>
      <inkml:brushProperty name="height" value="0.05" units="cm"/>
    </inkml:brush>
  </inkml:definitions>
  <inkml:trace contextRef="#ctx0" brushRef="#br0">0 0 24575,'3'3'0,"4"1"0,1 3 0,1 0 0,4-1 0,1-2 0,5-1 0,5-1 0,4-5 0,4-1 0,2-2 0,2-2 0,0 2 0,-6 1-8191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3.976"/>
    </inkml:context>
    <inkml:brush xml:id="br0">
      <inkml:brushProperty name="width" value="0.05" units="cm"/>
      <inkml:brushProperty name="height" value="0.05" units="cm"/>
    </inkml:brush>
  </inkml:definitions>
  <inkml:trace contextRef="#ctx0" brushRef="#br0">404 194 24575,'9'-21'0,"0"0"0,5-23 0,-1 1 0,-8 29 0,-4 9 0,0 0 0,1 1 0,0-1 0,0 0 0,0 0 0,1 1 0,-1-1 0,1 1 0,4-4 0,-7 8 0,0 0 0,0 0 0,0 0 0,0 0 0,1 0 0,-1 0 0,0 0 0,0 0 0,0 0 0,0 1 0,0-1 0,1 0 0,-1 0 0,0 0 0,0 0 0,0 0 0,0 1 0,0-1 0,0 0 0,0 0 0,0 0 0,0 0 0,0 1 0,0-1 0,0 0 0,0 0 0,0 0 0,0 0 0,0 1 0,0-1 0,0 0 0,0 0 0,0 0 0,0 1 0,0-1 0,0 0 0,0 0 0,0 0 0,0 0 0,0 0 0,0 1 0,0-1 0,0 0 0,0 0 0,-1 0 0,1 0 0,0 1 0,-3 13 0,-26 63 0,-49 95 0,-52 67 0,94-174 0,-152 253-1365,173-289-5461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4.742"/>
    </inkml:context>
    <inkml:brush xml:id="br0">
      <inkml:brushProperty name="width" value="0.05" units="cm"/>
      <inkml:brushProperty name="height" value="0.05" units="cm"/>
    </inkml:brush>
  </inkml:definitions>
  <inkml:trace contextRef="#ctx0" brushRef="#br0">157 572 24575,'-9'-11'0,"-6"-4"0,15 14 0,-1 1 0,1 0 0,-1 0 0,1 0 0,-1 0 0,1 0 0,-1 0 0,1 0 0,-1 0 0,1 0 0,-1 0 0,1 1 0,-1-1 0,1 0 0,-1 0 0,1 0 0,0 1 0,-1-1 0,1 0 0,-1 0 0,1 1 0,0-1 0,-1 0 0,1 1 0,0-1 0,-1 0 0,1 1 0,0-1 0,-1 1 0,1-1 0,0 0 0,0 1 0,0-1 0,-1 1 0,1-1 0,0 1 0,0-1 0,0 1 0,0 0 0,-10 24 0,1 1 0,0 0 0,3 0 0,0 1 0,1-1 0,-1 41 0,9-95 0,2 1 0,0 1 0,16-45 0,-8 27 0,-9 32 0,-2 6 0,1 0 0,-2-1 0,1 1 0,-1-1 0,0 1 0,0-12 0,-1 18 0,0 0 0,0-1 0,0 1 0,0 0 0,0 0 0,0 0 0,0 0 0,0 0 0,0-1 0,0 1 0,0 0 0,0 0 0,-1 0 0,1 0 0,0 0 0,0-1 0,0 1 0,0 0 0,0 0 0,0 0 0,-1 0 0,1 0 0,0 0 0,0 0 0,0 0 0,0-1 0,0 1 0,-1 0 0,1 0 0,0 0 0,0 0 0,0 0 0,0 0 0,-1 0 0,1 0 0,0 0 0,0 0 0,0 0 0,0 0 0,-1 0 0,1 0 0,0 1 0,-9 5 0,-7 11 0,3-2 0,2 1 0,0 1 0,0 0 0,2 0 0,0 1 0,1 0 0,1 0 0,0 1 0,-5 28 0,12-44 0,-1 0 0,1 1 0,-1-1 0,1 0 0,0 1 0,1-1 0,-1 0 0,0 1 0,1-1 0,0 0 0,0 0 0,0 0 0,0 0 0,0 1 0,1-2 0,-1 1 0,1 0 0,0 0 0,3 4 0,-3-5 0,1 0 0,-1-1 0,1 1 0,0-1 0,-1 1 0,1-1 0,0 0 0,0 0 0,0 0 0,0 0 0,0 0 0,0-1 0,0 1 0,0-1 0,0 0 0,0 0 0,0 0 0,0 0 0,0-1 0,0 1 0,5-2 0,3-1 0,0 0 0,0-1 0,0 0 0,0-1 0,-1 0 0,0 0 0,0-1 0,0-1 0,0 0 0,-1 0 0,8-9 0,-6 4 0,0 0 0,-1-1 0,0-1 0,-1 1 0,-1-2 0,0 1 0,6-17 0,-1-5 0,-2-1 0,-1 0 0,-2 0 0,-2-1 0,3-74 0,-9 100 0,3-136 0,-4 121 0,-1 0 0,-2 1 0,-9-38 0,5 44 0,8 20 0,0 0 0,0 0 0,0 0 0,-1 0 0,1 0 0,0 0 0,0 0 0,0 0 0,0 0 0,-1 0 0,1 0 0,0 0 0,0 0 0,0 0 0,-1-1 0,1 2 0,0-1 0,0 0 0,0 0 0,0 0 0,-1 0 0,1 0 0,0 0 0,0 0 0,0 0 0,0 0 0,-1 0 0,1 0 0,0 0 0,0 0 0,0 0 0,0 1 0,0-1 0,0 0 0,-1 0 0,1 0 0,0 0 0,0 0 0,0 1 0,0-1 0,0 0 0,0 0 0,0 0 0,0 0 0,0 1 0,0-1 0,-1 0 0,0 6 0,-1-1 0,1 0 0,0 1 0,-1 9 0,-12 144-682,15 312-1,4-421-6143</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5.269"/>
    </inkml:context>
    <inkml:brush xml:id="br0">
      <inkml:brushProperty name="width" value="0.05" units="cm"/>
      <inkml:brushProperty name="height" value="0.05" units="cm"/>
    </inkml:brush>
  </inkml:definitions>
  <inkml:trace contextRef="#ctx0" brushRef="#br0">0 62 24575,'2'-2'0,"4"8"0,3 10 0,0 11 0,-1 0 0,8 54 0,-9-45 0,7 60 0,-12-82 0,-2-1 0,1 1 0,-2-1 0,0 1 0,-3 14 0,-7-3 0,3-20 0,7-5 0,1 0 0,-1 0 0,1-1 0,-1 1 0,1 0 0,-1-1 0,1 1 0,0-1 0,-1 1 0,1 0 0,-1-1 0,1 1 0,0-1 0,0 1 0,-1-1 0,1 1 0,0-1 0,0 1 0,0-1 0,-1 1 0,1-1 0,0 0 0,-2-10 0,0-1 0,0 1 0,1 0 0,0-1 0,1 1 0,1-1 0,0 1 0,3-14 0,24-91 0,-26 110 0,-1 2 0,34-104 0,-30 95 0,1-1 0,0 1 0,2 0 0,-1 0 0,14-17 0,-20 29 0,0-1 0,0 1 0,0 0 0,1-1 0,-1 1 0,0 0 0,1 0 0,-1 0 0,0 0 0,1 0 0,-1 0 0,1 0 0,0 1 0,-1-1 0,1 1 0,0-1 0,-1 1 0,1-1 0,0 1 0,2 0 0,-3 0 0,1 0 0,-1 1 0,1-1 0,-1 1 0,1 0 0,-1-1 0,0 1 0,1 0 0,-1 0 0,0 0 0,1 0 0,-1 0 0,0 0 0,0 0 0,0 0 0,0 1 0,1 1 0,3 5 0,-1 0 0,-1-1 0,0 1 0,0 0 0,0 1 0,2 14 0,-1 8 0,-2 1 0,-1 35 0,-1 2 0,0-68 0,0-1 0,0 1 0,0 0 0,0 0 0,0 0 0,0 0 0,0-1 0,0 1 0,0 0 0,1 0 0,-1 0 0,0-1 0,1 1 0,-1 0 0,0 0 0,1-1 0,-1 1 0,1 0 0,-1-1 0,2 2 0,-2-2 0,1 0 0,-1 0 0,1 0 0,-1-1 0,1 1 0,-1 0 0,1 0 0,-1 0 0,1-1 0,-1 1 0,1 0 0,-1-1 0,0 1 0,1 0 0,-1-1 0,1 1 0,-1-1 0,0 1 0,1 0 0,-1-1 0,0 1 0,1-2 0,19-37 0,-17 34 0,14-31 0,-6 10 0,1 1 0,24-35 0,-36 59 0,1-1 0,0 1 0,0-1 0,0 1 0,0-1 0,0 1 0,1 0 0,-1 0 0,0 0 0,1 0 0,-1 0 0,0 0 0,1 0 0,-1 0 0,1 0 0,-1 1 0,1-1 0,0 0 0,-1 1 0,1-1 0,0 1 0,-1 0 0,1 0 0,2 0 0,-2 0 0,0 1 0,0 0 0,-1 0 0,1 0 0,0 1 0,-1-1 0,1 0 0,-1 1 0,1-1 0,-1 1 0,1-1 0,-1 1 0,0-1 0,0 1 0,0 0 0,0 0 0,0 0 0,0 0 0,0 3 0,8 21 2,-2 1-1,-1 0 1,-1 0 0,1 32-1,1-4-1374,-3-25-5453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5.593"/>
    </inkml:context>
    <inkml:brush xml:id="br0">
      <inkml:brushProperty name="width" value="0.05" units="cm"/>
      <inkml:brushProperty name="height" value="0.05" units="cm"/>
    </inkml:brush>
  </inkml:definitions>
  <inkml:trace contextRef="#ctx0" brushRef="#br0">65 115 24575,'5'-9'0,"14"-32"0,-19 39 0,1 1 0,0-1 0,-1 0 0,1 0 0,-1 0 0,0 1 0,1-1 0,-1 0 0,0 0 0,0 0 0,0 0 0,0 0 0,-1 0 0,1 1 0,0-1 0,-1 0 0,0 0 0,0-2 0,0 4 0,1 0 0,0-1 0,-1 1 0,1 0 0,0 0 0,-1 0 0,1 0 0,-1-1 0,1 1 0,0 0 0,-1 0 0,1 0 0,-1 0 0,1 0 0,-1 0 0,1 0 0,0 0 0,-1 1 0,1-1 0,-1 0 0,1 0 0,0 0 0,-1 0 0,1 0 0,0 1 0,-1-1 0,1 0 0,0 0 0,-1 1 0,1-1 0,0 0 0,-1 0 0,1 1 0,0-1 0,0 0 0,-1 1 0,1-1 0,0 0 0,0 1 0,0-1 0,-1 1 0,1 0 0,-12 17 0,12-18 0,-10 20 0,0 0 0,2 1 0,0 0 0,1 0 0,-4 25 0,8-31 0,1-1 0,0 0 0,1 1 0,1-1 0,0 1 0,1-1 0,1 1 0,6 27 0,-7-39 0,0 0 0,0 0 0,0 0 0,0 0 0,0 0 0,1 0 0,-1-1 0,1 1 0,0-1 0,0 1 0,0-1 0,0 1 0,0-1 0,0 0 0,1 0 0,-1 0 0,1 0 0,-1-1 0,1 1 0,0-1 0,0 0 0,0 1 0,0-1 0,0 0 0,0-1 0,0 1 0,0 0 0,0-1 0,0 0 0,0 0 0,0 0 0,0 0 0,0 0 0,0 0 0,1-1 0,-1 0 0,0 0 0,0 1 0,0-2 0,-1 1 0,1 0 0,0-1 0,0 1 0,-1-1 0,1 0 0,4-4 0,2-2 0,0 0 0,-1-1 0,0 0 0,0-1 0,-1 0 0,-1 0 0,1 0 0,-2-1 0,9-20 0,-3 2 0,-2 0 0,10-52 0,-18 76 0,2-9 0,0 0 0,-1 0 0,-1 0 0,0 0 0,-1-1 0,-2-13 0,2 27 0,0 0 0,0 0 0,0 0 0,0 0 0,0 0 0,0 1 0,-1-1 0,1 0 0,0 0 0,0 0 0,-1 0 0,1 1 0,0-1 0,-1 0 0,1 0 0,-1 1 0,1-1 0,-1 0 0,1 1 0,-1-1 0,0 0 0,1 1 0,-1-1 0,0 1 0,1-1 0,-1 1 0,0-1 0,0 1 0,0 0 0,1-1 0,-1 1 0,0 0 0,0 0 0,0 0 0,0-1 0,1 1 0,-1 0 0,0 0 0,0 0 0,0 0 0,0 1 0,0-1 0,1 0 0,-1 0 0,0 0 0,0 1 0,0-1 0,0 0 0,1 1 0,-1-1 0,0 1 0,0-1 0,1 1 0,-2 0 0,-4 3 0,1 1 0,-1-1 0,1 1 0,0 0 0,-5 7 0,2-2-227,1 1-1,0 0 1,1 0-1,0 0 1,-4 13-1,3-2-6598</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5.873"/>
    </inkml:context>
    <inkml:brush xml:id="br0">
      <inkml:brushProperty name="width" value="0.05" units="cm"/>
      <inkml:brushProperty name="height" value="0.05" units="cm"/>
    </inkml:brush>
  </inkml:definitions>
  <inkml:trace contextRef="#ctx0" brushRef="#br0">537 88 24575,'0'-10'0,"-1"-34"0,1 42 0,-1 1 0,1-1 0,0 0 0,-1 0 0,1 0 0,-1 0 0,1 0 0,-1 1 0,0-1 0,0 0 0,0 1 0,0-1 0,0 1 0,0-1 0,-1 1 0,1-1 0,-3-1 0,3 2 0,1 1 0,-1 0 0,0 0 0,1 0 0,-1 0 0,0 0 0,0 0 0,1 0 0,-1 0 0,0 0 0,1 0 0,-1 1 0,0-1 0,1 0 0,-1 0 0,0 1 0,1-1 0,-1 0 0,0 1 0,1-1 0,-1 0 0,1 1 0,-1-1 0,1 1 0,-1-1 0,1 1 0,-1 0 0,1-1 0,-1 1 0,1-1 0,0 1 0,-1 1 0,-14 25 0,13-23 0,-25 58 0,-27 84 0,-8 72 0,28-95 0,25-91 0,-224 702 0,216-690 0,3-10 0,-16 59 0,28-74-1365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6.171"/>
    </inkml:context>
    <inkml:brush xml:id="br0">
      <inkml:brushProperty name="width" value="0.05" units="cm"/>
      <inkml:brushProperty name="height" value="0.05" units="cm"/>
    </inkml:brush>
  </inkml:definitions>
  <inkml:trace contextRef="#ctx0" brushRef="#br0">188 151 24575,'-35'-58'0,"22"38"0,-14-32 0,26 51 0,1-1 0,-1 0 0,0 1 0,0-1 0,1 1 0,-1-1 0,0 1 0,0-1 0,0 1 0,-1-1 0,-1-1 0,-2 7 0,0 13 0,-70 441-628,67-404-109,2-2-6089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6.561"/>
    </inkml:context>
    <inkml:brush xml:id="br0">
      <inkml:brushProperty name="width" value="0.05" units="cm"/>
      <inkml:brushProperty name="height" value="0.05" units="cm"/>
    </inkml:brush>
  </inkml:definitions>
  <inkml:trace contextRef="#ctx0" brushRef="#br0">24 180 24575,'-11'1'0,"-2"-1"0,22-5 0,59-16 0,1 3 0,0 2 0,1 4 0,84-4 0,-143 15 0,1 1 0,-1 1 0,0 0 0,0 0 0,0 1 0,15 5 0,-23-6 0,1 1 0,0-1 0,-1 1 0,1 0 0,-1 0 0,0 0 0,0 0 0,0 0 0,0 1 0,0 0 0,0-1 0,-1 1 0,1 0 0,-1 0 0,0 1 0,0-1 0,0 0 0,0 1 0,-1-1 0,1 1 0,-1-1 0,1 5 0,0 5 0,0 0 0,-1 0 0,-1 0 0,0 0 0,0 0 0,-2 0 0,0 0 0,0 0 0,-4 12 0,0-5 0,-1 0 0,-1 0 0,0-1 0,-21 34 0,28-51 0,0 0 0,-1 0 0,1 0 0,0-1 0,-1 1 0,0 0 0,1-1 0,-1 1 0,0-1 0,0 0 0,1 1 0,-1-1 0,0 0 0,0 0 0,-1 0 0,1-1 0,-3 2 0,5-2 0,-1 0 0,0 0 0,0 0 0,1 0 0,-1 0 0,0 0 0,0 0 0,1-1 0,-1 1 0,0 0 0,0 0 0,1-1 0,-1 1 0,0 0 0,1-1 0,-1 1 0,0-1 0,1 1 0,-2-2 0,1 1 0,0-1 0,0 1 0,0-1 0,0 0 0,0 1 0,1-1 0,-1 0 0,0 0 0,1 0 0,0 1 0,-1-4 0,0-4 0,1-1 0,0 1 0,0-1 0,1 1 0,1-1 0,-1 1 0,1 0 0,6-15 0,31-69 0,-25 66 86,0 0-1,2 1 0,27-34 1,-34 49-257,1 0 0,0 1 1,0 0-1,1 0 0,1 1 1,0 1-1,0 0 0,0 0 1,18-6-1,-7 5-6655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6.998"/>
    </inkml:context>
    <inkml:brush xml:id="br0">
      <inkml:brushProperty name="width" value="0.05" units="cm"/>
      <inkml:brushProperty name="height" value="0.05" units="cm"/>
    </inkml:brush>
  </inkml:definitions>
  <inkml:trace contextRef="#ctx0" brushRef="#br0">279 170 24575,'1'-25'0,"0"7"0,-1 0 0,-3-27 0,2 42 0,1 0 0,-1-1 0,1 1 0,-1 0 0,0 0 0,0-1 0,-1 1 0,1 0 0,-1 0 0,1 0 0,-1 0 0,0 1 0,0-1 0,0 0 0,-1 1 0,1 0 0,0-1 0,-1 1 0,-4-3 0,5 5 0,-1-1 0,1 0 0,-1 0 0,1 1 0,-1 0 0,1-1 0,-1 1 0,1 0 0,-1 0 0,0 1 0,1-1 0,-1 0 0,1 1 0,-1 0 0,1-1 0,-1 1 0,1 0 0,0 0 0,-1 0 0,-1 2 0,-8 4 0,1 1 0,-16 12 0,22-16 0,-11 9 0,1 1 0,1 0 0,0 1 0,-17 24 0,26-31 0,-1 0 0,2 0 0,-1 0 0,1 0 0,1 1 0,-1-1 0,1 1 0,1 0 0,0 0 0,0 0 0,1 0 0,-1 11 0,2-17 0,0 0 0,1 1 0,-1-1 0,0 0 0,1 0 0,0 1 0,0-1 0,0 0 0,0 0 0,1 0 0,-1 0 0,1 0 0,0 0 0,-1 0 0,1-1 0,1 1 0,-1-1 0,4 5 0,-1-4 0,-1-1 0,0 1 0,1-1 0,-1 1 0,1-1 0,0-1 0,0 1 0,0-1 0,0 0 0,0 0 0,6 1 0,1-2 0,1 1 0,-1-2 0,0 0 0,0 0 0,0-1 0,0 0 0,0-1 0,0-1 0,17-7 0,-16 4 0,0-1 0,-1-1 0,0 0 0,0 0 0,-1-1 0,0 0 0,-1-1 0,0-1 0,-1 1 0,15-26 0,-23 36 0,-1 0 0,1 0 0,0-1 0,0 1 0,-1 0 0,1 0 0,0 0 0,0 0 0,0 0 0,0 1 0,0-1 0,0 0 0,2-1 0,-3 3 0,0-1 0,1 0 0,-1 0 0,0 0 0,0 0 0,1 0 0,-1 1 0,0-1 0,0 0 0,1 0 0,-1 1 0,0-1 0,0 0 0,0 0 0,0 1 0,1-1 0,-1 0 0,0 0 0,0 1 0,0-1 0,0 0 0,0 1 0,0-1 0,0 0 0,0 0 0,0 1 0,0-1 0,0 0 0,0 1 0,0-1 0,0 0 0,0 1 0,0-1 0,-5 42 0,5-37 0,-19 101-1365,15-73-5461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7.324"/>
    </inkml:context>
    <inkml:brush xml:id="br0">
      <inkml:brushProperty name="width" value="0.05" units="cm"/>
      <inkml:brushProperty name="height" value="0.05" units="cm"/>
    </inkml:brush>
  </inkml:definitions>
  <inkml:trace contextRef="#ctx0" brushRef="#br0">125 82 24575,'-2'-3'0,"-1"1"0,0-1 0,0 0 0,0 1 0,0 0 0,0 0 0,0 0 0,-6-3 0,8 5 0,-1 0 0,0 0 0,1-1 0,-1 1 0,1 0 0,-1 1 0,1-1 0,-1 0 0,1 0 0,-1 0 0,1 1 0,-1-1 0,1 1 0,-1 0 0,1-1 0,0 1 0,-1 0 0,1 0 0,0-1 0,-1 1 0,1 0 0,0 0 0,0 1 0,-2 1 0,-2 3 0,0 1 0,0-1 0,0 1 0,1 1 0,0-1 0,1 1 0,-1-1 0,1 1 0,1 0 0,0 0 0,-2 10 0,0 7 0,1 1 0,0 33 0,3-38 0,1-1 0,0 0 0,7 28 0,-8-43 0,1-1 0,0 1 0,0-1 0,1 1 0,-1-1 0,1 0 0,0 0 0,0 0 0,1 0 0,-1 0 0,1 0 0,-1-1 0,1 1 0,1-1 0,-1 0 0,0 0 0,1 0 0,-1 0 0,1-1 0,0 1 0,6 2 0,-8-4 0,1-1 0,-1 1 0,0-1 0,1 0 0,-1 1 0,0-1 0,1 0 0,-1 0 0,1-1 0,-1 1 0,0 0 0,1-1 0,-1 0 0,0 1 0,4-3 0,-1 1 0,-1-1 0,1 0 0,-1 0 0,1 0 0,-1 0 0,6-7 0,1-3 0,0-1 0,-1 0 0,11-21 0,0-4 0,-2-1 0,18-56 0,16-87 0,-51 175 139,-3 9 49,-4 13-1036,4-12 4,-6 17-5982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7.931"/>
    </inkml:context>
    <inkml:brush xml:id="br0">
      <inkml:brushProperty name="width" value="0.05" units="cm"/>
      <inkml:brushProperty name="height" value="0.05" units="cm"/>
    </inkml:brush>
  </inkml:definitions>
  <inkml:trace contextRef="#ctx0" brushRef="#br0">0 728 24575,'1'4'0,"-1"0"0,1 0 0,0 0 0,0 0 0,1 0 0,-1 0 0,1 0 0,0 0 0,0-1 0,0 1 0,0-1 0,0 0 0,1 1 0,0-1 0,-1 0 0,1 0 0,1-1 0,-1 1 0,0-1 0,1 1 0,-1-1 0,1 0 0,6 3 0,1-1 0,-1 0 0,0 0 0,1-1 0,0 0 0,-1 0 0,1-2 0,19 2 0,-22-3 0,1 0 0,-1-1 0,0 0 0,0-1 0,0 0 0,0 0 0,0 0 0,-1-1 0,1-1 0,-1 1 0,0-1 0,0 0 0,0-1 0,0 1 0,-1-1 0,1-1 0,8-9 0,-11 10 0,1-1 0,-1 0 0,0 0 0,0 0 0,-1 0 0,0-1 0,0 1 0,-1-1 0,1 0 0,-1 0 0,-1 0 0,1 0 0,-1 0 0,-1 0 0,1 0 0,-1 0 0,0 0 0,-1-1 0,0 1 0,-2-8 0,1 7 0,0 0 0,-1 0 0,0 1 0,0-1 0,0 1 0,-1 0 0,-1 0 0,1 0 0,-1 0 0,0 1 0,-1 0 0,-6-7 0,9 11 0,0 0 0,0 0 0,0 0 0,0 0 0,0 0 0,-1 0 0,1 1 0,0 0 0,-1-1 0,1 1 0,-1 1 0,0-1 0,1 0 0,-1 1 0,0 0 0,1 0 0,-1 0 0,0 0 0,1 1 0,-1-1 0,1 1 0,-1 0 0,0 0 0,1 0 0,0 0 0,-1 1 0,1 0 0,0-1 0,-4 3 0,0 2 0,-1 0 0,1 0 0,1 1 0,-1 0 0,1 0 0,0 1 0,0-1 0,1 1 0,0 0 0,1 1 0,0-1 0,0 1 0,0 0 0,1 0 0,1 0 0,-3 17 0,1-5 0,2 0 0,1 0 0,0 1 0,1-1 0,2 0 0,5 32 0,-5-42 0,1 0 0,0-1 0,1 1 0,0-1 0,0 1 0,1-1 0,0-1 0,1 1 0,0-1 0,14 15 0,-16-19 0,1 0 0,0-1 0,0 0 0,0 0 0,0-1 0,1 1 0,-1-1 0,1 0 0,0-1 0,0 1 0,0-1 0,0 0 0,1-1 0,-1 0 0,0 1 0,1-2 0,-1 1 0,1-1 0,11-1 0,-6-1 0,-1-1 0,0 0 0,0 0 0,0-1 0,0 0 0,0-1 0,-1-1 0,0 1 0,0-2 0,-1 1 0,1-1 0,-1-1 0,-1 0 0,1 0 0,-2 0 0,1-1 0,11-18 0,-3 2 0,-2 0 0,0-1 0,-2 0 0,-1-1 0,-1-1 0,7-30 0,-2-14 0,-3-2 0,-3 0 0,-3 0 0,-4 0 0,-8-97 0,4 151 0,0 0 0,-1 1 0,-10-35 0,12 52 0,1 0 0,-1 1 0,0-1 0,0 0 0,0 0 0,0 0 0,0 1 0,0-1 0,0 0 0,0 1 0,-1-1 0,1 1 0,0-1 0,-1 1 0,0 0 0,1 0 0,-4-2 0,4 2 0,-1 1 0,1 0 0,0 0 0,-1 0 0,1 0 0,-1 1 0,1-1 0,0 0 0,-1 0 0,1 1 0,0-1 0,0 1 0,-1-1 0,1 1 0,0 0 0,0-1 0,0 1 0,0 0 0,0 0 0,0 0 0,0 0 0,0 0 0,0 0 0,0 0 0,0 0 0,-1 2 0,-6 8 0,1 0 0,0 0 0,1 1 0,0 0 0,1 1 0,-5 17 0,-18 85 0,21-85 0,-12 65 0,3-1 0,5 2 0,4 0 0,7 153 0,3-223-455,0-1 0,10 36 0,-1-24-6371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8.117"/>
    </inkml:context>
    <inkml:brush xml:id="br0">
      <inkml:brushProperty name="width" value="0.05" units="cm"/>
      <inkml:brushProperty name="height" value="0.05" units="cm"/>
    </inkml:brush>
  </inkml:definitions>
  <inkml:trace contextRef="#ctx0" brushRef="#br0">30 0 24575,'-3'3'0,"-4"1"0,-3 3 0,2 0 0,6-1 0,9-2 0,10-1 0,10-4 0,7-2 0,7-4 0,-4 0-8191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8.729"/>
    </inkml:context>
    <inkml:brush xml:id="br0">
      <inkml:brushProperty name="width" value="0.05" units="cm"/>
      <inkml:brushProperty name="height" value="0.05" units="cm"/>
    </inkml:brush>
  </inkml:definitions>
  <inkml:trace contextRef="#ctx0" brushRef="#br0">106 96 24575,'-5'-12'0,"-1"0"0,-1 1 0,0 0 0,0 0 0,-1 0 0,-12-12 0,20 23 0,-1-1 0,1 1 0,0-1 0,-1 1 0,1 0 0,-1-1 0,1 1 0,-1 0 0,1 0 0,-1-1 0,1 1 0,-1 0 0,1 0 0,-1 0 0,1 0 0,-1-1 0,1 1 0,-1 0 0,1 0 0,-1 0 0,1 0 0,-1 0 0,1 0 0,-1 0 0,0 1 0,1-1 0,-1 0 0,1 0 0,-1 0 0,1 1 0,-1-1 0,1 0 0,-1 0 0,1 1 0,0-1 0,-1 0 0,1 1 0,-1-1 0,1 0 0,0 1 0,-1-1 0,1 1 0,0-1 0,0 1 0,-1-1 0,1 1 0,0-1 0,0 1 0,-1-1 0,1 1 0,0 0 0,-6 32 0,5-29 0,-15 365 0,16-368 0,-1-1 0,1 1 0,0 0 0,0 0 0,0-1 0,0 1 0,0 0 0,1 0 0,-1-1 0,0 1 0,0 0 0,0-1 0,1 1 0,-1 0 0,0-1 0,0 1 0,1 0 0,-1-1 0,1 1 0,0 0 0,-1-1 0,1 0 0,-1 0 0,1 0 0,-1 0 0,1 0 0,-1 0 0,1 0 0,-1 0 0,1-1 0,-1 1 0,0 0 0,1 0 0,-1-1 0,1 1 0,-1 0 0,0 0 0,1-1 0,-1 1 0,0 0 0,1-1 0,-1 1 0,1-1 0,19-31 0,-19 29 0,51-105 0,-38 74 0,2 0 0,1 2 0,27-40 0,-40 68 0,-1-1 0,1 1 0,0 0 0,0 0 0,0 0 0,6-3 0,-9 7 0,-1-1 0,1 1 0,0-1 0,0 1 0,-1-1 0,1 1 0,0 0 0,0 0 0,0-1 0,0 1 0,-1 0 0,1 0 0,0 0 0,0 0 0,0 0 0,0 0 0,0 0 0,0 0 0,-1 0 0,1 0 0,0 0 0,0 1 0,0-1 0,0 0 0,-1 1 0,1-1 0,0 0 0,0 1 0,-1-1 0,1 1 0,0 0 0,-1-1 0,1 1 0,0-1 0,-1 1 0,1 0 0,-1-1 0,1 1 0,-1 0 0,1 0 0,-1-1 0,0 1 0,1 0 0,-1 0 0,0 0 0,0 0 0,1 1 0,3 15 0,-1 1 0,-1 0 0,0 0 0,-2 0 0,0 0 0,-3 28 0,0-2 0,3-40 0,0 3 0,0 0 0,0 1 0,0-1 0,3 9 0,-3-15 0,0 0 0,0 0 0,0 0 0,0-1 0,1 1 0,-1 0 0,0 0 0,1 0 0,-1-1 0,0 1 0,1 0 0,-1-1 0,1 1 0,-1 0 0,1-1 0,-1 1 0,1 0 0,0-1 0,-1 1 0,1-1 0,0 1 0,-1-1 0,1 0 0,0 1 0,0-1 0,-1 0 0,1 1 0,0-1 0,0 0 0,0 0 0,0 0 0,-1 0 0,1 1 0,0-1 0,0 0 0,0-1 0,0 1 0,-1 0 0,1 0 0,0 0 0,0 0 0,0-1 0,-1 1 0,1 0 0,0-1 0,0 1 0,0-1 0,11-7 0,0 0 0,-1-1 0,0-1 0,0 0 0,-1 0 0,-1 0 0,13-18 0,5-5 0,22-26 0,-19 22 0,42-39 0,-71 74 0,1 1 0,0-1 0,0 1 0,0-1 0,0 1 0,0-1 0,0 1 0,0 0 0,0 0 0,0 0 0,1 1 0,3-2 0,-6 2 0,1 0 0,-1 0 0,1 0 0,-1 0 0,1 0 0,-1 0 0,1 1 0,-1-1 0,1 0 0,-1 0 0,1 0 0,-1 1 0,0-1 0,1 0 0,-1 0 0,1 1 0,-1-1 0,0 0 0,1 1 0,-1-1 0,0 0 0,1 2 0,4 17 0,-6 13 0,-1 0 0,-1-1 0,-9 35 0,-3 32 0,9-21-1365,5-50-5461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49.601"/>
    </inkml:context>
    <inkml:brush xml:id="br0">
      <inkml:brushProperty name="width" value="0.05" units="cm"/>
      <inkml:brushProperty name="height" value="0.05" units="cm"/>
    </inkml:brush>
  </inkml:definitions>
  <inkml:trace contextRef="#ctx0" brushRef="#br0">0 23 24575,'0'-1'0,"0"0"0,0-1 0,1 1 0,-1 0 0,0 0 0,0-1 0,1 1 0,-1 0 0,1 0 0,-1 0 0,1 0 0,0-1 0,-1 1 0,1 0 0,0 0 0,1-1 0,6 1 0,-1 12 0,-3 6 0,0 0 0,-2 0 0,0 0 0,-1 0 0,-1 32 0,-1-12 0,2 29 0,5 187 0,-1-199 0,1 0 0,22 85 0,-21-118-455,0 0 0,16 33 0,-6-24-6371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0.024"/>
    </inkml:context>
    <inkml:brush xml:id="br0">
      <inkml:brushProperty name="width" value="0.05" units="cm"/>
      <inkml:brushProperty name="height" value="0.05" units="cm"/>
    </inkml:brush>
  </inkml:definitions>
  <inkml:trace contextRef="#ctx0" brushRef="#br0">80 100 24575,'-79'0'0,"153"-1"0,1-3 0,-1-3 0,0-4 0,-1-3 0,75-24 0,-124 29 0,-17 6 0,0 0 0,-1 0 0,1 1 0,12-2 0,-18 4 0,1 0 0,0 0 0,0 0 0,0 0 0,0 0 0,0 0 0,0 1 0,-1-1 0,1 0 0,0 1 0,0 0 0,-1-1 0,1 1 0,0 0 0,-1 0 0,1 0 0,0 0 0,-1 0 0,0 0 0,1 1 0,-1-1 0,2 2 0,7 13 0,0-1 0,-2 1 0,1 1 0,-2 0 0,9 30 0,-7-21 0,-2-9 0,22 70 0,-26-74 0,0-1 0,-1 0 0,0 0 0,-1 1 0,0 13 0,-1-24 0,0-1 0,0 1 0,0 0 0,-1 0 0,1 0 0,0 0 0,-1 0 0,1-1 0,-1 1 0,0 0 0,0 0 0,0-1 0,1 1 0,-1-1 0,-1 1 0,0 1 0,1-2 0,0-1 0,1 1 0,-1-1 0,0 1 0,0-1 0,0 0 0,0 1 0,0-1 0,0 0 0,0 1 0,0-1 0,0 0 0,0 0 0,0 0 0,0 0 0,0 0 0,0 0 0,0 0 0,0-1 0,0 1 0,-1 0 0,-2-2 0,0 0 0,0 0 0,1 0 0,-1 0 0,1 0 0,0 0 0,0-1 0,-1 0 0,2 0 0,-1 0 0,0 0 0,-4-6 0,2-2 0,-1 0 0,1 0 0,1 0 0,0-1 0,1 0 0,0 0 0,1 0 0,0 0 0,1 0 0,0 0 0,1 0 0,0-1 0,1 1 0,0 0 0,1 0 0,4-12 0,-4 16 0,1-1 0,0 1 0,0 0 0,1 0 0,0 0 0,0 1 0,1-1 0,0 1 0,0 0 0,9-8 0,-10 11 0,1 0 0,0 0 0,0 0 0,1 1 0,-1 0 0,1 0 0,-1 0 0,1 1 0,0-1 0,0 2 0,0-1 0,0 1 0,1-1 0,-1 2 0,9-1 0,23 3-1365,-4 4-5461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0.432"/>
    </inkml:context>
    <inkml:brush xml:id="br0">
      <inkml:brushProperty name="width" value="0.05" units="cm"/>
      <inkml:brushProperty name="height" value="0.05" units="cm"/>
    </inkml:brush>
  </inkml:definitions>
  <inkml:trace contextRef="#ctx0" brushRef="#br0">158 284 24575,'2'-69'0,"-1"26"0,-7-84 0,6 123 0,-1 1 0,1 0 0,-1 0 0,0 0 0,0-1 0,0 1 0,-1 0 0,1 0 0,-1 1 0,1-1 0,-3-3 0,4 6 0,-1-1 0,1 1 0,-1 0 0,1-1 0,-1 1 0,1 0 0,-1-1 0,1 1 0,-1 0 0,0-1 0,1 1 0,-1 0 0,1 0 0,-1 0 0,0 0 0,1 0 0,-1 0 0,0 0 0,1 0 0,-1 0 0,1 0 0,-1 0 0,0 0 0,-1 1 0,0 0 0,1-1 0,-1 1 0,0 0 0,1 0 0,-1 0 0,1 1 0,0-1 0,-1 0 0,1 1 0,-2 2 0,-8 11 0,0 1 0,2 0 0,0 0 0,1 1 0,-10 28 0,7-11 0,-13 69 0,22-92 0,1 0 0,0 0 0,0-1 0,1 1 0,1 0 0,1 12 0,-1-21 0,-1 0 0,0-1 0,1 1 0,-1 0 0,1 0 0,-1-1 0,1 1 0,0 0 0,0 0 0,0-1 0,0 1 0,0-1 0,0 1 0,0-1 0,0 0 0,1 1 0,-1-1 0,0 0 0,1 0 0,-1 0 0,1 0 0,0 0 0,-1 0 0,1 0 0,0 0 0,-1-1 0,1 1 0,0-1 0,0 1 0,0-1 0,-1 0 0,1 0 0,0 0 0,0 0 0,0 0 0,0 0 0,0 0 0,-1-1 0,1 1 0,0 0 0,0-1 0,2-1 0,6-2 0,-1 0 0,0 0 0,0-1 0,0-1 0,0 1 0,-1-1 0,0-1 0,-1 1 0,1-1 0,11-15 0,4-8 0,29-49 0,-4-9 0,-48 87 0,0 1 0,0 0 0,0 0 0,0-1 0,0 1 0,0 0 0,0-1 0,0 1 0,0 0 0,0 0 0,0-1 0,1 1 0,-1 0 0,0-1 0,0 1 0,0 0 0,0 0 0,1 0 0,-1-1 0,0 1 0,0 0 0,1 0 0,-1 0 0,0-1 0,0 1 0,1 0 0,-1 0 0,0 0 0,0 0 0,1 0 0,-1 0 0,0 0 0,1-1 0,-1 1 0,0 0 0,1 0 0,-1 0 0,1 0 0,2 14 0,-3 32 0,0-39 0,-2 25 110,1-11-405,0-1 0,1 1 0,2 0 0,6 39 0,0-37-6531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0.726"/>
    </inkml:context>
    <inkml:brush xml:id="br0">
      <inkml:brushProperty name="width" value="0.05" units="cm"/>
      <inkml:brushProperty name="height" value="0.05" units="cm"/>
    </inkml:brush>
  </inkml:definitions>
  <inkml:trace contextRef="#ctx0" brushRef="#br0">2 112 24575,'-1'-33'0,"1"17"0,2 37 0,0 6 0,1 0 0,2-1 0,8 27 0,-9-40 0,0-1 0,0 0 0,2 0 0,-1-1 0,1 1 0,1-1 0,0-1 0,13 16 0,-18-24 0,-1 0 0,1 0 0,0-1 0,0 1 0,1 0 0,-1-1 0,0 1 0,0-1 0,1 1 0,-1-1 0,1 0 0,-1 0 0,1 0 0,0-1 0,-1 1 0,1-1 0,0 1 0,-1-1 0,6 0 0,-6-1 0,1 1 0,-1-1 0,1 0 0,-1 0 0,0 0 0,1 0 0,-1-1 0,0 1 0,0 0 0,0-1 0,0 0 0,0 1 0,-1-1 0,1 0 0,0 0 0,-1 0 0,1 0 0,-1-1 0,0 1 0,0 0 0,2-4 0,4-14 0,0-2 0,-1 1 0,-2-1 0,0 1 0,-1-1 0,0-30 0,-1 21 0,1 0 0,9-35 0,-7 54 171,0 11 0,5 17-1878,-4-2-5119</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1.274"/>
    </inkml:context>
    <inkml:brush xml:id="br0">
      <inkml:brushProperty name="width" value="0.05" units="cm"/>
      <inkml:brushProperty name="height" value="0.05" units="cm"/>
    </inkml:brush>
  </inkml:definitions>
  <inkml:trace contextRef="#ctx0" brushRef="#br0">0 387 24575,'7'-1'0,"-7"1"0,1 0 0,-1 0 0,0 0 0,1-1 0,-1 1 0,0 0 0,0 0 0,1 0 0,-1 0 0,0 0 0,1 0 0,-1 0 0,0 0 0,0 0 0,1 0 0,-1 0 0,0 1 0,1-1 0,-1 0 0,0 0 0,0 0 0,1 0 0,-1 0 0,0 0 0,0 1 0,1-1 0,-1 0 0,0 0 0,0 0 0,0 1 0,1-1 0,-1 0 0,0 0 0,0 1 0,0-1 0,0 0 0,0 0 0,1 1 0,-1-1 0,0 0 0,0 1 0,0-1 0,0 0 0,0 0 0,0 1 0,0-1 0,0 0 0,0 1 0,0-1 0,0 0 0,0 0 0,0 1 0,-1 0 0,3 7 0,0 0 0,1 1 0,0-1 0,0 0 0,0 0 0,1 0 0,1-1 0,-1 1 0,1-1 0,0 0 0,9 9 0,-11-13 0,0-1 0,-1 1 0,1-1 0,0 0 0,0 0 0,0 0 0,0-1 0,0 1 0,0-1 0,1 1 0,-1-1 0,1 0 0,-1 0 0,1-1 0,-1 1 0,1-1 0,-1 0 0,1 0 0,-1 0 0,1 0 0,-1 0 0,1-1 0,-1 0 0,1 1 0,-1-1 0,1-1 0,-1 1 0,0 0 0,0-1 0,5-3 0,-2 1 0,0 0 0,-1-1 0,1 0 0,-1 0 0,0 0 0,0-1 0,-1 1 0,1-1 0,-1 0 0,-1-1 0,1 1 0,-1-1 0,0 1 0,3-14 0,-4 16 0,-1-1 0,0 1 0,0 0 0,-1-1 0,1 1 0,-1-1 0,0 1 0,-1-1 0,1 1 0,0-1 0,-1 1 0,0 0 0,0-1 0,-1 1 0,1 0 0,-1 0 0,0 0 0,0 0 0,0 0 0,-1 0 0,1 0 0,-1 1 0,0-1 0,0 1 0,-5-4 0,6 5 0,-1 0 0,1 0 0,-1 1 0,0-1 0,1 1 0,-1 0 0,0 0 0,0 0 0,0 0 0,0 0 0,0 1 0,0-1 0,0 1 0,0 0 0,0 0 0,0 0 0,0 0 0,0 0 0,0 1 0,0-1 0,0 1 0,0 0 0,0 0 0,0 0 0,0 0 0,1 1 0,-1-1 0,0 1 0,1 0 0,-1 0 0,1-1 0,0 1 0,-3 3 0,-3 3 0,1-1 0,0 1 0,1 1 0,0-1 0,0 1 0,1 0 0,0 0 0,-7 17 0,9-17 0,1 0 0,-1 0 0,2 0 0,-1 0 0,1 1 0,0-1 0,1 0 0,0 1 0,1-1 0,0 0 0,0 1 0,1-1 0,0 0 0,1 0 0,5 13 0,-5-15 0,1-1 0,-1 1 0,2-1 0,-1 1 0,1-1 0,-1 0 0,2-1 0,-1 1 0,1-1 0,-1 0 0,1-1 0,1 1 0,-1-1 0,1 0 0,-1-1 0,1 0 0,0 0 0,0 0 0,12 2 0,-6-3 0,-1 0 0,1 0 0,0-2 0,0 1 0,0-2 0,-1 0 0,1 0 0,0-1 0,-1-1 0,1 0 0,-1-1 0,0 0 0,0-1 0,0 0 0,-1-1 0,1 0 0,17-14 0,-15 9 0,-1 1 0,-1-2 0,0 0 0,0 0 0,-1-1 0,-1-1 0,0 1 0,-1-2 0,0 1 0,-2-1 0,1-1 0,-2 1 0,5-18 0,-5 11 0,-2 0 0,-1 0 0,-1 0 0,0 0 0,-2 0 0,0 0 0,-2 0 0,0 0 0,-2 0 0,0 0 0,-2 0 0,0 1 0,-17-38 0,20 52 0,-1 0 0,0 1 0,0 0 0,0 0 0,-7-7 0,10 12 0,1 0 0,-1 0 0,0 0 0,0 0 0,0 1 0,1-1 0,-1 0 0,0 0 0,0 1 0,0-1 0,0 1 0,0-1 0,-1 1 0,1-1 0,0 1 0,0 0 0,0-1 0,0 1 0,0 0 0,-1 0 0,1 0 0,0 0 0,0 0 0,0 0 0,0 0 0,-1 0 0,1 1 0,0-1 0,0 0 0,0 1 0,0-1 0,0 1 0,0-1 0,0 1 0,0-1 0,0 1 0,0 0 0,0 0 0,0-1 0,-1 3 0,-2 2 0,1 0 0,-1 0 0,1 1 0,0-1 0,1 1 0,-1-1 0,1 1 0,1 0 0,-1 0 0,-1 9 0,-1 11 0,0 29 0,4-41 0,-3 43 171,11 112 0,-4-136-513,2 0 1,1-1 0,1 1-1,23 52 1,-14-47-6485</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1.442"/>
    </inkml:context>
    <inkml:brush xml:id="br0">
      <inkml:brushProperty name="width" value="0.05" units="cm"/>
      <inkml:brushProperty name="height" value="0.05" units="cm"/>
    </inkml:brush>
  </inkml:definitions>
  <inkml:trace contextRef="#ctx0" brushRef="#br0">8 0 24575,'0'3'0,"-3"4"0,2 1 0,-2-1 0,3-2 0,7-2 0,8-1 0,9-1 0,8 0 0,5-1 0,5-1 0,2-2 0,-2-4 0,-6-1-8191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1.676"/>
    </inkml:context>
    <inkml:brush xml:id="br0">
      <inkml:brushProperty name="width" value="0.05" units="cm"/>
      <inkml:brushProperty name="height" value="0.05" units="cm"/>
    </inkml:brush>
  </inkml:definitions>
  <inkml:trace contextRef="#ctx0" brushRef="#br0">4 8 24575,'0'-3'0,"-3"-1"0,2 3 0,1 8 0,4 6 0,1 6 0,3 4 0,2 3 0,1 3 0,-3 3 0,1 2 0,-1-2 0,-2-6-8191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1.833"/>
    </inkml:context>
    <inkml:brush xml:id="br0">
      <inkml:brushProperty name="width" value="0.05" units="cm"/>
      <inkml:brushProperty name="height" value="0.05" units="cm"/>
    </inkml:brush>
  </inkml:definitions>
  <inkml:trace contextRef="#ctx0" brushRef="#br0">0 111 24575,'3'-9'0,"1"-9"0,0-7 0,-1-3 0,0 6 0,-2 14 0,0 10 0,2 9 0,1 8 0,-1 0-8191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2.263"/>
    </inkml:context>
    <inkml:brush xml:id="br0">
      <inkml:brushProperty name="width" value="0.05" units="cm"/>
      <inkml:brushProperty name="height" value="0.05" units="cm"/>
    </inkml:brush>
  </inkml:definitions>
  <inkml:trace contextRef="#ctx0" brushRef="#br0">82 439 24575,'1'1'0,"-1"-1"0,0 1 0,1-1 0,-1 1 0,1-1 0,-1 1 0,1-1 0,-1 0 0,1 1 0,-1-1 0,1 0 0,-1 1 0,1-1 0,0 0 0,-1 0 0,1 1 0,-1-1 0,1 0 0,0 0 0,-1 0 0,1 0 0,0 0 0,-1 0 0,1 0 0,0 0 0,-1 0 0,1 0 0,-1 0 0,1-1 0,0 1 0,-1 0 0,1 0 0,-1-1 0,1 1 0,0 0 0,-1-1 0,1 1 0,-1 0 0,1-1 0,-1 1 0,0-1 0,1 1 0,-1-1 0,1 1 0,-1-1 0,0 1 0,1-1 0,-1 1 0,0-1 0,0 0 0,1 1 0,-1-1 0,0 1 0,0-2 0,1 1 0,-1 0 0,0 0 0,0 0 0,0 1 0,0-1 0,0 0 0,0 0 0,0 0 0,0 0 0,-1 1 0,1-1 0,0 0 0,0 0 0,-1 0 0,1 1 0,0-1 0,-1 0 0,1 0 0,-1 1 0,1-1 0,-1 0 0,1 1 0,-1-1 0,0 1 0,1-1 0,-1 1 0,0-1 0,1 1 0,-1-1 0,0 1 0,0 0 0,1-1 0,-1 1 0,0 0 0,0-1 0,0 1 0,1 0 0,-1 0 0,0 0 0,0 0 0,0 0 0,0 0 0,1 0 0,-1 0 0,0 0 0,0 0 0,-1 1 0,-2 0 0,1 0 0,-1 0 0,1 1 0,-1 0 0,1-1 0,-1 1 0,1 0 0,0 0 0,0 1 0,0-1 0,0 1 0,0-1 0,-2 5 0,0-2 0,1 0 0,0 1 0,0-1 0,0 1 0,1 0 0,-4 9 0,6-13 0,0 0 0,0 0 0,1 1 0,-1-1 0,1 0 0,0 0 0,0 1 0,0-1 0,0 0 0,0 0 0,0 1 0,0-1 0,1 0 0,-1 0 0,1 1 0,0-1 0,-1 0 0,1 0 0,0 0 0,0 0 0,0 0 0,1 0 0,-1 0 0,0 0 0,1-1 0,-1 1 0,1-1 0,0 1 0,0-1 0,-1 1 0,1-1 0,0 0 0,0 0 0,0 0 0,0 0 0,3 1 0,5 2 0,1 0 0,0-1 0,0 0 0,0 0 0,22 0 0,-16-1 0,1-2 0,-1 0 0,1-1 0,-1-1 0,0 0 0,0-1 0,0-1 0,0-1 0,-1 0 0,22-11 0,-30 12 0,0 0 0,0-1 0,-1 0 0,1 0 0,-1-1 0,0 0 0,0 0 0,-1-1 0,0 0 0,0 0 0,-1 0 0,0-1 0,0 0 0,-1 0 0,1 0 0,-2 0 0,1-1 0,-1 1 0,-1-1 0,0 0 0,2-11 0,-3 3 0,0 1 0,-1-1 0,-1 1 0,-1-1 0,0 1 0,-1-1 0,-1 1 0,-6-17 0,1 7 0,-2 1 0,0-1 0,-2 2 0,-16-25 0,23 41 0,1 1 0,-1-1 0,0 1 0,-1 1 0,-13-12 0,18 17 0,1 0 0,-1 0 0,0 0 0,0 0 0,1 0 0,-1 0 0,0 1 0,0-1 0,0 1 0,0-1 0,0 1 0,0-1 0,0 1 0,-3 0 0,4 1 0,-1-1 0,1 1 0,0-1 0,-1 1 0,1-1 0,0 1 0,-1 0 0,1 0 0,0-1 0,0 1 0,0 0 0,0 0 0,0 0 0,0 1 0,0-1 0,0 0 0,0 0 0,0 0 0,1 1 0,-1-1 0,0 0 0,0 3 0,-3 6 0,1 1 0,0 0 0,0 0 0,1 0 0,-1 20 0,3 61 0,1-71 0,2 37 0,4 0 0,2 0 0,2-1 0,38 111 0,-35-125-1365,-4-9-5461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3.087"/>
    </inkml:context>
    <inkml:brush xml:id="br0">
      <inkml:brushProperty name="width" value="0.05" units="cm"/>
      <inkml:brushProperty name="height" value="0.05" units="cm"/>
    </inkml:brush>
  </inkml:definitions>
  <inkml:trace contextRef="#ctx0" brushRef="#br0">17 19 24575,'0'-3'0,"0"-4"0,-3-1 0,-1 8 0,0 5 0,1 9 0,1 11 0,3 7 0,3 7 0,-1 6 0,3 5 0,1-1 0,-2 0 0,-1-1 0,-2-7 0,0-4 0,-2-8-8191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4.176"/>
    </inkml:context>
    <inkml:brush xml:id="br0">
      <inkml:brushProperty name="width" value="0.05" units="cm"/>
      <inkml:brushProperty name="height" value="0.05" units="cm"/>
    </inkml:brush>
  </inkml:definitions>
  <inkml:trace contextRef="#ctx0" brushRef="#br0">92 200 24575,'-33'-58'0,"-10"-21"0,42 77 0,0 1 0,0-1 0,0 0 0,1 0 0,-1 0 0,1 0 0,-1 0 0,1 0 0,0 0 0,0-1 0,0 1 0,0 0 0,0 0 0,0 0 0,0 0 0,1 0 0,-1 0 0,1 0 0,-1 0 0,1 0 0,0 0 0,0 0 0,1-2 0,0 3 0,-1 0 0,1 0 0,-1-1 0,1 1 0,-1 0 0,1 1 0,0-1 0,-1 0 0,1 0 0,0 1 0,0-1 0,0 1 0,-1 0 0,1-1 0,0 1 0,0 0 0,0 0 0,0 0 0,0 0 0,-1 0 0,1 1 0,0-1 0,0 1 0,0-1 0,-1 1 0,3 0 0,-4-1 0,1 0 0,-1 0 0,1 0 0,-1 0 0,1 0 0,-1 1 0,0-1 0,1 0 0,-1 0 0,1 0 0,-1 0 0,0 0 0,1 1 0,-1-1 0,1 0 0,-1 0 0,0 1 0,1-1 0,-1 0 0,0 1 0,1-1 0,-1 0 0,0 1 0,0-1 0,0 0 0,1 1 0,-1-1 0,0 0 0,0 1 0,0-1 0,0 1 0,1-1 0,-1 1 0,0-1 0,0 0 0,0 1 0,0-1 0,0 1 0,0-1 0,0 1 0,0-1 0,0 0 0,-1 1 0,1-1 0,0 1 0,0-1 0,0 0 0,0 1 0,-1-1 0,1 1 0,0-1 0,0 0 0,-1 1 0,1-1 0,0 0 0,0 1 0,-1-1 0,1 0 0,0 0 0,-1 1 0,1-1 0,-1 0 0,1 0 0,0 0 0,-1 1 0,1-1 0,-1 0 0,-28 14 0,13-10 0,-6 3 0,21-8 0,11-3 0,-5 2 0,1 0 0,0 0 0,0 0 0,-1 1 0,1 0 0,0 0 0,0 1 0,0-1 0,0 1 0,0 1 0,0-1 0,0 1 0,0 0 0,10 3 0,-8-1 0,-1 0 0,0 1 0,0 0 0,0 0 0,0 1 0,0 0 0,-1 0 0,0 1 0,10 10 0,-2 2 0,-1 1 0,0 0 0,-1 1 0,-1 1 0,-1 0 0,13 38 0,-2 10-682,14 78-1,-24-86-6143</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4.781"/>
    </inkml:context>
    <inkml:brush xml:id="br0">
      <inkml:brushProperty name="width" value="0.05" units="cm"/>
      <inkml:brushProperty name="height" value="0.05" units="cm"/>
    </inkml:brush>
  </inkml:definitions>
  <inkml:trace contextRef="#ctx0" brushRef="#br0">55 208 24575,'-9'0'0,"-30"0"0,33-2 0,24-3 0,59-9 0,100-6 0,82 10 0,-3 1 0,-245 8 0,-2 1 0,1-1 0,0 0 0,-1 0 0,1-1 0,13-5 0,-22 6 0,1 1 0,0-1 0,-1 0 0,1 0 0,-1 0 0,1 0 0,-1 0 0,0 0 0,1 0 0,-1 0 0,0 0 0,0-1 0,0 1 0,0-1 0,0 1 0,0-1 0,0 1 0,-1-1 0,1 1 0,0-1 0,-1 0 0,1 1 0,-1-1 0,0 0 0,0 1 0,1-1 0,-1 0 0,0 0 0,-1 1 0,1-1 0,0 0 0,0 1 0,-1-1 0,1 0 0,-1 1 0,1-1 0,-2-1 0,1-2 0,-1 1 0,0-1 0,0 1 0,0 0 0,-1-1 0,1 1 0,-1 0 0,0 1 0,0-1 0,0 0 0,-1 1 0,1 0 0,-1 0 0,0 0 0,0 0 0,0 1 0,0-1 0,-1 1 0,1 0 0,-6-2 0,4 3 0,0-1 0,0 1 0,0 1 0,0-1 0,0 1 0,0 0 0,0 0 0,0 0 0,0 1 0,0 0 0,1 0 0,-1 1 0,0 0 0,0 0 0,-10 5 0,2 1 0,0 1 0,0 0 0,1 0 0,0 2 0,1-1 0,-13 15 0,18-17 0,1 0 0,-1 1 0,1-1 0,1 1 0,-1 1 0,2-1 0,-1 1 0,1 0 0,1 0 0,-4 15 0,6-22 0,1 0 0,-1 0 0,1-1 0,0 1 0,0 0 0,0 0 0,0 0 0,0 0 0,1 0 0,-1-1 0,1 1 0,0 0 0,0 0 0,0-1 0,0 1 0,0-1 0,1 1 0,-1-1 0,1 1 0,0-1 0,-1 0 0,1 0 0,0 0 0,0 0 0,1 0 0,-1 0 0,0 0 0,0-1 0,1 1 0,-1-1 0,1 0 0,0 0 0,-1 0 0,1 0 0,0 0 0,4 1 0,6 0 0,0 0 0,0-1 0,-1 0 0,1-1 0,0 0 0,25-4 0,-26 2 0,0-1 0,0 0 0,-1 0 0,1-1 0,-1-1 0,0 0 0,0-1 0,0 0 0,-1 0 0,0-1 0,0-1 0,15-14 0,-36 53 0,-6 34 0,16-63 0,-9 44 0,1 0 0,-4 96 0,18 94 0,-4-232 0,-1 0 0,0 0 0,0 0 0,0 0 0,-1 0 0,1 0 0,-1 0 0,0 0 0,-2 5 0,2-8 0,1 0 0,-1 0 0,0 0 0,1 0 0,-1 0 0,0 0 0,0 0 0,0-1 0,0 1 0,0 0 0,0 0 0,0-1 0,0 1 0,0-1 0,0 1 0,0-1 0,0 0 0,0 1 0,0-1 0,0 0 0,-1 0 0,1 1 0,0-1 0,0 0 0,0 0 0,-1 0 0,1-1 0,0 1 0,0 0 0,0 0 0,0-1 0,0 1 0,0 0 0,-1-1 0,0 0 0,-6-3 0,0 0 0,1 0 0,-1-1 0,1 0 0,0 0 0,0-1 0,0 0 0,1 0 0,0 0 0,-10-15 0,2 2 0,1-1 0,-19-40 0,23 37-341,0 0 0,1 0-1,-4-25 1,2-6-6485</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5.139"/>
    </inkml:context>
    <inkml:brush xml:id="br0">
      <inkml:brushProperty name="width" value="0.05" units="cm"/>
      <inkml:brushProperty name="height" value="0.05" units="cm"/>
    </inkml:brush>
  </inkml:definitions>
  <inkml:trace contextRef="#ctx0" brushRef="#br0">0 243 24575,'18'0'0,"-14"-1"0,0 1 0,1 0 0,-1 0 0,0 0 0,1 1 0,-1 0 0,0 0 0,1 0 0,3 1 0,-5 0 0,0-1 0,0 0 0,1 0 0,-1 0 0,0-1 0,0 1 0,1-1 0,-1 0 0,0 0 0,1 0 0,-1 0 0,0-1 0,1 1 0,-1-1 0,0 0 0,0 0 0,0 0 0,6-3 0,-5 2 0,0-1 0,0 0 0,0 0 0,-1-1 0,1 1 0,-1-1 0,0 1 0,0-1 0,-1 0 0,1 0 0,-1 0 0,3-5 0,-2 1 0,0 0 0,0 0 0,0 0 0,-1 0 0,-1-1 0,1 1 0,-1-1 0,-1 1 0,1-1 0,-2 1 0,1-1 0,-1 1 0,0 0 0,-5-15 0,5 19 0,-1 0 0,0 0 0,0 0 0,0 0 0,0 1 0,-1-1 0,0 1 0,1 0 0,-1 0 0,-1 0 0,1 0 0,-7-4 0,9 6 0,-1 0 0,0 0 0,1 0 0,-1 0 0,0 1 0,0-1 0,0 1 0,0-1 0,0 1 0,0 0 0,0 0 0,0 0 0,0 0 0,1 0 0,-1 0 0,0 1 0,0-1 0,0 1 0,0-1 0,0 1 0,0 0 0,1-1 0,-1 1 0,0 0 0,1 0 0,-1 0 0,0 0 0,1 1 0,-1-1 0,-1 3 0,-4 3 0,1 1 0,0 0 0,0 1 0,1-1 0,0 1 0,1 0 0,0 0 0,0 1 0,1-1 0,0 1 0,-3 18 0,3-7 0,1 0 0,1 0 0,0 1 0,4 33 0,0-38 69,0 0-1,0 0 0,2 0 0,11 29 1,-13-37-240,2-1 0,-1 1 1,1-1-1,1 0 0,-1 0 1,1 0-1,1-1 0,-1 0 1,16 13-1,4-3-6655</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5.466"/>
    </inkml:context>
    <inkml:brush xml:id="br0">
      <inkml:brushProperty name="width" value="0.05" units="cm"/>
      <inkml:brushProperty name="height" value="0.05" units="cm"/>
    </inkml:brush>
  </inkml:definitions>
  <inkml:trace contextRef="#ctx0" brushRef="#br0">19 131 24575,'0'-11'0,"1"-8"0,-2 0 0,0 0 0,-1 0 0,-5-24 0,7 43 0,0 0 0,0 0 0,0 0 0,0 0 0,0 0 0,0 0 0,-1 0 0,1 0 0,0 0 0,0 0 0,0 0 0,0 0 0,0 1 0,0-1 0,0 0 0,0 0 0,0 0 0,0 0 0,0 0 0,0 0 0,0 0 0,-1 0 0,1 0 0,0 0 0,0 0 0,0 0 0,0 0 0,0 0 0,0 0 0,0-1 0,0 1 0,0 0 0,0 0 0,0 0 0,0 0 0,-1 0 0,1 0 0,0 0 0,0 0 0,0 0 0,0 0 0,0 0 0,0 0 0,0 0 0,0 0 0,0 0 0,-2 14 0,-1 21 0,3 11 0,2 90 0,-2-135 0,3 21 0,2-15 0,3-14 0,1-9 0,0-1 0,-1 0 0,5-18 0,-5 12 0,16-30 0,-20 47 0,-1 0 0,1 1 0,0-1 0,0 1 0,1-1 0,0 1 0,-1 1 0,2-1 0,7-5 0,-12 9 0,0 1 0,0-1 0,0 1 0,0-1 0,0 1 0,0-1 0,0 1 0,0 0 0,0-1 0,0 1 0,0 0 0,0 0 0,0 0 0,0 0 0,0 0 0,0 0 0,0 0 0,0 0 0,0 0 0,0 0 0,0 1 0,0-1 0,0 0 0,0 1 0,0-1 0,0 1 0,0-1 0,0 1 0,0-1 0,0 1 0,0 0 0,0-1 0,-1 1 0,1 0 0,0 0 0,-1 0 0,1 0 0,0 0 0,-1-1 0,1 1 0,-1 0 0,1 0 0,-1 0 0,1 2 0,2 6 0,0-1 0,-1 1 0,0-1 0,1 11 0,-2-15 0,6 51 239,-5-29-774,2-1 1,11 40-1,-7-41-6291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6.088"/>
    </inkml:context>
    <inkml:brush xml:id="br0">
      <inkml:brushProperty name="width" value="0.05" units="cm"/>
      <inkml:brushProperty name="height" value="0.05" units="cm"/>
    </inkml:brush>
  </inkml:definitions>
  <inkml:trace contextRef="#ctx0" brushRef="#br0">90 104 24575,'2'-3'0,"0"0"0,-1 0 0,1 0 0,-1 0 0,0 0 0,0 0 0,0-1 0,0 1 0,-1 0 0,1-1 0,-1 1 0,0 0 0,0-1 0,0 1 0,0-1 0,-1 1 0,1 0 0,-1-1 0,0 1 0,-1-4 0,1 5 0,0-1 0,0 1 0,0 0 0,0 0 0,0 1 0,0-1 0,0 0 0,-1 0 0,1 0 0,0 1 0,-1-1 0,0 1 0,-3-3 0,4 3 0,0 1 0,-1-1 0,1 1 0,0-1 0,-1 1 0,1 0 0,-1-1 0,1 1 0,0 0 0,-1 0 0,1 0 0,-1 0 0,1 0 0,0 1 0,-1-1 0,1 0 0,0 1 0,-1-1 0,1 1 0,0-1 0,-1 1 0,1-1 0,-2 3 0,0-1 0,0 1 0,0-1 0,0 1 0,1 0 0,-1 0 0,1 0 0,0 0 0,0 1 0,0-1 0,0 1 0,0-1 0,1 1 0,0 0 0,-1-1 0,0 7 0,0 4 0,-1 0 0,1 28 0,1-27 0,2-1 0,0 1 0,0-1 0,1 0 0,1 0 0,5 15 0,-7-25 0,1 0 0,-1 0 0,1 0 0,0 0 0,0 0 0,0-1 0,1 1 0,-1-1 0,1 1 0,0-1 0,0 0 0,0 0 0,0 0 0,0-1 0,1 1 0,0-1 0,-1 1 0,1-1 0,0 0 0,0-1 0,0 1 0,0-1 0,0 0 0,6 1 0,-2-1 0,0-1 0,-1 0 0,1 0 0,0-1 0,0 0 0,0-1 0,0 1 0,-1-2 0,1 1 0,-1-1 0,1 0 0,-1-1 0,0 1 0,-1-1 0,1-1 0,0 1 0,-1-1 0,0 0 0,10-12 0,-3 2 0,-1 0 0,0 0 0,-1-1 0,-1-1 0,0 0 0,-2 0 0,8-21 0,-14 33 0,-1 1 0,0-1 0,0 0 0,0-1 0,-1-4 0,0 9 0,0 1 0,0-1 0,0 1 0,0-1 0,0 0 0,0 1 0,0-1 0,0 1 0,0-1 0,0 1 0,0-1 0,-1 1 0,1-1 0,0 1 0,0-1 0,-1 1 0,1-1 0,0 1 0,-1 0 0,1-1 0,-1 0 0,0 1 0,0 0 0,1 0 0,-1 0 0,0 0 0,0 0 0,1 1 0,-1-1 0,0 0 0,1 0 0,-1 1 0,0-1 0,1 0 0,-1 1 0,0-1 0,1 1 0,-1-1 0,1 1 0,-1-1 0,1 1 0,-1-1 0,1 1 0,-1 0 0,-2 2 0,1 0 0,0-1 0,0 1 0,0 0 0,0 1 0,0-1 0,1 0 0,0 0 0,-1 1 0,1-1 0,1 1 0,-1-1 0,0 1 0,1-1 0,-1 6 0,1-7 0,0-1 0,1 0 0,-1 0 0,0 0 0,0 1 0,1-1 0,-1 0 0,0 0 0,1 0 0,-1 1 0,1-1 0,0 0 0,-1 0 0,1 0 0,0 0 0,0 0 0,0 0 0,1 1 0,0-1 0,-1 0 0,1-1 0,-1 1 0,1-1 0,0 1 0,0-1 0,-1 1 0,1-1 0,0 0 0,-1 0 0,1 0 0,0 0 0,0 0 0,-1 0 0,1 0 0,0-1 0,2 0 0,4-2 0,1 0 0,-1-1 0,0 0 0,0-1 0,0 1 0,-1-2 0,0 1 0,0-1 0,0 0 0,9-11 0,26-20 0,-42 37 0,0-1 0,1 1 0,-1-1 0,1 1 0,-1-1 0,1 1 0,-1-1 0,1 1 0,-1 0 0,1 0 0,-1-1 0,1 1 0,0 0 0,-1 0 0,1-1 0,-1 1 0,1 0 0,0 0 0,-1 0 0,1 0 0,0 0 0,-1 0 0,1 0 0,-1 0 0,1 0 0,0 0 0,-1 0 0,1 1 0,0-1 0,-1 0 0,1 0 0,-1 1 0,1-1 0,-1 0 0,1 1 0,-1-1 0,1 0 0,-1 1 0,1-1 0,-1 1 0,1-1 0,-1 1 0,0-1 0,1 1 0,-1-1 0,0 1 0,1-1 0,-1 1 0,0 0 0,0-1 0,0 1 0,1-1 0,-1 1 0,0 1 0,1 5 0,0 0 0,0 0 0,0 0 0,-1 7 0,0-6 0,-4 109 0,-24 159 0,19-205 0,4-29 0,2-8 0,-2 1 0,-1-1 0,-15 47 0,20-77 0,-1-1 0,1 0 0,-1 0 0,1 1 0,-1-1 0,0-1 0,0 1 0,-1 0 0,1 0 0,-5 3 0,6-5 0,0-1 0,0 1 0,0 0 0,0-1 0,0 1 0,0-1 0,0 0 0,0 1 0,0-1 0,0 0 0,0 0 0,-1 0 0,1 0 0,0 0 0,0 0 0,0 0 0,0 0 0,-1 0 0,1-1 0,0 1 0,0 0 0,0-1 0,0 1 0,0-1 0,0 1 0,0-1 0,0 1 0,0-1 0,0 0 0,0 0 0,0 1 0,0-1 0,1 0 0,-2-2 0,-5-4 0,1-1 0,1 0 0,-1-1 0,2 1 0,-1-1 0,1 0 0,0 0 0,1 0 0,-3-11 0,0-5 0,1 0 0,-2-35 0,5 33 86,1 0-1,2 0 0,5-40 1,-5 59-200,1-1 0,0 0 0,0 1 0,1-1 1,0 1-1,0-1 0,1 1 0,0 0 1,0 1-1,1-1 0,0 1 0,1 0 1,-1 0-1,9-8 0,6 2-6712</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6.273"/>
    </inkml:context>
    <inkml:brush xml:id="br0">
      <inkml:brushProperty name="width" value="0.05" units="cm"/>
      <inkml:brushProperty name="height" value="0.05" units="cm"/>
    </inkml:brush>
  </inkml:definitions>
  <inkml:trace contextRef="#ctx0" brushRef="#br0">0 28 24575,'3'0'0,"4"3"0,4 1 0,3 0 0,2-1 0,5 0 0,4-2 0,4 0 0,3-1 0,5-3 0,3-1 0,0 0 0,-1-3 0,-1 1 0,-3-2 0,-6 0 0,-7 2-8191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6.492"/>
    </inkml:context>
    <inkml:brush xml:id="br0">
      <inkml:brushProperty name="width" value="0.05" units="cm"/>
      <inkml:brushProperty name="height" value="0.05" units="cm"/>
    </inkml:brush>
  </inkml:definitions>
  <inkml:trace contextRef="#ctx0" brushRef="#br0">0 0 24575,'3'0'0,"4"0"0,4 0 0,0 3 0,1 4 0,-2 4 0,-2 6 0,1 6 0,-2 5 0,1 4 0,0 2 0,-2 2 0,1-3 0,-1 0 0,-1-4 0,-2-3 0,-1-6-8191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6.681"/>
    </inkml:context>
    <inkml:brush xml:id="br0">
      <inkml:brushProperty name="width" value="0.05" units="cm"/>
      <inkml:brushProperty name="height" value="0.05" units="cm"/>
    </inkml:brush>
  </inkml:definitions>
  <inkml:trace contextRef="#ctx0" brushRef="#br0">18 0 24575,'-3'0'0,"-4"0"0,0 3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7.136"/>
    </inkml:context>
    <inkml:brush xml:id="br0">
      <inkml:brushProperty name="width" value="0.05" units="cm"/>
      <inkml:brushProperty name="height" value="0.05" units="cm"/>
    </inkml:brush>
  </inkml:definitions>
  <inkml:trace contextRef="#ctx0" brushRef="#br0">268 219 24575,'0'-4'0,"0"0"0,0 0 0,0 1 0,-1-1 0,1 0 0,-1 0 0,0 0 0,-1 0 0,1 1 0,0-1 0,-1 1 0,0-1 0,0 1 0,0-1 0,0 1 0,-1 0 0,1 0 0,-1 0 0,0 0 0,0 1 0,0-1 0,0 1 0,0 0 0,0 0 0,-1 0 0,1 0 0,-1 0 0,1 1 0,-1-1 0,-6 0 0,3 0 0,0 1 0,0 0 0,0 1 0,0 0 0,0 0 0,0 0 0,0 1 0,0 0 0,0 0 0,0 1 0,1 0 0,-1 0 0,1 1 0,-1-1 0,1 2 0,-10 5 0,10-5 0,0 1 0,1 0 0,-1 1 0,1-1 0,0 1 0,1 0 0,-1 0 0,1 0 0,1 0 0,-1 1 0,1 0 0,0 0 0,0 0 0,1 0 0,0 0 0,0 0 0,1 1 0,0-1 0,0 1 0,1 8 0,0-11 0,0 1 0,0-1 0,1 1 0,0-1 0,0 1 0,1-1 0,0 0 0,-1 0 0,2 1 0,-1-1 0,1 0 0,-1-1 0,1 1 0,1 0 0,-1-1 0,1 0 0,-1 0 0,1 0 0,0 0 0,1-1 0,-1 1 0,1-1 0,-1 0 0,1 0 0,0-1 0,0 1 0,8 2 0,-2-3 0,0 0 0,0 0 0,0-1 0,0 0 0,0-1 0,0 0 0,0 0 0,0-2 0,-1 1 0,1-1 0,0-1 0,17-6 0,-13 3 0,0 0 0,-1-1 0,1 0 0,-2-1 0,1-1 0,-1 0 0,0-1 0,12-12 0,-17 12 0,0 1 0,0-1 0,-1-1 0,0 0 0,0 0 0,-2 0 0,1 0 0,-1-1 0,-1 0 0,4-19 0,-4 13 0,-1 0 0,-1 0 0,0-1 0,-2 1 0,0 0 0,-5-30 0,0 24 0,5 24 0,0 0 0,0 0 0,0 0 0,0 0 0,0 0 0,0 0 0,0 0 0,0 0 0,-1 0 0,1 1 0,0-1 0,0 0 0,0 0 0,0 0 0,0 0 0,0 0 0,0 0 0,0 0 0,0 0 0,-1 0 0,1 0 0,0 0 0,0 0 0,0 0 0,0 0 0,0 0 0,0 0 0,0 0 0,-1 0 0,1 0 0,0 0 0,0 0 0,0 0 0,0 0 0,0 0 0,0 0 0,0 0 0,0 0 0,0 0 0,-1 0 0,1-1 0,0 1 0,0 0 0,0 0 0,0 0 0,0 0 0,0 0 0,0 0 0,0 0 0,0 0 0,0 0 0,0 0 0,0-1 0,0 1 0,0 0 0,0 0 0,-1 0 0,1 0 0,0 0 0,0 0 0,0 0 0,0 0 0,0-1 0,0 1 0,0 0 0,0 0 0,1 0 0,-1 0 0,0 0 0,-4 12 0,-1 20 0,6 9 102,1-1-1,8 43 0,21 81-557,-14-81-757,-5-22-5613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8.211"/>
    </inkml:context>
    <inkml:brush xml:id="br0">
      <inkml:brushProperty name="width" value="0.05" units="cm"/>
      <inkml:brushProperty name="height" value="0.05" units="cm"/>
    </inkml:brush>
  </inkml:definitions>
  <inkml:trace contextRef="#ctx0" brushRef="#br0">53 0 24575,'-3'18'0,"-4"24"0,-1 20 0,-1 17 0,-1 14 0,3 11 0,2 6 0,2-15-8191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8.304"/>
    </inkml:context>
    <inkml:brush xml:id="br0">
      <inkml:brushProperty name="width" value="0.05" units="cm"/>
      <inkml:brushProperty name="height" value="0.05" units="cm"/>
    </inkml:brush>
  </inkml:definitions>
  <inkml:trace contextRef="#ctx0" brushRef="#br0">0 0 24575,'3'15'0,"1"17"0,3 18 0,0 1-8191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8.584"/>
    </inkml:context>
    <inkml:brush xml:id="br0">
      <inkml:brushProperty name="width" value="0.05" units="cm"/>
      <inkml:brushProperty name="height" value="0.05" units="cm"/>
    </inkml:brush>
  </inkml:definitions>
  <inkml:trace contextRef="#ctx0" brushRef="#br0">40 0 24575,'-7'53'0,"3"1"0,2 0 0,2-1 0,3 1 0,15 82 0,-10-95 0,2 0 0,26 65 0,43 72 0,-55-128 0,-9-16 0,0 2 0,18 71 0,-28-83 0,-2-1 0,0 1 0,-1 0 0,-1 0 0,-5 45 0,-3-22 0,-2 0 0,-23 69 0,-45 87 0,-14 48 0,72-177 0,4 1 0,3 0 0,-3 103 0,16 228 0,3-332-1365,0-12-5461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7.932"/>
    </inkml:context>
    <inkml:brush xml:id="br0">
      <inkml:brushProperty name="width" value="0.05" units="cm"/>
      <inkml:brushProperty name="height" value="0.05" units="cm"/>
    </inkml:brush>
  </inkml:definitions>
  <inkml:trace contextRef="#ctx0" brushRef="#br0">106 0 24575,'-5'1'0,"0"-1"0,0 1 0,0 1 0,0-1 0,0 1 0,0 0 0,1 0 0,-1 0 0,1 0 0,-1 1 0,1 0 0,0 0 0,0 0 0,0 0 0,0 1 0,1 0 0,0 0 0,-1 0 0,1 0 0,-4 7 0,4-1 0,0 0 0,1 0 0,0 1 0,1-1 0,0 0 0,1 20 0,9 67 0,-7-78 0,66 370 29,-12-91-181,-29-88-2,-9 0 0,-10 1 1,-22 260-1,-9-175 154,-26 590 0,52-356-627,-3-473-6199</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8.085"/>
    </inkml:context>
    <inkml:brush xml:id="br0">
      <inkml:brushProperty name="width" value="0.05" units="cm"/>
      <inkml:brushProperty name="height" value="0.05" units="cm"/>
    </inkml:brush>
  </inkml:definitions>
  <inkml:trace contextRef="#ctx0" brushRef="#br0">47 0 24575,'-3'15'0,"-4"17"0,-1 15 0,-1 11 0,-1 8 0,3 2 0,5 1 0,6-2 0,5 0 0,7 0 0,1-11-8191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3:59.919"/>
    </inkml:context>
    <inkml:brush xml:id="br0">
      <inkml:brushProperty name="width" value="0.05" units="cm"/>
      <inkml:brushProperty name="height" value="0.05" units="cm"/>
    </inkml:brush>
  </inkml:definitions>
  <inkml:trace contextRef="#ctx0" brushRef="#br0">2831 17 24575,'-61'-8'0,"0"2"0,-90 4 0,80 1 0,-50 2-162,-1 5-1,1 5 1,0 5 0,1 6-1,-139 43 1,129-20-31,3 4 0,1 6 0,3 6 0,3 5 0,3 5 0,3 5-1,3 5 1,-157 150 0,212-176 84,2 3-1,-91 125 0,124-149-42,1 0 0,-30 72 0,41-81 132,2 0 1,0 0 0,1 0 0,2 1 0,-3 35 0,7-43 6,0 1 1,1-1-1,1 0 0,1 0 1,0 0-1,2 0 0,0-1 1,0 0-1,11 21 0,-5-17 12,1-1 0,0 0 0,2 0 0,0-1 0,1-1 0,25 23-1,-1-8-18,1-1-1,2-2 1,2-2-1,0-2 0,93 40 1,-31-24-29,2-4 0,2-6 0,162 28 0,-106-36-30,289 5 0,-29-47-582,-246 3-2645</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0.788"/>
    </inkml:context>
    <inkml:brush xml:id="br0">
      <inkml:brushProperty name="width" value="0.05" units="cm"/>
      <inkml:brushProperty name="height" value="0.05" units="cm"/>
    </inkml:brush>
  </inkml:definitions>
  <inkml:trace contextRef="#ctx0" brushRef="#br0">288 2367 24575,'-36'-38'0,"1"-1"0,2-2 0,-30-48 0,43 57 0,2-1 0,1-1 0,2 0 0,-22-73 0,33 89 0,0 0 0,2 0 0,0 0 0,1 0 0,0-1 0,2 1 0,0 0 0,1-1 0,1 1 0,1 0 0,11-33 0,-5 24 0,2 1 0,1 1 0,1 0 0,1 1 0,2 0 0,0 1 0,21-21 0,10-5-108,1 2 0,3 3 0,102-68 0,193-83-816,229-56-1356,18 37 491,641-139 1789,-882 281 0,565-42 0,241 114-1240,-5 106 0,-157 53 1240,-672-85 0,323 118 0,-475-128-115,-3 7 1,-3 7 0,163 105-1,-222-113 45,-2 5 0,-4 3 0,-4 6 0,-3 3 0,99 120 0,-116-110 187,-5 3 0,-4 4 0,-4 3 0,-5 2 0,-5 3 0,-5 2 1,-5 2-1,39 159 0,-44-102-117,-7 2 0,-8 1 0,-8 0 0,-7 2 0,-15 190 0,-3-262 0,-5 0 0,-4-1 0,-5 0 0,-45 130 0,40-161 0,-3-1 0,-3-2 0,-4-2 0,-2-1 0,-3-2 0,-78 93 0,63-95-27,-2-3 1,-4-3-1,-118 86 1,88-82 177,-3-5 0,-139 63-1,87-58 57,-164 46 0,-161 10-430,-681 45-829,-12-102-1064,-505-74 1698,5-96 502,-87-115-554,1742 222 483,-292-55 1314,220 37-243,-122-45 0,183 57-741,1-1-1,0-1 0,-21-14 1,37 21-200,0 0 0,1-1 0,-1 1 0,1-1 0,0 0 0,0 0 0,0-1 0,0 1 0,1-1 0,0 1 0,0-1 0,0 0 0,0-1 0,1 1 0,0 0 0,0-1 0,-1-7 0,2-17-4622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1.627"/>
    </inkml:context>
    <inkml:brush xml:id="br0">
      <inkml:brushProperty name="width" value="0.05" units="cm"/>
      <inkml:brushProperty name="height" value="0.05" units="cm"/>
    </inkml:brush>
  </inkml:definitions>
  <inkml:trace contextRef="#ctx0" brushRef="#br0">70 723 24575,'0'0'0,"0"0"0,-1 0 0,1 0 0,0 0 0,0 0 0,-1 0 0,1 0 0,0 0 0,0 0 0,0 0 0,-1 0 0,1 0 0,0 0 0,0 0 0,-1 0 0,1 0 0,0 0 0,0-1 0,0 1 0,0 0 0,-1 0 0,1 0 0,0 0 0,0 0 0,0-1 0,0 1 0,-1 0 0,1 0 0,0 0 0,0-1 0,0 1 0,0 0 0,0 0 0,0 0 0,0-1 0,0 1 0,0 0 0,0 0 0,0 0 0,0-1 0,0 1 0,0 0 0,0 0 0,1 0 0,-1 0 0,0 0 0,0 0 0,1 0 0,-1 0 0,0 0 0,0 0 0,1 0 0,-1 0 0,0 0 0,1 0 0,-1 0 0,0 0 0,0 0 0,1 0 0,-1 0 0,0 1 0,0-1 0,0 0 0,1 0 0,-1 0 0,0 0 0,0 1 0,0-1 0,1 0 0,-1 0 0,0 0 0,0 1 0,0-1 0,0 0 0,0 0 0,0 1 0,1-1 0,-1 0 0,0 0 0,0 1 0,0-1 0,0 0 0,0 0 0,0 1 0,7 12 0,0 1 0,-1 0 0,-1 0 0,0 1 0,-1 0 0,0-1 0,1 23 0,4 108 0,-9-133 0,1 14 0,-1 0 0,-1-1 0,-2 1 0,-1 0 0,-11 41 0,15-64 0,-1-1 0,0 0 0,0 0 0,0 0 0,0 1 0,0-1 0,0 0 0,-1 0 0,1-1 0,-1 1 0,1 0 0,-1 0 0,0-1 0,0 1 0,0-1 0,-1 2 0,2-3 0,0 0 0,0 1 0,1-1 0,-1 0 0,0 0 0,1 0 0,-1 0 0,0 0 0,0 0 0,1 0 0,-1 0 0,0 0 0,0 0 0,1 0 0,-1 0 0,0-1 0,1 1 0,-1 0 0,-1-1 0,0 0 0,1-1 0,-1 1 0,1 0 0,-1-1 0,1 1 0,0-1 0,0 1 0,0-1 0,0 0 0,-2-2 0,-4-11 0,1 0 0,1-1 0,0 0 0,0 0 0,2 0 0,-2-18 0,-3-103 0,8 130 0,-1-69 0,3 1 0,4-1 0,3 1 0,4 0 0,3 1 0,42-124 0,-48 173 0,1 0 0,1 0 0,1 1 0,1 1 0,1 0 0,1 1 0,26-29 0,-34 43 0,1 0 0,0 0 0,1 0 0,-1 1 0,1 1 0,1 0 0,-1 0 0,1 1 0,0 0 0,0 1 0,0 0 0,1 1 0,0 0 0,-1 1 0,1 0 0,0 1 0,0 0 0,0 1 0,14 1 0,-10 1 0,0 2 0,0-1 0,-1 2 0,1 0 0,-1 1 0,0 0 0,-1 1 0,1 1 0,-2 0 0,1 1 0,-1 1 0,0 0 0,-1 0 0,0 1 0,-1 1 0,0 0 0,-1 1 0,11 16 0,-13-17 0,-1 1 0,0-1 0,-1 2 0,0-1 0,-1 0 0,0 1 0,-1 0 0,-1 0 0,0 0 0,-1 1 0,-1-1 0,0 0 0,-1 1 0,0-1 0,-1 1 0,-1-1 0,0 0 0,-1 1 0,-1-1 0,-8 22 0,3-18 0,-1 0 0,0-1 0,-1 0 0,-1 0 0,-1-1 0,0-1 0,-1 0 0,-1-1 0,0 0 0,-1-1 0,0-1 0,-19 10 0,7-6 0,-2 0 0,0-2 0,0-2 0,-1 0 0,-1-2 0,-52 9 0,76-17 0,2-1 0,-1 1 0,0-1 0,0 0 0,1-1 0,-1 1 0,0-1 0,0-1 0,0 1 0,0-1 0,-8-3 0,54 16 0,-1 7 0,72 50 0,30 37 0,-78-58 0,-30-23 130,86 61-1625,-79-62-5331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2.458"/>
    </inkml:context>
    <inkml:brush xml:id="br0">
      <inkml:brushProperty name="width" value="0.05" units="cm"/>
      <inkml:brushProperty name="height" value="0.05" units="cm"/>
    </inkml:brush>
  </inkml:definitions>
  <inkml:trace contextRef="#ctx0" brushRef="#br0">352 455 24575,'7'-15'0,"-1"0"0,-1 0 0,0-1 0,-1 0 0,0 1 0,-2-2 0,0 1 0,0 0 0,-2 0 0,-1-22 0,1 33 0,-1 1 0,0-1 0,0 1 0,0-1 0,0 1 0,-1 0 0,0 0 0,1-1 0,-2 1 0,1 0 0,0 1 0,-1-1 0,0 0 0,1 1 0,-1-1 0,-1 1 0,1 0 0,0 0 0,-1 1 0,0-1 0,0 0 0,1 1 0,-1 0 0,-1 0 0,1 0 0,0 1 0,0-1 0,-6 0 0,2 0 0,0 1 0,0 0 0,0 1 0,0-1 0,0 2 0,0-1 0,0 1 0,0 0 0,0 1 0,0-1 0,1 2 0,-1-1 0,0 1 0,1 0 0,-8 5 0,2 1 0,0 1 0,0 0 0,1 0 0,1 1 0,0 1 0,0 0 0,1 1 0,1 0 0,0 0 0,0 1 0,-12 29 0,16-32 0,0 2 0,1-1 0,0 0 0,1 1 0,1 0 0,0 0 0,0-1 0,1 1 0,1 0 0,0 0 0,1 0 0,0 0 0,1 0 0,1 0 0,4 14 0,-5-21 0,0-1 0,1 1 0,-1-1 0,1 0 0,1 0 0,-1 0 0,1 0 0,-1 0 0,1-1 0,1 0 0,-1 0 0,1 0 0,-1 0 0,1-1 0,6 4 0,-4-4 0,0 0 0,1 0 0,-1-1 0,1 0 0,-1 0 0,1-1 0,0 0 0,0 0 0,-1-1 0,12 0 0,-2-2 0,-1 0 0,1-1 0,-1-1 0,0-1 0,0 0 0,-1-1 0,1 0 0,-1-2 0,-1 0 0,16-11 0,-15 8 0,-1-1 0,-1-1 0,0 0 0,0 0 0,-2-2 0,0 1 0,0-2 0,-1 1 0,-1-1 0,-1-1 0,0 1 0,-2-1 0,1-1 0,-2 1 0,0-1 0,-2 0 0,0 0 0,2-36 0,-5 49 0,0 0 0,0 0 0,0 0 0,-1 0 0,0 0 0,0 0 0,-1-5 0,-2 7 0,0 10 0,1 13 0,3-4 0,0 0 0,1 0 0,1 1 0,1-1 0,0 0 0,2 0 0,-1-1 0,2 1 0,0-1 0,0 0 0,2-1 0,9 14 0,-13-21 0,2 0 0,-1 0 0,1 0 0,0-1 0,0 0 0,1-1 0,0 1 0,0-1 0,0 0 0,13 5 0,-14-7 0,1-1 0,0 0 0,0 0 0,0 0 0,0-1 0,0 0 0,0-1 0,0 1 0,0-1 0,0-1 0,0 1 0,1-1 0,-1-1 0,9-2 0,-10 2 0,0 0 0,-1 0 0,1 0 0,0-1 0,-1 0 0,0-1 0,0 1 0,0-1 0,0 0 0,0 0 0,-1 0 0,1-1 0,-1 1 0,0-1 0,-1 0 0,1 0 0,-1-1 0,0 1 0,4-11 0,-3 3 0,0-1 0,0 0 0,-2 1 0,0-1 0,0 0 0,-1 0 0,-2-22 0,2 24 0,3 27 0,39 298 0,-2-8 0,-39-293 0,-3-12 0,-5-19 0,-10-41 0,-60-297 0,70 312 0,1 0 0,3 0 0,2 0 0,1 0 0,3 0 0,9-45 0,-10 76 0,0 0 0,1 0 0,1 1 0,0 0 0,1 0 0,15-24 0,-20 34 0,1 1 0,0-1 0,0 1 0,0-1 0,1 1 0,-1 0 0,0-1 0,1 1 0,-1 0 0,1 1 0,0-1 0,0 0 0,0 1 0,0 0 0,0-1 0,0 1 0,0 0 0,0 1 0,0-1 0,0 0 0,1 1 0,-1 0 0,0 0 0,0 0 0,1 0 0,-1 0 0,0 1 0,0 0 0,0-1 0,1 1 0,-1 0 0,0 0 0,0 1 0,0-1 0,4 4 0,1 0 0,0 0 0,0 1 0,-1 0 0,0 0 0,0 0 0,0 1 0,-1 0 0,0 1 0,-1 0 0,0-1 0,0 2 0,0-1 0,-1 0 0,0 1 0,-1 0 0,0 0 0,0 0 0,-1 0 0,0 0 0,0 11 0,-1-11 0,-1 1 0,0 0 0,0 0 0,-1 0 0,0 0 0,-1-1 0,0 1 0,0 0 0,-1-1 0,0 0 0,-1 0 0,0 0 0,-1 0 0,0 0 0,0-1 0,-1 0 0,1 0 0,-2 0 0,-6 6 0,4-6-136,0 0-1,-1-2 1,0 1-1,0-1 1,0 0-1,0-1 1,-1 0-1,0-1 0,-13 4 1,2-3-6690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3.241"/>
    </inkml:context>
    <inkml:brush xml:id="br0">
      <inkml:brushProperty name="width" value="0.05" units="cm"/>
      <inkml:brushProperty name="height" value="0.05" units="cm"/>
    </inkml:brush>
  </inkml:definitions>
  <inkml:trace contextRef="#ctx0" brushRef="#br0">0 615 24575,'5'0'0,"1"0"0,-1 0 0,1-1 0,-1 1 0,0-1 0,0 0 0,1-1 0,5-2 0,-9 3 0,1-1 0,-1 1 0,0-1 0,0 0 0,1 1 0,-1-1 0,0 0 0,-1 0 0,1-1 0,0 1 0,-1 0 0,1 0 0,-1-1 0,0 1 0,1-1 0,-1 1 0,1-4 0,1-1 0,-2 9 0,0 18 0,-6 32 0,-4 24 0,3 0 0,5 85 0,11-553 0,-4 339 0,2 0 0,2 0 0,3 1 0,2 0 0,27-63 0,-34 99 0,-1 0 0,2 1 0,0 1 0,1-1 0,0 2 0,1-1 0,21-18 0,-27 27 0,1 0 0,0 1 0,0 0 0,0 1 0,0-1 0,0 1 0,1 0 0,0 1 0,8-3 0,-10 4 0,0 0 0,0 1 0,0-1 0,0 1 0,0 1 0,1-1 0,-1 0 0,0 1 0,0 0 0,0 0 0,0 1 0,0 0 0,9 4 0,-8-3 0,-1 0 0,1 0 0,-1 1 0,1 0 0,-1 0 0,-1 1 0,1-1 0,0 1 0,-1 0 0,0 0 0,0 0 0,5 10 0,-5-6 0,-1 0 0,1 0 0,-2 0 0,1 0 0,-1 0 0,0 0 0,-1 1 0,0 9 0,-1 0 0,0 0 0,-2-1 0,-1 1 0,0-1 0,-1 0 0,-1 0 0,0 0 0,-12 24 0,4-17 0,-2 0 0,0 0 0,-2-1 0,-1-1 0,0-1 0,-2-1 0,0 0 0,-40 29 0,60-50 0,0 0 0,0 0 0,0 0 0,0 0 0,0 0 0,0 0 0,0 0 0,0 0 0,0 0 0,1 0 0,-1 0 0,0 0 0,0 0 0,0 1 0,0-1 0,0 0 0,0 0 0,0 0 0,0 0 0,0 0 0,0 0 0,0 0 0,0 0 0,0 0 0,0 0 0,0 0 0,0 0 0,0 0 0,0 0 0,0 0 0,0 0 0,0 0 0,0 0 0,0 0 0,0 0 0,0 0 0,0 0 0,0 1 0,0-1 0,0 0 0,0 0 0,0 0 0,0 0 0,0 0 0,0 0 0,0 0 0,0 0 0,0 0 0,0 0 0,0 0 0,0 0 0,0 0 0,0 0 0,0 0 0,10-1 0,25-8 0,2 0 0,-6 3 0,-1 1 0,1 2 0,43 1 0,-65 2 0,1 0 0,-1 1 0,0 0 0,1 1 0,-1 0 0,0 1 0,0-1 0,0 2 0,-1-1 0,1 1 0,-1 1 0,0-1 0,0 2 0,0-1 0,11 10 0,-16-12 0,0 0 0,0 1 0,-1-1 0,1 1 0,-1-1 0,0 1 0,1 0 0,-2-1 0,1 1 0,0 0 0,-1 1 0,0-1 0,0 0 0,0 0 0,0 0 0,-1 1 0,1-1 0,-1 0 0,0 1 0,-1-1 0,1 0 0,-1 0 0,0 1 0,0-1 0,0 0 0,0 0 0,-1 0 0,1 0 0,-1 0 0,0 0 0,-1 0 0,-3 5 0,-1 0 0,-1-1 0,1 0 0,-2 0 0,1-1 0,-1 0 0,0-1 0,0 1 0,0-2 0,-1 1 0,0-1 0,-19 6 0,11-5 0,-1-2 0,1 0 0,-1-1 0,-37 2 0,49-5 0,0 0 0,0 0 0,0-1 0,0 0 0,0 0 0,0-1 0,0 1 0,0-1 0,0-1 0,1 0 0,-1 0 0,1 0 0,0 0 0,0-1 0,0 0 0,-6-6 0,10 8-151,0 0-1,1 0 0,-1-1 0,1 1 1,-1 0-1,1 0 0,0-1 1,-1-2-1,-2-18-6674</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3.564"/>
    </inkml:context>
    <inkml:brush xml:id="br0">
      <inkml:brushProperty name="width" value="0.05" units="cm"/>
      <inkml:brushProperty name="height" value="0.05" units="cm"/>
    </inkml:brush>
  </inkml:definitions>
  <inkml:trace contextRef="#ctx0" brushRef="#br0">83 37 24575,'31'-11'0,"-27"10"0,0 0 0,-1 0 0,1-1 0,0 1 0,-1-1 0,1 0 0,-1 0 0,0 0 0,0 0 0,5-4 0,-8 6 0,0 0 0,0 0 0,-1 0 0,1 0 0,0 0 0,0 0 0,0 0 0,0-1 0,0 1 0,0 0 0,0 0 0,0 0 0,-1 0 0,1 0 0,0 0 0,0 0 0,0 0 0,0 0 0,0 0 0,0 0 0,0-1 0,0 1 0,0 0 0,0 0 0,0 0 0,0 0 0,0 0 0,0 0 0,0 0 0,0-1 0,0 1 0,0 0 0,0 0 0,0 0 0,0 0 0,0 0 0,0 0 0,0 0 0,0-1 0,-14 8 0,3 2 0,-1 1 0,2 0 0,-1 0 0,1 1 0,1 1 0,0 0 0,1 0 0,0 0 0,1 1 0,0 0 0,1 1 0,0-1 0,1 1 0,-3 17 0,4-16 0,1 0 0,0 0 0,2 1 0,-1-1 0,2 1 0,0 0 0,1-1 0,1 1 0,0-1 0,1 1 0,1-1 0,0 0 0,8 18 0,-9-26 0,1 1 0,0-1 0,0 0 0,0 0 0,1-1 0,0 1 0,1-1 0,-1 0 0,1 0 0,1-1 0,-1 0 0,1 0 0,-1-1 0,14 7 0,-13-8 0,0 0 0,1-1 0,-1 0 0,1-1 0,-1 0 0,1 0 0,-1 0 0,1-1 0,0 0 0,-1-1 0,1 0 0,-1 0 0,1 0 0,-1-1 0,15-5 0,-11 2 0,1-1 0,-1 0 0,0 0 0,0-1 0,0 0 0,-1-1 0,0-1 0,-1 1 0,0-2 0,0 1 0,-1-1 0,0 0 0,-1-1 0,0 0 0,-1 0 0,8-17 0,-10 19 0,-1-1 0,1 1 0,-1-1 0,-1 0 0,0 0 0,-1 0 0,1 0 0,-2-1 0,0 1 0,0 0 0,0 0 0,-2 0 0,1-1 0,-1 1 0,-1 0 0,1 1 0,-2-1 0,1 0 0,-2 1 0,1 0 0,-7-9 0,7 12 18,-1-1 0,0 2 0,0-1 0,-1 1 0,0-1 0,0 2 0,0-1 0,0 1 0,-1-1 0,0 2 0,0-1 0,0 1 0,0 0 0,0 1 0,-1-1 0,1 1 0,-1 1 0,-13-2 0,8 3-174,0-1 1,-1 2 0,1 0 0,0 0 0,0 2 0,0-1 0,0 2-1,0-1 1,1 2 0,-14 6 0,-11 8-6671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4.246"/>
    </inkml:context>
    <inkml:brush xml:id="br0">
      <inkml:brushProperty name="width" value="0.05" units="cm"/>
      <inkml:brushProperty name="height" value="0.05" units="cm"/>
    </inkml:brush>
  </inkml:definitions>
  <inkml:trace contextRef="#ctx0" brushRef="#br0">38 144 24575,'-2'0'0,"0"1"0,-1-1 0,1 1 0,0-1 0,0 1 0,0 0 0,0-1 0,0 1 0,0 0 0,0 0 0,0 1 0,1-1 0,-1 0 0,0 1 0,1-1 0,-1 1 0,-2 2 0,4-3 0,0-1 0,0 0 0,0 1 0,0-1 0,0 0 0,0 0 0,0 1 0,0-1 0,0 0 0,0 1 0,0-1 0,0 0 0,1 0 0,-1 1 0,0-1 0,0 0 0,0 0 0,0 1 0,1-1 0,-1 0 0,0 0 0,0 0 0,0 1 0,1-1 0,-1 0 0,0 0 0,0 0 0,1 0 0,-1 1 0,0-1 0,0 0 0,1 0 0,-1 0 0,0 0 0,0 0 0,1 0 0,-1 0 0,0 0 0,1 0 0,-1 0 0,0 0 0,0 0 0,1 0 0,-1 0 0,0 0 0,1 0 0,-1 0 0,0 0 0,0 0 0,1-1 0,-1 1 0,0 0 0,22-4 0,-21 4 0,204-46 0,158-34 0,-235 52-1365,-82 16-5461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4.419"/>
    </inkml:context>
    <inkml:brush xml:id="br0">
      <inkml:brushProperty name="width" value="0.05" units="cm"/>
      <inkml:brushProperty name="height" value="0.05" units="cm"/>
    </inkml:brush>
  </inkml:definitions>
  <inkml:trace contextRef="#ctx0" brushRef="#br0">176 0 24575,'-10'0'0,"0"1"0,1 0 0,-1 1 0,1 0 0,-1 0 0,1 1 0,-1 0 0,1 0 0,-12 8 0,16-9 0,1 1 0,-1 0 0,1 0 0,-1 0 0,1 1 0,0 0 0,0 0 0,1 0 0,-1 0 0,1 0 0,0 1 0,0-1 0,0 1 0,1 0 0,0 0 0,0 0 0,0 0 0,-1 6 0,1 9 0,1 0 0,1 0 0,1 0 0,0-1 0,2 1 0,6 25 0,-2-2 0,60 432-1365,-60-430-5461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6.071"/>
    </inkml:context>
    <inkml:brush xml:id="br0">
      <inkml:brushProperty name="width" value="0.05" units="cm"/>
      <inkml:brushProperty name="height" value="0.05" units="cm"/>
    </inkml:brush>
  </inkml:definitions>
  <inkml:trace contextRef="#ctx0" brushRef="#br0">0 916 24575,'7'-26'0,"0"-1"0,3-37 0,-6 32 0,10-35 0,-11 54 0,1 1 0,0 0 0,1 0 0,0 1 0,1-1 0,0 1 0,12-15 0,-15 23 0,0 0 0,-1 0 0,1 0 0,0 0 0,0 1 0,1 0 0,-1 0 0,0 0 0,1 0 0,-1 0 0,1 0 0,0 1 0,0 0 0,-1 0 0,1 0 0,0 0 0,0 1 0,0-1 0,0 1 0,0 0 0,0 0 0,0 0 0,0 1 0,0 0 0,0-1 0,-1 1 0,1 0 0,4 2 0,7 4 0,1 0 0,-1 1 0,-1 0 0,1 2 0,-1-1 0,-1 2 0,0 0 0,16 17 0,1 4 0,-2 2 0,24 39 0,-48-68 0,11 17 0,22 43 0,-34-60 0,-1 1 0,0-1 0,1 1 0,-2-1 0,1 1 0,-1 0 0,0 0 0,0 0 0,0 0 0,-1 0 0,0 0 0,0 0 0,-1 0 0,-1 8 0,1-12 0,1 0 0,-1-1 0,0 1 0,1 0 0,-1 0 0,0 0 0,0-1 0,0 1 0,0 0 0,-1-1 0,1 1 0,0-1 0,-1 0 0,1 1 0,-1-1 0,1 0 0,-1 0 0,0 0 0,1 0 0,-1 0 0,0 0 0,0 0 0,0-1 0,0 1 0,0-1 0,1 1 0,-1-1 0,-4 0 0,2 0 0,1 0 0,0-1 0,-1 1 0,1-1 0,0 0 0,-1 0 0,1 0 0,0 0 0,0-1 0,0 1 0,0-1 0,0 0 0,1 0 0,-1 0 0,0 0 0,-2-4 0,-1-2 0,0 0 0,0 0 0,1 0 0,0-1 0,0 0 0,1 0 0,1-1 0,-1 1 0,1-1 0,1 1 0,0-1 0,0 0 0,1 0 0,0-18 0,1 14 0,1-1 0,0 1 0,1-1 0,1 1 0,0 0 0,1 0 0,0 0 0,1 0 0,11-20 0,-13 28 0,1 0 0,0 0 0,0 1 0,0-1 0,0 1 0,1 0 0,0 1 0,0-1 0,1 1 0,-1 0 0,1 0 0,0 0 0,0 1 0,0 0 0,7-3 0,-5 4 0,0 0 0,0 1 0,1-1 0,-1 1 0,0 1 0,0 0 0,1 0 0,-1 0 0,0 1 0,1 1 0,-1-1 0,8 4 0,15 5 0,50 25 0,-81-35 0,1 0 0,-1 1 0,0-1 0,1 0 0,-1 0 0,1 1 0,-1-1 0,1 0 0,-1 0 0,1 0 0,-1 0 0,1 0 0,-1 0 0,1 0 0,-1 1 0,1-2 0,-1 1 0,1 0 0,-1 0 0,1 0 0,-1 0 0,1 0 0,-1 0 0,1-1 0,-2-8 0,0 8 0,1 1 0,-1-1 0,0 0 0,1 0 0,-1 0 0,0 0 0,0 1 0,0-1 0,1 0 0,-1 1 0,0-1 0,0 1 0,0-1 0,0 1 0,0-1 0,0 1 0,0 0 0,0-1 0,0 1 0,0 0 0,0 0 0,0 0 0,0 0 0,-1 0 0,1 0 0,-1 0 0,-1 1 0,1 1 0,0-1 0,0 0 0,0 1 0,0-1 0,0 1 0,0 0 0,0 0 0,0-1 0,1 1 0,-1 0 0,1 1 0,0-1 0,-1 0 0,0 4 0,-15 39 0,13-33 0,-7 23 0,-12 63 0,21-85 0,0-1 0,1 0 0,1 1 0,0-1 0,1 1 0,0-1 0,0 0 0,8 25 0,-9-35 0,1 0 0,0 0 0,0 0 0,0 0 0,0 0 0,0 0 0,0 0 0,1 0 0,-1 0 0,0 0 0,1-1 0,0 1 0,-1-1 0,1 1 0,0-1 0,0 0 0,0 1 0,0-1 0,0 0 0,0 0 0,0-1 0,0 1 0,0 0 0,1-1 0,-1 1 0,0-1 0,0 0 0,1 1 0,-1-1 0,0 0 0,0 0 0,1-1 0,-1 1 0,0 0 0,0-1 0,1 0 0,1 0 0,5-2 0,-1-1 0,0 1 0,0-1 0,0 0 0,-1-1 0,0 0 0,0 0 0,10-10 0,-6 4 0,-1 0 0,0-1 0,-1-1 0,0 0 0,-1 0 0,-1 0 0,0-1 0,0 0 0,-2-1 0,6-21 0,-6 18 0,-2 0 0,0-1 0,-1 1 0,-1-1 0,-1 1 0,0-1 0,-1 1 0,-6-27 0,6 41 0,0 0 0,0-1 0,0 1 0,-1 0 0,0 0 0,0 0 0,0 0 0,-5-6 0,7 9 0,-1 0 0,1 1 0,-1-1 0,1 1 0,-1 0 0,1-1 0,-1 1 0,1-1 0,-1 1 0,0 0 0,1-1 0,-1 1 0,0 0 0,1 0 0,-1-1 0,0 1 0,1 0 0,-1 0 0,0 0 0,1 0 0,-1 0 0,0 0 0,0 0 0,-1 1 0,1-1 0,0 1 0,0 0 0,0-1 0,0 1 0,-1 0 0,1 0 0,0 0 0,1 0 0,-1 0 0,0 0 0,0 0 0,0 1 0,1-1 0,-1 0 0,-1 3 0,-5 13 0,1 1 0,0 0 0,1 0 0,1 0 0,1 1 0,1 0 0,0-1 0,1 1 0,1 0 0,5 34 0,-5-49 0,1 0 0,0 0 0,0 0 0,0 0 0,0 0 0,1-1 0,-1 1 0,1 0 0,0-1 0,0 1 0,1-1 0,-1 0 0,0 0 0,1 0 0,0 0 0,4 4 0,-3-5 0,0 0 0,0 1 0,1-1 0,-1-1 0,1 1 0,-1-1 0,1 1 0,-1-1 0,1-1 0,0 1 0,-1-1 0,1 1 0,8-2 0,-4 0 0,1 0 0,-1 0 0,0-1 0,0 0 0,-1-1 0,1 0 0,0-1 0,-1 1 0,0-1 0,0-1 0,0 0 0,-1 0 0,1-1 0,-1 1 0,0-1 0,-1-1 0,1 0 0,-1 0 0,-1 0 0,1 0 0,-1-1 0,5-10 0,-1 0 0,-1-1 0,-1 0 0,0 0 0,-1-1 0,-1 0 0,-1 0 0,-1 0 0,1-40 0,15 133 0,-13-42 0,1-1 0,2 0 0,1 0 0,24 48 0,-33-76 0,0 0 0,0 0 0,0 0 0,0-1 0,0 1 0,0 0 0,1-1 0,-1 1 0,1-1 0,-1 1 0,1-1 0,-1 1 0,1-1 0,0 0 0,0 0 0,0 0 0,0 0 0,0 0 0,0 0 0,0-1 0,0 1 0,0-1 0,0 1 0,2-1 0,-1 0 0,0-1 0,0 0 0,0 0 0,-1 0 0,1 0 0,0 0 0,-1 0 0,1-1 0,-1 1 0,1-1 0,-1 0 0,1 1 0,-1-1 0,0 0 0,0-1 0,0 1 0,1-3 0,7-7 0,-2 0 0,0-1 0,0-1 0,8-22 0,19-61 0,-32 91 0,3-15 0,-4 14 0,0-1 0,1 0 0,0 1 0,0 0 0,7-12 0,-10 18 0,0 1 0,1-1 0,-1 1 0,0 0 0,1-1 0,-1 1 0,0-1 0,1 1 0,-1 0 0,0-1 0,1 1 0,-1 0 0,1-1 0,-1 1 0,0 0 0,1 0 0,-1-1 0,1 1 0,-1 0 0,1 0 0,-1 0 0,1 0 0,-1 0 0,1 0 0,-1-1 0,1 1 0,-1 0 0,1 1 0,-1-1 0,2 0 0,-1 0 0,0 1 0,0 0 0,-1 0 0,1-1 0,0 1 0,0 0 0,0 0 0,-1 0 0,1 0 0,0 0 0,-1 0 0,1 0 0,0 1 0,13 41 0,-13-39 0,10 53 0,-10-45 0,1 1 0,0-1 0,0-1 0,2 1 0,-1 0 0,2-1 0,-1 0 0,8 12 0,-11-21 0,0 0 0,1-1 0,-1 1 0,0-1 0,1 1 0,0-1 0,-1 1 0,1-1 0,0 0 0,-1 0 0,1 0 0,0 0 0,0 0 0,0 0 0,0-1 0,0 1 0,0 0 0,0-1 0,0 0 0,3 1 0,-1-1 0,0-1 0,0 1 0,0-1 0,-1 0 0,1 0 0,0 0 0,0 0 0,0-1 0,-1 0 0,4-1 0,7-6 0,-1 0 0,0-1 0,-1 0 0,14-15 0,-4 3 0,-1-2 0,24-32 0,-40 48 0,1 0 0,-2 0 0,1-1 0,-1 0 0,0 0 0,-1 0 0,0 0 0,0 0 0,-1-1 0,0 0 0,0-16 0,-2 23 0,0 0 0,0 1 0,0-1 0,-1 0 0,0 1 0,1-1 0,-1 1 0,0-1 0,0 1 0,0-1 0,-1 1 0,1 0 0,0-1 0,-1 1 0,0 0 0,1 0 0,-1 0 0,0 0 0,0 1 0,0-1 0,0 0 0,0 1 0,-1 0 0,1-1 0,0 1 0,-1 0 0,1 0 0,-1 0 0,1 0 0,-1 1 0,1-1 0,-1 1 0,0-1 0,1 1 0,-1 0 0,0 0 0,1 0 0,-1 1 0,0-1 0,1 0 0,-1 1 0,1 0 0,-1 0 0,1 0 0,-1 0 0,1 0 0,-1 0 0,1 0 0,0 1 0,-3 2 0,-2 3 0,0 0 0,0 1 0,1-1 0,0 2 0,0-1 0,1 1 0,0-1 0,1 1 0,0 1 0,0-1 0,1 1 0,-4 16 0,4-8 0,0 0 0,1 0 0,1 0 0,0 0 0,2 0 0,2 23 0,-2-35 0,0-1 0,0 1 0,0-1 0,1 1 0,0-1 0,0 1 0,0-1 0,1 0 0,0 0 0,0 0 0,0 0 0,0-1 0,1 1 0,0-1 0,0 0 0,5 4 0,-5-5 0,1 0 0,-1-1 0,1 1 0,0-1 0,0-1 0,0 1 0,0-1 0,0 1 0,0-1 0,0-1 0,0 1 0,0-1 0,0 0 0,0 0 0,1 0 0,-1-1 0,0 0 0,6-1 0,3-2 0,1-1 0,-1 0 0,0-1 0,-1 0 0,1-1 0,-1-1 0,-1 0 0,0 0 0,0-2 0,0 1 0,-1-2 0,0 1 0,-1-1 0,-1-1 0,0 0 0,0 0 0,-1-1 0,10-21 0,-6 10 0,-2-2 0,-1 1 0,-1-1 0,-1-1 0,-1 1 0,-1-1 0,-2 0 0,0 0 0,-3-39 0,-1 30 0,-2 0 0,-2 0 0,-1 0 0,-2 1 0,-2 0 0,-24-62 0,29 89 0,1-1 0,-1 1 0,-10-12 0,14 18 0,0 1 0,0 0 0,0 0 0,-1 0 0,1 0 0,0 0 0,0 0 0,-1 0 0,1 0 0,-1 0 0,1 0 0,-3 0 0,3 1 0,0 0 0,1 0 0,-1 0 0,0 0 0,1 0 0,-1 0 0,0 1 0,1-1 0,-1 0 0,0 0 0,1 1 0,-1-1 0,0 0 0,1 1 0,-1-1 0,1 0 0,-1 1 0,1-1 0,-1 1 0,1-1 0,-1 1 0,1-1 0,-1 1 0,1 0 0,0-1 0,-1 1 0,1-1 0,0 1 0,0 0 0,-1 0 0,-2 8 0,0-1 0,1 0 0,0 1 0,0 0 0,1-1 0,0 1 0,1 11 0,5 69 0,-2-58 0,2 31 0,4 0 0,16 60 0,-14-81 0,1-1 0,3 0 0,37 72 0,-47-103 86,1 1-1,0-1 0,14 16 1,-19-24-140,0 1 1,0-1 0,1 0-1,-1 1 1,0-1 0,1 0-1,-1 0 1,1 0 0,-1 0-1,1 0 1,0 0 0,-1 0-1,1-1 1,0 1 0,-1-1-1,1 1 1,0-1 0,0 0-1,0 1 1,0-1 0,-1 0-1,1 0 1,0 0 0,0 0-1,0-1 1,-1 1 0,1-1-1,0 1 1,0-1 0,0 1-1,1-2 1,8-7-6773</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9.565"/>
    </inkml:context>
    <inkml:brush xml:id="br0">
      <inkml:brushProperty name="width" value="0.05" units="cm"/>
      <inkml:brushProperty name="height" value="0.05" units="cm"/>
    </inkml:brush>
  </inkml:definitions>
  <inkml:trace contextRef="#ctx0" brushRef="#br0">15 96 24575,'-3'0'0,"-4"0"0,2 0 0,8 0 0,13 0 0,15 0 0,15-3 0,17-4 0,16-4 0,12 0 0,10-1 0,4-1 0,-2-2 0,-11 1 0,-21 4-8191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09.734"/>
    </inkml:context>
    <inkml:brush xml:id="br0">
      <inkml:brushProperty name="width" value="0.05" units="cm"/>
      <inkml:brushProperty name="height" value="0.05" units="cm"/>
    </inkml:brush>
  </inkml:definitions>
  <inkml:trace contextRef="#ctx0" brushRef="#br0">109 2 24575,'-25'0'0,"16"-1"0,0 1 0,-1 0 0,1 0 0,0 1 0,-12 3 0,20-4 0,0 0 0,0 1 0,0-1 0,1 0 0,-1 1 0,0-1 0,0 1 0,0-1 0,1 1 0,-1-1 0,0 1 0,1 0 0,-1-1 0,0 1 0,1 0 0,-1 0 0,1-1 0,-1 1 0,1 0 0,0 0 0,-1 0 0,1 0 0,0-1 0,-1 1 0,1 0 0,0 0 0,0 0 0,0 0 0,0 0 0,0 0 0,0 0 0,0 0 0,0 0 0,0 0 0,1 1 0,1 4 0,-1 0 0,2 1 0,-1-2 0,5 9 0,-4-7 0,62 144-455,-7 2 0,41 174 0,-84-268-6371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0.047"/>
    </inkml:context>
    <inkml:brush xml:id="br0">
      <inkml:brushProperty name="width" value="0.05" units="cm"/>
      <inkml:brushProperty name="height" value="0.05" units="cm"/>
    </inkml:brush>
  </inkml:definitions>
  <inkml:trace contextRef="#ctx0" brushRef="#br0">0 169 24575,'0'-6'0,"0"-1"0,1 0 0,0 1 0,0-1 0,0 1 0,1-1 0,3-7 0,-4 12 0,-1 0 0,1 1 0,0-1 0,0 0 0,0 1 0,0-1 0,0 1 0,1-1 0,-1 1 0,0-1 0,1 1 0,-1 0 0,1 0 0,-1 0 0,1 0 0,0 0 0,-1 0 0,1 0 0,0 0 0,0 1 0,0-1 0,-1 1 0,1-1 0,0 1 0,0 0 0,0 0 0,0-1 0,0 1 0,3 1 0,3 1 0,0 0 0,0 1 0,0-1 0,0 2 0,-1-1 0,1 1 0,-1 0 0,0 1 0,0 0 0,8 8 0,9 8 0,28 32 0,-21-18 0,28 41 0,-47-59 0,-1 1 0,0 1 0,-2-1 0,13 36 0,-21-53 0,-1 0 0,1 0 0,-1 0 0,1 0 0,-1 0 0,0 0 0,1 0 0,-1 0 0,0 0 0,0 1 0,0-1 0,0 0 0,0 0 0,0 0 0,0 0 0,0 1 0,-1-1 0,1 0 0,0 0 0,-1 0 0,0 1 0,0-2 0,1 0 0,-1-1 0,0 1 0,0 0 0,0-1 0,0 1 0,0-1 0,0 1 0,1-1 0,-1 1 0,0-1 0,0 0 0,1 1 0,-1-1 0,0 0 0,1 0 0,-1 0 0,1 1 0,-1-1 0,1 0 0,-1 0 0,1 0 0,-1-2 0,-6-10 0,1-1 0,0-1 0,1 1 0,1-1 0,0 0 0,1 0 0,1 0 0,0 0 0,1 0 0,1-23 0,1 19 0,1 1 0,1-1 0,0 1 0,1 0 0,1 0 0,1 0 0,1 1 0,10-22 0,-13 32 43,0 0 0,0 1-1,1-1 1,0 1 0,0 0-1,1 0 1,8-7 0,-11 11-138,0 0 0,0-1 0,0 2 0,1-1 1,-1 0-1,1 1 0,-1-1 0,1 1 0,-1 0 0,1 0 1,0 1-1,-1-1 0,1 1 0,0-1 0,0 1 1,-1 0-1,6 1 0,17 6-6731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1.237"/>
    </inkml:context>
    <inkml:brush xml:id="br0">
      <inkml:brushProperty name="width" value="0.05" units="cm"/>
      <inkml:brushProperty name="height" value="0.05" units="cm"/>
    </inkml:brush>
  </inkml:definitions>
  <inkml:trace contextRef="#ctx0" brushRef="#br0">162 547 24575,'1'-44'0,"0"21"0,-1 1 0,-1-1 0,-4-25 0,5 45 0,-1 1 0,1-1 0,-1 0 0,0 1 0,0-1 0,0 1 0,0 0 0,-1-1 0,1 1 0,-1 0 0,1-1 0,-1 1 0,0 0 0,0 0 0,-2-2 0,2 4 0,1-1 0,0 0 0,-1 1 0,1-1 0,0 1 0,-1 0 0,1-1 0,0 1 0,-1 0 0,1 0 0,-1 0 0,1 0 0,0 0 0,-1 0 0,1 0 0,-1 1 0,1-1 0,0 0 0,-1 1 0,1-1 0,0 1 0,-1-1 0,1 1 0,0 0 0,0 0 0,0-1 0,0 1 0,-1 0 0,1 0 0,-1 2 0,-6 6 0,0-1 0,1 2 0,0-1 0,0 1 0,1 0 0,1 0 0,-1 0 0,2 1 0,-6 17 0,3-5 0,2 0 0,0 1 0,-3 39 0,8-57 0,0-1 0,0 1 0,0-1 0,0 1 0,1-1 0,0 1 0,0-1 0,1 0 0,0 1 0,-1-1 0,6 9 0,-5-11 0,0-1 0,-1 0 0,1 0 0,0 0 0,0 0 0,0 0 0,0-1 0,0 1 0,1 0 0,-1-1 0,0 0 0,1 0 0,-1 1 0,1-1 0,0-1 0,-1 1 0,1 0 0,-1-1 0,1 1 0,0-1 0,0 0 0,-1 0 0,1 0 0,0 0 0,4-1 0,-1 0 0,0 0 0,0-1 0,0 1 0,-1-1 0,1-1 0,-1 1 0,1-1 0,-1 0 0,0 0 0,0 0 0,0-1 0,5-4 0,-3 1 0,0-1 0,0 0 0,-1 0 0,0 0 0,0-1 0,7-15 0,-5 5 0,-1 0 0,0-1 0,-1 0 0,-2 0 0,0 0 0,2-31 0,-6 33 0,-4 30 0,-3 27 0,4-17 0,1 0 0,2 0 0,0 0 0,3 24 0,-2-39 0,0 0 0,1 0 0,0 0 0,0 1 0,0-1 0,1-1 0,0 1 0,0 0 0,1-1 0,0 0 0,0 0 0,0 0 0,1 0 0,0 0 0,0-1 0,6 5 0,-9-8 0,0-1 0,0 0 0,-1 1 0,1-1 0,0 0 0,1 0 0,-1 0 0,0 0 0,0-1 0,0 1 0,0-1 0,1 1 0,-1-1 0,0 0 0,0 0 0,1 0 0,-1 0 0,0 0 0,1 0 0,1-1 0,-1 0 0,0-1 0,0 1 0,0-1 0,0 1 0,-1-1 0,1 0 0,-1 0 0,1 0 0,-1 0 0,0-1 0,1 1 0,2-5 0,2-4 0,-1 0 0,0-1 0,-1 0 0,0 0 0,6-24 0,-4 5 0,3-39 0,-7 40 0,10-39 0,-4 121 0,-6-28 0,1 0 0,1 0 0,1 0 0,12 32 0,-13-45 0,0-1 0,0 1 0,1-1 0,0-1 0,0 1 0,1-1 0,1 0 0,0-1 0,0 0 0,0 0 0,16 11 0,-22-17 0,0-1 0,-1 0 0,1 0 0,0 1 0,0-1 0,0 0 0,0-1 0,0 1 0,0 0 0,0-1 0,0 1 0,0-1 0,0 1 0,0-1 0,0 0 0,0 0 0,1 0 0,-1 0 0,0 0 0,0-1 0,0 1 0,0 0 0,0-1 0,0 0 0,0 1 0,0-1 0,0 0 0,0 0 0,0 0 0,0-1 0,-1 1 0,1 0 0,0-1 0,-1 1 0,1-1 0,-1 1 0,0-1 0,1 0 0,-1 1 0,0-1 0,0 0 0,0 0 0,0 0 0,0 0 0,0-3 0,8-18 0,-1 0 0,-2-1 0,0 0 0,3-37 0,1-97 0,-1 186 0,3 22 0,17 56 0,-25-96 0,0 0 0,0 0 0,1 0 0,0 0 0,1-1 0,0 0 0,15 17 0,-18-23 0,0 0 0,1-1 0,-1 1 0,1-1 0,0 1 0,0-1 0,-1 0 0,1 0 0,1-1 0,-1 1 0,0-1 0,0 0 0,1 0 0,6 0 0,-4 0 0,0-2 0,0 1 0,0-1 0,0 0 0,-1 0 0,1-1 0,0 0 0,9-4 0,0-1 0,-1-1 0,0-1 0,0 0 0,-1-1 0,-1-1 0,21-19 0,-22 18 0,-1-1 0,0 0 0,0 0 0,-1-1 0,-1 0 0,0-1 0,-1 0 0,-1 0 0,0-1 0,7-28 0,-13 42 0,-1 0 0,1 0 0,-1 1 0,0-1 0,0 0 0,0 0 0,0 0 0,0 1 0,0-1 0,0 0 0,-1 0 0,1 0 0,-1 1 0,0-3 0,0 3 0,1 1 0,-1-1 0,1 0 0,-1 1 0,1 0 0,-1-1 0,1 1 0,-1-1 0,1 1 0,-1 0 0,0-1 0,1 1 0,-1 0 0,1-1 0,-1 1 0,0 0 0,1 0 0,-1 0 0,0 0 0,0 0 0,1 0 0,-1 0 0,0 0 0,-1 0 0,-2 1 0,0 0 0,0 0 0,0 1 0,0 0 0,0 0 0,1 0 0,-1 0 0,1 0 0,-1 1 0,-3 2 0,-4 5 0,1 0 0,0 0 0,0 1 0,1 1 0,0 0 0,1 0 0,1 0 0,0 1 0,-7 17 0,12-25 0,0 1 0,0 0 0,0-1 0,1 1 0,0 0 0,0 0 0,0 0 0,1 0 0,0 0 0,0 0 0,1 0 0,0 0 0,0 0 0,0 0 0,0-1 0,1 1 0,0 0 0,0-1 0,1 1 0,-1-1 0,1 0 0,1 0 0,-1 0 0,1 0 0,4 5 0,-3-6 0,0 0 0,1 0 0,-1 0 0,1 0 0,-1-1 0,1 0 0,0-1 0,0 1 0,1-1 0,-1 0 0,0-1 0,1 1 0,-1-1 0,1 0 0,-1-1 0,1 0 0,0 0 0,-1 0 0,10-2 0,4-2 0,-1 0 0,0-1 0,0-1 0,0-1 0,22-11 0,-30 13 0,0-2 0,0 1 0,0-1 0,-1-1 0,0 0 0,-1-1 0,0 1 0,0-2 0,-1 1 0,0-1 0,0-1 0,-1 1 0,-1-1 0,0 0 0,0-1 0,-1 0 0,-1 0 0,1 0 0,-2 0 0,0 0 0,-1-1 0,0 1 0,-1-1 0,0-23 0,-2 11 0,-1-1 0,-2 1 0,0 0 0,-15-48 0,3 30 0,-37-77 0,48 111 0,0-1 0,0 1 0,-1 0 0,-10-11 0,16 19 0,0 1 0,0 0 0,0-1 0,0 1 0,-1 0 0,1-1 0,0 1 0,0 0 0,0-1 0,-1 1 0,1 0 0,0-1 0,-1 1 0,1 0 0,0 0 0,-1-1 0,1 1 0,0 0 0,-1 0 0,1 0 0,0 0 0,-1 0 0,1-1 0,-1 1 0,1 0 0,0 0 0,-1 0 0,1 0 0,-1 0 0,1 0 0,0 0 0,-1 0 0,1 0 0,-1 0 0,1 1 0,0-1 0,-1 0 0,1 0 0,0 0 0,-1 0 0,1 1 0,0-1 0,-1 0 0,1 0 0,0 1 0,-1-1 0,1 0 0,0 0 0,0 1 0,-1-1 0,1 0 0,0 1 0,0-1 0,-1 0 0,1 1 0,0-1 0,0 1 0,0-1 0,0 1 0,-3 25 0,5 10 0,2 0 0,1 0 0,12 41 0,40 104 0,-49-158-273,0 1 0,2-2 0,1 1 0,25 38 0,-21-42-6553</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1.705"/>
    </inkml:context>
    <inkml:brush xml:id="br0">
      <inkml:brushProperty name="width" value="0.05" units="cm"/>
      <inkml:brushProperty name="height" value="0.05" units="cm"/>
    </inkml:brush>
  </inkml:definitions>
  <inkml:trace contextRef="#ctx0" brushRef="#br0">49 125 24575,'-7'-15'0,"1"0"0,-6-25 0,-4-8 0,13 41 0,0 7 0,1 15 0,4 27 0,84 544-1365,-78-543-5461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2.175"/>
    </inkml:context>
    <inkml:brush xml:id="br0">
      <inkml:brushProperty name="width" value="0.05" units="cm"/>
      <inkml:brushProperty name="height" value="0.05" units="cm"/>
    </inkml:brush>
  </inkml:definitions>
  <inkml:trace contextRef="#ctx0" brushRef="#br0">225 719 24575,'5'-9'0,"-1"1"0,-1-2 0,1 1 0,-1 0 0,-1-1 0,0 1 0,0-1 0,-1 0 0,0 1 0,-1-1 0,0 0 0,0 0 0,-1 1 0,-1-1 0,1 0 0,-1 1 0,-1-1 0,0 1 0,0 0 0,-7-13 0,9 20 0,-8-18 0,-17-28 0,24 44 0,-1 0 0,0 0 0,0 0 0,0 0 0,0 0 0,-1 1 0,1 0 0,-1-1 0,0 1 0,0 1 0,0-1 0,-9-4 0,11 7 0,0-1 0,0 1 0,1 0 0,-1 0 0,0 0 0,0 0 0,0 0 0,1 0 0,-1 1 0,0-1 0,0 1 0,1-1 0,-1 1 0,0-1 0,1 1 0,-1 0 0,0 0 0,1 0 0,0 0 0,-1 0 0,1 0 0,-1 0 0,1 1 0,0-1 0,-2 3 0,-3 3 0,0 1 0,1 0 0,-7 12 0,1 2 0,1 0 0,1 1 0,1 0 0,1 0 0,1 1 0,1 0 0,2 0 0,0 0 0,0 32 0,4-48 0,-1 0 0,1 0 0,0 0 0,1-1 0,0 1 0,0 0 0,1-1 0,6 13 0,-8-18 0,0 0 0,1 1 0,-1-1 0,1 0 0,0 0 0,0 0 0,-1 0 0,1 0 0,1 0 0,-1 0 0,0-1 0,0 1 0,1-1 0,-1 0 0,1 0 0,-1 0 0,1 0 0,-1 0 0,1 0 0,0-1 0,-1 1 0,1-1 0,0 0 0,-1 1 0,1-1 0,0-1 0,0 1 0,4-1 0,2-2 0,-1 1 0,0-1 0,0-1 0,0 0 0,0 0 0,-1 0 0,1-1 0,-1 0 0,0-1 0,-1 1 0,1-1 0,-1-1 0,-1 1 0,7-9 0,4-7 0,-1 0 0,-1-2 0,14-33 0,-14 24 0,-1-1 0,-2-1 0,-2 0 0,-1 0 0,4-44 0,-7 24 0,-3 1 0,-8-99 0,5 138 0,-1-1 0,-1 0 0,0 1 0,-6-16 0,-1 15 0,10 16 0,0 0 0,0-1 0,-1 1 0,1 0 0,0 0 0,0 0 0,-1-1 0,1 1 0,0 0 0,-1 0 0,1 0 0,0 0 0,-1 0 0,1 0 0,0-1 0,-1 1 0,1 0 0,0 0 0,-1 0 0,1 0 0,-1 0 0,1 0 0,0 0 0,-1 1 0,1-1 0,-1 0 0,0 1 0,0 0 0,0 0 0,-1 0 0,1 1 0,0-1 0,0 0 0,0 1 0,0-1 0,1 1 0,-1-1 0,0 1 0,0 0 0,1-1 0,-1 1 0,1 3 0,-8 34 0,3 1 0,1 0 0,3 78 0,1-96 0,4 73-682,26 158-1,-16-177-6143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3.065"/>
    </inkml:context>
    <inkml:brush xml:id="br0">
      <inkml:brushProperty name="width" value="0.05" units="cm"/>
      <inkml:brushProperty name="height" value="0.05" units="cm"/>
    </inkml:brush>
  </inkml:definitions>
  <inkml:trace contextRef="#ctx0" brushRef="#br0">142 271 24575,'-1'0'0,"-1"-1"0,1 0 0,0 1 0,0-1 0,-1 0 0,1 0 0,0 1 0,0-1 0,0 0 0,0 0 0,0 0 0,0-1 0,0 1 0,1 0 0,-1 0 0,0 0 0,0-2 0,-12-13 0,12 16 0,1 0 0,0 0 0,-1-1 0,1 1 0,-1 0 0,1 0 0,-1 0 0,1 0 0,0 0 0,-1 0 0,1 0 0,-1 0 0,1 0 0,-1 0 0,1 0 0,0 0 0,-1 0 0,1 0 0,-1 0 0,1 0 0,-1 0 0,1 1 0,0-1 0,-1 0 0,1 0 0,-1 0 0,1 1 0,0-1 0,-1 0 0,1 1 0,0-1 0,0 0 0,-1 0 0,1 1 0,0-1 0,0 1 0,-1-1 0,1 1 0,-3 4 0,-1 0 0,2 1 0,-1-1 0,0 1 0,1-1 0,0 1 0,-1 9 0,-7 48 0,5-27 0,-52 417 0,57-430 0,1-22 0,1-6 0,8-39 0,30-212 0,-24 135 0,57-216 0,-70 325 0,1 1 0,1-1 0,0 1 0,0 0 0,13-19 0,-17 29 0,0-1 0,1 0 0,-1 1 0,1-1 0,-1 1 0,1 0 0,0-1 0,-1 1 0,1 0 0,0 0 0,0 0 0,0 0 0,0 0 0,0 1 0,0-1 0,4 0 0,-4 1 0,0 0 0,1 0 0,-1 1 0,1-1 0,-1 1 0,0 0 0,0-1 0,1 1 0,-1 0 0,0 0 0,0 1 0,0-1 0,0 0 0,0 1 0,0-1 0,0 1 0,-1 0 0,3 2 0,8 10 0,0 0 0,-1 1 0,-1 0 0,15 30 0,26 73 0,-41-95 0,168 485-1365,-160-451-5461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3.678"/>
    </inkml:context>
    <inkml:brush xml:id="br0">
      <inkml:brushProperty name="width" value="0.05" units="cm"/>
      <inkml:brushProperty name="height" value="0.05" units="cm"/>
    </inkml:brush>
  </inkml:definitions>
  <inkml:trace contextRef="#ctx0" brushRef="#br0">30 364 24575,'-10'-18'0,"7"15"0,1 0 0,0 0 0,0-1 0,0 1 0,1-1 0,-1 1 0,1-1 0,0 0 0,0 0 0,0 0 0,0-5 0,1 9 0,0 0 0,0-1 0,1 1 0,-1 0 0,0 0 0,0-1 0,1 1 0,-1 0 0,0 0 0,1-1 0,-1 1 0,0 0 0,1 0 0,-1 0 0,0 0 0,1 0 0,-1-1 0,1 1 0,-1 0 0,0 0 0,1 0 0,-1 0 0,1 0 0,-1 0 0,0 0 0,1 0 0,-1 0 0,0 1 0,1-1 0,-1 0 0,1 0 0,-1 0 0,1 0 0,17 6 0,-15-5 0,28 8 0,0-1 0,1-2 0,0-1 0,0-2 0,0 0 0,57-5 0,-66 0 0,-1-1 0,0-1 0,0-2 0,-1 0 0,1-1 0,-1 0 0,-1-2 0,0-1 0,0 0 0,30-22 0,-41 25 0,0-1 0,-1 1 0,1-2 0,-2 1 0,1-1 0,-1 0 0,11-19 0,-15 22 0,0-1 0,0 1 0,0-1 0,-1 0 0,0 0 0,0 1 0,-1-1 0,0 0 0,0-1 0,-1 1 0,0 0 0,0 0 0,-2-13 0,2 18 0,0 0 0,-1 0 0,1 0 0,-1 0 0,1 0 0,-1 0 0,0 0 0,1 0 0,-1 1 0,0-1 0,0 0 0,-1 0 0,1 1 0,0-1 0,0 1 0,-1-1 0,1 1 0,-1 0 0,1-1 0,-1 1 0,0 0 0,1 0 0,-1 0 0,0 0 0,0 0 0,0 1 0,0-1 0,0 1 0,0-1 0,0 1 0,0-1 0,0 1 0,0 0 0,0 0 0,-3 0 0,0 1 0,0 0 0,0 1 0,0-1 0,0 1 0,1 0 0,-1 0 0,0 0 0,1 0 0,-1 1 0,1 0 0,0 0 0,0 0 0,-4 5 0,0 1 0,0 1 0,0 0 0,1 0 0,1 1 0,0 0 0,0 0 0,1 1 0,0-1 0,1 1 0,-4 20 0,5-17 0,0 0 0,1 0 0,1 1 0,0-1 0,1 0 0,1 0 0,1 1 0,4 20 0,-5-30 0,1-1 0,0 1 0,0 0 0,0-1 0,1 0 0,-1 1 0,1-1 0,1 0 0,-1-1 0,1 1 0,0 0 0,0-1 0,0 0 0,0 0 0,1 0 0,0-1 0,-1 1 0,9 3 0,-8-5 0,0 0 0,0-1 0,0 1 0,0-1 0,1 0 0,-1 0 0,0-1 0,1 1 0,-1-1 0,1 0 0,-1-1 0,1 1 0,-1-1 0,0 0 0,0-1 0,1 1 0,-1-1 0,0 0 0,0 0 0,5-4 0,0 0 0,0-1 0,-1 0 0,1-1 0,-2 0 0,1 0 0,-1-1 0,0 0 0,-1 0 0,0-1 0,-1 0 0,0 0 0,9-21 0,-3 2 0,-2 0 0,-2 0 0,10-53 0,-17 223 0,7 79 0,-3 172 0,-6-388 0,-6 63 0,6-60 0,-1 0 0,0-1 0,0 0 0,0 1 0,-1-1 0,0 0 0,-6 10 0,9-15 0,-1 0 0,0 0 0,0 0 0,0 0 0,1 0 0,-1 0 0,0-1 0,0 1 0,0 0 0,0 0 0,-1-1 0,1 1 0,0 0 0,0-1 0,0 1 0,-1-1 0,1 0 0,0 1 0,0-1 0,-1 0 0,1 0 0,0 0 0,0 0 0,-1 0 0,1 0 0,0 0 0,-1 0 0,1 0 0,0-1 0,0 1 0,-1-1 0,1 1 0,0-1 0,0 1 0,0-1 0,0 1 0,0-1 0,-2-1 0,-3-3 0,0 0 0,1 0 0,-1 0 0,1-1 0,-6-8 0,-9-15 0,2 0 0,1-1 0,1-1 0,2 0 0,1-1 0,1-1 0,2 0 0,1 0 0,2-1 0,1 0 0,-1-39 0,7 68 0,0 0 0,0-1 0,1 1 0,-1 0 0,1 0 0,2-7 0,-3 11 0,1 0 0,-1-1 0,1 1 0,-1 0 0,1 0 0,0 0 0,-1 0 0,1 0 0,0 0 0,0 0 0,0 0 0,0 0 0,0 0 0,0 0 0,0 1 0,0-1 0,0 0 0,0 1 0,0-1 0,0 1 0,1-1 0,-1 1 0,0-1 0,0 1 0,1 0 0,-1 0 0,0 0 0,0-1 0,3 2 0,18 1-1365,1 3-5461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4.061"/>
    </inkml:context>
    <inkml:brush xml:id="br0">
      <inkml:brushProperty name="width" value="0.05" units="cm"/>
      <inkml:brushProperty name="height" value="0.05" units="cm"/>
    </inkml:brush>
  </inkml:definitions>
  <inkml:trace contextRef="#ctx0" brushRef="#br0">40 216 24575,'-1'-11'0,"-1"0"0,0 0 0,-1 0 0,0 1 0,-1-1 0,-7-16 0,8 23 0,2 6 0,4 10 0,-3-12 0,0 1 0,0-1 0,1 1 0,-1-1 0,0 1 0,0-1 0,0 1 0,1-1 0,-1 0 0,0 1 0,1-1 0,-1 1 0,0-1 0,1 1 0,-1-1 0,0 0 0,1 1 0,-1-1 0,1 0 0,-1 0 0,1 1 0,-1-1 0,0 0 0,1 0 0,-1 0 0,1 1 0,-1-1 0,1 0 0,0 0 0,-1 0 0,1 0 0,-1 0 0,1 0 0,-1 0 0,1 0 0,-1 0 0,1 0 0,-1 0 0,1-1 0,-1 1 0,1 0 0,-1 0 0,1 0 0,-1-1 0,1 1 0,-1 0 0,0 0 0,1-1 0,-1 1 0,1 0 0,-1-1 0,0 1 0,1-1 0,-1 1 0,0-1 0,1 1 0,-1 0 0,0-1 0,0 1 0,0-1 0,1 0 0,2-4 0,0-1 0,0 1 0,-1-1 0,0 0 0,0 0 0,0 0 0,0 0 0,0-10 0,-1 11 0,-1 1 0,1-1 0,-1 1 0,0-1 0,0 1 0,-1-1 0,0 1 0,1-1 0,-2 1 0,1 0 0,0-1 0,-4-5 0,5 9 0,0 1 0,0 0 0,0-1 0,0 1 0,-1-1 0,1 1 0,0-1 0,-1 1 0,1-1 0,0 1 0,-1 0 0,1-1 0,0 1 0,-1 0 0,1-1 0,-1 1 0,1 0 0,0 0 0,-1-1 0,1 1 0,-1 0 0,1 0 0,-1 0 0,1-1 0,-1 1 0,1 0 0,-1 0 0,1 0 0,-1 0 0,1 0 0,-1 0 0,1 0 0,-2 0 0,1 1 0,0 0 0,0 0 0,0 0 0,0 0 0,0 0 0,1 0 0,-1 0 0,0 0 0,0 0 0,1 0 0,-1 0 0,0 3 0,-11 39 0,6 12 0,2 1 0,2-1 0,9 87 0,-6-130-170,0-1-1,1 1 0,0-1 1,0 0-1,2 0 0,-1 0 1,10 20-1,0-12-6655</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4.403"/>
    </inkml:context>
    <inkml:brush xml:id="br0">
      <inkml:brushProperty name="width" value="0.05" units="cm"/>
      <inkml:brushProperty name="height" value="0.05" units="cm"/>
    </inkml:brush>
  </inkml:definitions>
  <inkml:trace contextRef="#ctx0" brushRef="#br0">27 283 24575,'0'-32'0,"1"-9"0,-2-1 0,-1 0 0,-13-62 0,7 82 0,8 22 0,0 0 0,0 0 0,0 0 0,0 1 0,0-1 0,0 0 0,0 0 0,0 0 0,0 0 0,0 0 0,0 0 0,0 0 0,0 0 0,0 0 0,0 0 0,0 0 0,0 0 0,0 0 0,-1 0 0,1 0 0,0 0 0,0 0 0,0 0 0,0 0 0,0 0 0,0 0 0,0 0 0,0 0 0,0 0 0,0 0 0,0 0 0,0 0 0,0 0 0,0 0 0,0 0 0,0 0 0,0 0 0,0 0 0,0 0 0,0 0 0,0 0 0,0 0 0,-1 0 0,1 0 0,0 0 0,0 0 0,0 0 0,0 0 0,0 0 0,0 0 0,0 0 0,3 14 0,72 349 0,-74-360 0,-1 1 0,1 0 0,0 0 0,0 0 0,0 0 0,0 0 0,3 6 0,-4-10 0,1 0 0,-1 0 0,0 0 0,0 0 0,1 0 0,-1 1 0,0-1 0,0 0 0,1 0 0,-1 0 0,0 0 0,0 0 0,1 0 0,-1 0 0,0 0 0,0 0 0,1 0 0,-1 0 0,0 0 0,0 0 0,1 0 0,-1 0 0,0-1 0,0 1 0,1 0 0,-1 0 0,0 0 0,0 0 0,1 0 0,-1 0 0,0-1 0,0 1 0,0 0 0,1 0 0,-1 0 0,0-1 0,0 1 0,0 0 0,0 0 0,0-1 0,1 1 0,-1 0 0,0 0 0,0-1 0,0 1 0,0 0 0,0 0 0,0-1 0,0 1 0,0 0 0,0 0 0,0-1 0,6-16 0,19-82 0,8-25 0,-29 110 0,2 1 0,-1 0 0,2 0 0,0 0 0,0 1 0,15-19 0,-22 30 0,1 1 0,-1-1 0,1 0 0,-1 0 0,1 0 0,-1 1 0,1-1 0,0 0 0,-1 1 0,1-1 0,0 1 0,0-1 0,0 0 0,-1 1 0,1 0 0,0-1 0,0 1 0,0-1 0,0 1 0,0 0 0,0 0 0,0 0 0,0-1 0,-1 1 0,1 0 0,0 0 0,0 0 0,0 0 0,0 1 0,0-1 0,0 0 0,0 0 0,0 0 0,0 1 0,0-1 0,0 1 0,-1-1 0,1 1 0,0-1 0,0 1 0,0-1 0,-1 1 0,1-1 0,0 1 0,-1 0 0,1 0 0,0-1 0,-1 1 0,1 1 0,3 5 0,0 0 0,0 0 0,-1 0 0,4 14 0,-5-14 0,50 173-1365,-42-152-5461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5.056"/>
    </inkml:context>
    <inkml:brush xml:id="br0">
      <inkml:brushProperty name="width" value="0.05" units="cm"/>
      <inkml:brushProperty name="height" value="0.05" units="cm"/>
    </inkml:brush>
  </inkml:definitions>
  <inkml:trace contextRef="#ctx0" brushRef="#br0">51 154 24575,'1'-42'0,"0"25"0,0 0 0,-2 0 0,-4-34 0,5 51 0,0 0 0,0-1 0,0 1 0,0-1 0,0 1 0,0-1 0,0 1 0,0 0 0,-1-1 0,1 1 0,0-1 0,0 1 0,0 0 0,-1-1 0,1 1 0,0 0 0,0-1 0,-1 1 0,1 0 0,0-1 0,-1 1 0,1 0 0,0 0 0,-1-1 0,1 1 0,0 0 0,-1 0 0,-6 7 0,-4 20 0,4 2 0,1 0 0,1 0 0,2 1 0,1 0 0,3 56 0,-1-79 0,1 0 0,1-1 0,-1 1 0,1-1 0,0 1 0,1-1 0,-1 0 0,1 0 0,6 8 0,-8-12 0,0 0 0,1 0 0,0-1 0,-1 1 0,1 0 0,0-1 0,0 1 0,0-1 0,0 1 0,0-1 0,0 0 0,0 0 0,1 0 0,-1 0 0,0-1 0,1 1 0,-1-1 0,0 1 0,1-1 0,-1 0 0,1 0 0,-1 0 0,0 0 0,1 0 0,-1 0 0,1-1 0,-1 1 0,4-2 0,4-2 0,1-1 0,-2 0 0,1 0 0,0-1 0,-1 0 0,0-1 0,0 0 0,-1 0 0,0-1 0,-1 0 0,1-1 0,-1 0 0,6-10 0,5-8 0,-2-2 0,-1 0 0,14-37 0,-23 50 0,-1-1 0,4-19 0,-9 45 0,0 0 0,0 0 0,0 0 0,2 0 0,-1 0 0,1 0 0,0-1 0,1 1 0,5 14 0,-3-10 0,1-1 0,0 1 0,1-1 0,0 0 0,1-1 0,15 18 0,-23-28 0,1 0 0,0 0 0,0 0 0,0 0 0,-1 0 0,1-1 0,0 1 0,0 0 0,0-1 0,0 1 0,0 0 0,0-1 0,1 1 0,-1-1 0,0 1 0,0-1 0,0 0 0,0 0 0,1 1 0,-1-1 0,0 0 0,0 0 0,3 0 0,-3-1 0,0 0 0,0 1 0,0-1 0,-1 0 0,1 0 0,0 0 0,0 0 0,0 0 0,-1 0 0,1 0 0,0 0 0,-1 0 0,1 0 0,-1 0 0,1 0 0,-1 0 0,0 0 0,1-3 0,1-6 0,-1-1 0,0 1 0,-1-20 0,41 430 0,1-2 0,-41-391 0,-1 1 0,0-1 0,0 1 0,0-1 0,-1 1 0,0-1 0,-1 1 0,-4 13 0,6-20 0,-1-1 0,1 1 0,0 0 0,-1 0 0,1 0 0,0-1 0,-1 1 0,0 0 0,1-1 0,-1 1 0,1 0 0,-1-1 0,0 1 0,1-1 0,-1 1 0,0-1 0,1 1 0,-1-1 0,0 1 0,0-1 0,0 0 0,1 0 0,-1 1 0,0-1 0,0 0 0,0 0 0,0 0 0,-1 0 0,1 0 0,-1-1 0,0 1 0,1-1 0,-1 0 0,0 0 0,1 0 0,-1 0 0,1 0 0,0 0 0,-1 0 0,1 0 0,0 0 0,-2-2 0,-4-6 0,1 0 0,0-1 0,-7-13 0,-3-10 0,2-1 0,2-1 0,0 0 0,3-1 0,-7-49 0,8 26 0,4 1 0,4-96 0,2 118 171,13-66 0,-12 88-385,0 1 1,2-1 0,0 1-1,0-1 1,1 1 0,1 1-1,12-20 1,1 8-6613</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5.259"/>
    </inkml:context>
    <inkml:brush xml:id="br0">
      <inkml:brushProperty name="width" value="0.05" units="cm"/>
      <inkml:brushProperty name="height" value="0.05" units="cm"/>
    </inkml:brush>
  </inkml:definitions>
  <inkml:trace contextRef="#ctx0" brushRef="#br0">37 132 24575,'0'-3'0,"0"-7"0,0-4 0,-3-7 0,-1-2 0,-3 0 0,0 0 0,1 11 0,2 10 0,1 14 0,2 18 0,0 12 0,1 14 0,3 10 0,1 8 0,3 4 0,3-3 0,0-14-8191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5.716"/>
    </inkml:context>
    <inkml:brush xml:id="br0">
      <inkml:brushProperty name="width" value="0.05" units="cm"/>
      <inkml:brushProperty name="height" value="0.05" units="cm"/>
    </inkml:brush>
  </inkml:definitions>
  <inkml:trace contextRef="#ctx0" brushRef="#br0">72 781 24575,'46'-90'0,"35"-77"0,-80 164 0,10-32 0,-10 34 0,-1 0 0,0 0 0,1 0 0,-1 0 0,0 0 0,0 0 0,0 0 0,1 0 0,-1 0 0,0 0 0,0-1 0,-1 1 0,1 0 0,0 0 0,0 0 0,0 0 0,-1 0 0,1 0 0,0 0 0,-1 0 0,1 0 0,-1 1 0,0-1 0,1 0 0,-1 0 0,1 0 0,-1 0 0,-1 0 0,1 0 0,0 1 0,0 0 0,0 0 0,0 0 0,-1 0 0,1 0 0,0 0 0,0 1 0,0-1 0,0 0 0,0 0 0,0 1 0,0-1 0,0 1 0,0-1 0,0 1 0,0-1 0,0 1 0,-1 0 0,-20 17 0,17-13 0,-13 12 0,1 0 0,1 1 0,0 1 0,-14 23 0,21-29 0,1 0 0,1 1 0,1 0 0,0 0 0,0 1 0,1-1 0,-4 27 0,8-38 0,1-1 0,-1 1 0,1 0 0,0 0 0,0-1 0,0 1 0,0 0 0,0 0 0,1-1 0,-1 1 0,1 0 0,0-1 0,0 1 0,0-1 0,0 1 0,0-1 0,0 1 0,1-1 0,-1 0 0,1 1 0,0-1 0,-1 0 0,1 0 0,0 0 0,0 0 0,1-1 0,-1 1 0,0-1 0,4 3 0,-1-3 0,0 1 0,0-1 0,0 1 0,0-1 0,1-1 0,-1 1 0,0-1 0,1 0 0,-1 0 0,0 0 0,1-1 0,-1 0 0,0 0 0,7-2 0,4-3 0,-1 0 0,0 0 0,0-1 0,-1-1 0,0-1 0,0 0 0,-1-1 0,0 0 0,-1-1 0,0 0 0,-1-1 0,0 0 0,9-15 0,-7 9 0,-2-1 0,0 0 0,-2-1 0,0 0 0,-1-1 0,-1 0 0,0 0 0,-2 0 0,3-27 0,-4 7 0,-1-1 0,-3 0 0,-1 0 0,-2 1 0,-2-1 0,-2 1 0,-22-72 0,18 85 0,11 28 0,0-1 0,0 1 0,0 0 0,0 0 0,0-1 0,0 1 0,-1 0 0,1 0 0,0-1 0,0 1 0,0 0 0,0 0 0,0-1 0,0 1 0,0 0 0,0 0 0,-1 0 0,1-1 0,0 1 0,0 0 0,0 0 0,0 0 0,-1 0 0,1-1 0,0 1 0,0 0 0,-1 0 0,1 0 0,0 0 0,0 0 0,0 0 0,-1 0 0,1 0 0,0 0 0,0 0 0,-1 0 0,1 0 0,0 0 0,0 0 0,-1 0 0,1 0 0,0 0 0,0 0 0,-1 0 0,1 0 0,0 0 0,0 0 0,0 0 0,-1 0 0,1 0 0,0 0 0,0 1 0,-1-1 0,1 0 0,0 0 0,0 0 0,0 0 0,0 1 0,-1-1 0,1 0 0,0 1 0,-5 16 0,3 23 0,0 1 0,3-1 0,9 65 0,-4-45 0,87 626-1365,-84-634-5461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7.249"/>
    </inkml:context>
    <inkml:brush xml:id="br0">
      <inkml:brushProperty name="width" value="0.05" units="cm"/>
      <inkml:brushProperty name="height" value="0.05" units="cm"/>
    </inkml:brush>
  </inkml:definitions>
  <inkml:trace contextRef="#ctx0" brushRef="#br0">103 420 24575,'-7'-1'0,"1"1"0,3 9 0,-1 37 0,3-1 0,7 78 0,-2-65 0,7 472 0,-19-548 0,-3-19 0,-5-41 0,3 0 0,4-1 0,3 0 0,6-108 0,3 141 0,2 0 0,2 0 0,2 1 0,2 0 0,2 0 0,2 1 0,2 1 0,42-76 0,-48 99 0,2 1 0,0 1 0,1 0 0,1 1 0,1 0 0,30-25 0,-40 37 0,1 1 0,-1-1 0,1 1 0,0 0 0,0 0 0,0 1 0,0 0 0,1 1 0,-1-1 0,1 1 0,0 1 0,-1-1 0,1 2 0,0-1 0,0 1 0,0 0 0,0 0 0,0 1 0,-1 0 0,1 1 0,0-1 0,12 6 0,-10-2 0,-1 0 0,0 0 0,0 1 0,-1 0 0,1 1 0,-1 0 0,-1 0 0,1 1 0,-2 0 0,1 0 0,-1 1 0,0 0 0,0 0 0,-1 0 0,5 13 0,-1 2 0,0 0 0,-1 1 0,-2 0 0,0 0 0,2 30 0,-6-24 0,-1 1 0,-2 0 0,-1 0 0,-1 0 0,-2 0 0,-1-1 0,-2 0 0,-1 0 0,-1-1 0,-1 0 0,-2-1 0,-1 0 0,-21 31 0,21-39 0,-1-1 0,0 0 0,-2-2 0,0 0 0,-1 0 0,0-2 0,-35 24 0,37-30 0,-1-1 0,0 0 0,0-1 0,-1-1 0,0-1 0,0 0 0,0-1 0,-1-1 0,0-1 0,-31 1 0,40-4 0,0 0 0,0-1 0,1 0 0,-1 0 0,0-1 0,1-1 0,-1 1 0,-15-8 0,22 8 0,0 1 0,0-1 0,0 1 0,0-1 0,1 0 0,-1 0 0,1 0 0,-1-1 0,1 1 0,0-1 0,0 1 0,0-1 0,0 0 0,0 0 0,0 1 0,1-1 0,-1-1 0,1 1 0,0 0 0,0 0 0,0 0 0,1-1 0,-1 1 0,1 0 0,0 0 0,0-1 0,0 1 0,1-7 0,0 4 0,0 0 0,1 1 0,0-1 0,0 1 0,1-1 0,-1 1 0,1 0 0,1 0 0,-1 0 0,0 0 0,1 0 0,0 1 0,0 0 0,1 0 0,-1 0 0,1 0 0,0 1 0,0-1 0,0 1 0,0 0 0,0 1 0,8-3 0,-2 1 0,0 0 0,0 1 0,0 0 0,1 1 0,-1 0 0,1 1 0,-1 1 0,1-1 0,-1 2 0,20 2 0,-12 2 0,-1 0 0,0 1 0,0 1 0,-1 1 0,0 0 0,0 1 0,-1 1 0,-1 1 0,1 0 0,23 23 0,-12-7 0,0 2 0,-2 0 0,-1 1 0,25 43 0,23 60-1365,-60-105-5461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7.654"/>
    </inkml:context>
    <inkml:brush xml:id="br0">
      <inkml:brushProperty name="width" value="0.05" units="cm"/>
      <inkml:brushProperty name="height" value="0.05" units="cm"/>
    </inkml:brush>
  </inkml:definitions>
  <inkml:trace contextRef="#ctx0" brushRef="#br0">2 542 24575,'-1'-35'0,"0"17"0,1 0 0,1 0 0,0 0 0,6-26 0,-7 43 0,0 0 0,0 1 0,0-1 0,0 1 0,0-1 0,1 0 0,-1 1 0,0-1 0,0 1 0,0-1 0,1 1 0,-1-1 0,0 1 0,1-1 0,-1 1 0,0-1 0,1 1 0,-1-1 0,1 1 0,-1-1 0,1 1 0,-1 0 0,1-1 0,-1 1 0,2-1 0,-2 1 0,1 1 0,-1-1 0,1 1 0,-1-1 0,1 1 0,-1-1 0,1 1 0,-1-1 0,1 1 0,-1-1 0,1 1 0,-1-1 0,0 1 0,1 0 0,-1-1 0,0 1 0,1 1 0,9 35 0,5 64 0,3 160 0,-13-153 0,-3-84 0,2-17 0,-1-14 0,1-16 0,-4 23 0,21-182 0,14-98 0,-22 202 0,37-117 0,-46 179 0,1 1 0,0 0 0,1 1 0,1-1 0,0 1 0,1 0 0,0 1 0,13-16 0,-20 28 0,0 0 0,0-1 0,1 1 0,-1 0 0,0 0 0,0 0 0,1 0 0,-1 0 0,0 0 0,1 0 0,-1 1 0,1-1 0,-1 0 0,1 1 0,0 0 0,-1-1 0,1 1 0,0 0 0,-1-1 0,1 1 0,0 0 0,-1 0 0,1 0 0,-1 1 0,1-1 0,0 0 0,-1 1 0,1-1 0,0 1 0,-1-1 0,1 1 0,-1 0 0,1 0 0,-1-1 0,0 1 0,2 2 0,3 2 0,-1 0 0,-1 0 0,1 1 0,-1 0 0,0-1 0,0 2 0,4 9 0,7 16 0,-1 1 0,17 70 0,6 77 0,-27-130 0,12 78-682,9 166-1,-30-241-6143</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7.826"/>
    </inkml:context>
    <inkml:brush xml:id="br0">
      <inkml:brushProperty name="width" value="0.05" units="cm"/>
      <inkml:brushProperty name="height" value="0.05" units="cm"/>
    </inkml:brush>
  </inkml:definitions>
  <inkml:trace contextRef="#ctx0" brushRef="#br0">59 178 24575,'-6'-9'0,"-5"-9"0,-4-7 0,2-3 0,2-2 0,9 4 0,11 6 0,9 7 0,15 5 0,10 7 0,13 7 0,9 2 0,8 3 0,7 3 0,2-2 0,-13-2-8191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8.244"/>
    </inkml:context>
    <inkml:brush xml:id="br0">
      <inkml:brushProperty name="width" value="0.05" units="cm"/>
      <inkml:brushProperty name="height" value="0.05" units="cm"/>
    </inkml:brush>
  </inkml:definitions>
  <inkml:trace contextRef="#ctx0" brushRef="#br0">110 432 24575,'0'-11'0,"0"0"0,-1 0 0,-1 0 0,0 0 0,0 0 0,-1 0 0,0 0 0,-1 1 0,0-1 0,-1 1 0,0 0 0,0 1 0,-1-1 0,-12-14 0,17 23 0,1 1 0,-1-1 0,1 0 0,-1 1 0,0-1 0,1 1 0,-1-1 0,1 1 0,-1-1 0,0 1 0,1 0 0,-1-1 0,0 1 0,0 0 0,1 0 0,-1-1 0,0 1 0,0 0 0,0 0 0,0 0 0,1 0 0,-1 0 0,1 1 0,-1-1 0,1 0 0,-1 0 0,1 1 0,-1-1 0,1 0 0,0 1 0,-1-1 0,1 0 0,-1 1 0,1-1 0,0 1 0,-1-1 0,1 1 0,0-1 0,0 0 0,-1 2 0,-7 33 0,7-29 0,-9 85 0,4 0 0,5 1 0,10 108 0,17 14 0,-18-183 0,-2-24 0,-1-21 0,-1-45 0,-4-98 0,-1 69 0,0 37 0,7-218 0,-2 221 0,2 1 0,1 0 0,24-75 0,-27 111 0,0 0 0,0 1 0,1-1 0,0 1 0,1 1 0,0-1 0,14-16 0,-18 24 0,0 0 0,1-1 0,-1 1 0,1 0 0,-1 0 0,1 0 0,0 1 0,0-1 0,0 0 0,0 1 0,0 0 0,0 0 0,1 0 0,-1 0 0,0 1 0,0-1 0,1 1 0,-1 0 0,0-1 0,1 2 0,-1-1 0,0 0 0,1 1 0,-1-1 0,0 1 0,0 0 0,0 0 0,1 0 0,-1 1 0,0-1 0,3 3 0,4 3 0,0 0 0,-1 0 0,1 1 0,-1 1 0,-1 0 0,0 0 0,0 0 0,0 1 0,-1 0 0,7 15 0,-2-2 0,-2 0 0,0 0 0,-1 0 0,6 29 0,-12-36 0,0 1 0,0-1 0,-2 1 0,0 0 0,-1-1 0,0 1 0,-2 0 0,0-1 0,-1 1 0,0-1 0,-11 30 0,9-34 0,0-1 0,-1 0 0,0 0 0,0-1 0,-1 0 0,0 0 0,-1 0 0,0-1 0,-1 0 0,0-1 0,0 0 0,-1 0 0,0-1 0,0 0 0,-1-1 0,-20 9 0,15-9-151,1-1-1,-1-1 0,0 0 0,0-1 1,0 0-1,0-2 0,0 0 1,-32-2-1,-1-6-6674</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8.716"/>
    </inkml:context>
    <inkml:brush xml:id="br0">
      <inkml:brushProperty name="width" value="0.05" units="cm"/>
      <inkml:brushProperty name="height" value="0.05" units="cm"/>
    </inkml:brush>
  </inkml:definitions>
  <inkml:trace contextRef="#ctx0" brushRef="#br0">2093 103 24575,'-24'-13'0,"0"1"0,0 1 0,-1 1 0,-36-9 0,12 7 0,-72-7 0,54 14-126,0 3 0,0 3 1,0 2-1,1 4 0,-1 2 0,1 4 0,1 2 0,1 3 0,0 3 0,-78 37 0,73-25-28,1 3 0,2 3 1,2 3-1,1 3 0,3 2 0,2 3 0,2 3 0,-86 103 0,103-104 153,2 2 0,3 1 0,2 1 0,3 2 0,2 1 0,3 1 0,3 1 0,2 1 0,3 1 0,2 0 0,-8 111 0,20-120-35,2 0 0,2 1 0,3-1 0,2 0 0,2-1 0,18 57-1,-13-65-49,2-2 0,2 0 0,1-1 0,3-1 0,1-1 0,2-1 0,48 57 0,-45-65 76,2-1-1,0-2 0,2 0 1,1-3-1,1 0 0,52 27 1,-38-28 47,1-2 0,2-1 0,0-3 0,77 16 0,-42-19-236,0-3 0,1-4 0,0-4-1,0-4 1,0-3 0,93-17-1,-101 8 161,0-3-1,-2-4 0,0-3 0,-1-4 0,-2-3 0,99-53 0,-127 55 48,-2-2-1,0-1 1,-2-3-1,47-46 1,-59 47-11,-1-1 1,-2-1-1,-1-1 1,-1-1-1,33-67 1,-38 55 2,-1 0 0,-2-2 0,-3 0 0,-1 0 0,-3-2 0,-2 1 0,-3-1 0,-1 0 0,-3 0 0,-3 0 0,-1 0 0,-3 0 0,-20-84 0,12 82 0,-2 0 0,-3 1 0,-2 1 0,-2 1 0,-2 1 0,-3 2 0,-1 0 0,-3 2 0,-1 1 0,-3 2 0,-1 1 0,-67-58 0,49 58-34,-1 1 0,-2 3 1,-2 3-1,-68-30 0,50 32 76,-1 3 0,-162-37 0,188 56 289,-108-8 0,141 18-239,-1 1 1,1 1-1,-1 0 1,1 2-1,0 0 1,-1 2-1,1 0 1,-24 10 0,38-12-60,0 0 0,1 0 0,-1 0 0,1 0 0,0 1 1,0 0-1,0 0 0,0 0 0,1 1 0,-1 0 1,1 0-1,0 0 0,1 0 0,-1 0 0,-4 11 1,-6 28-4945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9.026"/>
    </inkml:context>
    <inkml:brush xml:id="br0">
      <inkml:brushProperty name="width" value="0.05" units="cm"/>
      <inkml:brushProperty name="height" value="0.05" units="cm"/>
    </inkml:brush>
  </inkml:definitions>
  <inkml:trace contextRef="#ctx0" brushRef="#br0">1 212 24575,'3'2'0,"1"0"0,-1 0 0,1-1 0,-1 1 0,1-1 0,0 0 0,0 0 0,-1 0 0,1 0 0,0-1 0,0 0 0,0 1 0,0-2 0,4 1 0,6 0 0,500-12-1043,-432 7 829,2492-107-8792,-2495 110 9002,1791-52-184,-1866 54 261,278-17 4356,-260 12-3142,-22 5-1214,0-1 1,-1 1-1,1-1 0,0 1 1,-1 0-1,1-1 0,-1 1 0,1 0 1,0-1-1,-1 1 0,1 0 1,-1 0-1,1-1 0,-1 1 1,1 0-1,-1 0 0,1 0 0,0 0 1,-1 0-1,1-1 0,-1 1 1,1 0-1,-2 0 0,-44-7 1988,4 4-3011,1 1-5445</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19.259"/>
    </inkml:context>
    <inkml:brush xml:id="br0">
      <inkml:brushProperty name="width" value="0.05" units="cm"/>
      <inkml:brushProperty name="height" value="0.05" units="cm"/>
    </inkml:brush>
  </inkml:definitions>
  <inkml:trace contextRef="#ctx0" brushRef="#br0">189 40 24575,'-3'-13'0,"-1"-6"0,4 19 0,1-1 0,-1 1 0,0 0 0,0-1 0,0 1 0,1-1 0,-1 1 0,0-1 0,1 1 0,-1 0 0,0-1 0,1 1 0,-1 0 0,1-1 0,-1 1 0,0 0 0,1 0 0,-1-1 0,1 1 0,-1 0 0,1 0 0,-1 0 0,1 0 0,-1 0 0,1 0 0,-1-1 0,1 1 0,-1 0 0,1 0 0,-1 0 0,1 1 0,-1-1 0,1 0 0,-1 0 0,1 0 0,0 0 0,4 1 0,1 1 0,-1-1 0,0 1 0,1 0 0,-1 0 0,0 1 0,0-1 0,9 7 0,35 32 0,-36-29 0,0 2 0,-2 0 0,1 0 0,-2 1 0,0 1 0,0-1 0,-2 2 0,13 31 0,-18-38 0,1 0 0,-2 1 0,0-1 0,0 1 0,-1 0 0,0-1 0,-1 1 0,0 0 0,-1 0 0,0-1 0,0 1 0,-1 0 0,-1-1 0,0 1 0,0-1 0,-7 14 0,1-9 34,1-1 1,-2-1-1,0 0 0,0 0 0,-1-1 0,-1 0 0,0-1 0,-1 0 0,-21 14 1,-4-2-604,0-1 0,-53 21 0,-15 1-6257</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32.399"/>
    </inkml:context>
    <inkml:brush xml:id="br0">
      <inkml:brushProperty name="width" value="0.05" units="cm"/>
      <inkml:brushProperty name="height" value="0.05" units="cm"/>
    </inkml:brush>
  </inkml:definitions>
  <inkml:trace contextRef="#ctx0" brushRef="#br0">0 211 24575,'37'13'0,"-33"-13"0,0 0 0,0-1 0,0 1 0,0-1 0,0 0 0,0 0 0,0 0 0,-1-1 0,1 1 0,4-3 0,39-25 0,-16 9 0,-3 6 0,1 1 0,0 2 0,1 1 0,35-8 0,128-17 0,-152 29 0,127-19 0,263-6 0,-365 32 0,0 4 0,73 13 0,-97-9 0,0 1 0,-1 2 0,0 1 0,52 26 0,-58-20 0,0 2 0,-2 1 0,49 42 0,79 90 0,-100-93 0,-12-13 0,52 64 0,-88-95 0,-1 1 0,0 0 0,-1 1 0,-1 0 0,-1 1 0,0 0 0,-2 0 0,6 23 0,1 14 0,3 0 0,2-2 0,51 105 0,-44-110 0,-1 0 0,-3 1 0,-3 2 0,18 73 0,22 204 0,14 68 0,-66-368 0,20 89 0,56 151 0,-47-176 0,124 291 0,-89-247 0,118 173 0,-151-256 0,2-2 0,3-1 0,2-3 0,3-1 0,1-3 0,2-2 0,87 56 0,21-7 0,3-7 0,228 84 0,86-16 0,-144-52 0,-196-57 0,3-6 0,266 38 0,-350-71 0,1-2 0,0-3 0,100-12 0,-75 4 0,138 6 0,-105 4 0,-22 0 0,100-4 0,-190 2-105,0-1 0,0 1 0,0 0 0,0-1 0,0 1 0,-1-1 0,1 0 0,0 1 0,0-1 0,-1 0 0,1 0 0,2-2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07:44:32.852"/>
    </inkml:context>
    <inkml:brush xml:id="br0">
      <inkml:brushProperty name="width" value="0.05" units="cm"/>
      <inkml:brushProperty name="height" value="0.05" units="cm"/>
    </inkml:brush>
  </inkml:definitions>
  <inkml:trace contextRef="#ctx0" brushRef="#br0">105 11 24575,'-15'0'0,"5"1"0,0-1 0,-1 0 0,1-1 0,0 0 0,0-1 0,-19-5 0,63 33 0,16 1 0,0-3 0,73 25 0,114 18 0,-214-63 0,-18-4 0,-1 1 0,1-1 0,0 1 0,0 1 0,-1-1 0,1 1 0,6 3 0,-10-5 0,-1 0 0,0 0 0,1 1 0,-1-1 0,0 0 0,1 0 0,-1 1 0,0-1 0,0 0 0,1 1 0,-1-1 0,0 0 0,0 1 0,0-1 0,1 0 0,-1 1 0,0-1 0,0 1 0,0-1 0,0 0 0,0 1 0,0-1 0,0 1 0,0-1 0,0 0 0,0 1 0,0-1 0,0 1 0,0 0 0,-9 12 0,-19 8 0,25-18 0,-138 101 330,-36 24-2025,139-104-5131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2" name="Google Shape;1412;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4" name="Google Shape;1434;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0"/>
        <p:cNvGrpSpPr/>
        <p:nvPr/>
      </p:nvGrpSpPr>
      <p:grpSpPr>
        <a:xfrm>
          <a:off x="0" y="0"/>
          <a:ext cx="0" cy="0"/>
          <a:chOff x="0" y="0"/>
          <a:chExt cx="0" cy="0"/>
        </a:xfrm>
      </p:grpSpPr>
      <p:sp>
        <p:nvSpPr>
          <p:cNvPr id="1441" name="Google Shape;1441;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2" name="Google Shape;1442;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9" name="Google Shape;1469;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9" name="Google Shape;1509;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2/18/2026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456"/>
        <p:cNvGrpSpPr/>
        <p:nvPr/>
      </p:nvGrpSpPr>
      <p:grpSpPr>
        <a:xfrm>
          <a:off x="0" y="0"/>
          <a:ext cx="0" cy="0"/>
          <a:chOff x="0" y="0"/>
          <a:chExt cx="0" cy="0"/>
        </a:xfrm>
      </p:grpSpPr>
      <p:sp>
        <p:nvSpPr>
          <p:cNvPr id="457" name="Google Shape;457;p178"/>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8" name="Google Shape;458;p178"/>
          <p:cNvSpPr txBox="1">
            <a:spLocks noGrp="1"/>
          </p:cNvSpPr>
          <p:nvPr>
            <p:ph type="body" idx="1"/>
          </p:nvPr>
        </p:nvSpPr>
        <p:spPr>
          <a:xfrm>
            <a:off x="5181838" y="987426"/>
            <a:ext cx="6170593" cy="4873625"/>
          </a:xfrm>
          <a:prstGeom prst="rect">
            <a:avLst/>
          </a:prstGeom>
          <a:noFill/>
          <a:ln>
            <a:noFill/>
          </a:ln>
        </p:spPr>
        <p:txBody>
          <a:bodyPr spcFirstLastPara="1" wrap="square" lIns="91425" tIns="45700" rIns="91425" bIns="45700" anchor="t" anchorCtr="0">
            <a:normAutofit/>
          </a:bodyPr>
          <a:lstStyle>
            <a:lvl1pPr marL="457200" lvl="0" indent="-431736" algn="l">
              <a:lnSpc>
                <a:spcPct val="90000"/>
              </a:lnSpc>
              <a:spcBef>
                <a:spcPts val="1000"/>
              </a:spcBef>
              <a:spcAft>
                <a:spcPts val="0"/>
              </a:spcAft>
              <a:buClr>
                <a:schemeClr val="dk1"/>
              </a:buClr>
              <a:buSzPts val="3199"/>
              <a:buChar char="•"/>
              <a:defRPr sz="3199"/>
            </a:lvl1pPr>
            <a:lvl2pPr marL="914400" lvl="1" indent="-406336" algn="l">
              <a:lnSpc>
                <a:spcPct val="90000"/>
              </a:lnSpc>
              <a:spcBef>
                <a:spcPts val="500"/>
              </a:spcBef>
              <a:spcAft>
                <a:spcPts val="0"/>
              </a:spcAft>
              <a:buClr>
                <a:schemeClr val="dk1"/>
              </a:buClr>
              <a:buSzPts val="2799"/>
              <a:buChar char="•"/>
              <a:defRPr sz="2799"/>
            </a:lvl2pPr>
            <a:lvl3pPr marL="1371600" lvl="2" indent="-380936" algn="l">
              <a:lnSpc>
                <a:spcPct val="90000"/>
              </a:lnSpc>
              <a:spcBef>
                <a:spcPts val="500"/>
              </a:spcBef>
              <a:spcAft>
                <a:spcPts val="0"/>
              </a:spcAft>
              <a:buClr>
                <a:schemeClr val="dk1"/>
              </a:buClr>
              <a:buSzPts val="2399"/>
              <a:buChar char="•"/>
              <a:defRPr sz="2399"/>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59" name="Google Shape;459;p178"/>
          <p:cNvSpPr txBox="1">
            <a:spLocks noGrp="1"/>
          </p:cNvSpPr>
          <p:nvPr>
            <p:ph type="body" idx="2"/>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0" name="Google Shape;460;p17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17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17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8002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63"/>
        <p:cNvGrpSpPr/>
        <p:nvPr/>
      </p:nvGrpSpPr>
      <p:grpSpPr>
        <a:xfrm>
          <a:off x="0" y="0"/>
          <a:ext cx="0" cy="0"/>
          <a:chOff x="0" y="0"/>
          <a:chExt cx="0" cy="0"/>
        </a:xfrm>
      </p:grpSpPr>
      <p:sp>
        <p:nvSpPr>
          <p:cNvPr id="464" name="Google Shape;464;p179"/>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179"/>
          <p:cNvSpPr>
            <a:spLocks noGrp="1"/>
          </p:cNvSpPr>
          <p:nvPr>
            <p:ph type="pic" idx="2"/>
          </p:nvPr>
        </p:nvSpPr>
        <p:spPr>
          <a:xfrm>
            <a:off x="5181838" y="987426"/>
            <a:ext cx="6170593" cy="4873625"/>
          </a:xfrm>
          <a:prstGeom prst="rect">
            <a:avLst/>
          </a:prstGeom>
          <a:noFill/>
          <a:ln>
            <a:noFill/>
          </a:ln>
        </p:spPr>
      </p:sp>
      <p:sp>
        <p:nvSpPr>
          <p:cNvPr id="466" name="Google Shape;466;p179"/>
          <p:cNvSpPr txBox="1">
            <a:spLocks noGrp="1"/>
          </p:cNvSpPr>
          <p:nvPr>
            <p:ph type="body" idx="1"/>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7" name="Google Shape;467;p179"/>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179"/>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179"/>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3625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77562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10" Type="http://schemas.openxmlformats.org/officeDocument/2006/relationships/theme" Target="../theme/theme4.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2/18/2026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4" r:id="rId2"/>
    <p:sldLayoutId id="2147483735" r:id="rId3"/>
    <p:sldLayoutId id="2147483736" r:id="rId4"/>
    <p:sldLayoutId id="2147483737" r:id="rId5"/>
    <p:sldLayoutId id="2147483738" r:id="rId6"/>
    <p:sldLayoutId id="2147483739" r:id="rId7"/>
    <p:sldLayoutId id="2147483740" r:id="rId8"/>
    <p:sldLayoutId id="2147483745"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6.png"/><Relationship Id="rId7"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6.xml"/><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3" Type="http://schemas.openxmlformats.org/officeDocument/2006/relationships/customXml" Target="../ink/ink7.xml"/><Relationship Id="rId18" Type="http://schemas.openxmlformats.org/officeDocument/2006/relationships/image" Target="../media/image18.png"/><Relationship Id="rId26" Type="http://schemas.openxmlformats.org/officeDocument/2006/relationships/image" Target="../media/image22.png"/><Relationship Id="rId39" Type="http://schemas.openxmlformats.org/officeDocument/2006/relationships/customXml" Target="../ink/ink20.xml"/><Relationship Id="rId21" Type="http://schemas.openxmlformats.org/officeDocument/2006/relationships/customXml" Target="../ink/ink11.xml"/><Relationship Id="rId34" Type="http://schemas.openxmlformats.org/officeDocument/2006/relationships/image" Target="../media/image25.png"/><Relationship Id="rId42" Type="http://schemas.openxmlformats.org/officeDocument/2006/relationships/image" Target="../media/image29.png"/><Relationship Id="rId47" Type="http://schemas.openxmlformats.org/officeDocument/2006/relationships/customXml" Target="../ink/ink24.xml"/><Relationship Id="rId50" Type="http://schemas.openxmlformats.org/officeDocument/2006/relationships/image" Target="../media/image33.png"/><Relationship Id="rId55" Type="http://schemas.openxmlformats.org/officeDocument/2006/relationships/image" Target="../media/image35.png"/><Relationship Id="rId7" Type="http://schemas.openxmlformats.org/officeDocument/2006/relationships/customXml" Target="../ink/ink4.xml"/><Relationship Id="rId2" Type="http://schemas.openxmlformats.org/officeDocument/2006/relationships/notesSlide" Target="../notesSlides/notesSlide5.xml"/><Relationship Id="rId16" Type="http://schemas.openxmlformats.org/officeDocument/2006/relationships/image" Target="../media/image16.png"/><Relationship Id="rId29" Type="http://schemas.openxmlformats.org/officeDocument/2006/relationships/customXml" Target="../ink/ink15.xml"/><Relationship Id="rId11" Type="http://schemas.openxmlformats.org/officeDocument/2006/relationships/customXml" Target="../ink/ink6.xml"/><Relationship Id="rId24" Type="http://schemas.openxmlformats.org/officeDocument/2006/relationships/image" Target="../media/image21.png"/><Relationship Id="rId32" Type="http://schemas.openxmlformats.org/officeDocument/2006/relationships/image" Target="../media/image7.png"/><Relationship Id="rId37" Type="http://schemas.openxmlformats.org/officeDocument/2006/relationships/customXml" Target="../ink/ink19.xml"/><Relationship Id="rId40" Type="http://schemas.openxmlformats.org/officeDocument/2006/relationships/image" Target="../media/image28.png"/><Relationship Id="rId45" Type="http://schemas.openxmlformats.org/officeDocument/2006/relationships/customXml" Target="../ink/ink23.xml"/><Relationship Id="rId53" Type="http://schemas.openxmlformats.org/officeDocument/2006/relationships/customXml" Target="../ink/ink27.xml"/><Relationship Id="rId58" Type="http://schemas.openxmlformats.org/officeDocument/2006/relationships/customXml" Target="../ink/ink30.xml"/><Relationship Id="rId5" Type="http://schemas.openxmlformats.org/officeDocument/2006/relationships/customXml" Target="../ink/ink3.xml"/><Relationship Id="rId61" Type="http://schemas.openxmlformats.org/officeDocument/2006/relationships/image" Target="../media/image37.png"/><Relationship Id="rId19" Type="http://schemas.openxmlformats.org/officeDocument/2006/relationships/customXml" Target="../ink/ink10.xml"/><Relationship Id="rId14" Type="http://schemas.openxmlformats.org/officeDocument/2006/relationships/image" Target="../media/image15.png"/><Relationship Id="rId22" Type="http://schemas.openxmlformats.org/officeDocument/2006/relationships/image" Target="../media/image20.png"/><Relationship Id="rId27" Type="http://schemas.openxmlformats.org/officeDocument/2006/relationships/customXml" Target="../ink/ink14.xml"/><Relationship Id="rId30" Type="http://schemas.openxmlformats.org/officeDocument/2006/relationships/image" Target="../media/image24.png"/><Relationship Id="rId35" Type="http://schemas.openxmlformats.org/officeDocument/2006/relationships/customXml" Target="../ink/ink18.xml"/><Relationship Id="rId43" Type="http://schemas.openxmlformats.org/officeDocument/2006/relationships/customXml" Target="../ink/ink22.xml"/><Relationship Id="rId48" Type="http://schemas.openxmlformats.org/officeDocument/2006/relationships/image" Target="../media/image32.png"/><Relationship Id="rId56" Type="http://schemas.openxmlformats.org/officeDocument/2006/relationships/customXml" Target="../ink/ink29.xml"/><Relationship Id="rId8" Type="http://schemas.openxmlformats.org/officeDocument/2006/relationships/image" Target="../media/image12.png"/><Relationship Id="rId51" Type="http://schemas.openxmlformats.org/officeDocument/2006/relationships/customXml" Target="../ink/ink26.xml"/><Relationship Id="rId3" Type="http://schemas.openxmlformats.org/officeDocument/2006/relationships/image" Target="../media/image10.png"/><Relationship Id="rId12" Type="http://schemas.openxmlformats.org/officeDocument/2006/relationships/image" Target="../media/image14.png"/><Relationship Id="rId17" Type="http://schemas.openxmlformats.org/officeDocument/2006/relationships/customXml" Target="../ink/ink9.xml"/><Relationship Id="rId25" Type="http://schemas.openxmlformats.org/officeDocument/2006/relationships/customXml" Target="../ink/ink13.xml"/><Relationship Id="rId33" Type="http://schemas.openxmlformats.org/officeDocument/2006/relationships/customXml" Target="../ink/ink17.xml"/><Relationship Id="rId38" Type="http://schemas.openxmlformats.org/officeDocument/2006/relationships/image" Target="../media/image27.png"/><Relationship Id="rId46" Type="http://schemas.openxmlformats.org/officeDocument/2006/relationships/image" Target="../media/image31.png"/><Relationship Id="rId59" Type="http://schemas.openxmlformats.org/officeDocument/2006/relationships/customXml" Target="../ink/ink31.xml"/><Relationship Id="rId20" Type="http://schemas.openxmlformats.org/officeDocument/2006/relationships/image" Target="../media/image19.png"/><Relationship Id="rId41" Type="http://schemas.openxmlformats.org/officeDocument/2006/relationships/customXml" Target="../ink/ink21.xml"/><Relationship Id="rId54" Type="http://schemas.openxmlformats.org/officeDocument/2006/relationships/customXml" Target="../ink/ink28.xml"/><Relationship Id="rId62" Type="http://schemas.openxmlformats.org/officeDocument/2006/relationships/customXml" Target="../ink/ink33.xml"/><Relationship Id="rId1" Type="http://schemas.openxmlformats.org/officeDocument/2006/relationships/slideLayout" Target="../slideLayouts/slideLayout46.xml"/><Relationship Id="rId6" Type="http://schemas.openxmlformats.org/officeDocument/2006/relationships/image" Target="../media/image11.png"/><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image" Target="../media/image23.png"/><Relationship Id="rId36" Type="http://schemas.openxmlformats.org/officeDocument/2006/relationships/image" Target="../media/image26.png"/><Relationship Id="rId49" Type="http://schemas.openxmlformats.org/officeDocument/2006/relationships/customXml" Target="../ink/ink25.xml"/><Relationship Id="rId57" Type="http://schemas.openxmlformats.org/officeDocument/2006/relationships/image" Target="../media/image36.png"/><Relationship Id="rId10" Type="http://schemas.openxmlformats.org/officeDocument/2006/relationships/image" Target="../media/image13.png"/><Relationship Id="rId31" Type="http://schemas.openxmlformats.org/officeDocument/2006/relationships/customXml" Target="../ink/ink16.xml"/><Relationship Id="rId44" Type="http://schemas.openxmlformats.org/officeDocument/2006/relationships/image" Target="../media/image30.png"/><Relationship Id="rId52" Type="http://schemas.openxmlformats.org/officeDocument/2006/relationships/image" Target="../media/image34.png"/><Relationship Id="rId60" Type="http://schemas.openxmlformats.org/officeDocument/2006/relationships/customXml" Target="../ink/ink32.xml"/><Relationship Id="rId4" Type="http://schemas.openxmlformats.org/officeDocument/2006/relationships/image" Target="../media/image4.png"/><Relationship Id="rId9" Type="http://schemas.openxmlformats.org/officeDocument/2006/relationships/customXml" Target="../ink/ink5.xml"/></Relationships>
</file>

<file path=ppt/slides/_rels/slide7.xml.rels><?xml version="1.0" encoding="UTF-8" standalone="yes"?>
<Relationships xmlns="http://schemas.openxmlformats.org/package/2006/relationships"><Relationship Id="rId3" Type="http://schemas.openxmlformats.org/officeDocument/2006/relationships/hyperlink" Target="https://help.sap.com/doc/saphelp_nw75/7.5.5/en-US/63/0ce9b386b84e80bfade96779fbaeec/content.htm?no_cache=true" TargetMode="External"/><Relationship Id="rId2" Type="http://schemas.openxmlformats.org/officeDocument/2006/relationships/notesSlide" Target="../notesSlides/notesSlide6.xml"/><Relationship Id="rId1" Type="http://schemas.openxmlformats.org/officeDocument/2006/relationships/slideLayout" Target="../slideLayouts/slideLayout46.xml"/><Relationship Id="rId5" Type="http://schemas.openxmlformats.org/officeDocument/2006/relationships/image" Target="../media/image4.png"/><Relationship Id="rId4" Type="http://schemas.openxmlformats.org/officeDocument/2006/relationships/hyperlink" Target="https://ui5.sap.com/#/topic/1cf5c7f5b81c4cb3ba98fd14314d4504" TargetMode="External"/></Relationships>
</file>

<file path=ppt/slides/_rels/slide8.xml.rels><?xml version="1.0" encoding="UTF-8" standalone="yes"?>
<Relationships xmlns="http://schemas.openxmlformats.org/package/2006/relationships"><Relationship Id="rId117" Type="http://schemas.openxmlformats.org/officeDocument/2006/relationships/image" Target="../media/image95.png"/><Relationship Id="rId299" Type="http://schemas.openxmlformats.org/officeDocument/2006/relationships/customXml" Target="../ink/ink185.xml"/><Relationship Id="rId21" Type="http://schemas.openxmlformats.org/officeDocument/2006/relationships/image" Target="../media/image47.png"/><Relationship Id="rId63" Type="http://schemas.openxmlformats.org/officeDocument/2006/relationships/image" Target="../media/image68.png"/><Relationship Id="rId159" Type="http://schemas.openxmlformats.org/officeDocument/2006/relationships/image" Target="../media/image116.png"/><Relationship Id="rId324" Type="http://schemas.openxmlformats.org/officeDocument/2006/relationships/customXml" Target="../ink/ink198.xml"/><Relationship Id="rId366" Type="http://schemas.openxmlformats.org/officeDocument/2006/relationships/image" Target="../media/image215.png"/><Relationship Id="rId170" Type="http://schemas.openxmlformats.org/officeDocument/2006/relationships/image" Target="../media/image120.png"/><Relationship Id="rId226" Type="http://schemas.openxmlformats.org/officeDocument/2006/relationships/customXml" Target="../ink/ink148.xml"/><Relationship Id="rId268" Type="http://schemas.openxmlformats.org/officeDocument/2006/relationships/customXml" Target="../ink/ink169.xml"/><Relationship Id="rId32" Type="http://schemas.openxmlformats.org/officeDocument/2006/relationships/customXml" Target="../ink/ink49.xml"/><Relationship Id="rId74" Type="http://schemas.openxmlformats.org/officeDocument/2006/relationships/customXml" Target="../ink/ink70.xml"/><Relationship Id="rId128" Type="http://schemas.openxmlformats.org/officeDocument/2006/relationships/customXml" Target="../ink/ink97.xml"/><Relationship Id="rId335" Type="http://schemas.openxmlformats.org/officeDocument/2006/relationships/image" Target="../media/image200.png"/><Relationship Id="rId377" Type="http://schemas.openxmlformats.org/officeDocument/2006/relationships/customXml" Target="../ink/ink225.xml"/><Relationship Id="rId5" Type="http://schemas.openxmlformats.org/officeDocument/2006/relationships/image" Target="../media/image39.png"/><Relationship Id="rId181" Type="http://schemas.openxmlformats.org/officeDocument/2006/relationships/customXml" Target="../ink/ink124.xml"/><Relationship Id="rId237" Type="http://schemas.openxmlformats.org/officeDocument/2006/relationships/image" Target="../media/image152.png"/><Relationship Id="rId279" Type="http://schemas.openxmlformats.org/officeDocument/2006/relationships/customXml" Target="../ink/ink175.xml"/><Relationship Id="rId43" Type="http://schemas.openxmlformats.org/officeDocument/2006/relationships/image" Target="../media/image58.png"/><Relationship Id="rId139" Type="http://schemas.openxmlformats.org/officeDocument/2006/relationships/image" Target="../media/image106.png"/><Relationship Id="rId290" Type="http://schemas.openxmlformats.org/officeDocument/2006/relationships/image" Target="../media/image178.png"/><Relationship Id="rId304" Type="http://schemas.openxmlformats.org/officeDocument/2006/relationships/image" Target="../media/image185.png"/><Relationship Id="rId346" Type="http://schemas.openxmlformats.org/officeDocument/2006/relationships/customXml" Target="../ink/ink209.xml"/><Relationship Id="rId388" Type="http://schemas.openxmlformats.org/officeDocument/2006/relationships/image" Target="../media/image226.png"/><Relationship Id="rId85" Type="http://schemas.openxmlformats.org/officeDocument/2006/relationships/image" Target="../media/image79.png"/><Relationship Id="rId150" Type="http://schemas.openxmlformats.org/officeDocument/2006/relationships/customXml" Target="../ink/ink108.xml"/><Relationship Id="rId192" Type="http://schemas.openxmlformats.org/officeDocument/2006/relationships/image" Target="../media/image131.png"/><Relationship Id="rId206" Type="http://schemas.openxmlformats.org/officeDocument/2006/relationships/customXml" Target="../ink/ink137.xml"/><Relationship Id="rId248" Type="http://schemas.openxmlformats.org/officeDocument/2006/relationships/customXml" Target="../ink/ink159.xml"/><Relationship Id="rId12" Type="http://schemas.openxmlformats.org/officeDocument/2006/relationships/customXml" Target="../ink/ink39.xml"/><Relationship Id="rId108" Type="http://schemas.openxmlformats.org/officeDocument/2006/relationships/customXml" Target="../ink/ink87.xml"/><Relationship Id="rId315" Type="http://schemas.openxmlformats.org/officeDocument/2006/relationships/customXml" Target="../ink/ink193.xml"/><Relationship Id="rId357" Type="http://schemas.openxmlformats.org/officeDocument/2006/relationships/customXml" Target="../ink/ink215.xml"/><Relationship Id="rId54" Type="http://schemas.openxmlformats.org/officeDocument/2006/relationships/customXml" Target="../ink/ink60.xml"/><Relationship Id="rId96" Type="http://schemas.openxmlformats.org/officeDocument/2006/relationships/customXml" Target="../ink/ink81.xml"/><Relationship Id="rId161" Type="http://schemas.openxmlformats.org/officeDocument/2006/relationships/image" Target="../media/image117.png"/><Relationship Id="rId217" Type="http://schemas.openxmlformats.org/officeDocument/2006/relationships/image" Target="../media/image142.png"/><Relationship Id="rId259" Type="http://schemas.openxmlformats.org/officeDocument/2006/relationships/image" Target="../media/image163.png"/><Relationship Id="rId23" Type="http://schemas.openxmlformats.org/officeDocument/2006/relationships/image" Target="../media/image48.png"/><Relationship Id="rId119" Type="http://schemas.openxmlformats.org/officeDocument/2006/relationships/image" Target="../media/image96.png"/><Relationship Id="rId270" Type="http://schemas.openxmlformats.org/officeDocument/2006/relationships/customXml" Target="../ink/ink170.xml"/><Relationship Id="rId326" Type="http://schemas.openxmlformats.org/officeDocument/2006/relationships/customXml" Target="../ink/ink199.xml"/><Relationship Id="rId65" Type="http://schemas.openxmlformats.org/officeDocument/2006/relationships/image" Target="../media/image69.png"/><Relationship Id="rId130" Type="http://schemas.openxmlformats.org/officeDocument/2006/relationships/customXml" Target="../ink/ink98.xml"/><Relationship Id="rId368" Type="http://schemas.openxmlformats.org/officeDocument/2006/relationships/image" Target="../media/image216.png"/><Relationship Id="rId172" Type="http://schemas.openxmlformats.org/officeDocument/2006/relationships/image" Target="../media/image121.png"/><Relationship Id="rId228" Type="http://schemas.openxmlformats.org/officeDocument/2006/relationships/customXml" Target="../ink/ink149.xml"/><Relationship Id="rId281" Type="http://schemas.openxmlformats.org/officeDocument/2006/relationships/customXml" Target="../ink/ink176.xml"/><Relationship Id="rId337" Type="http://schemas.openxmlformats.org/officeDocument/2006/relationships/image" Target="../media/image201.png"/><Relationship Id="rId34" Type="http://schemas.openxmlformats.org/officeDocument/2006/relationships/customXml" Target="../ink/ink50.xml"/><Relationship Id="rId76" Type="http://schemas.openxmlformats.org/officeDocument/2006/relationships/customXml" Target="../ink/ink71.xml"/><Relationship Id="rId141" Type="http://schemas.openxmlformats.org/officeDocument/2006/relationships/image" Target="../media/image107.png"/><Relationship Id="rId379" Type="http://schemas.openxmlformats.org/officeDocument/2006/relationships/customXml" Target="../ink/ink226.xml"/><Relationship Id="rId7" Type="http://schemas.openxmlformats.org/officeDocument/2006/relationships/image" Target="../media/image40.png"/><Relationship Id="rId183" Type="http://schemas.openxmlformats.org/officeDocument/2006/relationships/customXml" Target="../ink/ink125.xml"/><Relationship Id="rId239" Type="http://schemas.openxmlformats.org/officeDocument/2006/relationships/image" Target="../media/image153.png"/><Relationship Id="rId390" Type="http://schemas.openxmlformats.org/officeDocument/2006/relationships/image" Target="../media/image227.png"/><Relationship Id="rId250" Type="http://schemas.openxmlformats.org/officeDocument/2006/relationships/customXml" Target="../ink/ink160.xml"/><Relationship Id="rId292" Type="http://schemas.openxmlformats.org/officeDocument/2006/relationships/image" Target="../media/image179.png"/><Relationship Id="rId306" Type="http://schemas.openxmlformats.org/officeDocument/2006/relationships/image" Target="../media/image186.png"/><Relationship Id="rId45" Type="http://schemas.openxmlformats.org/officeDocument/2006/relationships/image" Target="../media/image59.png"/><Relationship Id="rId87" Type="http://schemas.openxmlformats.org/officeDocument/2006/relationships/image" Target="../media/image80.png"/><Relationship Id="rId110" Type="http://schemas.openxmlformats.org/officeDocument/2006/relationships/customXml" Target="../ink/ink88.xml"/><Relationship Id="rId348" Type="http://schemas.openxmlformats.org/officeDocument/2006/relationships/customXml" Target="../ink/ink210.xml"/><Relationship Id="rId152" Type="http://schemas.openxmlformats.org/officeDocument/2006/relationships/customXml" Target="../ink/ink109.xml"/><Relationship Id="rId194" Type="http://schemas.openxmlformats.org/officeDocument/2006/relationships/image" Target="../media/image132.png"/><Relationship Id="rId208" Type="http://schemas.openxmlformats.org/officeDocument/2006/relationships/customXml" Target="../ink/ink138.xml"/><Relationship Id="rId261" Type="http://schemas.openxmlformats.org/officeDocument/2006/relationships/image" Target="../media/image164.png"/><Relationship Id="rId14" Type="http://schemas.openxmlformats.org/officeDocument/2006/relationships/customXml" Target="../ink/ink40.xml"/><Relationship Id="rId56" Type="http://schemas.openxmlformats.org/officeDocument/2006/relationships/customXml" Target="../ink/ink61.xml"/><Relationship Id="rId317" Type="http://schemas.openxmlformats.org/officeDocument/2006/relationships/customXml" Target="../ink/ink194.xml"/><Relationship Id="rId359" Type="http://schemas.openxmlformats.org/officeDocument/2006/relationships/customXml" Target="../ink/ink216.xml"/><Relationship Id="rId98" Type="http://schemas.openxmlformats.org/officeDocument/2006/relationships/customXml" Target="../ink/ink82.xml"/><Relationship Id="rId121" Type="http://schemas.openxmlformats.org/officeDocument/2006/relationships/image" Target="../media/image97.png"/><Relationship Id="rId163" Type="http://schemas.openxmlformats.org/officeDocument/2006/relationships/image" Target="../media/image118.png"/><Relationship Id="rId219" Type="http://schemas.openxmlformats.org/officeDocument/2006/relationships/image" Target="../media/image143.png"/><Relationship Id="rId370" Type="http://schemas.openxmlformats.org/officeDocument/2006/relationships/image" Target="../media/image217.png"/><Relationship Id="rId230" Type="http://schemas.openxmlformats.org/officeDocument/2006/relationships/customXml" Target="../ink/ink150.xml"/><Relationship Id="rId25" Type="http://schemas.openxmlformats.org/officeDocument/2006/relationships/image" Target="../media/image49.png"/><Relationship Id="rId67" Type="http://schemas.openxmlformats.org/officeDocument/2006/relationships/image" Target="../media/image70.png"/><Relationship Id="rId272" Type="http://schemas.openxmlformats.org/officeDocument/2006/relationships/customXml" Target="../ink/ink171.xml"/><Relationship Id="rId328" Type="http://schemas.openxmlformats.org/officeDocument/2006/relationships/customXml" Target="../ink/ink200.xml"/><Relationship Id="rId132" Type="http://schemas.openxmlformats.org/officeDocument/2006/relationships/customXml" Target="../ink/ink99.xml"/><Relationship Id="rId174" Type="http://schemas.openxmlformats.org/officeDocument/2006/relationships/image" Target="../media/image122.png"/><Relationship Id="rId381" Type="http://schemas.openxmlformats.org/officeDocument/2006/relationships/customXml" Target="../ink/ink227.xml"/><Relationship Id="rId241" Type="http://schemas.openxmlformats.org/officeDocument/2006/relationships/image" Target="../media/image154.png"/><Relationship Id="rId36" Type="http://schemas.openxmlformats.org/officeDocument/2006/relationships/customXml" Target="../ink/ink51.xml"/><Relationship Id="rId283" Type="http://schemas.openxmlformats.org/officeDocument/2006/relationships/customXml" Target="../ink/ink177.xml"/><Relationship Id="rId339" Type="http://schemas.openxmlformats.org/officeDocument/2006/relationships/image" Target="../media/image202.png"/><Relationship Id="rId78" Type="http://schemas.openxmlformats.org/officeDocument/2006/relationships/customXml" Target="../ink/ink72.xml"/><Relationship Id="rId101" Type="http://schemas.openxmlformats.org/officeDocument/2006/relationships/image" Target="../media/image87.png"/><Relationship Id="rId143" Type="http://schemas.openxmlformats.org/officeDocument/2006/relationships/image" Target="../media/image108.png"/><Relationship Id="rId185" Type="http://schemas.openxmlformats.org/officeDocument/2006/relationships/customXml" Target="../ink/ink126.xml"/><Relationship Id="rId350" Type="http://schemas.openxmlformats.org/officeDocument/2006/relationships/customXml" Target="../ink/ink211.xml"/><Relationship Id="rId9" Type="http://schemas.openxmlformats.org/officeDocument/2006/relationships/image" Target="../media/image41.png"/><Relationship Id="rId210" Type="http://schemas.openxmlformats.org/officeDocument/2006/relationships/customXml" Target="../ink/ink139.xml"/><Relationship Id="rId392" Type="http://schemas.openxmlformats.org/officeDocument/2006/relationships/image" Target="../media/image228.png"/><Relationship Id="rId252" Type="http://schemas.openxmlformats.org/officeDocument/2006/relationships/customXml" Target="../ink/ink161.xml"/><Relationship Id="rId294" Type="http://schemas.openxmlformats.org/officeDocument/2006/relationships/image" Target="../media/image180.png"/><Relationship Id="rId308" Type="http://schemas.openxmlformats.org/officeDocument/2006/relationships/image" Target="../media/image187.png"/><Relationship Id="rId47" Type="http://schemas.openxmlformats.org/officeDocument/2006/relationships/image" Target="../media/image60.png"/><Relationship Id="rId89" Type="http://schemas.openxmlformats.org/officeDocument/2006/relationships/image" Target="../media/image81.png"/><Relationship Id="rId112" Type="http://schemas.openxmlformats.org/officeDocument/2006/relationships/customXml" Target="../ink/ink89.xml"/><Relationship Id="rId154" Type="http://schemas.openxmlformats.org/officeDocument/2006/relationships/customXml" Target="../ink/ink110.xml"/><Relationship Id="rId361" Type="http://schemas.openxmlformats.org/officeDocument/2006/relationships/customXml" Target="../ink/ink217.xml"/><Relationship Id="rId196" Type="http://schemas.openxmlformats.org/officeDocument/2006/relationships/image" Target="../media/image133.png"/><Relationship Id="rId16" Type="http://schemas.openxmlformats.org/officeDocument/2006/relationships/customXml" Target="../ink/ink41.xml"/><Relationship Id="rId221" Type="http://schemas.openxmlformats.org/officeDocument/2006/relationships/image" Target="../media/image144.png"/><Relationship Id="rId242" Type="http://schemas.openxmlformats.org/officeDocument/2006/relationships/customXml" Target="../ink/ink156.xml"/><Relationship Id="rId263" Type="http://schemas.openxmlformats.org/officeDocument/2006/relationships/image" Target="../media/image165.png"/><Relationship Id="rId284" Type="http://schemas.openxmlformats.org/officeDocument/2006/relationships/image" Target="../media/image175.png"/><Relationship Id="rId319" Type="http://schemas.openxmlformats.org/officeDocument/2006/relationships/customXml" Target="../ink/ink195.xml"/><Relationship Id="rId37" Type="http://schemas.openxmlformats.org/officeDocument/2006/relationships/image" Target="../media/image55.png"/><Relationship Id="rId58" Type="http://schemas.openxmlformats.org/officeDocument/2006/relationships/customXml" Target="../ink/ink62.xml"/><Relationship Id="rId79" Type="http://schemas.openxmlformats.org/officeDocument/2006/relationships/image" Target="../media/image76.png"/><Relationship Id="rId102" Type="http://schemas.openxmlformats.org/officeDocument/2006/relationships/customXml" Target="../ink/ink84.xml"/><Relationship Id="rId123" Type="http://schemas.openxmlformats.org/officeDocument/2006/relationships/image" Target="../media/image98.png"/><Relationship Id="rId144" Type="http://schemas.openxmlformats.org/officeDocument/2006/relationships/customXml" Target="../ink/ink105.xml"/><Relationship Id="rId330" Type="http://schemas.openxmlformats.org/officeDocument/2006/relationships/customXml" Target="../ink/ink201.xml"/><Relationship Id="rId90" Type="http://schemas.openxmlformats.org/officeDocument/2006/relationships/customXml" Target="../ink/ink78.xml"/><Relationship Id="rId165" Type="http://schemas.openxmlformats.org/officeDocument/2006/relationships/image" Target="../media/image7.png"/><Relationship Id="rId186" Type="http://schemas.openxmlformats.org/officeDocument/2006/relationships/image" Target="../media/image128.png"/><Relationship Id="rId351" Type="http://schemas.openxmlformats.org/officeDocument/2006/relationships/customXml" Target="../ink/ink212.xml"/><Relationship Id="rId372" Type="http://schemas.openxmlformats.org/officeDocument/2006/relationships/image" Target="../media/image218.png"/><Relationship Id="rId393" Type="http://schemas.openxmlformats.org/officeDocument/2006/relationships/customXml" Target="../ink/ink233.xml"/><Relationship Id="rId211" Type="http://schemas.openxmlformats.org/officeDocument/2006/relationships/image" Target="../media/image140.png"/><Relationship Id="rId232" Type="http://schemas.openxmlformats.org/officeDocument/2006/relationships/customXml" Target="../ink/ink151.xml"/><Relationship Id="rId253" Type="http://schemas.openxmlformats.org/officeDocument/2006/relationships/image" Target="../media/image160.png"/><Relationship Id="rId274" Type="http://schemas.openxmlformats.org/officeDocument/2006/relationships/image" Target="../media/image170.png"/><Relationship Id="rId295" Type="http://schemas.openxmlformats.org/officeDocument/2006/relationships/customXml" Target="../ink/ink183.xml"/><Relationship Id="rId309" Type="http://schemas.openxmlformats.org/officeDocument/2006/relationships/customXml" Target="../ink/ink190.xml"/><Relationship Id="rId27" Type="http://schemas.openxmlformats.org/officeDocument/2006/relationships/image" Target="../media/image50.png"/><Relationship Id="rId48" Type="http://schemas.openxmlformats.org/officeDocument/2006/relationships/customXml" Target="../ink/ink57.xml"/><Relationship Id="rId69" Type="http://schemas.openxmlformats.org/officeDocument/2006/relationships/image" Target="../media/image71.png"/><Relationship Id="rId113" Type="http://schemas.openxmlformats.org/officeDocument/2006/relationships/image" Target="../media/image93.png"/><Relationship Id="rId134" Type="http://schemas.openxmlformats.org/officeDocument/2006/relationships/customXml" Target="../ink/ink100.xml"/><Relationship Id="rId320" Type="http://schemas.openxmlformats.org/officeDocument/2006/relationships/image" Target="../media/image193.png"/><Relationship Id="rId80" Type="http://schemas.openxmlformats.org/officeDocument/2006/relationships/customXml" Target="../ink/ink73.xml"/><Relationship Id="rId155" Type="http://schemas.openxmlformats.org/officeDocument/2006/relationships/image" Target="../media/image114.png"/><Relationship Id="rId176" Type="http://schemas.openxmlformats.org/officeDocument/2006/relationships/image" Target="../media/image123.png"/><Relationship Id="rId197" Type="http://schemas.openxmlformats.org/officeDocument/2006/relationships/customXml" Target="../ink/ink132.xml"/><Relationship Id="rId341" Type="http://schemas.openxmlformats.org/officeDocument/2006/relationships/image" Target="../media/image203.png"/><Relationship Id="rId362" Type="http://schemas.openxmlformats.org/officeDocument/2006/relationships/image" Target="../media/image213.png"/><Relationship Id="rId383" Type="http://schemas.openxmlformats.org/officeDocument/2006/relationships/customXml" Target="../ink/ink228.xml"/><Relationship Id="rId201" Type="http://schemas.openxmlformats.org/officeDocument/2006/relationships/customXml" Target="../ink/ink134.xml"/><Relationship Id="rId222" Type="http://schemas.openxmlformats.org/officeDocument/2006/relationships/customXml" Target="../ink/ink146.xml"/><Relationship Id="rId243" Type="http://schemas.openxmlformats.org/officeDocument/2006/relationships/image" Target="../media/image155.png"/><Relationship Id="rId264" Type="http://schemas.openxmlformats.org/officeDocument/2006/relationships/customXml" Target="../ink/ink167.xml"/><Relationship Id="rId285" Type="http://schemas.openxmlformats.org/officeDocument/2006/relationships/customXml" Target="../ink/ink178.xml"/><Relationship Id="rId17" Type="http://schemas.openxmlformats.org/officeDocument/2006/relationships/image" Target="../media/image45.png"/><Relationship Id="rId38" Type="http://schemas.openxmlformats.org/officeDocument/2006/relationships/customXml" Target="../ink/ink52.xml"/><Relationship Id="rId59" Type="http://schemas.openxmlformats.org/officeDocument/2006/relationships/image" Target="../media/image66.png"/><Relationship Id="rId103" Type="http://schemas.openxmlformats.org/officeDocument/2006/relationships/image" Target="../media/image88.png"/><Relationship Id="rId124" Type="http://schemas.openxmlformats.org/officeDocument/2006/relationships/customXml" Target="../ink/ink95.xml"/><Relationship Id="rId310" Type="http://schemas.openxmlformats.org/officeDocument/2006/relationships/image" Target="../media/image188.png"/><Relationship Id="rId70" Type="http://schemas.openxmlformats.org/officeDocument/2006/relationships/customXml" Target="../ink/ink68.xml"/><Relationship Id="rId91" Type="http://schemas.openxmlformats.org/officeDocument/2006/relationships/image" Target="../media/image82.png"/><Relationship Id="rId145" Type="http://schemas.openxmlformats.org/officeDocument/2006/relationships/image" Target="../media/image109.png"/><Relationship Id="rId166" Type="http://schemas.openxmlformats.org/officeDocument/2006/relationships/customXml" Target="../ink/ink116.xml"/><Relationship Id="rId187" Type="http://schemas.openxmlformats.org/officeDocument/2006/relationships/customXml" Target="../ink/ink127.xml"/><Relationship Id="rId331" Type="http://schemas.openxmlformats.org/officeDocument/2006/relationships/image" Target="../media/image198.png"/><Relationship Id="rId352" Type="http://schemas.openxmlformats.org/officeDocument/2006/relationships/image" Target="../media/image208.png"/><Relationship Id="rId373" Type="http://schemas.openxmlformats.org/officeDocument/2006/relationships/customXml" Target="../ink/ink223.xml"/><Relationship Id="rId394" Type="http://schemas.openxmlformats.org/officeDocument/2006/relationships/image" Target="../media/image229.png"/><Relationship Id="rId1" Type="http://schemas.openxmlformats.org/officeDocument/2006/relationships/slideLayout" Target="../slideLayouts/slideLayout46.xml"/><Relationship Id="rId212" Type="http://schemas.openxmlformats.org/officeDocument/2006/relationships/customXml" Target="../ink/ink140.xml"/><Relationship Id="rId233" Type="http://schemas.openxmlformats.org/officeDocument/2006/relationships/image" Target="../media/image150.png"/><Relationship Id="rId254" Type="http://schemas.openxmlformats.org/officeDocument/2006/relationships/customXml" Target="../ink/ink162.xml"/><Relationship Id="rId28" Type="http://schemas.openxmlformats.org/officeDocument/2006/relationships/customXml" Target="../ink/ink47.xml"/><Relationship Id="rId49" Type="http://schemas.openxmlformats.org/officeDocument/2006/relationships/image" Target="../media/image61.png"/><Relationship Id="rId114" Type="http://schemas.openxmlformats.org/officeDocument/2006/relationships/customXml" Target="../ink/ink90.xml"/><Relationship Id="rId275" Type="http://schemas.openxmlformats.org/officeDocument/2006/relationships/customXml" Target="../ink/ink173.xml"/><Relationship Id="rId296" Type="http://schemas.openxmlformats.org/officeDocument/2006/relationships/image" Target="../media/image181.png"/><Relationship Id="rId300" Type="http://schemas.openxmlformats.org/officeDocument/2006/relationships/image" Target="../media/image183.png"/><Relationship Id="rId60" Type="http://schemas.openxmlformats.org/officeDocument/2006/relationships/customXml" Target="../ink/ink63.xml"/><Relationship Id="rId81" Type="http://schemas.openxmlformats.org/officeDocument/2006/relationships/image" Target="../media/image77.png"/><Relationship Id="rId135" Type="http://schemas.openxmlformats.org/officeDocument/2006/relationships/image" Target="../media/image104.png"/><Relationship Id="rId156" Type="http://schemas.openxmlformats.org/officeDocument/2006/relationships/customXml" Target="../ink/ink111.xml"/><Relationship Id="rId177" Type="http://schemas.openxmlformats.org/officeDocument/2006/relationships/customXml" Target="../ink/ink122.xml"/><Relationship Id="rId198" Type="http://schemas.openxmlformats.org/officeDocument/2006/relationships/image" Target="../media/image134.png"/><Relationship Id="rId321" Type="http://schemas.openxmlformats.org/officeDocument/2006/relationships/customXml" Target="../ink/ink196.xml"/><Relationship Id="rId342" Type="http://schemas.openxmlformats.org/officeDocument/2006/relationships/customXml" Target="../ink/ink207.xml"/><Relationship Id="rId363" Type="http://schemas.openxmlformats.org/officeDocument/2006/relationships/customXml" Target="../ink/ink218.xml"/><Relationship Id="rId384" Type="http://schemas.openxmlformats.org/officeDocument/2006/relationships/image" Target="../media/image224.png"/><Relationship Id="rId202" Type="http://schemas.openxmlformats.org/officeDocument/2006/relationships/customXml" Target="../ink/ink135.xml"/><Relationship Id="rId223" Type="http://schemas.openxmlformats.org/officeDocument/2006/relationships/image" Target="../media/image145.png"/><Relationship Id="rId244" Type="http://schemas.openxmlformats.org/officeDocument/2006/relationships/customXml" Target="../ink/ink157.xml"/><Relationship Id="rId18" Type="http://schemas.openxmlformats.org/officeDocument/2006/relationships/customXml" Target="../ink/ink42.xml"/><Relationship Id="rId39" Type="http://schemas.openxmlformats.org/officeDocument/2006/relationships/image" Target="../media/image56.png"/><Relationship Id="rId265" Type="http://schemas.openxmlformats.org/officeDocument/2006/relationships/image" Target="../media/image166.png"/><Relationship Id="rId286" Type="http://schemas.openxmlformats.org/officeDocument/2006/relationships/image" Target="../media/image176.png"/><Relationship Id="rId50" Type="http://schemas.openxmlformats.org/officeDocument/2006/relationships/customXml" Target="../ink/ink58.xml"/><Relationship Id="rId104" Type="http://schemas.openxmlformats.org/officeDocument/2006/relationships/customXml" Target="../ink/ink85.xml"/><Relationship Id="rId125" Type="http://schemas.openxmlformats.org/officeDocument/2006/relationships/image" Target="../media/image99.png"/><Relationship Id="rId146" Type="http://schemas.openxmlformats.org/officeDocument/2006/relationships/customXml" Target="../ink/ink106.xml"/><Relationship Id="rId167" Type="http://schemas.openxmlformats.org/officeDocument/2006/relationships/customXml" Target="../ink/ink117.xml"/><Relationship Id="rId188" Type="http://schemas.openxmlformats.org/officeDocument/2006/relationships/image" Target="../media/image129.png"/><Relationship Id="rId311" Type="http://schemas.openxmlformats.org/officeDocument/2006/relationships/customXml" Target="../ink/ink191.xml"/><Relationship Id="rId332" Type="http://schemas.openxmlformats.org/officeDocument/2006/relationships/customXml" Target="../ink/ink202.xml"/><Relationship Id="rId353" Type="http://schemas.openxmlformats.org/officeDocument/2006/relationships/customXml" Target="../ink/ink213.xml"/><Relationship Id="rId374" Type="http://schemas.openxmlformats.org/officeDocument/2006/relationships/image" Target="../media/image219.png"/><Relationship Id="rId71" Type="http://schemas.openxmlformats.org/officeDocument/2006/relationships/image" Target="../media/image72.png"/><Relationship Id="rId92" Type="http://schemas.openxmlformats.org/officeDocument/2006/relationships/customXml" Target="../ink/ink79.xml"/><Relationship Id="rId213" Type="http://schemas.openxmlformats.org/officeDocument/2006/relationships/customXml" Target="../ink/ink141.xml"/><Relationship Id="rId234" Type="http://schemas.openxmlformats.org/officeDocument/2006/relationships/customXml" Target="../ink/ink152.xml"/><Relationship Id="rId2" Type="http://schemas.openxmlformats.org/officeDocument/2006/relationships/customXml" Target="../ink/ink34.xml"/><Relationship Id="rId29" Type="http://schemas.openxmlformats.org/officeDocument/2006/relationships/image" Target="../media/image51.png"/><Relationship Id="rId255" Type="http://schemas.openxmlformats.org/officeDocument/2006/relationships/image" Target="../media/image161.png"/><Relationship Id="rId276" Type="http://schemas.openxmlformats.org/officeDocument/2006/relationships/image" Target="../media/image171.png"/><Relationship Id="rId297" Type="http://schemas.openxmlformats.org/officeDocument/2006/relationships/customXml" Target="../ink/ink184.xml"/><Relationship Id="rId40" Type="http://schemas.openxmlformats.org/officeDocument/2006/relationships/customXml" Target="../ink/ink53.xml"/><Relationship Id="rId115" Type="http://schemas.openxmlformats.org/officeDocument/2006/relationships/image" Target="../media/image94.png"/><Relationship Id="rId136" Type="http://schemas.openxmlformats.org/officeDocument/2006/relationships/customXml" Target="../ink/ink101.xml"/><Relationship Id="rId157" Type="http://schemas.openxmlformats.org/officeDocument/2006/relationships/image" Target="../media/image115.png"/><Relationship Id="rId178" Type="http://schemas.openxmlformats.org/officeDocument/2006/relationships/image" Target="../media/image124.png"/><Relationship Id="rId301" Type="http://schemas.openxmlformats.org/officeDocument/2006/relationships/customXml" Target="../ink/ink186.xml"/><Relationship Id="rId322" Type="http://schemas.openxmlformats.org/officeDocument/2006/relationships/image" Target="../media/image194.png"/><Relationship Id="rId343" Type="http://schemas.openxmlformats.org/officeDocument/2006/relationships/image" Target="../media/image204.png"/><Relationship Id="rId364" Type="http://schemas.openxmlformats.org/officeDocument/2006/relationships/image" Target="../media/image214.png"/><Relationship Id="rId61" Type="http://schemas.openxmlformats.org/officeDocument/2006/relationships/image" Target="../media/image67.png"/><Relationship Id="rId82" Type="http://schemas.openxmlformats.org/officeDocument/2006/relationships/customXml" Target="../ink/ink74.xml"/><Relationship Id="rId199" Type="http://schemas.openxmlformats.org/officeDocument/2006/relationships/customXml" Target="../ink/ink133.xml"/><Relationship Id="rId203" Type="http://schemas.openxmlformats.org/officeDocument/2006/relationships/image" Target="../media/image136.png"/><Relationship Id="rId385" Type="http://schemas.openxmlformats.org/officeDocument/2006/relationships/customXml" Target="../ink/ink229.xml"/><Relationship Id="rId19" Type="http://schemas.openxmlformats.org/officeDocument/2006/relationships/image" Target="../media/image46.png"/><Relationship Id="rId224" Type="http://schemas.openxmlformats.org/officeDocument/2006/relationships/customXml" Target="../ink/ink147.xml"/><Relationship Id="rId245" Type="http://schemas.openxmlformats.org/officeDocument/2006/relationships/image" Target="../media/image156.png"/><Relationship Id="rId266" Type="http://schemas.openxmlformats.org/officeDocument/2006/relationships/customXml" Target="../ink/ink168.xml"/><Relationship Id="rId287" Type="http://schemas.openxmlformats.org/officeDocument/2006/relationships/customXml" Target="../ink/ink179.xml"/><Relationship Id="rId30" Type="http://schemas.openxmlformats.org/officeDocument/2006/relationships/customXml" Target="../ink/ink48.xml"/><Relationship Id="rId105" Type="http://schemas.openxmlformats.org/officeDocument/2006/relationships/image" Target="../media/image89.png"/><Relationship Id="rId126" Type="http://schemas.openxmlformats.org/officeDocument/2006/relationships/customXml" Target="../ink/ink96.xml"/><Relationship Id="rId147" Type="http://schemas.openxmlformats.org/officeDocument/2006/relationships/image" Target="../media/image110.png"/><Relationship Id="rId168" Type="http://schemas.openxmlformats.org/officeDocument/2006/relationships/image" Target="../media/image119.png"/><Relationship Id="rId312" Type="http://schemas.openxmlformats.org/officeDocument/2006/relationships/image" Target="../media/image189.png"/><Relationship Id="rId333" Type="http://schemas.openxmlformats.org/officeDocument/2006/relationships/image" Target="../media/image199.png"/><Relationship Id="rId354" Type="http://schemas.openxmlformats.org/officeDocument/2006/relationships/image" Target="../media/image209.png"/><Relationship Id="rId51" Type="http://schemas.openxmlformats.org/officeDocument/2006/relationships/image" Target="../media/image62.png"/><Relationship Id="rId72" Type="http://schemas.openxmlformats.org/officeDocument/2006/relationships/customXml" Target="../ink/ink69.xml"/><Relationship Id="rId93" Type="http://schemas.openxmlformats.org/officeDocument/2006/relationships/image" Target="../media/image83.png"/><Relationship Id="rId189" Type="http://schemas.openxmlformats.org/officeDocument/2006/relationships/customXml" Target="../ink/ink128.xml"/><Relationship Id="rId375" Type="http://schemas.openxmlformats.org/officeDocument/2006/relationships/customXml" Target="../ink/ink224.xml"/><Relationship Id="rId3" Type="http://schemas.openxmlformats.org/officeDocument/2006/relationships/image" Target="../media/image38.png"/><Relationship Id="rId214" Type="http://schemas.openxmlformats.org/officeDocument/2006/relationships/customXml" Target="../ink/ink142.xml"/><Relationship Id="rId235" Type="http://schemas.openxmlformats.org/officeDocument/2006/relationships/image" Target="../media/image151.png"/><Relationship Id="rId256" Type="http://schemas.openxmlformats.org/officeDocument/2006/relationships/customXml" Target="../ink/ink163.xml"/><Relationship Id="rId277" Type="http://schemas.openxmlformats.org/officeDocument/2006/relationships/customXml" Target="../ink/ink174.xml"/><Relationship Id="rId298" Type="http://schemas.openxmlformats.org/officeDocument/2006/relationships/image" Target="../media/image182.png"/><Relationship Id="rId116" Type="http://schemas.openxmlformats.org/officeDocument/2006/relationships/customXml" Target="../ink/ink91.xml"/><Relationship Id="rId137" Type="http://schemas.openxmlformats.org/officeDocument/2006/relationships/image" Target="../media/image105.png"/><Relationship Id="rId158" Type="http://schemas.openxmlformats.org/officeDocument/2006/relationships/customXml" Target="../ink/ink112.xml"/><Relationship Id="rId302" Type="http://schemas.openxmlformats.org/officeDocument/2006/relationships/image" Target="../media/image184.png"/><Relationship Id="rId323" Type="http://schemas.openxmlformats.org/officeDocument/2006/relationships/customXml" Target="../ink/ink197.xml"/><Relationship Id="rId344" Type="http://schemas.openxmlformats.org/officeDocument/2006/relationships/customXml" Target="../ink/ink208.xml"/><Relationship Id="rId20" Type="http://schemas.openxmlformats.org/officeDocument/2006/relationships/customXml" Target="../ink/ink43.xml"/><Relationship Id="rId41" Type="http://schemas.openxmlformats.org/officeDocument/2006/relationships/image" Target="../media/image57.png"/><Relationship Id="rId62" Type="http://schemas.openxmlformats.org/officeDocument/2006/relationships/customXml" Target="../ink/ink64.xml"/><Relationship Id="rId83" Type="http://schemas.openxmlformats.org/officeDocument/2006/relationships/image" Target="../media/image78.png"/><Relationship Id="rId179" Type="http://schemas.openxmlformats.org/officeDocument/2006/relationships/customXml" Target="../ink/ink123.xml"/><Relationship Id="rId365" Type="http://schemas.openxmlformats.org/officeDocument/2006/relationships/customXml" Target="../ink/ink219.xml"/><Relationship Id="rId386" Type="http://schemas.openxmlformats.org/officeDocument/2006/relationships/image" Target="../media/image225.png"/><Relationship Id="rId190" Type="http://schemas.openxmlformats.org/officeDocument/2006/relationships/image" Target="../media/image130.png"/><Relationship Id="rId204" Type="http://schemas.openxmlformats.org/officeDocument/2006/relationships/customXml" Target="../ink/ink136.xml"/><Relationship Id="rId225" Type="http://schemas.openxmlformats.org/officeDocument/2006/relationships/image" Target="../media/image146.png"/><Relationship Id="rId246" Type="http://schemas.openxmlformats.org/officeDocument/2006/relationships/customXml" Target="../ink/ink158.xml"/><Relationship Id="rId267" Type="http://schemas.openxmlformats.org/officeDocument/2006/relationships/image" Target="../media/image167.png"/><Relationship Id="rId288" Type="http://schemas.openxmlformats.org/officeDocument/2006/relationships/image" Target="../media/image177.png"/><Relationship Id="rId106" Type="http://schemas.openxmlformats.org/officeDocument/2006/relationships/customXml" Target="../ink/ink86.xml"/><Relationship Id="rId127" Type="http://schemas.openxmlformats.org/officeDocument/2006/relationships/image" Target="../media/image100.png"/><Relationship Id="rId313" Type="http://schemas.openxmlformats.org/officeDocument/2006/relationships/customXml" Target="../ink/ink192.xml"/><Relationship Id="rId10" Type="http://schemas.openxmlformats.org/officeDocument/2006/relationships/customXml" Target="../ink/ink38.xml"/><Relationship Id="rId31" Type="http://schemas.openxmlformats.org/officeDocument/2006/relationships/image" Target="../media/image52.png"/><Relationship Id="rId52" Type="http://schemas.openxmlformats.org/officeDocument/2006/relationships/customXml" Target="../ink/ink59.xml"/><Relationship Id="rId73" Type="http://schemas.openxmlformats.org/officeDocument/2006/relationships/image" Target="../media/image73.png"/><Relationship Id="rId94" Type="http://schemas.openxmlformats.org/officeDocument/2006/relationships/customXml" Target="../ink/ink80.xml"/><Relationship Id="rId148" Type="http://schemas.openxmlformats.org/officeDocument/2006/relationships/customXml" Target="../ink/ink107.xml"/><Relationship Id="rId169" Type="http://schemas.openxmlformats.org/officeDocument/2006/relationships/customXml" Target="../ink/ink118.xml"/><Relationship Id="rId334" Type="http://schemas.openxmlformats.org/officeDocument/2006/relationships/customXml" Target="../ink/ink203.xml"/><Relationship Id="rId355" Type="http://schemas.openxmlformats.org/officeDocument/2006/relationships/customXml" Target="../ink/ink214.xml"/><Relationship Id="rId376" Type="http://schemas.openxmlformats.org/officeDocument/2006/relationships/image" Target="../media/image220.png"/><Relationship Id="rId4" Type="http://schemas.openxmlformats.org/officeDocument/2006/relationships/customXml" Target="../ink/ink35.xml"/><Relationship Id="rId180" Type="http://schemas.openxmlformats.org/officeDocument/2006/relationships/image" Target="../media/image125.png"/><Relationship Id="rId215" Type="http://schemas.openxmlformats.org/officeDocument/2006/relationships/image" Target="../media/image141.png"/><Relationship Id="rId236" Type="http://schemas.openxmlformats.org/officeDocument/2006/relationships/customXml" Target="../ink/ink153.xml"/><Relationship Id="rId257" Type="http://schemas.openxmlformats.org/officeDocument/2006/relationships/image" Target="../media/image162.png"/><Relationship Id="rId278" Type="http://schemas.openxmlformats.org/officeDocument/2006/relationships/image" Target="../media/image172.png"/><Relationship Id="rId303" Type="http://schemas.openxmlformats.org/officeDocument/2006/relationships/customXml" Target="../ink/ink187.xml"/><Relationship Id="rId42" Type="http://schemas.openxmlformats.org/officeDocument/2006/relationships/customXml" Target="../ink/ink54.xml"/><Relationship Id="rId84" Type="http://schemas.openxmlformats.org/officeDocument/2006/relationships/customXml" Target="../ink/ink75.xml"/><Relationship Id="rId138" Type="http://schemas.openxmlformats.org/officeDocument/2006/relationships/customXml" Target="../ink/ink102.xml"/><Relationship Id="rId345" Type="http://schemas.openxmlformats.org/officeDocument/2006/relationships/image" Target="../media/image205.png"/><Relationship Id="rId387" Type="http://schemas.openxmlformats.org/officeDocument/2006/relationships/customXml" Target="../ink/ink230.xml"/><Relationship Id="rId191" Type="http://schemas.openxmlformats.org/officeDocument/2006/relationships/customXml" Target="../ink/ink129.xml"/><Relationship Id="rId205" Type="http://schemas.openxmlformats.org/officeDocument/2006/relationships/image" Target="../media/image137.png"/><Relationship Id="rId247" Type="http://schemas.openxmlformats.org/officeDocument/2006/relationships/image" Target="../media/image157.png"/><Relationship Id="rId107" Type="http://schemas.openxmlformats.org/officeDocument/2006/relationships/image" Target="../media/image90.png"/><Relationship Id="rId289" Type="http://schemas.openxmlformats.org/officeDocument/2006/relationships/customXml" Target="../ink/ink180.xml"/><Relationship Id="rId11" Type="http://schemas.openxmlformats.org/officeDocument/2006/relationships/image" Target="../media/image42.png"/><Relationship Id="rId53" Type="http://schemas.openxmlformats.org/officeDocument/2006/relationships/image" Target="../media/image63.png"/><Relationship Id="rId149" Type="http://schemas.openxmlformats.org/officeDocument/2006/relationships/image" Target="../media/image111.png"/><Relationship Id="rId314" Type="http://schemas.openxmlformats.org/officeDocument/2006/relationships/image" Target="../media/image190.png"/><Relationship Id="rId356" Type="http://schemas.openxmlformats.org/officeDocument/2006/relationships/image" Target="../media/image210.png"/><Relationship Id="rId95" Type="http://schemas.openxmlformats.org/officeDocument/2006/relationships/image" Target="../media/image84.png"/><Relationship Id="rId160" Type="http://schemas.openxmlformats.org/officeDocument/2006/relationships/customXml" Target="../ink/ink113.xml"/><Relationship Id="rId216" Type="http://schemas.openxmlformats.org/officeDocument/2006/relationships/customXml" Target="../ink/ink143.xml"/><Relationship Id="rId258" Type="http://schemas.openxmlformats.org/officeDocument/2006/relationships/customXml" Target="../ink/ink164.xml"/><Relationship Id="rId22" Type="http://schemas.openxmlformats.org/officeDocument/2006/relationships/customXml" Target="../ink/ink44.xml"/><Relationship Id="rId64" Type="http://schemas.openxmlformats.org/officeDocument/2006/relationships/customXml" Target="../ink/ink65.xml"/><Relationship Id="rId118" Type="http://schemas.openxmlformats.org/officeDocument/2006/relationships/customXml" Target="../ink/ink92.xml"/><Relationship Id="rId325" Type="http://schemas.openxmlformats.org/officeDocument/2006/relationships/image" Target="../media/image195.png"/><Relationship Id="rId367" Type="http://schemas.openxmlformats.org/officeDocument/2006/relationships/customXml" Target="../ink/ink220.xml"/><Relationship Id="rId171" Type="http://schemas.openxmlformats.org/officeDocument/2006/relationships/customXml" Target="../ink/ink119.xml"/><Relationship Id="rId227" Type="http://schemas.openxmlformats.org/officeDocument/2006/relationships/image" Target="../media/image147.png"/><Relationship Id="rId269" Type="http://schemas.openxmlformats.org/officeDocument/2006/relationships/image" Target="../media/image168.png"/><Relationship Id="rId33" Type="http://schemas.openxmlformats.org/officeDocument/2006/relationships/image" Target="../media/image53.png"/><Relationship Id="rId129" Type="http://schemas.openxmlformats.org/officeDocument/2006/relationships/image" Target="../media/image101.png"/><Relationship Id="rId280" Type="http://schemas.openxmlformats.org/officeDocument/2006/relationships/image" Target="../media/image173.png"/><Relationship Id="rId336" Type="http://schemas.openxmlformats.org/officeDocument/2006/relationships/customXml" Target="../ink/ink204.xml"/><Relationship Id="rId75" Type="http://schemas.openxmlformats.org/officeDocument/2006/relationships/image" Target="../media/image74.png"/><Relationship Id="rId140" Type="http://schemas.openxmlformats.org/officeDocument/2006/relationships/customXml" Target="../ink/ink103.xml"/><Relationship Id="rId182" Type="http://schemas.openxmlformats.org/officeDocument/2006/relationships/image" Target="../media/image126.png"/><Relationship Id="rId378" Type="http://schemas.openxmlformats.org/officeDocument/2006/relationships/image" Target="../media/image221.png"/><Relationship Id="rId6" Type="http://schemas.openxmlformats.org/officeDocument/2006/relationships/customXml" Target="../ink/ink36.xml"/><Relationship Id="rId238" Type="http://schemas.openxmlformats.org/officeDocument/2006/relationships/customXml" Target="../ink/ink154.xml"/><Relationship Id="rId291" Type="http://schemas.openxmlformats.org/officeDocument/2006/relationships/customXml" Target="../ink/ink181.xml"/><Relationship Id="rId305" Type="http://schemas.openxmlformats.org/officeDocument/2006/relationships/customXml" Target="../ink/ink188.xml"/><Relationship Id="rId347" Type="http://schemas.openxmlformats.org/officeDocument/2006/relationships/image" Target="../media/image206.png"/><Relationship Id="rId44" Type="http://schemas.openxmlformats.org/officeDocument/2006/relationships/customXml" Target="../ink/ink55.xml"/><Relationship Id="rId86" Type="http://schemas.openxmlformats.org/officeDocument/2006/relationships/customXml" Target="../ink/ink76.xml"/><Relationship Id="rId151" Type="http://schemas.openxmlformats.org/officeDocument/2006/relationships/image" Target="../media/image112.png"/><Relationship Id="rId389" Type="http://schemas.openxmlformats.org/officeDocument/2006/relationships/customXml" Target="../ink/ink231.xml"/><Relationship Id="rId193" Type="http://schemas.openxmlformats.org/officeDocument/2006/relationships/customXml" Target="../ink/ink130.xml"/><Relationship Id="rId207" Type="http://schemas.openxmlformats.org/officeDocument/2006/relationships/image" Target="../media/image138.png"/><Relationship Id="rId249" Type="http://schemas.openxmlformats.org/officeDocument/2006/relationships/image" Target="../media/image158.png"/><Relationship Id="rId13" Type="http://schemas.openxmlformats.org/officeDocument/2006/relationships/image" Target="../media/image43.png"/><Relationship Id="rId109" Type="http://schemas.openxmlformats.org/officeDocument/2006/relationships/image" Target="../media/image91.png"/><Relationship Id="rId260" Type="http://schemas.openxmlformats.org/officeDocument/2006/relationships/customXml" Target="../ink/ink165.xml"/><Relationship Id="rId316" Type="http://schemas.openxmlformats.org/officeDocument/2006/relationships/image" Target="../media/image191.png"/><Relationship Id="rId55" Type="http://schemas.openxmlformats.org/officeDocument/2006/relationships/image" Target="../media/image64.png"/><Relationship Id="rId97" Type="http://schemas.openxmlformats.org/officeDocument/2006/relationships/image" Target="../media/image85.png"/><Relationship Id="rId120" Type="http://schemas.openxmlformats.org/officeDocument/2006/relationships/customXml" Target="../ink/ink93.xml"/><Relationship Id="rId358" Type="http://schemas.openxmlformats.org/officeDocument/2006/relationships/image" Target="../media/image211.png"/><Relationship Id="rId162" Type="http://schemas.openxmlformats.org/officeDocument/2006/relationships/customXml" Target="../ink/ink114.xml"/><Relationship Id="rId218" Type="http://schemas.openxmlformats.org/officeDocument/2006/relationships/customXml" Target="../ink/ink144.xml"/><Relationship Id="rId271" Type="http://schemas.openxmlformats.org/officeDocument/2006/relationships/image" Target="../media/image169.png"/><Relationship Id="rId24" Type="http://schemas.openxmlformats.org/officeDocument/2006/relationships/customXml" Target="../ink/ink45.xml"/><Relationship Id="rId66" Type="http://schemas.openxmlformats.org/officeDocument/2006/relationships/customXml" Target="../ink/ink66.xml"/><Relationship Id="rId131" Type="http://schemas.openxmlformats.org/officeDocument/2006/relationships/image" Target="../media/image102.png"/><Relationship Id="rId327" Type="http://schemas.openxmlformats.org/officeDocument/2006/relationships/image" Target="../media/image196.png"/><Relationship Id="rId369" Type="http://schemas.openxmlformats.org/officeDocument/2006/relationships/customXml" Target="../ink/ink221.xml"/><Relationship Id="rId173" Type="http://schemas.openxmlformats.org/officeDocument/2006/relationships/customXml" Target="../ink/ink120.xml"/><Relationship Id="rId229" Type="http://schemas.openxmlformats.org/officeDocument/2006/relationships/image" Target="../media/image148.png"/><Relationship Id="rId380" Type="http://schemas.openxmlformats.org/officeDocument/2006/relationships/image" Target="../media/image222.png"/><Relationship Id="rId240" Type="http://schemas.openxmlformats.org/officeDocument/2006/relationships/customXml" Target="../ink/ink155.xml"/><Relationship Id="rId35" Type="http://schemas.openxmlformats.org/officeDocument/2006/relationships/image" Target="../media/image54.png"/><Relationship Id="rId77" Type="http://schemas.openxmlformats.org/officeDocument/2006/relationships/image" Target="../media/image75.png"/><Relationship Id="rId100" Type="http://schemas.openxmlformats.org/officeDocument/2006/relationships/customXml" Target="../ink/ink83.xml"/><Relationship Id="rId282" Type="http://schemas.openxmlformats.org/officeDocument/2006/relationships/image" Target="../media/image174.png"/><Relationship Id="rId338" Type="http://schemas.openxmlformats.org/officeDocument/2006/relationships/customXml" Target="../ink/ink205.xml"/><Relationship Id="rId8" Type="http://schemas.openxmlformats.org/officeDocument/2006/relationships/customXml" Target="../ink/ink37.xml"/><Relationship Id="rId142" Type="http://schemas.openxmlformats.org/officeDocument/2006/relationships/customXml" Target="../ink/ink104.xml"/><Relationship Id="rId184" Type="http://schemas.openxmlformats.org/officeDocument/2006/relationships/image" Target="../media/image127.png"/><Relationship Id="rId391" Type="http://schemas.openxmlformats.org/officeDocument/2006/relationships/customXml" Target="../ink/ink232.xml"/><Relationship Id="rId251" Type="http://schemas.openxmlformats.org/officeDocument/2006/relationships/image" Target="../media/image159.png"/><Relationship Id="rId46" Type="http://schemas.openxmlformats.org/officeDocument/2006/relationships/customXml" Target="../ink/ink56.xml"/><Relationship Id="rId293" Type="http://schemas.openxmlformats.org/officeDocument/2006/relationships/customXml" Target="../ink/ink182.xml"/><Relationship Id="rId307" Type="http://schemas.openxmlformats.org/officeDocument/2006/relationships/customXml" Target="../ink/ink189.xml"/><Relationship Id="rId349" Type="http://schemas.openxmlformats.org/officeDocument/2006/relationships/image" Target="../media/image207.png"/><Relationship Id="rId88" Type="http://schemas.openxmlformats.org/officeDocument/2006/relationships/customXml" Target="../ink/ink77.xml"/><Relationship Id="rId111" Type="http://schemas.openxmlformats.org/officeDocument/2006/relationships/image" Target="../media/image92.png"/><Relationship Id="rId153" Type="http://schemas.openxmlformats.org/officeDocument/2006/relationships/image" Target="../media/image113.png"/><Relationship Id="rId195" Type="http://schemas.openxmlformats.org/officeDocument/2006/relationships/customXml" Target="../ink/ink131.xml"/><Relationship Id="rId209" Type="http://schemas.openxmlformats.org/officeDocument/2006/relationships/image" Target="../media/image139.png"/><Relationship Id="rId360" Type="http://schemas.openxmlformats.org/officeDocument/2006/relationships/image" Target="../media/image212.png"/><Relationship Id="rId220" Type="http://schemas.openxmlformats.org/officeDocument/2006/relationships/customXml" Target="../ink/ink145.xml"/><Relationship Id="rId15" Type="http://schemas.openxmlformats.org/officeDocument/2006/relationships/image" Target="../media/image44.png"/><Relationship Id="rId57" Type="http://schemas.openxmlformats.org/officeDocument/2006/relationships/image" Target="../media/image65.png"/><Relationship Id="rId262" Type="http://schemas.openxmlformats.org/officeDocument/2006/relationships/customXml" Target="../ink/ink166.xml"/><Relationship Id="rId318" Type="http://schemas.openxmlformats.org/officeDocument/2006/relationships/image" Target="../media/image192.png"/><Relationship Id="rId99" Type="http://schemas.openxmlformats.org/officeDocument/2006/relationships/image" Target="../media/image86.png"/><Relationship Id="rId122" Type="http://schemas.openxmlformats.org/officeDocument/2006/relationships/customXml" Target="../ink/ink94.xml"/><Relationship Id="rId164" Type="http://schemas.openxmlformats.org/officeDocument/2006/relationships/customXml" Target="../ink/ink115.xml"/><Relationship Id="rId371" Type="http://schemas.openxmlformats.org/officeDocument/2006/relationships/customXml" Target="../ink/ink222.xml"/><Relationship Id="rId26" Type="http://schemas.openxmlformats.org/officeDocument/2006/relationships/customXml" Target="../ink/ink46.xml"/><Relationship Id="rId231" Type="http://schemas.openxmlformats.org/officeDocument/2006/relationships/image" Target="../media/image149.png"/><Relationship Id="rId273" Type="http://schemas.openxmlformats.org/officeDocument/2006/relationships/customXml" Target="../ink/ink172.xml"/><Relationship Id="rId329" Type="http://schemas.openxmlformats.org/officeDocument/2006/relationships/image" Target="../media/image197.png"/><Relationship Id="rId68" Type="http://schemas.openxmlformats.org/officeDocument/2006/relationships/customXml" Target="../ink/ink67.xml"/><Relationship Id="rId133" Type="http://schemas.openxmlformats.org/officeDocument/2006/relationships/image" Target="../media/image103.png"/><Relationship Id="rId175" Type="http://schemas.openxmlformats.org/officeDocument/2006/relationships/customXml" Target="../ink/ink121.xml"/><Relationship Id="rId340" Type="http://schemas.openxmlformats.org/officeDocument/2006/relationships/customXml" Target="../ink/ink206.xml"/><Relationship Id="rId200" Type="http://schemas.openxmlformats.org/officeDocument/2006/relationships/image" Target="../media/image135.png"/><Relationship Id="rId382" Type="http://schemas.openxmlformats.org/officeDocument/2006/relationships/image" Target="../media/image223.png"/></Relationships>
</file>

<file path=ppt/slides/_rels/slide9.xml.rels><?xml version="1.0" encoding="UTF-8" standalone="yes"?>
<Relationships xmlns="http://schemas.openxmlformats.org/package/2006/relationships"><Relationship Id="rId117" Type="http://schemas.openxmlformats.org/officeDocument/2006/relationships/image" Target="../media/image287.png"/><Relationship Id="rId21" Type="http://schemas.openxmlformats.org/officeDocument/2006/relationships/image" Target="../media/image239.png"/><Relationship Id="rId42" Type="http://schemas.openxmlformats.org/officeDocument/2006/relationships/customXml" Target="../ink/ink254.xml"/><Relationship Id="rId63" Type="http://schemas.openxmlformats.org/officeDocument/2006/relationships/image" Target="../media/image260.png"/><Relationship Id="rId84" Type="http://schemas.openxmlformats.org/officeDocument/2006/relationships/customXml" Target="../ink/ink275.xml"/><Relationship Id="rId138" Type="http://schemas.openxmlformats.org/officeDocument/2006/relationships/customXml" Target="../ink/ink302.xml"/><Relationship Id="rId107" Type="http://schemas.openxmlformats.org/officeDocument/2006/relationships/image" Target="../media/image282.png"/><Relationship Id="rId11" Type="http://schemas.openxmlformats.org/officeDocument/2006/relationships/image" Target="../media/image234.png"/><Relationship Id="rId32" Type="http://schemas.openxmlformats.org/officeDocument/2006/relationships/customXml" Target="../ink/ink249.xml"/><Relationship Id="rId53" Type="http://schemas.openxmlformats.org/officeDocument/2006/relationships/image" Target="../media/image255.png"/><Relationship Id="rId74" Type="http://schemas.openxmlformats.org/officeDocument/2006/relationships/customXml" Target="../ink/ink270.xml"/><Relationship Id="rId128" Type="http://schemas.openxmlformats.org/officeDocument/2006/relationships/customXml" Target="../ink/ink297.xml"/><Relationship Id="rId5" Type="http://schemas.openxmlformats.org/officeDocument/2006/relationships/image" Target="../media/image231.png"/><Relationship Id="rId90" Type="http://schemas.openxmlformats.org/officeDocument/2006/relationships/customXml" Target="../ink/ink278.xml"/><Relationship Id="rId95" Type="http://schemas.openxmlformats.org/officeDocument/2006/relationships/image" Target="../media/image276.png"/><Relationship Id="rId22" Type="http://schemas.openxmlformats.org/officeDocument/2006/relationships/customXml" Target="../ink/ink244.xml"/><Relationship Id="rId27" Type="http://schemas.openxmlformats.org/officeDocument/2006/relationships/image" Target="../media/image242.png"/><Relationship Id="rId43" Type="http://schemas.openxmlformats.org/officeDocument/2006/relationships/image" Target="../media/image250.png"/><Relationship Id="rId48" Type="http://schemas.openxmlformats.org/officeDocument/2006/relationships/customXml" Target="../ink/ink257.xml"/><Relationship Id="rId64" Type="http://schemas.openxmlformats.org/officeDocument/2006/relationships/customXml" Target="../ink/ink265.xml"/><Relationship Id="rId69" Type="http://schemas.openxmlformats.org/officeDocument/2006/relationships/image" Target="../media/image263.png"/><Relationship Id="rId113" Type="http://schemas.openxmlformats.org/officeDocument/2006/relationships/image" Target="../media/image285.png"/><Relationship Id="rId118" Type="http://schemas.openxmlformats.org/officeDocument/2006/relationships/customXml" Target="../ink/ink292.xml"/><Relationship Id="rId134" Type="http://schemas.openxmlformats.org/officeDocument/2006/relationships/customXml" Target="../ink/ink300.xml"/><Relationship Id="rId139" Type="http://schemas.openxmlformats.org/officeDocument/2006/relationships/image" Target="../media/image298.png"/><Relationship Id="rId80" Type="http://schemas.openxmlformats.org/officeDocument/2006/relationships/customXml" Target="../ink/ink273.xml"/><Relationship Id="rId85" Type="http://schemas.openxmlformats.org/officeDocument/2006/relationships/image" Target="../media/image271.png"/><Relationship Id="rId12" Type="http://schemas.openxmlformats.org/officeDocument/2006/relationships/customXml" Target="../ink/ink239.xml"/><Relationship Id="rId17" Type="http://schemas.openxmlformats.org/officeDocument/2006/relationships/image" Target="../media/image237.png"/><Relationship Id="rId33" Type="http://schemas.openxmlformats.org/officeDocument/2006/relationships/image" Target="../media/image245.png"/><Relationship Id="rId38" Type="http://schemas.openxmlformats.org/officeDocument/2006/relationships/customXml" Target="../ink/ink252.xml"/><Relationship Id="rId59" Type="http://schemas.openxmlformats.org/officeDocument/2006/relationships/image" Target="../media/image258.png"/><Relationship Id="rId103" Type="http://schemas.openxmlformats.org/officeDocument/2006/relationships/image" Target="../media/image280.png"/><Relationship Id="rId108" Type="http://schemas.openxmlformats.org/officeDocument/2006/relationships/customXml" Target="../ink/ink287.xml"/><Relationship Id="rId124" Type="http://schemas.openxmlformats.org/officeDocument/2006/relationships/customXml" Target="../ink/ink295.xml"/><Relationship Id="rId129" Type="http://schemas.openxmlformats.org/officeDocument/2006/relationships/image" Target="../media/image293.png"/><Relationship Id="rId54" Type="http://schemas.openxmlformats.org/officeDocument/2006/relationships/customXml" Target="../ink/ink260.xml"/><Relationship Id="rId70" Type="http://schemas.openxmlformats.org/officeDocument/2006/relationships/customXml" Target="../ink/ink268.xml"/><Relationship Id="rId75" Type="http://schemas.openxmlformats.org/officeDocument/2006/relationships/image" Target="../media/image266.png"/><Relationship Id="rId91" Type="http://schemas.openxmlformats.org/officeDocument/2006/relationships/image" Target="../media/image274.png"/><Relationship Id="rId96" Type="http://schemas.openxmlformats.org/officeDocument/2006/relationships/customXml" Target="../ink/ink281.xml"/><Relationship Id="rId140" Type="http://schemas.openxmlformats.org/officeDocument/2006/relationships/customXml" Target="../ink/ink303.xml"/><Relationship Id="rId145" Type="http://schemas.openxmlformats.org/officeDocument/2006/relationships/image" Target="../media/image301.png"/><Relationship Id="rId1" Type="http://schemas.openxmlformats.org/officeDocument/2006/relationships/slideLayout" Target="../slideLayouts/slideLayout46.xml"/><Relationship Id="rId6" Type="http://schemas.openxmlformats.org/officeDocument/2006/relationships/customXml" Target="../ink/ink236.xml"/><Relationship Id="rId23" Type="http://schemas.openxmlformats.org/officeDocument/2006/relationships/image" Target="../media/image240.png"/><Relationship Id="rId28" Type="http://schemas.openxmlformats.org/officeDocument/2006/relationships/customXml" Target="../ink/ink247.xml"/><Relationship Id="rId49" Type="http://schemas.openxmlformats.org/officeDocument/2006/relationships/image" Target="../media/image253.png"/><Relationship Id="rId114" Type="http://schemas.openxmlformats.org/officeDocument/2006/relationships/customXml" Target="../ink/ink290.xml"/><Relationship Id="rId119" Type="http://schemas.openxmlformats.org/officeDocument/2006/relationships/image" Target="../media/image288.png"/><Relationship Id="rId44" Type="http://schemas.openxmlformats.org/officeDocument/2006/relationships/customXml" Target="../ink/ink255.xml"/><Relationship Id="rId60" Type="http://schemas.openxmlformats.org/officeDocument/2006/relationships/customXml" Target="../ink/ink263.xml"/><Relationship Id="rId65" Type="http://schemas.openxmlformats.org/officeDocument/2006/relationships/image" Target="../media/image261.png"/><Relationship Id="rId81" Type="http://schemas.openxmlformats.org/officeDocument/2006/relationships/image" Target="../media/image269.png"/><Relationship Id="rId86" Type="http://schemas.openxmlformats.org/officeDocument/2006/relationships/customXml" Target="../ink/ink276.xml"/><Relationship Id="rId130" Type="http://schemas.openxmlformats.org/officeDocument/2006/relationships/customXml" Target="../ink/ink298.xml"/><Relationship Id="rId135" Type="http://schemas.openxmlformats.org/officeDocument/2006/relationships/image" Target="../media/image296.png"/><Relationship Id="rId13" Type="http://schemas.openxmlformats.org/officeDocument/2006/relationships/image" Target="../media/image235.png"/><Relationship Id="rId18" Type="http://schemas.openxmlformats.org/officeDocument/2006/relationships/customXml" Target="../ink/ink242.xml"/><Relationship Id="rId39" Type="http://schemas.openxmlformats.org/officeDocument/2006/relationships/image" Target="../media/image248.png"/><Relationship Id="rId109" Type="http://schemas.openxmlformats.org/officeDocument/2006/relationships/image" Target="../media/image283.png"/><Relationship Id="rId34" Type="http://schemas.openxmlformats.org/officeDocument/2006/relationships/customXml" Target="../ink/ink250.xml"/><Relationship Id="rId50" Type="http://schemas.openxmlformats.org/officeDocument/2006/relationships/customXml" Target="../ink/ink258.xml"/><Relationship Id="rId55" Type="http://schemas.openxmlformats.org/officeDocument/2006/relationships/image" Target="../media/image256.png"/><Relationship Id="rId76" Type="http://schemas.openxmlformats.org/officeDocument/2006/relationships/customXml" Target="../ink/ink271.xml"/><Relationship Id="rId97" Type="http://schemas.openxmlformats.org/officeDocument/2006/relationships/image" Target="../media/image277.png"/><Relationship Id="rId104" Type="http://schemas.openxmlformats.org/officeDocument/2006/relationships/customXml" Target="../ink/ink285.xml"/><Relationship Id="rId120" Type="http://schemas.openxmlformats.org/officeDocument/2006/relationships/customXml" Target="../ink/ink293.xml"/><Relationship Id="rId125" Type="http://schemas.openxmlformats.org/officeDocument/2006/relationships/image" Target="../media/image291.png"/><Relationship Id="rId141" Type="http://schemas.openxmlformats.org/officeDocument/2006/relationships/image" Target="../media/image299.png"/><Relationship Id="rId7" Type="http://schemas.openxmlformats.org/officeDocument/2006/relationships/image" Target="../media/image232.png"/><Relationship Id="rId71" Type="http://schemas.openxmlformats.org/officeDocument/2006/relationships/image" Target="../media/image264.png"/><Relationship Id="rId92" Type="http://schemas.openxmlformats.org/officeDocument/2006/relationships/customXml" Target="../ink/ink279.xml"/><Relationship Id="rId2" Type="http://schemas.openxmlformats.org/officeDocument/2006/relationships/customXml" Target="../ink/ink234.xml"/><Relationship Id="rId29" Type="http://schemas.openxmlformats.org/officeDocument/2006/relationships/image" Target="../media/image243.png"/><Relationship Id="rId24" Type="http://schemas.openxmlformats.org/officeDocument/2006/relationships/customXml" Target="../ink/ink245.xml"/><Relationship Id="rId40" Type="http://schemas.openxmlformats.org/officeDocument/2006/relationships/customXml" Target="../ink/ink253.xml"/><Relationship Id="rId45" Type="http://schemas.openxmlformats.org/officeDocument/2006/relationships/image" Target="../media/image251.png"/><Relationship Id="rId66" Type="http://schemas.openxmlformats.org/officeDocument/2006/relationships/customXml" Target="../ink/ink266.xml"/><Relationship Id="rId87" Type="http://schemas.openxmlformats.org/officeDocument/2006/relationships/image" Target="../media/image272.png"/><Relationship Id="rId110" Type="http://schemas.openxmlformats.org/officeDocument/2006/relationships/customXml" Target="../ink/ink288.xml"/><Relationship Id="rId115" Type="http://schemas.openxmlformats.org/officeDocument/2006/relationships/image" Target="../media/image286.png"/><Relationship Id="rId131" Type="http://schemas.openxmlformats.org/officeDocument/2006/relationships/image" Target="../media/image294.png"/><Relationship Id="rId136" Type="http://schemas.openxmlformats.org/officeDocument/2006/relationships/customXml" Target="../ink/ink301.xml"/><Relationship Id="rId61" Type="http://schemas.openxmlformats.org/officeDocument/2006/relationships/image" Target="../media/image259.png"/><Relationship Id="rId82" Type="http://schemas.openxmlformats.org/officeDocument/2006/relationships/customXml" Target="../ink/ink274.xml"/><Relationship Id="rId19" Type="http://schemas.openxmlformats.org/officeDocument/2006/relationships/image" Target="../media/image238.png"/><Relationship Id="rId14" Type="http://schemas.openxmlformats.org/officeDocument/2006/relationships/customXml" Target="../ink/ink240.xml"/><Relationship Id="rId30" Type="http://schemas.openxmlformats.org/officeDocument/2006/relationships/customXml" Target="../ink/ink248.xml"/><Relationship Id="rId35" Type="http://schemas.openxmlformats.org/officeDocument/2006/relationships/image" Target="../media/image246.png"/><Relationship Id="rId56" Type="http://schemas.openxmlformats.org/officeDocument/2006/relationships/customXml" Target="../ink/ink261.xml"/><Relationship Id="rId77" Type="http://schemas.openxmlformats.org/officeDocument/2006/relationships/image" Target="../media/image267.png"/><Relationship Id="rId100" Type="http://schemas.openxmlformats.org/officeDocument/2006/relationships/customXml" Target="../ink/ink283.xml"/><Relationship Id="rId105" Type="http://schemas.openxmlformats.org/officeDocument/2006/relationships/image" Target="../media/image281.png"/><Relationship Id="rId126" Type="http://schemas.openxmlformats.org/officeDocument/2006/relationships/customXml" Target="../ink/ink296.xml"/><Relationship Id="rId8" Type="http://schemas.openxmlformats.org/officeDocument/2006/relationships/customXml" Target="../ink/ink237.xml"/><Relationship Id="rId51" Type="http://schemas.openxmlformats.org/officeDocument/2006/relationships/image" Target="../media/image254.png"/><Relationship Id="rId72" Type="http://schemas.openxmlformats.org/officeDocument/2006/relationships/customXml" Target="../ink/ink269.xml"/><Relationship Id="rId93" Type="http://schemas.openxmlformats.org/officeDocument/2006/relationships/image" Target="../media/image275.png"/><Relationship Id="rId98" Type="http://schemas.openxmlformats.org/officeDocument/2006/relationships/customXml" Target="../ink/ink282.xml"/><Relationship Id="rId121" Type="http://schemas.openxmlformats.org/officeDocument/2006/relationships/image" Target="../media/image289.png"/><Relationship Id="rId142" Type="http://schemas.openxmlformats.org/officeDocument/2006/relationships/customXml" Target="../ink/ink304.xml"/><Relationship Id="rId3" Type="http://schemas.openxmlformats.org/officeDocument/2006/relationships/image" Target="../media/image230.png"/><Relationship Id="rId25" Type="http://schemas.openxmlformats.org/officeDocument/2006/relationships/image" Target="../media/image241.png"/><Relationship Id="rId46" Type="http://schemas.openxmlformats.org/officeDocument/2006/relationships/customXml" Target="../ink/ink256.xml"/><Relationship Id="rId67" Type="http://schemas.openxmlformats.org/officeDocument/2006/relationships/image" Target="../media/image262.png"/><Relationship Id="rId116" Type="http://schemas.openxmlformats.org/officeDocument/2006/relationships/customXml" Target="../ink/ink291.xml"/><Relationship Id="rId137" Type="http://schemas.openxmlformats.org/officeDocument/2006/relationships/image" Target="../media/image297.png"/><Relationship Id="rId20" Type="http://schemas.openxmlformats.org/officeDocument/2006/relationships/customXml" Target="../ink/ink243.xml"/><Relationship Id="rId41" Type="http://schemas.openxmlformats.org/officeDocument/2006/relationships/image" Target="../media/image249.png"/><Relationship Id="rId62" Type="http://schemas.openxmlformats.org/officeDocument/2006/relationships/customXml" Target="../ink/ink264.xml"/><Relationship Id="rId83" Type="http://schemas.openxmlformats.org/officeDocument/2006/relationships/image" Target="../media/image270.png"/><Relationship Id="rId88" Type="http://schemas.openxmlformats.org/officeDocument/2006/relationships/customXml" Target="../ink/ink277.xml"/><Relationship Id="rId111" Type="http://schemas.openxmlformats.org/officeDocument/2006/relationships/image" Target="../media/image284.png"/><Relationship Id="rId132" Type="http://schemas.openxmlformats.org/officeDocument/2006/relationships/customXml" Target="../ink/ink299.xml"/><Relationship Id="rId15" Type="http://schemas.openxmlformats.org/officeDocument/2006/relationships/image" Target="../media/image236.png"/><Relationship Id="rId36" Type="http://schemas.openxmlformats.org/officeDocument/2006/relationships/customXml" Target="../ink/ink251.xml"/><Relationship Id="rId57" Type="http://schemas.openxmlformats.org/officeDocument/2006/relationships/image" Target="../media/image257.png"/><Relationship Id="rId106" Type="http://schemas.openxmlformats.org/officeDocument/2006/relationships/customXml" Target="../ink/ink286.xml"/><Relationship Id="rId127" Type="http://schemas.openxmlformats.org/officeDocument/2006/relationships/image" Target="../media/image292.png"/><Relationship Id="rId10" Type="http://schemas.openxmlformats.org/officeDocument/2006/relationships/customXml" Target="../ink/ink238.xml"/><Relationship Id="rId31" Type="http://schemas.openxmlformats.org/officeDocument/2006/relationships/image" Target="../media/image244.png"/><Relationship Id="rId52" Type="http://schemas.openxmlformats.org/officeDocument/2006/relationships/customXml" Target="../ink/ink259.xml"/><Relationship Id="rId73" Type="http://schemas.openxmlformats.org/officeDocument/2006/relationships/image" Target="../media/image265.png"/><Relationship Id="rId78" Type="http://schemas.openxmlformats.org/officeDocument/2006/relationships/customXml" Target="../ink/ink272.xml"/><Relationship Id="rId94" Type="http://schemas.openxmlformats.org/officeDocument/2006/relationships/customXml" Target="../ink/ink280.xml"/><Relationship Id="rId99" Type="http://schemas.openxmlformats.org/officeDocument/2006/relationships/image" Target="../media/image278.png"/><Relationship Id="rId101" Type="http://schemas.openxmlformats.org/officeDocument/2006/relationships/image" Target="../media/image279.png"/><Relationship Id="rId122" Type="http://schemas.openxmlformats.org/officeDocument/2006/relationships/customXml" Target="../ink/ink294.xml"/><Relationship Id="rId143" Type="http://schemas.openxmlformats.org/officeDocument/2006/relationships/image" Target="../media/image300.png"/><Relationship Id="rId4" Type="http://schemas.openxmlformats.org/officeDocument/2006/relationships/customXml" Target="../ink/ink235.xml"/><Relationship Id="rId9" Type="http://schemas.openxmlformats.org/officeDocument/2006/relationships/image" Target="../media/image233.png"/><Relationship Id="rId26" Type="http://schemas.openxmlformats.org/officeDocument/2006/relationships/customXml" Target="../ink/ink246.xml"/><Relationship Id="rId47" Type="http://schemas.openxmlformats.org/officeDocument/2006/relationships/image" Target="../media/image252.png"/><Relationship Id="rId68" Type="http://schemas.openxmlformats.org/officeDocument/2006/relationships/customXml" Target="../ink/ink267.xml"/><Relationship Id="rId89" Type="http://schemas.openxmlformats.org/officeDocument/2006/relationships/image" Target="../media/image273.png"/><Relationship Id="rId112" Type="http://schemas.openxmlformats.org/officeDocument/2006/relationships/customXml" Target="../ink/ink289.xml"/><Relationship Id="rId133" Type="http://schemas.openxmlformats.org/officeDocument/2006/relationships/image" Target="../media/image295.png"/><Relationship Id="rId16" Type="http://schemas.openxmlformats.org/officeDocument/2006/relationships/customXml" Target="../ink/ink241.xml"/><Relationship Id="rId37" Type="http://schemas.openxmlformats.org/officeDocument/2006/relationships/image" Target="../media/image247.png"/><Relationship Id="rId58" Type="http://schemas.openxmlformats.org/officeDocument/2006/relationships/customXml" Target="../ink/ink262.xml"/><Relationship Id="rId79" Type="http://schemas.openxmlformats.org/officeDocument/2006/relationships/image" Target="../media/image268.png"/><Relationship Id="rId102" Type="http://schemas.openxmlformats.org/officeDocument/2006/relationships/customXml" Target="../ink/ink284.xml"/><Relationship Id="rId123" Type="http://schemas.openxmlformats.org/officeDocument/2006/relationships/image" Target="../media/image290.png"/><Relationship Id="rId144" Type="http://schemas.openxmlformats.org/officeDocument/2006/relationships/customXml" Target="../ink/ink305.xml"/></Relationships>
</file>

<file path=ppt/slides/_rels/slide10.xml.rels><?xml version="1.0" encoding="UTF-8" standalone="yes"?>
<Relationships xmlns="http://schemas.openxmlformats.org/package/2006/relationships"><Relationship Id="rId3" Type="http://schemas.openxmlformats.org/officeDocument/2006/relationships/hyperlink" Target="https://help.sap.com/docs/ABAP_PLATFORM_NEW/fc4c71aa50014fd1b43721701471913d/761d389302e8463a9c3509907f22f22f.html?q=behavior%20definition#loio761d389302e8463a9c3509907f22f22f__impl_strict_transAct" TargetMode="External"/><Relationship Id="rId2" Type="http://schemas.openxmlformats.org/officeDocument/2006/relationships/notesSlide" Target="../notesSlides/notesSlide7.xml"/><Relationship Id="rId1" Type="http://schemas.openxmlformats.org/officeDocument/2006/relationships/slideLayout" Target="../slideLayouts/slideLayout38.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307.jpeg"/><Relationship Id="rId3" Type="http://schemas.openxmlformats.org/officeDocument/2006/relationships/image" Target="../media/image302.jpeg"/><Relationship Id="rId7" Type="http://schemas.openxmlformats.org/officeDocument/2006/relationships/image" Target="../media/image306.tiff"/><Relationship Id="rId2" Type="http://schemas.openxmlformats.org/officeDocument/2006/relationships/notesSlide" Target="../notesSlides/notesSlide9.xml"/><Relationship Id="rId1" Type="http://schemas.openxmlformats.org/officeDocument/2006/relationships/slideLayout" Target="../slideLayouts/slideLayout37.xml"/><Relationship Id="rId6" Type="http://schemas.openxmlformats.org/officeDocument/2006/relationships/image" Target="../media/image305.tiff"/><Relationship Id="rId5" Type="http://schemas.openxmlformats.org/officeDocument/2006/relationships/image" Target="../media/image304.tiff"/><Relationship Id="rId4" Type="http://schemas.openxmlformats.org/officeDocument/2006/relationships/image" Target="../media/image303.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DAY-22</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Value Helps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Status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Object Page</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Facets and Table</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definition</a:t>
            </a:r>
            <a:endParaRPr dirty="0"/>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10" name="Google Shape;1332;p59" descr="A green circle with a white tick in it&#10;&#10;Description automatically generated">
            <a:extLst>
              <a:ext uri="{FF2B5EF4-FFF2-40B4-BE49-F238E27FC236}">
                <a16:creationId xmlns:a16="http://schemas.microsoft.com/office/drawing/2014/main" id="{D3388DBE-6394-FEF4-EE11-D08B6F4747A7}"/>
              </a:ext>
            </a:extLst>
          </p:cNvPr>
          <p:cNvPicPr preferRelativeResize="0"/>
          <p:nvPr/>
        </p:nvPicPr>
        <p:blipFill rotWithShape="1">
          <a:blip r:embed="rId3">
            <a:alphaModFix/>
          </a:blip>
          <a:srcRect/>
          <a:stretch/>
        </p:blipFill>
        <p:spPr>
          <a:xfrm>
            <a:off x="4189454" y="3355639"/>
            <a:ext cx="457206" cy="457206"/>
          </a:xfrm>
          <a:prstGeom prst="rect">
            <a:avLst/>
          </a:prstGeom>
          <a:noFill/>
          <a:ln>
            <a:noFill/>
          </a:ln>
        </p:spPr>
      </p:pic>
      <p:pic>
        <p:nvPicPr>
          <p:cNvPr id="11" name="Google Shape;1332;p59" descr="A green circle with a white tick in it&#10;&#10;Description automatically generated">
            <a:extLst>
              <a:ext uri="{FF2B5EF4-FFF2-40B4-BE49-F238E27FC236}">
                <a16:creationId xmlns:a16="http://schemas.microsoft.com/office/drawing/2014/main" id="{FE01D07B-29FE-7EDA-A27D-7404ECD16E8A}"/>
              </a:ext>
            </a:extLst>
          </p:cNvPr>
          <p:cNvPicPr preferRelativeResize="0"/>
          <p:nvPr/>
        </p:nvPicPr>
        <p:blipFill rotWithShape="1">
          <a:blip r:embed="rId3">
            <a:alphaModFix/>
          </a:blip>
          <a:srcRect/>
          <a:stretch/>
        </p:blipFill>
        <p:spPr>
          <a:xfrm>
            <a:off x="285439" y="3378271"/>
            <a:ext cx="457206" cy="457206"/>
          </a:xfrm>
          <a:prstGeom prst="rect">
            <a:avLst/>
          </a:prstGeom>
          <a:noFill/>
          <a:ln>
            <a:noFill/>
          </a:ln>
        </p:spPr>
      </p:pic>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766CEEE4-EE2A-7D33-19D8-B65B65D33516}"/>
                  </a:ext>
                </a:extLst>
              </p14:cNvPr>
              <p14:cNvContentPartPr/>
              <p14:nvPr/>
            </p14:nvContentPartPr>
            <p14:xfrm>
              <a:off x="6845100" y="1606680"/>
              <a:ext cx="360" cy="360"/>
            </p14:xfrm>
          </p:contentPart>
        </mc:Choice>
        <mc:Fallback>
          <p:pic>
            <p:nvPicPr>
              <p:cNvPr id="16" name="Ink 15">
                <a:extLst>
                  <a:ext uri="{FF2B5EF4-FFF2-40B4-BE49-F238E27FC236}">
                    <a16:creationId xmlns:a16="http://schemas.microsoft.com/office/drawing/2014/main" id="{766CEEE4-EE2A-7D33-19D8-B65B65D33516}"/>
                  </a:ext>
                </a:extLst>
              </p:cNvPr>
              <p:cNvPicPr/>
              <p:nvPr/>
            </p:nvPicPr>
            <p:blipFill>
              <a:blip r:embed="rId8"/>
              <a:stretch>
                <a:fillRect/>
              </a:stretch>
            </p:blipFill>
            <p:spPr>
              <a:xfrm>
                <a:off x="6836100" y="1597680"/>
                <a:ext cx="18000" cy="180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1414" name="Google Shape;1414;p64"/>
          <p:cNvSpPr txBox="1"/>
          <p:nvPr/>
        </p:nvSpPr>
        <p:spPr>
          <a:xfrm>
            <a:off x="152551" y="130471"/>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Fiori Elements - List Report Application</a:t>
            </a:r>
            <a:endParaRPr sz="2000" dirty="0">
              <a:solidFill>
                <a:srgbClr val="FFC000"/>
              </a:solidFill>
              <a:latin typeface="Cooper Black" panose="0208090404030B020404" pitchFamily="18" charset="0"/>
            </a:endParaRPr>
          </a:p>
        </p:txBody>
      </p:sp>
      <p:sp>
        <p:nvSpPr>
          <p:cNvPr id="1417" name="Google Shape;1417;p64"/>
          <p:cNvSpPr/>
          <p:nvPr/>
        </p:nvSpPr>
        <p:spPr>
          <a:xfrm>
            <a:off x="174105" y="917231"/>
            <a:ext cx="11760715" cy="6456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98">
                <a:solidFill>
                  <a:schemeClr val="dk1"/>
                </a:solidFill>
                <a:latin typeface="Arial"/>
                <a:ea typeface="Arial"/>
                <a:cs typeface="Arial"/>
                <a:sym typeface="Arial"/>
              </a:rPr>
              <a:t>The list report offers powerful features for finding and acting on relevant data sets. It is often used as an entry point for navigating to the item details, which are usually shown on an object page.</a:t>
            </a:r>
            <a:endParaRPr sz="1798">
              <a:solidFill>
                <a:srgbClr val="000000"/>
              </a:solidFill>
              <a:latin typeface="Calibri"/>
              <a:ea typeface="Calibri"/>
              <a:cs typeface="Calibri"/>
              <a:sym typeface="Calibri"/>
            </a:endParaRPr>
          </a:p>
        </p:txBody>
      </p:sp>
      <p:pic>
        <p:nvPicPr>
          <p:cNvPr id="1418" name="Google Shape;1418;p64"/>
          <p:cNvPicPr preferRelativeResize="0"/>
          <p:nvPr/>
        </p:nvPicPr>
        <p:blipFill rotWithShape="1">
          <a:blip r:embed="rId3">
            <a:alphaModFix/>
          </a:blip>
          <a:srcRect/>
          <a:stretch/>
        </p:blipFill>
        <p:spPr>
          <a:xfrm>
            <a:off x="174106" y="2321981"/>
            <a:ext cx="5393715" cy="3555031"/>
          </a:xfrm>
          <a:prstGeom prst="rect">
            <a:avLst/>
          </a:prstGeom>
          <a:noFill/>
          <a:ln>
            <a:noFill/>
          </a:ln>
        </p:spPr>
      </p:pic>
      <p:pic>
        <p:nvPicPr>
          <p:cNvPr id="1419" name="Google Shape;1419;p64"/>
          <p:cNvPicPr preferRelativeResize="0"/>
          <p:nvPr/>
        </p:nvPicPr>
        <p:blipFill rotWithShape="1">
          <a:blip r:embed="rId4">
            <a:alphaModFix/>
          </a:blip>
          <a:srcRect/>
          <a:stretch/>
        </p:blipFill>
        <p:spPr>
          <a:xfrm>
            <a:off x="6703695" y="2311650"/>
            <a:ext cx="5311023" cy="3565362"/>
          </a:xfrm>
          <a:prstGeom prst="rect">
            <a:avLst/>
          </a:prstGeom>
          <a:noFill/>
          <a:ln>
            <a:noFill/>
          </a:ln>
        </p:spPr>
      </p:pic>
      <p:cxnSp>
        <p:nvCxnSpPr>
          <p:cNvPr id="1420" name="Google Shape;1420;p64"/>
          <p:cNvCxnSpPr/>
          <p:nvPr/>
        </p:nvCxnSpPr>
        <p:spPr>
          <a:xfrm>
            <a:off x="5250121" y="3996939"/>
            <a:ext cx="1584134" cy="0"/>
          </a:xfrm>
          <a:prstGeom prst="straightConnector1">
            <a:avLst/>
          </a:prstGeom>
          <a:noFill/>
          <a:ln w="76200" cap="flat" cmpd="sng">
            <a:solidFill>
              <a:schemeClr val="accent1"/>
            </a:solidFill>
            <a:prstDash val="solid"/>
            <a:miter lim="800000"/>
            <a:headEnd type="none" w="sm" len="sm"/>
            <a:tailEnd type="triangle" w="med" len="med"/>
          </a:ln>
        </p:spPr>
      </p:cxnSp>
      <p:sp>
        <p:nvSpPr>
          <p:cNvPr id="1421" name="Google Shape;1421;p64"/>
          <p:cNvSpPr/>
          <p:nvPr/>
        </p:nvSpPr>
        <p:spPr>
          <a:xfrm>
            <a:off x="5119561" y="3927307"/>
            <a:ext cx="200193" cy="156673"/>
          </a:xfrm>
          <a:prstGeom prst="ellipse">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2" name="Google Shape;1422;p64"/>
          <p:cNvSpPr txBox="1"/>
          <p:nvPr/>
        </p:nvSpPr>
        <p:spPr>
          <a:xfrm>
            <a:off x="1646650" y="1847041"/>
            <a:ext cx="2411019" cy="3690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98" b="1">
                <a:solidFill>
                  <a:srgbClr val="000000"/>
                </a:solidFill>
                <a:latin typeface="Calibri"/>
                <a:ea typeface="Calibri"/>
                <a:cs typeface="Calibri"/>
                <a:sym typeface="Calibri"/>
              </a:rPr>
              <a:t>List Report</a:t>
            </a:r>
            <a:endParaRPr/>
          </a:p>
        </p:txBody>
      </p:sp>
      <p:sp>
        <p:nvSpPr>
          <p:cNvPr id="1423" name="Google Shape;1423;p64"/>
          <p:cNvSpPr txBox="1"/>
          <p:nvPr/>
        </p:nvSpPr>
        <p:spPr>
          <a:xfrm>
            <a:off x="8474966" y="1873468"/>
            <a:ext cx="2411019" cy="3690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98" b="1">
                <a:solidFill>
                  <a:srgbClr val="000000"/>
                </a:solidFill>
                <a:latin typeface="Calibri"/>
                <a:ea typeface="Calibri"/>
                <a:cs typeface="Calibri"/>
                <a:sym typeface="Calibri"/>
              </a:rPr>
              <a:t>Object Page</a:t>
            </a:r>
            <a:endParaRPr/>
          </a:p>
        </p:txBody>
      </p:sp>
      <p:sp>
        <p:nvSpPr>
          <p:cNvPr id="1424" name="Google Shape;1424;p64"/>
          <p:cNvSpPr/>
          <p:nvPr/>
        </p:nvSpPr>
        <p:spPr>
          <a:xfrm>
            <a:off x="314933" y="2552069"/>
            <a:ext cx="5100565" cy="548349"/>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5" name="Google Shape;1425;p64"/>
          <p:cNvSpPr/>
          <p:nvPr/>
        </p:nvSpPr>
        <p:spPr>
          <a:xfrm>
            <a:off x="314932" y="2330116"/>
            <a:ext cx="665859" cy="221953"/>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6" name="Google Shape;1426;p64"/>
          <p:cNvSpPr/>
          <p:nvPr/>
        </p:nvSpPr>
        <p:spPr>
          <a:xfrm>
            <a:off x="299701" y="3392015"/>
            <a:ext cx="5100565" cy="2493131"/>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7" name="Google Shape;1427;p64"/>
          <p:cNvSpPr/>
          <p:nvPr/>
        </p:nvSpPr>
        <p:spPr>
          <a:xfrm>
            <a:off x="3461442" y="3206217"/>
            <a:ext cx="1954056" cy="185798"/>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8" name="Google Shape;1428;p64"/>
          <p:cNvSpPr/>
          <p:nvPr/>
        </p:nvSpPr>
        <p:spPr>
          <a:xfrm>
            <a:off x="6703696" y="2502539"/>
            <a:ext cx="5100565" cy="636589"/>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9" name="Google Shape;1429;p64"/>
          <p:cNvSpPr/>
          <p:nvPr/>
        </p:nvSpPr>
        <p:spPr>
          <a:xfrm>
            <a:off x="6703698" y="3139587"/>
            <a:ext cx="1518854" cy="190429"/>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30" name="Google Shape;1430;p64"/>
          <p:cNvSpPr/>
          <p:nvPr/>
        </p:nvSpPr>
        <p:spPr>
          <a:xfrm>
            <a:off x="6775504" y="3429001"/>
            <a:ext cx="5100565" cy="649440"/>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31" name="Google Shape;1431;p64"/>
          <p:cNvSpPr/>
          <p:nvPr/>
        </p:nvSpPr>
        <p:spPr>
          <a:xfrm>
            <a:off x="6808926" y="4580578"/>
            <a:ext cx="5100565" cy="755778"/>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20"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21"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65"/>
          <p:cNvSpPr txBox="1"/>
          <p:nvPr/>
        </p:nvSpPr>
        <p:spPr>
          <a:xfrm>
            <a:off x="152551" y="130471"/>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Object Page</a:t>
            </a:r>
            <a:endParaRPr sz="3600" dirty="0">
              <a:solidFill>
                <a:srgbClr val="FFC000"/>
              </a:solidFill>
              <a:latin typeface="Cooper Black" panose="0208090404030B020404" pitchFamily="18" charset="0"/>
              <a:ea typeface="Corben"/>
              <a:cs typeface="Corben"/>
              <a:sym typeface="Corben"/>
            </a:endParaRPr>
          </a:p>
        </p:txBody>
      </p:sp>
      <p:pic>
        <p:nvPicPr>
          <p:cNvPr id="1439" name="Google Shape;1439;p65" descr="https://blogs.sap.com/wp-content/uploads/2017/08/Develop-Object-Page-simple-example-facets.png"/>
          <p:cNvPicPr preferRelativeResize="0"/>
          <p:nvPr/>
        </p:nvPicPr>
        <p:blipFill rotWithShape="1">
          <a:blip r:embed="rId3">
            <a:alphaModFix/>
          </a:blip>
          <a:srcRect/>
          <a:stretch/>
        </p:blipFill>
        <p:spPr>
          <a:xfrm>
            <a:off x="323603" y="917230"/>
            <a:ext cx="10192461" cy="5445270"/>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4908066-71F1-A6B9-81D5-F115F9133993}"/>
              </a:ext>
            </a:extLst>
          </p:cNvPr>
          <p:cNvSpPr txBox="1"/>
          <p:nvPr/>
        </p:nvSpPr>
        <p:spPr>
          <a:xfrm>
            <a:off x="1224280" y="2753360"/>
            <a:ext cx="1473200" cy="307777"/>
          </a:xfrm>
          <a:prstGeom prst="rect">
            <a:avLst/>
          </a:prstGeom>
          <a:noFill/>
        </p:spPr>
        <p:txBody>
          <a:bodyPr wrap="square" rtlCol="0">
            <a:spAutoFit/>
          </a:bodyPr>
          <a:lstStyle/>
          <a:p>
            <a:r>
              <a:rPr lang="en-IN" b="1" dirty="0">
                <a:solidFill>
                  <a:srgbClr val="FF0000"/>
                </a:solidFill>
              </a:rPr>
              <a:t>identification</a:t>
            </a:r>
          </a:p>
        </p:txBody>
      </p:sp>
      <p:sp>
        <p:nvSpPr>
          <p:cNvPr id="3" name="TextBox 2">
            <a:extLst>
              <a:ext uri="{FF2B5EF4-FFF2-40B4-BE49-F238E27FC236}">
                <a16:creationId xmlns:a16="http://schemas.microsoft.com/office/drawing/2014/main" id="{522BA0E7-DD74-B07A-E4EE-1763E2771206}"/>
              </a:ext>
            </a:extLst>
          </p:cNvPr>
          <p:cNvSpPr txBox="1"/>
          <p:nvPr/>
        </p:nvSpPr>
        <p:spPr>
          <a:xfrm>
            <a:off x="3749040" y="2599471"/>
            <a:ext cx="1473200" cy="307777"/>
          </a:xfrm>
          <a:prstGeom prst="rect">
            <a:avLst/>
          </a:prstGeom>
          <a:noFill/>
        </p:spPr>
        <p:txBody>
          <a:bodyPr wrap="square" rtlCol="0">
            <a:spAutoFit/>
          </a:bodyPr>
          <a:lstStyle/>
          <a:p>
            <a:r>
              <a:rPr lang="en-IN" b="1" dirty="0">
                <a:solidFill>
                  <a:srgbClr val="FF0000"/>
                </a:solidFill>
              </a:rPr>
              <a:t>Field groups</a:t>
            </a:r>
          </a:p>
        </p:txBody>
      </p:sp>
      <p:grpSp>
        <p:nvGrpSpPr>
          <p:cNvPr id="57" name="Group 56">
            <a:extLst>
              <a:ext uri="{FF2B5EF4-FFF2-40B4-BE49-F238E27FC236}">
                <a16:creationId xmlns:a16="http://schemas.microsoft.com/office/drawing/2014/main" id="{8F8966BE-4AF1-6378-6E1C-612FBDBC9450}"/>
              </a:ext>
            </a:extLst>
          </p:cNvPr>
          <p:cNvGrpSpPr/>
          <p:nvPr/>
        </p:nvGrpSpPr>
        <p:grpSpPr>
          <a:xfrm>
            <a:off x="416940" y="1267500"/>
            <a:ext cx="6334200" cy="929880"/>
            <a:chOff x="416940" y="1267500"/>
            <a:chExt cx="6334200" cy="929880"/>
          </a:xfrm>
        </p:grpSpPr>
        <mc:AlternateContent xmlns:mc="http://schemas.openxmlformats.org/markup-compatibility/2006">
          <mc:Choice xmlns:p14="http://schemas.microsoft.com/office/powerpoint/2010/main" Requires="p14">
            <p:contentPart p14:bwMode="auto" r:id="rId5">
              <p14:nvContentPartPr>
                <p14:cNvPr id="36" name="Ink 35">
                  <a:extLst>
                    <a:ext uri="{FF2B5EF4-FFF2-40B4-BE49-F238E27FC236}">
                      <a16:creationId xmlns:a16="http://schemas.microsoft.com/office/drawing/2014/main" id="{6B22BDE0-BBEB-159C-BBF4-2E689C48C857}"/>
                    </a:ext>
                  </a:extLst>
                </p14:cNvPr>
                <p14:cNvContentPartPr/>
                <p14:nvPr/>
              </p14:nvContentPartPr>
              <p14:xfrm>
                <a:off x="416940" y="1726500"/>
                <a:ext cx="1743840" cy="390240"/>
              </p14:xfrm>
            </p:contentPart>
          </mc:Choice>
          <mc:Fallback>
            <p:pic>
              <p:nvPicPr>
                <p:cNvPr id="36" name="Ink 35">
                  <a:extLst>
                    <a:ext uri="{FF2B5EF4-FFF2-40B4-BE49-F238E27FC236}">
                      <a16:creationId xmlns:a16="http://schemas.microsoft.com/office/drawing/2014/main" id="{6B22BDE0-BBEB-159C-BBF4-2E689C48C857}"/>
                    </a:ext>
                  </a:extLst>
                </p:cNvPr>
                <p:cNvPicPr/>
                <p:nvPr/>
              </p:nvPicPr>
              <p:blipFill>
                <a:blip r:embed="rId6"/>
                <a:stretch>
                  <a:fillRect/>
                </a:stretch>
              </p:blipFill>
              <p:spPr>
                <a:xfrm>
                  <a:off x="407940" y="1717500"/>
                  <a:ext cx="176148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7" name="Ink 36">
                  <a:extLst>
                    <a:ext uri="{FF2B5EF4-FFF2-40B4-BE49-F238E27FC236}">
                      <a16:creationId xmlns:a16="http://schemas.microsoft.com/office/drawing/2014/main" id="{27EB4999-F225-AF81-4918-ACC824E3BA1B}"/>
                    </a:ext>
                  </a:extLst>
                </p14:cNvPr>
                <p14:cNvContentPartPr/>
                <p14:nvPr/>
              </p14:nvContentPartPr>
              <p14:xfrm>
                <a:off x="1234860" y="1786260"/>
                <a:ext cx="47160" cy="126720"/>
              </p14:xfrm>
            </p:contentPart>
          </mc:Choice>
          <mc:Fallback>
            <p:pic>
              <p:nvPicPr>
                <p:cNvPr id="37" name="Ink 36">
                  <a:extLst>
                    <a:ext uri="{FF2B5EF4-FFF2-40B4-BE49-F238E27FC236}">
                      <a16:creationId xmlns:a16="http://schemas.microsoft.com/office/drawing/2014/main" id="{27EB4999-F225-AF81-4918-ACC824E3BA1B}"/>
                    </a:ext>
                  </a:extLst>
                </p:cNvPr>
                <p:cNvPicPr/>
                <p:nvPr/>
              </p:nvPicPr>
              <p:blipFill>
                <a:blip r:embed="rId8"/>
                <a:stretch>
                  <a:fillRect/>
                </a:stretch>
              </p:blipFill>
              <p:spPr>
                <a:xfrm>
                  <a:off x="1225860" y="1777620"/>
                  <a:ext cx="6480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8" name="Ink 37">
                  <a:extLst>
                    <a:ext uri="{FF2B5EF4-FFF2-40B4-BE49-F238E27FC236}">
                      <a16:creationId xmlns:a16="http://schemas.microsoft.com/office/drawing/2014/main" id="{9162FFE4-4D37-B8E0-3C65-C7BD884E3352}"/>
                    </a:ext>
                  </a:extLst>
                </p14:cNvPr>
                <p14:cNvContentPartPr/>
                <p14:nvPr/>
              </p14:nvContentPartPr>
              <p14:xfrm>
                <a:off x="1244220" y="1649460"/>
                <a:ext cx="645840" cy="192240"/>
              </p14:xfrm>
            </p:contentPart>
          </mc:Choice>
          <mc:Fallback>
            <p:pic>
              <p:nvPicPr>
                <p:cNvPr id="38" name="Ink 37">
                  <a:extLst>
                    <a:ext uri="{FF2B5EF4-FFF2-40B4-BE49-F238E27FC236}">
                      <a16:creationId xmlns:a16="http://schemas.microsoft.com/office/drawing/2014/main" id="{9162FFE4-4D37-B8E0-3C65-C7BD884E3352}"/>
                    </a:ext>
                  </a:extLst>
                </p:cNvPr>
                <p:cNvPicPr/>
                <p:nvPr/>
              </p:nvPicPr>
              <p:blipFill>
                <a:blip r:embed="rId10"/>
                <a:stretch>
                  <a:fillRect/>
                </a:stretch>
              </p:blipFill>
              <p:spPr>
                <a:xfrm>
                  <a:off x="1235580" y="1640820"/>
                  <a:ext cx="66348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0" name="Ink 39">
                  <a:extLst>
                    <a:ext uri="{FF2B5EF4-FFF2-40B4-BE49-F238E27FC236}">
                      <a16:creationId xmlns:a16="http://schemas.microsoft.com/office/drawing/2014/main" id="{568FB3E7-A725-800A-FAAF-B314BED29721}"/>
                    </a:ext>
                  </a:extLst>
                </p14:cNvPr>
                <p14:cNvContentPartPr/>
                <p14:nvPr/>
              </p14:nvContentPartPr>
              <p14:xfrm>
                <a:off x="2012460" y="1450380"/>
                <a:ext cx="86760" cy="217800"/>
              </p14:xfrm>
            </p:contentPart>
          </mc:Choice>
          <mc:Fallback>
            <p:pic>
              <p:nvPicPr>
                <p:cNvPr id="40" name="Ink 39">
                  <a:extLst>
                    <a:ext uri="{FF2B5EF4-FFF2-40B4-BE49-F238E27FC236}">
                      <a16:creationId xmlns:a16="http://schemas.microsoft.com/office/drawing/2014/main" id="{568FB3E7-A725-800A-FAAF-B314BED29721}"/>
                    </a:ext>
                  </a:extLst>
                </p:cNvPr>
                <p:cNvPicPr/>
                <p:nvPr/>
              </p:nvPicPr>
              <p:blipFill>
                <a:blip r:embed="rId12"/>
                <a:stretch>
                  <a:fillRect/>
                </a:stretch>
              </p:blipFill>
              <p:spPr>
                <a:xfrm>
                  <a:off x="2003820" y="1441740"/>
                  <a:ext cx="1044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1" name="Ink 40">
                  <a:extLst>
                    <a:ext uri="{FF2B5EF4-FFF2-40B4-BE49-F238E27FC236}">
                      <a16:creationId xmlns:a16="http://schemas.microsoft.com/office/drawing/2014/main" id="{E1FE3E77-33FF-65D2-7059-DB0813C7DA59}"/>
                    </a:ext>
                  </a:extLst>
                </p14:cNvPr>
                <p14:cNvContentPartPr/>
                <p14:nvPr/>
              </p14:nvContentPartPr>
              <p14:xfrm>
                <a:off x="2133060" y="1536420"/>
                <a:ext cx="96840" cy="96480"/>
              </p14:xfrm>
            </p:contentPart>
          </mc:Choice>
          <mc:Fallback>
            <p:pic>
              <p:nvPicPr>
                <p:cNvPr id="41" name="Ink 40">
                  <a:extLst>
                    <a:ext uri="{FF2B5EF4-FFF2-40B4-BE49-F238E27FC236}">
                      <a16:creationId xmlns:a16="http://schemas.microsoft.com/office/drawing/2014/main" id="{E1FE3E77-33FF-65D2-7059-DB0813C7DA59}"/>
                    </a:ext>
                  </a:extLst>
                </p:cNvPr>
                <p:cNvPicPr/>
                <p:nvPr/>
              </p:nvPicPr>
              <p:blipFill>
                <a:blip r:embed="rId14"/>
                <a:stretch>
                  <a:fillRect/>
                </a:stretch>
              </p:blipFill>
              <p:spPr>
                <a:xfrm>
                  <a:off x="2124420" y="1527420"/>
                  <a:ext cx="11448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2" name="Ink 41">
                  <a:extLst>
                    <a:ext uri="{FF2B5EF4-FFF2-40B4-BE49-F238E27FC236}">
                      <a16:creationId xmlns:a16="http://schemas.microsoft.com/office/drawing/2014/main" id="{C3C958A7-A9EC-951F-0B5A-34135A46899B}"/>
                    </a:ext>
                  </a:extLst>
                </p14:cNvPr>
                <p14:cNvContentPartPr/>
                <p14:nvPr/>
              </p14:nvContentPartPr>
              <p14:xfrm>
                <a:off x="2299740" y="1505820"/>
                <a:ext cx="59760" cy="119160"/>
              </p14:xfrm>
            </p:contentPart>
          </mc:Choice>
          <mc:Fallback>
            <p:pic>
              <p:nvPicPr>
                <p:cNvPr id="42" name="Ink 41">
                  <a:extLst>
                    <a:ext uri="{FF2B5EF4-FFF2-40B4-BE49-F238E27FC236}">
                      <a16:creationId xmlns:a16="http://schemas.microsoft.com/office/drawing/2014/main" id="{C3C958A7-A9EC-951F-0B5A-34135A46899B}"/>
                    </a:ext>
                  </a:extLst>
                </p:cNvPr>
                <p:cNvPicPr/>
                <p:nvPr/>
              </p:nvPicPr>
              <p:blipFill>
                <a:blip r:embed="rId16"/>
                <a:stretch>
                  <a:fillRect/>
                </a:stretch>
              </p:blipFill>
              <p:spPr>
                <a:xfrm>
                  <a:off x="2291100" y="1497180"/>
                  <a:ext cx="7740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43" name="Ink 42">
                  <a:extLst>
                    <a:ext uri="{FF2B5EF4-FFF2-40B4-BE49-F238E27FC236}">
                      <a16:creationId xmlns:a16="http://schemas.microsoft.com/office/drawing/2014/main" id="{85C73ADF-A877-AAD7-08E2-8798DDD170A4}"/>
                    </a:ext>
                  </a:extLst>
                </p14:cNvPr>
                <p14:cNvContentPartPr/>
                <p14:nvPr/>
              </p14:nvContentPartPr>
              <p14:xfrm>
                <a:off x="2418900" y="1498620"/>
                <a:ext cx="40320" cy="101880"/>
              </p14:xfrm>
            </p:contentPart>
          </mc:Choice>
          <mc:Fallback>
            <p:pic>
              <p:nvPicPr>
                <p:cNvPr id="43" name="Ink 42">
                  <a:extLst>
                    <a:ext uri="{FF2B5EF4-FFF2-40B4-BE49-F238E27FC236}">
                      <a16:creationId xmlns:a16="http://schemas.microsoft.com/office/drawing/2014/main" id="{85C73ADF-A877-AAD7-08E2-8798DDD170A4}"/>
                    </a:ext>
                  </a:extLst>
                </p:cNvPr>
                <p:cNvPicPr/>
                <p:nvPr/>
              </p:nvPicPr>
              <p:blipFill>
                <a:blip r:embed="rId18"/>
                <a:stretch>
                  <a:fillRect/>
                </a:stretch>
              </p:blipFill>
              <p:spPr>
                <a:xfrm>
                  <a:off x="2410260" y="1489620"/>
                  <a:ext cx="5796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4" name="Ink 43">
                  <a:extLst>
                    <a:ext uri="{FF2B5EF4-FFF2-40B4-BE49-F238E27FC236}">
                      <a16:creationId xmlns:a16="http://schemas.microsoft.com/office/drawing/2014/main" id="{13A7C580-0E58-9E3B-8AD4-EE922F1195BC}"/>
                    </a:ext>
                  </a:extLst>
                </p14:cNvPr>
                <p14:cNvContentPartPr/>
                <p14:nvPr/>
              </p14:nvContentPartPr>
              <p14:xfrm>
                <a:off x="2445180" y="1436700"/>
                <a:ext cx="6120" cy="17280"/>
              </p14:xfrm>
            </p:contentPart>
          </mc:Choice>
          <mc:Fallback>
            <p:pic>
              <p:nvPicPr>
                <p:cNvPr id="44" name="Ink 43">
                  <a:extLst>
                    <a:ext uri="{FF2B5EF4-FFF2-40B4-BE49-F238E27FC236}">
                      <a16:creationId xmlns:a16="http://schemas.microsoft.com/office/drawing/2014/main" id="{13A7C580-0E58-9E3B-8AD4-EE922F1195BC}"/>
                    </a:ext>
                  </a:extLst>
                </p:cNvPr>
                <p:cNvPicPr/>
                <p:nvPr/>
              </p:nvPicPr>
              <p:blipFill>
                <a:blip r:embed="rId20"/>
                <a:stretch>
                  <a:fillRect/>
                </a:stretch>
              </p:blipFill>
              <p:spPr>
                <a:xfrm>
                  <a:off x="2436540" y="1428060"/>
                  <a:ext cx="2376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5" name="Ink 44">
                  <a:extLst>
                    <a:ext uri="{FF2B5EF4-FFF2-40B4-BE49-F238E27FC236}">
                      <a16:creationId xmlns:a16="http://schemas.microsoft.com/office/drawing/2014/main" id="{87644E26-FB47-78E1-7905-23CF9E523F91}"/>
                    </a:ext>
                  </a:extLst>
                </p14:cNvPr>
                <p14:cNvContentPartPr/>
                <p14:nvPr/>
              </p14:nvContentPartPr>
              <p14:xfrm>
                <a:off x="2514300" y="1420860"/>
                <a:ext cx="28080" cy="161640"/>
              </p14:xfrm>
            </p:contentPart>
          </mc:Choice>
          <mc:Fallback>
            <p:pic>
              <p:nvPicPr>
                <p:cNvPr id="45" name="Ink 44">
                  <a:extLst>
                    <a:ext uri="{FF2B5EF4-FFF2-40B4-BE49-F238E27FC236}">
                      <a16:creationId xmlns:a16="http://schemas.microsoft.com/office/drawing/2014/main" id="{87644E26-FB47-78E1-7905-23CF9E523F91}"/>
                    </a:ext>
                  </a:extLst>
                </p:cNvPr>
                <p:cNvPicPr/>
                <p:nvPr/>
              </p:nvPicPr>
              <p:blipFill>
                <a:blip r:embed="rId22"/>
                <a:stretch>
                  <a:fillRect/>
                </a:stretch>
              </p:blipFill>
              <p:spPr>
                <a:xfrm>
                  <a:off x="2505660" y="1411860"/>
                  <a:ext cx="4572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46" name="Ink 45">
                  <a:extLst>
                    <a:ext uri="{FF2B5EF4-FFF2-40B4-BE49-F238E27FC236}">
                      <a16:creationId xmlns:a16="http://schemas.microsoft.com/office/drawing/2014/main" id="{205BD5D5-6BA0-F2AB-62BA-0B015F79D5EE}"/>
                    </a:ext>
                  </a:extLst>
                </p14:cNvPr>
                <p14:cNvContentPartPr/>
                <p14:nvPr/>
              </p14:nvContentPartPr>
              <p14:xfrm>
                <a:off x="2540940" y="1494660"/>
                <a:ext cx="106200" cy="67320"/>
              </p14:xfrm>
            </p:contentPart>
          </mc:Choice>
          <mc:Fallback>
            <p:pic>
              <p:nvPicPr>
                <p:cNvPr id="46" name="Ink 45">
                  <a:extLst>
                    <a:ext uri="{FF2B5EF4-FFF2-40B4-BE49-F238E27FC236}">
                      <a16:creationId xmlns:a16="http://schemas.microsoft.com/office/drawing/2014/main" id="{205BD5D5-6BA0-F2AB-62BA-0B015F79D5EE}"/>
                    </a:ext>
                  </a:extLst>
                </p:cNvPr>
                <p:cNvPicPr/>
                <p:nvPr/>
              </p:nvPicPr>
              <p:blipFill>
                <a:blip r:embed="rId24"/>
                <a:stretch>
                  <a:fillRect/>
                </a:stretch>
              </p:blipFill>
              <p:spPr>
                <a:xfrm>
                  <a:off x="2531940" y="1485660"/>
                  <a:ext cx="12384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7" name="Ink 46">
                  <a:extLst>
                    <a:ext uri="{FF2B5EF4-FFF2-40B4-BE49-F238E27FC236}">
                      <a16:creationId xmlns:a16="http://schemas.microsoft.com/office/drawing/2014/main" id="{73944945-2E9D-4C5D-0505-21713C0EA990}"/>
                    </a:ext>
                  </a:extLst>
                </p14:cNvPr>
                <p14:cNvContentPartPr/>
                <p14:nvPr/>
              </p14:nvContentPartPr>
              <p14:xfrm>
                <a:off x="2636700" y="1383420"/>
                <a:ext cx="18000" cy="14040"/>
              </p14:xfrm>
            </p:contentPart>
          </mc:Choice>
          <mc:Fallback>
            <p:pic>
              <p:nvPicPr>
                <p:cNvPr id="47" name="Ink 46">
                  <a:extLst>
                    <a:ext uri="{FF2B5EF4-FFF2-40B4-BE49-F238E27FC236}">
                      <a16:creationId xmlns:a16="http://schemas.microsoft.com/office/drawing/2014/main" id="{73944945-2E9D-4C5D-0505-21713C0EA990}"/>
                    </a:ext>
                  </a:extLst>
                </p:cNvPr>
                <p:cNvPicPr/>
                <p:nvPr/>
              </p:nvPicPr>
              <p:blipFill>
                <a:blip r:embed="rId26"/>
                <a:stretch>
                  <a:fillRect/>
                </a:stretch>
              </p:blipFill>
              <p:spPr>
                <a:xfrm>
                  <a:off x="2627700" y="1374420"/>
                  <a:ext cx="356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8" name="Ink 47">
                  <a:extLst>
                    <a:ext uri="{FF2B5EF4-FFF2-40B4-BE49-F238E27FC236}">
                      <a16:creationId xmlns:a16="http://schemas.microsoft.com/office/drawing/2014/main" id="{A17141F9-2BC0-988E-FBDE-3173F00F60BA}"/>
                    </a:ext>
                  </a:extLst>
                </p14:cNvPr>
                <p14:cNvContentPartPr/>
                <p14:nvPr/>
              </p14:nvContentPartPr>
              <p14:xfrm>
                <a:off x="2712660" y="1470180"/>
                <a:ext cx="240480" cy="109800"/>
              </p14:xfrm>
            </p:contentPart>
          </mc:Choice>
          <mc:Fallback>
            <p:pic>
              <p:nvPicPr>
                <p:cNvPr id="48" name="Ink 47">
                  <a:extLst>
                    <a:ext uri="{FF2B5EF4-FFF2-40B4-BE49-F238E27FC236}">
                      <a16:creationId xmlns:a16="http://schemas.microsoft.com/office/drawing/2014/main" id="{A17141F9-2BC0-988E-FBDE-3173F00F60BA}"/>
                    </a:ext>
                  </a:extLst>
                </p:cNvPr>
                <p:cNvPicPr/>
                <p:nvPr/>
              </p:nvPicPr>
              <p:blipFill>
                <a:blip r:embed="rId28"/>
                <a:stretch>
                  <a:fillRect/>
                </a:stretch>
              </p:blipFill>
              <p:spPr>
                <a:xfrm>
                  <a:off x="2703660" y="1461180"/>
                  <a:ext cx="25812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49" name="Ink 48">
                  <a:extLst>
                    <a:ext uri="{FF2B5EF4-FFF2-40B4-BE49-F238E27FC236}">
                      <a16:creationId xmlns:a16="http://schemas.microsoft.com/office/drawing/2014/main" id="{6B0A06A6-4D7A-5515-2540-628316C030D4}"/>
                    </a:ext>
                  </a:extLst>
                </p14:cNvPr>
                <p14:cNvContentPartPr/>
                <p14:nvPr/>
              </p14:nvContentPartPr>
              <p14:xfrm>
                <a:off x="3045300" y="1384140"/>
                <a:ext cx="2880" cy="1440"/>
              </p14:xfrm>
            </p:contentPart>
          </mc:Choice>
          <mc:Fallback>
            <p:pic>
              <p:nvPicPr>
                <p:cNvPr id="49" name="Ink 48">
                  <a:extLst>
                    <a:ext uri="{FF2B5EF4-FFF2-40B4-BE49-F238E27FC236}">
                      <a16:creationId xmlns:a16="http://schemas.microsoft.com/office/drawing/2014/main" id="{6B0A06A6-4D7A-5515-2540-628316C030D4}"/>
                    </a:ext>
                  </a:extLst>
                </p:cNvPr>
                <p:cNvPicPr/>
                <p:nvPr/>
              </p:nvPicPr>
              <p:blipFill>
                <a:blip r:embed="rId30"/>
                <a:stretch>
                  <a:fillRect/>
                </a:stretch>
              </p:blipFill>
              <p:spPr>
                <a:xfrm>
                  <a:off x="3036660" y="1375140"/>
                  <a:ext cx="205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50" name="Ink 49">
                  <a:extLst>
                    <a:ext uri="{FF2B5EF4-FFF2-40B4-BE49-F238E27FC236}">
                      <a16:creationId xmlns:a16="http://schemas.microsoft.com/office/drawing/2014/main" id="{B3889E57-CD2E-D8F3-B64A-D3B3A50B9F3E}"/>
                    </a:ext>
                  </a:extLst>
                </p14:cNvPr>
                <p14:cNvContentPartPr/>
                <p14:nvPr/>
              </p14:nvContentPartPr>
              <p14:xfrm>
                <a:off x="3047820" y="1511220"/>
                <a:ext cx="1440" cy="6840"/>
              </p14:xfrm>
            </p:contentPart>
          </mc:Choice>
          <mc:Fallback>
            <p:pic>
              <p:nvPicPr>
                <p:cNvPr id="50" name="Ink 49">
                  <a:extLst>
                    <a:ext uri="{FF2B5EF4-FFF2-40B4-BE49-F238E27FC236}">
                      <a16:creationId xmlns:a16="http://schemas.microsoft.com/office/drawing/2014/main" id="{B3889E57-CD2E-D8F3-B64A-D3B3A50B9F3E}"/>
                    </a:ext>
                  </a:extLst>
                </p:cNvPr>
                <p:cNvPicPr/>
                <p:nvPr/>
              </p:nvPicPr>
              <p:blipFill>
                <a:blip r:embed="rId32"/>
                <a:stretch>
                  <a:fillRect/>
                </a:stretch>
              </p:blipFill>
              <p:spPr>
                <a:xfrm>
                  <a:off x="3039180" y="1502220"/>
                  <a:ext cx="190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51" name="Ink 50">
                  <a:extLst>
                    <a:ext uri="{FF2B5EF4-FFF2-40B4-BE49-F238E27FC236}">
                      <a16:creationId xmlns:a16="http://schemas.microsoft.com/office/drawing/2014/main" id="{DBC4BB44-CB28-BC43-B73D-F06C8D25A6E5}"/>
                    </a:ext>
                  </a:extLst>
                </p14:cNvPr>
                <p14:cNvContentPartPr/>
                <p14:nvPr/>
              </p14:nvContentPartPr>
              <p14:xfrm>
                <a:off x="3180660" y="1393140"/>
                <a:ext cx="20160" cy="97200"/>
              </p14:xfrm>
            </p:contentPart>
          </mc:Choice>
          <mc:Fallback>
            <p:pic>
              <p:nvPicPr>
                <p:cNvPr id="51" name="Ink 50">
                  <a:extLst>
                    <a:ext uri="{FF2B5EF4-FFF2-40B4-BE49-F238E27FC236}">
                      <a16:creationId xmlns:a16="http://schemas.microsoft.com/office/drawing/2014/main" id="{DBC4BB44-CB28-BC43-B73D-F06C8D25A6E5}"/>
                    </a:ext>
                  </a:extLst>
                </p:cNvPr>
                <p:cNvPicPr/>
                <p:nvPr/>
              </p:nvPicPr>
              <p:blipFill>
                <a:blip r:embed="rId34"/>
                <a:stretch>
                  <a:fillRect/>
                </a:stretch>
              </p:blipFill>
              <p:spPr>
                <a:xfrm>
                  <a:off x="3171660" y="1384140"/>
                  <a:ext cx="3780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52" name="Ink 51">
                  <a:extLst>
                    <a:ext uri="{FF2B5EF4-FFF2-40B4-BE49-F238E27FC236}">
                      <a16:creationId xmlns:a16="http://schemas.microsoft.com/office/drawing/2014/main" id="{29E4E209-5918-2F5E-4086-6A0F138D5848}"/>
                    </a:ext>
                  </a:extLst>
                </p14:cNvPr>
                <p14:cNvContentPartPr/>
                <p14:nvPr/>
              </p14:nvContentPartPr>
              <p14:xfrm>
                <a:off x="3233940" y="1398540"/>
                <a:ext cx="101160" cy="95040"/>
              </p14:xfrm>
            </p:contentPart>
          </mc:Choice>
          <mc:Fallback>
            <p:pic>
              <p:nvPicPr>
                <p:cNvPr id="52" name="Ink 51">
                  <a:extLst>
                    <a:ext uri="{FF2B5EF4-FFF2-40B4-BE49-F238E27FC236}">
                      <a16:creationId xmlns:a16="http://schemas.microsoft.com/office/drawing/2014/main" id="{29E4E209-5918-2F5E-4086-6A0F138D5848}"/>
                    </a:ext>
                  </a:extLst>
                </p:cNvPr>
                <p:cNvPicPr/>
                <p:nvPr/>
              </p:nvPicPr>
              <p:blipFill>
                <a:blip r:embed="rId36"/>
                <a:stretch>
                  <a:fillRect/>
                </a:stretch>
              </p:blipFill>
              <p:spPr>
                <a:xfrm>
                  <a:off x="3224940" y="1389900"/>
                  <a:ext cx="11880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55" name="Ink 54">
                  <a:extLst>
                    <a:ext uri="{FF2B5EF4-FFF2-40B4-BE49-F238E27FC236}">
                      <a16:creationId xmlns:a16="http://schemas.microsoft.com/office/drawing/2014/main" id="{4EFB8BF4-451A-180A-6332-894B11699143}"/>
                    </a:ext>
                  </a:extLst>
                </p14:cNvPr>
                <p14:cNvContentPartPr/>
                <p14:nvPr/>
              </p14:nvContentPartPr>
              <p14:xfrm>
                <a:off x="3424380" y="1267500"/>
                <a:ext cx="3302640" cy="875880"/>
              </p14:xfrm>
            </p:contentPart>
          </mc:Choice>
          <mc:Fallback>
            <p:pic>
              <p:nvPicPr>
                <p:cNvPr id="55" name="Ink 54">
                  <a:extLst>
                    <a:ext uri="{FF2B5EF4-FFF2-40B4-BE49-F238E27FC236}">
                      <a16:creationId xmlns:a16="http://schemas.microsoft.com/office/drawing/2014/main" id="{4EFB8BF4-451A-180A-6332-894B11699143}"/>
                    </a:ext>
                  </a:extLst>
                </p:cNvPr>
                <p:cNvPicPr/>
                <p:nvPr/>
              </p:nvPicPr>
              <p:blipFill>
                <a:blip r:embed="rId38"/>
                <a:stretch>
                  <a:fillRect/>
                </a:stretch>
              </p:blipFill>
              <p:spPr>
                <a:xfrm>
                  <a:off x="3415740" y="1258860"/>
                  <a:ext cx="3320280" cy="8935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56" name="Ink 55">
                  <a:extLst>
                    <a:ext uri="{FF2B5EF4-FFF2-40B4-BE49-F238E27FC236}">
                      <a16:creationId xmlns:a16="http://schemas.microsoft.com/office/drawing/2014/main" id="{E1D2ED26-A18D-C1DD-FD5B-9A7A95D7E37B}"/>
                    </a:ext>
                  </a:extLst>
                </p14:cNvPr>
                <p14:cNvContentPartPr/>
                <p14:nvPr/>
              </p14:nvContentPartPr>
              <p14:xfrm>
                <a:off x="6608940" y="2063820"/>
                <a:ext cx="142200" cy="133560"/>
              </p14:xfrm>
            </p:contentPart>
          </mc:Choice>
          <mc:Fallback>
            <p:pic>
              <p:nvPicPr>
                <p:cNvPr id="56" name="Ink 55">
                  <a:extLst>
                    <a:ext uri="{FF2B5EF4-FFF2-40B4-BE49-F238E27FC236}">
                      <a16:creationId xmlns:a16="http://schemas.microsoft.com/office/drawing/2014/main" id="{E1D2ED26-A18D-C1DD-FD5B-9A7A95D7E37B}"/>
                    </a:ext>
                  </a:extLst>
                </p:cNvPr>
                <p:cNvPicPr/>
                <p:nvPr/>
              </p:nvPicPr>
              <p:blipFill>
                <a:blip r:embed="rId40"/>
                <a:stretch>
                  <a:fillRect/>
                </a:stretch>
              </p:blipFill>
              <p:spPr>
                <a:xfrm>
                  <a:off x="6599940" y="2054820"/>
                  <a:ext cx="159840" cy="151200"/>
                </a:xfrm>
                <a:prstGeom prst="rect">
                  <a:avLst/>
                </a:prstGeom>
              </p:spPr>
            </p:pic>
          </mc:Fallback>
        </mc:AlternateContent>
      </p:grpSp>
      <p:grpSp>
        <p:nvGrpSpPr>
          <p:cNvPr id="60" name="Group 59">
            <a:extLst>
              <a:ext uri="{FF2B5EF4-FFF2-40B4-BE49-F238E27FC236}">
                <a16:creationId xmlns:a16="http://schemas.microsoft.com/office/drawing/2014/main" id="{6B7D546E-1E12-6614-F08B-926087DCB181}"/>
              </a:ext>
            </a:extLst>
          </p:cNvPr>
          <p:cNvGrpSpPr/>
          <p:nvPr/>
        </p:nvGrpSpPr>
        <p:grpSpPr>
          <a:xfrm>
            <a:off x="1765500" y="2501940"/>
            <a:ext cx="171360" cy="171000"/>
            <a:chOff x="1765500" y="2501940"/>
            <a:chExt cx="171360" cy="171000"/>
          </a:xfrm>
        </p:grpSpPr>
        <mc:AlternateContent xmlns:mc="http://schemas.openxmlformats.org/markup-compatibility/2006">
          <mc:Choice xmlns:p14="http://schemas.microsoft.com/office/powerpoint/2010/main" Requires="p14">
            <p:contentPart p14:bwMode="auto" r:id="rId41">
              <p14:nvContentPartPr>
                <p14:cNvPr id="58" name="Ink 57">
                  <a:extLst>
                    <a:ext uri="{FF2B5EF4-FFF2-40B4-BE49-F238E27FC236}">
                      <a16:creationId xmlns:a16="http://schemas.microsoft.com/office/drawing/2014/main" id="{5B7A23F4-778F-B3AE-DC05-971581CC999C}"/>
                    </a:ext>
                  </a:extLst>
                </p14:cNvPr>
                <p14:cNvContentPartPr/>
                <p14:nvPr/>
              </p14:nvContentPartPr>
              <p14:xfrm>
                <a:off x="1765500" y="2501940"/>
                <a:ext cx="18720" cy="171000"/>
              </p14:xfrm>
            </p:contentPart>
          </mc:Choice>
          <mc:Fallback>
            <p:pic>
              <p:nvPicPr>
                <p:cNvPr id="58" name="Ink 57">
                  <a:extLst>
                    <a:ext uri="{FF2B5EF4-FFF2-40B4-BE49-F238E27FC236}">
                      <a16:creationId xmlns:a16="http://schemas.microsoft.com/office/drawing/2014/main" id="{5B7A23F4-778F-B3AE-DC05-971581CC999C}"/>
                    </a:ext>
                  </a:extLst>
                </p:cNvPr>
                <p:cNvPicPr/>
                <p:nvPr/>
              </p:nvPicPr>
              <p:blipFill>
                <a:blip r:embed="rId42"/>
                <a:stretch>
                  <a:fillRect/>
                </a:stretch>
              </p:blipFill>
              <p:spPr>
                <a:xfrm>
                  <a:off x="1756860" y="2492940"/>
                  <a:ext cx="3636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59" name="Ink 58">
                  <a:extLst>
                    <a:ext uri="{FF2B5EF4-FFF2-40B4-BE49-F238E27FC236}">
                      <a16:creationId xmlns:a16="http://schemas.microsoft.com/office/drawing/2014/main" id="{80CC5B92-117C-DA28-DE26-CC7722D668EB}"/>
                    </a:ext>
                  </a:extLst>
                </p14:cNvPr>
                <p14:cNvContentPartPr/>
                <p14:nvPr/>
              </p14:nvContentPartPr>
              <p14:xfrm>
                <a:off x="1852620" y="2542260"/>
                <a:ext cx="84240" cy="126000"/>
              </p14:xfrm>
            </p:contentPart>
          </mc:Choice>
          <mc:Fallback>
            <p:pic>
              <p:nvPicPr>
                <p:cNvPr id="59" name="Ink 58">
                  <a:extLst>
                    <a:ext uri="{FF2B5EF4-FFF2-40B4-BE49-F238E27FC236}">
                      <a16:creationId xmlns:a16="http://schemas.microsoft.com/office/drawing/2014/main" id="{80CC5B92-117C-DA28-DE26-CC7722D668EB}"/>
                    </a:ext>
                  </a:extLst>
                </p:cNvPr>
                <p:cNvPicPr/>
                <p:nvPr/>
              </p:nvPicPr>
              <p:blipFill>
                <a:blip r:embed="rId44"/>
                <a:stretch>
                  <a:fillRect/>
                </a:stretch>
              </p:blipFill>
              <p:spPr>
                <a:xfrm>
                  <a:off x="1843620" y="2533260"/>
                  <a:ext cx="101880" cy="143640"/>
                </a:xfrm>
                <a:prstGeom prst="rect">
                  <a:avLst/>
                </a:prstGeom>
              </p:spPr>
            </p:pic>
          </mc:Fallback>
        </mc:AlternateContent>
      </p:grpSp>
      <p:grpSp>
        <p:nvGrpSpPr>
          <p:cNvPr id="63" name="Group 62">
            <a:extLst>
              <a:ext uri="{FF2B5EF4-FFF2-40B4-BE49-F238E27FC236}">
                <a16:creationId xmlns:a16="http://schemas.microsoft.com/office/drawing/2014/main" id="{480F1F8B-92F2-D1AA-4F63-6F118ACF3EF0}"/>
              </a:ext>
            </a:extLst>
          </p:cNvPr>
          <p:cNvGrpSpPr/>
          <p:nvPr/>
        </p:nvGrpSpPr>
        <p:grpSpPr>
          <a:xfrm>
            <a:off x="4314660" y="2395020"/>
            <a:ext cx="306720" cy="234000"/>
            <a:chOff x="4314660" y="2395020"/>
            <a:chExt cx="306720" cy="234000"/>
          </a:xfrm>
        </p:grpSpPr>
        <mc:AlternateContent xmlns:mc="http://schemas.openxmlformats.org/markup-compatibility/2006">
          <mc:Choice xmlns:p14="http://schemas.microsoft.com/office/powerpoint/2010/main" Requires="p14">
            <p:contentPart p14:bwMode="auto" r:id="rId45">
              <p14:nvContentPartPr>
                <p14:cNvPr id="61" name="Ink 60">
                  <a:extLst>
                    <a:ext uri="{FF2B5EF4-FFF2-40B4-BE49-F238E27FC236}">
                      <a16:creationId xmlns:a16="http://schemas.microsoft.com/office/drawing/2014/main" id="{1E93BE0B-DFAF-4BB6-C262-E977D0C8658E}"/>
                    </a:ext>
                  </a:extLst>
                </p14:cNvPr>
                <p14:cNvContentPartPr/>
                <p14:nvPr/>
              </p14:nvContentPartPr>
              <p14:xfrm>
                <a:off x="4314660" y="2395020"/>
                <a:ext cx="182160" cy="221760"/>
              </p14:xfrm>
            </p:contentPart>
          </mc:Choice>
          <mc:Fallback>
            <p:pic>
              <p:nvPicPr>
                <p:cNvPr id="61" name="Ink 60">
                  <a:extLst>
                    <a:ext uri="{FF2B5EF4-FFF2-40B4-BE49-F238E27FC236}">
                      <a16:creationId xmlns:a16="http://schemas.microsoft.com/office/drawing/2014/main" id="{1E93BE0B-DFAF-4BB6-C262-E977D0C8658E}"/>
                    </a:ext>
                  </a:extLst>
                </p:cNvPr>
                <p:cNvPicPr/>
                <p:nvPr/>
              </p:nvPicPr>
              <p:blipFill>
                <a:blip r:embed="rId46"/>
                <a:stretch>
                  <a:fillRect/>
                </a:stretch>
              </p:blipFill>
              <p:spPr>
                <a:xfrm>
                  <a:off x="4306020" y="2386380"/>
                  <a:ext cx="19980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62" name="Ink 61">
                  <a:extLst>
                    <a:ext uri="{FF2B5EF4-FFF2-40B4-BE49-F238E27FC236}">
                      <a16:creationId xmlns:a16="http://schemas.microsoft.com/office/drawing/2014/main" id="{F322FE8F-E532-6D2D-90EE-B4DBED4D4D74}"/>
                    </a:ext>
                  </a:extLst>
                </p14:cNvPr>
                <p14:cNvContentPartPr/>
                <p14:nvPr/>
              </p14:nvContentPartPr>
              <p14:xfrm>
                <a:off x="4528860" y="2501220"/>
                <a:ext cx="92520" cy="127800"/>
              </p14:xfrm>
            </p:contentPart>
          </mc:Choice>
          <mc:Fallback>
            <p:pic>
              <p:nvPicPr>
                <p:cNvPr id="62" name="Ink 61">
                  <a:extLst>
                    <a:ext uri="{FF2B5EF4-FFF2-40B4-BE49-F238E27FC236}">
                      <a16:creationId xmlns:a16="http://schemas.microsoft.com/office/drawing/2014/main" id="{F322FE8F-E532-6D2D-90EE-B4DBED4D4D74}"/>
                    </a:ext>
                  </a:extLst>
                </p:cNvPr>
                <p:cNvPicPr/>
                <p:nvPr/>
              </p:nvPicPr>
              <p:blipFill>
                <a:blip r:embed="rId48"/>
                <a:stretch>
                  <a:fillRect/>
                </a:stretch>
              </p:blipFill>
              <p:spPr>
                <a:xfrm>
                  <a:off x="4519860" y="2492220"/>
                  <a:ext cx="110160" cy="145440"/>
                </a:xfrm>
                <a:prstGeom prst="rect">
                  <a:avLst/>
                </a:prstGeom>
              </p:spPr>
            </p:pic>
          </mc:Fallback>
        </mc:AlternateContent>
      </p:grpSp>
      <p:grpSp>
        <p:nvGrpSpPr>
          <p:cNvPr id="1414" name="Group 1413">
            <a:extLst>
              <a:ext uri="{FF2B5EF4-FFF2-40B4-BE49-F238E27FC236}">
                <a16:creationId xmlns:a16="http://schemas.microsoft.com/office/drawing/2014/main" id="{9DDBC1F7-58A8-497C-7C0D-223874B7245A}"/>
              </a:ext>
            </a:extLst>
          </p:cNvPr>
          <p:cNvGrpSpPr/>
          <p:nvPr/>
        </p:nvGrpSpPr>
        <p:grpSpPr>
          <a:xfrm>
            <a:off x="5252460" y="2442540"/>
            <a:ext cx="939240" cy="173520"/>
            <a:chOff x="5252460" y="2442540"/>
            <a:chExt cx="939240" cy="173520"/>
          </a:xfrm>
        </p:grpSpPr>
        <mc:AlternateContent xmlns:mc="http://schemas.openxmlformats.org/markup-compatibility/2006">
          <mc:Choice xmlns:p14="http://schemas.microsoft.com/office/powerpoint/2010/main" Requires="p14">
            <p:contentPart p14:bwMode="auto" r:id="rId49">
              <p14:nvContentPartPr>
                <p14:cNvPr id="23" name="Ink 22">
                  <a:extLst>
                    <a:ext uri="{FF2B5EF4-FFF2-40B4-BE49-F238E27FC236}">
                      <a16:creationId xmlns:a16="http://schemas.microsoft.com/office/drawing/2014/main" id="{7712C2D0-0E9A-08B5-CD49-23D17BDFB2FA}"/>
                    </a:ext>
                  </a:extLst>
                </p14:cNvPr>
                <p14:cNvContentPartPr/>
                <p14:nvPr/>
              </p14:nvContentPartPr>
              <p14:xfrm>
                <a:off x="5252460" y="2584420"/>
                <a:ext cx="11880" cy="6120"/>
              </p14:xfrm>
            </p:contentPart>
          </mc:Choice>
          <mc:Fallback>
            <p:pic>
              <p:nvPicPr>
                <p:cNvPr id="23" name="Ink 22">
                  <a:extLst>
                    <a:ext uri="{FF2B5EF4-FFF2-40B4-BE49-F238E27FC236}">
                      <a16:creationId xmlns:a16="http://schemas.microsoft.com/office/drawing/2014/main" id="{7712C2D0-0E9A-08B5-CD49-23D17BDFB2FA}"/>
                    </a:ext>
                  </a:extLst>
                </p:cNvPr>
                <p:cNvPicPr/>
                <p:nvPr/>
              </p:nvPicPr>
              <p:blipFill>
                <a:blip r:embed="rId50"/>
                <a:stretch>
                  <a:fillRect/>
                </a:stretch>
              </p:blipFill>
              <p:spPr>
                <a:xfrm>
                  <a:off x="5243820" y="2575420"/>
                  <a:ext cx="2952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4" name="Ink 23">
                  <a:extLst>
                    <a:ext uri="{FF2B5EF4-FFF2-40B4-BE49-F238E27FC236}">
                      <a16:creationId xmlns:a16="http://schemas.microsoft.com/office/drawing/2014/main" id="{88F56587-9887-1289-29C1-E5067F1CD7D5}"/>
                    </a:ext>
                  </a:extLst>
                </p14:cNvPr>
                <p14:cNvContentPartPr/>
                <p14:nvPr/>
              </p14:nvContentPartPr>
              <p14:xfrm>
                <a:off x="5404020" y="2597020"/>
                <a:ext cx="1440" cy="360"/>
              </p14:xfrm>
            </p:contentPart>
          </mc:Choice>
          <mc:Fallback>
            <p:pic>
              <p:nvPicPr>
                <p:cNvPr id="24" name="Ink 23">
                  <a:extLst>
                    <a:ext uri="{FF2B5EF4-FFF2-40B4-BE49-F238E27FC236}">
                      <a16:creationId xmlns:a16="http://schemas.microsoft.com/office/drawing/2014/main" id="{88F56587-9887-1289-29C1-E5067F1CD7D5}"/>
                    </a:ext>
                  </a:extLst>
                </p:cNvPr>
                <p:cNvPicPr/>
                <p:nvPr/>
              </p:nvPicPr>
              <p:blipFill>
                <a:blip r:embed="rId52"/>
                <a:stretch>
                  <a:fillRect/>
                </a:stretch>
              </p:blipFill>
              <p:spPr>
                <a:xfrm>
                  <a:off x="5395020" y="2588020"/>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25" name="Ink 24">
                  <a:extLst>
                    <a:ext uri="{FF2B5EF4-FFF2-40B4-BE49-F238E27FC236}">
                      <a16:creationId xmlns:a16="http://schemas.microsoft.com/office/drawing/2014/main" id="{E03F837E-F0D2-980F-387E-879DF193DA4F}"/>
                    </a:ext>
                  </a:extLst>
                </p14:cNvPr>
                <p14:cNvContentPartPr/>
                <p14:nvPr/>
              </p14:nvContentPartPr>
              <p14:xfrm>
                <a:off x="5511660" y="2603500"/>
                <a:ext cx="1440" cy="360"/>
              </p14:xfrm>
            </p:contentPart>
          </mc:Choice>
          <mc:Fallback>
            <p:pic>
              <p:nvPicPr>
                <p:cNvPr id="25" name="Ink 24">
                  <a:extLst>
                    <a:ext uri="{FF2B5EF4-FFF2-40B4-BE49-F238E27FC236}">
                      <a16:creationId xmlns:a16="http://schemas.microsoft.com/office/drawing/2014/main" id="{E03F837E-F0D2-980F-387E-879DF193DA4F}"/>
                    </a:ext>
                  </a:extLst>
                </p:cNvPr>
                <p:cNvPicPr/>
                <p:nvPr/>
              </p:nvPicPr>
              <p:blipFill>
                <a:blip r:embed="rId32"/>
                <a:stretch>
                  <a:fillRect/>
                </a:stretch>
              </p:blipFill>
              <p:spPr>
                <a:xfrm>
                  <a:off x="5502660" y="2594500"/>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408" name="Ink 1407">
                  <a:extLst>
                    <a:ext uri="{FF2B5EF4-FFF2-40B4-BE49-F238E27FC236}">
                      <a16:creationId xmlns:a16="http://schemas.microsoft.com/office/drawing/2014/main" id="{E4F4B576-D3DA-7852-9778-B8D01D27532E}"/>
                    </a:ext>
                  </a:extLst>
                </p14:cNvPr>
                <p14:cNvContentPartPr/>
                <p14:nvPr/>
              </p14:nvContentPartPr>
              <p14:xfrm>
                <a:off x="5591220" y="2442540"/>
                <a:ext cx="105840" cy="173520"/>
              </p14:xfrm>
            </p:contentPart>
          </mc:Choice>
          <mc:Fallback>
            <p:pic>
              <p:nvPicPr>
                <p:cNvPr id="1408" name="Ink 1407">
                  <a:extLst>
                    <a:ext uri="{FF2B5EF4-FFF2-40B4-BE49-F238E27FC236}">
                      <a16:creationId xmlns:a16="http://schemas.microsoft.com/office/drawing/2014/main" id="{E4F4B576-D3DA-7852-9778-B8D01D27532E}"/>
                    </a:ext>
                  </a:extLst>
                </p:cNvPr>
                <p:cNvPicPr/>
                <p:nvPr/>
              </p:nvPicPr>
              <p:blipFill>
                <a:blip r:embed="rId55"/>
                <a:stretch>
                  <a:fillRect/>
                </a:stretch>
              </p:blipFill>
              <p:spPr>
                <a:xfrm>
                  <a:off x="5582220" y="2433900"/>
                  <a:ext cx="12348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409" name="Ink 1408">
                  <a:extLst>
                    <a:ext uri="{FF2B5EF4-FFF2-40B4-BE49-F238E27FC236}">
                      <a16:creationId xmlns:a16="http://schemas.microsoft.com/office/drawing/2014/main" id="{7D81B1A1-959F-CAC7-2FE1-46838CAA39A8}"/>
                    </a:ext>
                  </a:extLst>
                </p14:cNvPr>
                <p14:cNvContentPartPr/>
                <p14:nvPr/>
              </p14:nvContentPartPr>
              <p14:xfrm>
                <a:off x="5715060" y="2495820"/>
                <a:ext cx="101520" cy="92880"/>
              </p14:xfrm>
            </p:contentPart>
          </mc:Choice>
          <mc:Fallback>
            <p:pic>
              <p:nvPicPr>
                <p:cNvPr id="1409" name="Ink 1408">
                  <a:extLst>
                    <a:ext uri="{FF2B5EF4-FFF2-40B4-BE49-F238E27FC236}">
                      <a16:creationId xmlns:a16="http://schemas.microsoft.com/office/drawing/2014/main" id="{7D81B1A1-959F-CAC7-2FE1-46838CAA39A8}"/>
                    </a:ext>
                  </a:extLst>
                </p:cNvPr>
                <p:cNvPicPr/>
                <p:nvPr/>
              </p:nvPicPr>
              <p:blipFill>
                <a:blip r:embed="rId57"/>
                <a:stretch>
                  <a:fillRect/>
                </a:stretch>
              </p:blipFill>
              <p:spPr>
                <a:xfrm>
                  <a:off x="5706060" y="2487180"/>
                  <a:ext cx="11916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410" name="Ink 1409">
                  <a:extLst>
                    <a:ext uri="{FF2B5EF4-FFF2-40B4-BE49-F238E27FC236}">
                      <a16:creationId xmlns:a16="http://schemas.microsoft.com/office/drawing/2014/main" id="{2CE5C2A0-4A13-0723-9D7E-19B31794CECF}"/>
                    </a:ext>
                  </a:extLst>
                </p14:cNvPr>
                <p14:cNvContentPartPr/>
                <p14:nvPr/>
              </p14:nvContentPartPr>
              <p14:xfrm>
                <a:off x="5905500" y="2546220"/>
                <a:ext cx="360" cy="360"/>
              </p14:xfrm>
            </p:contentPart>
          </mc:Choice>
          <mc:Fallback>
            <p:pic>
              <p:nvPicPr>
                <p:cNvPr id="1410" name="Ink 1409">
                  <a:extLst>
                    <a:ext uri="{FF2B5EF4-FFF2-40B4-BE49-F238E27FC236}">
                      <a16:creationId xmlns:a16="http://schemas.microsoft.com/office/drawing/2014/main" id="{2CE5C2A0-4A13-0723-9D7E-19B31794CECF}"/>
                    </a:ext>
                  </a:extLst>
                </p:cNvPr>
                <p:cNvPicPr/>
                <p:nvPr/>
              </p:nvPicPr>
              <p:blipFill>
                <a:blip r:embed="rId32"/>
                <a:stretch>
                  <a:fillRect/>
                </a:stretch>
              </p:blipFill>
              <p:spPr>
                <a:xfrm>
                  <a:off x="5896500" y="253722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1411" name="Ink 1410">
                  <a:extLst>
                    <a:ext uri="{FF2B5EF4-FFF2-40B4-BE49-F238E27FC236}">
                      <a16:creationId xmlns:a16="http://schemas.microsoft.com/office/drawing/2014/main" id="{2171C2D4-715D-0C49-4794-DB4B4784E1AA}"/>
                    </a:ext>
                  </a:extLst>
                </p14:cNvPr>
                <p14:cNvContentPartPr/>
                <p14:nvPr/>
              </p14:nvContentPartPr>
              <p14:xfrm>
                <a:off x="5978940" y="2551620"/>
                <a:ext cx="2880" cy="1440"/>
              </p14:xfrm>
            </p:contentPart>
          </mc:Choice>
          <mc:Fallback>
            <p:pic>
              <p:nvPicPr>
                <p:cNvPr id="1411" name="Ink 1410">
                  <a:extLst>
                    <a:ext uri="{FF2B5EF4-FFF2-40B4-BE49-F238E27FC236}">
                      <a16:creationId xmlns:a16="http://schemas.microsoft.com/office/drawing/2014/main" id="{2171C2D4-715D-0C49-4794-DB4B4784E1AA}"/>
                    </a:ext>
                  </a:extLst>
                </p:cNvPr>
                <p:cNvPicPr/>
                <p:nvPr/>
              </p:nvPicPr>
              <p:blipFill>
                <a:blip r:embed="rId32"/>
                <a:stretch>
                  <a:fillRect/>
                </a:stretch>
              </p:blipFill>
              <p:spPr>
                <a:xfrm>
                  <a:off x="5970300" y="2542620"/>
                  <a:ext cx="205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412" name="Ink 1411">
                  <a:extLst>
                    <a:ext uri="{FF2B5EF4-FFF2-40B4-BE49-F238E27FC236}">
                      <a16:creationId xmlns:a16="http://schemas.microsoft.com/office/drawing/2014/main" id="{06B7EBDD-FFF6-6554-A76C-778DC396A41E}"/>
                    </a:ext>
                  </a:extLst>
                </p14:cNvPr>
                <p14:cNvContentPartPr/>
                <p14:nvPr/>
              </p14:nvContentPartPr>
              <p14:xfrm>
                <a:off x="6076860" y="2539020"/>
                <a:ext cx="2880" cy="1440"/>
              </p14:xfrm>
            </p:contentPart>
          </mc:Choice>
          <mc:Fallback>
            <p:pic>
              <p:nvPicPr>
                <p:cNvPr id="1412" name="Ink 1411">
                  <a:extLst>
                    <a:ext uri="{FF2B5EF4-FFF2-40B4-BE49-F238E27FC236}">
                      <a16:creationId xmlns:a16="http://schemas.microsoft.com/office/drawing/2014/main" id="{06B7EBDD-FFF6-6554-A76C-778DC396A41E}"/>
                    </a:ext>
                  </a:extLst>
                </p:cNvPr>
                <p:cNvPicPr/>
                <p:nvPr/>
              </p:nvPicPr>
              <p:blipFill>
                <a:blip r:embed="rId61"/>
                <a:stretch>
                  <a:fillRect/>
                </a:stretch>
              </p:blipFill>
              <p:spPr>
                <a:xfrm>
                  <a:off x="6067860" y="2530020"/>
                  <a:ext cx="205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413" name="Ink 1412">
                  <a:extLst>
                    <a:ext uri="{FF2B5EF4-FFF2-40B4-BE49-F238E27FC236}">
                      <a16:creationId xmlns:a16="http://schemas.microsoft.com/office/drawing/2014/main" id="{545282B1-3A52-850A-EBFD-E4C46BBDA236}"/>
                    </a:ext>
                  </a:extLst>
                </p14:cNvPr>
                <p14:cNvContentPartPr/>
                <p14:nvPr/>
              </p14:nvContentPartPr>
              <p14:xfrm>
                <a:off x="6191340" y="2527140"/>
                <a:ext cx="360" cy="1440"/>
              </p14:xfrm>
            </p:contentPart>
          </mc:Choice>
          <mc:Fallback>
            <p:pic>
              <p:nvPicPr>
                <p:cNvPr id="1413" name="Ink 1412">
                  <a:extLst>
                    <a:ext uri="{FF2B5EF4-FFF2-40B4-BE49-F238E27FC236}">
                      <a16:creationId xmlns:a16="http://schemas.microsoft.com/office/drawing/2014/main" id="{545282B1-3A52-850A-EBFD-E4C46BBDA236}"/>
                    </a:ext>
                  </a:extLst>
                </p:cNvPr>
                <p:cNvPicPr/>
                <p:nvPr/>
              </p:nvPicPr>
              <p:blipFill>
                <a:blip r:embed="rId32"/>
                <a:stretch>
                  <a:fillRect/>
                </a:stretch>
              </p:blipFill>
              <p:spPr>
                <a:xfrm>
                  <a:off x="6182340" y="2518140"/>
                  <a:ext cx="18000" cy="1908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3"/>
        <p:cNvGrpSpPr/>
        <p:nvPr/>
      </p:nvGrpSpPr>
      <p:grpSpPr>
        <a:xfrm>
          <a:off x="0" y="0"/>
          <a:ext cx="0" cy="0"/>
          <a:chOff x="0" y="0"/>
          <a:chExt cx="0" cy="0"/>
        </a:xfrm>
      </p:grpSpPr>
      <p:sp>
        <p:nvSpPr>
          <p:cNvPr id="1444" name="Google Shape;1444;p66"/>
          <p:cNvSpPr txBox="1">
            <a:spLocks noGrp="1"/>
          </p:cNvSpPr>
          <p:nvPr>
            <p:ph type="title"/>
          </p:nvPr>
        </p:nvSpPr>
        <p:spPr>
          <a:xfrm>
            <a:off x="193610" y="138229"/>
            <a:ext cx="9421946" cy="5282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ct val="100000"/>
              <a:buFont typeface="Corben"/>
              <a:buNone/>
            </a:pPr>
            <a:r>
              <a:rPr lang="en-US" sz="3600" dirty="0">
                <a:solidFill>
                  <a:srgbClr val="FFC000"/>
                </a:solidFill>
                <a:latin typeface="Cooper Black" panose="0208090404030B020404" pitchFamily="18" charset="0"/>
                <a:ea typeface="Corben"/>
                <a:cs typeface="Corben"/>
                <a:sym typeface="Corben"/>
              </a:rPr>
              <a:t>Annotation Documentation</a:t>
            </a:r>
            <a:endParaRPr sz="3600" dirty="0">
              <a:solidFill>
                <a:srgbClr val="FFC000"/>
              </a:solidFill>
              <a:latin typeface="Cooper Black" panose="0208090404030B020404" pitchFamily="18" charset="0"/>
              <a:ea typeface="Corben"/>
              <a:cs typeface="Corben"/>
              <a:sym typeface="Corben"/>
            </a:endParaRPr>
          </a:p>
        </p:txBody>
      </p:sp>
      <p:sp>
        <p:nvSpPr>
          <p:cNvPr id="1448" name="Google Shape;1448;p66"/>
          <p:cNvSpPr txBox="1"/>
          <p:nvPr/>
        </p:nvSpPr>
        <p:spPr>
          <a:xfrm>
            <a:off x="323766" y="781740"/>
            <a:ext cx="11503204" cy="44005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99" u="sng" dirty="0">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https://help.sap.com/doc/saphelp_nw75/7.5.5/en-US/63/0ce9b386b84e80bfade96779fbaeec/content.htm?no_cache=true</a:t>
            </a: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2399" u="sng" dirty="0">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https://ui5.sap.com/#/topic/1cf5c7f5b81c4cb3ba98fd14314d4504</a:t>
            </a: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@UI.SelectionField – Create filter fields on screen 1 (List Report)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@UI.LineItem – Create Columns on first Screen (Table area on list report)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@UI.HeaderInfo – Provide title to the table and arrange header for the object page (second screen)</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@UI.Facets – To create tabs on the object page</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@UI.Identification – can only be one, Configure default fields on object page (inside facet)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@UI.FieldGroup – To create field groups (group of fields) in a block with label and text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@UI.datapoint – to create a single value to be displayed in a chart or on top of page</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@UI.Chart – to create a chart with a particular chart type</a:t>
            </a:r>
            <a:endParaRPr dirty="0"/>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241FB9-7409-C5F5-4028-B2CD38FE60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Title 2">
            <a:extLst>
              <a:ext uri="{FF2B5EF4-FFF2-40B4-BE49-F238E27FC236}">
                <a16:creationId xmlns:a16="http://schemas.microsoft.com/office/drawing/2014/main" id="{C16273F5-3F18-1C9A-A261-CB380F8261BD}"/>
              </a:ext>
            </a:extLst>
          </p:cNvPr>
          <p:cNvSpPr>
            <a:spLocks noGrp="1"/>
          </p:cNvSpPr>
          <p:nvPr>
            <p:ph type="title"/>
          </p:nvPr>
        </p:nvSpPr>
        <p:spPr/>
        <p:txBody>
          <a:bodyPr/>
          <a:lstStyle/>
          <a:p>
            <a:endParaRPr lang="en-IN"/>
          </a:p>
        </p:txBody>
      </p:sp>
      <p:grpSp>
        <p:nvGrpSpPr>
          <p:cNvPr id="162" name="Group 161">
            <a:extLst>
              <a:ext uri="{FF2B5EF4-FFF2-40B4-BE49-F238E27FC236}">
                <a16:creationId xmlns:a16="http://schemas.microsoft.com/office/drawing/2014/main" id="{DA8581BC-4192-37AA-92E5-BA7A7EF80906}"/>
              </a:ext>
            </a:extLst>
          </p:cNvPr>
          <p:cNvGrpSpPr/>
          <p:nvPr/>
        </p:nvGrpSpPr>
        <p:grpSpPr>
          <a:xfrm>
            <a:off x="9787740" y="2273340"/>
            <a:ext cx="2156760" cy="914400"/>
            <a:chOff x="9787740" y="2273340"/>
            <a:chExt cx="2156760" cy="914400"/>
          </a:xfrm>
        </p:grpSpPr>
        <mc:AlternateContent xmlns:mc="http://schemas.openxmlformats.org/markup-compatibility/2006">
          <mc:Choice xmlns:p14="http://schemas.microsoft.com/office/powerpoint/2010/main" Requires="p14">
            <p:contentPart p14:bwMode="auto" r:id="rId2">
              <p14:nvContentPartPr>
                <p14:cNvPr id="129" name="Ink 128">
                  <a:extLst>
                    <a:ext uri="{FF2B5EF4-FFF2-40B4-BE49-F238E27FC236}">
                      <a16:creationId xmlns:a16="http://schemas.microsoft.com/office/drawing/2014/main" id="{BF4E933D-BAE0-2E49-6F33-D588CCDF4F77}"/>
                    </a:ext>
                  </a:extLst>
                </p14:cNvPr>
                <p14:cNvContentPartPr/>
                <p14:nvPr/>
              </p14:nvContentPartPr>
              <p14:xfrm>
                <a:off x="10040460" y="2385300"/>
                <a:ext cx="213840" cy="257040"/>
              </p14:xfrm>
            </p:contentPart>
          </mc:Choice>
          <mc:Fallback>
            <p:pic>
              <p:nvPicPr>
                <p:cNvPr id="129" name="Ink 128">
                  <a:extLst>
                    <a:ext uri="{FF2B5EF4-FFF2-40B4-BE49-F238E27FC236}">
                      <a16:creationId xmlns:a16="http://schemas.microsoft.com/office/drawing/2014/main" id="{BF4E933D-BAE0-2E49-6F33-D588CCDF4F77}"/>
                    </a:ext>
                  </a:extLst>
                </p:cNvPr>
                <p:cNvPicPr/>
                <p:nvPr/>
              </p:nvPicPr>
              <p:blipFill>
                <a:blip r:embed="rId3"/>
                <a:stretch>
                  <a:fillRect/>
                </a:stretch>
              </p:blipFill>
              <p:spPr>
                <a:xfrm>
                  <a:off x="10031460" y="2376300"/>
                  <a:ext cx="23148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30" name="Ink 129">
                  <a:extLst>
                    <a:ext uri="{FF2B5EF4-FFF2-40B4-BE49-F238E27FC236}">
                      <a16:creationId xmlns:a16="http://schemas.microsoft.com/office/drawing/2014/main" id="{EC2A6A3B-BF44-B31F-4FDA-A25DFA2EB564}"/>
                    </a:ext>
                  </a:extLst>
                </p14:cNvPr>
                <p14:cNvContentPartPr/>
                <p14:nvPr/>
              </p14:nvContentPartPr>
              <p14:xfrm>
                <a:off x="10423500" y="2440740"/>
                <a:ext cx="197640" cy="199080"/>
              </p14:xfrm>
            </p:contentPart>
          </mc:Choice>
          <mc:Fallback>
            <p:pic>
              <p:nvPicPr>
                <p:cNvPr id="130" name="Ink 129">
                  <a:extLst>
                    <a:ext uri="{FF2B5EF4-FFF2-40B4-BE49-F238E27FC236}">
                      <a16:creationId xmlns:a16="http://schemas.microsoft.com/office/drawing/2014/main" id="{EC2A6A3B-BF44-B31F-4FDA-A25DFA2EB564}"/>
                    </a:ext>
                  </a:extLst>
                </p:cNvPr>
                <p:cNvPicPr/>
                <p:nvPr/>
              </p:nvPicPr>
              <p:blipFill>
                <a:blip r:embed="rId5"/>
                <a:stretch>
                  <a:fillRect/>
                </a:stretch>
              </p:blipFill>
              <p:spPr>
                <a:xfrm>
                  <a:off x="10414860" y="2432100"/>
                  <a:ext cx="21528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1" name="Ink 130">
                  <a:extLst>
                    <a:ext uri="{FF2B5EF4-FFF2-40B4-BE49-F238E27FC236}">
                      <a16:creationId xmlns:a16="http://schemas.microsoft.com/office/drawing/2014/main" id="{B3D7DE72-1BC6-2EB2-5280-282C8404D2D7}"/>
                    </a:ext>
                  </a:extLst>
                </p14:cNvPr>
                <p14:cNvContentPartPr/>
                <p14:nvPr/>
              </p14:nvContentPartPr>
              <p14:xfrm>
                <a:off x="10725540" y="2373060"/>
                <a:ext cx="130320" cy="244800"/>
              </p14:xfrm>
            </p:contentPart>
          </mc:Choice>
          <mc:Fallback>
            <p:pic>
              <p:nvPicPr>
                <p:cNvPr id="131" name="Ink 130">
                  <a:extLst>
                    <a:ext uri="{FF2B5EF4-FFF2-40B4-BE49-F238E27FC236}">
                      <a16:creationId xmlns:a16="http://schemas.microsoft.com/office/drawing/2014/main" id="{B3D7DE72-1BC6-2EB2-5280-282C8404D2D7}"/>
                    </a:ext>
                  </a:extLst>
                </p:cNvPr>
                <p:cNvPicPr/>
                <p:nvPr/>
              </p:nvPicPr>
              <p:blipFill>
                <a:blip r:embed="rId7"/>
                <a:stretch>
                  <a:fillRect/>
                </a:stretch>
              </p:blipFill>
              <p:spPr>
                <a:xfrm>
                  <a:off x="10716900" y="2364060"/>
                  <a:ext cx="14796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2" name="Ink 131">
                  <a:extLst>
                    <a:ext uri="{FF2B5EF4-FFF2-40B4-BE49-F238E27FC236}">
                      <a16:creationId xmlns:a16="http://schemas.microsoft.com/office/drawing/2014/main" id="{2AD97B19-81B6-3C48-42EA-94D129BE7C69}"/>
                    </a:ext>
                  </a:extLst>
                </p14:cNvPr>
                <p14:cNvContentPartPr/>
                <p14:nvPr/>
              </p14:nvContentPartPr>
              <p14:xfrm>
                <a:off x="10756500" y="2495460"/>
                <a:ext cx="145800" cy="38520"/>
              </p14:xfrm>
            </p:contentPart>
          </mc:Choice>
          <mc:Fallback>
            <p:pic>
              <p:nvPicPr>
                <p:cNvPr id="132" name="Ink 131">
                  <a:extLst>
                    <a:ext uri="{FF2B5EF4-FFF2-40B4-BE49-F238E27FC236}">
                      <a16:creationId xmlns:a16="http://schemas.microsoft.com/office/drawing/2014/main" id="{2AD97B19-81B6-3C48-42EA-94D129BE7C69}"/>
                    </a:ext>
                  </a:extLst>
                </p:cNvPr>
                <p:cNvPicPr/>
                <p:nvPr/>
              </p:nvPicPr>
              <p:blipFill>
                <a:blip r:embed="rId9"/>
                <a:stretch>
                  <a:fillRect/>
                </a:stretch>
              </p:blipFill>
              <p:spPr>
                <a:xfrm>
                  <a:off x="10747860" y="2486820"/>
                  <a:ext cx="16344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4" name="Ink 133">
                  <a:extLst>
                    <a:ext uri="{FF2B5EF4-FFF2-40B4-BE49-F238E27FC236}">
                      <a16:creationId xmlns:a16="http://schemas.microsoft.com/office/drawing/2014/main" id="{D289047C-A65E-8556-3048-ADDD1E2028A7}"/>
                    </a:ext>
                  </a:extLst>
                </p14:cNvPr>
                <p14:cNvContentPartPr/>
                <p14:nvPr/>
              </p14:nvContentPartPr>
              <p14:xfrm>
                <a:off x="10362300" y="2839620"/>
                <a:ext cx="154080" cy="207720"/>
              </p14:xfrm>
            </p:contentPart>
          </mc:Choice>
          <mc:Fallback>
            <p:pic>
              <p:nvPicPr>
                <p:cNvPr id="134" name="Ink 133">
                  <a:extLst>
                    <a:ext uri="{FF2B5EF4-FFF2-40B4-BE49-F238E27FC236}">
                      <a16:creationId xmlns:a16="http://schemas.microsoft.com/office/drawing/2014/main" id="{D289047C-A65E-8556-3048-ADDD1E2028A7}"/>
                    </a:ext>
                  </a:extLst>
                </p:cNvPr>
                <p:cNvPicPr/>
                <p:nvPr/>
              </p:nvPicPr>
              <p:blipFill>
                <a:blip r:embed="rId11"/>
                <a:stretch>
                  <a:fillRect/>
                </a:stretch>
              </p:blipFill>
              <p:spPr>
                <a:xfrm>
                  <a:off x="10353660" y="2830980"/>
                  <a:ext cx="1717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5" name="Ink 134">
                  <a:extLst>
                    <a:ext uri="{FF2B5EF4-FFF2-40B4-BE49-F238E27FC236}">
                      <a16:creationId xmlns:a16="http://schemas.microsoft.com/office/drawing/2014/main" id="{896D4807-6FD3-1E11-F02A-9EA3A0868DFD}"/>
                    </a:ext>
                  </a:extLst>
                </p14:cNvPr>
                <p14:cNvContentPartPr/>
                <p14:nvPr/>
              </p14:nvContentPartPr>
              <p14:xfrm>
                <a:off x="10574340" y="2913060"/>
                <a:ext cx="189000" cy="154080"/>
              </p14:xfrm>
            </p:contentPart>
          </mc:Choice>
          <mc:Fallback>
            <p:pic>
              <p:nvPicPr>
                <p:cNvPr id="135" name="Ink 134">
                  <a:extLst>
                    <a:ext uri="{FF2B5EF4-FFF2-40B4-BE49-F238E27FC236}">
                      <a16:creationId xmlns:a16="http://schemas.microsoft.com/office/drawing/2014/main" id="{896D4807-6FD3-1E11-F02A-9EA3A0868DFD}"/>
                    </a:ext>
                  </a:extLst>
                </p:cNvPr>
                <p:cNvPicPr/>
                <p:nvPr/>
              </p:nvPicPr>
              <p:blipFill>
                <a:blip r:embed="rId13"/>
                <a:stretch>
                  <a:fillRect/>
                </a:stretch>
              </p:blipFill>
              <p:spPr>
                <a:xfrm>
                  <a:off x="10565340" y="2904420"/>
                  <a:ext cx="2066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6" name="Ink 135">
                  <a:extLst>
                    <a:ext uri="{FF2B5EF4-FFF2-40B4-BE49-F238E27FC236}">
                      <a16:creationId xmlns:a16="http://schemas.microsoft.com/office/drawing/2014/main" id="{CB665AC9-3A4E-C243-6953-1549883178A4}"/>
                    </a:ext>
                  </a:extLst>
                </p14:cNvPr>
                <p14:cNvContentPartPr/>
                <p14:nvPr/>
              </p14:nvContentPartPr>
              <p14:xfrm>
                <a:off x="10788180" y="2874180"/>
                <a:ext cx="23040" cy="158400"/>
              </p14:xfrm>
            </p:contentPart>
          </mc:Choice>
          <mc:Fallback>
            <p:pic>
              <p:nvPicPr>
                <p:cNvPr id="136" name="Ink 135">
                  <a:extLst>
                    <a:ext uri="{FF2B5EF4-FFF2-40B4-BE49-F238E27FC236}">
                      <a16:creationId xmlns:a16="http://schemas.microsoft.com/office/drawing/2014/main" id="{CB665AC9-3A4E-C243-6953-1549883178A4}"/>
                    </a:ext>
                  </a:extLst>
                </p:cNvPr>
                <p:cNvPicPr/>
                <p:nvPr/>
              </p:nvPicPr>
              <p:blipFill>
                <a:blip r:embed="rId15"/>
                <a:stretch>
                  <a:fillRect/>
                </a:stretch>
              </p:blipFill>
              <p:spPr>
                <a:xfrm>
                  <a:off x="10779540" y="2865540"/>
                  <a:ext cx="4068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7" name="Ink 136">
                  <a:extLst>
                    <a:ext uri="{FF2B5EF4-FFF2-40B4-BE49-F238E27FC236}">
                      <a16:creationId xmlns:a16="http://schemas.microsoft.com/office/drawing/2014/main" id="{5C395717-6AA7-6EAC-3B5D-DCF885F0827B}"/>
                    </a:ext>
                  </a:extLst>
                </p14:cNvPr>
                <p14:cNvContentPartPr/>
                <p14:nvPr/>
              </p14:nvContentPartPr>
              <p14:xfrm>
                <a:off x="10801140" y="2933220"/>
                <a:ext cx="185400" cy="127440"/>
              </p14:xfrm>
            </p:contentPart>
          </mc:Choice>
          <mc:Fallback>
            <p:pic>
              <p:nvPicPr>
                <p:cNvPr id="137" name="Ink 136">
                  <a:extLst>
                    <a:ext uri="{FF2B5EF4-FFF2-40B4-BE49-F238E27FC236}">
                      <a16:creationId xmlns:a16="http://schemas.microsoft.com/office/drawing/2014/main" id="{5C395717-6AA7-6EAC-3B5D-DCF885F0827B}"/>
                    </a:ext>
                  </a:extLst>
                </p:cNvPr>
                <p:cNvPicPr/>
                <p:nvPr/>
              </p:nvPicPr>
              <p:blipFill>
                <a:blip r:embed="rId17"/>
                <a:stretch>
                  <a:fillRect/>
                </a:stretch>
              </p:blipFill>
              <p:spPr>
                <a:xfrm>
                  <a:off x="10792140" y="2924220"/>
                  <a:ext cx="2030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8" name="Ink 137">
                  <a:extLst>
                    <a:ext uri="{FF2B5EF4-FFF2-40B4-BE49-F238E27FC236}">
                      <a16:creationId xmlns:a16="http://schemas.microsoft.com/office/drawing/2014/main" id="{97D61300-0F5A-6660-6A7D-AE70D91B5DF3}"/>
                    </a:ext>
                  </a:extLst>
                </p14:cNvPr>
                <p14:cNvContentPartPr/>
                <p14:nvPr/>
              </p14:nvContentPartPr>
              <p14:xfrm>
                <a:off x="11112900" y="2851500"/>
                <a:ext cx="288000" cy="216000"/>
              </p14:xfrm>
            </p:contentPart>
          </mc:Choice>
          <mc:Fallback>
            <p:pic>
              <p:nvPicPr>
                <p:cNvPr id="138" name="Ink 137">
                  <a:extLst>
                    <a:ext uri="{FF2B5EF4-FFF2-40B4-BE49-F238E27FC236}">
                      <a16:creationId xmlns:a16="http://schemas.microsoft.com/office/drawing/2014/main" id="{97D61300-0F5A-6660-6A7D-AE70D91B5DF3}"/>
                    </a:ext>
                  </a:extLst>
                </p:cNvPr>
                <p:cNvPicPr/>
                <p:nvPr/>
              </p:nvPicPr>
              <p:blipFill>
                <a:blip r:embed="rId19"/>
                <a:stretch>
                  <a:fillRect/>
                </a:stretch>
              </p:blipFill>
              <p:spPr>
                <a:xfrm>
                  <a:off x="11103900" y="2842860"/>
                  <a:ext cx="30564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9" name="Ink 138">
                  <a:extLst>
                    <a:ext uri="{FF2B5EF4-FFF2-40B4-BE49-F238E27FC236}">
                      <a16:creationId xmlns:a16="http://schemas.microsoft.com/office/drawing/2014/main" id="{8E0B4A46-51CE-3ED9-377A-ECA2D2E6CDA1}"/>
                    </a:ext>
                  </a:extLst>
                </p14:cNvPr>
                <p14:cNvContentPartPr/>
                <p14:nvPr/>
              </p14:nvContentPartPr>
              <p14:xfrm>
                <a:off x="11443020" y="2927100"/>
                <a:ext cx="103680" cy="124560"/>
              </p14:xfrm>
            </p:contentPart>
          </mc:Choice>
          <mc:Fallback>
            <p:pic>
              <p:nvPicPr>
                <p:cNvPr id="139" name="Ink 138">
                  <a:extLst>
                    <a:ext uri="{FF2B5EF4-FFF2-40B4-BE49-F238E27FC236}">
                      <a16:creationId xmlns:a16="http://schemas.microsoft.com/office/drawing/2014/main" id="{8E0B4A46-51CE-3ED9-377A-ECA2D2E6CDA1}"/>
                    </a:ext>
                  </a:extLst>
                </p:cNvPr>
                <p:cNvPicPr/>
                <p:nvPr/>
              </p:nvPicPr>
              <p:blipFill>
                <a:blip r:embed="rId21"/>
                <a:stretch>
                  <a:fillRect/>
                </a:stretch>
              </p:blipFill>
              <p:spPr>
                <a:xfrm>
                  <a:off x="11434380" y="2918460"/>
                  <a:ext cx="12132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0" name="Ink 139">
                  <a:extLst>
                    <a:ext uri="{FF2B5EF4-FFF2-40B4-BE49-F238E27FC236}">
                      <a16:creationId xmlns:a16="http://schemas.microsoft.com/office/drawing/2014/main" id="{78A20DF0-76C6-70D7-40AA-4CF671E6D2FB}"/>
                    </a:ext>
                  </a:extLst>
                </p14:cNvPr>
                <p14:cNvContentPartPr/>
                <p14:nvPr/>
              </p14:nvContentPartPr>
              <p14:xfrm>
                <a:off x="11582340" y="2929980"/>
                <a:ext cx="204480" cy="257760"/>
              </p14:xfrm>
            </p:contentPart>
          </mc:Choice>
          <mc:Fallback>
            <p:pic>
              <p:nvPicPr>
                <p:cNvPr id="140" name="Ink 139">
                  <a:extLst>
                    <a:ext uri="{FF2B5EF4-FFF2-40B4-BE49-F238E27FC236}">
                      <a16:creationId xmlns:a16="http://schemas.microsoft.com/office/drawing/2014/main" id="{78A20DF0-76C6-70D7-40AA-4CF671E6D2FB}"/>
                    </a:ext>
                  </a:extLst>
                </p:cNvPr>
                <p:cNvPicPr/>
                <p:nvPr/>
              </p:nvPicPr>
              <p:blipFill>
                <a:blip r:embed="rId23"/>
                <a:stretch>
                  <a:fillRect/>
                </a:stretch>
              </p:blipFill>
              <p:spPr>
                <a:xfrm>
                  <a:off x="11573340" y="2920980"/>
                  <a:ext cx="22212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1" name="Ink 140">
                  <a:extLst>
                    <a:ext uri="{FF2B5EF4-FFF2-40B4-BE49-F238E27FC236}">
                      <a16:creationId xmlns:a16="http://schemas.microsoft.com/office/drawing/2014/main" id="{861C2679-E494-2017-68BB-4715818DBF2B}"/>
                    </a:ext>
                  </a:extLst>
                </p14:cNvPr>
                <p14:cNvContentPartPr/>
                <p14:nvPr/>
              </p14:nvContentPartPr>
              <p14:xfrm>
                <a:off x="11834340" y="2908020"/>
                <a:ext cx="110160" cy="121320"/>
              </p14:xfrm>
            </p:contentPart>
          </mc:Choice>
          <mc:Fallback>
            <p:pic>
              <p:nvPicPr>
                <p:cNvPr id="141" name="Ink 140">
                  <a:extLst>
                    <a:ext uri="{FF2B5EF4-FFF2-40B4-BE49-F238E27FC236}">
                      <a16:creationId xmlns:a16="http://schemas.microsoft.com/office/drawing/2014/main" id="{861C2679-E494-2017-68BB-4715818DBF2B}"/>
                    </a:ext>
                  </a:extLst>
                </p:cNvPr>
                <p:cNvPicPr/>
                <p:nvPr/>
              </p:nvPicPr>
              <p:blipFill>
                <a:blip r:embed="rId25"/>
                <a:stretch>
                  <a:fillRect/>
                </a:stretch>
              </p:blipFill>
              <p:spPr>
                <a:xfrm>
                  <a:off x="11825340" y="2899380"/>
                  <a:ext cx="12780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0" name="Ink 159">
                  <a:extLst>
                    <a:ext uri="{FF2B5EF4-FFF2-40B4-BE49-F238E27FC236}">
                      <a16:creationId xmlns:a16="http://schemas.microsoft.com/office/drawing/2014/main" id="{D6A21C1C-058E-2499-74EB-DB366F0190A0}"/>
                    </a:ext>
                  </a:extLst>
                </p14:cNvPr>
                <p14:cNvContentPartPr/>
                <p14:nvPr/>
              </p14:nvContentPartPr>
              <p14:xfrm>
                <a:off x="9787740" y="2330220"/>
                <a:ext cx="210960" cy="426960"/>
              </p14:xfrm>
            </p:contentPart>
          </mc:Choice>
          <mc:Fallback>
            <p:pic>
              <p:nvPicPr>
                <p:cNvPr id="160" name="Ink 159">
                  <a:extLst>
                    <a:ext uri="{FF2B5EF4-FFF2-40B4-BE49-F238E27FC236}">
                      <a16:creationId xmlns:a16="http://schemas.microsoft.com/office/drawing/2014/main" id="{D6A21C1C-058E-2499-74EB-DB366F0190A0}"/>
                    </a:ext>
                  </a:extLst>
                </p:cNvPr>
                <p:cNvPicPr/>
                <p:nvPr/>
              </p:nvPicPr>
              <p:blipFill>
                <a:blip r:embed="rId27"/>
                <a:stretch>
                  <a:fillRect/>
                </a:stretch>
              </p:blipFill>
              <p:spPr>
                <a:xfrm>
                  <a:off x="9779100" y="2321220"/>
                  <a:ext cx="228600" cy="444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1" name="Ink 160">
                  <a:extLst>
                    <a:ext uri="{FF2B5EF4-FFF2-40B4-BE49-F238E27FC236}">
                      <a16:creationId xmlns:a16="http://schemas.microsoft.com/office/drawing/2014/main" id="{51319530-81E8-24E8-DBC0-7C6A915CC252}"/>
                    </a:ext>
                  </a:extLst>
                </p14:cNvPr>
                <p14:cNvContentPartPr/>
                <p14:nvPr/>
              </p14:nvContentPartPr>
              <p14:xfrm>
                <a:off x="10966380" y="2273340"/>
                <a:ext cx="129240" cy="340560"/>
              </p14:xfrm>
            </p:contentPart>
          </mc:Choice>
          <mc:Fallback>
            <p:pic>
              <p:nvPicPr>
                <p:cNvPr id="161" name="Ink 160">
                  <a:extLst>
                    <a:ext uri="{FF2B5EF4-FFF2-40B4-BE49-F238E27FC236}">
                      <a16:creationId xmlns:a16="http://schemas.microsoft.com/office/drawing/2014/main" id="{51319530-81E8-24E8-DBC0-7C6A915CC252}"/>
                    </a:ext>
                  </a:extLst>
                </p:cNvPr>
                <p:cNvPicPr/>
                <p:nvPr/>
              </p:nvPicPr>
              <p:blipFill>
                <a:blip r:embed="rId29"/>
                <a:stretch>
                  <a:fillRect/>
                </a:stretch>
              </p:blipFill>
              <p:spPr>
                <a:xfrm>
                  <a:off x="10957380" y="2264340"/>
                  <a:ext cx="146880" cy="358200"/>
                </a:xfrm>
                <a:prstGeom prst="rect">
                  <a:avLst/>
                </a:prstGeom>
              </p:spPr>
            </p:pic>
          </mc:Fallback>
        </mc:AlternateContent>
      </p:grpSp>
      <p:grpSp>
        <p:nvGrpSpPr>
          <p:cNvPr id="182" name="Group 181">
            <a:extLst>
              <a:ext uri="{FF2B5EF4-FFF2-40B4-BE49-F238E27FC236}">
                <a16:creationId xmlns:a16="http://schemas.microsoft.com/office/drawing/2014/main" id="{F2391EDB-E5A5-EB3A-E520-5D0BE98F2A50}"/>
              </a:ext>
            </a:extLst>
          </p:cNvPr>
          <p:cNvGrpSpPr/>
          <p:nvPr/>
        </p:nvGrpSpPr>
        <p:grpSpPr>
          <a:xfrm>
            <a:off x="9784140" y="3562500"/>
            <a:ext cx="1470960" cy="258120"/>
            <a:chOff x="9784140" y="3562500"/>
            <a:chExt cx="1470960" cy="258120"/>
          </a:xfrm>
        </p:grpSpPr>
        <mc:AlternateContent xmlns:mc="http://schemas.openxmlformats.org/markup-compatibility/2006">
          <mc:Choice xmlns:p14="http://schemas.microsoft.com/office/powerpoint/2010/main" Requires="p14">
            <p:contentPart p14:bwMode="auto" r:id="rId30">
              <p14:nvContentPartPr>
                <p14:cNvPr id="176" name="Ink 175">
                  <a:extLst>
                    <a:ext uri="{FF2B5EF4-FFF2-40B4-BE49-F238E27FC236}">
                      <a16:creationId xmlns:a16="http://schemas.microsoft.com/office/drawing/2014/main" id="{31B2F738-C17C-C72A-076B-04B30E3525E9}"/>
                    </a:ext>
                  </a:extLst>
                </p14:cNvPr>
                <p14:cNvContentPartPr/>
                <p14:nvPr/>
              </p14:nvContentPartPr>
              <p14:xfrm>
                <a:off x="9784140" y="3569340"/>
                <a:ext cx="239400" cy="249120"/>
              </p14:xfrm>
            </p:contentPart>
          </mc:Choice>
          <mc:Fallback>
            <p:pic>
              <p:nvPicPr>
                <p:cNvPr id="176" name="Ink 175">
                  <a:extLst>
                    <a:ext uri="{FF2B5EF4-FFF2-40B4-BE49-F238E27FC236}">
                      <a16:creationId xmlns:a16="http://schemas.microsoft.com/office/drawing/2014/main" id="{31B2F738-C17C-C72A-076B-04B30E3525E9}"/>
                    </a:ext>
                  </a:extLst>
                </p:cNvPr>
                <p:cNvPicPr/>
                <p:nvPr/>
              </p:nvPicPr>
              <p:blipFill>
                <a:blip r:embed="rId31"/>
                <a:stretch>
                  <a:fillRect/>
                </a:stretch>
              </p:blipFill>
              <p:spPr>
                <a:xfrm>
                  <a:off x="9775500" y="3560700"/>
                  <a:ext cx="25704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7" name="Ink 176">
                  <a:extLst>
                    <a:ext uri="{FF2B5EF4-FFF2-40B4-BE49-F238E27FC236}">
                      <a16:creationId xmlns:a16="http://schemas.microsoft.com/office/drawing/2014/main" id="{EEB99421-B24B-6002-A543-9F5E5288A181}"/>
                    </a:ext>
                  </a:extLst>
                </p14:cNvPr>
                <p14:cNvContentPartPr/>
                <p14:nvPr/>
              </p14:nvContentPartPr>
              <p14:xfrm>
                <a:off x="10145940" y="3567900"/>
                <a:ext cx="171000" cy="229680"/>
              </p14:xfrm>
            </p:contentPart>
          </mc:Choice>
          <mc:Fallback>
            <p:pic>
              <p:nvPicPr>
                <p:cNvPr id="177" name="Ink 176">
                  <a:extLst>
                    <a:ext uri="{FF2B5EF4-FFF2-40B4-BE49-F238E27FC236}">
                      <a16:creationId xmlns:a16="http://schemas.microsoft.com/office/drawing/2014/main" id="{EEB99421-B24B-6002-A543-9F5E5288A181}"/>
                    </a:ext>
                  </a:extLst>
                </p:cNvPr>
                <p:cNvPicPr/>
                <p:nvPr/>
              </p:nvPicPr>
              <p:blipFill>
                <a:blip r:embed="rId33"/>
                <a:stretch>
                  <a:fillRect/>
                </a:stretch>
              </p:blipFill>
              <p:spPr>
                <a:xfrm>
                  <a:off x="10137300" y="3558900"/>
                  <a:ext cx="18864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78" name="Ink 177">
                  <a:extLst>
                    <a:ext uri="{FF2B5EF4-FFF2-40B4-BE49-F238E27FC236}">
                      <a16:creationId xmlns:a16="http://schemas.microsoft.com/office/drawing/2014/main" id="{AA044BD8-FDBC-7F24-ECB1-18C851F9C265}"/>
                    </a:ext>
                  </a:extLst>
                </p14:cNvPr>
                <p14:cNvContentPartPr/>
                <p14:nvPr/>
              </p14:nvContentPartPr>
              <p14:xfrm>
                <a:off x="10411620" y="3562500"/>
                <a:ext cx="205560" cy="248400"/>
              </p14:xfrm>
            </p:contentPart>
          </mc:Choice>
          <mc:Fallback>
            <p:pic>
              <p:nvPicPr>
                <p:cNvPr id="178" name="Ink 177">
                  <a:extLst>
                    <a:ext uri="{FF2B5EF4-FFF2-40B4-BE49-F238E27FC236}">
                      <a16:creationId xmlns:a16="http://schemas.microsoft.com/office/drawing/2014/main" id="{AA044BD8-FDBC-7F24-ECB1-18C851F9C265}"/>
                    </a:ext>
                  </a:extLst>
                </p:cNvPr>
                <p:cNvPicPr/>
                <p:nvPr/>
              </p:nvPicPr>
              <p:blipFill>
                <a:blip r:embed="rId35"/>
                <a:stretch>
                  <a:fillRect/>
                </a:stretch>
              </p:blipFill>
              <p:spPr>
                <a:xfrm>
                  <a:off x="10402620" y="3553500"/>
                  <a:ext cx="22320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79" name="Ink 178">
                  <a:extLst>
                    <a:ext uri="{FF2B5EF4-FFF2-40B4-BE49-F238E27FC236}">
                      <a16:creationId xmlns:a16="http://schemas.microsoft.com/office/drawing/2014/main" id="{55D80DF5-24F5-FBC4-7973-EF562BD37F56}"/>
                    </a:ext>
                  </a:extLst>
                </p14:cNvPr>
                <p14:cNvContentPartPr/>
                <p14:nvPr/>
              </p14:nvContentPartPr>
              <p14:xfrm>
                <a:off x="10739220" y="3608940"/>
                <a:ext cx="197280" cy="211680"/>
              </p14:xfrm>
            </p:contentPart>
          </mc:Choice>
          <mc:Fallback>
            <p:pic>
              <p:nvPicPr>
                <p:cNvPr id="179" name="Ink 178">
                  <a:extLst>
                    <a:ext uri="{FF2B5EF4-FFF2-40B4-BE49-F238E27FC236}">
                      <a16:creationId xmlns:a16="http://schemas.microsoft.com/office/drawing/2014/main" id="{55D80DF5-24F5-FBC4-7973-EF562BD37F56}"/>
                    </a:ext>
                  </a:extLst>
                </p:cNvPr>
                <p:cNvPicPr/>
                <p:nvPr/>
              </p:nvPicPr>
              <p:blipFill>
                <a:blip r:embed="rId37"/>
                <a:stretch>
                  <a:fillRect/>
                </a:stretch>
              </p:blipFill>
              <p:spPr>
                <a:xfrm>
                  <a:off x="10730220" y="3600300"/>
                  <a:ext cx="2149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80" name="Ink 179">
                  <a:extLst>
                    <a:ext uri="{FF2B5EF4-FFF2-40B4-BE49-F238E27FC236}">
                      <a16:creationId xmlns:a16="http://schemas.microsoft.com/office/drawing/2014/main" id="{B2C5D987-E112-BE23-BC67-6C02201D9BF4}"/>
                    </a:ext>
                  </a:extLst>
                </p14:cNvPr>
                <p14:cNvContentPartPr/>
                <p14:nvPr/>
              </p14:nvContentPartPr>
              <p14:xfrm>
                <a:off x="11035860" y="3587340"/>
                <a:ext cx="173520" cy="223560"/>
              </p14:xfrm>
            </p:contentPart>
          </mc:Choice>
          <mc:Fallback>
            <p:pic>
              <p:nvPicPr>
                <p:cNvPr id="180" name="Ink 179">
                  <a:extLst>
                    <a:ext uri="{FF2B5EF4-FFF2-40B4-BE49-F238E27FC236}">
                      <a16:creationId xmlns:a16="http://schemas.microsoft.com/office/drawing/2014/main" id="{B2C5D987-E112-BE23-BC67-6C02201D9BF4}"/>
                    </a:ext>
                  </a:extLst>
                </p:cNvPr>
                <p:cNvPicPr/>
                <p:nvPr/>
              </p:nvPicPr>
              <p:blipFill>
                <a:blip r:embed="rId39"/>
                <a:stretch>
                  <a:fillRect/>
                </a:stretch>
              </p:blipFill>
              <p:spPr>
                <a:xfrm>
                  <a:off x="11027220" y="3578700"/>
                  <a:ext cx="19116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81" name="Ink 180">
                  <a:extLst>
                    <a:ext uri="{FF2B5EF4-FFF2-40B4-BE49-F238E27FC236}">
                      <a16:creationId xmlns:a16="http://schemas.microsoft.com/office/drawing/2014/main" id="{72B8D465-C583-5908-F191-9375C5121266}"/>
                    </a:ext>
                  </a:extLst>
                </p14:cNvPr>
                <p14:cNvContentPartPr/>
                <p14:nvPr/>
              </p14:nvContentPartPr>
              <p14:xfrm>
                <a:off x="11074020" y="3678420"/>
                <a:ext cx="181080" cy="42840"/>
              </p14:xfrm>
            </p:contentPart>
          </mc:Choice>
          <mc:Fallback>
            <p:pic>
              <p:nvPicPr>
                <p:cNvPr id="181" name="Ink 180">
                  <a:extLst>
                    <a:ext uri="{FF2B5EF4-FFF2-40B4-BE49-F238E27FC236}">
                      <a16:creationId xmlns:a16="http://schemas.microsoft.com/office/drawing/2014/main" id="{72B8D465-C583-5908-F191-9375C5121266}"/>
                    </a:ext>
                  </a:extLst>
                </p:cNvPr>
                <p:cNvPicPr/>
                <p:nvPr/>
              </p:nvPicPr>
              <p:blipFill>
                <a:blip r:embed="rId41"/>
                <a:stretch>
                  <a:fillRect/>
                </a:stretch>
              </p:blipFill>
              <p:spPr>
                <a:xfrm>
                  <a:off x="11065020" y="3669780"/>
                  <a:ext cx="198720" cy="60480"/>
                </a:xfrm>
                <a:prstGeom prst="rect">
                  <a:avLst/>
                </a:prstGeom>
              </p:spPr>
            </p:pic>
          </mc:Fallback>
        </mc:AlternateContent>
      </p:grpSp>
      <p:grpSp>
        <p:nvGrpSpPr>
          <p:cNvPr id="188" name="Group 187">
            <a:extLst>
              <a:ext uri="{FF2B5EF4-FFF2-40B4-BE49-F238E27FC236}">
                <a16:creationId xmlns:a16="http://schemas.microsoft.com/office/drawing/2014/main" id="{12BAAACD-EDD5-637B-44AA-9CA08E266BD5}"/>
              </a:ext>
            </a:extLst>
          </p:cNvPr>
          <p:cNvGrpSpPr/>
          <p:nvPr/>
        </p:nvGrpSpPr>
        <p:grpSpPr>
          <a:xfrm>
            <a:off x="9978900" y="4095660"/>
            <a:ext cx="776160" cy="333360"/>
            <a:chOff x="9978900" y="4095660"/>
            <a:chExt cx="776160" cy="333360"/>
          </a:xfrm>
        </p:grpSpPr>
        <mc:AlternateContent xmlns:mc="http://schemas.openxmlformats.org/markup-compatibility/2006">
          <mc:Choice xmlns:p14="http://schemas.microsoft.com/office/powerpoint/2010/main" Requires="p14">
            <p:contentPart p14:bwMode="auto" r:id="rId42">
              <p14:nvContentPartPr>
                <p14:cNvPr id="183" name="Ink 182">
                  <a:extLst>
                    <a:ext uri="{FF2B5EF4-FFF2-40B4-BE49-F238E27FC236}">
                      <a16:creationId xmlns:a16="http://schemas.microsoft.com/office/drawing/2014/main" id="{439325BD-7EEE-22B5-698D-28AFA813B858}"/>
                    </a:ext>
                  </a:extLst>
                </p14:cNvPr>
                <p14:cNvContentPartPr/>
                <p14:nvPr/>
              </p14:nvContentPartPr>
              <p14:xfrm>
                <a:off x="10199580" y="4126260"/>
                <a:ext cx="11520" cy="165240"/>
              </p14:xfrm>
            </p:contentPart>
          </mc:Choice>
          <mc:Fallback>
            <p:pic>
              <p:nvPicPr>
                <p:cNvPr id="183" name="Ink 182">
                  <a:extLst>
                    <a:ext uri="{FF2B5EF4-FFF2-40B4-BE49-F238E27FC236}">
                      <a16:creationId xmlns:a16="http://schemas.microsoft.com/office/drawing/2014/main" id="{439325BD-7EEE-22B5-698D-28AFA813B858}"/>
                    </a:ext>
                  </a:extLst>
                </p:cNvPr>
                <p:cNvPicPr/>
                <p:nvPr/>
              </p:nvPicPr>
              <p:blipFill>
                <a:blip r:embed="rId43"/>
                <a:stretch>
                  <a:fillRect/>
                </a:stretch>
              </p:blipFill>
              <p:spPr>
                <a:xfrm>
                  <a:off x="10190580" y="4117620"/>
                  <a:ext cx="2916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84" name="Ink 183">
                  <a:extLst>
                    <a:ext uri="{FF2B5EF4-FFF2-40B4-BE49-F238E27FC236}">
                      <a16:creationId xmlns:a16="http://schemas.microsoft.com/office/drawing/2014/main" id="{615303E4-EDBF-020D-B379-C002D5661F0E}"/>
                    </a:ext>
                  </a:extLst>
                </p14:cNvPr>
                <p14:cNvContentPartPr/>
                <p14:nvPr/>
              </p14:nvContentPartPr>
              <p14:xfrm>
                <a:off x="10227300" y="4096740"/>
                <a:ext cx="206280" cy="193680"/>
              </p14:xfrm>
            </p:contentPart>
          </mc:Choice>
          <mc:Fallback>
            <p:pic>
              <p:nvPicPr>
                <p:cNvPr id="184" name="Ink 183">
                  <a:extLst>
                    <a:ext uri="{FF2B5EF4-FFF2-40B4-BE49-F238E27FC236}">
                      <a16:creationId xmlns:a16="http://schemas.microsoft.com/office/drawing/2014/main" id="{615303E4-EDBF-020D-B379-C002D5661F0E}"/>
                    </a:ext>
                  </a:extLst>
                </p:cNvPr>
                <p:cNvPicPr/>
                <p:nvPr/>
              </p:nvPicPr>
              <p:blipFill>
                <a:blip r:embed="rId45"/>
                <a:stretch>
                  <a:fillRect/>
                </a:stretch>
              </p:blipFill>
              <p:spPr>
                <a:xfrm>
                  <a:off x="10218300" y="4088100"/>
                  <a:ext cx="22392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85" name="Ink 184">
                  <a:extLst>
                    <a:ext uri="{FF2B5EF4-FFF2-40B4-BE49-F238E27FC236}">
                      <a16:creationId xmlns:a16="http://schemas.microsoft.com/office/drawing/2014/main" id="{3F44C653-9319-2DE4-880D-A5405631084C}"/>
                    </a:ext>
                  </a:extLst>
                </p14:cNvPr>
                <p14:cNvContentPartPr/>
                <p14:nvPr/>
              </p14:nvContentPartPr>
              <p14:xfrm>
                <a:off x="10523580" y="4168740"/>
                <a:ext cx="110880" cy="111960"/>
              </p14:xfrm>
            </p:contentPart>
          </mc:Choice>
          <mc:Fallback>
            <p:pic>
              <p:nvPicPr>
                <p:cNvPr id="185" name="Ink 184">
                  <a:extLst>
                    <a:ext uri="{FF2B5EF4-FFF2-40B4-BE49-F238E27FC236}">
                      <a16:creationId xmlns:a16="http://schemas.microsoft.com/office/drawing/2014/main" id="{3F44C653-9319-2DE4-880D-A5405631084C}"/>
                    </a:ext>
                  </a:extLst>
                </p:cNvPr>
                <p:cNvPicPr/>
                <p:nvPr/>
              </p:nvPicPr>
              <p:blipFill>
                <a:blip r:embed="rId47"/>
                <a:stretch>
                  <a:fillRect/>
                </a:stretch>
              </p:blipFill>
              <p:spPr>
                <a:xfrm>
                  <a:off x="10514580" y="4159740"/>
                  <a:ext cx="12852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86" name="Ink 185">
                  <a:extLst>
                    <a:ext uri="{FF2B5EF4-FFF2-40B4-BE49-F238E27FC236}">
                      <a16:creationId xmlns:a16="http://schemas.microsoft.com/office/drawing/2014/main" id="{EE6D6C3F-EEB6-ABAF-3F79-2A2A91990130}"/>
                    </a:ext>
                  </a:extLst>
                </p14:cNvPr>
                <p14:cNvContentPartPr/>
                <p14:nvPr/>
              </p14:nvContentPartPr>
              <p14:xfrm>
                <a:off x="10687020" y="4121220"/>
                <a:ext cx="68040" cy="254880"/>
              </p14:xfrm>
            </p:contentPart>
          </mc:Choice>
          <mc:Fallback>
            <p:pic>
              <p:nvPicPr>
                <p:cNvPr id="186" name="Ink 185">
                  <a:extLst>
                    <a:ext uri="{FF2B5EF4-FFF2-40B4-BE49-F238E27FC236}">
                      <a16:creationId xmlns:a16="http://schemas.microsoft.com/office/drawing/2014/main" id="{EE6D6C3F-EEB6-ABAF-3F79-2A2A91990130}"/>
                    </a:ext>
                  </a:extLst>
                </p:cNvPr>
                <p:cNvPicPr/>
                <p:nvPr/>
              </p:nvPicPr>
              <p:blipFill>
                <a:blip r:embed="rId49"/>
                <a:stretch>
                  <a:fillRect/>
                </a:stretch>
              </p:blipFill>
              <p:spPr>
                <a:xfrm>
                  <a:off x="10678020" y="4112220"/>
                  <a:ext cx="8568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87" name="Ink 186">
                  <a:extLst>
                    <a:ext uri="{FF2B5EF4-FFF2-40B4-BE49-F238E27FC236}">
                      <a16:creationId xmlns:a16="http://schemas.microsoft.com/office/drawing/2014/main" id="{4D3DE495-2C0E-4D31-4DDD-9BFD9791EC3A}"/>
                    </a:ext>
                  </a:extLst>
                </p14:cNvPr>
                <p14:cNvContentPartPr/>
                <p14:nvPr/>
              </p14:nvContentPartPr>
              <p14:xfrm>
                <a:off x="9978900" y="4095660"/>
                <a:ext cx="153360" cy="333360"/>
              </p14:xfrm>
            </p:contentPart>
          </mc:Choice>
          <mc:Fallback>
            <p:pic>
              <p:nvPicPr>
                <p:cNvPr id="187" name="Ink 186">
                  <a:extLst>
                    <a:ext uri="{FF2B5EF4-FFF2-40B4-BE49-F238E27FC236}">
                      <a16:creationId xmlns:a16="http://schemas.microsoft.com/office/drawing/2014/main" id="{4D3DE495-2C0E-4D31-4DDD-9BFD9791EC3A}"/>
                    </a:ext>
                  </a:extLst>
                </p:cNvPr>
                <p:cNvPicPr/>
                <p:nvPr/>
              </p:nvPicPr>
              <p:blipFill>
                <a:blip r:embed="rId51"/>
                <a:stretch>
                  <a:fillRect/>
                </a:stretch>
              </p:blipFill>
              <p:spPr>
                <a:xfrm>
                  <a:off x="9969900" y="4086660"/>
                  <a:ext cx="171000" cy="351000"/>
                </a:xfrm>
                <a:prstGeom prst="rect">
                  <a:avLst/>
                </a:prstGeom>
              </p:spPr>
            </p:pic>
          </mc:Fallback>
        </mc:AlternateContent>
      </p:grpSp>
      <p:grpSp>
        <p:nvGrpSpPr>
          <p:cNvPr id="191" name="Group 190">
            <a:extLst>
              <a:ext uri="{FF2B5EF4-FFF2-40B4-BE49-F238E27FC236}">
                <a16:creationId xmlns:a16="http://schemas.microsoft.com/office/drawing/2014/main" id="{12616CBA-35B3-6A94-4741-4AFB6A8653AC}"/>
              </a:ext>
            </a:extLst>
          </p:cNvPr>
          <p:cNvGrpSpPr/>
          <p:nvPr/>
        </p:nvGrpSpPr>
        <p:grpSpPr>
          <a:xfrm>
            <a:off x="419820" y="1002180"/>
            <a:ext cx="9115920" cy="5523480"/>
            <a:chOff x="419820" y="1002180"/>
            <a:chExt cx="9115920" cy="5523480"/>
          </a:xfrm>
        </p:grpSpPr>
        <mc:AlternateContent xmlns:mc="http://schemas.openxmlformats.org/markup-compatibility/2006">
          <mc:Choice xmlns:p14="http://schemas.microsoft.com/office/powerpoint/2010/main" Requires="p14">
            <p:contentPart p14:bwMode="auto" r:id="rId52">
              <p14:nvContentPartPr>
                <p14:cNvPr id="4" name="Ink 3">
                  <a:extLst>
                    <a:ext uri="{FF2B5EF4-FFF2-40B4-BE49-F238E27FC236}">
                      <a16:creationId xmlns:a16="http://schemas.microsoft.com/office/drawing/2014/main" id="{4C0E2001-DDDE-DB2D-8271-52DEA6F5B1F6}"/>
                    </a:ext>
                  </a:extLst>
                </p14:cNvPr>
                <p14:cNvContentPartPr/>
                <p14:nvPr/>
              </p14:nvContentPartPr>
              <p14:xfrm>
                <a:off x="1719780" y="1247700"/>
                <a:ext cx="993240" cy="818640"/>
              </p14:xfrm>
            </p:contentPart>
          </mc:Choice>
          <mc:Fallback>
            <p:pic>
              <p:nvPicPr>
                <p:cNvPr id="4" name="Ink 3">
                  <a:extLst>
                    <a:ext uri="{FF2B5EF4-FFF2-40B4-BE49-F238E27FC236}">
                      <a16:creationId xmlns:a16="http://schemas.microsoft.com/office/drawing/2014/main" id="{4C0E2001-DDDE-DB2D-8271-52DEA6F5B1F6}"/>
                    </a:ext>
                  </a:extLst>
                </p:cNvPr>
                <p:cNvPicPr/>
                <p:nvPr/>
              </p:nvPicPr>
              <p:blipFill>
                <a:blip r:embed="rId53"/>
                <a:stretch>
                  <a:fillRect/>
                </a:stretch>
              </p:blipFill>
              <p:spPr>
                <a:xfrm>
                  <a:off x="1711140" y="1239060"/>
                  <a:ext cx="1010880" cy="8362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 name="Ink 4">
                  <a:extLst>
                    <a:ext uri="{FF2B5EF4-FFF2-40B4-BE49-F238E27FC236}">
                      <a16:creationId xmlns:a16="http://schemas.microsoft.com/office/drawing/2014/main" id="{3EE4FC09-7E26-A157-EE18-65E52527B1BC}"/>
                    </a:ext>
                  </a:extLst>
                </p14:cNvPr>
                <p14:cNvContentPartPr/>
                <p14:nvPr/>
              </p14:nvContentPartPr>
              <p14:xfrm>
                <a:off x="1891860" y="1608780"/>
                <a:ext cx="491400" cy="249840"/>
              </p14:xfrm>
            </p:contentPart>
          </mc:Choice>
          <mc:Fallback>
            <p:pic>
              <p:nvPicPr>
                <p:cNvPr id="5" name="Ink 4">
                  <a:extLst>
                    <a:ext uri="{FF2B5EF4-FFF2-40B4-BE49-F238E27FC236}">
                      <a16:creationId xmlns:a16="http://schemas.microsoft.com/office/drawing/2014/main" id="{3EE4FC09-7E26-A157-EE18-65E52527B1BC}"/>
                    </a:ext>
                  </a:extLst>
                </p:cNvPr>
                <p:cNvPicPr/>
                <p:nvPr/>
              </p:nvPicPr>
              <p:blipFill>
                <a:blip r:embed="rId55"/>
                <a:stretch>
                  <a:fillRect/>
                </a:stretch>
              </p:blipFill>
              <p:spPr>
                <a:xfrm>
                  <a:off x="1883220" y="1599780"/>
                  <a:ext cx="50904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 name="Ink 5">
                  <a:extLst>
                    <a:ext uri="{FF2B5EF4-FFF2-40B4-BE49-F238E27FC236}">
                      <a16:creationId xmlns:a16="http://schemas.microsoft.com/office/drawing/2014/main" id="{0EDA1349-BC22-6579-4347-D67DBDC2E918}"/>
                    </a:ext>
                  </a:extLst>
                </p14:cNvPr>
                <p14:cNvContentPartPr/>
                <p14:nvPr/>
              </p14:nvContentPartPr>
              <p14:xfrm>
                <a:off x="1949100" y="1383420"/>
                <a:ext cx="75240" cy="125280"/>
              </p14:xfrm>
            </p:contentPart>
          </mc:Choice>
          <mc:Fallback>
            <p:pic>
              <p:nvPicPr>
                <p:cNvPr id="6" name="Ink 5">
                  <a:extLst>
                    <a:ext uri="{FF2B5EF4-FFF2-40B4-BE49-F238E27FC236}">
                      <a16:creationId xmlns:a16="http://schemas.microsoft.com/office/drawing/2014/main" id="{0EDA1349-BC22-6579-4347-D67DBDC2E918}"/>
                    </a:ext>
                  </a:extLst>
                </p:cNvPr>
                <p:cNvPicPr/>
                <p:nvPr/>
              </p:nvPicPr>
              <p:blipFill>
                <a:blip r:embed="rId57"/>
                <a:stretch>
                  <a:fillRect/>
                </a:stretch>
              </p:blipFill>
              <p:spPr>
                <a:xfrm>
                  <a:off x="1940100" y="1374420"/>
                  <a:ext cx="9288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 name="Ink 6">
                  <a:extLst>
                    <a:ext uri="{FF2B5EF4-FFF2-40B4-BE49-F238E27FC236}">
                      <a16:creationId xmlns:a16="http://schemas.microsoft.com/office/drawing/2014/main" id="{AAE620C6-3093-ABCA-7A14-FD9F841D7BD9}"/>
                    </a:ext>
                  </a:extLst>
                </p14:cNvPr>
                <p14:cNvContentPartPr/>
                <p14:nvPr/>
              </p14:nvContentPartPr>
              <p14:xfrm>
                <a:off x="2171220" y="1410060"/>
                <a:ext cx="68040" cy="75960"/>
              </p14:xfrm>
            </p:contentPart>
          </mc:Choice>
          <mc:Fallback>
            <p:pic>
              <p:nvPicPr>
                <p:cNvPr id="7" name="Ink 6">
                  <a:extLst>
                    <a:ext uri="{FF2B5EF4-FFF2-40B4-BE49-F238E27FC236}">
                      <a16:creationId xmlns:a16="http://schemas.microsoft.com/office/drawing/2014/main" id="{AAE620C6-3093-ABCA-7A14-FD9F841D7BD9}"/>
                    </a:ext>
                  </a:extLst>
                </p:cNvPr>
                <p:cNvPicPr/>
                <p:nvPr/>
              </p:nvPicPr>
              <p:blipFill>
                <a:blip r:embed="rId59"/>
                <a:stretch>
                  <a:fillRect/>
                </a:stretch>
              </p:blipFill>
              <p:spPr>
                <a:xfrm>
                  <a:off x="2162580" y="1401420"/>
                  <a:ext cx="8568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 name="Ink 7">
                  <a:extLst>
                    <a:ext uri="{FF2B5EF4-FFF2-40B4-BE49-F238E27FC236}">
                      <a16:creationId xmlns:a16="http://schemas.microsoft.com/office/drawing/2014/main" id="{9E8E751F-5695-EE9C-2E17-BD0927113F9D}"/>
                    </a:ext>
                  </a:extLst>
                </p14:cNvPr>
                <p14:cNvContentPartPr/>
                <p14:nvPr/>
              </p14:nvContentPartPr>
              <p14:xfrm>
                <a:off x="3067260" y="1030980"/>
                <a:ext cx="169200" cy="414360"/>
              </p14:xfrm>
            </p:contentPart>
          </mc:Choice>
          <mc:Fallback>
            <p:pic>
              <p:nvPicPr>
                <p:cNvPr id="8" name="Ink 7">
                  <a:extLst>
                    <a:ext uri="{FF2B5EF4-FFF2-40B4-BE49-F238E27FC236}">
                      <a16:creationId xmlns:a16="http://schemas.microsoft.com/office/drawing/2014/main" id="{9E8E751F-5695-EE9C-2E17-BD0927113F9D}"/>
                    </a:ext>
                  </a:extLst>
                </p:cNvPr>
                <p:cNvPicPr/>
                <p:nvPr/>
              </p:nvPicPr>
              <p:blipFill>
                <a:blip r:embed="rId61"/>
                <a:stretch>
                  <a:fillRect/>
                </a:stretch>
              </p:blipFill>
              <p:spPr>
                <a:xfrm>
                  <a:off x="3058620" y="1022340"/>
                  <a:ext cx="18684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9" name="Ink 8">
                  <a:extLst>
                    <a:ext uri="{FF2B5EF4-FFF2-40B4-BE49-F238E27FC236}">
                      <a16:creationId xmlns:a16="http://schemas.microsoft.com/office/drawing/2014/main" id="{51BB3F4B-7ABE-4D21-8D2D-9878DE2F6C1D}"/>
                    </a:ext>
                  </a:extLst>
                </p14:cNvPr>
                <p14:cNvContentPartPr/>
                <p14:nvPr/>
              </p14:nvContentPartPr>
              <p14:xfrm>
                <a:off x="3281100" y="1002180"/>
                <a:ext cx="826920" cy="390240"/>
              </p14:xfrm>
            </p:contentPart>
          </mc:Choice>
          <mc:Fallback>
            <p:pic>
              <p:nvPicPr>
                <p:cNvPr id="9" name="Ink 8">
                  <a:extLst>
                    <a:ext uri="{FF2B5EF4-FFF2-40B4-BE49-F238E27FC236}">
                      <a16:creationId xmlns:a16="http://schemas.microsoft.com/office/drawing/2014/main" id="{51BB3F4B-7ABE-4D21-8D2D-9878DE2F6C1D}"/>
                    </a:ext>
                  </a:extLst>
                </p:cNvPr>
                <p:cNvPicPr/>
                <p:nvPr/>
              </p:nvPicPr>
              <p:blipFill>
                <a:blip r:embed="rId63"/>
                <a:stretch>
                  <a:fillRect/>
                </a:stretch>
              </p:blipFill>
              <p:spPr>
                <a:xfrm>
                  <a:off x="3272460" y="993540"/>
                  <a:ext cx="84456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2" name="Ink 21">
                  <a:extLst>
                    <a:ext uri="{FF2B5EF4-FFF2-40B4-BE49-F238E27FC236}">
                      <a16:creationId xmlns:a16="http://schemas.microsoft.com/office/drawing/2014/main" id="{45B75F5C-9C64-E970-9D89-6F6B66DC28F0}"/>
                    </a:ext>
                  </a:extLst>
                </p14:cNvPr>
                <p14:cNvContentPartPr/>
                <p14:nvPr/>
              </p14:nvContentPartPr>
              <p14:xfrm>
                <a:off x="8348100" y="1255260"/>
                <a:ext cx="195120" cy="406440"/>
              </p14:xfrm>
            </p:contentPart>
          </mc:Choice>
          <mc:Fallback>
            <p:pic>
              <p:nvPicPr>
                <p:cNvPr id="22" name="Ink 21">
                  <a:extLst>
                    <a:ext uri="{FF2B5EF4-FFF2-40B4-BE49-F238E27FC236}">
                      <a16:creationId xmlns:a16="http://schemas.microsoft.com/office/drawing/2014/main" id="{45B75F5C-9C64-E970-9D89-6F6B66DC28F0}"/>
                    </a:ext>
                  </a:extLst>
                </p:cNvPr>
                <p:cNvPicPr/>
                <p:nvPr/>
              </p:nvPicPr>
              <p:blipFill>
                <a:blip r:embed="rId65"/>
                <a:stretch>
                  <a:fillRect/>
                </a:stretch>
              </p:blipFill>
              <p:spPr>
                <a:xfrm>
                  <a:off x="8339100" y="1246620"/>
                  <a:ext cx="21276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3" name="Ink 22">
                  <a:extLst>
                    <a:ext uri="{FF2B5EF4-FFF2-40B4-BE49-F238E27FC236}">
                      <a16:creationId xmlns:a16="http://schemas.microsoft.com/office/drawing/2014/main" id="{0457D4ED-B727-99CC-BA2F-518FF159789E}"/>
                    </a:ext>
                  </a:extLst>
                </p14:cNvPr>
                <p14:cNvContentPartPr/>
                <p14:nvPr/>
              </p14:nvContentPartPr>
              <p14:xfrm>
                <a:off x="8403900" y="1466940"/>
                <a:ext cx="959400" cy="410400"/>
              </p14:xfrm>
            </p:contentPart>
          </mc:Choice>
          <mc:Fallback>
            <p:pic>
              <p:nvPicPr>
                <p:cNvPr id="23" name="Ink 22">
                  <a:extLst>
                    <a:ext uri="{FF2B5EF4-FFF2-40B4-BE49-F238E27FC236}">
                      <a16:creationId xmlns:a16="http://schemas.microsoft.com/office/drawing/2014/main" id="{0457D4ED-B727-99CC-BA2F-518FF159789E}"/>
                    </a:ext>
                  </a:extLst>
                </p:cNvPr>
                <p:cNvPicPr/>
                <p:nvPr/>
              </p:nvPicPr>
              <p:blipFill>
                <a:blip r:embed="rId67"/>
                <a:stretch>
                  <a:fillRect/>
                </a:stretch>
              </p:blipFill>
              <p:spPr>
                <a:xfrm>
                  <a:off x="8395260" y="1458300"/>
                  <a:ext cx="97704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4" name="Ink 23">
                  <a:extLst>
                    <a:ext uri="{FF2B5EF4-FFF2-40B4-BE49-F238E27FC236}">
                      <a16:creationId xmlns:a16="http://schemas.microsoft.com/office/drawing/2014/main" id="{DA3338FE-8A4E-8A87-C2B7-068F67104FB8}"/>
                    </a:ext>
                  </a:extLst>
                </p14:cNvPr>
                <p14:cNvContentPartPr/>
                <p14:nvPr/>
              </p14:nvContentPartPr>
              <p14:xfrm>
                <a:off x="9444660" y="1480260"/>
                <a:ext cx="91080" cy="150480"/>
              </p14:xfrm>
            </p:contentPart>
          </mc:Choice>
          <mc:Fallback>
            <p:pic>
              <p:nvPicPr>
                <p:cNvPr id="24" name="Ink 23">
                  <a:extLst>
                    <a:ext uri="{FF2B5EF4-FFF2-40B4-BE49-F238E27FC236}">
                      <a16:creationId xmlns:a16="http://schemas.microsoft.com/office/drawing/2014/main" id="{DA3338FE-8A4E-8A87-C2B7-068F67104FB8}"/>
                    </a:ext>
                  </a:extLst>
                </p:cNvPr>
                <p:cNvPicPr/>
                <p:nvPr/>
              </p:nvPicPr>
              <p:blipFill>
                <a:blip r:embed="rId69"/>
                <a:stretch>
                  <a:fillRect/>
                </a:stretch>
              </p:blipFill>
              <p:spPr>
                <a:xfrm>
                  <a:off x="9436020" y="1471260"/>
                  <a:ext cx="1087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6" name="Ink 25">
                  <a:extLst>
                    <a:ext uri="{FF2B5EF4-FFF2-40B4-BE49-F238E27FC236}">
                      <a16:creationId xmlns:a16="http://schemas.microsoft.com/office/drawing/2014/main" id="{81D47865-081F-5F6C-4EE4-BCAF0E4E1B96}"/>
                    </a:ext>
                  </a:extLst>
                </p14:cNvPr>
                <p14:cNvContentPartPr/>
                <p14:nvPr/>
              </p14:nvContentPartPr>
              <p14:xfrm>
                <a:off x="2260860" y="3456660"/>
                <a:ext cx="6166080" cy="1415520"/>
              </p14:xfrm>
            </p:contentPart>
          </mc:Choice>
          <mc:Fallback>
            <p:pic>
              <p:nvPicPr>
                <p:cNvPr id="26" name="Ink 25">
                  <a:extLst>
                    <a:ext uri="{FF2B5EF4-FFF2-40B4-BE49-F238E27FC236}">
                      <a16:creationId xmlns:a16="http://schemas.microsoft.com/office/drawing/2014/main" id="{81D47865-081F-5F6C-4EE4-BCAF0E4E1B96}"/>
                    </a:ext>
                  </a:extLst>
                </p:cNvPr>
                <p:cNvPicPr/>
                <p:nvPr/>
              </p:nvPicPr>
              <p:blipFill>
                <a:blip r:embed="rId71"/>
                <a:stretch>
                  <a:fillRect/>
                </a:stretch>
              </p:blipFill>
              <p:spPr>
                <a:xfrm>
                  <a:off x="2251860" y="3447660"/>
                  <a:ext cx="6183720" cy="14331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7" name="Ink 26">
                  <a:extLst>
                    <a:ext uri="{FF2B5EF4-FFF2-40B4-BE49-F238E27FC236}">
                      <a16:creationId xmlns:a16="http://schemas.microsoft.com/office/drawing/2014/main" id="{A92FB665-3A5B-CA9E-5B31-AB35314B03D8}"/>
                    </a:ext>
                  </a:extLst>
                </p14:cNvPr>
                <p14:cNvContentPartPr/>
                <p14:nvPr/>
              </p14:nvContentPartPr>
              <p14:xfrm>
                <a:off x="2636700" y="2117820"/>
                <a:ext cx="1345320" cy="1374840"/>
              </p14:xfrm>
            </p:contentPart>
          </mc:Choice>
          <mc:Fallback>
            <p:pic>
              <p:nvPicPr>
                <p:cNvPr id="27" name="Ink 26">
                  <a:extLst>
                    <a:ext uri="{FF2B5EF4-FFF2-40B4-BE49-F238E27FC236}">
                      <a16:creationId xmlns:a16="http://schemas.microsoft.com/office/drawing/2014/main" id="{A92FB665-3A5B-CA9E-5B31-AB35314B03D8}"/>
                    </a:ext>
                  </a:extLst>
                </p:cNvPr>
                <p:cNvPicPr/>
                <p:nvPr/>
              </p:nvPicPr>
              <p:blipFill>
                <a:blip r:embed="rId73"/>
                <a:stretch>
                  <a:fillRect/>
                </a:stretch>
              </p:blipFill>
              <p:spPr>
                <a:xfrm>
                  <a:off x="2627700" y="2108820"/>
                  <a:ext cx="1362960" cy="13924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8" name="Ink 27">
                  <a:extLst>
                    <a:ext uri="{FF2B5EF4-FFF2-40B4-BE49-F238E27FC236}">
                      <a16:creationId xmlns:a16="http://schemas.microsoft.com/office/drawing/2014/main" id="{2C29E56C-0662-200F-CADC-2D5FF4CF5710}"/>
                    </a:ext>
                  </a:extLst>
                </p14:cNvPr>
                <p14:cNvContentPartPr/>
                <p14:nvPr/>
              </p14:nvContentPartPr>
              <p14:xfrm>
                <a:off x="3885900" y="3423180"/>
                <a:ext cx="168840" cy="70200"/>
              </p14:xfrm>
            </p:contentPart>
          </mc:Choice>
          <mc:Fallback>
            <p:pic>
              <p:nvPicPr>
                <p:cNvPr id="28" name="Ink 27">
                  <a:extLst>
                    <a:ext uri="{FF2B5EF4-FFF2-40B4-BE49-F238E27FC236}">
                      <a16:creationId xmlns:a16="http://schemas.microsoft.com/office/drawing/2014/main" id="{2C29E56C-0662-200F-CADC-2D5FF4CF5710}"/>
                    </a:ext>
                  </a:extLst>
                </p:cNvPr>
                <p:cNvPicPr/>
                <p:nvPr/>
              </p:nvPicPr>
              <p:blipFill>
                <a:blip r:embed="rId75"/>
                <a:stretch>
                  <a:fillRect/>
                </a:stretch>
              </p:blipFill>
              <p:spPr>
                <a:xfrm>
                  <a:off x="3877260" y="3414540"/>
                  <a:ext cx="18648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9" name="Ink 28">
                  <a:extLst>
                    <a:ext uri="{FF2B5EF4-FFF2-40B4-BE49-F238E27FC236}">
                      <a16:creationId xmlns:a16="http://schemas.microsoft.com/office/drawing/2014/main" id="{8DC9C8B2-F3F1-B6BC-58DF-45E4122AEB30}"/>
                    </a:ext>
                  </a:extLst>
                </p14:cNvPr>
                <p14:cNvContentPartPr/>
                <p14:nvPr/>
              </p14:nvContentPartPr>
              <p14:xfrm>
                <a:off x="3700500" y="3837900"/>
                <a:ext cx="195480" cy="243000"/>
              </p14:xfrm>
            </p:contentPart>
          </mc:Choice>
          <mc:Fallback>
            <p:pic>
              <p:nvPicPr>
                <p:cNvPr id="29" name="Ink 28">
                  <a:extLst>
                    <a:ext uri="{FF2B5EF4-FFF2-40B4-BE49-F238E27FC236}">
                      <a16:creationId xmlns:a16="http://schemas.microsoft.com/office/drawing/2014/main" id="{8DC9C8B2-F3F1-B6BC-58DF-45E4122AEB30}"/>
                    </a:ext>
                  </a:extLst>
                </p:cNvPr>
                <p:cNvPicPr/>
                <p:nvPr/>
              </p:nvPicPr>
              <p:blipFill>
                <a:blip r:embed="rId77"/>
                <a:stretch>
                  <a:fillRect/>
                </a:stretch>
              </p:blipFill>
              <p:spPr>
                <a:xfrm>
                  <a:off x="3691500" y="3828900"/>
                  <a:ext cx="21312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30" name="Ink 29">
                  <a:extLst>
                    <a:ext uri="{FF2B5EF4-FFF2-40B4-BE49-F238E27FC236}">
                      <a16:creationId xmlns:a16="http://schemas.microsoft.com/office/drawing/2014/main" id="{39F8260E-5AB7-8323-D9E3-900A2D40DA76}"/>
                    </a:ext>
                  </a:extLst>
                </p14:cNvPr>
                <p14:cNvContentPartPr/>
                <p14:nvPr/>
              </p14:nvContentPartPr>
              <p14:xfrm>
                <a:off x="3805620" y="3838620"/>
                <a:ext cx="279360" cy="260280"/>
              </p14:xfrm>
            </p:contentPart>
          </mc:Choice>
          <mc:Fallback>
            <p:pic>
              <p:nvPicPr>
                <p:cNvPr id="30" name="Ink 29">
                  <a:extLst>
                    <a:ext uri="{FF2B5EF4-FFF2-40B4-BE49-F238E27FC236}">
                      <a16:creationId xmlns:a16="http://schemas.microsoft.com/office/drawing/2014/main" id="{39F8260E-5AB7-8323-D9E3-900A2D40DA76}"/>
                    </a:ext>
                  </a:extLst>
                </p:cNvPr>
                <p:cNvPicPr/>
                <p:nvPr/>
              </p:nvPicPr>
              <p:blipFill>
                <a:blip r:embed="rId79"/>
                <a:stretch>
                  <a:fillRect/>
                </a:stretch>
              </p:blipFill>
              <p:spPr>
                <a:xfrm>
                  <a:off x="3796620" y="3829620"/>
                  <a:ext cx="29700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31" name="Ink 30">
                  <a:extLst>
                    <a:ext uri="{FF2B5EF4-FFF2-40B4-BE49-F238E27FC236}">
                      <a16:creationId xmlns:a16="http://schemas.microsoft.com/office/drawing/2014/main" id="{9D6D620A-C0F9-5100-76EC-546183FA8C98}"/>
                    </a:ext>
                  </a:extLst>
                </p14:cNvPr>
                <p14:cNvContentPartPr/>
                <p14:nvPr/>
              </p14:nvContentPartPr>
              <p14:xfrm>
                <a:off x="4001460" y="3974700"/>
                <a:ext cx="77040" cy="6840"/>
              </p14:xfrm>
            </p:contentPart>
          </mc:Choice>
          <mc:Fallback>
            <p:pic>
              <p:nvPicPr>
                <p:cNvPr id="31" name="Ink 30">
                  <a:extLst>
                    <a:ext uri="{FF2B5EF4-FFF2-40B4-BE49-F238E27FC236}">
                      <a16:creationId xmlns:a16="http://schemas.microsoft.com/office/drawing/2014/main" id="{9D6D620A-C0F9-5100-76EC-546183FA8C98}"/>
                    </a:ext>
                  </a:extLst>
                </p:cNvPr>
                <p:cNvPicPr/>
                <p:nvPr/>
              </p:nvPicPr>
              <p:blipFill>
                <a:blip r:embed="rId81"/>
                <a:stretch>
                  <a:fillRect/>
                </a:stretch>
              </p:blipFill>
              <p:spPr>
                <a:xfrm>
                  <a:off x="3992460" y="3966060"/>
                  <a:ext cx="946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32" name="Ink 31">
                  <a:extLst>
                    <a:ext uri="{FF2B5EF4-FFF2-40B4-BE49-F238E27FC236}">
                      <a16:creationId xmlns:a16="http://schemas.microsoft.com/office/drawing/2014/main" id="{B43919CB-A718-EBD8-A555-4D0300D6FC41}"/>
                    </a:ext>
                  </a:extLst>
                </p14:cNvPr>
                <p14:cNvContentPartPr/>
                <p14:nvPr/>
              </p14:nvContentPartPr>
              <p14:xfrm>
                <a:off x="4490340" y="3912420"/>
                <a:ext cx="176040" cy="171720"/>
              </p14:xfrm>
            </p:contentPart>
          </mc:Choice>
          <mc:Fallback>
            <p:pic>
              <p:nvPicPr>
                <p:cNvPr id="32" name="Ink 31">
                  <a:extLst>
                    <a:ext uri="{FF2B5EF4-FFF2-40B4-BE49-F238E27FC236}">
                      <a16:creationId xmlns:a16="http://schemas.microsoft.com/office/drawing/2014/main" id="{B43919CB-A718-EBD8-A555-4D0300D6FC41}"/>
                    </a:ext>
                  </a:extLst>
                </p:cNvPr>
                <p:cNvPicPr/>
                <p:nvPr/>
              </p:nvPicPr>
              <p:blipFill>
                <a:blip r:embed="rId83"/>
                <a:stretch>
                  <a:fillRect/>
                </a:stretch>
              </p:blipFill>
              <p:spPr>
                <a:xfrm>
                  <a:off x="4481700" y="3903780"/>
                  <a:ext cx="19368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3" name="Ink 32">
                  <a:extLst>
                    <a:ext uri="{FF2B5EF4-FFF2-40B4-BE49-F238E27FC236}">
                      <a16:creationId xmlns:a16="http://schemas.microsoft.com/office/drawing/2014/main" id="{CD4A7C71-AF7A-8880-8153-14E4E993EE3B}"/>
                    </a:ext>
                  </a:extLst>
                </p14:cNvPr>
                <p14:cNvContentPartPr/>
                <p14:nvPr/>
              </p14:nvContentPartPr>
              <p14:xfrm>
                <a:off x="4742700" y="3905580"/>
                <a:ext cx="128880" cy="164520"/>
              </p14:xfrm>
            </p:contentPart>
          </mc:Choice>
          <mc:Fallback>
            <p:pic>
              <p:nvPicPr>
                <p:cNvPr id="33" name="Ink 32">
                  <a:extLst>
                    <a:ext uri="{FF2B5EF4-FFF2-40B4-BE49-F238E27FC236}">
                      <a16:creationId xmlns:a16="http://schemas.microsoft.com/office/drawing/2014/main" id="{CD4A7C71-AF7A-8880-8153-14E4E993EE3B}"/>
                    </a:ext>
                  </a:extLst>
                </p:cNvPr>
                <p:cNvPicPr/>
                <p:nvPr/>
              </p:nvPicPr>
              <p:blipFill>
                <a:blip r:embed="rId85"/>
                <a:stretch>
                  <a:fillRect/>
                </a:stretch>
              </p:blipFill>
              <p:spPr>
                <a:xfrm>
                  <a:off x="4733700" y="3896940"/>
                  <a:ext cx="14652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34" name="Ink 33">
                  <a:extLst>
                    <a:ext uri="{FF2B5EF4-FFF2-40B4-BE49-F238E27FC236}">
                      <a16:creationId xmlns:a16="http://schemas.microsoft.com/office/drawing/2014/main" id="{13BF11F4-440F-A640-ACA9-E4B957713C24}"/>
                    </a:ext>
                  </a:extLst>
                </p14:cNvPr>
                <p14:cNvContentPartPr/>
                <p14:nvPr/>
              </p14:nvContentPartPr>
              <p14:xfrm>
                <a:off x="4952220" y="3832140"/>
                <a:ext cx="26640" cy="178560"/>
              </p14:xfrm>
            </p:contentPart>
          </mc:Choice>
          <mc:Fallback>
            <p:pic>
              <p:nvPicPr>
                <p:cNvPr id="34" name="Ink 33">
                  <a:extLst>
                    <a:ext uri="{FF2B5EF4-FFF2-40B4-BE49-F238E27FC236}">
                      <a16:creationId xmlns:a16="http://schemas.microsoft.com/office/drawing/2014/main" id="{13BF11F4-440F-A640-ACA9-E4B957713C24}"/>
                    </a:ext>
                  </a:extLst>
                </p:cNvPr>
                <p:cNvPicPr/>
                <p:nvPr/>
              </p:nvPicPr>
              <p:blipFill>
                <a:blip r:embed="rId87"/>
                <a:stretch>
                  <a:fillRect/>
                </a:stretch>
              </p:blipFill>
              <p:spPr>
                <a:xfrm>
                  <a:off x="4943220" y="3823140"/>
                  <a:ext cx="4428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5" name="Ink 34">
                  <a:extLst>
                    <a:ext uri="{FF2B5EF4-FFF2-40B4-BE49-F238E27FC236}">
                      <a16:creationId xmlns:a16="http://schemas.microsoft.com/office/drawing/2014/main" id="{AE6D1514-7DD2-4494-4F6A-327DF0BDB223}"/>
                    </a:ext>
                  </a:extLst>
                </p14:cNvPr>
                <p14:cNvContentPartPr/>
                <p14:nvPr/>
              </p14:nvContentPartPr>
              <p14:xfrm>
                <a:off x="5033940" y="3853380"/>
                <a:ext cx="135720" cy="194400"/>
              </p14:xfrm>
            </p:contentPart>
          </mc:Choice>
          <mc:Fallback>
            <p:pic>
              <p:nvPicPr>
                <p:cNvPr id="35" name="Ink 34">
                  <a:extLst>
                    <a:ext uri="{FF2B5EF4-FFF2-40B4-BE49-F238E27FC236}">
                      <a16:creationId xmlns:a16="http://schemas.microsoft.com/office/drawing/2014/main" id="{AE6D1514-7DD2-4494-4F6A-327DF0BDB223}"/>
                    </a:ext>
                  </a:extLst>
                </p:cNvPr>
                <p:cNvPicPr/>
                <p:nvPr/>
              </p:nvPicPr>
              <p:blipFill>
                <a:blip r:embed="rId89"/>
                <a:stretch>
                  <a:fillRect/>
                </a:stretch>
              </p:blipFill>
              <p:spPr>
                <a:xfrm>
                  <a:off x="5024940" y="3844380"/>
                  <a:ext cx="15336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36" name="Ink 35">
                  <a:extLst>
                    <a:ext uri="{FF2B5EF4-FFF2-40B4-BE49-F238E27FC236}">
                      <a16:creationId xmlns:a16="http://schemas.microsoft.com/office/drawing/2014/main" id="{56952E9C-75F6-4AB0-86EA-A0A3BCB60B3D}"/>
                    </a:ext>
                  </a:extLst>
                </p14:cNvPr>
                <p14:cNvContentPartPr/>
                <p14:nvPr/>
              </p14:nvContentPartPr>
              <p14:xfrm>
                <a:off x="5659620" y="3783540"/>
                <a:ext cx="49320" cy="198000"/>
              </p14:xfrm>
            </p:contentPart>
          </mc:Choice>
          <mc:Fallback>
            <p:pic>
              <p:nvPicPr>
                <p:cNvPr id="36" name="Ink 35">
                  <a:extLst>
                    <a:ext uri="{FF2B5EF4-FFF2-40B4-BE49-F238E27FC236}">
                      <a16:creationId xmlns:a16="http://schemas.microsoft.com/office/drawing/2014/main" id="{56952E9C-75F6-4AB0-86EA-A0A3BCB60B3D}"/>
                    </a:ext>
                  </a:extLst>
                </p:cNvPr>
                <p:cNvPicPr/>
                <p:nvPr/>
              </p:nvPicPr>
              <p:blipFill>
                <a:blip r:embed="rId91"/>
                <a:stretch>
                  <a:fillRect/>
                </a:stretch>
              </p:blipFill>
              <p:spPr>
                <a:xfrm>
                  <a:off x="5650620" y="3774540"/>
                  <a:ext cx="6696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7" name="Ink 36">
                  <a:extLst>
                    <a:ext uri="{FF2B5EF4-FFF2-40B4-BE49-F238E27FC236}">
                      <a16:creationId xmlns:a16="http://schemas.microsoft.com/office/drawing/2014/main" id="{A117D2CB-C7B9-49C6-1E29-D2671028FAF6}"/>
                    </a:ext>
                  </a:extLst>
                </p14:cNvPr>
                <p14:cNvContentPartPr/>
                <p14:nvPr/>
              </p14:nvContentPartPr>
              <p14:xfrm>
                <a:off x="5695980" y="3761580"/>
                <a:ext cx="146520" cy="170640"/>
              </p14:xfrm>
            </p:contentPart>
          </mc:Choice>
          <mc:Fallback>
            <p:pic>
              <p:nvPicPr>
                <p:cNvPr id="37" name="Ink 36">
                  <a:extLst>
                    <a:ext uri="{FF2B5EF4-FFF2-40B4-BE49-F238E27FC236}">
                      <a16:creationId xmlns:a16="http://schemas.microsoft.com/office/drawing/2014/main" id="{A117D2CB-C7B9-49C6-1E29-D2671028FAF6}"/>
                    </a:ext>
                  </a:extLst>
                </p:cNvPr>
                <p:cNvPicPr/>
                <p:nvPr/>
              </p:nvPicPr>
              <p:blipFill>
                <a:blip r:embed="rId93"/>
                <a:stretch>
                  <a:fillRect/>
                </a:stretch>
              </p:blipFill>
              <p:spPr>
                <a:xfrm>
                  <a:off x="5686980" y="3752580"/>
                  <a:ext cx="16416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8" name="Ink 37">
                  <a:extLst>
                    <a:ext uri="{FF2B5EF4-FFF2-40B4-BE49-F238E27FC236}">
                      <a16:creationId xmlns:a16="http://schemas.microsoft.com/office/drawing/2014/main" id="{74A068A7-A064-05B0-A654-E04FA9B99A6C}"/>
                    </a:ext>
                  </a:extLst>
                </p14:cNvPr>
                <p14:cNvContentPartPr/>
                <p14:nvPr/>
              </p14:nvContentPartPr>
              <p14:xfrm>
                <a:off x="5917020" y="3738180"/>
                <a:ext cx="96120" cy="252000"/>
              </p14:xfrm>
            </p:contentPart>
          </mc:Choice>
          <mc:Fallback>
            <p:pic>
              <p:nvPicPr>
                <p:cNvPr id="38" name="Ink 37">
                  <a:extLst>
                    <a:ext uri="{FF2B5EF4-FFF2-40B4-BE49-F238E27FC236}">
                      <a16:creationId xmlns:a16="http://schemas.microsoft.com/office/drawing/2014/main" id="{74A068A7-A064-05B0-A654-E04FA9B99A6C}"/>
                    </a:ext>
                  </a:extLst>
                </p:cNvPr>
                <p:cNvPicPr/>
                <p:nvPr/>
              </p:nvPicPr>
              <p:blipFill>
                <a:blip r:embed="rId95"/>
                <a:stretch>
                  <a:fillRect/>
                </a:stretch>
              </p:blipFill>
              <p:spPr>
                <a:xfrm>
                  <a:off x="5908380" y="3729540"/>
                  <a:ext cx="11376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9" name="Ink 38">
                  <a:extLst>
                    <a:ext uri="{FF2B5EF4-FFF2-40B4-BE49-F238E27FC236}">
                      <a16:creationId xmlns:a16="http://schemas.microsoft.com/office/drawing/2014/main" id="{038FE279-DC0A-9B9A-3E94-6AD236279FE4}"/>
                    </a:ext>
                  </a:extLst>
                </p14:cNvPr>
                <p14:cNvContentPartPr/>
                <p14:nvPr/>
              </p14:nvContentPartPr>
              <p14:xfrm>
                <a:off x="6121500" y="3835740"/>
                <a:ext cx="320040" cy="19440"/>
              </p14:xfrm>
            </p:contentPart>
          </mc:Choice>
          <mc:Fallback>
            <p:pic>
              <p:nvPicPr>
                <p:cNvPr id="39" name="Ink 38">
                  <a:extLst>
                    <a:ext uri="{FF2B5EF4-FFF2-40B4-BE49-F238E27FC236}">
                      <a16:creationId xmlns:a16="http://schemas.microsoft.com/office/drawing/2014/main" id="{038FE279-DC0A-9B9A-3E94-6AD236279FE4}"/>
                    </a:ext>
                  </a:extLst>
                </p:cNvPr>
                <p:cNvPicPr/>
                <p:nvPr/>
              </p:nvPicPr>
              <p:blipFill>
                <a:blip r:embed="rId97"/>
                <a:stretch>
                  <a:fillRect/>
                </a:stretch>
              </p:blipFill>
              <p:spPr>
                <a:xfrm>
                  <a:off x="6112500" y="3826740"/>
                  <a:ext cx="3376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40" name="Ink 39">
                  <a:extLst>
                    <a:ext uri="{FF2B5EF4-FFF2-40B4-BE49-F238E27FC236}">
                      <a16:creationId xmlns:a16="http://schemas.microsoft.com/office/drawing/2014/main" id="{E854FC99-6AD6-DA60-F2B3-1FBFDB483944}"/>
                    </a:ext>
                  </a:extLst>
                </p14:cNvPr>
                <p14:cNvContentPartPr/>
                <p14:nvPr/>
              </p14:nvContentPartPr>
              <p14:xfrm>
                <a:off x="6344340" y="3755460"/>
                <a:ext cx="114120" cy="115200"/>
              </p14:xfrm>
            </p:contentPart>
          </mc:Choice>
          <mc:Fallback>
            <p:pic>
              <p:nvPicPr>
                <p:cNvPr id="40" name="Ink 39">
                  <a:extLst>
                    <a:ext uri="{FF2B5EF4-FFF2-40B4-BE49-F238E27FC236}">
                      <a16:creationId xmlns:a16="http://schemas.microsoft.com/office/drawing/2014/main" id="{E854FC99-6AD6-DA60-F2B3-1FBFDB483944}"/>
                    </a:ext>
                  </a:extLst>
                </p:cNvPr>
                <p:cNvPicPr/>
                <p:nvPr/>
              </p:nvPicPr>
              <p:blipFill>
                <a:blip r:embed="rId99"/>
                <a:stretch>
                  <a:fillRect/>
                </a:stretch>
              </p:blipFill>
              <p:spPr>
                <a:xfrm>
                  <a:off x="6335700" y="3746460"/>
                  <a:ext cx="1317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1" name="Ink 40">
                  <a:extLst>
                    <a:ext uri="{FF2B5EF4-FFF2-40B4-BE49-F238E27FC236}">
                      <a16:creationId xmlns:a16="http://schemas.microsoft.com/office/drawing/2014/main" id="{003104E0-5CC8-744E-9787-52B0C0B4689E}"/>
                    </a:ext>
                  </a:extLst>
                </p14:cNvPr>
                <p14:cNvContentPartPr/>
                <p14:nvPr/>
              </p14:nvContentPartPr>
              <p14:xfrm>
                <a:off x="6566460" y="3727740"/>
                <a:ext cx="145080" cy="208080"/>
              </p14:xfrm>
            </p:contentPart>
          </mc:Choice>
          <mc:Fallback>
            <p:pic>
              <p:nvPicPr>
                <p:cNvPr id="41" name="Ink 40">
                  <a:extLst>
                    <a:ext uri="{FF2B5EF4-FFF2-40B4-BE49-F238E27FC236}">
                      <a16:creationId xmlns:a16="http://schemas.microsoft.com/office/drawing/2014/main" id="{003104E0-5CC8-744E-9787-52B0C0B4689E}"/>
                    </a:ext>
                  </a:extLst>
                </p:cNvPr>
                <p:cNvPicPr/>
                <p:nvPr/>
              </p:nvPicPr>
              <p:blipFill>
                <a:blip r:embed="rId101"/>
                <a:stretch>
                  <a:fillRect/>
                </a:stretch>
              </p:blipFill>
              <p:spPr>
                <a:xfrm>
                  <a:off x="6557460" y="3718740"/>
                  <a:ext cx="16272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2" name="Ink 41">
                  <a:extLst>
                    <a:ext uri="{FF2B5EF4-FFF2-40B4-BE49-F238E27FC236}">
                      <a16:creationId xmlns:a16="http://schemas.microsoft.com/office/drawing/2014/main" id="{4414C87C-2373-8D6E-FC86-5A43DDCF1478}"/>
                    </a:ext>
                  </a:extLst>
                </p14:cNvPr>
                <p14:cNvContentPartPr/>
                <p14:nvPr/>
              </p14:nvContentPartPr>
              <p14:xfrm>
                <a:off x="6743580" y="3726300"/>
                <a:ext cx="167760" cy="190800"/>
              </p14:xfrm>
            </p:contentPart>
          </mc:Choice>
          <mc:Fallback>
            <p:pic>
              <p:nvPicPr>
                <p:cNvPr id="42" name="Ink 41">
                  <a:extLst>
                    <a:ext uri="{FF2B5EF4-FFF2-40B4-BE49-F238E27FC236}">
                      <a16:creationId xmlns:a16="http://schemas.microsoft.com/office/drawing/2014/main" id="{4414C87C-2373-8D6E-FC86-5A43DDCF1478}"/>
                    </a:ext>
                  </a:extLst>
                </p:cNvPr>
                <p:cNvPicPr/>
                <p:nvPr/>
              </p:nvPicPr>
              <p:blipFill>
                <a:blip r:embed="rId103"/>
                <a:stretch>
                  <a:fillRect/>
                </a:stretch>
              </p:blipFill>
              <p:spPr>
                <a:xfrm>
                  <a:off x="6734580" y="3717660"/>
                  <a:ext cx="18540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3" name="Ink 42">
                  <a:extLst>
                    <a:ext uri="{FF2B5EF4-FFF2-40B4-BE49-F238E27FC236}">
                      <a16:creationId xmlns:a16="http://schemas.microsoft.com/office/drawing/2014/main" id="{BC734521-F5FC-E3C3-B8D9-82B9EC86A94D}"/>
                    </a:ext>
                  </a:extLst>
                </p14:cNvPr>
                <p14:cNvContentPartPr/>
                <p14:nvPr/>
              </p14:nvContentPartPr>
              <p14:xfrm>
                <a:off x="6763740" y="3835380"/>
                <a:ext cx="119520" cy="6840"/>
              </p14:xfrm>
            </p:contentPart>
          </mc:Choice>
          <mc:Fallback>
            <p:pic>
              <p:nvPicPr>
                <p:cNvPr id="43" name="Ink 42">
                  <a:extLst>
                    <a:ext uri="{FF2B5EF4-FFF2-40B4-BE49-F238E27FC236}">
                      <a16:creationId xmlns:a16="http://schemas.microsoft.com/office/drawing/2014/main" id="{BC734521-F5FC-E3C3-B8D9-82B9EC86A94D}"/>
                    </a:ext>
                  </a:extLst>
                </p:cNvPr>
                <p:cNvPicPr/>
                <p:nvPr/>
              </p:nvPicPr>
              <p:blipFill>
                <a:blip r:embed="rId105"/>
                <a:stretch>
                  <a:fillRect/>
                </a:stretch>
              </p:blipFill>
              <p:spPr>
                <a:xfrm>
                  <a:off x="6754740" y="3826380"/>
                  <a:ext cx="1371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4" name="Ink 43">
                  <a:extLst>
                    <a:ext uri="{FF2B5EF4-FFF2-40B4-BE49-F238E27FC236}">
                      <a16:creationId xmlns:a16="http://schemas.microsoft.com/office/drawing/2014/main" id="{E0A9D4E3-2BEE-EBA7-AA3C-76F84697FAA6}"/>
                    </a:ext>
                  </a:extLst>
                </p14:cNvPr>
                <p14:cNvContentPartPr/>
                <p14:nvPr/>
              </p14:nvContentPartPr>
              <p14:xfrm>
                <a:off x="7315260" y="3742500"/>
                <a:ext cx="21600" cy="163440"/>
              </p14:xfrm>
            </p:contentPart>
          </mc:Choice>
          <mc:Fallback>
            <p:pic>
              <p:nvPicPr>
                <p:cNvPr id="44" name="Ink 43">
                  <a:extLst>
                    <a:ext uri="{FF2B5EF4-FFF2-40B4-BE49-F238E27FC236}">
                      <a16:creationId xmlns:a16="http://schemas.microsoft.com/office/drawing/2014/main" id="{E0A9D4E3-2BEE-EBA7-AA3C-76F84697FAA6}"/>
                    </a:ext>
                  </a:extLst>
                </p:cNvPr>
                <p:cNvPicPr/>
                <p:nvPr/>
              </p:nvPicPr>
              <p:blipFill>
                <a:blip r:embed="rId107"/>
                <a:stretch>
                  <a:fillRect/>
                </a:stretch>
              </p:blipFill>
              <p:spPr>
                <a:xfrm>
                  <a:off x="7306260" y="3733500"/>
                  <a:ext cx="3924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5" name="Ink 44">
                  <a:extLst>
                    <a:ext uri="{FF2B5EF4-FFF2-40B4-BE49-F238E27FC236}">
                      <a16:creationId xmlns:a16="http://schemas.microsoft.com/office/drawing/2014/main" id="{67692384-715E-FCF1-C58C-966BB2BC749C}"/>
                    </a:ext>
                  </a:extLst>
                </p14:cNvPr>
                <p14:cNvContentPartPr/>
                <p14:nvPr/>
              </p14:nvContentPartPr>
              <p14:xfrm>
                <a:off x="7417860" y="3747900"/>
                <a:ext cx="105480" cy="164160"/>
              </p14:xfrm>
            </p:contentPart>
          </mc:Choice>
          <mc:Fallback>
            <p:pic>
              <p:nvPicPr>
                <p:cNvPr id="45" name="Ink 44">
                  <a:extLst>
                    <a:ext uri="{FF2B5EF4-FFF2-40B4-BE49-F238E27FC236}">
                      <a16:creationId xmlns:a16="http://schemas.microsoft.com/office/drawing/2014/main" id="{67692384-715E-FCF1-C58C-966BB2BC749C}"/>
                    </a:ext>
                  </a:extLst>
                </p:cNvPr>
                <p:cNvPicPr/>
                <p:nvPr/>
              </p:nvPicPr>
              <p:blipFill>
                <a:blip r:embed="rId109"/>
                <a:stretch>
                  <a:fillRect/>
                </a:stretch>
              </p:blipFill>
              <p:spPr>
                <a:xfrm>
                  <a:off x="7408860" y="3738900"/>
                  <a:ext cx="1231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6" name="Ink 45">
                  <a:extLst>
                    <a:ext uri="{FF2B5EF4-FFF2-40B4-BE49-F238E27FC236}">
                      <a16:creationId xmlns:a16="http://schemas.microsoft.com/office/drawing/2014/main" id="{ECF03F48-4F31-3A76-4C40-618B1D86E5E9}"/>
                    </a:ext>
                  </a:extLst>
                </p14:cNvPr>
                <p14:cNvContentPartPr/>
                <p14:nvPr/>
              </p14:nvContentPartPr>
              <p14:xfrm>
                <a:off x="7569060" y="3706140"/>
                <a:ext cx="196200" cy="199800"/>
              </p14:xfrm>
            </p:contentPart>
          </mc:Choice>
          <mc:Fallback>
            <p:pic>
              <p:nvPicPr>
                <p:cNvPr id="46" name="Ink 45">
                  <a:extLst>
                    <a:ext uri="{FF2B5EF4-FFF2-40B4-BE49-F238E27FC236}">
                      <a16:creationId xmlns:a16="http://schemas.microsoft.com/office/drawing/2014/main" id="{ECF03F48-4F31-3A76-4C40-618B1D86E5E9}"/>
                    </a:ext>
                  </a:extLst>
                </p:cNvPr>
                <p:cNvPicPr/>
                <p:nvPr/>
              </p:nvPicPr>
              <p:blipFill>
                <a:blip r:embed="rId111"/>
                <a:stretch>
                  <a:fillRect/>
                </a:stretch>
              </p:blipFill>
              <p:spPr>
                <a:xfrm>
                  <a:off x="7560060" y="3697500"/>
                  <a:ext cx="21384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7" name="Ink 46">
                  <a:extLst>
                    <a:ext uri="{FF2B5EF4-FFF2-40B4-BE49-F238E27FC236}">
                      <a16:creationId xmlns:a16="http://schemas.microsoft.com/office/drawing/2014/main" id="{8D979FA6-F5C0-EB55-F9D8-A3DD12868DCD}"/>
                    </a:ext>
                  </a:extLst>
                </p14:cNvPr>
                <p14:cNvContentPartPr/>
                <p14:nvPr/>
              </p14:nvContentPartPr>
              <p14:xfrm>
                <a:off x="7687860" y="3673740"/>
                <a:ext cx="237240" cy="242280"/>
              </p14:xfrm>
            </p:contentPart>
          </mc:Choice>
          <mc:Fallback>
            <p:pic>
              <p:nvPicPr>
                <p:cNvPr id="47" name="Ink 46">
                  <a:extLst>
                    <a:ext uri="{FF2B5EF4-FFF2-40B4-BE49-F238E27FC236}">
                      <a16:creationId xmlns:a16="http://schemas.microsoft.com/office/drawing/2014/main" id="{8D979FA6-F5C0-EB55-F9D8-A3DD12868DCD}"/>
                    </a:ext>
                  </a:extLst>
                </p:cNvPr>
                <p:cNvPicPr/>
                <p:nvPr/>
              </p:nvPicPr>
              <p:blipFill>
                <a:blip r:embed="rId113"/>
                <a:stretch>
                  <a:fillRect/>
                </a:stretch>
              </p:blipFill>
              <p:spPr>
                <a:xfrm>
                  <a:off x="7678860" y="3664740"/>
                  <a:ext cx="25488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8" name="Ink 47">
                  <a:extLst>
                    <a:ext uri="{FF2B5EF4-FFF2-40B4-BE49-F238E27FC236}">
                      <a16:creationId xmlns:a16="http://schemas.microsoft.com/office/drawing/2014/main" id="{D06261EE-766F-D154-2AE4-8A9C3F484641}"/>
                    </a:ext>
                  </a:extLst>
                </p14:cNvPr>
                <p14:cNvContentPartPr/>
                <p14:nvPr/>
              </p14:nvContentPartPr>
              <p14:xfrm>
                <a:off x="7888020" y="3779220"/>
                <a:ext cx="98280" cy="37440"/>
              </p14:xfrm>
            </p:contentPart>
          </mc:Choice>
          <mc:Fallback>
            <p:pic>
              <p:nvPicPr>
                <p:cNvPr id="48" name="Ink 47">
                  <a:extLst>
                    <a:ext uri="{FF2B5EF4-FFF2-40B4-BE49-F238E27FC236}">
                      <a16:creationId xmlns:a16="http://schemas.microsoft.com/office/drawing/2014/main" id="{D06261EE-766F-D154-2AE4-8A9C3F484641}"/>
                    </a:ext>
                  </a:extLst>
                </p:cNvPr>
                <p:cNvPicPr/>
                <p:nvPr/>
              </p:nvPicPr>
              <p:blipFill>
                <a:blip r:embed="rId115"/>
                <a:stretch>
                  <a:fillRect/>
                </a:stretch>
              </p:blipFill>
              <p:spPr>
                <a:xfrm>
                  <a:off x="7879380" y="3770220"/>
                  <a:ext cx="11592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3" name="Ink 52">
                  <a:extLst>
                    <a:ext uri="{FF2B5EF4-FFF2-40B4-BE49-F238E27FC236}">
                      <a16:creationId xmlns:a16="http://schemas.microsoft.com/office/drawing/2014/main" id="{43ABADA2-7D0D-0DB7-323F-88FDC25CBC76}"/>
                    </a:ext>
                  </a:extLst>
                </p14:cNvPr>
                <p14:cNvContentPartPr/>
                <p14:nvPr/>
              </p14:nvContentPartPr>
              <p14:xfrm>
                <a:off x="3352380" y="2378100"/>
                <a:ext cx="7200" cy="237600"/>
              </p14:xfrm>
            </p:contentPart>
          </mc:Choice>
          <mc:Fallback>
            <p:pic>
              <p:nvPicPr>
                <p:cNvPr id="53" name="Ink 52">
                  <a:extLst>
                    <a:ext uri="{FF2B5EF4-FFF2-40B4-BE49-F238E27FC236}">
                      <a16:creationId xmlns:a16="http://schemas.microsoft.com/office/drawing/2014/main" id="{43ABADA2-7D0D-0DB7-323F-88FDC25CBC76}"/>
                    </a:ext>
                  </a:extLst>
                </p:cNvPr>
                <p:cNvPicPr/>
                <p:nvPr/>
              </p:nvPicPr>
              <p:blipFill>
                <a:blip r:embed="rId117"/>
                <a:stretch>
                  <a:fillRect/>
                </a:stretch>
              </p:blipFill>
              <p:spPr>
                <a:xfrm>
                  <a:off x="3343380" y="2369460"/>
                  <a:ext cx="2484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4" name="Ink 53">
                  <a:extLst>
                    <a:ext uri="{FF2B5EF4-FFF2-40B4-BE49-F238E27FC236}">
                      <a16:creationId xmlns:a16="http://schemas.microsoft.com/office/drawing/2014/main" id="{70913344-D4C9-DA1B-EAA1-E95A71FF50A2}"/>
                    </a:ext>
                  </a:extLst>
                </p14:cNvPr>
                <p14:cNvContentPartPr/>
                <p14:nvPr/>
              </p14:nvContentPartPr>
              <p14:xfrm>
                <a:off x="3436980" y="2414820"/>
                <a:ext cx="126360" cy="183600"/>
              </p14:xfrm>
            </p:contentPart>
          </mc:Choice>
          <mc:Fallback>
            <p:pic>
              <p:nvPicPr>
                <p:cNvPr id="54" name="Ink 53">
                  <a:extLst>
                    <a:ext uri="{FF2B5EF4-FFF2-40B4-BE49-F238E27FC236}">
                      <a16:creationId xmlns:a16="http://schemas.microsoft.com/office/drawing/2014/main" id="{70913344-D4C9-DA1B-EAA1-E95A71FF50A2}"/>
                    </a:ext>
                  </a:extLst>
                </p:cNvPr>
                <p:cNvPicPr/>
                <p:nvPr/>
              </p:nvPicPr>
              <p:blipFill>
                <a:blip r:embed="rId119"/>
                <a:stretch>
                  <a:fillRect/>
                </a:stretch>
              </p:blipFill>
              <p:spPr>
                <a:xfrm>
                  <a:off x="3428340" y="2406180"/>
                  <a:ext cx="14400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5" name="Ink 54">
                  <a:extLst>
                    <a:ext uri="{FF2B5EF4-FFF2-40B4-BE49-F238E27FC236}">
                      <a16:creationId xmlns:a16="http://schemas.microsoft.com/office/drawing/2014/main" id="{754D64F9-B6DB-67CE-E441-C3F49D12F4D5}"/>
                    </a:ext>
                  </a:extLst>
                </p14:cNvPr>
                <p14:cNvContentPartPr/>
                <p14:nvPr/>
              </p14:nvContentPartPr>
              <p14:xfrm>
                <a:off x="3659460" y="2437140"/>
                <a:ext cx="7560" cy="20520"/>
              </p14:xfrm>
            </p:contentPart>
          </mc:Choice>
          <mc:Fallback>
            <p:pic>
              <p:nvPicPr>
                <p:cNvPr id="55" name="Ink 54">
                  <a:extLst>
                    <a:ext uri="{FF2B5EF4-FFF2-40B4-BE49-F238E27FC236}">
                      <a16:creationId xmlns:a16="http://schemas.microsoft.com/office/drawing/2014/main" id="{754D64F9-B6DB-67CE-E441-C3F49D12F4D5}"/>
                    </a:ext>
                  </a:extLst>
                </p:cNvPr>
                <p:cNvPicPr/>
                <p:nvPr/>
              </p:nvPicPr>
              <p:blipFill>
                <a:blip r:embed="rId121"/>
                <a:stretch>
                  <a:fillRect/>
                </a:stretch>
              </p:blipFill>
              <p:spPr>
                <a:xfrm>
                  <a:off x="3650820" y="2428140"/>
                  <a:ext cx="252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6" name="Ink 55">
                  <a:extLst>
                    <a:ext uri="{FF2B5EF4-FFF2-40B4-BE49-F238E27FC236}">
                      <a16:creationId xmlns:a16="http://schemas.microsoft.com/office/drawing/2014/main" id="{DF1B5B7B-7A5E-CDE5-652E-9812D9F73E1B}"/>
                    </a:ext>
                  </a:extLst>
                </p14:cNvPr>
                <p14:cNvContentPartPr/>
                <p14:nvPr/>
              </p14:nvContentPartPr>
              <p14:xfrm>
                <a:off x="3644700" y="2577900"/>
                <a:ext cx="11160" cy="8640"/>
              </p14:xfrm>
            </p:contentPart>
          </mc:Choice>
          <mc:Fallback>
            <p:pic>
              <p:nvPicPr>
                <p:cNvPr id="56" name="Ink 55">
                  <a:extLst>
                    <a:ext uri="{FF2B5EF4-FFF2-40B4-BE49-F238E27FC236}">
                      <a16:creationId xmlns:a16="http://schemas.microsoft.com/office/drawing/2014/main" id="{DF1B5B7B-7A5E-CDE5-652E-9812D9F73E1B}"/>
                    </a:ext>
                  </a:extLst>
                </p:cNvPr>
                <p:cNvPicPr/>
                <p:nvPr/>
              </p:nvPicPr>
              <p:blipFill>
                <a:blip r:embed="rId123"/>
                <a:stretch>
                  <a:fillRect/>
                </a:stretch>
              </p:blipFill>
              <p:spPr>
                <a:xfrm>
                  <a:off x="3636060" y="2568900"/>
                  <a:ext cx="2880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7" name="Ink 56">
                  <a:extLst>
                    <a:ext uri="{FF2B5EF4-FFF2-40B4-BE49-F238E27FC236}">
                      <a16:creationId xmlns:a16="http://schemas.microsoft.com/office/drawing/2014/main" id="{B787E8B9-6744-92E9-C2BD-9F7EA0C9078C}"/>
                    </a:ext>
                  </a:extLst>
                </p14:cNvPr>
                <p14:cNvContentPartPr/>
                <p14:nvPr/>
              </p14:nvContentPartPr>
              <p14:xfrm>
                <a:off x="3720660" y="2439660"/>
                <a:ext cx="114480" cy="178200"/>
              </p14:xfrm>
            </p:contentPart>
          </mc:Choice>
          <mc:Fallback>
            <p:pic>
              <p:nvPicPr>
                <p:cNvPr id="57" name="Ink 56">
                  <a:extLst>
                    <a:ext uri="{FF2B5EF4-FFF2-40B4-BE49-F238E27FC236}">
                      <a16:creationId xmlns:a16="http://schemas.microsoft.com/office/drawing/2014/main" id="{B787E8B9-6744-92E9-C2BD-9F7EA0C9078C}"/>
                    </a:ext>
                  </a:extLst>
                </p:cNvPr>
                <p:cNvPicPr/>
                <p:nvPr/>
              </p:nvPicPr>
              <p:blipFill>
                <a:blip r:embed="rId125"/>
                <a:stretch>
                  <a:fillRect/>
                </a:stretch>
              </p:blipFill>
              <p:spPr>
                <a:xfrm>
                  <a:off x="3711660" y="2431020"/>
                  <a:ext cx="1321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8" name="Ink 57">
                  <a:extLst>
                    <a:ext uri="{FF2B5EF4-FFF2-40B4-BE49-F238E27FC236}">
                      <a16:creationId xmlns:a16="http://schemas.microsoft.com/office/drawing/2014/main" id="{0B35CE10-9C63-54FF-0C96-F6E486DF445C}"/>
                    </a:ext>
                  </a:extLst>
                </p14:cNvPr>
                <p14:cNvContentPartPr/>
                <p14:nvPr/>
              </p14:nvContentPartPr>
              <p14:xfrm>
                <a:off x="3910380" y="2436060"/>
                <a:ext cx="126720" cy="189360"/>
              </p14:xfrm>
            </p:contentPart>
          </mc:Choice>
          <mc:Fallback>
            <p:pic>
              <p:nvPicPr>
                <p:cNvPr id="58" name="Ink 57">
                  <a:extLst>
                    <a:ext uri="{FF2B5EF4-FFF2-40B4-BE49-F238E27FC236}">
                      <a16:creationId xmlns:a16="http://schemas.microsoft.com/office/drawing/2014/main" id="{0B35CE10-9C63-54FF-0C96-F6E486DF445C}"/>
                    </a:ext>
                  </a:extLst>
                </p:cNvPr>
                <p:cNvPicPr/>
                <p:nvPr/>
              </p:nvPicPr>
              <p:blipFill>
                <a:blip r:embed="rId127"/>
                <a:stretch>
                  <a:fillRect/>
                </a:stretch>
              </p:blipFill>
              <p:spPr>
                <a:xfrm>
                  <a:off x="3901380" y="2427060"/>
                  <a:ext cx="1443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9" name="Ink 58">
                  <a:extLst>
                    <a:ext uri="{FF2B5EF4-FFF2-40B4-BE49-F238E27FC236}">
                      <a16:creationId xmlns:a16="http://schemas.microsoft.com/office/drawing/2014/main" id="{432F38DF-7380-54F4-F571-FB7D4DCCFD1B}"/>
                    </a:ext>
                  </a:extLst>
                </p14:cNvPr>
                <p14:cNvContentPartPr/>
                <p14:nvPr/>
              </p14:nvContentPartPr>
              <p14:xfrm>
                <a:off x="4123500" y="2372340"/>
                <a:ext cx="140400" cy="221400"/>
              </p14:xfrm>
            </p:contentPart>
          </mc:Choice>
          <mc:Fallback>
            <p:pic>
              <p:nvPicPr>
                <p:cNvPr id="59" name="Ink 58">
                  <a:extLst>
                    <a:ext uri="{FF2B5EF4-FFF2-40B4-BE49-F238E27FC236}">
                      <a16:creationId xmlns:a16="http://schemas.microsoft.com/office/drawing/2014/main" id="{432F38DF-7380-54F4-F571-FB7D4DCCFD1B}"/>
                    </a:ext>
                  </a:extLst>
                </p:cNvPr>
                <p:cNvPicPr/>
                <p:nvPr/>
              </p:nvPicPr>
              <p:blipFill>
                <a:blip r:embed="rId129"/>
                <a:stretch>
                  <a:fillRect/>
                </a:stretch>
              </p:blipFill>
              <p:spPr>
                <a:xfrm>
                  <a:off x="4114500" y="2363700"/>
                  <a:ext cx="1580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0" name="Ink 59">
                  <a:extLst>
                    <a:ext uri="{FF2B5EF4-FFF2-40B4-BE49-F238E27FC236}">
                      <a16:creationId xmlns:a16="http://schemas.microsoft.com/office/drawing/2014/main" id="{E5DF4443-5C86-F2FA-848C-CD301525AD0C}"/>
                    </a:ext>
                  </a:extLst>
                </p14:cNvPr>
                <p14:cNvContentPartPr/>
                <p14:nvPr/>
              </p14:nvContentPartPr>
              <p14:xfrm>
                <a:off x="4177860" y="2413020"/>
                <a:ext cx="357120" cy="189360"/>
              </p14:xfrm>
            </p:contentPart>
          </mc:Choice>
          <mc:Fallback>
            <p:pic>
              <p:nvPicPr>
                <p:cNvPr id="60" name="Ink 59">
                  <a:extLst>
                    <a:ext uri="{FF2B5EF4-FFF2-40B4-BE49-F238E27FC236}">
                      <a16:creationId xmlns:a16="http://schemas.microsoft.com/office/drawing/2014/main" id="{E5DF4443-5C86-F2FA-848C-CD301525AD0C}"/>
                    </a:ext>
                  </a:extLst>
                </p:cNvPr>
                <p:cNvPicPr/>
                <p:nvPr/>
              </p:nvPicPr>
              <p:blipFill>
                <a:blip r:embed="rId131"/>
                <a:stretch>
                  <a:fillRect/>
                </a:stretch>
              </p:blipFill>
              <p:spPr>
                <a:xfrm>
                  <a:off x="4169220" y="2404380"/>
                  <a:ext cx="3747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7" name="Ink 76">
                  <a:extLst>
                    <a:ext uri="{FF2B5EF4-FFF2-40B4-BE49-F238E27FC236}">
                      <a16:creationId xmlns:a16="http://schemas.microsoft.com/office/drawing/2014/main" id="{94389EA1-3A26-6812-A4AD-5FCD544B9326}"/>
                    </a:ext>
                  </a:extLst>
                </p14:cNvPr>
                <p14:cNvContentPartPr/>
                <p14:nvPr/>
              </p14:nvContentPartPr>
              <p14:xfrm>
                <a:off x="3238260" y="3845100"/>
                <a:ext cx="143640" cy="135360"/>
              </p14:xfrm>
            </p:contentPart>
          </mc:Choice>
          <mc:Fallback>
            <p:pic>
              <p:nvPicPr>
                <p:cNvPr id="77" name="Ink 76">
                  <a:extLst>
                    <a:ext uri="{FF2B5EF4-FFF2-40B4-BE49-F238E27FC236}">
                      <a16:creationId xmlns:a16="http://schemas.microsoft.com/office/drawing/2014/main" id="{94389EA1-3A26-6812-A4AD-5FCD544B9326}"/>
                    </a:ext>
                  </a:extLst>
                </p:cNvPr>
                <p:cNvPicPr/>
                <p:nvPr/>
              </p:nvPicPr>
              <p:blipFill>
                <a:blip r:embed="rId133"/>
                <a:stretch>
                  <a:fillRect/>
                </a:stretch>
              </p:blipFill>
              <p:spPr>
                <a:xfrm>
                  <a:off x="3229620" y="3836100"/>
                  <a:ext cx="16128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8" name="Ink 77">
                  <a:extLst>
                    <a:ext uri="{FF2B5EF4-FFF2-40B4-BE49-F238E27FC236}">
                      <a16:creationId xmlns:a16="http://schemas.microsoft.com/office/drawing/2014/main" id="{112684BE-023B-5B24-4AF5-FEEDA5AD18A1}"/>
                    </a:ext>
                  </a:extLst>
                </p14:cNvPr>
                <p14:cNvContentPartPr/>
                <p14:nvPr/>
              </p14:nvContentPartPr>
              <p14:xfrm>
                <a:off x="3175980" y="3697500"/>
                <a:ext cx="264240" cy="358560"/>
              </p14:xfrm>
            </p:contentPart>
          </mc:Choice>
          <mc:Fallback>
            <p:pic>
              <p:nvPicPr>
                <p:cNvPr id="78" name="Ink 77">
                  <a:extLst>
                    <a:ext uri="{FF2B5EF4-FFF2-40B4-BE49-F238E27FC236}">
                      <a16:creationId xmlns:a16="http://schemas.microsoft.com/office/drawing/2014/main" id="{112684BE-023B-5B24-4AF5-FEEDA5AD18A1}"/>
                    </a:ext>
                  </a:extLst>
                </p:cNvPr>
                <p:cNvPicPr/>
                <p:nvPr/>
              </p:nvPicPr>
              <p:blipFill>
                <a:blip r:embed="rId135"/>
                <a:stretch>
                  <a:fillRect/>
                </a:stretch>
              </p:blipFill>
              <p:spPr>
                <a:xfrm>
                  <a:off x="3166980" y="3688500"/>
                  <a:ext cx="28188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9" name="Ink 78">
                  <a:extLst>
                    <a:ext uri="{FF2B5EF4-FFF2-40B4-BE49-F238E27FC236}">
                      <a16:creationId xmlns:a16="http://schemas.microsoft.com/office/drawing/2014/main" id="{736F731F-47E9-6088-935D-AAB0E938AACF}"/>
                    </a:ext>
                  </a:extLst>
                </p14:cNvPr>
                <p14:cNvContentPartPr/>
                <p14:nvPr/>
              </p14:nvContentPartPr>
              <p14:xfrm>
                <a:off x="4139700" y="4893060"/>
                <a:ext cx="34920" cy="364680"/>
              </p14:xfrm>
            </p:contentPart>
          </mc:Choice>
          <mc:Fallback>
            <p:pic>
              <p:nvPicPr>
                <p:cNvPr id="79" name="Ink 78">
                  <a:extLst>
                    <a:ext uri="{FF2B5EF4-FFF2-40B4-BE49-F238E27FC236}">
                      <a16:creationId xmlns:a16="http://schemas.microsoft.com/office/drawing/2014/main" id="{736F731F-47E9-6088-935D-AAB0E938AACF}"/>
                    </a:ext>
                  </a:extLst>
                </p:cNvPr>
                <p:cNvPicPr/>
                <p:nvPr/>
              </p:nvPicPr>
              <p:blipFill>
                <a:blip r:embed="rId137"/>
                <a:stretch>
                  <a:fillRect/>
                </a:stretch>
              </p:blipFill>
              <p:spPr>
                <a:xfrm>
                  <a:off x="4131060" y="4884420"/>
                  <a:ext cx="52560" cy="3823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0" name="Ink 79">
                  <a:extLst>
                    <a:ext uri="{FF2B5EF4-FFF2-40B4-BE49-F238E27FC236}">
                      <a16:creationId xmlns:a16="http://schemas.microsoft.com/office/drawing/2014/main" id="{7DB5A270-18C0-A5B8-14ED-A2F24C50B6DC}"/>
                    </a:ext>
                  </a:extLst>
                </p14:cNvPr>
                <p14:cNvContentPartPr/>
                <p14:nvPr/>
              </p14:nvContentPartPr>
              <p14:xfrm>
                <a:off x="4081740" y="5247300"/>
                <a:ext cx="158760" cy="91440"/>
              </p14:xfrm>
            </p:contentPart>
          </mc:Choice>
          <mc:Fallback>
            <p:pic>
              <p:nvPicPr>
                <p:cNvPr id="80" name="Ink 79">
                  <a:extLst>
                    <a:ext uri="{FF2B5EF4-FFF2-40B4-BE49-F238E27FC236}">
                      <a16:creationId xmlns:a16="http://schemas.microsoft.com/office/drawing/2014/main" id="{7DB5A270-18C0-A5B8-14ED-A2F24C50B6DC}"/>
                    </a:ext>
                  </a:extLst>
                </p:cNvPr>
                <p:cNvPicPr/>
                <p:nvPr/>
              </p:nvPicPr>
              <p:blipFill>
                <a:blip r:embed="rId139"/>
                <a:stretch>
                  <a:fillRect/>
                </a:stretch>
              </p:blipFill>
              <p:spPr>
                <a:xfrm>
                  <a:off x="4072740" y="5238300"/>
                  <a:ext cx="17640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3" name="Ink 82">
                  <a:extLst>
                    <a:ext uri="{FF2B5EF4-FFF2-40B4-BE49-F238E27FC236}">
                      <a16:creationId xmlns:a16="http://schemas.microsoft.com/office/drawing/2014/main" id="{09964EFC-8DAE-16E4-BEF5-9E43A8896E01}"/>
                    </a:ext>
                  </a:extLst>
                </p14:cNvPr>
                <p14:cNvContentPartPr/>
                <p14:nvPr/>
              </p14:nvContentPartPr>
              <p14:xfrm>
                <a:off x="4010460" y="5549340"/>
                <a:ext cx="171000" cy="14040"/>
              </p14:xfrm>
            </p:contentPart>
          </mc:Choice>
          <mc:Fallback>
            <p:pic>
              <p:nvPicPr>
                <p:cNvPr id="83" name="Ink 82">
                  <a:extLst>
                    <a:ext uri="{FF2B5EF4-FFF2-40B4-BE49-F238E27FC236}">
                      <a16:creationId xmlns:a16="http://schemas.microsoft.com/office/drawing/2014/main" id="{09964EFC-8DAE-16E4-BEF5-9E43A8896E01}"/>
                    </a:ext>
                  </a:extLst>
                </p:cNvPr>
                <p:cNvPicPr/>
                <p:nvPr/>
              </p:nvPicPr>
              <p:blipFill>
                <a:blip r:embed="rId141"/>
                <a:stretch>
                  <a:fillRect/>
                </a:stretch>
              </p:blipFill>
              <p:spPr>
                <a:xfrm>
                  <a:off x="4001460" y="5540340"/>
                  <a:ext cx="1886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4" name="Ink 83">
                  <a:extLst>
                    <a:ext uri="{FF2B5EF4-FFF2-40B4-BE49-F238E27FC236}">
                      <a16:creationId xmlns:a16="http://schemas.microsoft.com/office/drawing/2014/main" id="{56BB0A12-179E-83CE-9CE3-90C0481103DC}"/>
                    </a:ext>
                  </a:extLst>
                </p14:cNvPr>
                <p14:cNvContentPartPr/>
                <p14:nvPr/>
              </p14:nvContentPartPr>
              <p14:xfrm>
                <a:off x="4374060" y="5548980"/>
                <a:ext cx="165600" cy="13680"/>
              </p14:xfrm>
            </p:contentPart>
          </mc:Choice>
          <mc:Fallback>
            <p:pic>
              <p:nvPicPr>
                <p:cNvPr id="84" name="Ink 83">
                  <a:extLst>
                    <a:ext uri="{FF2B5EF4-FFF2-40B4-BE49-F238E27FC236}">
                      <a16:creationId xmlns:a16="http://schemas.microsoft.com/office/drawing/2014/main" id="{56BB0A12-179E-83CE-9CE3-90C0481103DC}"/>
                    </a:ext>
                  </a:extLst>
                </p:cNvPr>
                <p:cNvPicPr/>
                <p:nvPr/>
              </p:nvPicPr>
              <p:blipFill>
                <a:blip r:embed="rId143"/>
                <a:stretch>
                  <a:fillRect/>
                </a:stretch>
              </p:blipFill>
              <p:spPr>
                <a:xfrm>
                  <a:off x="4365060" y="5540340"/>
                  <a:ext cx="1832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5" name="Ink 84">
                  <a:extLst>
                    <a:ext uri="{FF2B5EF4-FFF2-40B4-BE49-F238E27FC236}">
                      <a16:creationId xmlns:a16="http://schemas.microsoft.com/office/drawing/2014/main" id="{4F0A9A1D-ADC2-21A0-347C-815D2EE46B9B}"/>
                    </a:ext>
                  </a:extLst>
                </p14:cNvPr>
                <p14:cNvContentPartPr/>
                <p14:nvPr/>
              </p14:nvContentPartPr>
              <p14:xfrm>
                <a:off x="4317540" y="5734020"/>
                <a:ext cx="206640" cy="7560"/>
              </p14:xfrm>
            </p:contentPart>
          </mc:Choice>
          <mc:Fallback>
            <p:pic>
              <p:nvPicPr>
                <p:cNvPr id="85" name="Ink 84">
                  <a:extLst>
                    <a:ext uri="{FF2B5EF4-FFF2-40B4-BE49-F238E27FC236}">
                      <a16:creationId xmlns:a16="http://schemas.microsoft.com/office/drawing/2014/main" id="{4F0A9A1D-ADC2-21A0-347C-815D2EE46B9B}"/>
                    </a:ext>
                  </a:extLst>
                </p:cNvPr>
                <p:cNvPicPr/>
                <p:nvPr/>
              </p:nvPicPr>
              <p:blipFill>
                <a:blip r:embed="rId145"/>
                <a:stretch>
                  <a:fillRect/>
                </a:stretch>
              </p:blipFill>
              <p:spPr>
                <a:xfrm>
                  <a:off x="4308900" y="5725020"/>
                  <a:ext cx="2242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6" name="Ink 85">
                  <a:extLst>
                    <a:ext uri="{FF2B5EF4-FFF2-40B4-BE49-F238E27FC236}">
                      <a16:creationId xmlns:a16="http://schemas.microsoft.com/office/drawing/2014/main" id="{BD0930F6-7338-500B-560D-77C8728B16D2}"/>
                    </a:ext>
                  </a:extLst>
                </p14:cNvPr>
                <p14:cNvContentPartPr/>
                <p14:nvPr/>
              </p14:nvContentPartPr>
              <p14:xfrm>
                <a:off x="3963300" y="5885940"/>
                <a:ext cx="204840" cy="153360"/>
              </p14:xfrm>
            </p:contentPart>
          </mc:Choice>
          <mc:Fallback>
            <p:pic>
              <p:nvPicPr>
                <p:cNvPr id="86" name="Ink 85">
                  <a:extLst>
                    <a:ext uri="{FF2B5EF4-FFF2-40B4-BE49-F238E27FC236}">
                      <a16:creationId xmlns:a16="http://schemas.microsoft.com/office/drawing/2014/main" id="{BD0930F6-7338-500B-560D-77C8728B16D2}"/>
                    </a:ext>
                  </a:extLst>
                </p:cNvPr>
                <p:cNvPicPr/>
                <p:nvPr/>
              </p:nvPicPr>
              <p:blipFill>
                <a:blip r:embed="rId147"/>
                <a:stretch>
                  <a:fillRect/>
                </a:stretch>
              </p:blipFill>
              <p:spPr>
                <a:xfrm>
                  <a:off x="3954660" y="5876940"/>
                  <a:ext cx="22248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7" name="Ink 86">
                  <a:extLst>
                    <a:ext uri="{FF2B5EF4-FFF2-40B4-BE49-F238E27FC236}">
                      <a16:creationId xmlns:a16="http://schemas.microsoft.com/office/drawing/2014/main" id="{0123DE5C-7F18-93F4-6373-A8E2907F4D65}"/>
                    </a:ext>
                  </a:extLst>
                </p14:cNvPr>
                <p14:cNvContentPartPr/>
                <p14:nvPr/>
              </p14:nvContentPartPr>
              <p14:xfrm>
                <a:off x="4038180" y="5807820"/>
                <a:ext cx="58680" cy="294840"/>
              </p14:xfrm>
            </p:contentPart>
          </mc:Choice>
          <mc:Fallback>
            <p:pic>
              <p:nvPicPr>
                <p:cNvPr id="87" name="Ink 86">
                  <a:extLst>
                    <a:ext uri="{FF2B5EF4-FFF2-40B4-BE49-F238E27FC236}">
                      <a16:creationId xmlns:a16="http://schemas.microsoft.com/office/drawing/2014/main" id="{0123DE5C-7F18-93F4-6373-A8E2907F4D65}"/>
                    </a:ext>
                  </a:extLst>
                </p:cNvPr>
                <p:cNvPicPr/>
                <p:nvPr/>
              </p:nvPicPr>
              <p:blipFill>
                <a:blip r:embed="rId149"/>
                <a:stretch>
                  <a:fillRect/>
                </a:stretch>
              </p:blipFill>
              <p:spPr>
                <a:xfrm>
                  <a:off x="4029540" y="5798820"/>
                  <a:ext cx="7632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8" name="Ink 87">
                  <a:extLst>
                    <a:ext uri="{FF2B5EF4-FFF2-40B4-BE49-F238E27FC236}">
                      <a16:creationId xmlns:a16="http://schemas.microsoft.com/office/drawing/2014/main" id="{4C5AD35B-EE93-060B-A9D1-6E510A858AE1}"/>
                    </a:ext>
                  </a:extLst>
                </p14:cNvPr>
                <p14:cNvContentPartPr/>
                <p14:nvPr/>
              </p14:nvContentPartPr>
              <p14:xfrm>
                <a:off x="4223220" y="5879460"/>
                <a:ext cx="176040" cy="153720"/>
              </p14:xfrm>
            </p:contentPart>
          </mc:Choice>
          <mc:Fallback>
            <p:pic>
              <p:nvPicPr>
                <p:cNvPr id="88" name="Ink 87">
                  <a:extLst>
                    <a:ext uri="{FF2B5EF4-FFF2-40B4-BE49-F238E27FC236}">
                      <a16:creationId xmlns:a16="http://schemas.microsoft.com/office/drawing/2014/main" id="{4C5AD35B-EE93-060B-A9D1-6E510A858AE1}"/>
                    </a:ext>
                  </a:extLst>
                </p:cNvPr>
                <p:cNvPicPr/>
                <p:nvPr/>
              </p:nvPicPr>
              <p:blipFill>
                <a:blip r:embed="rId151"/>
                <a:stretch>
                  <a:fillRect/>
                </a:stretch>
              </p:blipFill>
              <p:spPr>
                <a:xfrm>
                  <a:off x="4214580" y="5870460"/>
                  <a:ext cx="1936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9" name="Ink 88">
                  <a:extLst>
                    <a:ext uri="{FF2B5EF4-FFF2-40B4-BE49-F238E27FC236}">
                      <a16:creationId xmlns:a16="http://schemas.microsoft.com/office/drawing/2014/main" id="{4BCCE66B-3DD5-503E-CCC7-FE99CEF9134D}"/>
                    </a:ext>
                  </a:extLst>
                </p14:cNvPr>
                <p14:cNvContentPartPr/>
                <p14:nvPr/>
              </p14:nvContentPartPr>
              <p14:xfrm>
                <a:off x="4260660" y="5820060"/>
                <a:ext cx="69480" cy="257040"/>
              </p14:xfrm>
            </p:contentPart>
          </mc:Choice>
          <mc:Fallback>
            <p:pic>
              <p:nvPicPr>
                <p:cNvPr id="89" name="Ink 88">
                  <a:extLst>
                    <a:ext uri="{FF2B5EF4-FFF2-40B4-BE49-F238E27FC236}">
                      <a16:creationId xmlns:a16="http://schemas.microsoft.com/office/drawing/2014/main" id="{4BCCE66B-3DD5-503E-CCC7-FE99CEF9134D}"/>
                    </a:ext>
                  </a:extLst>
                </p:cNvPr>
                <p:cNvPicPr/>
                <p:nvPr/>
              </p:nvPicPr>
              <p:blipFill>
                <a:blip r:embed="rId153"/>
                <a:stretch>
                  <a:fillRect/>
                </a:stretch>
              </p:blipFill>
              <p:spPr>
                <a:xfrm>
                  <a:off x="4252020" y="5811060"/>
                  <a:ext cx="8712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0" name="Ink 89">
                  <a:extLst>
                    <a:ext uri="{FF2B5EF4-FFF2-40B4-BE49-F238E27FC236}">
                      <a16:creationId xmlns:a16="http://schemas.microsoft.com/office/drawing/2014/main" id="{02B7A391-FA43-C7BF-2D84-E30621D06F2F}"/>
                    </a:ext>
                  </a:extLst>
                </p14:cNvPr>
                <p14:cNvContentPartPr/>
                <p14:nvPr/>
              </p14:nvContentPartPr>
              <p14:xfrm>
                <a:off x="4206660" y="6210300"/>
                <a:ext cx="940680" cy="254160"/>
              </p14:xfrm>
            </p:contentPart>
          </mc:Choice>
          <mc:Fallback>
            <p:pic>
              <p:nvPicPr>
                <p:cNvPr id="90" name="Ink 89">
                  <a:extLst>
                    <a:ext uri="{FF2B5EF4-FFF2-40B4-BE49-F238E27FC236}">
                      <a16:creationId xmlns:a16="http://schemas.microsoft.com/office/drawing/2014/main" id="{02B7A391-FA43-C7BF-2D84-E30621D06F2F}"/>
                    </a:ext>
                  </a:extLst>
                </p:cNvPr>
                <p:cNvPicPr/>
                <p:nvPr/>
              </p:nvPicPr>
              <p:blipFill>
                <a:blip r:embed="rId155"/>
                <a:stretch>
                  <a:fillRect/>
                </a:stretch>
              </p:blipFill>
              <p:spPr>
                <a:xfrm>
                  <a:off x="4198020" y="6201300"/>
                  <a:ext cx="95832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1" name="Ink 90">
                  <a:extLst>
                    <a:ext uri="{FF2B5EF4-FFF2-40B4-BE49-F238E27FC236}">
                      <a16:creationId xmlns:a16="http://schemas.microsoft.com/office/drawing/2014/main" id="{CC08FFA1-98AE-321E-34AF-133A1DF69544}"/>
                    </a:ext>
                  </a:extLst>
                </p14:cNvPr>
                <p14:cNvContentPartPr/>
                <p14:nvPr/>
              </p14:nvContentPartPr>
              <p14:xfrm>
                <a:off x="5082180" y="6366900"/>
                <a:ext cx="111960" cy="140400"/>
              </p14:xfrm>
            </p:contentPart>
          </mc:Choice>
          <mc:Fallback>
            <p:pic>
              <p:nvPicPr>
                <p:cNvPr id="91" name="Ink 90">
                  <a:extLst>
                    <a:ext uri="{FF2B5EF4-FFF2-40B4-BE49-F238E27FC236}">
                      <a16:creationId xmlns:a16="http://schemas.microsoft.com/office/drawing/2014/main" id="{CC08FFA1-98AE-321E-34AF-133A1DF69544}"/>
                    </a:ext>
                  </a:extLst>
                </p:cNvPr>
                <p:cNvPicPr/>
                <p:nvPr/>
              </p:nvPicPr>
              <p:blipFill>
                <a:blip r:embed="rId157"/>
                <a:stretch>
                  <a:fillRect/>
                </a:stretch>
              </p:blipFill>
              <p:spPr>
                <a:xfrm>
                  <a:off x="5073540" y="6357900"/>
                  <a:ext cx="12960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2" name="Ink 91">
                  <a:extLst>
                    <a:ext uri="{FF2B5EF4-FFF2-40B4-BE49-F238E27FC236}">
                      <a16:creationId xmlns:a16="http://schemas.microsoft.com/office/drawing/2014/main" id="{1DDAA7B1-662A-436D-EA90-8CA7F832D801}"/>
                    </a:ext>
                  </a:extLst>
                </p14:cNvPr>
                <p14:cNvContentPartPr/>
                <p14:nvPr/>
              </p14:nvContentPartPr>
              <p14:xfrm>
                <a:off x="5409780" y="6279780"/>
                <a:ext cx="314640" cy="245880"/>
              </p14:xfrm>
            </p:contentPart>
          </mc:Choice>
          <mc:Fallback>
            <p:pic>
              <p:nvPicPr>
                <p:cNvPr id="92" name="Ink 91">
                  <a:extLst>
                    <a:ext uri="{FF2B5EF4-FFF2-40B4-BE49-F238E27FC236}">
                      <a16:creationId xmlns:a16="http://schemas.microsoft.com/office/drawing/2014/main" id="{1DDAA7B1-662A-436D-EA90-8CA7F832D801}"/>
                    </a:ext>
                  </a:extLst>
                </p:cNvPr>
                <p:cNvPicPr/>
                <p:nvPr/>
              </p:nvPicPr>
              <p:blipFill>
                <a:blip r:embed="rId159"/>
                <a:stretch>
                  <a:fillRect/>
                </a:stretch>
              </p:blipFill>
              <p:spPr>
                <a:xfrm>
                  <a:off x="5401140" y="6270780"/>
                  <a:ext cx="33228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5" name="Ink 94">
                  <a:extLst>
                    <a:ext uri="{FF2B5EF4-FFF2-40B4-BE49-F238E27FC236}">
                      <a16:creationId xmlns:a16="http://schemas.microsoft.com/office/drawing/2014/main" id="{8E3FE08D-114F-9DB3-F571-0A0011BB55D4}"/>
                    </a:ext>
                  </a:extLst>
                </p14:cNvPr>
                <p14:cNvContentPartPr/>
                <p14:nvPr/>
              </p14:nvContentPartPr>
              <p14:xfrm>
                <a:off x="5460180" y="5994300"/>
                <a:ext cx="12960" cy="163440"/>
              </p14:xfrm>
            </p:contentPart>
          </mc:Choice>
          <mc:Fallback>
            <p:pic>
              <p:nvPicPr>
                <p:cNvPr id="95" name="Ink 94">
                  <a:extLst>
                    <a:ext uri="{FF2B5EF4-FFF2-40B4-BE49-F238E27FC236}">
                      <a16:creationId xmlns:a16="http://schemas.microsoft.com/office/drawing/2014/main" id="{8E3FE08D-114F-9DB3-F571-0A0011BB55D4}"/>
                    </a:ext>
                  </a:extLst>
                </p:cNvPr>
                <p:cNvPicPr/>
                <p:nvPr/>
              </p:nvPicPr>
              <p:blipFill>
                <a:blip r:embed="rId161"/>
                <a:stretch>
                  <a:fillRect/>
                </a:stretch>
              </p:blipFill>
              <p:spPr>
                <a:xfrm>
                  <a:off x="5451540" y="5985300"/>
                  <a:ext cx="3060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6" name="Ink 95">
                  <a:extLst>
                    <a:ext uri="{FF2B5EF4-FFF2-40B4-BE49-F238E27FC236}">
                      <a16:creationId xmlns:a16="http://schemas.microsoft.com/office/drawing/2014/main" id="{2FFAD953-8A68-531F-A3B0-F9CC80B8A98D}"/>
                    </a:ext>
                  </a:extLst>
                </p14:cNvPr>
                <p14:cNvContentPartPr/>
                <p14:nvPr/>
              </p14:nvContentPartPr>
              <p14:xfrm>
                <a:off x="5560620" y="6018060"/>
                <a:ext cx="86040" cy="128520"/>
              </p14:xfrm>
            </p:contentPart>
          </mc:Choice>
          <mc:Fallback>
            <p:pic>
              <p:nvPicPr>
                <p:cNvPr id="96" name="Ink 95">
                  <a:extLst>
                    <a:ext uri="{FF2B5EF4-FFF2-40B4-BE49-F238E27FC236}">
                      <a16:creationId xmlns:a16="http://schemas.microsoft.com/office/drawing/2014/main" id="{2FFAD953-8A68-531F-A3B0-F9CC80B8A98D}"/>
                    </a:ext>
                  </a:extLst>
                </p:cNvPr>
                <p:cNvPicPr/>
                <p:nvPr/>
              </p:nvPicPr>
              <p:blipFill>
                <a:blip r:embed="rId163"/>
                <a:stretch>
                  <a:fillRect/>
                </a:stretch>
              </p:blipFill>
              <p:spPr>
                <a:xfrm>
                  <a:off x="5551980" y="6009420"/>
                  <a:ext cx="10368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7" name="Ink 96">
                  <a:extLst>
                    <a:ext uri="{FF2B5EF4-FFF2-40B4-BE49-F238E27FC236}">
                      <a16:creationId xmlns:a16="http://schemas.microsoft.com/office/drawing/2014/main" id="{8E2E25A9-F56B-72DD-0483-3E0606139D8A}"/>
                    </a:ext>
                  </a:extLst>
                </p14:cNvPr>
                <p14:cNvContentPartPr/>
                <p14:nvPr/>
              </p14:nvContentPartPr>
              <p14:xfrm>
                <a:off x="5755380" y="6036060"/>
                <a:ext cx="3960" cy="3240"/>
              </p14:xfrm>
            </p:contentPart>
          </mc:Choice>
          <mc:Fallback>
            <p:pic>
              <p:nvPicPr>
                <p:cNvPr id="97" name="Ink 96">
                  <a:extLst>
                    <a:ext uri="{FF2B5EF4-FFF2-40B4-BE49-F238E27FC236}">
                      <a16:creationId xmlns:a16="http://schemas.microsoft.com/office/drawing/2014/main" id="{8E2E25A9-F56B-72DD-0483-3E0606139D8A}"/>
                    </a:ext>
                  </a:extLst>
                </p:cNvPr>
                <p:cNvPicPr/>
                <p:nvPr/>
              </p:nvPicPr>
              <p:blipFill>
                <a:blip r:embed="rId165"/>
                <a:stretch>
                  <a:fillRect/>
                </a:stretch>
              </p:blipFill>
              <p:spPr>
                <a:xfrm>
                  <a:off x="5746740" y="6027060"/>
                  <a:ext cx="2160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8" name="Ink 97">
                  <a:extLst>
                    <a:ext uri="{FF2B5EF4-FFF2-40B4-BE49-F238E27FC236}">
                      <a16:creationId xmlns:a16="http://schemas.microsoft.com/office/drawing/2014/main" id="{66098262-A5DF-3082-B515-3069388E3324}"/>
                    </a:ext>
                  </a:extLst>
                </p14:cNvPr>
                <p14:cNvContentPartPr/>
                <p14:nvPr/>
              </p14:nvContentPartPr>
              <p14:xfrm>
                <a:off x="5765820" y="6133980"/>
                <a:ext cx="1440" cy="6840"/>
              </p14:xfrm>
            </p:contentPart>
          </mc:Choice>
          <mc:Fallback>
            <p:pic>
              <p:nvPicPr>
                <p:cNvPr id="98" name="Ink 97">
                  <a:extLst>
                    <a:ext uri="{FF2B5EF4-FFF2-40B4-BE49-F238E27FC236}">
                      <a16:creationId xmlns:a16="http://schemas.microsoft.com/office/drawing/2014/main" id="{66098262-A5DF-3082-B515-3069388E3324}"/>
                    </a:ext>
                  </a:extLst>
                </p:cNvPr>
                <p:cNvPicPr/>
                <p:nvPr/>
              </p:nvPicPr>
              <p:blipFill>
                <a:blip r:embed="rId165"/>
                <a:stretch>
                  <a:fillRect/>
                </a:stretch>
              </p:blipFill>
              <p:spPr>
                <a:xfrm>
                  <a:off x="5756820" y="6124980"/>
                  <a:ext cx="190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99" name="Ink 98">
                  <a:extLst>
                    <a:ext uri="{FF2B5EF4-FFF2-40B4-BE49-F238E27FC236}">
                      <a16:creationId xmlns:a16="http://schemas.microsoft.com/office/drawing/2014/main" id="{DF6D31BC-E23F-B724-AAD9-8A7190342A2C}"/>
                    </a:ext>
                  </a:extLst>
                </p14:cNvPr>
                <p14:cNvContentPartPr/>
                <p14:nvPr/>
              </p14:nvContentPartPr>
              <p14:xfrm>
                <a:off x="5848260" y="6044700"/>
                <a:ext cx="112680" cy="128880"/>
              </p14:xfrm>
            </p:contentPart>
          </mc:Choice>
          <mc:Fallback>
            <p:pic>
              <p:nvPicPr>
                <p:cNvPr id="99" name="Ink 98">
                  <a:extLst>
                    <a:ext uri="{FF2B5EF4-FFF2-40B4-BE49-F238E27FC236}">
                      <a16:creationId xmlns:a16="http://schemas.microsoft.com/office/drawing/2014/main" id="{DF6D31BC-E23F-B724-AAD9-8A7190342A2C}"/>
                    </a:ext>
                  </a:extLst>
                </p:cNvPr>
                <p:cNvPicPr/>
                <p:nvPr/>
              </p:nvPicPr>
              <p:blipFill>
                <a:blip r:embed="rId168"/>
                <a:stretch>
                  <a:fillRect/>
                </a:stretch>
              </p:blipFill>
              <p:spPr>
                <a:xfrm>
                  <a:off x="5839620" y="6035700"/>
                  <a:ext cx="1303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01" name="Ink 100">
                  <a:extLst>
                    <a:ext uri="{FF2B5EF4-FFF2-40B4-BE49-F238E27FC236}">
                      <a16:creationId xmlns:a16="http://schemas.microsoft.com/office/drawing/2014/main" id="{233FDB83-2281-1113-D60F-F6164AC2D7D8}"/>
                    </a:ext>
                  </a:extLst>
                </p14:cNvPr>
                <p14:cNvContentPartPr/>
                <p14:nvPr/>
              </p14:nvContentPartPr>
              <p14:xfrm>
                <a:off x="6032220" y="6009060"/>
                <a:ext cx="25560" cy="194400"/>
              </p14:xfrm>
            </p:contentPart>
          </mc:Choice>
          <mc:Fallback>
            <p:pic>
              <p:nvPicPr>
                <p:cNvPr id="101" name="Ink 100">
                  <a:extLst>
                    <a:ext uri="{FF2B5EF4-FFF2-40B4-BE49-F238E27FC236}">
                      <a16:creationId xmlns:a16="http://schemas.microsoft.com/office/drawing/2014/main" id="{233FDB83-2281-1113-D60F-F6164AC2D7D8}"/>
                    </a:ext>
                  </a:extLst>
                </p:cNvPr>
                <p:cNvPicPr/>
                <p:nvPr/>
              </p:nvPicPr>
              <p:blipFill>
                <a:blip r:embed="rId170"/>
                <a:stretch>
                  <a:fillRect/>
                </a:stretch>
              </p:blipFill>
              <p:spPr>
                <a:xfrm>
                  <a:off x="6023580" y="6000060"/>
                  <a:ext cx="432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0" name="Ink 9">
                  <a:extLst>
                    <a:ext uri="{FF2B5EF4-FFF2-40B4-BE49-F238E27FC236}">
                      <a16:creationId xmlns:a16="http://schemas.microsoft.com/office/drawing/2014/main" id="{51EAE8F4-98E2-CE8A-ACDE-0DAB192B7F7C}"/>
                    </a:ext>
                  </a:extLst>
                </p14:cNvPr>
                <p14:cNvContentPartPr/>
                <p14:nvPr/>
              </p14:nvContentPartPr>
              <p14:xfrm>
                <a:off x="7042020" y="1315020"/>
                <a:ext cx="37080" cy="12600"/>
              </p14:xfrm>
            </p:contentPart>
          </mc:Choice>
          <mc:Fallback>
            <p:pic>
              <p:nvPicPr>
                <p:cNvPr id="10" name="Ink 9">
                  <a:extLst>
                    <a:ext uri="{FF2B5EF4-FFF2-40B4-BE49-F238E27FC236}">
                      <a16:creationId xmlns:a16="http://schemas.microsoft.com/office/drawing/2014/main" id="{51EAE8F4-98E2-CE8A-ACDE-0DAB192B7F7C}"/>
                    </a:ext>
                  </a:extLst>
                </p:cNvPr>
                <p:cNvPicPr/>
                <p:nvPr/>
              </p:nvPicPr>
              <p:blipFill>
                <a:blip r:embed="rId172"/>
                <a:stretch>
                  <a:fillRect/>
                </a:stretch>
              </p:blipFill>
              <p:spPr>
                <a:xfrm>
                  <a:off x="7033020" y="1306020"/>
                  <a:ext cx="547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1" name="Ink 10">
                  <a:extLst>
                    <a:ext uri="{FF2B5EF4-FFF2-40B4-BE49-F238E27FC236}">
                      <a16:creationId xmlns:a16="http://schemas.microsoft.com/office/drawing/2014/main" id="{4BFB14BC-0549-00FB-F589-8FBFF24100C8}"/>
                    </a:ext>
                  </a:extLst>
                </p14:cNvPr>
                <p14:cNvContentPartPr/>
                <p14:nvPr/>
              </p14:nvContentPartPr>
              <p14:xfrm>
                <a:off x="7111860" y="1327260"/>
                <a:ext cx="812160" cy="698760"/>
              </p14:xfrm>
            </p:contentPart>
          </mc:Choice>
          <mc:Fallback>
            <p:pic>
              <p:nvPicPr>
                <p:cNvPr id="11" name="Ink 10">
                  <a:extLst>
                    <a:ext uri="{FF2B5EF4-FFF2-40B4-BE49-F238E27FC236}">
                      <a16:creationId xmlns:a16="http://schemas.microsoft.com/office/drawing/2014/main" id="{4BFB14BC-0549-00FB-F589-8FBFF24100C8}"/>
                    </a:ext>
                  </a:extLst>
                </p:cNvPr>
                <p:cNvPicPr/>
                <p:nvPr/>
              </p:nvPicPr>
              <p:blipFill>
                <a:blip r:embed="rId174"/>
                <a:stretch>
                  <a:fillRect/>
                </a:stretch>
              </p:blipFill>
              <p:spPr>
                <a:xfrm>
                  <a:off x="7103220" y="1318260"/>
                  <a:ext cx="829800" cy="7164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2" name="Ink 11">
                  <a:extLst>
                    <a:ext uri="{FF2B5EF4-FFF2-40B4-BE49-F238E27FC236}">
                      <a16:creationId xmlns:a16="http://schemas.microsoft.com/office/drawing/2014/main" id="{4CE505DA-2789-E588-17E8-8C7C2096C965}"/>
                    </a:ext>
                  </a:extLst>
                </p14:cNvPr>
                <p14:cNvContentPartPr/>
                <p14:nvPr/>
              </p14:nvContentPartPr>
              <p14:xfrm>
                <a:off x="7191060" y="1194780"/>
                <a:ext cx="769320" cy="325440"/>
              </p14:xfrm>
            </p:contentPart>
          </mc:Choice>
          <mc:Fallback>
            <p:pic>
              <p:nvPicPr>
                <p:cNvPr id="12" name="Ink 11">
                  <a:extLst>
                    <a:ext uri="{FF2B5EF4-FFF2-40B4-BE49-F238E27FC236}">
                      <a16:creationId xmlns:a16="http://schemas.microsoft.com/office/drawing/2014/main" id="{4CE505DA-2789-E588-17E8-8C7C2096C965}"/>
                    </a:ext>
                  </a:extLst>
                </p:cNvPr>
                <p:cNvPicPr/>
                <p:nvPr/>
              </p:nvPicPr>
              <p:blipFill>
                <a:blip r:embed="rId176"/>
                <a:stretch>
                  <a:fillRect/>
                </a:stretch>
              </p:blipFill>
              <p:spPr>
                <a:xfrm>
                  <a:off x="7182060" y="1186140"/>
                  <a:ext cx="786960" cy="34308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3" name="Ink 12">
                  <a:extLst>
                    <a:ext uri="{FF2B5EF4-FFF2-40B4-BE49-F238E27FC236}">
                      <a16:creationId xmlns:a16="http://schemas.microsoft.com/office/drawing/2014/main" id="{CBDBC77A-3BAF-CEF7-E2DA-AC3918DB01D4}"/>
                    </a:ext>
                  </a:extLst>
                </p14:cNvPr>
                <p14:cNvContentPartPr/>
                <p14:nvPr/>
              </p14:nvContentPartPr>
              <p14:xfrm>
                <a:off x="7219860" y="1365060"/>
                <a:ext cx="360720" cy="159120"/>
              </p14:xfrm>
            </p:contentPart>
          </mc:Choice>
          <mc:Fallback>
            <p:pic>
              <p:nvPicPr>
                <p:cNvPr id="13" name="Ink 12">
                  <a:extLst>
                    <a:ext uri="{FF2B5EF4-FFF2-40B4-BE49-F238E27FC236}">
                      <a16:creationId xmlns:a16="http://schemas.microsoft.com/office/drawing/2014/main" id="{CBDBC77A-3BAF-CEF7-E2DA-AC3918DB01D4}"/>
                    </a:ext>
                  </a:extLst>
                </p:cNvPr>
                <p:cNvPicPr/>
                <p:nvPr/>
              </p:nvPicPr>
              <p:blipFill>
                <a:blip r:embed="rId178"/>
                <a:stretch>
                  <a:fillRect/>
                </a:stretch>
              </p:blipFill>
              <p:spPr>
                <a:xfrm>
                  <a:off x="7210860" y="1356060"/>
                  <a:ext cx="37836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4" name="Ink 13">
                  <a:extLst>
                    <a:ext uri="{FF2B5EF4-FFF2-40B4-BE49-F238E27FC236}">
                      <a16:creationId xmlns:a16="http://schemas.microsoft.com/office/drawing/2014/main" id="{58A0C008-9224-CB3A-E677-BA57A626ECC8}"/>
                    </a:ext>
                  </a:extLst>
                </p14:cNvPr>
                <p14:cNvContentPartPr/>
                <p14:nvPr/>
              </p14:nvContentPartPr>
              <p14:xfrm>
                <a:off x="7277100" y="1479540"/>
                <a:ext cx="102600" cy="80640"/>
              </p14:xfrm>
            </p:contentPart>
          </mc:Choice>
          <mc:Fallback>
            <p:pic>
              <p:nvPicPr>
                <p:cNvPr id="14" name="Ink 13">
                  <a:extLst>
                    <a:ext uri="{FF2B5EF4-FFF2-40B4-BE49-F238E27FC236}">
                      <a16:creationId xmlns:a16="http://schemas.microsoft.com/office/drawing/2014/main" id="{58A0C008-9224-CB3A-E677-BA57A626ECC8}"/>
                    </a:ext>
                  </a:extLst>
                </p:cNvPr>
                <p:cNvPicPr/>
                <p:nvPr/>
              </p:nvPicPr>
              <p:blipFill>
                <a:blip r:embed="rId180"/>
                <a:stretch>
                  <a:fillRect/>
                </a:stretch>
              </p:blipFill>
              <p:spPr>
                <a:xfrm>
                  <a:off x="7268100" y="1470540"/>
                  <a:ext cx="12024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5" name="Ink 14">
                  <a:extLst>
                    <a:ext uri="{FF2B5EF4-FFF2-40B4-BE49-F238E27FC236}">
                      <a16:creationId xmlns:a16="http://schemas.microsoft.com/office/drawing/2014/main" id="{A5114012-326D-D755-5283-8EE0696806AF}"/>
                    </a:ext>
                  </a:extLst>
                </p14:cNvPr>
                <p14:cNvContentPartPr/>
                <p14:nvPr/>
              </p14:nvContentPartPr>
              <p14:xfrm>
                <a:off x="7213740" y="1702020"/>
                <a:ext cx="199800" cy="124920"/>
              </p14:xfrm>
            </p:contentPart>
          </mc:Choice>
          <mc:Fallback>
            <p:pic>
              <p:nvPicPr>
                <p:cNvPr id="15" name="Ink 14">
                  <a:extLst>
                    <a:ext uri="{FF2B5EF4-FFF2-40B4-BE49-F238E27FC236}">
                      <a16:creationId xmlns:a16="http://schemas.microsoft.com/office/drawing/2014/main" id="{A5114012-326D-D755-5283-8EE0696806AF}"/>
                    </a:ext>
                  </a:extLst>
                </p:cNvPr>
                <p:cNvPicPr/>
                <p:nvPr/>
              </p:nvPicPr>
              <p:blipFill>
                <a:blip r:embed="rId182"/>
                <a:stretch>
                  <a:fillRect/>
                </a:stretch>
              </p:blipFill>
              <p:spPr>
                <a:xfrm>
                  <a:off x="7204740" y="1693020"/>
                  <a:ext cx="21744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8" name="Ink 17">
                  <a:extLst>
                    <a:ext uri="{FF2B5EF4-FFF2-40B4-BE49-F238E27FC236}">
                      <a16:creationId xmlns:a16="http://schemas.microsoft.com/office/drawing/2014/main" id="{65C11C0D-23F5-19D0-271B-2057F5B8EC32}"/>
                    </a:ext>
                  </a:extLst>
                </p14:cNvPr>
                <p14:cNvContentPartPr/>
                <p14:nvPr/>
              </p14:nvContentPartPr>
              <p14:xfrm>
                <a:off x="7232460" y="1069140"/>
                <a:ext cx="656280" cy="271800"/>
              </p14:xfrm>
            </p:contentPart>
          </mc:Choice>
          <mc:Fallback>
            <p:pic>
              <p:nvPicPr>
                <p:cNvPr id="18" name="Ink 17">
                  <a:extLst>
                    <a:ext uri="{FF2B5EF4-FFF2-40B4-BE49-F238E27FC236}">
                      <a16:creationId xmlns:a16="http://schemas.microsoft.com/office/drawing/2014/main" id="{65C11C0D-23F5-19D0-271B-2057F5B8EC32}"/>
                    </a:ext>
                  </a:extLst>
                </p:cNvPr>
                <p:cNvPicPr/>
                <p:nvPr/>
              </p:nvPicPr>
              <p:blipFill>
                <a:blip r:embed="rId184"/>
                <a:stretch>
                  <a:fillRect/>
                </a:stretch>
              </p:blipFill>
              <p:spPr>
                <a:xfrm>
                  <a:off x="7223460" y="1060140"/>
                  <a:ext cx="67392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9" name="Ink 18">
                  <a:extLst>
                    <a:ext uri="{FF2B5EF4-FFF2-40B4-BE49-F238E27FC236}">
                      <a16:creationId xmlns:a16="http://schemas.microsoft.com/office/drawing/2014/main" id="{F7D75693-05A6-906D-2A3D-F3C86D905770}"/>
                    </a:ext>
                  </a:extLst>
                </p14:cNvPr>
                <p14:cNvContentPartPr/>
                <p14:nvPr/>
              </p14:nvContentPartPr>
              <p14:xfrm>
                <a:off x="7403460" y="1117380"/>
                <a:ext cx="672840" cy="387720"/>
              </p14:xfrm>
            </p:contentPart>
          </mc:Choice>
          <mc:Fallback>
            <p:pic>
              <p:nvPicPr>
                <p:cNvPr id="19" name="Ink 18">
                  <a:extLst>
                    <a:ext uri="{FF2B5EF4-FFF2-40B4-BE49-F238E27FC236}">
                      <a16:creationId xmlns:a16="http://schemas.microsoft.com/office/drawing/2014/main" id="{F7D75693-05A6-906D-2A3D-F3C86D905770}"/>
                    </a:ext>
                  </a:extLst>
                </p:cNvPr>
                <p:cNvPicPr/>
                <p:nvPr/>
              </p:nvPicPr>
              <p:blipFill>
                <a:blip r:embed="rId186"/>
                <a:stretch>
                  <a:fillRect/>
                </a:stretch>
              </p:blipFill>
              <p:spPr>
                <a:xfrm>
                  <a:off x="7394460" y="1108740"/>
                  <a:ext cx="690480" cy="40536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20" name="Ink 19">
                  <a:extLst>
                    <a:ext uri="{FF2B5EF4-FFF2-40B4-BE49-F238E27FC236}">
                      <a16:creationId xmlns:a16="http://schemas.microsoft.com/office/drawing/2014/main" id="{17C7B908-C194-E481-AAB2-C2A0349C7F17}"/>
                    </a:ext>
                  </a:extLst>
                </p14:cNvPr>
                <p14:cNvContentPartPr/>
                <p14:nvPr/>
              </p14:nvContentPartPr>
              <p14:xfrm>
                <a:off x="7867500" y="1282620"/>
                <a:ext cx="235440" cy="454320"/>
              </p14:xfrm>
            </p:contentPart>
          </mc:Choice>
          <mc:Fallback>
            <p:pic>
              <p:nvPicPr>
                <p:cNvPr id="20" name="Ink 19">
                  <a:extLst>
                    <a:ext uri="{FF2B5EF4-FFF2-40B4-BE49-F238E27FC236}">
                      <a16:creationId xmlns:a16="http://schemas.microsoft.com/office/drawing/2014/main" id="{17C7B908-C194-E481-AAB2-C2A0349C7F17}"/>
                    </a:ext>
                  </a:extLst>
                </p:cNvPr>
                <p:cNvPicPr/>
                <p:nvPr/>
              </p:nvPicPr>
              <p:blipFill>
                <a:blip r:embed="rId188"/>
                <a:stretch>
                  <a:fillRect/>
                </a:stretch>
              </p:blipFill>
              <p:spPr>
                <a:xfrm>
                  <a:off x="7858500" y="1273620"/>
                  <a:ext cx="253080" cy="4719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21" name="Ink 20">
                  <a:extLst>
                    <a:ext uri="{FF2B5EF4-FFF2-40B4-BE49-F238E27FC236}">
                      <a16:creationId xmlns:a16="http://schemas.microsoft.com/office/drawing/2014/main" id="{B7A75E23-7227-C5BE-9392-9C12D4627F77}"/>
                    </a:ext>
                  </a:extLst>
                </p14:cNvPr>
                <p14:cNvContentPartPr/>
                <p14:nvPr/>
              </p14:nvContentPartPr>
              <p14:xfrm>
                <a:off x="7981980" y="1523820"/>
                <a:ext cx="100440" cy="249120"/>
              </p14:xfrm>
            </p:contentPart>
          </mc:Choice>
          <mc:Fallback>
            <p:pic>
              <p:nvPicPr>
                <p:cNvPr id="21" name="Ink 20">
                  <a:extLst>
                    <a:ext uri="{FF2B5EF4-FFF2-40B4-BE49-F238E27FC236}">
                      <a16:creationId xmlns:a16="http://schemas.microsoft.com/office/drawing/2014/main" id="{B7A75E23-7227-C5BE-9392-9C12D4627F77}"/>
                    </a:ext>
                  </a:extLst>
                </p:cNvPr>
                <p:cNvPicPr/>
                <p:nvPr/>
              </p:nvPicPr>
              <p:blipFill>
                <a:blip r:embed="rId190"/>
                <a:stretch>
                  <a:fillRect/>
                </a:stretch>
              </p:blipFill>
              <p:spPr>
                <a:xfrm>
                  <a:off x="7972980" y="1514820"/>
                  <a:ext cx="11808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62" name="Ink 61">
                  <a:extLst>
                    <a:ext uri="{FF2B5EF4-FFF2-40B4-BE49-F238E27FC236}">
                      <a16:creationId xmlns:a16="http://schemas.microsoft.com/office/drawing/2014/main" id="{98A830B5-B586-F9DE-63B0-53D61BFD844C}"/>
                    </a:ext>
                  </a:extLst>
                </p14:cNvPr>
                <p14:cNvContentPartPr/>
                <p14:nvPr/>
              </p14:nvContentPartPr>
              <p14:xfrm>
                <a:off x="5212140" y="2082900"/>
                <a:ext cx="2046240" cy="1279080"/>
              </p14:xfrm>
            </p:contentPart>
          </mc:Choice>
          <mc:Fallback>
            <p:pic>
              <p:nvPicPr>
                <p:cNvPr id="62" name="Ink 61">
                  <a:extLst>
                    <a:ext uri="{FF2B5EF4-FFF2-40B4-BE49-F238E27FC236}">
                      <a16:creationId xmlns:a16="http://schemas.microsoft.com/office/drawing/2014/main" id="{98A830B5-B586-F9DE-63B0-53D61BFD844C}"/>
                    </a:ext>
                  </a:extLst>
                </p:cNvPr>
                <p:cNvPicPr/>
                <p:nvPr/>
              </p:nvPicPr>
              <p:blipFill>
                <a:blip r:embed="rId192"/>
                <a:stretch>
                  <a:fillRect/>
                </a:stretch>
              </p:blipFill>
              <p:spPr>
                <a:xfrm>
                  <a:off x="5203500" y="2073900"/>
                  <a:ext cx="2063880" cy="129672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63" name="Ink 62">
                  <a:extLst>
                    <a:ext uri="{FF2B5EF4-FFF2-40B4-BE49-F238E27FC236}">
                      <a16:creationId xmlns:a16="http://schemas.microsoft.com/office/drawing/2014/main" id="{1B3B4839-ADFD-8D2F-DD27-CB9DF824A9F9}"/>
                    </a:ext>
                  </a:extLst>
                </p14:cNvPr>
                <p14:cNvContentPartPr/>
                <p14:nvPr/>
              </p14:nvContentPartPr>
              <p14:xfrm>
                <a:off x="5197380" y="3288900"/>
                <a:ext cx="164880" cy="109440"/>
              </p14:xfrm>
            </p:contentPart>
          </mc:Choice>
          <mc:Fallback>
            <p:pic>
              <p:nvPicPr>
                <p:cNvPr id="63" name="Ink 62">
                  <a:extLst>
                    <a:ext uri="{FF2B5EF4-FFF2-40B4-BE49-F238E27FC236}">
                      <a16:creationId xmlns:a16="http://schemas.microsoft.com/office/drawing/2014/main" id="{1B3B4839-ADFD-8D2F-DD27-CB9DF824A9F9}"/>
                    </a:ext>
                  </a:extLst>
                </p:cNvPr>
                <p:cNvPicPr/>
                <p:nvPr/>
              </p:nvPicPr>
              <p:blipFill>
                <a:blip r:embed="rId194"/>
                <a:stretch>
                  <a:fillRect/>
                </a:stretch>
              </p:blipFill>
              <p:spPr>
                <a:xfrm>
                  <a:off x="5188380" y="3280260"/>
                  <a:ext cx="1825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65" name="Ink 64">
                  <a:extLst>
                    <a:ext uri="{FF2B5EF4-FFF2-40B4-BE49-F238E27FC236}">
                      <a16:creationId xmlns:a16="http://schemas.microsoft.com/office/drawing/2014/main" id="{520F1EDF-8B6F-68D1-2D7A-89FAFFCCED34}"/>
                    </a:ext>
                  </a:extLst>
                </p14:cNvPr>
                <p14:cNvContentPartPr/>
                <p14:nvPr/>
              </p14:nvContentPartPr>
              <p14:xfrm>
                <a:off x="5595180" y="2251020"/>
                <a:ext cx="29160" cy="245160"/>
              </p14:xfrm>
            </p:contentPart>
          </mc:Choice>
          <mc:Fallback>
            <p:pic>
              <p:nvPicPr>
                <p:cNvPr id="65" name="Ink 64">
                  <a:extLst>
                    <a:ext uri="{FF2B5EF4-FFF2-40B4-BE49-F238E27FC236}">
                      <a16:creationId xmlns:a16="http://schemas.microsoft.com/office/drawing/2014/main" id="{520F1EDF-8B6F-68D1-2D7A-89FAFFCCED34}"/>
                    </a:ext>
                  </a:extLst>
                </p:cNvPr>
                <p:cNvPicPr/>
                <p:nvPr/>
              </p:nvPicPr>
              <p:blipFill>
                <a:blip r:embed="rId196"/>
                <a:stretch>
                  <a:fillRect/>
                </a:stretch>
              </p:blipFill>
              <p:spPr>
                <a:xfrm>
                  <a:off x="5586180" y="2242380"/>
                  <a:ext cx="4680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66" name="Ink 65">
                  <a:extLst>
                    <a:ext uri="{FF2B5EF4-FFF2-40B4-BE49-F238E27FC236}">
                      <a16:creationId xmlns:a16="http://schemas.microsoft.com/office/drawing/2014/main" id="{86181BE4-BC17-44D3-39C1-BD98BCEFA0D0}"/>
                    </a:ext>
                  </a:extLst>
                </p14:cNvPr>
                <p14:cNvContentPartPr/>
                <p14:nvPr/>
              </p14:nvContentPartPr>
              <p14:xfrm>
                <a:off x="5700660" y="2267940"/>
                <a:ext cx="113400" cy="176760"/>
              </p14:xfrm>
            </p:contentPart>
          </mc:Choice>
          <mc:Fallback>
            <p:pic>
              <p:nvPicPr>
                <p:cNvPr id="66" name="Ink 65">
                  <a:extLst>
                    <a:ext uri="{FF2B5EF4-FFF2-40B4-BE49-F238E27FC236}">
                      <a16:creationId xmlns:a16="http://schemas.microsoft.com/office/drawing/2014/main" id="{86181BE4-BC17-44D3-39C1-BD98BCEFA0D0}"/>
                    </a:ext>
                  </a:extLst>
                </p:cNvPr>
                <p:cNvPicPr/>
                <p:nvPr/>
              </p:nvPicPr>
              <p:blipFill>
                <a:blip r:embed="rId198"/>
                <a:stretch>
                  <a:fillRect/>
                </a:stretch>
              </p:blipFill>
              <p:spPr>
                <a:xfrm>
                  <a:off x="5691660" y="2258940"/>
                  <a:ext cx="13104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67" name="Ink 66">
                  <a:extLst>
                    <a:ext uri="{FF2B5EF4-FFF2-40B4-BE49-F238E27FC236}">
                      <a16:creationId xmlns:a16="http://schemas.microsoft.com/office/drawing/2014/main" id="{AD488A00-C974-E3D8-F2EA-A73C011D7F7D}"/>
                    </a:ext>
                  </a:extLst>
                </p14:cNvPr>
                <p14:cNvContentPartPr/>
                <p14:nvPr/>
              </p14:nvContentPartPr>
              <p14:xfrm>
                <a:off x="5904780" y="2279460"/>
                <a:ext cx="102240" cy="152640"/>
              </p14:xfrm>
            </p:contentPart>
          </mc:Choice>
          <mc:Fallback>
            <p:pic>
              <p:nvPicPr>
                <p:cNvPr id="67" name="Ink 66">
                  <a:extLst>
                    <a:ext uri="{FF2B5EF4-FFF2-40B4-BE49-F238E27FC236}">
                      <a16:creationId xmlns:a16="http://schemas.microsoft.com/office/drawing/2014/main" id="{AD488A00-C974-E3D8-F2EA-A73C011D7F7D}"/>
                    </a:ext>
                  </a:extLst>
                </p:cNvPr>
                <p:cNvPicPr/>
                <p:nvPr/>
              </p:nvPicPr>
              <p:blipFill>
                <a:blip r:embed="rId200"/>
                <a:stretch>
                  <a:fillRect/>
                </a:stretch>
              </p:blipFill>
              <p:spPr>
                <a:xfrm>
                  <a:off x="5895780" y="2270820"/>
                  <a:ext cx="1198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68" name="Ink 67">
                  <a:extLst>
                    <a:ext uri="{FF2B5EF4-FFF2-40B4-BE49-F238E27FC236}">
                      <a16:creationId xmlns:a16="http://schemas.microsoft.com/office/drawing/2014/main" id="{F65244FB-F9DE-7FEA-1B24-513A23F7BB04}"/>
                    </a:ext>
                  </a:extLst>
                </p14:cNvPr>
                <p14:cNvContentPartPr/>
                <p14:nvPr/>
              </p14:nvContentPartPr>
              <p14:xfrm>
                <a:off x="5865540" y="2292420"/>
                <a:ext cx="1800" cy="2520"/>
              </p14:xfrm>
            </p:contentPart>
          </mc:Choice>
          <mc:Fallback>
            <p:pic>
              <p:nvPicPr>
                <p:cNvPr id="68" name="Ink 67">
                  <a:extLst>
                    <a:ext uri="{FF2B5EF4-FFF2-40B4-BE49-F238E27FC236}">
                      <a16:creationId xmlns:a16="http://schemas.microsoft.com/office/drawing/2014/main" id="{F65244FB-F9DE-7FEA-1B24-513A23F7BB04}"/>
                    </a:ext>
                  </a:extLst>
                </p:cNvPr>
                <p:cNvPicPr/>
                <p:nvPr/>
              </p:nvPicPr>
              <p:blipFill>
                <a:blip r:embed="rId165"/>
                <a:stretch>
                  <a:fillRect/>
                </a:stretch>
              </p:blipFill>
              <p:spPr>
                <a:xfrm>
                  <a:off x="5856900" y="2283420"/>
                  <a:ext cx="1944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69" name="Ink 68">
                  <a:extLst>
                    <a:ext uri="{FF2B5EF4-FFF2-40B4-BE49-F238E27FC236}">
                      <a16:creationId xmlns:a16="http://schemas.microsoft.com/office/drawing/2014/main" id="{9C09CAD0-2B14-2FD0-411C-C65883B7E4C9}"/>
                    </a:ext>
                  </a:extLst>
                </p14:cNvPr>
                <p14:cNvContentPartPr/>
                <p14:nvPr/>
              </p14:nvContentPartPr>
              <p14:xfrm>
                <a:off x="5894700" y="2405820"/>
                <a:ext cx="12960" cy="20160"/>
              </p14:xfrm>
            </p:contentPart>
          </mc:Choice>
          <mc:Fallback>
            <p:pic>
              <p:nvPicPr>
                <p:cNvPr id="69" name="Ink 68">
                  <a:extLst>
                    <a:ext uri="{FF2B5EF4-FFF2-40B4-BE49-F238E27FC236}">
                      <a16:creationId xmlns:a16="http://schemas.microsoft.com/office/drawing/2014/main" id="{9C09CAD0-2B14-2FD0-411C-C65883B7E4C9}"/>
                    </a:ext>
                  </a:extLst>
                </p:cNvPr>
                <p:cNvPicPr/>
                <p:nvPr/>
              </p:nvPicPr>
              <p:blipFill>
                <a:blip r:embed="rId203"/>
                <a:stretch>
                  <a:fillRect/>
                </a:stretch>
              </p:blipFill>
              <p:spPr>
                <a:xfrm>
                  <a:off x="5886060" y="2396820"/>
                  <a:ext cx="3060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70" name="Ink 69">
                  <a:extLst>
                    <a:ext uri="{FF2B5EF4-FFF2-40B4-BE49-F238E27FC236}">
                      <a16:creationId xmlns:a16="http://schemas.microsoft.com/office/drawing/2014/main" id="{70EE27F4-15F9-1AA7-F72A-B96F59546D97}"/>
                    </a:ext>
                  </a:extLst>
                </p14:cNvPr>
                <p14:cNvContentPartPr/>
                <p14:nvPr/>
              </p14:nvContentPartPr>
              <p14:xfrm>
                <a:off x="5915940" y="2259300"/>
                <a:ext cx="143280" cy="178560"/>
              </p14:xfrm>
            </p:contentPart>
          </mc:Choice>
          <mc:Fallback>
            <p:pic>
              <p:nvPicPr>
                <p:cNvPr id="70" name="Ink 69">
                  <a:extLst>
                    <a:ext uri="{FF2B5EF4-FFF2-40B4-BE49-F238E27FC236}">
                      <a16:creationId xmlns:a16="http://schemas.microsoft.com/office/drawing/2014/main" id="{70EE27F4-15F9-1AA7-F72A-B96F59546D97}"/>
                    </a:ext>
                  </a:extLst>
                </p:cNvPr>
                <p:cNvPicPr/>
                <p:nvPr/>
              </p:nvPicPr>
              <p:blipFill>
                <a:blip r:embed="rId205"/>
                <a:stretch>
                  <a:fillRect/>
                </a:stretch>
              </p:blipFill>
              <p:spPr>
                <a:xfrm>
                  <a:off x="5907300" y="2250300"/>
                  <a:ext cx="16092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71" name="Ink 70">
                  <a:extLst>
                    <a:ext uri="{FF2B5EF4-FFF2-40B4-BE49-F238E27FC236}">
                      <a16:creationId xmlns:a16="http://schemas.microsoft.com/office/drawing/2014/main" id="{46EE5DAE-D319-F304-D6D9-D0863616E0AA}"/>
                    </a:ext>
                  </a:extLst>
                </p14:cNvPr>
                <p14:cNvContentPartPr/>
                <p14:nvPr/>
              </p14:nvContentPartPr>
              <p14:xfrm>
                <a:off x="6089100" y="2259300"/>
                <a:ext cx="139320" cy="152640"/>
              </p14:xfrm>
            </p:contentPart>
          </mc:Choice>
          <mc:Fallback>
            <p:pic>
              <p:nvPicPr>
                <p:cNvPr id="71" name="Ink 70">
                  <a:extLst>
                    <a:ext uri="{FF2B5EF4-FFF2-40B4-BE49-F238E27FC236}">
                      <a16:creationId xmlns:a16="http://schemas.microsoft.com/office/drawing/2014/main" id="{46EE5DAE-D319-F304-D6D9-D0863616E0AA}"/>
                    </a:ext>
                  </a:extLst>
                </p:cNvPr>
                <p:cNvPicPr/>
                <p:nvPr/>
              </p:nvPicPr>
              <p:blipFill>
                <a:blip r:embed="rId207"/>
                <a:stretch>
                  <a:fillRect/>
                </a:stretch>
              </p:blipFill>
              <p:spPr>
                <a:xfrm>
                  <a:off x="6080460" y="2250660"/>
                  <a:ext cx="15696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72" name="Ink 71">
                  <a:extLst>
                    <a:ext uri="{FF2B5EF4-FFF2-40B4-BE49-F238E27FC236}">
                      <a16:creationId xmlns:a16="http://schemas.microsoft.com/office/drawing/2014/main" id="{6126E91B-5F11-A103-66E4-2BDAB12164EB}"/>
                    </a:ext>
                  </a:extLst>
                </p14:cNvPr>
                <p14:cNvContentPartPr/>
                <p14:nvPr/>
              </p14:nvContentPartPr>
              <p14:xfrm>
                <a:off x="6317700" y="2238060"/>
                <a:ext cx="94680" cy="162000"/>
              </p14:xfrm>
            </p:contentPart>
          </mc:Choice>
          <mc:Fallback>
            <p:pic>
              <p:nvPicPr>
                <p:cNvPr id="72" name="Ink 71">
                  <a:extLst>
                    <a:ext uri="{FF2B5EF4-FFF2-40B4-BE49-F238E27FC236}">
                      <a16:creationId xmlns:a16="http://schemas.microsoft.com/office/drawing/2014/main" id="{6126E91B-5F11-A103-66E4-2BDAB12164EB}"/>
                    </a:ext>
                  </a:extLst>
                </p:cNvPr>
                <p:cNvPicPr/>
                <p:nvPr/>
              </p:nvPicPr>
              <p:blipFill>
                <a:blip r:embed="rId209"/>
                <a:stretch>
                  <a:fillRect/>
                </a:stretch>
              </p:blipFill>
              <p:spPr>
                <a:xfrm>
                  <a:off x="6308700" y="2229420"/>
                  <a:ext cx="11232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73" name="Ink 72">
                  <a:extLst>
                    <a:ext uri="{FF2B5EF4-FFF2-40B4-BE49-F238E27FC236}">
                      <a16:creationId xmlns:a16="http://schemas.microsoft.com/office/drawing/2014/main" id="{F4BFD408-E3B1-B10F-13DD-3A627064E396}"/>
                    </a:ext>
                  </a:extLst>
                </p14:cNvPr>
                <p14:cNvContentPartPr/>
                <p14:nvPr/>
              </p14:nvContentPartPr>
              <p14:xfrm>
                <a:off x="6339660" y="2245980"/>
                <a:ext cx="270360" cy="145080"/>
              </p14:xfrm>
            </p:contentPart>
          </mc:Choice>
          <mc:Fallback>
            <p:pic>
              <p:nvPicPr>
                <p:cNvPr id="73" name="Ink 72">
                  <a:extLst>
                    <a:ext uri="{FF2B5EF4-FFF2-40B4-BE49-F238E27FC236}">
                      <a16:creationId xmlns:a16="http://schemas.microsoft.com/office/drawing/2014/main" id="{F4BFD408-E3B1-B10F-13DD-3A627064E396}"/>
                    </a:ext>
                  </a:extLst>
                </p:cNvPr>
                <p:cNvPicPr/>
                <p:nvPr/>
              </p:nvPicPr>
              <p:blipFill>
                <a:blip r:embed="rId211"/>
                <a:stretch>
                  <a:fillRect/>
                </a:stretch>
              </p:blipFill>
              <p:spPr>
                <a:xfrm>
                  <a:off x="6330660" y="2236980"/>
                  <a:ext cx="28800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74" name="Ink 73">
                  <a:extLst>
                    <a:ext uri="{FF2B5EF4-FFF2-40B4-BE49-F238E27FC236}">
                      <a16:creationId xmlns:a16="http://schemas.microsoft.com/office/drawing/2014/main" id="{D627CCBE-8E44-D0D0-F874-8FB1B4B64786}"/>
                    </a:ext>
                  </a:extLst>
                </p14:cNvPr>
                <p14:cNvContentPartPr/>
                <p14:nvPr/>
              </p14:nvContentPartPr>
              <p14:xfrm>
                <a:off x="5842140" y="2298540"/>
                <a:ext cx="5040" cy="3960"/>
              </p14:xfrm>
            </p:contentPart>
          </mc:Choice>
          <mc:Fallback>
            <p:pic>
              <p:nvPicPr>
                <p:cNvPr id="74" name="Ink 73">
                  <a:extLst>
                    <a:ext uri="{FF2B5EF4-FFF2-40B4-BE49-F238E27FC236}">
                      <a16:creationId xmlns:a16="http://schemas.microsoft.com/office/drawing/2014/main" id="{D627CCBE-8E44-D0D0-F874-8FB1B4B64786}"/>
                    </a:ext>
                  </a:extLst>
                </p:cNvPr>
                <p:cNvPicPr/>
                <p:nvPr/>
              </p:nvPicPr>
              <p:blipFill>
                <a:blip r:embed="rId165"/>
                <a:stretch>
                  <a:fillRect/>
                </a:stretch>
              </p:blipFill>
              <p:spPr>
                <a:xfrm>
                  <a:off x="5833140" y="2289540"/>
                  <a:ext cx="2268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75" name="Ink 74">
                  <a:extLst>
                    <a:ext uri="{FF2B5EF4-FFF2-40B4-BE49-F238E27FC236}">
                      <a16:creationId xmlns:a16="http://schemas.microsoft.com/office/drawing/2014/main" id="{13BB79B9-66D7-6B4B-1F55-CC5D47424ABD}"/>
                    </a:ext>
                  </a:extLst>
                </p14:cNvPr>
                <p14:cNvContentPartPr/>
                <p14:nvPr/>
              </p14:nvContentPartPr>
              <p14:xfrm>
                <a:off x="5873820" y="2432100"/>
                <a:ext cx="360" cy="5400"/>
              </p14:xfrm>
            </p:contentPart>
          </mc:Choice>
          <mc:Fallback>
            <p:pic>
              <p:nvPicPr>
                <p:cNvPr id="75" name="Ink 74">
                  <a:extLst>
                    <a:ext uri="{FF2B5EF4-FFF2-40B4-BE49-F238E27FC236}">
                      <a16:creationId xmlns:a16="http://schemas.microsoft.com/office/drawing/2014/main" id="{13BB79B9-66D7-6B4B-1F55-CC5D47424ABD}"/>
                    </a:ext>
                  </a:extLst>
                </p:cNvPr>
                <p:cNvPicPr/>
                <p:nvPr/>
              </p:nvPicPr>
              <p:blipFill>
                <a:blip r:embed="rId165"/>
                <a:stretch>
                  <a:fillRect/>
                </a:stretch>
              </p:blipFill>
              <p:spPr>
                <a:xfrm>
                  <a:off x="5864820" y="2423100"/>
                  <a:ext cx="1800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0" name="Ink 119">
                  <a:extLst>
                    <a:ext uri="{FF2B5EF4-FFF2-40B4-BE49-F238E27FC236}">
                      <a16:creationId xmlns:a16="http://schemas.microsoft.com/office/drawing/2014/main" id="{B5882034-F606-A3EF-F8E3-B3AA7DE09013}"/>
                    </a:ext>
                  </a:extLst>
                </p14:cNvPr>
                <p14:cNvContentPartPr/>
                <p14:nvPr/>
              </p14:nvContentPartPr>
              <p14:xfrm>
                <a:off x="6246780" y="1851780"/>
                <a:ext cx="185040" cy="247680"/>
              </p14:xfrm>
            </p:contentPart>
          </mc:Choice>
          <mc:Fallback>
            <p:pic>
              <p:nvPicPr>
                <p:cNvPr id="120" name="Ink 119">
                  <a:extLst>
                    <a:ext uri="{FF2B5EF4-FFF2-40B4-BE49-F238E27FC236}">
                      <a16:creationId xmlns:a16="http://schemas.microsoft.com/office/drawing/2014/main" id="{B5882034-F606-A3EF-F8E3-B3AA7DE09013}"/>
                    </a:ext>
                  </a:extLst>
                </p:cNvPr>
                <p:cNvPicPr/>
                <p:nvPr/>
              </p:nvPicPr>
              <p:blipFill>
                <a:blip r:embed="rId215"/>
                <a:stretch>
                  <a:fillRect/>
                </a:stretch>
              </p:blipFill>
              <p:spPr>
                <a:xfrm>
                  <a:off x="6238140" y="1842780"/>
                  <a:ext cx="20268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1" name="Ink 120">
                  <a:extLst>
                    <a:ext uri="{FF2B5EF4-FFF2-40B4-BE49-F238E27FC236}">
                      <a16:creationId xmlns:a16="http://schemas.microsoft.com/office/drawing/2014/main" id="{557CB520-2581-1F44-A76F-F845AF5289B0}"/>
                    </a:ext>
                  </a:extLst>
                </p14:cNvPr>
                <p14:cNvContentPartPr/>
                <p14:nvPr/>
              </p14:nvContentPartPr>
              <p14:xfrm>
                <a:off x="6261540" y="1991460"/>
                <a:ext cx="138600" cy="28080"/>
              </p14:xfrm>
            </p:contentPart>
          </mc:Choice>
          <mc:Fallback>
            <p:pic>
              <p:nvPicPr>
                <p:cNvPr id="121" name="Ink 120">
                  <a:extLst>
                    <a:ext uri="{FF2B5EF4-FFF2-40B4-BE49-F238E27FC236}">
                      <a16:creationId xmlns:a16="http://schemas.microsoft.com/office/drawing/2014/main" id="{557CB520-2581-1F44-A76F-F845AF5289B0}"/>
                    </a:ext>
                  </a:extLst>
                </p:cNvPr>
                <p:cNvPicPr/>
                <p:nvPr/>
              </p:nvPicPr>
              <p:blipFill>
                <a:blip r:embed="rId217"/>
                <a:stretch>
                  <a:fillRect/>
                </a:stretch>
              </p:blipFill>
              <p:spPr>
                <a:xfrm>
                  <a:off x="6252540" y="1982460"/>
                  <a:ext cx="15624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2" name="Ink 121">
                  <a:extLst>
                    <a:ext uri="{FF2B5EF4-FFF2-40B4-BE49-F238E27FC236}">
                      <a16:creationId xmlns:a16="http://schemas.microsoft.com/office/drawing/2014/main" id="{AD7A6434-8902-D5BB-BCC2-2CD48B35F34A}"/>
                    </a:ext>
                  </a:extLst>
                </p14:cNvPr>
                <p14:cNvContentPartPr/>
                <p14:nvPr/>
              </p14:nvContentPartPr>
              <p14:xfrm>
                <a:off x="6086580" y="1834500"/>
                <a:ext cx="142560" cy="303840"/>
              </p14:xfrm>
            </p:contentPart>
          </mc:Choice>
          <mc:Fallback>
            <p:pic>
              <p:nvPicPr>
                <p:cNvPr id="122" name="Ink 121">
                  <a:extLst>
                    <a:ext uri="{FF2B5EF4-FFF2-40B4-BE49-F238E27FC236}">
                      <a16:creationId xmlns:a16="http://schemas.microsoft.com/office/drawing/2014/main" id="{AD7A6434-8902-D5BB-BCC2-2CD48B35F34A}"/>
                    </a:ext>
                  </a:extLst>
                </p:cNvPr>
                <p:cNvPicPr/>
                <p:nvPr/>
              </p:nvPicPr>
              <p:blipFill>
                <a:blip r:embed="rId219"/>
                <a:stretch>
                  <a:fillRect/>
                </a:stretch>
              </p:blipFill>
              <p:spPr>
                <a:xfrm>
                  <a:off x="6077580" y="1825860"/>
                  <a:ext cx="16020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3" name="Ink 122">
                  <a:extLst>
                    <a:ext uri="{FF2B5EF4-FFF2-40B4-BE49-F238E27FC236}">
                      <a16:creationId xmlns:a16="http://schemas.microsoft.com/office/drawing/2014/main" id="{3A0AB7E1-3A07-40E4-3FB6-CC6FAC7B7C21}"/>
                    </a:ext>
                  </a:extLst>
                </p14:cNvPr>
                <p14:cNvContentPartPr/>
                <p14:nvPr/>
              </p14:nvContentPartPr>
              <p14:xfrm>
                <a:off x="6527940" y="1836300"/>
                <a:ext cx="105840" cy="275400"/>
              </p14:xfrm>
            </p:contentPart>
          </mc:Choice>
          <mc:Fallback>
            <p:pic>
              <p:nvPicPr>
                <p:cNvPr id="123" name="Ink 122">
                  <a:extLst>
                    <a:ext uri="{FF2B5EF4-FFF2-40B4-BE49-F238E27FC236}">
                      <a16:creationId xmlns:a16="http://schemas.microsoft.com/office/drawing/2014/main" id="{3A0AB7E1-3A07-40E4-3FB6-CC6FAC7B7C21}"/>
                    </a:ext>
                  </a:extLst>
                </p:cNvPr>
                <p:cNvPicPr/>
                <p:nvPr/>
              </p:nvPicPr>
              <p:blipFill>
                <a:blip r:embed="rId221"/>
                <a:stretch>
                  <a:fillRect/>
                </a:stretch>
              </p:blipFill>
              <p:spPr>
                <a:xfrm>
                  <a:off x="6518940" y="1827660"/>
                  <a:ext cx="12348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43" name="Ink 142">
                  <a:extLst>
                    <a:ext uri="{FF2B5EF4-FFF2-40B4-BE49-F238E27FC236}">
                      <a16:creationId xmlns:a16="http://schemas.microsoft.com/office/drawing/2014/main" id="{67E519A9-898E-0F62-3165-A5BB8261FFCE}"/>
                    </a:ext>
                  </a:extLst>
                </p14:cNvPr>
                <p14:cNvContentPartPr/>
                <p14:nvPr/>
              </p14:nvContentPartPr>
              <p14:xfrm>
                <a:off x="6169020" y="2136180"/>
                <a:ext cx="1624680" cy="1248480"/>
              </p14:xfrm>
            </p:contentPart>
          </mc:Choice>
          <mc:Fallback>
            <p:pic>
              <p:nvPicPr>
                <p:cNvPr id="143" name="Ink 142">
                  <a:extLst>
                    <a:ext uri="{FF2B5EF4-FFF2-40B4-BE49-F238E27FC236}">
                      <a16:creationId xmlns:a16="http://schemas.microsoft.com/office/drawing/2014/main" id="{67E519A9-898E-0F62-3165-A5BB8261FFCE}"/>
                    </a:ext>
                  </a:extLst>
                </p:cNvPr>
                <p:cNvPicPr/>
                <p:nvPr/>
              </p:nvPicPr>
              <p:blipFill>
                <a:blip r:embed="rId223"/>
                <a:stretch>
                  <a:fillRect/>
                </a:stretch>
              </p:blipFill>
              <p:spPr>
                <a:xfrm>
                  <a:off x="6160380" y="2127180"/>
                  <a:ext cx="1642320" cy="12661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44" name="Ink 143">
                  <a:extLst>
                    <a:ext uri="{FF2B5EF4-FFF2-40B4-BE49-F238E27FC236}">
                      <a16:creationId xmlns:a16="http://schemas.microsoft.com/office/drawing/2014/main" id="{AAD34EA9-4AE9-382C-8128-A089536D3EE5}"/>
                    </a:ext>
                  </a:extLst>
                </p14:cNvPr>
                <p14:cNvContentPartPr/>
                <p14:nvPr/>
              </p14:nvContentPartPr>
              <p14:xfrm>
                <a:off x="6139500" y="3315900"/>
                <a:ext cx="196200" cy="106200"/>
              </p14:xfrm>
            </p:contentPart>
          </mc:Choice>
          <mc:Fallback>
            <p:pic>
              <p:nvPicPr>
                <p:cNvPr id="144" name="Ink 143">
                  <a:extLst>
                    <a:ext uri="{FF2B5EF4-FFF2-40B4-BE49-F238E27FC236}">
                      <a16:creationId xmlns:a16="http://schemas.microsoft.com/office/drawing/2014/main" id="{AAD34EA9-4AE9-382C-8128-A089536D3EE5}"/>
                    </a:ext>
                  </a:extLst>
                </p:cNvPr>
                <p:cNvPicPr/>
                <p:nvPr/>
              </p:nvPicPr>
              <p:blipFill>
                <a:blip r:embed="rId225"/>
                <a:stretch>
                  <a:fillRect/>
                </a:stretch>
              </p:blipFill>
              <p:spPr>
                <a:xfrm>
                  <a:off x="6130500" y="3307260"/>
                  <a:ext cx="21384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45" name="Ink 144">
                  <a:extLst>
                    <a:ext uri="{FF2B5EF4-FFF2-40B4-BE49-F238E27FC236}">
                      <a16:creationId xmlns:a16="http://schemas.microsoft.com/office/drawing/2014/main" id="{675E89DB-B17B-DCB4-5AEA-0EA3738C9B76}"/>
                    </a:ext>
                  </a:extLst>
                </p14:cNvPr>
                <p14:cNvContentPartPr/>
                <p14:nvPr/>
              </p14:nvContentPartPr>
              <p14:xfrm>
                <a:off x="6711540" y="3020700"/>
                <a:ext cx="16200" cy="217800"/>
              </p14:xfrm>
            </p:contentPart>
          </mc:Choice>
          <mc:Fallback>
            <p:pic>
              <p:nvPicPr>
                <p:cNvPr id="145" name="Ink 144">
                  <a:extLst>
                    <a:ext uri="{FF2B5EF4-FFF2-40B4-BE49-F238E27FC236}">
                      <a16:creationId xmlns:a16="http://schemas.microsoft.com/office/drawing/2014/main" id="{675E89DB-B17B-DCB4-5AEA-0EA3738C9B76}"/>
                    </a:ext>
                  </a:extLst>
                </p:cNvPr>
                <p:cNvPicPr/>
                <p:nvPr/>
              </p:nvPicPr>
              <p:blipFill>
                <a:blip r:embed="rId227"/>
                <a:stretch>
                  <a:fillRect/>
                </a:stretch>
              </p:blipFill>
              <p:spPr>
                <a:xfrm>
                  <a:off x="6702540" y="3011700"/>
                  <a:ext cx="3384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46" name="Ink 145">
                  <a:extLst>
                    <a:ext uri="{FF2B5EF4-FFF2-40B4-BE49-F238E27FC236}">
                      <a16:creationId xmlns:a16="http://schemas.microsoft.com/office/drawing/2014/main" id="{8F7D5732-971B-867A-3FA0-411F432D05C3}"/>
                    </a:ext>
                  </a:extLst>
                </p14:cNvPr>
                <p14:cNvContentPartPr/>
                <p14:nvPr/>
              </p14:nvContentPartPr>
              <p14:xfrm>
                <a:off x="6806940" y="3053100"/>
                <a:ext cx="137520" cy="210960"/>
              </p14:xfrm>
            </p:contentPart>
          </mc:Choice>
          <mc:Fallback>
            <p:pic>
              <p:nvPicPr>
                <p:cNvPr id="146" name="Ink 145">
                  <a:extLst>
                    <a:ext uri="{FF2B5EF4-FFF2-40B4-BE49-F238E27FC236}">
                      <a16:creationId xmlns:a16="http://schemas.microsoft.com/office/drawing/2014/main" id="{8F7D5732-971B-867A-3FA0-411F432D05C3}"/>
                    </a:ext>
                  </a:extLst>
                </p:cNvPr>
                <p:cNvPicPr/>
                <p:nvPr/>
              </p:nvPicPr>
              <p:blipFill>
                <a:blip r:embed="rId229"/>
                <a:stretch>
                  <a:fillRect/>
                </a:stretch>
              </p:blipFill>
              <p:spPr>
                <a:xfrm>
                  <a:off x="6798300" y="3044460"/>
                  <a:ext cx="15516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7" name="Ink 146">
                  <a:extLst>
                    <a:ext uri="{FF2B5EF4-FFF2-40B4-BE49-F238E27FC236}">
                      <a16:creationId xmlns:a16="http://schemas.microsoft.com/office/drawing/2014/main" id="{C85DFE9E-6CA2-8940-4501-819A78EDC4FF}"/>
                    </a:ext>
                  </a:extLst>
                </p14:cNvPr>
                <p14:cNvContentPartPr/>
                <p14:nvPr/>
              </p14:nvContentPartPr>
              <p14:xfrm>
                <a:off x="7083060" y="3090540"/>
                <a:ext cx="10080" cy="14760"/>
              </p14:xfrm>
            </p:contentPart>
          </mc:Choice>
          <mc:Fallback>
            <p:pic>
              <p:nvPicPr>
                <p:cNvPr id="147" name="Ink 146">
                  <a:extLst>
                    <a:ext uri="{FF2B5EF4-FFF2-40B4-BE49-F238E27FC236}">
                      <a16:creationId xmlns:a16="http://schemas.microsoft.com/office/drawing/2014/main" id="{C85DFE9E-6CA2-8940-4501-819A78EDC4FF}"/>
                    </a:ext>
                  </a:extLst>
                </p:cNvPr>
                <p:cNvPicPr/>
                <p:nvPr/>
              </p:nvPicPr>
              <p:blipFill>
                <a:blip r:embed="rId231"/>
                <a:stretch>
                  <a:fillRect/>
                </a:stretch>
              </p:blipFill>
              <p:spPr>
                <a:xfrm>
                  <a:off x="7074420" y="3081900"/>
                  <a:ext cx="277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8" name="Ink 147">
                  <a:extLst>
                    <a:ext uri="{FF2B5EF4-FFF2-40B4-BE49-F238E27FC236}">
                      <a16:creationId xmlns:a16="http://schemas.microsoft.com/office/drawing/2014/main" id="{FF7F0E3B-DA5B-90A7-E0CA-6C41C9F6B68C}"/>
                    </a:ext>
                  </a:extLst>
                </p14:cNvPr>
                <p14:cNvContentPartPr/>
                <p14:nvPr/>
              </p14:nvContentPartPr>
              <p14:xfrm>
                <a:off x="7080180" y="3212940"/>
                <a:ext cx="3960" cy="15120"/>
              </p14:xfrm>
            </p:contentPart>
          </mc:Choice>
          <mc:Fallback>
            <p:pic>
              <p:nvPicPr>
                <p:cNvPr id="148" name="Ink 147">
                  <a:extLst>
                    <a:ext uri="{FF2B5EF4-FFF2-40B4-BE49-F238E27FC236}">
                      <a16:creationId xmlns:a16="http://schemas.microsoft.com/office/drawing/2014/main" id="{FF7F0E3B-DA5B-90A7-E0CA-6C41C9F6B68C}"/>
                    </a:ext>
                  </a:extLst>
                </p:cNvPr>
                <p:cNvPicPr/>
                <p:nvPr/>
              </p:nvPicPr>
              <p:blipFill>
                <a:blip r:embed="rId233"/>
                <a:stretch>
                  <a:fillRect/>
                </a:stretch>
              </p:blipFill>
              <p:spPr>
                <a:xfrm>
                  <a:off x="7071180" y="3203940"/>
                  <a:ext cx="216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9" name="Ink 148">
                  <a:extLst>
                    <a:ext uri="{FF2B5EF4-FFF2-40B4-BE49-F238E27FC236}">
                      <a16:creationId xmlns:a16="http://schemas.microsoft.com/office/drawing/2014/main" id="{5F80A5EE-715D-D507-C071-6DEB25B578D7}"/>
                    </a:ext>
                  </a:extLst>
                </p14:cNvPr>
                <p14:cNvContentPartPr/>
                <p14:nvPr/>
              </p14:nvContentPartPr>
              <p14:xfrm>
                <a:off x="7243980" y="3084780"/>
                <a:ext cx="99360" cy="155160"/>
              </p14:xfrm>
            </p:contentPart>
          </mc:Choice>
          <mc:Fallback>
            <p:pic>
              <p:nvPicPr>
                <p:cNvPr id="149" name="Ink 148">
                  <a:extLst>
                    <a:ext uri="{FF2B5EF4-FFF2-40B4-BE49-F238E27FC236}">
                      <a16:creationId xmlns:a16="http://schemas.microsoft.com/office/drawing/2014/main" id="{5F80A5EE-715D-D507-C071-6DEB25B578D7}"/>
                    </a:ext>
                  </a:extLst>
                </p:cNvPr>
                <p:cNvPicPr/>
                <p:nvPr/>
              </p:nvPicPr>
              <p:blipFill>
                <a:blip r:embed="rId235"/>
                <a:stretch>
                  <a:fillRect/>
                </a:stretch>
              </p:blipFill>
              <p:spPr>
                <a:xfrm>
                  <a:off x="7235340" y="3076140"/>
                  <a:ext cx="1170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50" name="Ink 149">
                  <a:extLst>
                    <a:ext uri="{FF2B5EF4-FFF2-40B4-BE49-F238E27FC236}">
                      <a16:creationId xmlns:a16="http://schemas.microsoft.com/office/drawing/2014/main" id="{55467751-42AF-7D99-E4CE-BD82D75CA279}"/>
                    </a:ext>
                  </a:extLst>
                </p14:cNvPr>
                <p14:cNvContentPartPr/>
                <p14:nvPr/>
              </p14:nvContentPartPr>
              <p14:xfrm>
                <a:off x="7416420" y="3066420"/>
                <a:ext cx="83880" cy="197640"/>
              </p14:xfrm>
            </p:contentPart>
          </mc:Choice>
          <mc:Fallback>
            <p:pic>
              <p:nvPicPr>
                <p:cNvPr id="150" name="Ink 149">
                  <a:extLst>
                    <a:ext uri="{FF2B5EF4-FFF2-40B4-BE49-F238E27FC236}">
                      <a16:creationId xmlns:a16="http://schemas.microsoft.com/office/drawing/2014/main" id="{55467751-42AF-7D99-E4CE-BD82D75CA279}"/>
                    </a:ext>
                  </a:extLst>
                </p:cNvPr>
                <p:cNvPicPr/>
                <p:nvPr/>
              </p:nvPicPr>
              <p:blipFill>
                <a:blip r:embed="rId237"/>
                <a:stretch>
                  <a:fillRect/>
                </a:stretch>
              </p:blipFill>
              <p:spPr>
                <a:xfrm>
                  <a:off x="7407780" y="3057780"/>
                  <a:ext cx="1015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51" name="Ink 150">
                  <a:extLst>
                    <a:ext uri="{FF2B5EF4-FFF2-40B4-BE49-F238E27FC236}">
                      <a16:creationId xmlns:a16="http://schemas.microsoft.com/office/drawing/2014/main" id="{0FCC9E77-F930-616E-09CF-D8EF8183BD0A}"/>
                    </a:ext>
                  </a:extLst>
                </p14:cNvPr>
                <p14:cNvContentPartPr/>
                <p14:nvPr/>
              </p14:nvContentPartPr>
              <p14:xfrm>
                <a:off x="7429380" y="3004500"/>
                <a:ext cx="104400" cy="63000"/>
              </p14:xfrm>
            </p:contentPart>
          </mc:Choice>
          <mc:Fallback>
            <p:pic>
              <p:nvPicPr>
                <p:cNvPr id="151" name="Ink 150">
                  <a:extLst>
                    <a:ext uri="{FF2B5EF4-FFF2-40B4-BE49-F238E27FC236}">
                      <a16:creationId xmlns:a16="http://schemas.microsoft.com/office/drawing/2014/main" id="{0FCC9E77-F930-616E-09CF-D8EF8183BD0A}"/>
                    </a:ext>
                  </a:extLst>
                </p:cNvPr>
                <p:cNvPicPr/>
                <p:nvPr/>
              </p:nvPicPr>
              <p:blipFill>
                <a:blip r:embed="rId239"/>
                <a:stretch>
                  <a:fillRect/>
                </a:stretch>
              </p:blipFill>
              <p:spPr>
                <a:xfrm>
                  <a:off x="7420380" y="2995860"/>
                  <a:ext cx="12204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53" name="Ink 152">
                  <a:extLst>
                    <a:ext uri="{FF2B5EF4-FFF2-40B4-BE49-F238E27FC236}">
                      <a16:creationId xmlns:a16="http://schemas.microsoft.com/office/drawing/2014/main" id="{835C5561-E816-C9AC-2B2E-FDA82C82BCEE}"/>
                    </a:ext>
                  </a:extLst>
                </p14:cNvPr>
                <p14:cNvContentPartPr/>
                <p14:nvPr/>
              </p14:nvContentPartPr>
              <p14:xfrm>
                <a:off x="7563300" y="2981100"/>
                <a:ext cx="136800" cy="260280"/>
              </p14:xfrm>
            </p:contentPart>
          </mc:Choice>
          <mc:Fallback>
            <p:pic>
              <p:nvPicPr>
                <p:cNvPr id="153" name="Ink 152">
                  <a:extLst>
                    <a:ext uri="{FF2B5EF4-FFF2-40B4-BE49-F238E27FC236}">
                      <a16:creationId xmlns:a16="http://schemas.microsoft.com/office/drawing/2014/main" id="{835C5561-E816-C9AC-2B2E-FDA82C82BCEE}"/>
                    </a:ext>
                  </a:extLst>
                </p:cNvPr>
                <p:cNvPicPr/>
                <p:nvPr/>
              </p:nvPicPr>
              <p:blipFill>
                <a:blip r:embed="rId241"/>
                <a:stretch>
                  <a:fillRect/>
                </a:stretch>
              </p:blipFill>
              <p:spPr>
                <a:xfrm>
                  <a:off x="7554660" y="2972460"/>
                  <a:ext cx="15444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54" name="Ink 153">
                  <a:extLst>
                    <a:ext uri="{FF2B5EF4-FFF2-40B4-BE49-F238E27FC236}">
                      <a16:creationId xmlns:a16="http://schemas.microsoft.com/office/drawing/2014/main" id="{57061007-BC1E-F9DD-D2DF-798BCC51B784}"/>
                    </a:ext>
                  </a:extLst>
                </p14:cNvPr>
                <p14:cNvContentPartPr/>
                <p14:nvPr/>
              </p14:nvContentPartPr>
              <p14:xfrm>
                <a:off x="7632060" y="3016380"/>
                <a:ext cx="333360" cy="215280"/>
              </p14:xfrm>
            </p:contentPart>
          </mc:Choice>
          <mc:Fallback>
            <p:pic>
              <p:nvPicPr>
                <p:cNvPr id="154" name="Ink 153">
                  <a:extLst>
                    <a:ext uri="{FF2B5EF4-FFF2-40B4-BE49-F238E27FC236}">
                      <a16:creationId xmlns:a16="http://schemas.microsoft.com/office/drawing/2014/main" id="{57061007-BC1E-F9DD-D2DF-798BCC51B784}"/>
                    </a:ext>
                  </a:extLst>
                </p:cNvPr>
                <p:cNvPicPr/>
                <p:nvPr/>
              </p:nvPicPr>
              <p:blipFill>
                <a:blip r:embed="rId243"/>
                <a:stretch>
                  <a:fillRect/>
                </a:stretch>
              </p:blipFill>
              <p:spPr>
                <a:xfrm>
                  <a:off x="7623420" y="3007380"/>
                  <a:ext cx="35100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56" name="Ink 155">
                  <a:extLst>
                    <a:ext uri="{FF2B5EF4-FFF2-40B4-BE49-F238E27FC236}">
                      <a16:creationId xmlns:a16="http://schemas.microsoft.com/office/drawing/2014/main" id="{C5E0BED0-E987-1C06-E702-DD5618766D51}"/>
                    </a:ext>
                  </a:extLst>
                </p14:cNvPr>
                <p14:cNvContentPartPr/>
                <p14:nvPr/>
              </p14:nvContentPartPr>
              <p14:xfrm>
                <a:off x="8125620" y="2940060"/>
                <a:ext cx="91440" cy="287640"/>
              </p14:xfrm>
            </p:contentPart>
          </mc:Choice>
          <mc:Fallback>
            <p:pic>
              <p:nvPicPr>
                <p:cNvPr id="156" name="Ink 155">
                  <a:extLst>
                    <a:ext uri="{FF2B5EF4-FFF2-40B4-BE49-F238E27FC236}">
                      <a16:creationId xmlns:a16="http://schemas.microsoft.com/office/drawing/2014/main" id="{C5E0BED0-E987-1C06-E702-DD5618766D51}"/>
                    </a:ext>
                  </a:extLst>
                </p:cNvPr>
                <p:cNvPicPr/>
                <p:nvPr/>
              </p:nvPicPr>
              <p:blipFill>
                <a:blip r:embed="rId245"/>
                <a:stretch>
                  <a:fillRect/>
                </a:stretch>
              </p:blipFill>
              <p:spPr>
                <a:xfrm>
                  <a:off x="8116620" y="2931060"/>
                  <a:ext cx="10908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7" name="Ink 156">
                  <a:extLst>
                    <a:ext uri="{FF2B5EF4-FFF2-40B4-BE49-F238E27FC236}">
                      <a16:creationId xmlns:a16="http://schemas.microsoft.com/office/drawing/2014/main" id="{99CEBD5F-BBF6-04DF-3388-5DE003959FF7}"/>
                    </a:ext>
                  </a:extLst>
                </p14:cNvPr>
                <p14:cNvContentPartPr/>
                <p14:nvPr/>
              </p14:nvContentPartPr>
              <p14:xfrm>
                <a:off x="8266380" y="2972820"/>
                <a:ext cx="129600" cy="214560"/>
              </p14:xfrm>
            </p:contentPart>
          </mc:Choice>
          <mc:Fallback>
            <p:pic>
              <p:nvPicPr>
                <p:cNvPr id="157" name="Ink 156">
                  <a:extLst>
                    <a:ext uri="{FF2B5EF4-FFF2-40B4-BE49-F238E27FC236}">
                      <a16:creationId xmlns:a16="http://schemas.microsoft.com/office/drawing/2014/main" id="{99CEBD5F-BBF6-04DF-3388-5DE003959FF7}"/>
                    </a:ext>
                  </a:extLst>
                </p:cNvPr>
                <p:cNvPicPr/>
                <p:nvPr/>
              </p:nvPicPr>
              <p:blipFill>
                <a:blip r:embed="rId247"/>
                <a:stretch>
                  <a:fillRect/>
                </a:stretch>
              </p:blipFill>
              <p:spPr>
                <a:xfrm>
                  <a:off x="8257740" y="2963820"/>
                  <a:ext cx="14724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8" name="Ink 157">
                  <a:extLst>
                    <a:ext uri="{FF2B5EF4-FFF2-40B4-BE49-F238E27FC236}">
                      <a16:creationId xmlns:a16="http://schemas.microsoft.com/office/drawing/2014/main" id="{9D6E2935-0678-01A1-B85B-17065EBDEE52}"/>
                    </a:ext>
                  </a:extLst>
                </p14:cNvPr>
                <p14:cNvContentPartPr/>
                <p14:nvPr/>
              </p14:nvContentPartPr>
              <p14:xfrm>
                <a:off x="8496060" y="2948700"/>
                <a:ext cx="119880" cy="283680"/>
              </p14:xfrm>
            </p:contentPart>
          </mc:Choice>
          <mc:Fallback>
            <p:pic>
              <p:nvPicPr>
                <p:cNvPr id="158" name="Ink 157">
                  <a:extLst>
                    <a:ext uri="{FF2B5EF4-FFF2-40B4-BE49-F238E27FC236}">
                      <a16:creationId xmlns:a16="http://schemas.microsoft.com/office/drawing/2014/main" id="{9D6E2935-0678-01A1-B85B-17065EBDEE52}"/>
                    </a:ext>
                  </a:extLst>
                </p:cNvPr>
                <p:cNvPicPr/>
                <p:nvPr/>
              </p:nvPicPr>
              <p:blipFill>
                <a:blip r:embed="rId249"/>
                <a:stretch>
                  <a:fillRect/>
                </a:stretch>
              </p:blipFill>
              <p:spPr>
                <a:xfrm>
                  <a:off x="8487060" y="2940060"/>
                  <a:ext cx="13752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03" name="Ink 102">
                  <a:extLst>
                    <a:ext uri="{FF2B5EF4-FFF2-40B4-BE49-F238E27FC236}">
                      <a16:creationId xmlns:a16="http://schemas.microsoft.com/office/drawing/2014/main" id="{C56D42FD-B381-013B-32B4-414E55277EF1}"/>
                    </a:ext>
                  </a:extLst>
                </p14:cNvPr>
                <p14:cNvContentPartPr/>
                <p14:nvPr/>
              </p14:nvContentPartPr>
              <p14:xfrm>
                <a:off x="419820" y="5361420"/>
                <a:ext cx="3309480" cy="342360"/>
              </p14:xfrm>
            </p:contentPart>
          </mc:Choice>
          <mc:Fallback>
            <p:pic>
              <p:nvPicPr>
                <p:cNvPr id="103" name="Ink 102">
                  <a:extLst>
                    <a:ext uri="{FF2B5EF4-FFF2-40B4-BE49-F238E27FC236}">
                      <a16:creationId xmlns:a16="http://schemas.microsoft.com/office/drawing/2014/main" id="{C56D42FD-B381-013B-32B4-414E55277EF1}"/>
                    </a:ext>
                  </a:extLst>
                </p:cNvPr>
                <p:cNvPicPr/>
                <p:nvPr/>
              </p:nvPicPr>
              <p:blipFill>
                <a:blip r:embed="rId251"/>
                <a:stretch>
                  <a:fillRect/>
                </a:stretch>
              </p:blipFill>
              <p:spPr>
                <a:xfrm>
                  <a:off x="411180" y="5352420"/>
                  <a:ext cx="332712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04" name="Ink 103">
                  <a:extLst>
                    <a:ext uri="{FF2B5EF4-FFF2-40B4-BE49-F238E27FC236}">
                      <a16:creationId xmlns:a16="http://schemas.microsoft.com/office/drawing/2014/main" id="{7129E7DD-72AA-C021-2E61-8B7CB9EC5B85}"/>
                    </a:ext>
                  </a:extLst>
                </p14:cNvPr>
                <p14:cNvContentPartPr/>
                <p14:nvPr/>
              </p14:nvContentPartPr>
              <p14:xfrm>
                <a:off x="977100" y="5365740"/>
                <a:ext cx="26280" cy="313560"/>
              </p14:xfrm>
            </p:contentPart>
          </mc:Choice>
          <mc:Fallback>
            <p:pic>
              <p:nvPicPr>
                <p:cNvPr id="104" name="Ink 103">
                  <a:extLst>
                    <a:ext uri="{FF2B5EF4-FFF2-40B4-BE49-F238E27FC236}">
                      <a16:creationId xmlns:a16="http://schemas.microsoft.com/office/drawing/2014/main" id="{7129E7DD-72AA-C021-2E61-8B7CB9EC5B85}"/>
                    </a:ext>
                  </a:extLst>
                </p:cNvPr>
                <p:cNvPicPr/>
                <p:nvPr/>
              </p:nvPicPr>
              <p:blipFill>
                <a:blip r:embed="rId253"/>
                <a:stretch>
                  <a:fillRect/>
                </a:stretch>
              </p:blipFill>
              <p:spPr>
                <a:xfrm>
                  <a:off x="968460" y="5356740"/>
                  <a:ext cx="4392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05" name="Ink 104">
                  <a:extLst>
                    <a:ext uri="{FF2B5EF4-FFF2-40B4-BE49-F238E27FC236}">
                      <a16:creationId xmlns:a16="http://schemas.microsoft.com/office/drawing/2014/main" id="{FFA0CDD0-2809-BBE2-B8E5-5641DDC7BFDA}"/>
                    </a:ext>
                  </a:extLst>
                </p14:cNvPr>
                <p14:cNvContentPartPr/>
                <p14:nvPr/>
              </p14:nvContentPartPr>
              <p14:xfrm>
                <a:off x="1434660" y="5403900"/>
                <a:ext cx="49320" cy="295200"/>
              </p14:xfrm>
            </p:contentPart>
          </mc:Choice>
          <mc:Fallback>
            <p:pic>
              <p:nvPicPr>
                <p:cNvPr id="105" name="Ink 104">
                  <a:extLst>
                    <a:ext uri="{FF2B5EF4-FFF2-40B4-BE49-F238E27FC236}">
                      <a16:creationId xmlns:a16="http://schemas.microsoft.com/office/drawing/2014/main" id="{FFA0CDD0-2809-BBE2-B8E5-5641DDC7BFDA}"/>
                    </a:ext>
                  </a:extLst>
                </p:cNvPr>
                <p:cNvPicPr/>
                <p:nvPr/>
              </p:nvPicPr>
              <p:blipFill>
                <a:blip r:embed="rId255"/>
                <a:stretch>
                  <a:fillRect/>
                </a:stretch>
              </p:blipFill>
              <p:spPr>
                <a:xfrm>
                  <a:off x="1426020" y="5394900"/>
                  <a:ext cx="66960" cy="3128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06" name="Ink 105">
                  <a:extLst>
                    <a:ext uri="{FF2B5EF4-FFF2-40B4-BE49-F238E27FC236}">
                      <a16:creationId xmlns:a16="http://schemas.microsoft.com/office/drawing/2014/main" id="{DE3B5DD5-7D2E-4BF3-244E-B80AFAEDE07B}"/>
                    </a:ext>
                  </a:extLst>
                </p14:cNvPr>
                <p14:cNvContentPartPr/>
                <p14:nvPr/>
              </p14:nvContentPartPr>
              <p14:xfrm>
                <a:off x="1994460" y="5359260"/>
                <a:ext cx="26640" cy="334800"/>
              </p14:xfrm>
            </p:contentPart>
          </mc:Choice>
          <mc:Fallback>
            <p:pic>
              <p:nvPicPr>
                <p:cNvPr id="106" name="Ink 105">
                  <a:extLst>
                    <a:ext uri="{FF2B5EF4-FFF2-40B4-BE49-F238E27FC236}">
                      <a16:creationId xmlns:a16="http://schemas.microsoft.com/office/drawing/2014/main" id="{DE3B5DD5-7D2E-4BF3-244E-B80AFAEDE07B}"/>
                    </a:ext>
                  </a:extLst>
                </p:cNvPr>
                <p:cNvPicPr/>
                <p:nvPr/>
              </p:nvPicPr>
              <p:blipFill>
                <a:blip r:embed="rId257"/>
                <a:stretch>
                  <a:fillRect/>
                </a:stretch>
              </p:blipFill>
              <p:spPr>
                <a:xfrm>
                  <a:off x="1985460" y="5350260"/>
                  <a:ext cx="44280" cy="3524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07" name="Ink 106">
                  <a:extLst>
                    <a:ext uri="{FF2B5EF4-FFF2-40B4-BE49-F238E27FC236}">
                      <a16:creationId xmlns:a16="http://schemas.microsoft.com/office/drawing/2014/main" id="{27C56C80-411B-84D7-F97B-2FDBB6FC4AD1}"/>
                    </a:ext>
                  </a:extLst>
                </p14:cNvPr>
                <p14:cNvContentPartPr/>
                <p14:nvPr/>
              </p14:nvContentPartPr>
              <p14:xfrm>
                <a:off x="2241060" y="5378340"/>
                <a:ext cx="57240" cy="329040"/>
              </p14:xfrm>
            </p:contentPart>
          </mc:Choice>
          <mc:Fallback>
            <p:pic>
              <p:nvPicPr>
                <p:cNvPr id="107" name="Ink 106">
                  <a:extLst>
                    <a:ext uri="{FF2B5EF4-FFF2-40B4-BE49-F238E27FC236}">
                      <a16:creationId xmlns:a16="http://schemas.microsoft.com/office/drawing/2014/main" id="{27C56C80-411B-84D7-F97B-2FDBB6FC4AD1}"/>
                    </a:ext>
                  </a:extLst>
                </p:cNvPr>
                <p:cNvPicPr/>
                <p:nvPr/>
              </p:nvPicPr>
              <p:blipFill>
                <a:blip r:embed="rId259"/>
                <a:stretch>
                  <a:fillRect/>
                </a:stretch>
              </p:blipFill>
              <p:spPr>
                <a:xfrm>
                  <a:off x="2232420" y="5369340"/>
                  <a:ext cx="7488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09" name="Ink 108">
                  <a:extLst>
                    <a:ext uri="{FF2B5EF4-FFF2-40B4-BE49-F238E27FC236}">
                      <a16:creationId xmlns:a16="http://schemas.microsoft.com/office/drawing/2014/main" id="{FE9B6AC0-AAB7-9180-A6A4-F14E21236D9D}"/>
                    </a:ext>
                  </a:extLst>
                </p14:cNvPr>
                <p14:cNvContentPartPr/>
                <p14:nvPr/>
              </p14:nvContentPartPr>
              <p14:xfrm>
                <a:off x="2488740" y="5178540"/>
                <a:ext cx="131760" cy="28800"/>
              </p14:xfrm>
            </p:contentPart>
          </mc:Choice>
          <mc:Fallback>
            <p:pic>
              <p:nvPicPr>
                <p:cNvPr id="109" name="Ink 108">
                  <a:extLst>
                    <a:ext uri="{FF2B5EF4-FFF2-40B4-BE49-F238E27FC236}">
                      <a16:creationId xmlns:a16="http://schemas.microsoft.com/office/drawing/2014/main" id="{FE9B6AC0-AAB7-9180-A6A4-F14E21236D9D}"/>
                    </a:ext>
                  </a:extLst>
                </p:cNvPr>
                <p:cNvPicPr/>
                <p:nvPr/>
              </p:nvPicPr>
              <p:blipFill>
                <a:blip r:embed="rId261"/>
                <a:stretch>
                  <a:fillRect/>
                </a:stretch>
              </p:blipFill>
              <p:spPr>
                <a:xfrm>
                  <a:off x="2480100" y="5169900"/>
                  <a:ext cx="14940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10" name="Ink 109">
                  <a:extLst>
                    <a:ext uri="{FF2B5EF4-FFF2-40B4-BE49-F238E27FC236}">
                      <a16:creationId xmlns:a16="http://schemas.microsoft.com/office/drawing/2014/main" id="{96D00403-2190-F009-67F2-2F643777CFD1}"/>
                    </a:ext>
                  </a:extLst>
                </p14:cNvPr>
                <p14:cNvContentPartPr/>
                <p14:nvPr/>
              </p14:nvContentPartPr>
              <p14:xfrm>
                <a:off x="2558580" y="5181420"/>
                <a:ext cx="26280" cy="129600"/>
              </p14:xfrm>
            </p:contentPart>
          </mc:Choice>
          <mc:Fallback>
            <p:pic>
              <p:nvPicPr>
                <p:cNvPr id="110" name="Ink 109">
                  <a:extLst>
                    <a:ext uri="{FF2B5EF4-FFF2-40B4-BE49-F238E27FC236}">
                      <a16:creationId xmlns:a16="http://schemas.microsoft.com/office/drawing/2014/main" id="{96D00403-2190-F009-67F2-2F643777CFD1}"/>
                    </a:ext>
                  </a:extLst>
                </p:cNvPr>
                <p:cNvPicPr/>
                <p:nvPr/>
              </p:nvPicPr>
              <p:blipFill>
                <a:blip r:embed="rId263"/>
                <a:stretch>
                  <a:fillRect/>
                </a:stretch>
              </p:blipFill>
              <p:spPr>
                <a:xfrm>
                  <a:off x="2549580" y="5172420"/>
                  <a:ext cx="4392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11" name="Ink 110">
                  <a:extLst>
                    <a:ext uri="{FF2B5EF4-FFF2-40B4-BE49-F238E27FC236}">
                      <a16:creationId xmlns:a16="http://schemas.microsoft.com/office/drawing/2014/main" id="{7C5ADB50-4BD3-635C-110A-1F0341327F81}"/>
                    </a:ext>
                  </a:extLst>
                </p14:cNvPr>
                <p14:cNvContentPartPr/>
                <p14:nvPr/>
              </p14:nvContentPartPr>
              <p14:xfrm>
                <a:off x="2671620" y="5188260"/>
                <a:ext cx="104400" cy="126360"/>
              </p14:xfrm>
            </p:contentPart>
          </mc:Choice>
          <mc:Fallback>
            <p:pic>
              <p:nvPicPr>
                <p:cNvPr id="111" name="Ink 110">
                  <a:extLst>
                    <a:ext uri="{FF2B5EF4-FFF2-40B4-BE49-F238E27FC236}">
                      <a16:creationId xmlns:a16="http://schemas.microsoft.com/office/drawing/2014/main" id="{7C5ADB50-4BD3-635C-110A-1F0341327F81}"/>
                    </a:ext>
                  </a:extLst>
                </p:cNvPr>
                <p:cNvPicPr/>
                <p:nvPr/>
              </p:nvPicPr>
              <p:blipFill>
                <a:blip r:embed="rId265"/>
                <a:stretch>
                  <a:fillRect/>
                </a:stretch>
              </p:blipFill>
              <p:spPr>
                <a:xfrm>
                  <a:off x="2662620" y="5179260"/>
                  <a:ext cx="12204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12" name="Ink 111">
                  <a:extLst>
                    <a:ext uri="{FF2B5EF4-FFF2-40B4-BE49-F238E27FC236}">
                      <a16:creationId xmlns:a16="http://schemas.microsoft.com/office/drawing/2014/main" id="{658C9A0B-FD00-043E-563A-FF0CE87C34DC}"/>
                    </a:ext>
                  </a:extLst>
                </p14:cNvPr>
                <p14:cNvContentPartPr/>
                <p14:nvPr/>
              </p14:nvContentPartPr>
              <p14:xfrm>
                <a:off x="2584140" y="5456100"/>
                <a:ext cx="11880" cy="128160"/>
              </p14:xfrm>
            </p:contentPart>
          </mc:Choice>
          <mc:Fallback>
            <p:pic>
              <p:nvPicPr>
                <p:cNvPr id="112" name="Ink 111">
                  <a:extLst>
                    <a:ext uri="{FF2B5EF4-FFF2-40B4-BE49-F238E27FC236}">
                      <a16:creationId xmlns:a16="http://schemas.microsoft.com/office/drawing/2014/main" id="{658C9A0B-FD00-043E-563A-FF0CE87C34DC}"/>
                    </a:ext>
                  </a:extLst>
                </p:cNvPr>
                <p:cNvPicPr/>
                <p:nvPr/>
              </p:nvPicPr>
              <p:blipFill>
                <a:blip r:embed="rId267"/>
                <a:stretch>
                  <a:fillRect/>
                </a:stretch>
              </p:blipFill>
              <p:spPr>
                <a:xfrm>
                  <a:off x="2575500" y="5447460"/>
                  <a:ext cx="2952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13" name="Ink 112">
                  <a:extLst>
                    <a:ext uri="{FF2B5EF4-FFF2-40B4-BE49-F238E27FC236}">
                      <a16:creationId xmlns:a16="http://schemas.microsoft.com/office/drawing/2014/main" id="{925447AE-36E8-ABC8-6013-297F161CF1D6}"/>
                    </a:ext>
                  </a:extLst>
                </p14:cNvPr>
                <p14:cNvContentPartPr/>
                <p14:nvPr/>
              </p14:nvContentPartPr>
              <p14:xfrm>
                <a:off x="2681340" y="5469780"/>
                <a:ext cx="48960" cy="84600"/>
              </p14:xfrm>
            </p:contentPart>
          </mc:Choice>
          <mc:Fallback>
            <p:pic>
              <p:nvPicPr>
                <p:cNvPr id="113" name="Ink 112">
                  <a:extLst>
                    <a:ext uri="{FF2B5EF4-FFF2-40B4-BE49-F238E27FC236}">
                      <a16:creationId xmlns:a16="http://schemas.microsoft.com/office/drawing/2014/main" id="{925447AE-36E8-ABC8-6013-297F161CF1D6}"/>
                    </a:ext>
                  </a:extLst>
                </p:cNvPr>
                <p:cNvPicPr/>
                <p:nvPr/>
              </p:nvPicPr>
              <p:blipFill>
                <a:blip r:embed="rId269"/>
                <a:stretch>
                  <a:fillRect/>
                </a:stretch>
              </p:blipFill>
              <p:spPr>
                <a:xfrm>
                  <a:off x="2672700" y="5460780"/>
                  <a:ext cx="6660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14" name="Ink 113">
                  <a:extLst>
                    <a:ext uri="{FF2B5EF4-FFF2-40B4-BE49-F238E27FC236}">
                      <a16:creationId xmlns:a16="http://schemas.microsoft.com/office/drawing/2014/main" id="{439AACF9-62D8-8BD3-1884-17FC4C2C0625}"/>
                    </a:ext>
                  </a:extLst>
                </p14:cNvPr>
                <p14:cNvContentPartPr/>
                <p14:nvPr/>
              </p14:nvContentPartPr>
              <p14:xfrm>
                <a:off x="2820660" y="5476980"/>
                <a:ext cx="24120" cy="9360"/>
              </p14:xfrm>
            </p:contentPart>
          </mc:Choice>
          <mc:Fallback>
            <p:pic>
              <p:nvPicPr>
                <p:cNvPr id="114" name="Ink 113">
                  <a:extLst>
                    <a:ext uri="{FF2B5EF4-FFF2-40B4-BE49-F238E27FC236}">
                      <a16:creationId xmlns:a16="http://schemas.microsoft.com/office/drawing/2014/main" id="{439AACF9-62D8-8BD3-1884-17FC4C2C0625}"/>
                    </a:ext>
                  </a:extLst>
                </p:cNvPr>
                <p:cNvPicPr/>
                <p:nvPr/>
              </p:nvPicPr>
              <p:blipFill>
                <a:blip r:embed="rId271"/>
                <a:stretch>
                  <a:fillRect/>
                </a:stretch>
              </p:blipFill>
              <p:spPr>
                <a:xfrm>
                  <a:off x="2812020" y="5468340"/>
                  <a:ext cx="4176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15" name="Ink 114">
                  <a:extLst>
                    <a:ext uri="{FF2B5EF4-FFF2-40B4-BE49-F238E27FC236}">
                      <a16:creationId xmlns:a16="http://schemas.microsoft.com/office/drawing/2014/main" id="{ED32497F-B15A-EDBD-EC32-CCCFC7281B41}"/>
                    </a:ext>
                  </a:extLst>
                </p14:cNvPr>
                <p14:cNvContentPartPr/>
                <p14:nvPr/>
              </p14:nvContentPartPr>
              <p14:xfrm>
                <a:off x="2850900" y="5575260"/>
                <a:ext cx="2880" cy="1800"/>
              </p14:xfrm>
            </p:contentPart>
          </mc:Choice>
          <mc:Fallback>
            <p:pic>
              <p:nvPicPr>
                <p:cNvPr id="115" name="Ink 114">
                  <a:extLst>
                    <a:ext uri="{FF2B5EF4-FFF2-40B4-BE49-F238E27FC236}">
                      <a16:creationId xmlns:a16="http://schemas.microsoft.com/office/drawing/2014/main" id="{ED32497F-B15A-EDBD-EC32-CCCFC7281B41}"/>
                    </a:ext>
                  </a:extLst>
                </p:cNvPr>
                <p:cNvPicPr/>
                <p:nvPr/>
              </p:nvPicPr>
              <p:blipFill>
                <a:blip r:embed="rId165"/>
                <a:stretch>
                  <a:fillRect/>
                </a:stretch>
              </p:blipFill>
              <p:spPr>
                <a:xfrm>
                  <a:off x="2842260" y="5566260"/>
                  <a:ext cx="2052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16" name="Ink 115">
                  <a:extLst>
                    <a:ext uri="{FF2B5EF4-FFF2-40B4-BE49-F238E27FC236}">
                      <a16:creationId xmlns:a16="http://schemas.microsoft.com/office/drawing/2014/main" id="{1AEA9481-B6B7-0DE0-7460-C3B586E652BF}"/>
                    </a:ext>
                  </a:extLst>
                </p14:cNvPr>
                <p14:cNvContentPartPr/>
                <p14:nvPr/>
              </p14:nvContentPartPr>
              <p14:xfrm>
                <a:off x="2929740" y="5466900"/>
                <a:ext cx="111240" cy="131400"/>
              </p14:xfrm>
            </p:contentPart>
          </mc:Choice>
          <mc:Fallback>
            <p:pic>
              <p:nvPicPr>
                <p:cNvPr id="116" name="Ink 115">
                  <a:extLst>
                    <a:ext uri="{FF2B5EF4-FFF2-40B4-BE49-F238E27FC236}">
                      <a16:creationId xmlns:a16="http://schemas.microsoft.com/office/drawing/2014/main" id="{1AEA9481-B6B7-0DE0-7460-C3B586E652BF}"/>
                    </a:ext>
                  </a:extLst>
                </p:cNvPr>
                <p:cNvPicPr/>
                <p:nvPr/>
              </p:nvPicPr>
              <p:blipFill>
                <a:blip r:embed="rId274"/>
                <a:stretch>
                  <a:fillRect/>
                </a:stretch>
              </p:blipFill>
              <p:spPr>
                <a:xfrm>
                  <a:off x="2921100" y="5457900"/>
                  <a:ext cx="1288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17" name="Ink 116">
                  <a:extLst>
                    <a:ext uri="{FF2B5EF4-FFF2-40B4-BE49-F238E27FC236}">
                      <a16:creationId xmlns:a16="http://schemas.microsoft.com/office/drawing/2014/main" id="{6EF13CE3-75AD-A4F7-3DE7-65D8EAEBA982}"/>
                    </a:ext>
                  </a:extLst>
                </p14:cNvPr>
                <p14:cNvContentPartPr/>
                <p14:nvPr/>
              </p14:nvContentPartPr>
              <p14:xfrm>
                <a:off x="3136380" y="5484900"/>
                <a:ext cx="6840" cy="86400"/>
              </p14:xfrm>
            </p:contentPart>
          </mc:Choice>
          <mc:Fallback>
            <p:pic>
              <p:nvPicPr>
                <p:cNvPr id="117" name="Ink 116">
                  <a:extLst>
                    <a:ext uri="{FF2B5EF4-FFF2-40B4-BE49-F238E27FC236}">
                      <a16:creationId xmlns:a16="http://schemas.microsoft.com/office/drawing/2014/main" id="{6EF13CE3-75AD-A4F7-3DE7-65D8EAEBA982}"/>
                    </a:ext>
                  </a:extLst>
                </p:cNvPr>
                <p:cNvPicPr/>
                <p:nvPr/>
              </p:nvPicPr>
              <p:blipFill>
                <a:blip r:embed="rId276"/>
                <a:stretch>
                  <a:fillRect/>
                </a:stretch>
              </p:blipFill>
              <p:spPr>
                <a:xfrm>
                  <a:off x="3127740" y="5475900"/>
                  <a:ext cx="244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25" name="Ink 124">
                  <a:extLst>
                    <a:ext uri="{FF2B5EF4-FFF2-40B4-BE49-F238E27FC236}">
                      <a16:creationId xmlns:a16="http://schemas.microsoft.com/office/drawing/2014/main" id="{A1EBC57D-E0E0-2EBF-8089-BF97F80796B8}"/>
                    </a:ext>
                  </a:extLst>
                </p14:cNvPr>
                <p14:cNvContentPartPr/>
                <p14:nvPr/>
              </p14:nvContentPartPr>
              <p14:xfrm>
                <a:off x="2972940" y="5123820"/>
                <a:ext cx="47880" cy="215280"/>
              </p14:xfrm>
            </p:contentPart>
          </mc:Choice>
          <mc:Fallback>
            <p:pic>
              <p:nvPicPr>
                <p:cNvPr id="125" name="Ink 124">
                  <a:extLst>
                    <a:ext uri="{FF2B5EF4-FFF2-40B4-BE49-F238E27FC236}">
                      <a16:creationId xmlns:a16="http://schemas.microsoft.com/office/drawing/2014/main" id="{A1EBC57D-E0E0-2EBF-8089-BF97F80796B8}"/>
                    </a:ext>
                  </a:extLst>
                </p:cNvPr>
                <p:cNvPicPr/>
                <p:nvPr/>
              </p:nvPicPr>
              <p:blipFill>
                <a:blip r:embed="rId278"/>
                <a:stretch>
                  <a:fillRect/>
                </a:stretch>
              </p:blipFill>
              <p:spPr>
                <a:xfrm>
                  <a:off x="2963940" y="5115180"/>
                  <a:ext cx="6552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26" name="Ink 125">
                  <a:extLst>
                    <a:ext uri="{FF2B5EF4-FFF2-40B4-BE49-F238E27FC236}">
                      <a16:creationId xmlns:a16="http://schemas.microsoft.com/office/drawing/2014/main" id="{1DA0403E-32B4-0A9D-87F0-EF667E74D5BF}"/>
                    </a:ext>
                  </a:extLst>
                </p14:cNvPr>
                <p14:cNvContentPartPr/>
                <p14:nvPr/>
              </p14:nvContentPartPr>
              <p14:xfrm>
                <a:off x="3098220" y="5137500"/>
                <a:ext cx="154440" cy="175680"/>
              </p14:xfrm>
            </p:contentPart>
          </mc:Choice>
          <mc:Fallback>
            <p:pic>
              <p:nvPicPr>
                <p:cNvPr id="126" name="Ink 125">
                  <a:extLst>
                    <a:ext uri="{FF2B5EF4-FFF2-40B4-BE49-F238E27FC236}">
                      <a16:creationId xmlns:a16="http://schemas.microsoft.com/office/drawing/2014/main" id="{1DA0403E-32B4-0A9D-87F0-EF667E74D5BF}"/>
                    </a:ext>
                  </a:extLst>
                </p:cNvPr>
                <p:cNvPicPr/>
                <p:nvPr/>
              </p:nvPicPr>
              <p:blipFill>
                <a:blip r:embed="rId280"/>
                <a:stretch>
                  <a:fillRect/>
                </a:stretch>
              </p:blipFill>
              <p:spPr>
                <a:xfrm>
                  <a:off x="3089580" y="5128860"/>
                  <a:ext cx="17208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27" name="Ink 126">
                  <a:extLst>
                    <a:ext uri="{FF2B5EF4-FFF2-40B4-BE49-F238E27FC236}">
                      <a16:creationId xmlns:a16="http://schemas.microsoft.com/office/drawing/2014/main" id="{13926D54-1A5A-09AD-AE3E-36848F836E23}"/>
                    </a:ext>
                  </a:extLst>
                </p14:cNvPr>
                <p14:cNvContentPartPr/>
                <p14:nvPr/>
              </p14:nvContentPartPr>
              <p14:xfrm>
                <a:off x="3244380" y="5136420"/>
                <a:ext cx="126360" cy="197280"/>
              </p14:xfrm>
            </p:contentPart>
          </mc:Choice>
          <mc:Fallback>
            <p:pic>
              <p:nvPicPr>
                <p:cNvPr id="127" name="Ink 126">
                  <a:extLst>
                    <a:ext uri="{FF2B5EF4-FFF2-40B4-BE49-F238E27FC236}">
                      <a16:creationId xmlns:a16="http://schemas.microsoft.com/office/drawing/2014/main" id="{13926D54-1A5A-09AD-AE3E-36848F836E23}"/>
                    </a:ext>
                  </a:extLst>
                </p:cNvPr>
                <p:cNvPicPr/>
                <p:nvPr/>
              </p:nvPicPr>
              <p:blipFill>
                <a:blip r:embed="rId282"/>
                <a:stretch>
                  <a:fillRect/>
                </a:stretch>
              </p:blipFill>
              <p:spPr>
                <a:xfrm>
                  <a:off x="3235740" y="5127780"/>
                  <a:ext cx="14400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63" name="Ink 162">
                  <a:extLst>
                    <a:ext uri="{FF2B5EF4-FFF2-40B4-BE49-F238E27FC236}">
                      <a16:creationId xmlns:a16="http://schemas.microsoft.com/office/drawing/2014/main" id="{BB94789D-6468-2C72-218E-69837F25147C}"/>
                    </a:ext>
                  </a:extLst>
                </p14:cNvPr>
                <p14:cNvContentPartPr/>
                <p14:nvPr/>
              </p14:nvContentPartPr>
              <p14:xfrm>
                <a:off x="2633820" y="5632500"/>
                <a:ext cx="147960" cy="275400"/>
              </p14:xfrm>
            </p:contentPart>
          </mc:Choice>
          <mc:Fallback>
            <p:pic>
              <p:nvPicPr>
                <p:cNvPr id="163" name="Ink 162">
                  <a:extLst>
                    <a:ext uri="{FF2B5EF4-FFF2-40B4-BE49-F238E27FC236}">
                      <a16:creationId xmlns:a16="http://schemas.microsoft.com/office/drawing/2014/main" id="{BB94789D-6468-2C72-218E-69837F25147C}"/>
                    </a:ext>
                  </a:extLst>
                </p:cNvPr>
                <p:cNvPicPr/>
                <p:nvPr/>
              </p:nvPicPr>
              <p:blipFill>
                <a:blip r:embed="rId284"/>
                <a:stretch>
                  <a:fillRect/>
                </a:stretch>
              </p:blipFill>
              <p:spPr>
                <a:xfrm>
                  <a:off x="2624820" y="5623500"/>
                  <a:ext cx="16560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64" name="Ink 163">
                  <a:extLst>
                    <a:ext uri="{FF2B5EF4-FFF2-40B4-BE49-F238E27FC236}">
                      <a16:creationId xmlns:a16="http://schemas.microsoft.com/office/drawing/2014/main" id="{E1E40A11-6310-0801-4615-357B18D9790B}"/>
                    </a:ext>
                  </a:extLst>
                </p14:cNvPr>
                <p14:cNvContentPartPr/>
                <p14:nvPr/>
              </p14:nvContentPartPr>
              <p14:xfrm>
                <a:off x="1898700" y="5987100"/>
                <a:ext cx="260640" cy="96480"/>
              </p14:xfrm>
            </p:contentPart>
          </mc:Choice>
          <mc:Fallback>
            <p:pic>
              <p:nvPicPr>
                <p:cNvPr id="164" name="Ink 163">
                  <a:extLst>
                    <a:ext uri="{FF2B5EF4-FFF2-40B4-BE49-F238E27FC236}">
                      <a16:creationId xmlns:a16="http://schemas.microsoft.com/office/drawing/2014/main" id="{E1E40A11-6310-0801-4615-357B18D9790B}"/>
                    </a:ext>
                  </a:extLst>
                </p:cNvPr>
                <p:cNvPicPr/>
                <p:nvPr/>
              </p:nvPicPr>
              <p:blipFill>
                <a:blip r:embed="rId286"/>
                <a:stretch>
                  <a:fillRect/>
                </a:stretch>
              </p:blipFill>
              <p:spPr>
                <a:xfrm>
                  <a:off x="1890060" y="5978460"/>
                  <a:ext cx="27828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65" name="Ink 164">
                  <a:extLst>
                    <a:ext uri="{FF2B5EF4-FFF2-40B4-BE49-F238E27FC236}">
                      <a16:creationId xmlns:a16="http://schemas.microsoft.com/office/drawing/2014/main" id="{2F161A0B-82F0-C3FA-60CA-A30D0BF615D6}"/>
                    </a:ext>
                  </a:extLst>
                </p14:cNvPr>
                <p14:cNvContentPartPr/>
                <p14:nvPr/>
              </p14:nvContentPartPr>
              <p14:xfrm>
                <a:off x="2019300" y="6025980"/>
                <a:ext cx="40680" cy="245520"/>
              </p14:xfrm>
            </p:contentPart>
          </mc:Choice>
          <mc:Fallback>
            <p:pic>
              <p:nvPicPr>
                <p:cNvPr id="165" name="Ink 164">
                  <a:extLst>
                    <a:ext uri="{FF2B5EF4-FFF2-40B4-BE49-F238E27FC236}">
                      <a16:creationId xmlns:a16="http://schemas.microsoft.com/office/drawing/2014/main" id="{2F161A0B-82F0-C3FA-60CA-A30D0BF615D6}"/>
                    </a:ext>
                  </a:extLst>
                </p:cNvPr>
                <p:cNvPicPr/>
                <p:nvPr/>
              </p:nvPicPr>
              <p:blipFill>
                <a:blip r:embed="rId288"/>
                <a:stretch>
                  <a:fillRect/>
                </a:stretch>
              </p:blipFill>
              <p:spPr>
                <a:xfrm>
                  <a:off x="2010660" y="6016980"/>
                  <a:ext cx="5832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66" name="Ink 165">
                  <a:extLst>
                    <a:ext uri="{FF2B5EF4-FFF2-40B4-BE49-F238E27FC236}">
                      <a16:creationId xmlns:a16="http://schemas.microsoft.com/office/drawing/2014/main" id="{ABA7DE96-B000-D23C-906A-2F36D5AE1D1E}"/>
                    </a:ext>
                  </a:extLst>
                </p14:cNvPr>
                <p14:cNvContentPartPr/>
                <p14:nvPr/>
              </p14:nvContentPartPr>
              <p14:xfrm>
                <a:off x="2133420" y="6127500"/>
                <a:ext cx="3960" cy="113040"/>
              </p14:xfrm>
            </p:contentPart>
          </mc:Choice>
          <mc:Fallback>
            <p:pic>
              <p:nvPicPr>
                <p:cNvPr id="166" name="Ink 165">
                  <a:extLst>
                    <a:ext uri="{FF2B5EF4-FFF2-40B4-BE49-F238E27FC236}">
                      <a16:creationId xmlns:a16="http://schemas.microsoft.com/office/drawing/2014/main" id="{ABA7DE96-B000-D23C-906A-2F36D5AE1D1E}"/>
                    </a:ext>
                  </a:extLst>
                </p:cNvPr>
                <p:cNvPicPr/>
                <p:nvPr/>
              </p:nvPicPr>
              <p:blipFill>
                <a:blip r:embed="rId290"/>
                <a:stretch>
                  <a:fillRect/>
                </a:stretch>
              </p:blipFill>
              <p:spPr>
                <a:xfrm>
                  <a:off x="2124780" y="6118500"/>
                  <a:ext cx="2160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167" name="Ink 166">
                  <a:extLst>
                    <a:ext uri="{FF2B5EF4-FFF2-40B4-BE49-F238E27FC236}">
                      <a16:creationId xmlns:a16="http://schemas.microsoft.com/office/drawing/2014/main" id="{2AAFA1F9-6F3D-F78D-5426-0F98FCDADAEA}"/>
                    </a:ext>
                  </a:extLst>
                </p14:cNvPr>
                <p14:cNvContentPartPr/>
                <p14:nvPr/>
              </p14:nvContentPartPr>
              <p14:xfrm>
                <a:off x="2139180" y="6044340"/>
                <a:ext cx="26280" cy="19800"/>
              </p14:xfrm>
            </p:contentPart>
          </mc:Choice>
          <mc:Fallback>
            <p:pic>
              <p:nvPicPr>
                <p:cNvPr id="167" name="Ink 166">
                  <a:extLst>
                    <a:ext uri="{FF2B5EF4-FFF2-40B4-BE49-F238E27FC236}">
                      <a16:creationId xmlns:a16="http://schemas.microsoft.com/office/drawing/2014/main" id="{2AAFA1F9-6F3D-F78D-5426-0F98FCDADAEA}"/>
                    </a:ext>
                  </a:extLst>
                </p:cNvPr>
                <p:cNvPicPr/>
                <p:nvPr/>
              </p:nvPicPr>
              <p:blipFill>
                <a:blip r:embed="rId292"/>
                <a:stretch>
                  <a:fillRect/>
                </a:stretch>
              </p:blipFill>
              <p:spPr>
                <a:xfrm>
                  <a:off x="2130180" y="6035700"/>
                  <a:ext cx="439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68" name="Ink 167">
                  <a:extLst>
                    <a:ext uri="{FF2B5EF4-FFF2-40B4-BE49-F238E27FC236}">
                      <a16:creationId xmlns:a16="http://schemas.microsoft.com/office/drawing/2014/main" id="{65CFA212-C5AB-A8C5-8AAE-CE8D79CE7C5D}"/>
                    </a:ext>
                  </a:extLst>
                </p14:cNvPr>
                <p14:cNvContentPartPr/>
                <p14:nvPr/>
              </p14:nvContentPartPr>
              <p14:xfrm>
                <a:off x="2196780" y="6114540"/>
                <a:ext cx="186840" cy="132480"/>
              </p14:xfrm>
            </p:contentPart>
          </mc:Choice>
          <mc:Fallback>
            <p:pic>
              <p:nvPicPr>
                <p:cNvPr id="168" name="Ink 167">
                  <a:extLst>
                    <a:ext uri="{FF2B5EF4-FFF2-40B4-BE49-F238E27FC236}">
                      <a16:creationId xmlns:a16="http://schemas.microsoft.com/office/drawing/2014/main" id="{65CFA212-C5AB-A8C5-8AAE-CE8D79CE7C5D}"/>
                    </a:ext>
                  </a:extLst>
                </p:cNvPr>
                <p:cNvPicPr/>
                <p:nvPr/>
              </p:nvPicPr>
              <p:blipFill>
                <a:blip r:embed="rId294"/>
                <a:stretch>
                  <a:fillRect/>
                </a:stretch>
              </p:blipFill>
              <p:spPr>
                <a:xfrm>
                  <a:off x="2188140" y="6105540"/>
                  <a:ext cx="2044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69" name="Ink 168">
                  <a:extLst>
                    <a:ext uri="{FF2B5EF4-FFF2-40B4-BE49-F238E27FC236}">
                      <a16:creationId xmlns:a16="http://schemas.microsoft.com/office/drawing/2014/main" id="{663286DA-BC44-BED8-F79E-73CD87AFE6FD}"/>
                    </a:ext>
                  </a:extLst>
                </p14:cNvPr>
                <p14:cNvContentPartPr/>
                <p14:nvPr/>
              </p14:nvContentPartPr>
              <p14:xfrm>
                <a:off x="2424660" y="6065580"/>
                <a:ext cx="69840" cy="146160"/>
              </p14:xfrm>
            </p:contentPart>
          </mc:Choice>
          <mc:Fallback>
            <p:pic>
              <p:nvPicPr>
                <p:cNvPr id="169" name="Ink 168">
                  <a:extLst>
                    <a:ext uri="{FF2B5EF4-FFF2-40B4-BE49-F238E27FC236}">
                      <a16:creationId xmlns:a16="http://schemas.microsoft.com/office/drawing/2014/main" id="{663286DA-BC44-BED8-F79E-73CD87AFE6FD}"/>
                    </a:ext>
                  </a:extLst>
                </p:cNvPr>
                <p:cNvPicPr/>
                <p:nvPr/>
              </p:nvPicPr>
              <p:blipFill>
                <a:blip r:embed="rId296"/>
                <a:stretch>
                  <a:fillRect/>
                </a:stretch>
              </p:blipFill>
              <p:spPr>
                <a:xfrm>
                  <a:off x="2415660" y="6056940"/>
                  <a:ext cx="8748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70" name="Ink 169">
                  <a:extLst>
                    <a:ext uri="{FF2B5EF4-FFF2-40B4-BE49-F238E27FC236}">
                      <a16:creationId xmlns:a16="http://schemas.microsoft.com/office/drawing/2014/main" id="{61A36409-4137-236F-74F1-78BAFACE3554}"/>
                    </a:ext>
                  </a:extLst>
                </p14:cNvPr>
                <p14:cNvContentPartPr/>
                <p14:nvPr/>
              </p14:nvContentPartPr>
              <p14:xfrm>
                <a:off x="2545620" y="6057300"/>
                <a:ext cx="102960" cy="139680"/>
              </p14:xfrm>
            </p:contentPart>
          </mc:Choice>
          <mc:Fallback>
            <p:pic>
              <p:nvPicPr>
                <p:cNvPr id="170" name="Ink 169">
                  <a:extLst>
                    <a:ext uri="{FF2B5EF4-FFF2-40B4-BE49-F238E27FC236}">
                      <a16:creationId xmlns:a16="http://schemas.microsoft.com/office/drawing/2014/main" id="{61A36409-4137-236F-74F1-78BAFACE3554}"/>
                    </a:ext>
                  </a:extLst>
                </p:cNvPr>
                <p:cNvPicPr/>
                <p:nvPr/>
              </p:nvPicPr>
              <p:blipFill>
                <a:blip r:embed="rId298"/>
                <a:stretch>
                  <a:fillRect/>
                </a:stretch>
              </p:blipFill>
              <p:spPr>
                <a:xfrm>
                  <a:off x="2536620" y="6048660"/>
                  <a:ext cx="12060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71" name="Ink 170">
                  <a:extLst>
                    <a:ext uri="{FF2B5EF4-FFF2-40B4-BE49-F238E27FC236}">
                      <a16:creationId xmlns:a16="http://schemas.microsoft.com/office/drawing/2014/main" id="{88452239-66D4-5178-9117-FE510C451549}"/>
                    </a:ext>
                  </a:extLst>
                </p14:cNvPr>
                <p14:cNvContentPartPr/>
                <p14:nvPr/>
              </p14:nvContentPartPr>
              <p14:xfrm>
                <a:off x="2674500" y="5942100"/>
                <a:ext cx="16920" cy="216720"/>
              </p14:xfrm>
            </p:contentPart>
          </mc:Choice>
          <mc:Fallback>
            <p:pic>
              <p:nvPicPr>
                <p:cNvPr id="171" name="Ink 170">
                  <a:extLst>
                    <a:ext uri="{FF2B5EF4-FFF2-40B4-BE49-F238E27FC236}">
                      <a16:creationId xmlns:a16="http://schemas.microsoft.com/office/drawing/2014/main" id="{88452239-66D4-5178-9117-FE510C451549}"/>
                    </a:ext>
                  </a:extLst>
                </p:cNvPr>
                <p:cNvPicPr/>
                <p:nvPr/>
              </p:nvPicPr>
              <p:blipFill>
                <a:blip r:embed="rId300"/>
                <a:stretch>
                  <a:fillRect/>
                </a:stretch>
              </p:blipFill>
              <p:spPr>
                <a:xfrm>
                  <a:off x="2665500" y="5933100"/>
                  <a:ext cx="3456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72" name="Ink 171">
                  <a:extLst>
                    <a:ext uri="{FF2B5EF4-FFF2-40B4-BE49-F238E27FC236}">
                      <a16:creationId xmlns:a16="http://schemas.microsoft.com/office/drawing/2014/main" id="{0FFEFF6F-95D2-460C-CE7A-1911A50A51C0}"/>
                    </a:ext>
                  </a:extLst>
                </p14:cNvPr>
                <p14:cNvContentPartPr/>
                <p14:nvPr/>
              </p14:nvContentPartPr>
              <p14:xfrm>
                <a:off x="2685660" y="6014820"/>
                <a:ext cx="185400" cy="128160"/>
              </p14:xfrm>
            </p:contentPart>
          </mc:Choice>
          <mc:Fallback>
            <p:pic>
              <p:nvPicPr>
                <p:cNvPr id="172" name="Ink 171">
                  <a:extLst>
                    <a:ext uri="{FF2B5EF4-FFF2-40B4-BE49-F238E27FC236}">
                      <a16:creationId xmlns:a16="http://schemas.microsoft.com/office/drawing/2014/main" id="{0FFEFF6F-95D2-460C-CE7A-1911A50A51C0}"/>
                    </a:ext>
                  </a:extLst>
                </p:cNvPr>
                <p:cNvPicPr/>
                <p:nvPr/>
              </p:nvPicPr>
              <p:blipFill>
                <a:blip r:embed="rId302"/>
                <a:stretch>
                  <a:fillRect/>
                </a:stretch>
              </p:blipFill>
              <p:spPr>
                <a:xfrm>
                  <a:off x="2677020" y="6005820"/>
                  <a:ext cx="20304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173" name="Ink 172">
                  <a:extLst>
                    <a:ext uri="{FF2B5EF4-FFF2-40B4-BE49-F238E27FC236}">
                      <a16:creationId xmlns:a16="http://schemas.microsoft.com/office/drawing/2014/main" id="{8F47D9B2-70FB-4B0B-690D-6D26F6A9A1F2}"/>
                    </a:ext>
                  </a:extLst>
                </p14:cNvPr>
                <p14:cNvContentPartPr/>
                <p14:nvPr/>
              </p14:nvContentPartPr>
              <p14:xfrm>
                <a:off x="2882580" y="5988540"/>
                <a:ext cx="166680" cy="127440"/>
              </p14:xfrm>
            </p:contentPart>
          </mc:Choice>
          <mc:Fallback>
            <p:pic>
              <p:nvPicPr>
                <p:cNvPr id="173" name="Ink 172">
                  <a:extLst>
                    <a:ext uri="{FF2B5EF4-FFF2-40B4-BE49-F238E27FC236}">
                      <a16:creationId xmlns:a16="http://schemas.microsoft.com/office/drawing/2014/main" id="{8F47D9B2-70FB-4B0B-690D-6D26F6A9A1F2}"/>
                    </a:ext>
                  </a:extLst>
                </p:cNvPr>
                <p:cNvPicPr/>
                <p:nvPr/>
              </p:nvPicPr>
              <p:blipFill>
                <a:blip r:embed="rId304"/>
                <a:stretch>
                  <a:fillRect/>
                </a:stretch>
              </p:blipFill>
              <p:spPr>
                <a:xfrm>
                  <a:off x="2873580" y="5979900"/>
                  <a:ext cx="1843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174" name="Ink 173">
                  <a:extLst>
                    <a:ext uri="{FF2B5EF4-FFF2-40B4-BE49-F238E27FC236}">
                      <a16:creationId xmlns:a16="http://schemas.microsoft.com/office/drawing/2014/main" id="{21E40AF5-2D0D-526A-3D55-A90ACB62B55D}"/>
                    </a:ext>
                  </a:extLst>
                </p14:cNvPr>
                <p14:cNvContentPartPr/>
                <p14:nvPr/>
              </p14:nvContentPartPr>
              <p14:xfrm>
                <a:off x="3053220" y="5956140"/>
                <a:ext cx="62640" cy="229680"/>
              </p14:xfrm>
            </p:contentPart>
          </mc:Choice>
          <mc:Fallback>
            <p:pic>
              <p:nvPicPr>
                <p:cNvPr id="174" name="Ink 173">
                  <a:extLst>
                    <a:ext uri="{FF2B5EF4-FFF2-40B4-BE49-F238E27FC236}">
                      <a16:creationId xmlns:a16="http://schemas.microsoft.com/office/drawing/2014/main" id="{21E40AF5-2D0D-526A-3D55-A90ACB62B55D}"/>
                    </a:ext>
                  </a:extLst>
                </p:cNvPr>
                <p:cNvPicPr/>
                <p:nvPr/>
              </p:nvPicPr>
              <p:blipFill>
                <a:blip r:embed="rId306"/>
                <a:stretch>
                  <a:fillRect/>
                </a:stretch>
              </p:blipFill>
              <p:spPr>
                <a:xfrm>
                  <a:off x="3044580" y="5947500"/>
                  <a:ext cx="8028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189" name="Ink 188">
                  <a:extLst>
                    <a:ext uri="{FF2B5EF4-FFF2-40B4-BE49-F238E27FC236}">
                      <a16:creationId xmlns:a16="http://schemas.microsoft.com/office/drawing/2014/main" id="{FCDF1251-CB51-8D2B-3166-71E33D188B7D}"/>
                    </a:ext>
                  </a:extLst>
                </p14:cNvPr>
                <p14:cNvContentPartPr/>
                <p14:nvPr/>
              </p14:nvContentPartPr>
              <p14:xfrm>
                <a:off x="8280420" y="2140140"/>
                <a:ext cx="896040" cy="1586880"/>
              </p14:xfrm>
            </p:contentPart>
          </mc:Choice>
          <mc:Fallback>
            <p:pic>
              <p:nvPicPr>
                <p:cNvPr id="189" name="Ink 188">
                  <a:extLst>
                    <a:ext uri="{FF2B5EF4-FFF2-40B4-BE49-F238E27FC236}">
                      <a16:creationId xmlns:a16="http://schemas.microsoft.com/office/drawing/2014/main" id="{FCDF1251-CB51-8D2B-3166-71E33D188B7D}"/>
                    </a:ext>
                  </a:extLst>
                </p:cNvPr>
                <p:cNvPicPr/>
                <p:nvPr/>
              </p:nvPicPr>
              <p:blipFill>
                <a:blip r:embed="rId308"/>
                <a:stretch>
                  <a:fillRect/>
                </a:stretch>
              </p:blipFill>
              <p:spPr>
                <a:xfrm>
                  <a:off x="8271420" y="2131140"/>
                  <a:ext cx="913680" cy="160452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190" name="Ink 189">
                  <a:extLst>
                    <a:ext uri="{FF2B5EF4-FFF2-40B4-BE49-F238E27FC236}">
                      <a16:creationId xmlns:a16="http://schemas.microsoft.com/office/drawing/2014/main" id="{60129FDD-B1D8-DF68-B674-3084957B292C}"/>
                    </a:ext>
                  </a:extLst>
                </p14:cNvPr>
                <p14:cNvContentPartPr/>
                <p14:nvPr/>
              </p14:nvContentPartPr>
              <p14:xfrm>
                <a:off x="9026340" y="2094420"/>
                <a:ext cx="325080" cy="159840"/>
              </p14:xfrm>
            </p:contentPart>
          </mc:Choice>
          <mc:Fallback>
            <p:pic>
              <p:nvPicPr>
                <p:cNvPr id="190" name="Ink 189">
                  <a:extLst>
                    <a:ext uri="{FF2B5EF4-FFF2-40B4-BE49-F238E27FC236}">
                      <a16:creationId xmlns:a16="http://schemas.microsoft.com/office/drawing/2014/main" id="{60129FDD-B1D8-DF68-B674-3084957B292C}"/>
                    </a:ext>
                  </a:extLst>
                </p:cNvPr>
                <p:cNvPicPr/>
                <p:nvPr/>
              </p:nvPicPr>
              <p:blipFill>
                <a:blip r:embed="rId310"/>
                <a:stretch>
                  <a:fillRect/>
                </a:stretch>
              </p:blipFill>
              <p:spPr>
                <a:xfrm>
                  <a:off x="9017340" y="2085780"/>
                  <a:ext cx="342720" cy="177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11">
            <p14:nvContentPartPr>
              <p14:cNvPr id="221" name="Ink 220">
                <a:extLst>
                  <a:ext uri="{FF2B5EF4-FFF2-40B4-BE49-F238E27FC236}">
                    <a16:creationId xmlns:a16="http://schemas.microsoft.com/office/drawing/2014/main" id="{8198BBEC-15BC-C4D6-C51B-84C21A0F0107}"/>
                  </a:ext>
                </a:extLst>
              </p14:cNvPr>
              <p14:cNvContentPartPr/>
              <p14:nvPr/>
            </p14:nvContentPartPr>
            <p14:xfrm>
              <a:off x="8602980" y="5059380"/>
              <a:ext cx="1197720" cy="400680"/>
            </p14:xfrm>
          </p:contentPart>
        </mc:Choice>
        <mc:Fallback>
          <p:pic>
            <p:nvPicPr>
              <p:cNvPr id="221" name="Ink 220">
                <a:extLst>
                  <a:ext uri="{FF2B5EF4-FFF2-40B4-BE49-F238E27FC236}">
                    <a16:creationId xmlns:a16="http://schemas.microsoft.com/office/drawing/2014/main" id="{8198BBEC-15BC-C4D6-C51B-84C21A0F0107}"/>
                  </a:ext>
                </a:extLst>
              </p:cNvPr>
              <p:cNvPicPr/>
              <p:nvPr/>
            </p:nvPicPr>
            <p:blipFill>
              <a:blip r:embed="rId312"/>
              <a:stretch>
                <a:fillRect/>
              </a:stretch>
            </p:blipFill>
            <p:spPr>
              <a:xfrm>
                <a:off x="8593980" y="5050740"/>
                <a:ext cx="1215360" cy="41832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223" name="Ink 222">
                <a:extLst>
                  <a:ext uri="{FF2B5EF4-FFF2-40B4-BE49-F238E27FC236}">
                    <a16:creationId xmlns:a16="http://schemas.microsoft.com/office/drawing/2014/main" id="{BF4531DC-E0B0-2AA7-992B-0EADA886D113}"/>
                  </a:ext>
                </a:extLst>
              </p14:cNvPr>
              <p14:cNvContentPartPr/>
              <p14:nvPr/>
            </p14:nvContentPartPr>
            <p14:xfrm>
              <a:off x="9943620" y="5035260"/>
              <a:ext cx="1136880" cy="400320"/>
            </p14:xfrm>
          </p:contentPart>
        </mc:Choice>
        <mc:Fallback>
          <p:pic>
            <p:nvPicPr>
              <p:cNvPr id="223" name="Ink 222">
                <a:extLst>
                  <a:ext uri="{FF2B5EF4-FFF2-40B4-BE49-F238E27FC236}">
                    <a16:creationId xmlns:a16="http://schemas.microsoft.com/office/drawing/2014/main" id="{BF4531DC-E0B0-2AA7-992B-0EADA886D113}"/>
                  </a:ext>
                </a:extLst>
              </p:cNvPr>
              <p:cNvPicPr/>
              <p:nvPr/>
            </p:nvPicPr>
            <p:blipFill>
              <a:blip r:embed="rId314"/>
              <a:stretch>
                <a:fillRect/>
              </a:stretch>
            </p:blipFill>
            <p:spPr>
              <a:xfrm>
                <a:off x="9934620" y="5026620"/>
                <a:ext cx="1154520" cy="417960"/>
              </a:xfrm>
              <a:prstGeom prst="rect">
                <a:avLst/>
              </a:prstGeom>
            </p:spPr>
          </p:pic>
        </mc:Fallback>
      </mc:AlternateContent>
      <p:grpSp>
        <p:nvGrpSpPr>
          <p:cNvPr id="227" name="Group 226">
            <a:extLst>
              <a:ext uri="{FF2B5EF4-FFF2-40B4-BE49-F238E27FC236}">
                <a16:creationId xmlns:a16="http://schemas.microsoft.com/office/drawing/2014/main" id="{AE53E509-D135-DE54-6C04-70D0DF34AD43}"/>
              </a:ext>
            </a:extLst>
          </p:cNvPr>
          <p:cNvGrpSpPr/>
          <p:nvPr/>
        </p:nvGrpSpPr>
        <p:grpSpPr>
          <a:xfrm>
            <a:off x="8686860" y="4633860"/>
            <a:ext cx="3253680" cy="870120"/>
            <a:chOff x="8686860" y="4633860"/>
            <a:chExt cx="3253680" cy="870120"/>
          </a:xfrm>
        </p:grpSpPr>
        <mc:AlternateContent xmlns:mc="http://schemas.openxmlformats.org/markup-compatibility/2006">
          <mc:Choice xmlns:p14="http://schemas.microsoft.com/office/powerpoint/2010/main" Requires="p14">
            <p:contentPart p14:bwMode="auto" r:id="rId315">
              <p14:nvContentPartPr>
                <p14:cNvPr id="192" name="Ink 191">
                  <a:extLst>
                    <a:ext uri="{FF2B5EF4-FFF2-40B4-BE49-F238E27FC236}">
                      <a16:creationId xmlns:a16="http://schemas.microsoft.com/office/drawing/2014/main" id="{8948156A-38D0-DB77-6037-E47706689DB1}"/>
                    </a:ext>
                  </a:extLst>
                </p14:cNvPr>
                <p14:cNvContentPartPr/>
                <p14:nvPr/>
              </p14:nvContentPartPr>
              <p14:xfrm>
                <a:off x="8686860" y="4708020"/>
                <a:ext cx="2592360" cy="795960"/>
              </p14:xfrm>
            </p:contentPart>
          </mc:Choice>
          <mc:Fallback>
            <p:pic>
              <p:nvPicPr>
                <p:cNvPr id="192" name="Ink 191">
                  <a:extLst>
                    <a:ext uri="{FF2B5EF4-FFF2-40B4-BE49-F238E27FC236}">
                      <a16:creationId xmlns:a16="http://schemas.microsoft.com/office/drawing/2014/main" id="{8948156A-38D0-DB77-6037-E47706689DB1}"/>
                    </a:ext>
                  </a:extLst>
                </p:cNvPr>
                <p:cNvPicPr/>
                <p:nvPr/>
              </p:nvPicPr>
              <p:blipFill>
                <a:blip r:embed="rId316"/>
                <a:stretch>
                  <a:fillRect/>
                </a:stretch>
              </p:blipFill>
              <p:spPr>
                <a:xfrm>
                  <a:off x="8677860" y="4699380"/>
                  <a:ext cx="2610000" cy="81360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193" name="Ink 192">
                  <a:extLst>
                    <a:ext uri="{FF2B5EF4-FFF2-40B4-BE49-F238E27FC236}">
                      <a16:creationId xmlns:a16="http://schemas.microsoft.com/office/drawing/2014/main" id="{DB580C83-5D45-6796-3FBF-8518C9D584CA}"/>
                    </a:ext>
                  </a:extLst>
                </p14:cNvPr>
                <p14:cNvContentPartPr/>
                <p14:nvPr/>
              </p14:nvContentPartPr>
              <p14:xfrm>
                <a:off x="8764260" y="4633860"/>
                <a:ext cx="2945880" cy="779760"/>
              </p14:xfrm>
            </p:contentPart>
          </mc:Choice>
          <mc:Fallback>
            <p:pic>
              <p:nvPicPr>
                <p:cNvPr id="193" name="Ink 192">
                  <a:extLst>
                    <a:ext uri="{FF2B5EF4-FFF2-40B4-BE49-F238E27FC236}">
                      <a16:creationId xmlns:a16="http://schemas.microsoft.com/office/drawing/2014/main" id="{DB580C83-5D45-6796-3FBF-8518C9D584CA}"/>
                    </a:ext>
                  </a:extLst>
                </p:cNvPr>
                <p:cNvPicPr/>
                <p:nvPr/>
              </p:nvPicPr>
              <p:blipFill>
                <a:blip r:embed="rId318"/>
                <a:stretch>
                  <a:fillRect/>
                </a:stretch>
              </p:blipFill>
              <p:spPr>
                <a:xfrm>
                  <a:off x="8755260" y="4625220"/>
                  <a:ext cx="2963520" cy="79740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195" name="Ink 194">
                  <a:extLst>
                    <a:ext uri="{FF2B5EF4-FFF2-40B4-BE49-F238E27FC236}">
                      <a16:creationId xmlns:a16="http://schemas.microsoft.com/office/drawing/2014/main" id="{2C7D3510-2976-E271-90CC-34CF90F91939}"/>
                    </a:ext>
                  </a:extLst>
                </p14:cNvPr>
                <p14:cNvContentPartPr/>
                <p14:nvPr/>
              </p14:nvContentPartPr>
              <p14:xfrm>
                <a:off x="8877660" y="5135340"/>
                <a:ext cx="126720" cy="217080"/>
              </p14:xfrm>
            </p:contentPart>
          </mc:Choice>
          <mc:Fallback>
            <p:pic>
              <p:nvPicPr>
                <p:cNvPr id="195" name="Ink 194">
                  <a:extLst>
                    <a:ext uri="{FF2B5EF4-FFF2-40B4-BE49-F238E27FC236}">
                      <a16:creationId xmlns:a16="http://schemas.microsoft.com/office/drawing/2014/main" id="{2C7D3510-2976-E271-90CC-34CF90F91939}"/>
                    </a:ext>
                  </a:extLst>
                </p:cNvPr>
                <p:cNvPicPr/>
                <p:nvPr/>
              </p:nvPicPr>
              <p:blipFill>
                <a:blip r:embed="rId320"/>
                <a:stretch>
                  <a:fillRect/>
                </a:stretch>
              </p:blipFill>
              <p:spPr>
                <a:xfrm>
                  <a:off x="8869020" y="5126340"/>
                  <a:ext cx="14436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196" name="Ink 195">
                  <a:extLst>
                    <a:ext uri="{FF2B5EF4-FFF2-40B4-BE49-F238E27FC236}">
                      <a16:creationId xmlns:a16="http://schemas.microsoft.com/office/drawing/2014/main" id="{9456DD22-93F8-AD3F-D268-DFA916A68937}"/>
                    </a:ext>
                  </a:extLst>
                </p14:cNvPr>
                <p14:cNvContentPartPr/>
                <p14:nvPr/>
              </p14:nvContentPartPr>
              <p14:xfrm>
                <a:off x="9048660" y="5251260"/>
                <a:ext cx="15840" cy="88200"/>
              </p14:xfrm>
            </p:contentPart>
          </mc:Choice>
          <mc:Fallback>
            <p:pic>
              <p:nvPicPr>
                <p:cNvPr id="196" name="Ink 195">
                  <a:extLst>
                    <a:ext uri="{FF2B5EF4-FFF2-40B4-BE49-F238E27FC236}">
                      <a16:creationId xmlns:a16="http://schemas.microsoft.com/office/drawing/2014/main" id="{9456DD22-93F8-AD3F-D268-DFA916A68937}"/>
                    </a:ext>
                  </a:extLst>
                </p:cNvPr>
                <p:cNvPicPr/>
                <p:nvPr/>
              </p:nvPicPr>
              <p:blipFill>
                <a:blip r:embed="rId322"/>
                <a:stretch>
                  <a:fillRect/>
                </a:stretch>
              </p:blipFill>
              <p:spPr>
                <a:xfrm>
                  <a:off x="9039660" y="5242260"/>
                  <a:ext cx="334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197" name="Ink 196">
                  <a:extLst>
                    <a:ext uri="{FF2B5EF4-FFF2-40B4-BE49-F238E27FC236}">
                      <a16:creationId xmlns:a16="http://schemas.microsoft.com/office/drawing/2014/main" id="{1080DDB5-3DFE-2DD0-12F0-26D61F9A319F}"/>
                    </a:ext>
                  </a:extLst>
                </p14:cNvPr>
                <p14:cNvContentPartPr/>
                <p14:nvPr/>
              </p14:nvContentPartPr>
              <p14:xfrm>
                <a:off x="9088260" y="5215980"/>
                <a:ext cx="5400" cy="3960"/>
              </p14:xfrm>
            </p:contentPart>
          </mc:Choice>
          <mc:Fallback>
            <p:pic>
              <p:nvPicPr>
                <p:cNvPr id="197" name="Ink 196">
                  <a:extLst>
                    <a:ext uri="{FF2B5EF4-FFF2-40B4-BE49-F238E27FC236}">
                      <a16:creationId xmlns:a16="http://schemas.microsoft.com/office/drawing/2014/main" id="{1080DDB5-3DFE-2DD0-12F0-26D61F9A319F}"/>
                    </a:ext>
                  </a:extLst>
                </p:cNvPr>
                <p:cNvPicPr/>
                <p:nvPr/>
              </p:nvPicPr>
              <p:blipFill>
                <a:blip r:embed="rId165"/>
                <a:stretch>
                  <a:fillRect/>
                </a:stretch>
              </p:blipFill>
              <p:spPr>
                <a:xfrm>
                  <a:off x="9079260" y="5206980"/>
                  <a:ext cx="2304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8" name="Ink 197">
                  <a:extLst>
                    <a:ext uri="{FF2B5EF4-FFF2-40B4-BE49-F238E27FC236}">
                      <a16:creationId xmlns:a16="http://schemas.microsoft.com/office/drawing/2014/main" id="{4B791F3B-EC29-028B-9DC1-923EDDF6F217}"/>
                    </a:ext>
                  </a:extLst>
                </p14:cNvPr>
                <p14:cNvContentPartPr/>
                <p14:nvPr/>
              </p14:nvContentPartPr>
              <p14:xfrm>
                <a:off x="9098340" y="5244420"/>
                <a:ext cx="81360" cy="109800"/>
              </p14:xfrm>
            </p:contentPart>
          </mc:Choice>
          <mc:Fallback>
            <p:pic>
              <p:nvPicPr>
                <p:cNvPr id="198" name="Ink 197">
                  <a:extLst>
                    <a:ext uri="{FF2B5EF4-FFF2-40B4-BE49-F238E27FC236}">
                      <a16:creationId xmlns:a16="http://schemas.microsoft.com/office/drawing/2014/main" id="{4B791F3B-EC29-028B-9DC1-923EDDF6F217}"/>
                    </a:ext>
                  </a:extLst>
                </p:cNvPr>
                <p:cNvPicPr/>
                <p:nvPr/>
              </p:nvPicPr>
              <p:blipFill>
                <a:blip r:embed="rId325"/>
                <a:stretch>
                  <a:fillRect/>
                </a:stretch>
              </p:blipFill>
              <p:spPr>
                <a:xfrm>
                  <a:off x="9089700" y="5235420"/>
                  <a:ext cx="9900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199" name="Ink 198">
                  <a:extLst>
                    <a:ext uri="{FF2B5EF4-FFF2-40B4-BE49-F238E27FC236}">
                      <a16:creationId xmlns:a16="http://schemas.microsoft.com/office/drawing/2014/main" id="{5C8249A7-9D19-C48B-97F5-92CA910F10DC}"/>
                    </a:ext>
                  </a:extLst>
                </p14:cNvPr>
                <p14:cNvContentPartPr/>
                <p14:nvPr/>
              </p14:nvContentPartPr>
              <p14:xfrm>
                <a:off x="9213180" y="5251980"/>
                <a:ext cx="52920" cy="75240"/>
              </p14:xfrm>
            </p:contentPart>
          </mc:Choice>
          <mc:Fallback>
            <p:pic>
              <p:nvPicPr>
                <p:cNvPr id="199" name="Ink 198">
                  <a:extLst>
                    <a:ext uri="{FF2B5EF4-FFF2-40B4-BE49-F238E27FC236}">
                      <a16:creationId xmlns:a16="http://schemas.microsoft.com/office/drawing/2014/main" id="{5C8249A7-9D19-C48B-97F5-92CA910F10DC}"/>
                    </a:ext>
                  </a:extLst>
                </p:cNvPr>
                <p:cNvPicPr/>
                <p:nvPr/>
              </p:nvPicPr>
              <p:blipFill>
                <a:blip r:embed="rId327"/>
                <a:stretch>
                  <a:fillRect/>
                </a:stretch>
              </p:blipFill>
              <p:spPr>
                <a:xfrm>
                  <a:off x="9204540" y="5243340"/>
                  <a:ext cx="7056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00" name="Ink 199">
                  <a:extLst>
                    <a:ext uri="{FF2B5EF4-FFF2-40B4-BE49-F238E27FC236}">
                      <a16:creationId xmlns:a16="http://schemas.microsoft.com/office/drawing/2014/main" id="{FFD5C2BC-094C-968B-D0AA-D5A8CF012662}"/>
                    </a:ext>
                  </a:extLst>
                </p14:cNvPr>
                <p14:cNvContentPartPr/>
                <p14:nvPr/>
              </p14:nvContentPartPr>
              <p14:xfrm>
                <a:off x="9291300" y="5239740"/>
                <a:ext cx="89280" cy="81360"/>
              </p14:xfrm>
            </p:contentPart>
          </mc:Choice>
          <mc:Fallback>
            <p:pic>
              <p:nvPicPr>
                <p:cNvPr id="200" name="Ink 199">
                  <a:extLst>
                    <a:ext uri="{FF2B5EF4-FFF2-40B4-BE49-F238E27FC236}">
                      <a16:creationId xmlns:a16="http://schemas.microsoft.com/office/drawing/2014/main" id="{FFD5C2BC-094C-968B-D0AA-D5A8CF012662}"/>
                    </a:ext>
                  </a:extLst>
                </p:cNvPr>
                <p:cNvPicPr/>
                <p:nvPr/>
              </p:nvPicPr>
              <p:blipFill>
                <a:blip r:embed="rId329"/>
                <a:stretch>
                  <a:fillRect/>
                </a:stretch>
              </p:blipFill>
              <p:spPr>
                <a:xfrm>
                  <a:off x="9282660" y="5231100"/>
                  <a:ext cx="10692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01" name="Ink 200">
                  <a:extLst>
                    <a:ext uri="{FF2B5EF4-FFF2-40B4-BE49-F238E27FC236}">
                      <a16:creationId xmlns:a16="http://schemas.microsoft.com/office/drawing/2014/main" id="{A3B8B26F-D28C-CB11-37CD-A2C8B679E6BB}"/>
                    </a:ext>
                  </a:extLst>
                </p14:cNvPr>
                <p14:cNvContentPartPr/>
                <p14:nvPr/>
              </p14:nvContentPartPr>
              <p14:xfrm>
                <a:off x="9436020" y="5259540"/>
                <a:ext cx="28440" cy="43560"/>
              </p14:xfrm>
            </p:contentPart>
          </mc:Choice>
          <mc:Fallback>
            <p:pic>
              <p:nvPicPr>
                <p:cNvPr id="201" name="Ink 200">
                  <a:extLst>
                    <a:ext uri="{FF2B5EF4-FFF2-40B4-BE49-F238E27FC236}">
                      <a16:creationId xmlns:a16="http://schemas.microsoft.com/office/drawing/2014/main" id="{A3B8B26F-D28C-CB11-37CD-A2C8B679E6BB}"/>
                    </a:ext>
                  </a:extLst>
                </p:cNvPr>
                <p:cNvPicPr/>
                <p:nvPr/>
              </p:nvPicPr>
              <p:blipFill>
                <a:blip r:embed="rId331"/>
                <a:stretch>
                  <a:fillRect/>
                </a:stretch>
              </p:blipFill>
              <p:spPr>
                <a:xfrm>
                  <a:off x="9427020" y="5250900"/>
                  <a:ext cx="4608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02" name="Ink 201">
                  <a:extLst>
                    <a:ext uri="{FF2B5EF4-FFF2-40B4-BE49-F238E27FC236}">
                      <a16:creationId xmlns:a16="http://schemas.microsoft.com/office/drawing/2014/main" id="{D6959F43-D8E9-E395-A855-A549BB4CC746}"/>
                    </a:ext>
                  </a:extLst>
                </p14:cNvPr>
                <p14:cNvContentPartPr/>
                <p14:nvPr/>
              </p14:nvContentPartPr>
              <p14:xfrm>
                <a:off x="9519540" y="5134620"/>
                <a:ext cx="111240" cy="199440"/>
              </p14:xfrm>
            </p:contentPart>
          </mc:Choice>
          <mc:Fallback>
            <p:pic>
              <p:nvPicPr>
                <p:cNvPr id="202" name="Ink 201">
                  <a:extLst>
                    <a:ext uri="{FF2B5EF4-FFF2-40B4-BE49-F238E27FC236}">
                      <a16:creationId xmlns:a16="http://schemas.microsoft.com/office/drawing/2014/main" id="{D6959F43-D8E9-E395-A855-A549BB4CC746}"/>
                    </a:ext>
                  </a:extLst>
                </p:cNvPr>
                <p:cNvPicPr/>
                <p:nvPr/>
              </p:nvPicPr>
              <p:blipFill>
                <a:blip r:embed="rId333"/>
                <a:stretch>
                  <a:fillRect/>
                </a:stretch>
              </p:blipFill>
              <p:spPr>
                <a:xfrm>
                  <a:off x="9510900" y="5125620"/>
                  <a:ext cx="12888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04" name="Ink 203">
                  <a:extLst>
                    <a:ext uri="{FF2B5EF4-FFF2-40B4-BE49-F238E27FC236}">
                      <a16:creationId xmlns:a16="http://schemas.microsoft.com/office/drawing/2014/main" id="{A75F0915-64E3-930B-9439-F4D0688DD9A4}"/>
                    </a:ext>
                  </a:extLst>
                </p14:cNvPr>
                <p14:cNvContentPartPr/>
                <p14:nvPr/>
              </p14:nvContentPartPr>
              <p14:xfrm>
                <a:off x="10044780" y="5213820"/>
                <a:ext cx="96840" cy="114840"/>
              </p14:xfrm>
            </p:contentPart>
          </mc:Choice>
          <mc:Fallback>
            <p:pic>
              <p:nvPicPr>
                <p:cNvPr id="204" name="Ink 203">
                  <a:extLst>
                    <a:ext uri="{FF2B5EF4-FFF2-40B4-BE49-F238E27FC236}">
                      <a16:creationId xmlns:a16="http://schemas.microsoft.com/office/drawing/2014/main" id="{A75F0915-64E3-930B-9439-F4D0688DD9A4}"/>
                    </a:ext>
                  </a:extLst>
                </p:cNvPr>
                <p:cNvPicPr/>
                <p:nvPr/>
              </p:nvPicPr>
              <p:blipFill>
                <a:blip r:embed="rId335"/>
                <a:stretch>
                  <a:fillRect/>
                </a:stretch>
              </p:blipFill>
              <p:spPr>
                <a:xfrm>
                  <a:off x="10035780" y="5205180"/>
                  <a:ext cx="1144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5" name="Ink 204">
                  <a:extLst>
                    <a:ext uri="{FF2B5EF4-FFF2-40B4-BE49-F238E27FC236}">
                      <a16:creationId xmlns:a16="http://schemas.microsoft.com/office/drawing/2014/main" id="{9A48AF50-69E6-383E-833F-FFBACF31B0C2}"/>
                    </a:ext>
                  </a:extLst>
                </p14:cNvPr>
                <p14:cNvContentPartPr/>
                <p14:nvPr/>
              </p14:nvContentPartPr>
              <p14:xfrm>
                <a:off x="10188060" y="5196900"/>
                <a:ext cx="100800" cy="109080"/>
              </p14:xfrm>
            </p:contentPart>
          </mc:Choice>
          <mc:Fallback>
            <p:pic>
              <p:nvPicPr>
                <p:cNvPr id="205" name="Ink 204">
                  <a:extLst>
                    <a:ext uri="{FF2B5EF4-FFF2-40B4-BE49-F238E27FC236}">
                      <a16:creationId xmlns:a16="http://schemas.microsoft.com/office/drawing/2014/main" id="{9A48AF50-69E6-383E-833F-FFBACF31B0C2}"/>
                    </a:ext>
                  </a:extLst>
                </p:cNvPr>
                <p:cNvPicPr/>
                <p:nvPr/>
              </p:nvPicPr>
              <p:blipFill>
                <a:blip r:embed="rId337"/>
                <a:stretch>
                  <a:fillRect/>
                </a:stretch>
              </p:blipFill>
              <p:spPr>
                <a:xfrm>
                  <a:off x="10179060" y="5188260"/>
                  <a:ext cx="1184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06" name="Ink 205">
                  <a:extLst>
                    <a:ext uri="{FF2B5EF4-FFF2-40B4-BE49-F238E27FC236}">
                      <a16:creationId xmlns:a16="http://schemas.microsoft.com/office/drawing/2014/main" id="{E91FE0EC-505F-A097-87DE-E260C4744428}"/>
                    </a:ext>
                  </a:extLst>
                </p14:cNvPr>
                <p14:cNvContentPartPr/>
                <p14:nvPr/>
              </p14:nvContentPartPr>
              <p14:xfrm>
                <a:off x="10351860" y="5256300"/>
                <a:ext cx="5400" cy="7920"/>
              </p14:xfrm>
            </p:contentPart>
          </mc:Choice>
          <mc:Fallback>
            <p:pic>
              <p:nvPicPr>
                <p:cNvPr id="206" name="Ink 205">
                  <a:extLst>
                    <a:ext uri="{FF2B5EF4-FFF2-40B4-BE49-F238E27FC236}">
                      <a16:creationId xmlns:a16="http://schemas.microsoft.com/office/drawing/2014/main" id="{E91FE0EC-505F-A097-87DE-E260C4744428}"/>
                    </a:ext>
                  </a:extLst>
                </p:cNvPr>
                <p:cNvPicPr/>
                <p:nvPr/>
              </p:nvPicPr>
              <p:blipFill>
                <a:blip r:embed="rId339"/>
                <a:stretch>
                  <a:fillRect/>
                </a:stretch>
              </p:blipFill>
              <p:spPr>
                <a:xfrm>
                  <a:off x="10342860" y="5247660"/>
                  <a:ext cx="2304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07" name="Ink 206">
                  <a:extLst>
                    <a:ext uri="{FF2B5EF4-FFF2-40B4-BE49-F238E27FC236}">
                      <a16:creationId xmlns:a16="http://schemas.microsoft.com/office/drawing/2014/main" id="{9469B10C-E23B-FE84-6520-22B5157561EB}"/>
                    </a:ext>
                  </a:extLst>
                </p14:cNvPr>
                <p14:cNvContentPartPr/>
                <p14:nvPr/>
              </p14:nvContentPartPr>
              <p14:xfrm>
                <a:off x="10298580" y="5195100"/>
                <a:ext cx="90720" cy="112680"/>
              </p14:xfrm>
            </p:contentPart>
          </mc:Choice>
          <mc:Fallback>
            <p:pic>
              <p:nvPicPr>
                <p:cNvPr id="207" name="Ink 206">
                  <a:extLst>
                    <a:ext uri="{FF2B5EF4-FFF2-40B4-BE49-F238E27FC236}">
                      <a16:creationId xmlns:a16="http://schemas.microsoft.com/office/drawing/2014/main" id="{9469B10C-E23B-FE84-6520-22B5157561EB}"/>
                    </a:ext>
                  </a:extLst>
                </p:cNvPr>
                <p:cNvPicPr/>
                <p:nvPr/>
              </p:nvPicPr>
              <p:blipFill>
                <a:blip r:embed="rId341"/>
                <a:stretch>
                  <a:fillRect/>
                </a:stretch>
              </p:blipFill>
              <p:spPr>
                <a:xfrm>
                  <a:off x="10289580" y="5186460"/>
                  <a:ext cx="10836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08" name="Ink 207">
                  <a:extLst>
                    <a:ext uri="{FF2B5EF4-FFF2-40B4-BE49-F238E27FC236}">
                      <a16:creationId xmlns:a16="http://schemas.microsoft.com/office/drawing/2014/main" id="{A2F68EFD-2DFF-3370-6373-FC95C44C71B1}"/>
                    </a:ext>
                  </a:extLst>
                </p14:cNvPr>
                <p14:cNvContentPartPr/>
                <p14:nvPr/>
              </p14:nvContentPartPr>
              <p14:xfrm>
                <a:off x="10412700" y="5179620"/>
                <a:ext cx="76680" cy="117000"/>
              </p14:xfrm>
            </p:contentPart>
          </mc:Choice>
          <mc:Fallback>
            <p:pic>
              <p:nvPicPr>
                <p:cNvPr id="208" name="Ink 207">
                  <a:extLst>
                    <a:ext uri="{FF2B5EF4-FFF2-40B4-BE49-F238E27FC236}">
                      <a16:creationId xmlns:a16="http://schemas.microsoft.com/office/drawing/2014/main" id="{A2F68EFD-2DFF-3370-6373-FC95C44C71B1}"/>
                    </a:ext>
                  </a:extLst>
                </p:cNvPr>
                <p:cNvPicPr/>
                <p:nvPr/>
              </p:nvPicPr>
              <p:blipFill>
                <a:blip r:embed="rId343"/>
                <a:stretch>
                  <a:fillRect/>
                </a:stretch>
              </p:blipFill>
              <p:spPr>
                <a:xfrm>
                  <a:off x="10403700" y="5170980"/>
                  <a:ext cx="9432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09" name="Ink 208">
                  <a:extLst>
                    <a:ext uri="{FF2B5EF4-FFF2-40B4-BE49-F238E27FC236}">
                      <a16:creationId xmlns:a16="http://schemas.microsoft.com/office/drawing/2014/main" id="{0557AF55-40EB-997D-8DCF-13CAE3A4A898}"/>
                    </a:ext>
                  </a:extLst>
                </p14:cNvPr>
                <p14:cNvContentPartPr/>
                <p14:nvPr/>
              </p14:nvContentPartPr>
              <p14:xfrm>
                <a:off x="10534380" y="5192940"/>
                <a:ext cx="122040" cy="121680"/>
              </p14:xfrm>
            </p:contentPart>
          </mc:Choice>
          <mc:Fallback>
            <p:pic>
              <p:nvPicPr>
                <p:cNvPr id="209" name="Ink 208">
                  <a:extLst>
                    <a:ext uri="{FF2B5EF4-FFF2-40B4-BE49-F238E27FC236}">
                      <a16:creationId xmlns:a16="http://schemas.microsoft.com/office/drawing/2014/main" id="{0557AF55-40EB-997D-8DCF-13CAE3A4A898}"/>
                    </a:ext>
                  </a:extLst>
                </p:cNvPr>
                <p:cNvPicPr/>
                <p:nvPr/>
              </p:nvPicPr>
              <p:blipFill>
                <a:blip r:embed="rId345"/>
                <a:stretch>
                  <a:fillRect/>
                </a:stretch>
              </p:blipFill>
              <p:spPr>
                <a:xfrm>
                  <a:off x="10525380" y="5183940"/>
                  <a:ext cx="13968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10" name="Ink 209">
                  <a:extLst>
                    <a:ext uri="{FF2B5EF4-FFF2-40B4-BE49-F238E27FC236}">
                      <a16:creationId xmlns:a16="http://schemas.microsoft.com/office/drawing/2014/main" id="{8E7043F6-B8A1-D2A8-7E18-742EE567DAF8}"/>
                    </a:ext>
                  </a:extLst>
                </p14:cNvPr>
                <p14:cNvContentPartPr/>
                <p14:nvPr/>
              </p14:nvContentPartPr>
              <p14:xfrm>
                <a:off x="10705740" y="5181060"/>
                <a:ext cx="33480" cy="123120"/>
              </p14:xfrm>
            </p:contentPart>
          </mc:Choice>
          <mc:Fallback>
            <p:pic>
              <p:nvPicPr>
                <p:cNvPr id="210" name="Ink 209">
                  <a:extLst>
                    <a:ext uri="{FF2B5EF4-FFF2-40B4-BE49-F238E27FC236}">
                      <a16:creationId xmlns:a16="http://schemas.microsoft.com/office/drawing/2014/main" id="{8E7043F6-B8A1-D2A8-7E18-742EE567DAF8}"/>
                    </a:ext>
                  </a:extLst>
                </p:cNvPr>
                <p:cNvPicPr/>
                <p:nvPr/>
              </p:nvPicPr>
              <p:blipFill>
                <a:blip r:embed="rId347"/>
                <a:stretch>
                  <a:fillRect/>
                </a:stretch>
              </p:blipFill>
              <p:spPr>
                <a:xfrm>
                  <a:off x="10697100" y="5172060"/>
                  <a:ext cx="5112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11" name="Ink 210">
                  <a:extLst>
                    <a:ext uri="{FF2B5EF4-FFF2-40B4-BE49-F238E27FC236}">
                      <a16:creationId xmlns:a16="http://schemas.microsoft.com/office/drawing/2014/main" id="{FEACF002-1E4A-A549-11BD-692E169DC042}"/>
                    </a:ext>
                  </a:extLst>
                </p14:cNvPr>
                <p14:cNvContentPartPr/>
                <p14:nvPr/>
              </p14:nvContentPartPr>
              <p14:xfrm>
                <a:off x="10788540" y="5187900"/>
                <a:ext cx="12960" cy="69480"/>
              </p14:xfrm>
            </p:contentPart>
          </mc:Choice>
          <mc:Fallback>
            <p:pic>
              <p:nvPicPr>
                <p:cNvPr id="211" name="Ink 210">
                  <a:extLst>
                    <a:ext uri="{FF2B5EF4-FFF2-40B4-BE49-F238E27FC236}">
                      <a16:creationId xmlns:a16="http://schemas.microsoft.com/office/drawing/2014/main" id="{FEACF002-1E4A-A549-11BD-692E169DC042}"/>
                    </a:ext>
                  </a:extLst>
                </p:cNvPr>
                <p:cNvPicPr/>
                <p:nvPr/>
              </p:nvPicPr>
              <p:blipFill>
                <a:blip r:embed="rId349"/>
                <a:stretch>
                  <a:fillRect/>
                </a:stretch>
              </p:blipFill>
              <p:spPr>
                <a:xfrm>
                  <a:off x="10779540" y="5178900"/>
                  <a:ext cx="306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12" name="Ink 211">
                  <a:extLst>
                    <a:ext uri="{FF2B5EF4-FFF2-40B4-BE49-F238E27FC236}">
                      <a16:creationId xmlns:a16="http://schemas.microsoft.com/office/drawing/2014/main" id="{02EBE74C-D8CB-ED18-12A0-43206087D889}"/>
                    </a:ext>
                  </a:extLst>
                </p14:cNvPr>
                <p14:cNvContentPartPr/>
                <p14:nvPr/>
              </p14:nvContentPartPr>
              <p14:xfrm>
                <a:off x="10768020" y="5077020"/>
                <a:ext cx="1800" cy="3240"/>
              </p14:xfrm>
            </p:contentPart>
          </mc:Choice>
          <mc:Fallback>
            <p:pic>
              <p:nvPicPr>
                <p:cNvPr id="212" name="Ink 211">
                  <a:extLst>
                    <a:ext uri="{FF2B5EF4-FFF2-40B4-BE49-F238E27FC236}">
                      <a16:creationId xmlns:a16="http://schemas.microsoft.com/office/drawing/2014/main" id="{02EBE74C-D8CB-ED18-12A0-43206087D889}"/>
                    </a:ext>
                  </a:extLst>
                </p:cNvPr>
                <p:cNvPicPr/>
                <p:nvPr/>
              </p:nvPicPr>
              <p:blipFill>
                <a:blip r:embed="rId165"/>
                <a:stretch>
                  <a:fillRect/>
                </a:stretch>
              </p:blipFill>
              <p:spPr>
                <a:xfrm>
                  <a:off x="10759020" y="5068020"/>
                  <a:ext cx="1944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213" name="Ink 212">
                  <a:extLst>
                    <a:ext uri="{FF2B5EF4-FFF2-40B4-BE49-F238E27FC236}">
                      <a16:creationId xmlns:a16="http://schemas.microsoft.com/office/drawing/2014/main" id="{F943F315-12B4-3CB2-B800-333B845AE5D0}"/>
                    </a:ext>
                  </a:extLst>
                </p14:cNvPr>
                <p14:cNvContentPartPr/>
                <p14:nvPr/>
              </p14:nvContentPartPr>
              <p14:xfrm>
                <a:off x="10845420" y="5124540"/>
                <a:ext cx="6840" cy="142200"/>
              </p14:xfrm>
            </p:contentPart>
          </mc:Choice>
          <mc:Fallback>
            <p:pic>
              <p:nvPicPr>
                <p:cNvPr id="213" name="Ink 212">
                  <a:extLst>
                    <a:ext uri="{FF2B5EF4-FFF2-40B4-BE49-F238E27FC236}">
                      <a16:creationId xmlns:a16="http://schemas.microsoft.com/office/drawing/2014/main" id="{F943F315-12B4-3CB2-B800-333B845AE5D0}"/>
                    </a:ext>
                  </a:extLst>
                </p:cNvPr>
                <p:cNvPicPr/>
                <p:nvPr/>
              </p:nvPicPr>
              <p:blipFill>
                <a:blip r:embed="rId352"/>
                <a:stretch>
                  <a:fillRect/>
                </a:stretch>
              </p:blipFill>
              <p:spPr>
                <a:xfrm>
                  <a:off x="10836420" y="5115540"/>
                  <a:ext cx="2448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214" name="Ink 213">
                  <a:extLst>
                    <a:ext uri="{FF2B5EF4-FFF2-40B4-BE49-F238E27FC236}">
                      <a16:creationId xmlns:a16="http://schemas.microsoft.com/office/drawing/2014/main" id="{179DA852-A5B7-8ABE-81C1-95105C1622AB}"/>
                    </a:ext>
                  </a:extLst>
                </p14:cNvPr>
                <p14:cNvContentPartPr/>
                <p14:nvPr/>
              </p14:nvContentPartPr>
              <p14:xfrm>
                <a:off x="10845780" y="5152260"/>
                <a:ext cx="116280" cy="116640"/>
              </p14:xfrm>
            </p:contentPart>
          </mc:Choice>
          <mc:Fallback>
            <p:pic>
              <p:nvPicPr>
                <p:cNvPr id="214" name="Ink 213">
                  <a:extLst>
                    <a:ext uri="{FF2B5EF4-FFF2-40B4-BE49-F238E27FC236}">
                      <a16:creationId xmlns:a16="http://schemas.microsoft.com/office/drawing/2014/main" id="{179DA852-A5B7-8ABE-81C1-95105C1622AB}"/>
                    </a:ext>
                  </a:extLst>
                </p:cNvPr>
                <p:cNvPicPr/>
                <p:nvPr/>
              </p:nvPicPr>
              <p:blipFill>
                <a:blip r:embed="rId354"/>
                <a:stretch>
                  <a:fillRect/>
                </a:stretch>
              </p:blipFill>
              <p:spPr>
                <a:xfrm>
                  <a:off x="10836780" y="5143620"/>
                  <a:ext cx="1339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215" name="Ink 214">
                  <a:extLst>
                    <a:ext uri="{FF2B5EF4-FFF2-40B4-BE49-F238E27FC236}">
                      <a16:creationId xmlns:a16="http://schemas.microsoft.com/office/drawing/2014/main" id="{9808590C-6810-5423-1C51-91EFB1407037}"/>
                    </a:ext>
                  </a:extLst>
                </p14:cNvPr>
                <p14:cNvContentPartPr/>
                <p14:nvPr/>
              </p14:nvContentPartPr>
              <p14:xfrm>
                <a:off x="11188500" y="5138220"/>
                <a:ext cx="204840" cy="160560"/>
              </p14:xfrm>
            </p:contentPart>
          </mc:Choice>
          <mc:Fallback>
            <p:pic>
              <p:nvPicPr>
                <p:cNvPr id="215" name="Ink 214">
                  <a:extLst>
                    <a:ext uri="{FF2B5EF4-FFF2-40B4-BE49-F238E27FC236}">
                      <a16:creationId xmlns:a16="http://schemas.microsoft.com/office/drawing/2014/main" id="{9808590C-6810-5423-1C51-91EFB1407037}"/>
                    </a:ext>
                  </a:extLst>
                </p:cNvPr>
                <p:cNvPicPr/>
                <p:nvPr/>
              </p:nvPicPr>
              <p:blipFill>
                <a:blip r:embed="rId356"/>
                <a:stretch>
                  <a:fillRect/>
                </a:stretch>
              </p:blipFill>
              <p:spPr>
                <a:xfrm>
                  <a:off x="11179500" y="5129580"/>
                  <a:ext cx="2224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216" name="Ink 215">
                  <a:extLst>
                    <a:ext uri="{FF2B5EF4-FFF2-40B4-BE49-F238E27FC236}">
                      <a16:creationId xmlns:a16="http://schemas.microsoft.com/office/drawing/2014/main" id="{1D47BE2B-20D8-62A3-B964-24108D9A11A4}"/>
                    </a:ext>
                  </a:extLst>
                </p14:cNvPr>
                <p14:cNvContentPartPr/>
                <p14:nvPr/>
              </p14:nvContentPartPr>
              <p14:xfrm>
                <a:off x="11430060" y="5212740"/>
                <a:ext cx="66240" cy="81000"/>
              </p14:xfrm>
            </p:contentPart>
          </mc:Choice>
          <mc:Fallback>
            <p:pic>
              <p:nvPicPr>
                <p:cNvPr id="216" name="Ink 215">
                  <a:extLst>
                    <a:ext uri="{FF2B5EF4-FFF2-40B4-BE49-F238E27FC236}">
                      <a16:creationId xmlns:a16="http://schemas.microsoft.com/office/drawing/2014/main" id="{1D47BE2B-20D8-62A3-B964-24108D9A11A4}"/>
                    </a:ext>
                  </a:extLst>
                </p:cNvPr>
                <p:cNvPicPr/>
                <p:nvPr/>
              </p:nvPicPr>
              <p:blipFill>
                <a:blip r:embed="rId358"/>
                <a:stretch>
                  <a:fillRect/>
                </a:stretch>
              </p:blipFill>
              <p:spPr>
                <a:xfrm>
                  <a:off x="11421060" y="5203740"/>
                  <a:ext cx="838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217" name="Ink 216">
                  <a:extLst>
                    <a:ext uri="{FF2B5EF4-FFF2-40B4-BE49-F238E27FC236}">
                      <a16:creationId xmlns:a16="http://schemas.microsoft.com/office/drawing/2014/main" id="{59F06064-3D45-140B-7E72-36D67B7916A6}"/>
                    </a:ext>
                  </a:extLst>
                </p14:cNvPr>
                <p14:cNvContentPartPr/>
                <p14:nvPr/>
              </p14:nvContentPartPr>
              <p14:xfrm>
                <a:off x="11523300" y="5201940"/>
                <a:ext cx="46800" cy="100440"/>
              </p14:xfrm>
            </p:contentPart>
          </mc:Choice>
          <mc:Fallback>
            <p:pic>
              <p:nvPicPr>
                <p:cNvPr id="217" name="Ink 216">
                  <a:extLst>
                    <a:ext uri="{FF2B5EF4-FFF2-40B4-BE49-F238E27FC236}">
                      <a16:creationId xmlns:a16="http://schemas.microsoft.com/office/drawing/2014/main" id="{59F06064-3D45-140B-7E72-36D67B7916A6}"/>
                    </a:ext>
                  </a:extLst>
                </p:cNvPr>
                <p:cNvPicPr/>
                <p:nvPr/>
              </p:nvPicPr>
              <p:blipFill>
                <a:blip r:embed="rId360"/>
                <a:stretch>
                  <a:fillRect/>
                </a:stretch>
              </p:blipFill>
              <p:spPr>
                <a:xfrm>
                  <a:off x="11514660" y="5192940"/>
                  <a:ext cx="6444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218" name="Ink 217">
                  <a:extLst>
                    <a:ext uri="{FF2B5EF4-FFF2-40B4-BE49-F238E27FC236}">
                      <a16:creationId xmlns:a16="http://schemas.microsoft.com/office/drawing/2014/main" id="{39B065FF-5523-37E5-A332-4695E5DCAD21}"/>
                    </a:ext>
                  </a:extLst>
                </p14:cNvPr>
                <p14:cNvContentPartPr/>
                <p14:nvPr/>
              </p14:nvContentPartPr>
              <p14:xfrm>
                <a:off x="11583780" y="5194740"/>
                <a:ext cx="69840" cy="88200"/>
              </p14:xfrm>
            </p:contentPart>
          </mc:Choice>
          <mc:Fallback>
            <p:pic>
              <p:nvPicPr>
                <p:cNvPr id="218" name="Ink 217">
                  <a:extLst>
                    <a:ext uri="{FF2B5EF4-FFF2-40B4-BE49-F238E27FC236}">
                      <a16:creationId xmlns:a16="http://schemas.microsoft.com/office/drawing/2014/main" id="{39B065FF-5523-37E5-A332-4695E5DCAD21}"/>
                    </a:ext>
                  </a:extLst>
                </p:cNvPr>
                <p:cNvPicPr/>
                <p:nvPr/>
              </p:nvPicPr>
              <p:blipFill>
                <a:blip r:embed="rId362"/>
                <a:stretch>
                  <a:fillRect/>
                </a:stretch>
              </p:blipFill>
              <p:spPr>
                <a:xfrm>
                  <a:off x="11574780" y="5186100"/>
                  <a:ext cx="874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19" name="Ink 218">
                  <a:extLst>
                    <a:ext uri="{FF2B5EF4-FFF2-40B4-BE49-F238E27FC236}">
                      <a16:creationId xmlns:a16="http://schemas.microsoft.com/office/drawing/2014/main" id="{930D0AAB-0024-4E0C-952A-2267B6433741}"/>
                    </a:ext>
                  </a:extLst>
                </p14:cNvPr>
                <p14:cNvContentPartPr/>
                <p14:nvPr/>
              </p14:nvContentPartPr>
              <p14:xfrm>
                <a:off x="11639220" y="5089620"/>
                <a:ext cx="38880" cy="205560"/>
              </p14:xfrm>
            </p:contentPart>
          </mc:Choice>
          <mc:Fallback>
            <p:pic>
              <p:nvPicPr>
                <p:cNvPr id="219" name="Ink 218">
                  <a:extLst>
                    <a:ext uri="{FF2B5EF4-FFF2-40B4-BE49-F238E27FC236}">
                      <a16:creationId xmlns:a16="http://schemas.microsoft.com/office/drawing/2014/main" id="{930D0AAB-0024-4E0C-952A-2267B6433741}"/>
                    </a:ext>
                  </a:extLst>
                </p:cNvPr>
                <p:cNvPicPr/>
                <p:nvPr/>
              </p:nvPicPr>
              <p:blipFill>
                <a:blip r:embed="rId364"/>
                <a:stretch>
                  <a:fillRect/>
                </a:stretch>
              </p:blipFill>
              <p:spPr>
                <a:xfrm>
                  <a:off x="11630220" y="5080980"/>
                  <a:ext cx="5652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225" name="Ink 224">
                  <a:extLst>
                    <a:ext uri="{FF2B5EF4-FFF2-40B4-BE49-F238E27FC236}">
                      <a16:creationId xmlns:a16="http://schemas.microsoft.com/office/drawing/2014/main" id="{6547720E-8E93-05AB-41B4-05031AEFF82D}"/>
                    </a:ext>
                  </a:extLst>
                </p14:cNvPr>
                <p14:cNvContentPartPr/>
                <p14:nvPr/>
              </p14:nvContentPartPr>
              <p14:xfrm>
                <a:off x="11193900" y="5105100"/>
                <a:ext cx="746640" cy="293400"/>
              </p14:xfrm>
            </p:contentPart>
          </mc:Choice>
          <mc:Fallback>
            <p:pic>
              <p:nvPicPr>
                <p:cNvPr id="225" name="Ink 224">
                  <a:extLst>
                    <a:ext uri="{FF2B5EF4-FFF2-40B4-BE49-F238E27FC236}">
                      <a16:creationId xmlns:a16="http://schemas.microsoft.com/office/drawing/2014/main" id="{6547720E-8E93-05AB-41B4-05031AEFF82D}"/>
                    </a:ext>
                  </a:extLst>
                </p:cNvPr>
                <p:cNvPicPr/>
                <p:nvPr/>
              </p:nvPicPr>
              <p:blipFill>
                <a:blip r:embed="rId366"/>
                <a:stretch>
                  <a:fillRect/>
                </a:stretch>
              </p:blipFill>
              <p:spPr>
                <a:xfrm>
                  <a:off x="11184900" y="5096100"/>
                  <a:ext cx="76428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226" name="Ink 225">
                  <a:extLst>
                    <a:ext uri="{FF2B5EF4-FFF2-40B4-BE49-F238E27FC236}">
                      <a16:creationId xmlns:a16="http://schemas.microsoft.com/office/drawing/2014/main" id="{EA25DDC0-F340-8EA8-2B68-0A81F31C47A4}"/>
                    </a:ext>
                  </a:extLst>
                </p14:cNvPr>
                <p14:cNvContentPartPr/>
                <p14:nvPr/>
              </p14:nvContentPartPr>
              <p14:xfrm>
                <a:off x="11194980" y="5073060"/>
                <a:ext cx="592920" cy="147240"/>
              </p14:xfrm>
            </p:contentPart>
          </mc:Choice>
          <mc:Fallback>
            <p:pic>
              <p:nvPicPr>
                <p:cNvPr id="226" name="Ink 225">
                  <a:extLst>
                    <a:ext uri="{FF2B5EF4-FFF2-40B4-BE49-F238E27FC236}">
                      <a16:creationId xmlns:a16="http://schemas.microsoft.com/office/drawing/2014/main" id="{EA25DDC0-F340-8EA8-2B68-0A81F31C47A4}"/>
                    </a:ext>
                  </a:extLst>
                </p:cNvPr>
                <p:cNvPicPr/>
                <p:nvPr/>
              </p:nvPicPr>
              <p:blipFill>
                <a:blip r:embed="rId368"/>
                <a:stretch>
                  <a:fillRect/>
                </a:stretch>
              </p:blipFill>
              <p:spPr>
                <a:xfrm>
                  <a:off x="11185980" y="5064060"/>
                  <a:ext cx="610560" cy="164880"/>
                </a:xfrm>
                <a:prstGeom prst="rect">
                  <a:avLst/>
                </a:prstGeom>
              </p:spPr>
            </p:pic>
          </mc:Fallback>
        </mc:AlternateContent>
      </p:grpSp>
      <p:grpSp>
        <p:nvGrpSpPr>
          <p:cNvPr id="241" name="Group 240">
            <a:extLst>
              <a:ext uri="{FF2B5EF4-FFF2-40B4-BE49-F238E27FC236}">
                <a16:creationId xmlns:a16="http://schemas.microsoft.com/office/drawing/2014/main" id="{814F7B37-68D0-8DF0-8AFA-0E86457CDC46}"/>
              </a:ext>
            </a:extLst>
          </p:cNvPr>
          <p:cNvGrpSpPr/>
          <p:nvPr/>
        </p:nvGrpSpPr>
        <p:grpSpPr>
          <a:xfrm>
            <a:off x="6622620" y="5519460"/>
            <a:ext cx="2363760" cy="519480"/>
            <a:chOff x="6622620" y="5519460"/>
            <a:chExt cx="2363760" cy="519480"/>
          </a:xfrm>
        </p:grpSpPr>
        <mc:AlternateContent xmlns:mc="http://schemas.openxmlformats.org/markup-compatibility/2006">
          <mc:Choice xmlns:p14="http://schemas.microsoft.com/office/powerpoint/2010/main" Requires="p14">
            <p:contentPart p14:bwMode="auto" r:id="rId369">
              <p14:nvContentPartPr>
                <p14:cNvPr id="228" name="Ink 227">
                  <a:extLst>
                    <a:ext uri="{FF2B5EF4-FFF2-40B4-BE49-F238E27FC236}">
                      <a16:creationId xmlns:a16="http://schemas.microsoft.com/office/drawing/2014/main" id="{F4773E8C-1A95-F735-6287-10AC8509ED3E}"/>
                    </a:ext>
                  </a:extLst>
                </p14:cNvPr>
                <p14:cNvContentPartPr/>
                <p14:nvPr/>
              </p14:nvContentPartPr>
              <p14:xfrm>
                <a:off x="6622620" y="5645820"/>
                <a:ext cx="185400" cy="210960"/>
              </p14:xfrm>
            </p:contentPart>
          </mc:Choice>
          <mc:Fallback>
            <p:pic>
              <p:nvPicPr>
                <p:cNvPr id="228" name="Ink 227">
                  <a:extLst>
                    <a:ext uri="{FF2B5EF4-FFF2-40B4-BE49-F238E27FC236}">
                      <a16:creationId xmlns:a16="http://schemas.microsoft.com/office/drawing/2014/main" id="{F4773E8C-1A95-F735-6287-10AC8509ED3E}"/>
                    </a:ext>
                  </a:extLst>
                </p:cNvPr>
                <p:cNvPicPr/>
                <p:nvPr/>
              </p:nvPicPr>
              <p:blipFill>
                <a:blip r:embed="rId370"/>
                <a:stretch>
                  <a:fillRect/>
                </a:stretch>
              </p:blipFill>
              <p:spPr>
                <a:xfrm>
                  <a:off x="6613620" y="5636820"/>
                  <a:ext cx="20304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229" name="Ink 228">
                  <a:extLst>
                    <a:ext uri="{FF2B5EF4-FFF2-40B4-BE49-F238E27FC236}">
                      <a16:creationId xmlns:a16="http://schemas.microsoft.com/office/drawing/2014/main" id="{4A1A150A-8A8D-0DA6-1016-9F495C4615BA}"/>
                    </a:ext>
                  </a:extLst>
                </p14:cNvPr>
                <p14:cNvContentPartPr/>
                <p14:nvPr/>
              </p14:nvContentPartPr>
              <p14:xfrm>
                <a:off x="6787860" y="5519460"/>
                <a:ext cx="284760" cy="336240"/>
              </p14:xfrm>
            </p:contentPart>
          </mc:Choice>
          <mc:Fallback>
            <p:pic>
              <p:nvPicPr>
                <p:cNvPr id="229" name="Ink 228">
                  <a:extLst>
                    <a:ext uri="{FF2B5EF4-FFF2-40B4-BE49-F238E27FC236}">
                      <a16:creationId xmlns:a16="http://schemas.microsoft.com/office/drawing/2014/main" id="{4A1A150A-8A8D-0DA6-1016-9F495C4615BA}"/>
                    </a:ext>
                  </a:extLst>
                </p:cNvPr>
                <p:cNvPicPr/>
                <p:nvPr/>
              </p:nvPicPr>
              <p:blipFill>
                <a:blip r:embed="rId372"/>
                <a:stretch>
                  <a:fillRect/>
                </a:stretch>
              </p:blipFill>
              <p:spPr>
                <a:xfrm>
                  <a:off x="6778860" y="5510820"/>
                  <a:ext cx="30240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230" name="Ink 229">
                  <a:extLst>
                    <a:ext uri="{FF2B5EF4-FFF2-40B4-BE49-F238E27FC236}">
                      <a16:creationId xmlns:a16="http://schemas.microsoft.com/office/drawing/2014/main" id="{E9586C02-3F31-B2BB-BACF-30DADE642C1F}"/>
                    </a:ext>
                  </a:extLst>
                </p14:cNvPr>
                <p14:cNvContentPartPr/>
                <p14:nvPr/>
              </p14:nvContentPartPr>
              <p14:xfrm>
                <a:off x="6982980" y="5663460"/>
                <a:ext cx="308880" cy="354960"/>
              </p14:xfrm>
            </p:contentPart>
          </mc:Choice>
          <mc:Fallback>
            <p:pic>
              <p:nvPicPr>
                <p:cNvPr id="230" name="Ink 229">
                  <a:extLst>
                    <a:ext uri="{FF2B5EF4-FFF2-40B4-BE49-F238E27FC236}">
                      <a16:creationId xmlns:a16="http://schemas.microsoft.com/office/drawing/2014/main" id="{E9586C02-3F31-B2BB-BACF-30DADE642C1F}"/>
                    </a:ext>
                  </a:extLst>
                </p:cNvPr>
                <p:cNvPicPr/>
                <p:nvPr/>
              </p:nvPicPr>
              <p:blipFill>
                <a:blip r:embed="rId374"/>
                <a:stretch>
                  <a:fillRect/>
                </a:stretch>
              </p:blipFill>
              <p:spPr>
                <a:xfrm>
                  <a:off x="6974340" y="5654460"/>
                  <a:ext cx="326520" cy="37260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231" name="Ink 230">
                  <a:extLst>
                    <a:ext uri="{FF2B5EF4-FFF2-40B4-BE49-F238E27FC236}">
                      <a16:creationId xmlns:a16="http://schemas.microsoft.com/office/drawing/2014/main" id="{D29B2473-5C1F-1796-4C28-BF3F83F67C12}"/>
                    </a:ext>
                  </a:extLst>
                </p14:cNvPr>
                <p14:cNvContentPartPr/>
                <p14:nvPr/>
              </p14:nvContentPartPr>
              <p14:xfrm>
                <a:off x="7408140" y="5742660"/>
                <a:ext cx="113040" cy="36000"/>
              </p14:xfrm>
            </p:contentPart>
          </mc:Choice>
          <mc:Fallback>
            <p:pic>
              <p:nvPicPr>
                <p:cNvPr id="231" name="Ink 230">
                  <a:extLst>
                    <a:ext uri="{FF2B5EF4-FFF2-40B4-BE49-F238E27FC236}">
                      <a16:creationId xmlns:a16="http://schemas.microsoft.com/office/drawing/2014/main" id="{D29B2473-5C1F-1796-4C28-BF3F83F67C12}"/>
                    </a:ext>
                  </a:extLst>
                </p:cNvPr>
                <p:cNvPicPr/>
                <p:nvPr/>
              </p:nvPicPr>
              <p:blipFill>
                <a:blip r:embed="rId376"/>
                <a:stretch>
                  <a:fillRect/>
                </a:stretch>
              </p:blipFill>
              <p:spPr>
                <a:xfrm>
                  <a:off x="7399140" y="5733660"/>
                  <a:ext cx="13068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232" name="Ink 231">
                  <a:extLst>
                    <a:ext uri="{FF2B5EF4-FFF2-40B4-BE49-F238E27FC236}">
                      <a16:creationId xmlns:a16="http://schemas.microsoft.com/office/drawing/2014/main" id="{98746653-E617-E9A4-C36B-4DB3907DAEE8}"/>
                    </a:ext>
                  </a:extLst>
                </p14:cNvPr>
                <p14:cNvContentPartPr/>
                <p14:nvPr/>
              </p14:nvContentPartPr>
              <p14:xfrm>
                <a:off x="7676340" y="5597580"/>
                <a:ext cx="45720" cy="274680"/>
              </p14:xfrm>
            </p:contentPart>
          </mc:Choice>
          <mc:Fallback>
            <p:pic>
              <p:nvPicPr>
                <p:cNvPr id="232" name="Ink 231">
                  <a:extLst>
                    <a:ext uri="{FF2B5EF4-FFF2-40B4-BE49-F238E27FC236}">
                      <a16:creationId xmlns:a16="http://schemas.microsoft.com/office/drawing/2014/main" id="{98746653-E617-E9A4-C36B-4DB3907DAEE8}"/>
                    </a:ext>
                  </a:extLst>
                </p:cNvPr>
                <p:cNvPicPr/>
                <p:nvPr/>
              </p:nvPicPr>
              <p:blipFill>
                <a:blip r:embed="rId378"/>
                <a:stretch>
                  <a:fillRect/>
                </a:stretch>
              </p:blipFill>
              <p:spPr>
                <a:xfrm>
                  <a:off x="7667340" y="5588940"/>
                  <a:ext cx="6336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233" name="Ink 232">
                  <a:extLst>
                    <a:ext uri="{FF2B5EF4-FFF2-40B4-BE49-F238E27FC236}">
                      <a16:creationId xmlns:a16="http://schemas.microsoft.com/office/drawing/2014/main" id="{87039B5E-D1BB-C331-77C1-27C68D46AE90}"/>
                    </a:ext>
                  </a:extLst>
                </p14:cNvPr>
                <p14:cNvContentPartPr/>
                <p14:nvPr/>
              </p14:nvContentPartPr>
              <p14:xfrm>
                <a:off x="7617660" y="5649420"/>
                <a:ext cx="201240" cy="198720"/>
              </p14:xfrm>
            </p:contentPart>
          </mc:Choice>
          <mc:Fallback>
            <p:pic>
              <p:nvPicPr>
                <p:cNvPr id="233" name="Ink 232">
                  <a:extLst>
                    <a:ext uri="{FF2B5EF4-FFF2-40B4-BE49-F238E27FC236}">
                      <a16:creationId xmlns:a16="http://schemas.microsoft.com/office/drawing/2014/main" id="{87039B5E-D1BB-C331-77C1-27C68D46AE90}"/>
                    </a:ext>
                  </a:extLst>
                </p:cNvPr>
                <p:cNvPicPr/>
                <p:nvPr/>
              </p:nvPicPr>
              <p:blipFill>
                <a:blip r:embed="rId380"/>
                <a:stretch>
                  <a:fillRect/>
                </a:stretch>
              </p:blipFill>
              <p:spPr>
                <a:xfrm>
                  <a:off x="7608660" y="5640780"/>
                  <a:ext cx="21888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234" name="Ink 233">
                  <a:extLst>
                    <a:ext uri="{FF2B5EF4-FFF2-40B4-BE49-F238E27FC236}">
                      <a16:creationId xmlns:a16="http://schemas.microsoft.com/office/drawing/2014/main" id="{48619DC8-7357-3A8B-0042-45375995E906}"/>
                    </a:ext>
                  </a:extLst>
                </p14:cNvPr>
                <p14:cNvContentPartPr/>
                <p14:nvPr/>
              </p14:nvContentPartPr>
              <p14:xfrm>
                <a:off x="7804500" y="5570220"/>
                <a:ext cx="38160" cy="28800"/>
              </p14:xfrm>
            </p:contentPart>
          </mc:Choice>
          <mc:Fallback>
            <p:pic>
              <p:nvPicPr>
                <p:cNvPr id="234" name="Ink 233">
                  <a:extLst>
                    <a:ext uri="{FF2B5EF4-FFF2-40B4-BE49-F238E27FC236}">
                      <a16:creationId xmlns:a16="http://schemas.microsoft.com/office/drawing/2014/main" id="{48619DC8-7357-3A8B-0042-45375995E906}"/>
                    </a:ext>
                  </a:extLst>
                </p:cNvPr>
                <p:cNvPicPr/>
                <p:nvPr/>
              </p:nvPicPr>
              <p:blipFill>
                <a:blip r:embed="rId382"/>
                <a:stretch>
                  <a:fillRect/>
                </a:stretch>
              </p:blipFill>
              <p:spPr>
                <a:xfrm>
                  <a:off x="7795860" y="5561220"/>
                  <a:ext cx="5580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235" name="Ink 234">
                  <a:extLst>
                    <a:ext uri="{FF2B5EF4-FFF2-40B4-BE49-F238E27FC236}">
                      <a16:creationId xmlns:a16="http://schemas.microsoft.com/office/drawing/2014/main" id="{18732936-0E9A-2F84-A1DA-8E3319D03F42}"/>
                    </a:ext>
                  </a:extLst>
                </p14:cNvPr>
                <p14:cNvContentPartPr/>
                <p14:nvPr/>
              </p14:nvContentPartPr>
              <p14:xfrm>
                <a:off x="7835820" y="5678580"/>
                <a:ext cx="336600" cy="155520"/>
              </p14:xfrm>
            </p:contentPart>
          </mc:Choice>
          <mc:Fallback>
            <p:pic>
              <p:nvPicPr>
                <p:cNvPr id="235" name="Ink 234">
                  <a:extLst>
                    <a:ext uri="{FF2B5EF4-FFF2-40B4-BE49-F238E27FC236}">
                      <a16:creationId xmlns:a16="http://schemas.microsoft.com/office/drawing/2014/main" id="{18732936-0E9A-2F84-A1DA-8E3319D03F42}"/>
                    </a:ext>
                  </a:extLst>
                </p:cNvPr>
                <p:cNvPicPr/>
                <p:nvPr/>
              </p:nvPicPr>
              <p:blipFill>
                <a:blip r:embed="rId384"/>
                <a:stretch>
                  <a:fillRect/>
                </a:stretch>
              </p:blipFill>
              <p:spPr>
                <a:xfrm>
                  <a:off x="7826820" y="5669580"/>
                  <a:ext cx="35424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236" name="Ink 235">
                  <a:extLst>
                    <a:ext uri="{FF2B5EF4-FFF2-40B4-BE49-F238E27FC236}">
                      <a16:creationId xmlns:a16="http://schemas.microsoft.com/office/drawing/2014/main" id="{D89ECD8B-F67F-8F2B-A3B0-53099FA45F4E}"/>
                    </a:ext>
                  </a:extLst>
                </p14:cNvPr>
                <p14:cNvContentPartPr/>
                <p14:nvPr/>
              </p14:nvContentPartPr>
              <p14:xfrm>
                <a:off x="8221020" y="5639340"/>
                <a:ext cx="109440" cy="204480"/>
              </p14:xfrm>
            </p:contentPart>
          </mc:Choice>
          <mc:Fallback>
            <p:pic>
              <p:nvPicPr>
                <p:cNvPr id="236" name="Ink 235">
                  <a:extLst>
                    <a:ext uri="{FF2B5EF4-FFF2-40B4-BE49-F238E27FC236}">
                      <a16:creationId xmlns:a16="http://schemas.microsoft.com/office/drawing/2014/main" id="{D89ECD8B-F67F-8F2B-A3B0-53099FA45F4E}"/>
                    </a:ext>
                  </a:extLst>
                </p:cNvPr>
                <p:cNvPicPr/>
                <p:nvPr/>
              </p:nvPicPr>
              <p:blipFill>
                <a:blip r:embed="rId386"/>
                <a:stretch>
                  <a:fillRect/>
                </a:stretch>
              </p:blipFill>
              <p:spPr>
                <a:xfrm>
                  <a:off x="8212020" y="5630340"/>
                  <a:ext cx="1270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237" name="Ink 236">
                  <a:extLst>
                    <a:ext uri="{FF2B5EF4-FFF2-40B4-BE49-F238E27FC236}">
                      <a16:creationId xmlns:a16="http://schemas.microsoft.com/office/drawing/2014/main" id="{837E419E-3C1D-50CE-DD39-A971062A25E5}"/>
                    </a:ext>
                  </a:extLst>
                </p14:cNvPr>
                <p14:cNvContentPartPr/>
                <p14:nvPr/>
              </p14:nvContentPartPr>
              <p14:xfrm>
                <a:off x="8388060" y="5591820"/>
                <a:ext cx="17280" cy="234720"/>
              </p14:xfrm>
            </p:contentPart>
          </mc:Choice>
          <mc:Fallback>
            <p:pic>
              <p:nvPicPr>
                <p:cNvPr id="237" name="Ink 236">
                  <a:extLst>
                    <a:ext uri="{FF2B5EF4-FFF2-40B4-BE49-F238E27FC236}">
                      <a16:creationId xmlns:a16="http://schemas.microsoft.com/office/drawing/2014/main" id="{837E419E-3C1D-50CE-DD39-A971062A25E5}"/>
                    </a:ext>
                  </a:extLst>
                </p:cNvPr>
                <p:cNvPicPr/>
                <p:nvPr/>
              </p:nvPicPr>
              <p:blipFill>
                <a:blip r:embed="rId388"/>
                <a:stretch>
                  <a:fillRect/>
                </a:stretch>
              </p:blipFill>
              <p:spPr>
                <a:xfrm>
                  <a:off x="8379060" y="5583180"/>
                  <a:ext cx="3492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238" name="Ink 237">
                  <a:extLst>
                    <a:ext uri="{FF2B5EF4-FFF2-40B4-BE49-F238E27FC236}">
                      <a16:creationId xmlns:a16="http://schemas.microsoft.com/office/drawing/2014/main" id="{7F4DD8B1-8011-96EB-62B1-C481DC696CA1}"/>
                    </a:ext>
                  </a:extLst>
                </p14:cNvPr>
                <p14:cNvContentPartPr/>
                <p14:nvPr/>
              </p14:nvContentPartPr>
              <p14:xfrm>
                <a:off x="8388060" y="5685060"/>
                <a:ext cx="261360" cy="134280"/>
              </p14:xfrm>
            </p:contentPart>
          </mc:Choice>
          <mc:Fallback>
            <p:pic>
              <p:nvPicPr>
                <p:cNvPr id="238" name="Ink 237">
                  <a:extLst>
                    <a:ext uri="{FF2B5EF4-FFF2-40B4-BE49-F238E27FC236}">
                      <a16:creationId xmlns:a16="http://schemas.microsoft.com/office/drawing/2014/main" id="{7F4DD8B1-8011-96EB-62B1-C481DC696CA1}"/>
                    </a:ext>
                  </a:extLst>
                </p:cNvPr>
                <p:cNvPicPr/>
                <p:nvPr/>
              </p:nvPicPr>
              <p:blipFill>
                <a:blip r:embed="rId390"/>
                <a:stretch>
                  <a:fillRect/>
                </a:stretch>
              </p:blipFill>
              <p:spPr>
                <a:xfrm>
                  <a:off x="8379420" y="5676060"/>
                  <a:ext cx="27900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239" name="Ink 238">
                  <a:extLst>
                    <a:ext uri="{FF2B5EF4-FFF2-40B4-BE49-F238E27FC236}">
                      <a16:creationId xmlns:a16="http://schemas.microsoft.com/office/drawing/2014/main" id="{4A5F20D4-7E42-1951-7C83-1B37A437C4D7}"/>
                    </a:ext>
                  </a:extLst>
                </p14:cNvPr>
                <p14:cNvContentPartPr/>
                <p14:nvPr/>
              </p14:nvContentPartPr>
              <p14:xfrm>
                <a:off x="8718540" y="5645820"/>
                <a:ext cx="267840" cy="179280"/>
              </p14:xfrm>
            </p:contentPart>
          </mc:Choice>
          <mc:Fallback>
            <p:pic>
              <p:nvPicPr>
                <p:cNvPr id="239" name="Ink 238">
                  <a:extLst>
                    <a:ext uri="{FF2B5EF4-FFF2-40B4-BE49-F238E27FC236}">
                      <a16:creationId xmlns:a16="http://schemas.microsoft.com/office/drawing/2014/main" id="{4A5F20D4-7E42-1951-7C83-1B37A437C4D7}"/>
                    </a:ext>
                  </a:extLst>
                </p:cNvPr>
                <p:cNvPicPr/>
                <p:nvPr/>
              </p:nvPicPr>
              <p:blipFill>
                <a:blip r:embed="rId392"/>
                <a:stretch>
                  <a:fillRect/>
                </a:stretch>
              </p:blipFill>
              <p:spPr>
                <a:xfrm>
                  <a:off x="8709540" y="5637180"/>
                  <a:ext cx="28548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240" name="Ink 239">
                  <a:extLst>
                    <a:ext uri="{FF2B5EF4-FFF2-40B4-BE49-F238E27FC236}">
                      <a16:creationId xmlns:a16="http://schemas.microsoft.com/office/drawing/2014/main" id="{42C2E98E-9533-6F9F-472C-2A54572DB9BD}"/>
                    </a:ext>
                  </a:extLst>
                </p14:cNvPr>
                <p14:cNvContentPartPr/>
                <p14:nvPr/>
              </p14:nvContentPartPr>
              <p14:xfrm>
                <a:off x="8850300" y="5756340"/>
                <a:ext cx="25560" cy="282600"/>
              </p14:xfrm>
            </p:contentPart>
          </mc:Choice>
          <mc:Fallback>
            <p:pic>
              <p:nvPicPr>
                <p:cNvPr id="240" name="Ink 239">
                  <a:extLst>
                    <a:ext uri="{FF2B5EF4-FFF2-40B4-BE49-F238E27FC236}">
                      <a16:creationId xmlns:a16="http://schemas.microsoft.com/office/drawing/2014/main" id="{42C2E98E-9533-6F9F-472C-2A54572DB9BD}"/>
                    </a:ext>
                  </a:extLst>
                </p:cNvPr>
                <p:cNvPicPr/>
                <p:nvPr/>
              </p:nvPicPr>
              <p:blipFill>
                <a:blip r:embed="rId394"/>
                <a:stretch>
                  <a:fillRect/>
                </a:stretch>
              </p:blipFill>
              <p:spPr>
                <a:xfrm>
                  <a:off x="8841660" y="5747700"/>
                  <a:ext cx="43200" cy="300240"/>
                </a:xfrm>
                <a:prstGeom prst="rect">
                  <a:avLst/>
                </a:prstGeom>
              </p:spPr>
            </p:pic>
          </mc:Fallback>
        </mc:AlternateContent>
      </p:grpSp>
    </p:spTree>
    <p:extLst>
      <p:ext uri="{BB962C8B-B14F-4D97-AF65-F5344CB8AC3E}">
        <p14:creationId xmlns:p14="http://schemas.microsoft.com/office/powerpoint/2010/main" val="2424502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A25A-55BF-131F-FABC-A84CFD0BB0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3" name="Title 2">
            <a:extLst>
              <a:ext uri="{FF2B5EF4-FFF2-40B4-BE49-F238E27FC236}">
                <a16:creationId xmlns:a16="http://schemas.microsoft.com/office/drawing/2014/main" id="{0F2D60A2-7408-4A96-30BF-9B5003AB3330}"/>
              </a:ext>
            </a:extLst>
          </p:cNvPr>
          <p:cNvSpPr>
            <a:spLocks noGrp="1"/>
          </p:cNvSpPr>
          <p:nvPr>
            <p:ph type="title"/>
          </p:nvPr>
        </p:nvSpPr>
        <p:spPr/>
        <p:txBody>
          <a:bodyPr/>
          <a:lstStyle/>
          <a:p>
            <a:endParaRPr lang="en-IN"/>
          </a:p>
        </p:txBody>
      </p:sp>
      <mc:AlternateContent xmlns:mc="http://schemas.openxmlformats.org/markup-compatibility/2006">
        <mc:Choice xmlns:p14="http://schemas.microsoft.com/office/powerpoint/2010/main" Requires="p14">
          <p:contentPart p14:bwMode="auto" r:id="rId2">
            <p14:nvContentPartPr>
              <p14:cNvPr id="81" name="Ink 80">
                <a:extLst>
                  <a:ext uri="{FF2B5EF4-FFF2-40B4-BE49-F238E27FC236}">
                    <a16:creationId xmlns:a16="http://schemas.microsoft.com/office/drawing/2014/main" id="{48D5B08E-E550-7C02-3CCA-B05F22590F52}"/>
                  </a:ext>
                </a:extLst>
              </p14:cNvPr>
              <p14:cNvContentPartPr/>
              <p14:nvPr/>
            </p14:nvContentPartPr>
            <p14:xfrm>
              <a:off x="5402940" y="3360240"/>
              <a:ext cx="3971520" cy="1923480"/>
            </p14:xfrm>
          </p:contentPart>
        </mc:Choice>
        <mc:Fallback>
          <p:pic>
            <p:nvPicPr>
              <p:cNvPr id="81" name="Ink 80">
                <a:extLst>
                  <a:ext uri="{FF2B5EF4-FFF2-40B4-BE49-F238E27FC236}">
                    <a16:creationId xmlns:a16="http://schemas.microsoft.com/office/drawing/2014/main" id="{48D5B08E-E550-7C02-3CCA-B05F22590F52}"/>
                  </a:ext>
                </a:extLst>
              </p:cNvPr>
              <p:cNvPicPr/>
              <p:nvPr/>
            </p:nvPicPr>
            <p:blipFill>
              <a:blip r:embed="rId3"/>
              <a:stretch>
                <a:fillRect/>
              </a:stretch>
            </p:blipFill>
            <p:spPr>
              <a:xfrm>
                <a:off x="5393940" y="3351600"/>
                <a:ext cx="3989160" cy="1941120"/>
              </a:xfrm>
              <a:prstGeom prst="rect">
                <a:avLst/>
              </a:prstGeom>
            </p:spPr>
          </p:pic>
        </mc:Fallback>
      </mc:AlternateContent>
      <p:grpSp>
        <p:nvGrpSpPr>
          <p:cNvPr id="85" name="Group 84">
            <a:extLst>
              <a:ext uri="{FF2B5EF4-FFF2-40B4-BE49-F238E27FC236}">
                <a16:creationId xmlns:a16="http://schemas.microsoft.com/office/drawing/2014/main" id="{018A07F9-4DEE-8A50-D795-790756F98701}"/>
              </a:ext>
            </a:extLst>
          </p:cNvPr>
          <p:cNvGrpSpPr/>
          <p:nvPr/>
        </p:nvGrpSpPr>
        <p:grpSpPr>
          <a:xfrm>
            <a:off x="1703940" y="907920"/>
            <a:ext cx="10311840" cy="5450760"/>
            <a:chOff x="1703940" y="907920"/>
            <a:chExt cx="10311840" cy="545076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F93E99C-D408-C408-5B97-193C96863B3A}"/>
                    </a:ext>
                  </a:extLst>
                </p14:cNvPr>
                <p14:cNvContentPartPr/>
                <p14:nvPr/>
              </p14:nvContentPartPr>
              <p14:xfrm>
                <a:off x="8395620" y="3547080"/>
                <a:ext cx="3369600" cy="2103840"/>
              </p14:xfrm>
            </p:contentPart>
          </mc:Choice>
          <mc:Fallback>
            <p:pic>
              <p:nvPicPr>
                <p:cNvPr id="4" name="Ink 3">
                  <a:extLst>
                    <a:ext uri="{FF2B5EF4-FFF2-40B4-BE49-F238E27FC236}">
                      <a16:creationId xmlns:a16="http://schemas.microsoft.com/office/drawing/2014/main" id="{4F93E99C-D408-C408-5B97-193C96863B3A}"/>
                    </a:ext>
                  </a:extLst>
                </p:cNvPr>
                <p:cNvPicPr/>
                <p:nvPr/>
              </p:nvPicPr>
              <p:blipFill>
                <a:blip r:embed="rId5"/>
                <a:stretch>
                  <a:fillRect/>
                </a:stretch>
              </p:blipFill>
              <p:spPr>
                <a:xfrm>
                  <a:off x="8386980" y="3538440"/>
                  <a:ext cx="3387240" cy="2121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64E02A54-09C7-FCCF-0DFA-190038191C7E}"/>
                    </a:ext>
                  </a:extLst>
                </p14:cNvPr>
                <p14:cNvContentPartPr/>
                <p14:nvPr/>
              </p14:nvContentPartPr>
              <p14:xfrm>
                <a:off x="8975580" y="3027960"/>
                <a:ext cx="202680" cy="330840"/>
              </p14:xfrm>
            </p:contentPart>
          </mc:Choice>
          <mc:Fallback>
            <p:pic>
              <p:nvPicPr>
                <p:cNvPr id="5" name="Ink 4">
                  <a:extLst>
                    <a:ext uri="{FF2B5EF4-FFF2-40B4-BE49-F238E27FC236}">
                      <a16:creationId xmlns:a16="http://schemas.microsoft.com/office/drawing/2014/main" id="{64E02A54-09C7-FCCF-0DFA-190038191C7E}"/>
                    </a:ext>
                  </a:extLst>
                </p:cNvPr>
                <p:cNvPicPr/>
                <p:nvPr/>
              </p:nvPicPr>
              <p:blipFill>
                <a:blip r:embed="rId7"/>
                <a:stretch>
                  <a:fillRect/>
                </a:stretch>
              </p:blipFill>
              <p:spPr>
                <a:xfrm>
                  <a:off x="8966940" y="3019320"/>
                  <a:ext cx="220320" cy="348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320C1F54-86E3-743A-783E-AB7ACBBB4ABC}"/>
                    </a:ext>
                  </a:extLst>
                </p14:cNvPr>
                <p14:cNvContentPartPr/>
                <p14:nvPr/>
              </p14:nvContentPartPr>
              <p14:xfrm>
                <a:off x="9270420" y="3115440"/>
                <a:ext cx="183960" cy="231120"/>
              </p14:xfrm>
            </p:contentPart>
          </mc:Choice>
          <mc:Fallback>
            <p:pic>
              <p:nvPicPr>
                <p:cNvPr id="6" name="Ink 5">
                  <a:extLst>
                    <a:ext uri="{FF2B5EF4-FFF2-40B4-BE49-F238E27FC236}">
                      <a16:creationId xmlns:a16="http://schemas.microsoft.com/office/drawing/2014/main" id="{320C1F54-86E3-743A-783E-AB7ACBBB4ABC}"/>
                    </a:ext>
                  </a:extLst>
                </p:cNvPr>
                <p:cNvPicPr/>
                <p:nvPr/>
              </p:nvPicPr>
              <p:blipFill>
                <a:blip r:embed="rId9"/>
                <a:stretch>
                  <a:fillRect/>
                </a:stretch>
              </p:blipFill>
              <p:spPr>
                <a:xfrm>
                  <a:off x="9261780" y="3106440"/>
                  <a:ext cx="20160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ABEF4B7E-F205-0401-767D-7460F8E76720}"/>
                    </a:ext>
                  </a:extLst>
                </p14:cNvPr>
                <p14:cNvContentPartPr/>
                <p14:nvPr/>
              </p14:nvContentPartPr>
              <p14:xfrm>
                <a:off x="9620340" y="3238560"/>
                <a:ext cx="105840" cy="12960"/>
              </p14:xfrm>
            </p:contentPart>
          </mc:Choice>
          <mc:Fallback>
            <p:pic>
              <p:nvPicPr>
                <p:cNvPr id="7" name="Ink 6">
                  <a:extLst>
                    <a:ext uri="{FF2B5EF4-FFF2-40B4-BE49-F238E27FC236}">
                      <a16:creationId xmlns:a16="http://schemas.microsoft.com/office/drawing/2014/main" id="{ABEF4B7E-F205-0401-767D-7460F8E76720}"/>
                    </a:ext>
                  </a:extLst>
                </p:cNvPr>
                <p:cNvPicPr/>
                <p:nvPr/>
              </p:nvPicPr>
              <p:blipFill>
                <a:blip r:embed="rId11"/>
                <a:stretch>
                  <a:fillRect/>
                </a:stretch>
              </p:blipFill>
              <p:spPr>
                <a:xfrm>
                  <a:off x="9611340" y="3229560"/>
                  <a:ext cx="12348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EEA0F62A-3EB3-8842-C30D-55602CDBFB20}"/>
                    </a:ext>
                  </a:extLst>
                </p14:cNvPr>
                <p14:cNvContentPartPr/>
                <p14:nvPr/>
              </p14:nvContentPartPr>
              <p14:xfrm>
                <a:off x="9811140" y="3054240"/>
                <a:ext cx="173520" cy="331920"/>
              </p14:xfrm>
            </p:contentPart>
          </mc:Choice>
          <mc:Fallback>
            <p:pic>
              <p:nvPicPr>
                <p:cNvPr id="8" name="Ink 7">
                  <a:extLst>
                    <a:ext uri="{FF2B5EF4-FFF2-40B4-BE49-F238E27FC236}">
                      <a16:creationId xmlns:a16="http://schemas.microsoft.com/office/drawing/2014/main" id="{EEA0F62A-3EB3-8842-C30D-55602CDBFB20}"/>
                    </a:ext>
                  </a:extLst>
                </p:cNvPr>
                <p:cNvPicPr/>
                <p:nvPr/>
              </p:nvPicPr>
              <p:blipFill>
                <a:blip r:embed="rId13"/>
                <a:stretch>
                  <a:fillRect/>
                </a:stretch>
              </p:blipFill>
              <p:spPr>
                <a:xfrm>
                  <a:off x="9802500" y="3045600"/>
                  <a:ext cx="191160" cy="349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A5649B23-170F-14AE-6C52-EB50D6525E01}"/>
                    </a:ext>
                  </a:extLst>
                </p14:cNvPr>
                <p14:cNvContentPartPr/>
                <p14:nvPr/>
              </p14:nvContentPartPr>
              <p14:xfrm>
                <a:off x="9995460" y="3045240"/>
                <a:ext cx="129240" cy="295560"/>
              </p14:xfrm>
            </p:contentPart>
          </mc:Choice>
          <mc:Fallback>
            <p:pic>
              <p:nvPicPr>
                <p:cNvPr id="9" name="Ink 8">
                  <a:extLst>
                    <a:ext uri="{FF2B5EF4-FFF2-40B4-BE49-F238E27FC236}">
                      <a16:creationId xmlns:a16="http://schemas.microsoft.com/office/drawing/2014/main" id="{A5649B23-170F-14AE-6C52-EB50D6525E01}"/>
                    </a:ext>
                  </a:extLst>
                </p:cNvPr>
                <p:cNvPicPr/>
                <p:nvPr/>
              </p:nvPicPr>
              <p:blipFill>
                <a:blip r:embed="rId15"/>
                <a:stretch>
                  <a:fillRect/>
                </a:stretch>
              </p:blipFill>
              <p:spPr>
                <a:xfrm>
                  <a:off x="9986460" y="3036240"/>
                  <a:ext cx="14688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6181012B-B464-C9E9-815A-AB8A34E65362}"/>
                    </a:ext>
                  </a:extLst>
                </p14:cNvPr>
                <p14:cNvContentPartPr/>
                <p14:nvPr/>
              </p14:nvContentPartPr>
              <p14:xfrm>
                <a:off x="10166460" y="3178080"/>
                <a:ext cx="169920" cy="171360"/>
              </p14:xfrm>
            </p:contentPart>
          </mc:Choice>
          <mc:Fallback>
            <p:pic>
              <p:nvPicPr>
                <p:cNvPr id="11" name="Ink 10">
                  <a:extLst>
                    <a:ext uri="{FF2B5EF4-FFF2-40B4-BE49-F238E27FC236}">
                      <a16:creationId xmlns:a16="http://schemas.microsoft.com/office/drawing/2014/main" id="{6181012B-B464-C9E9-815A-AB8A34E65362}"/>
                    </a:ext>
                  </a:extLst>
                </p:cNvPr>
                <p:cNvPicPr/>
                <p:nvPr/>
              </p:nvPicPr>
              <p:blipFill>
                <a:blip r:embed="rId17"/>
                <a:stretch>
                  <a:fillRect/>
                </a:stretch>
              </p:blipFill>
              <p:spPr>
                <a:xfrm>
                  <a:off x="10157460" y="3169440"/>
                  <a:ext cx="1875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8A9D0E80-2D7D-E85A-6653-AE596416A609}"/>
                    </a:ext>
                  </a:extLst>
                </p14:cNvPr>
                <p14:cNvContentPartPr/>
                <p14:nvPr/>
              </p14:nvContentPartPr>
              <p14:xfrm>
                <a:off x="10409460" y="3178080"/>
                <a:ext cx="94680" cy="150120"/>
              </p14:xfrm>
            </p:contentPart>
          </mc:Choice>
          <mc:Fallback>
            <p:pic>
              <p:nvPicPr>
                <p:cNvPr id="12" name="Ink 11">
                  <a:extLst>
                    <a:ext uri="{FF2B5EF4-FFF2-40B4-BE49-F238E27FC236}">
                      <a16:creationId xmlns:a16="http://schemas.microsoft.com/office/drawing/2014/main" id="{8A9D0E80-2D7D-E85A-6653-AE596416A609}"/>
                    </a:ext>
                  </a:extLst>
                </p:cNvPr>
                <p:cNvPicPr/>
                <p:nvPr/>
              </p:nvPicPr>
              <p:blipFill>
                <a:blip r:embed="rId19"/>
                <a:stretch>
                  <a:fillRect/>
                </a:stretch>
              </p:blipFill>
              <p:spPr>
                <a:xfrm>
                  <a:off x="10400460" y="3169080"/>
                  <a:ext cx="11232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9D3E9BCE-B898-D7BD-A587-78A3A2B88A99}"/>
                    </a:ext>
                  </a:extLst>
                </p14:cNvPr>
                <p14:cNvContentPartPr/>
                <p14:nvPr/>
              </p14:nvContentPartPr>
              <p14:xfrm>
                <a:off x="10525380" y="2984400"/>
                <a:ext cx="193680" cy="557280"/>
              </p14:xfrm>
            </p:contentPart>
          </mc:Choice>
          <mc:Fallback>
            <p:pic>
              <p:nvPicPr>
                <p:cNvPr id="13" name="Ink 12">
                  <a:extLst>
                    <a:ext uri="{FF2B5EF4-FFF2-40B4-BE49-F238E27FC236}">
                      <a16:creationId xmlns:a16="http://schemas.microsoft.com/office/drawing/2014/main" id="{9D3E9BCE-B898-D7BD-A587-78A3A2B88A99}"/>
                    </a:ext>
                  </a:extLst>
                </p:cNvPr>
                <p:cNvPicPr/>
                <p:nvPr/>
              </p:nvPicPr>
              <p:blipFill>
                <a:blip r:embed="rId21"/>
                <a:stretch>
                  <a:fillRect/>
                </a:stretch>
              </p:blipFill>
              <p:spPr>
                <a:xfrm>
                  <a:off x="10516380" y="2975760"/>
                  <a:ext cx="211320" cy="574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D4251403-0E3E-CE6B-40CD-316337E7A506}"/>
                    </a:ext>
                  </a:extLst>
                </p14:cNvPr>
                <p14:cNvContentPartPr/>
                <p14:nvPr/>
              </p14:nvContentPartPr>
              <p14:xfrm>
                <a:off x="10828860" y="3177720"/>
                <a:ext cx="68040" cy="210960"/>
              </p14:xfrm>
            </p:contentPart>
          </mc:Choice>
          <mc:Fallback>
            <p:pic>
              <p:nvPicPr>
                <p:cNvPr id="14" name="Ink 13">
                  <a:extLst>
                    <a:ext uri="{FF2B5EF4-FFF2-40B4-BE49-F238E27FC236}">
                      <a16:creationId xmlns:a16="http://schemas.microsoft.com/office/drawing/2014/main" id="{D4251403-0E3E-CE6B-40CD-316337E7A506}"/>
                    </a:ext>
                  </a:extLst>
                </p:cNvPr>
                <p:cNvPicPr/>
                <p:nvPr/>
              </p:nvPicPr>
              <p:blipFill>
                <a:blip r:embed="rId23"/>
                <a:stretch>
                  <a:fillRect/>
                </a:stretch>
              </p:blipFill>
              <p:spPr>
                <a:xfrm>
                  <a:off x="10820220" y="3169080"/>
                  <a:ext cx="856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0553A794-51C8-6E4A-1EE5-D6D9CEF95A1B}"/>
                    </a:ext>
                  </a:extLst>
                </p14:cNvPr>
                <p14:cNvContentPartPr/>
                <p14:nvPr/>
              </p14:nvContentPartPr>
              <p14:xfrm>
                <a:off x="10786380" y="3237120"/>
                <a:ext cx="273600" cy="169200"/>
              </p14:xfrm>
            </p:contentPart>
          </mc:Choice>
          <mc:Fallback>
            <p:pic>
              <p:nvPicPr>
                <p:cNvPr id="15" name="Ink 14">
                  <a:extLst>
                    <a:ext uri="{FF2B5EF4-FFF2-40B4-BE49-F238E27FC236}">
                      <a16:creationId xmlns:a16="http://schemas.microsoft.com/office/drawing/2014/main" id="{0553A794-51C8-6E4A-1EE5-D6D9CEF95A1B}"/>
                    </a:ext>
                  </a:extLst>
                </p:cNvPr>
                <p:cNvPicPr/>
                <p:nvPr/>
              </p:nvPicPr>
              <p:blipFill>
                <a:blip r:embed="rId25"/>
                <a:stretch>
                  <a:fillRect/>
                </a:stretch>
              </p:blipFill>
              <p:spPr>
                <a:xfrm>
                  <a:off x="10777380" y="3228120"/>
                  <a:ext cx="29124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4A89BDBD-E482-3427-BC24-6A0B0B48D088}"/>
                    </a:ext>
                  </a:extLst>
                </p14:cNvPr>
                <p14:cNvContentPartPr/>
                <p14:nvPr/>
              </p14:nvContentPartPr>
              <p14:xfrm>
                <a:off x="11068980" y="3253320"/>
                <a:ext cx="138240" cy="134280"/>
              </p14:xfrm>
            </p:contentPart>
          </mc:Choice>
          <mc:Fallback>
            <p:pic>
              <p:nvPicPr>
                <p:cNvPr id="16" name="Ink 15">
                  <a:extLst>
                    <a:ext uri="{FF2B5EF4-FFF2-40B4-BE49-F238E27FC236}">
                      <a16:creationId xmlns:a16="http://schemas.microsoft.com/office/drawing/2014/main" id="{4A89BDBD-E482-3427-BC24-6A0B0B48D088}"/>
                    </a:ext>
                  </a:extLst>
                </p:cNvPr>
                <p:cNvPicPr/>
                <p:nvPr/>
              </p:nvPicPr>
              <p:blipFill>
                <a:blip r:embed="rId27"/>
                <a:stretch>
                  <a:fillRect/>
                </a:stretch>
              </p:blipFill>
              <p:spPr>
                <a:xfrm>
                  <a:off x="11059980" y="3244320"/>
                  <a:ext cx="1558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5299F9DD-3937-1E28-F869-D61325DC020C}"/>
                    </a:ext>
                  </a:extLst>
                </p14:cNvPr>
                <p14:cNvContentPartPr/>
                <p14:nvPr/>
              </p14:nvContentPartPr>
              <p14:xfrm>
                <a:off x="11245380" y="3221640"/>
                <a:ext cx="120240" cy="171360"/>
              </p14:xfrm>
            </p:contentPart>
          </mc:Choice>
          <mc:Fallback>
            <p:pic>
              <p:nvPicPr>
                <p:cNvPr id="17" name="Ink 16">
                  <a:extLst>
                    <a:ext uri="{FF2B5EF4-FFF2-40B4-BE49-F238E27FC236}">
                      <a16:creationId xmlns:a16="http://schemas.microsoft.com/office/drawing/2014/main" id="{5299F9DD-3937-1E28-F869-D61325DC020C}"/>
                    </a:ext>
                  </a:extLst>
                </p:cNvPr>
                <p:cNvPicPr/>
                <p:nvPr/>
              </p:nvPicPr>
              <p:blipFill>
                <a:blip r:embed="rId29"/>
                <a:stretch>
                  <a:fillRect/>
                </a:stretch>
              </p:blipFill>
              <p:spPr>
                <a:xfrm>
                  <a:off x="11236380" y="3212640"/>
                  <a:ext cx="13788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2E16D1BB-C3F6-B63C-92B3-7B2ADEBFCB24}"/>
                    </a:ext>
                  </a:extLst>
                </p14:cNvPr>
                <p14:cNvContentPartPr/>
                <p14:nvPr/>
              </p14:nvContentPartPr>
              <p14:xfrm>
                <a:off x="11366340" y="3039840"/>
                <a:ext cx="219240" cy="374760"/>
              </p14:xfrm>
            </p:contentPart>
          </mc:Choice>
          <mc:Fallback>
            <p:pic>
              <p:nvPicPr>
                <p:cNvPr id="18" name="Ink 17">
                  <a:extLst>
                    <a:ext uri="{FF2B5EF4-FFF2-40B4-BE49-F238E27FC236}">
                      <a16:creationId xmlns:a16="http://schemas.microsoft.com/office/drawing/2014/main" id="{2E16D1BB-C3F6-B63C-92B3-7B2ADEBFCB24}"/>
                    </a:ext>
                  </a:extLst>
                </p:cNvPr>
                <p:cNvPicPr/>
                <p:nvPr/>
              </p:nvPicPr>
              <p:blipFill>
                <a:blip r:embed="rId31"/>
                <a:stretch>
                  <a:fillRect/>
                </a:stretch>
              </p:blipFill>
              <p:spPr>
                <a:xfrm>
                  <a:off x="11357340" y="3030840"/>
                  <a:ext cx="236880" cy="392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222FBC0C-ECC8-6C0D-1722-F909C432B8C9}"/>
                    </a:ext>
                  </a:extLst>
                </p14:cNvPr>
                <p14:cNvContentPartPr/>
                <p14:nvPr/>
              </p14:nvContentPartPr>
              <p14:xfrm>
                <a:off x="11685660" y="3390840"/>
                <a:ext cx="59040" cy="12600"/>
              </p14:xfrm>
            </p:contentPart>
          </mc:Choice>
          <mc:Fallback>
            <p:pic>
              <p:nvPicPr>
                <p:cNvPr id="19" name="Ink 18">
                  <a:extLst>
                    <a:ext uri="{FF2B5EF4-FFF2-40B4-BE49-F238E27FC236}">
                      <a16:creationId xmlns:a16="http://schemas.microsoft.com/office/drawing/2014/main" id="{222FBC0C-ECC8-6C0D-1722-F909C432B8C9}"/>
                    </a:ext>
                  </a:extLst>
                </p:cNvPr>
                <p:cNvPicPr/>
                <p:nvPr/>
              </p:nvPicPr>
              <p:blipFill>
                <a:blip r:embed="rId33"/>
                <a:stretch>
                  <a:fillRect/>
                </a:stretch>
              </p:blipFill>
              <p:spPr>
                <a:xfrm>
                  <a:off x="11676660" y="3381840"/>
                  <a:ext cx="766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6B9199F6-BF88-198E-CF25-346A8295DE51}"/>
                    </a:ext>
                  </a:extLst>
                </p14:cNvPr>
                <p14:cNvContentPartPr/>
                <p14:nvPr/>
              </p14:nvContentPartPr>
              <p14:xfrm>
                <a:off x="11797980" y="3229200"/>
                <a:ext cx="217800" cy="155880"/>
              </p14:xfrm>
            </p:contentPart>
          </mc:Choice>
          <mc:Fallback>
            <p:pic>
              <p:nvPicPr>
                <p:cNvPr id="21" name="Ink 20">
                  <a:extLst>
                    <a:ext uri="{FF2B5EF4-FFF2-40B4-BE49-F238E27FC236}">
                      <a16:creationId xmlns:a16="http://schemas.microsoft.com/office/drawing/2014/main" id="{6B9199F6-BF88-198E-CF25-346A8295DE51}"/>
                    </a:ext>
                  </a:extLst>
                </p:cNvPr>
                <p:cNvPicPr/>
                <p:nvPr/>
              </p:nvPicPr>
              <p:blipFill>
                <a:blip r:embed="rId35"/>
                <a:stretch>
                  <a:fillRect/>
                </a:stretch>
              </p:blipFill>
              <p:spPr>
                <a:xfrm>
                  <a:off x="11788980" y="3220200"/>
                  <a:ext cx="23544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997BFB92-2F7C-B539-1087-B68FE8DDDDB8}"/>
                    </a:ext>
                  </a:extLst>
                </p14:cNvPr>
                <p14:cNvContentPartPr/>
                <p14:nvPr/>
              </p14:nvContentPartPr>
              <p14:xfrm>
                <a:off x="9036060" y="3903120"/>
                <a:ext cx="48960" cy="315000"/>
              </p14:xfrm>
            </p:contentPart>
          </mc:Choice>
          <mc:Fallback>
            <p:pic>
              <p:nvPicPr>
                <p:cNvPr id="22" name="Ink 21">
                  <a:extLst>
                    <a:ext uri="{FF2B5EF4-FFF2-40B4-BE49-F238E27FC236}">
                      <a16:creationId xmlns:a16="http://schemas.microsoft.com/office/drawing/2014/main" id="{997BFB92-2F7C-B539-1087-B68FE8DDDDB8}"/>
                    </a:ext>
                  </a:extLst>
                </p:cNvPr>
                <p:cNvPicPr/>
                <p:nvPr/>
              </p:nvPicPr>
              <p:blipFill>
                <a:blip r:embed="rId37"/>
                <a:stretch>
                  <a:fillRect/>
                </a:stretch>
              </p:blipFill>
              <p:spPr>
                <a:xfrm>
                  <a:off x="9027060" y="3894480"/>
                  <a:ext cx="66600" cy="3326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B6D541B1-5457-F825-7E0F-E83AE5B86208}"/>
                    </a:ext>
                  </a:extLst>
                </p14:cNvPr>
                <p14:cNvContentPartPr/>
                <p14:nvPr/>
              </p14:nvContentPartPr>
              <p14:xfrm>
                <a:off x="8943540" y="4059720"/>
                <a:ext cx="310680" cy="143640"/>
              </p14:xfrm>
            </p:contentPart>
          </mc:Choice>
          <mc:Fallback>
            <p:pic>
              <p:nvPicPr>
                <p:cNvPr id="23" name="Ink 22">
                  <a:extLst>
                    <a:ext uri="{FF2B5EF4-FFF2-40B4-BE49-F238E27FC236}">
                      <a16:creationId xmlns:a16="http://schemas.microsoft.com/office/drawing/2014/main" id="{B6D541B1-5457-F825-7E0F-E83AE5B86208}"/>
                    </a:ext>
                  </a:extLst>
                </p:cNvPr>
                <p:cNvPicPr/>
                <p:nvPr/>
              </p:nvPicPr>
              <p:blipFill>
                <a:blip r:embed="rId39"/>
                <a:stretch>
                  <a:fillRect/>
                </a:stretch>
              </p:blipFill>
              <p:spPr>
                <a:xfrm>
                  <a:off x="8934900" y="4051080"/>
                  <a:ext cx="32832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B7C4C4BD-26CF-AA2E-FB04-2A12F47A5702}"/>
                    </a:ext>
                  </a:extLst>
                </p14:cNvPr>
                <p14:cNvContentPartPr/>
                <p14:nvPr/>
              </p14:nvContentPartPr>
              <p14:xfrm>
                <a:off x="9309300" y="4044240"/>
                <a:ext cx="114120" cy="146520"/>
              </p14:xfrm>
            </p:contentPart>
          </mc:Choice>
          <mc:Fallback>
            <p:pic>
              <p:nvPicPr>
                <p:cNvPr id="24" name="Ink 23">
                  <a:extLst>
                    <a:ext uri="{FF2B5EF4-FFF2-40B4-BE49-F238E27FC236}">
                      <a16:creationId xmlns:a16="http://schemas.microsoft.com/office/drawing/2014/main" id="{B7C4C4BD-26CF-AA2E-FB04-2A12F47A5702}"/>
                    </a:ext>
                  </a:extLst>
                </p:cNvPr>
                <p:cNvPicPr/>
                <p:nvPr/>
              </p:nvPicPr>
              <p:blipFill>
                <a:blip r:embed="rId41"/>
                <a:stretch>
                  <a:fillRect/>
                </a:stretch>
              </p:blipFill>
              <p:spPr>
                <a:xfrm>
                  <a:off x="9300300" y="4035600"/>
                  <a:ext cx="13176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9141F291-A6A3-C316-A23A-2EDFD9F59C6E}"/>
                    </a:ext>
                  </a:extLst>
                </p14:cNvPr>
                <p14:cNvContentPartPr/>
                <p14:nvPr/>
              </p14:nvContentPartPr>
              <p14:xfrm>
                <a:off x="9466980" y="4048920"/>
                <a:ext cx="93960" cy="129600"/>
              </p14:xfrm>
            </p:contentPart>
          </mc:Choice>
          <mc:Fallback>
            <p:pic>
              <p:nvPicPr>
                <p:cNvPr id="25" name="Ink 24">
                  <a:extLst>
                    <a:ext uri="{FF2B5EF4-FFF2-40B4-BE49-F238E27FC236}">
                      <a16:creationId xmlns:a16="http://schemas.microsoft.com/office/drawing/2014/main" id="{9141F291-A6A3-C316-A23A-2EDFD9F59C6E}"/>
                    </a:ext>
                  </a:extLst>
                </p:cNvPr>
                <p:cNvPicPr/>
                <p:nvPr/>
              </p:nvPicPr>
              <p:blipFill>
                <a:blip r:embed="rId43"/>
                <a:stretch>
                  <a:fillRect/>
                </a:stretch>
              </p:blipFill>
              <p:spPr>
                <a:xfrm>
                  <a:off x="9458340" y="4039920"/>
                  <a:ext cx="11160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1A7D749C-CEA0-BDFF-4056-BA799212DB6C}"/>
                    </a:ext>
                  </a:extLst>
                </p14:cNvPr>
                <p14:cNvContentPartPr/>
                <p14:nvPr/>
              </p14:nvContentPartPr>
              <p14:xfrm>
                <a:off x="9607380" y="3962880"/>
                <a:ext cx="210240" cy="240480"/>
              </p14:xfrm>
            </p:contentPart>
          </mc:Choice>
          <mc:Fallback>
            <p:pic>
              <p:nvPicPr>
                <p:cNvPr id="26" name="Ink 25">
                  <a:extLst>
                    <a:ext uri="{FF2B5EF4-FFF2-40B4-BE49-F238E27FC236}">
                      <a16:creationId xmlns:a16="http://schemas.microsoft.com/office/drawing/2014/main" id="{1A7D749C-CEA0-BDFF-4056-BA799212DB6C}"/>
                    </a:ext>
                  </a:extLst>
                </p:cNvPr>
                <p:cNvPicPr/>
                <p:nvPr/>
              </p:nvPicPr>
              <p:blipFill>
                <a:blip r:embed="rId45"/>
                <a:stretch>
                  <a:fillRect/>
                </a:stretch>
              </p:blipFill>
              <p:spPr>
                <a:xfrm>
                  <a:off x="9598380" y="3954240"/>
                  <a:ext cx="22788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B49C1BF6-1346-07D6-2563-0B4140B93DD8}"/>
                    </a:ext>
                  </a:extLst>
                </p14:cNvPr>
                <p14:cNvContentPartPr/>
                <p14:nvPr/>
              </p14:nvContentPartPr>
              <p14:xfrm>
                <a:off x="9947580" y="4165560"/>
                <a:ext cx="100800" cy="13680"/>
              </p14:xfrm>
            </p:contentPart>
          </mc:Choice>
          <mc:Fallback>
            <p:pic>
              <p:nvPicPr>
                <p:cNvPr id="27" name="Ink 26">
                  <a:extLst>
                    <a:ext uri="{FF2B5EF4-FFF2-40B4-BE49-F238E27FC236}">
                      <a16:creationId xmlns:a16="http://schemas.microsoft.com/office/drawing/2014/main" id="{B49C1BF6-1346-07D6-2563-0B4140B93DD8}"/>
                    </a:ext>
                  </a:extLst>
                </p:cNvPr>
                <p:cNvPicPr/>
                <p:nvPr/>
              </p:nvPicPr>
              <p:blipFill>
                <a:blip r:embed="rId47"/>
                <a:stretch>
                  <a:fillRect/>
                </a:stretch>
              </p:blipFill>
              <p:spPr>
                <a:xfrm>
                  <a:off x="9938940" y="4156560"/>
                  <a:ext cx="1184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96ADADE2-A8D7-EA78-202D-EAED863A458A}"/>
                    </a:ext>
                  </a:extLst>
                </p14:cNvPr>
                <p14:cNvContentPartPr/>
                <p14:nvPr/>
              </p14:nvContentPartPr>
              <p14:xfrm>
                <a:off x="10120380" y="4111920"/>
                <a:ext cx="25200" cy="87120"/>
              </p14:xfrm>
            </p:contentPart>
          </mc:Choice>
          <mc:Fallback>
            <p:pic>
              <p:nvPicPr>
                <p:cNvPr id="28" name="Ink 27">
                  <a:extLst>
                    <a:ext uri="{FF2B5EF4-FFF2-40B4-BE49-F238E27FC236}">
                      <a16:creationId xmlns:a16="http://schemas.microsoft.com/office/drawing/2014/main" id="{96ADADE2-A8D7-EA78-202D-EAED863A458A}"/>
                    </a:ext>
                  </a:extLst>
                </p:cNvPr>
                <p:cNvPicPr/>
                <p:nvPr/>
              </p:nvPicPr>
              <p:blipFill>
                <a:blip r:embed="rId49"/>
                <a:stretch>
                  <a:fillRect/>
                </a:stretch>
              </p:blipFill>
              <p:spPr>
                <a:xfrm>
                  <a:off x="10111380" y="4102920"/>
                  <a:ext cx="4284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4B24F692-BEEE-57D4-CE71-3B5437D0EF48}"/>
                    </a:ext>
                  </a:extLst>
                </p14:cNvPr>
                <p14:cNvContentPartPr/>
                <p14:nvPr/>
              </p14:nvContentPartPr>
              <p14:xfrm>
                <a:off x="10159980" y="3954240"/>
                <a:ext cx="10800" cy="39960"/>
              </p14:xfrm>
            </p:contentPart>
          </mc:Choice>
          <mc:Fallback>
            <p:pic>
              <p:nvPicPr>
                <p:cNvPr id="29" name="Ink 28">
                  <a:extLst>
                    <a:ext uri="{FF2B5EF4-FFF2-40B4-BE49-F238E27FC236}">
                      <a16:creationId xmlns:a16="http://schemas.microsoft.com/office/drawing/2014/main" id="{4B24F692-BEEE-57D4-CE71-3B5437D0EF48}"/>
                    </a:ext>
                  </a:extLst>
                </p:cNvPr>
                <p:cNvPicPr/>
                <p:nvPr/>
              </p:nvPicPr>
              <p:blipFill>
                <a:blip r:embed="rId51"/>
                <a:stretch>
                  <a:fillRect/>
                </a:stretch>
              </p:blipFill>
              <p:spPr>
                <a:xfrm>
                  <a:off x="10150980" y="3945600"/>
                  <a:ext cx="2844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59280A38-224D-2C22-94ED-C1C03EA7B46A}"/>
                    </a:ext>
                  </a:extLst>
                </p14:cNvPr>
                <p14:cNvContentPartPr/>
                <p14:nvPr/>
              </p14:nvContentPartPr>
              <p14:xfrm>
                <a:off x="10238460" y="3956760"/>
                <a:ext cx="163800" cy="251280"/>
              </p14:xfrm>
            </p:contentPart>
          </mc:Choice>
          <mc:Fallback>
            <p:pic>
              <p:nvPicPr>
                <p:cNvPr id="30" name="Ink 29">
                  <a:extLst>
                    <a:ext uri="{FF2B5EF4-FFF2-40B4-BE49-F238E27FC236}">
                      <a16:creationId xmlns:a16="http://schemas.microsoft.com/office/drawing/2014/main" id="{59280A38-224D-2C22-94ED-C1C03EA7B46A}"/>
                    </a:ext>
                  </a:extLst>
                </p:cNvPr>
                <p:cNvPicPr/>
                <p:nvPr/>
              </p:nvPicPr>
              <p:blipFill>
                <a:blip r:embed="rId53"/>
                <a:stretch>
                  <a:fillRect/>
                </a:stretch>
              </p:blipFill>
              <p:spPr>
                <a:xfrm>
                  <a:off x="10229820" y="3947760"/>
                  <a:ext cx="18144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A8E42C34-F7D2-757B-0033-64DD3436EB7D}"/>
                    </a:ext>
                  </a:extLst>
                </p14:cNvPr>
                <p14:cNvContentPartPr/>
                <p14:nvPr/>
              </p14:nvContentPartPr>
              <p14:xfrm>
                <a:off x="8979180" y="4457160"/>
                <a:ext cx="12600" cy="167040"/>
              </p14:xfrm>
            </p:contentPart>
          </mc:Choice>
          <mc:Fallback>
            <p:pic>
              <p:nvPicPr>
                <p:cNvPr id="31" name="Ink 30">
                  <a:extLst>
                    <a:ext uri="{FF2B5EF4-FFF2-40B4-BE49-F238E27FC236}">
                      <a16:creationId xmlns:a16="http://schemas.microsoft.com/office/drawing/2014/main" id="{A8E42C34-F7D2-757B-0033-64DD3436EB7D}"/>
                    </a:ext>
                  </a:extLst>
                </p:cNvPr>
                <p:cNvPicPr/>
                <p:nvPr/>
              </p:nvPicPr>
              <p:blipFill>
                <a:blip r:embed="rId55"/>
                <a:stretch>
                  <a:fillRect/>
                </a:stretch>
              </p:blipFill>
              <p:spPr>
                <a:xfrm>
                  <a:off x="8970540" y="4448520"/>
                  <a:ext cx="3024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5F04E68A-DE00-2DA8-0CE2-59CA2E138ADD}"/>
                    </a:ext>
                  </a:extLst>
                </p14:cNvPr>
                <p14:cNvContentPartPr/>
                <p14:nvPr/>
              </p14:nvContentPartPr>
              <p14:xfrm>
                <a:off x="8971260" y="4417200"/>
                <a:ext cx="126360" cy="197640"/>
              </p14:xfrm>
            </p:contentPart>
          </mc:Choice>
          <mc:Fallback>
            <p:pic>
              <p:nvPicPr>
                <p:cNvPr id="32" name="Ink 31">
                  <a:extLst>
                    <a:ext uri="{FF2B5EF4-FFF2-40B4-BE49-F238E27FC236}">
                      <a16:creationId xmlns:a16="http://schemas.microsoft.com/office/drawing/2014/main" id="{5F04E68A-DE00-2DA8-0CE2-59CA2E138ADD}"/>
                    </a:ext>
                  </a:extLst>
                </p:cNvPr>
                <p:cNvPicPr/>
                <p:nvPr/>
              </p:nvPicPr>
              <p:blipFill>
                <a:blip r:embed="rId57"/>
                <a:stretch>
                  <a:fillRect/>
                </a:stretch>
              </p:blipFill>
              <p:spPr>
                <a:xfrm>
                  <a:off x="8962620" y="4408560"/>
                  <a:ext cx="14400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1FA556E0-9A67-5705-E640-665EF7F61AD0}"/>
                    </a:ext>
                  </a:extLst>
                </p14:cNvPr>
                <p14:cNvContentPartPr/>
                <p14:nvPr/>
              </p14:nvContentPartPr>
              <p14:xfrm>
                <a:off x="8984580" y="4503240"/>
                <a:ext cx="322920" cy="304560"/>
              </p14:xfrm>
            </p:contentPart>
          </mc:Choice>
          <mc:Fallback>
            <p:pic>
              <p:nvPicPr>
                <p:cNvPr id="33" name="Ink 32">
                  <a:extLst>
                    <a:ext uri="{FF2B5EF4-FFF2-40B4-BE49-F238E27FC236}">
                      <a16:creationId xmlns:a16="http://schemas.microsoft.com/office/drawing/2014/main" id="{1FA556E0-9A67-5705-E640-665EF7F61AD0}"/>
                    </a:ext>
                  </a:extLst>
                </p:cNvPr>
                <p:cNvPicPr/>
                <p:nvPr/>
              </p:nvPicPr>
              <p:blipFill>
                <a:blip r:embed="rId59"/>
                <a:stretch>
                  <a:fillRect/>
                </a:stretch>
              </p:blipFill>
              <p:spPr>
                <a:xfrm>
                  <a:off x="8975940" y="4494600"/>
                  <a:ext cx="340560" cy="322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83E1053E-8F70-A2C2-9730-4B0974EDA35D}"/>
                    </a:ext>
                  </a:extLst>
                </p14:cNvPr>
                <p14:cNvContentPartPr/>
                <p14:nvPr/>
              </p14:nvContentPartPr>
              <p14:xfrm>
                <a:off x="9397860" y="4484520"/>
                <a:ext cx="70200" cy="181440"/>
              </p14:xfrm>
            </p:contentPart>
          </mc:Choice>
          <mc:Fallback>
            <p:pic>
              <p:nvPicPr>
                <p:cNvPr id="34" name="Ink 33">
                  <a:extLst>
                    <a:ext uri="{FF2B5EF4-FFF2-40B4-BE49-F238E27FC236}">
                      <a16:creationId xmlns:a16="http://schemas.microsoft.com/office/drawing/2014/main" id="{83E1053E-8F70-A2C2-9730-4B0974EDA35D}"/>
                    </a:ext>
                  </a:extLst>
                </p:cNvPr>
                <p:cNvPicPr/>
                <p:nvPr/>
              </p:nvPicPr>
              <p:blipFill>
                <a:blip r:embed="rId61"/>
                <a:stretch>
                  <a:fillRect/>
                </a:stretch>
              </p:blipFill>
              <p:spPr>
                <a:xfrm>
                  <a:off x="9388860" y="4475880"/>
                  <a:ext cx="8784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5" name="Ink 34">
                  <a:extLst>
                    <a:ext uri="{FF2B5EF4-FFF2-40B4-BE49-F238E27FC236}">
                      <a16:creationId xmlns:a16="http://schemas.microsoft.com/office/drawing/2014/main" id="{18604A32-4B27-4716-0C00-4E72A65FD732}"/>
                    </a:ext>
                  </a:extLst>
                </p14:cNvPr>
                <p14:cNvContentPartPr/>
                <p14:nvPr/>
              </p14:nvContentPartPr>
              <p14:xfrm>
                <a:off x="9511620" y="4505760"/>
                <a:ext cx="83520" cy="109080"/>
              </p14:xfrm>
            </p:contentPart>
          </mc:Choice>
          <mc:Fallback>
            <p:pic>
              <p:nvPicPr>
                <p:cNvPr id="35" name="Ink 34">
                  <a:extLst>
                    <a:ext uri="{FF2B5EF4-FFF2-40B4-BE49-F238E27FC236}">
                      <a16:creationId xmlns:a16="http://schemas.microsoft.com/office/drawing/2014/main" id="{18604A32-4B27-4716-0C00-4E72A65FD732}"/>
                    </a:ext>
                  </a:extLst>
                </p:cNvPr>
                <p:cNvPicPr/>
                <p:nvPr/>
              </p:nvPicPr>
              <p:blipFill>
                <a:blip r:embed="rId63"/>
                <a:stretch>
                  <a:fillRect/>
                </a:stretch>
              </p:blipFill>
              <p:spPr>
                <a:xfrm>
                  <a:off x="9502980" y="4497120"/>
                  <a:ext cx="10116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6" name="Ink 35">
                  <a:extLst>
                    <a:ext uri="{FF2B5EF4-FFF2-40B4-BE49-F238E27FC236}">
                      <a16:creationId xmlns:a16="http://schemas.microsoft.com/office/drawing/2014/main" id="{7A2D3092-7D70-D4DF-5E74-BFB83933A887}"/>
                    </a:ext>
                  </a:extLst>
                </p14:cNvPr>
                <p14:cNvContentPartPr/>
                <p14:nvPr/>
              </p14:nvContentPartPr>
              <p14:xfrm>
                <a:off x="9638700" y="4496400"/>
                <a:ext cx="185760" cy="303480"/>
              </p14:xfrm>
            </p:contentPart>
          </mc:Choice>
          <mc:Fallback>
            <p:pic>
              <p:nvPicPr>
                <p:cNvPr id="36" name="Ink 35">
                  <a:extLst>
                    <a:ext uri="{FF2B5EF4-FFF2-40B4-BE49-F238E27FC236}">
                      <a16:creationId xmlns:a16="http://schemas.microsoft.com/office/drawing/2014/main" id="{7A2D3092-7D70-D4DF-5E74-BFB83933A887}"/>
                    </a:ext>
                  </a:extLst>
                </p:cNvPr>
                <p:cNvPicPr/>
                <p:nvPr/>
              </p:nvPicPr>
              <p:blipFill>
                <a:blip r:embed="rId65"/>
                <a:stretch>
                  <a:fillRect/>
                </a:stretch>
              </p:blipFill>
              <p:spPr>
                <a:xfrm>
                  <a:off x="9629700" y="4487400"/>
                  <a:ext cx="20340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7" name="Ink 36">
                  <a:extLst>
                    <a:ext uri="{FF2B5EF4-FFF2-40B4-BE49-F238E27FC236}">
                      <a16:creationId xmlns:a16="http://schemas.microsoft.com/office/drawing/2014/main" id="{D3C8FDEE-F26D-E46F-B124-2DC73AC8C7DB}"/>
                    </a:ext>
                  </a:extLst>
                </p14:cNvPr>
                <p14:cNvContentPartPr/>
                <p14:nvPr/>
              </p14:nvContentPartPr>
              <p14:xfrm>
                <a:off x="9924900" y="4587120"/>
                <a:ext cx="158040" cy="16920"/>
              </p14:xfrm>
            </p:contentPart>
          </mc:Choice>
          <mc:Fallback>
            <p:pic>
              <p:nvPicPr>
                <p:cNvPr id="37" name="Ink 36">
                  <a:extLst>
                    <a:ext uri="{FF2B5EF4-FFF2-40B4-BE49-F238E27FC236}">
                      <a16:creationId xmlns:a16="http://schemas.microsoft.com/office/drawing/2014/main" id="{D3C8FDEE-F26D-E46F-B124-2DC73AC8C7DB}"/>
                    </a:ext>
                  </a:extLst>
                </p:cNvPr>
                <p:cNvPicPr/>
                <p:nvPr/>
              </p:nvPicPr>
              <p:blipFill>
                <a:blip r:embed="rId67"/>
                <a:stretch>
                  <a:fillRect/>
                </a:stretch>
              </p:blipFill>
              <p:spPr>
                <a:xfrm>
                  <a:off x="9915900" y="4578480"/>
                  <a:ext cx="17568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8" name="Ink 37">
                  <a:extLst>
                    <a:ext uri="{FF2B5EF4-FFF2-40B4-BE49-F238E27FC236}">
                      <a16:creationId xmlns:a16="http://schemas.microsoft.com/office/drawing/2014/main" id="{4DD42129-FF82-5DA1-9086-D843CBEDF466}"/>
                    </a:ext>
                  </a:extLst>
                </p14:cNvPr>
                <p14:cNvContentPartPr/>
                <p14:nvPr/>
              </p14:nvContentPartPr>
              <p14:xfrm>
                <a:off x="10109220" y="4521240"/>
                <a:ext cx="44640" cy="119880"/>
              </p14:xfrm>
            </p:contentPart>
          </mc:Choice>
          <mc:Fallback>
            <p:pic>
              <p:nvPicPr>
                <p:cNvPr id="38" name="Ink 37">
                  <a:extLst>
                    <a:ext uri="{FF2B5EF4-FFF2-40B4-BE49-F238E27FC236}">
                      <a16:creationId xmlns:a16="http://schemas.microsoft.com/office/drawing/2014/main" id="{4DD42129-FF82-5DA1-9086-D843CBEDF466}"/>
                    </a:ext>
                  </a:extLst>
                </p:cNvPr>
                <p:cNvPicPr/>
                <p:nvPr/>
              </p:nvPicPr>
              <p:blipFill>
                <a:blip r:embed="rId69"/>
                <a:stretch>
                  <a:fillRect/>
                </a:stretch>
              </p:blipFill>
              <p:spPr>
                <a:xfrm>
                  <a:off x="10100220" y="4512240"/>
                  <a:ext cx="6228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9" name="Ink 38">
                  <a:extLst>
                    <a:ext uri="{FF2B5EF4-FFF2-40B4-BE49-F238E27FC236}">
                      <a16:creationId xmlns:a16="http://schemas.microsoft.com/office/drawing/2014/main" id="{D7720A6A-7A92-F557-4999-251CB6B3D050}"/>
                    </a:ext>
                  </a:extLst>
                </p14:cNvPr>
                <p14:cNvContentPartPr/>
                <p14:nvPr/>
              </p14:nvContentPartPr>
              <p14:xfrm>
                <a:off x="10197780" y="4368600"/>
                <a:ext cx="6840" cy="1440"/>
              </p14:xfrm>
            </p:contentPart>
          </mc:Choice>
          <mc:Fallback>
            <p:pic>
              <p:nvPicPr>
                <p:cNvPr id="39" name="Ink 38">
                  <a:extLst>
                    <a:ext uri="{FF2B5EF4-FFF2-40B4-BE49-F238E27FC236}">
                      <a16:creationId xmlns:a16="http://schemas.microsoft.com/office/drawing/2014/main" id="{D7720A6A-7A92-F557-4999-251CB6B3D050}"/>
                    </a:ext>
                  </a:extLst>
                </p:cNvPr>
                <p:cNvPicPr/>
                <p:nvPr/>
              </p:nvPicPr>
              <p:blipFill>
                <a:blip r:embed="rId71"/>
                <a:stretch>
                  <a:fillRect/>
                </a:stretch>
              </p:blipFill>
              <p:spPr>
                <a:xfrm>
                  <a:off x="10189140" y="4359600"/>
                  <a:ext cx="244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0" name="Ink 39">
                  <a:extLst>
                    <a:ext uri="{FF2B5EF4-FFF2-40B4-BE49-F238E27FC236}">
                      <a16:creationId xmlns:a16="http://schemas.microsoft.com/office/drawing/2014/main" id="{AE6E678E-9C17-9D4D-ABF5-1C5D7B081061}"/>
                    </a:ext>
                  </a:extLst>
                </p14:cNvPr>
                <p14:cNvContentPartPr/>
                <p14:nvPr/>
              </p14:nvContentPartPr>
              <p14:xfrm>
                <a:off x="10260420" y="4467600"/>
                <a:ext cx="187200" cy="186480"/>
              </p14:xfrm>
            </p:contentPart>
          </mc:Choice>
          <mc:Fallback>
            <p:pic>
              <p:nvPicPr>
                <p:cNvPr id="40" name="Ink 39">
                  <a:extLst>
                    <a:ext uri="{FF2B5EF4-FFF2-40B4-BE49-F238E27FC236}">
                      <a16:creationId xmlns:a16="http://schemas.microsoft.com/office/drawing/2014/main" id="{AE6E678E-9C17-9D4D-ABF5-1C5D7B081061}"/>
                    </a:ext>
                  </a:extLst>
                </p:cNvPr>
                <p:cNvPicPr/>
                <p:nvPr/>
              </p:nvPicPr>
              <p:blipFill>
                <a:blip r:embed="rId73"/>
                <a:stretch>
                  <a:fillRect/>
                </a:stretch>
              </p:blipFill>
              <p:spPr>
                <a:xfrm>
                  <a:off x="10251780" y="4458960"/>
                  <a:ext cx="20484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EC003192-A0A4-073E-7CEE-501149EE913D}"/>
                    </a:ext>
                  </a:extLst>
                </p14:cNvPr>
                <p14:cNvContentPartPr/>
                <p14:nvPr/>
              </p14:nvContentPartPr>
              <p14:xfrm>
                <a:off x="8115180" y="4057560"/>
                <a:ext cx="19440" cy="217440"/>
              </p14:xfrm>
            </p:contentPart>
          </mc:Choice>
          <mc:Fallback>
            <p:pic>
              <p:nvPicPr>
                <p:cNvPr id="43" name="Ink 42">
                  <a:extLst>
                    <a:ext uri="{FF2B5EF4-FFF2-40B4-BE49-F238E27FC236}">
                      <a16:creationId xmlns:a16="http://schemas.microsoft.com/office/drawing/2014/main" id="{EC003192-A0A4-073E-7CEE-501149EE913D}"/>
                    </a:ext>
                  </a:extLst>
                </p:cNvPr>
                <p:cNvPicPr/>
                <p:nvPr/>
              </p:nvPicPr>
              <p:blipFill>
                <a:blip r:embed="rId75"/>
                <a:stretch>
                  <a:fillRect/>
                </a:stretch>
              </p:blipFill>
              <p:spPr>
                <a:xfrm>
                  <a:off x="8106540" y="4048560"/>
                  <a:ext cx="3708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4" name="Ink 43">
                  <a:extLst>
                    <a:ext uri="{FF2B5EF4-FFF2-40B4-BE49-F238E27FC236}">
                      <a16:creationId xmlns:a16="http://schemas.microsoft.com/office/drawing/2014/main" id="{552BC291-49FB-FB8B-9F1D-8407B66F8B32}"/>
                    </a:ext>
                  </a:extLst>
                </p14:cNvPr>
                <p14:cNvContentPartPr/>
                <p14:nvPr/>
              </p14:nvContentPartPr>
              <p14:xfrm>
                <a:off x="8165940" y="4635360"/>
                <a:ext cx="7920" cy="53280"/>
              </p14:xfrm>
            </p:contentPart>
          </mc:Choice>
          <mc:Fallback>
            <p:pic>
              <p:nvPicPr>
                <p:cNvPr id="44" name="Ink 43">
                  <a:extLst>
                    <a:ext uri="{FF2B5EF4-FFF2-40B4-BE49-F238E27FC236}">
                      <a16:creationId xmlns:a16="http://schemas.microsoft.com/office/drawing/2014/main" id="{552BC291-49FB-FB8B-9F1D-8407B66F8B32}"/>
                    </a:ext>
                  </a:extLst>
                </p:cNvPr>
                <p:cNvPicPr/>
                <p:nvPr/>
              </p:nvPicPr>
              <p:blipFill>
                <a:blip r:embed="rId77"/>
                <a:stretch>
                  <a:fillRect/>
                </a:stretch>
              </p:blipFill>
              <p:spPr>
                <a:xfrm>
                  <a:off x="8156940" y="4626360"/>
                  <a:ext cx="2556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5" name="Ink 44">
                  <a:extLst>
                    <a:ext uri="{FF2B5EF4-FFF2-40B4-BE49-F238E27FC236}">
                      <a16:creationId xmlns:a16="http://schemas.microsoft.com/office/drawing/2014/main" id="{275BE8B8-717A-2A22-2778-D987BB93BB90}"/>
                    </a:ext>
                  </a:extLst>
                </p14:cNvPr>
                <p14:cNvContentPartPr/>
                <p14:nvPr/>
              </p14:nvContentPartPr>
              <p14:xfrm>
                <a:off x="8164500" y="5352840"/>
                <a:ext cx="101520" cy="1005840"/>
              </p14:xfrm>
            </p:contentPart>
          </mc:Choice>
          <mc:Fallback>
            <p:pic>
              <p:nvPicPr>
                <p:cNvPr id="45" name="Ink 44">
                  <a:extLst>
                    <a:ext uri="{FF2B5EF4-FFF2-40B4-BE49-F238E27FC236}">
                      <a16:creationId xmlns:a16="http://schemas.microsoft.com/office/drawing/2014/main" id="{275BE8B8-717A-2A22-2778-D987BB93BB90}"/>
                    </a:ext>
                  </a:extLst>
                </p:cNvPr>
                <p:cNvPicPr/>
                <p:nvPr/>
              </p:nvPicPr>
              <p:blipFill>
                <a:blip r:embed="rId79"/>
                <a:stretch>
                  <a:fillRect/>
                </a:stretch>
              </p:blipFill>
              <p:spPr>
                <a:xfrm>
                  <a:off x="8155860" y="5343840"/>
                  <a:ext cx="119160" cy="10234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1" name="Ink 40">
                  <a:extLst>
                    <a:ext uri="{FF2B5EF4-FFF2-40B4-BE49-F238E27FC236}">
                      <a16:creationId xmlns:a16="http://schemas.microsoft.com/office/drawing/2014/main" id="{88953FE3-E9D6-891D-01E0-BED412E6AA24}"/>
                    </a:ext>
                  </a:extLst>
                </p14:cNvPr>
                <p14:cNvContentPartPr/>
                <p14:nvPr/>
              </p14:nvContentPartPr>
              <p14:xfrm>
                <a:off x="8108700" y="1606680"/>
                <a:ext cx="68040" cy="1377720"/>
              </p14:xfrm>
            </p:contentPart>
          </mc:Choice>
          <mc:Fallback>
            <p:pic>
              <p:nvPicPr>
                <p:cNvPr id="41" name="Ink 40">
                  <a:extLst>
                    <a:ext uri="{FF2B5EF4-FFF2-40B4-BE49-F238E27FC236}">
                      <a16:creationId xmlns:a16="http://schemas.microsoft.com/office/drawing/2014/main" id="{88953FE3-E9D6-891D-01E0-BED412E6AA24}"/>
                    </a:ext>
                  </a:extLst>
                </p:cNvPr>
                <p:cNvPicPr/>
                <p:nvPr/>
              </p:nvPicPr>
              <p:blipFill>
                <a:blip r:embed="rId81"/>
                <a:stretch>
                  <a:fillRect/>
                </a:stretch>
              </p:blipFill>
              <p:spPr>
                <a:xfrm>
                  <a:off x="8100060" y="1597680"/>
                  <a:ext cx="85680" cy="1395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2" name="Ink 41">
                  <a:extLst>
                    <a:ext uri="{FF2B5EF4-FFF2-40B4-BE49-F238E27FC236}">
                      <a16:creationId xmlns:a16="http://schemas.microsoft.com/office/drawing/2014/main" id="{58DDEEBD-C801-87F0-BA21-8E8B5642CE53}"/>
                    </a:ext>
                  </a:extLst>
                </p14:cNvPr>
                <p14:cNvContentPartPr/>
                <p14:nvPr/>
              </p14:nvContentPartPr>
              <p14:xfrm>
                <a:off x="8104740" y="3416400"/>
                <a:ext cx="16920" cy="220680"/>
              </p14:xfrm>
            </p:contentPart>
          </mc:Choice>
          <mc:Fallback>
            <p:pic>
              <p:nvPicPr>
                <p:cNvPr id="42" name="Ink 41">
                  <a:extLst>
                    <a:ext uri="{FF2B5EF4-FFF2-40B4-BE49-F238E27FC236}">
                      <a16:creationId xmlns:a16="http://schemas.microsoft.com/office/drawing/2014/main" id="{58DDEEBD-C801-87F0-BA21-8E8B5642CE53}"/>
                    </a:ext>
                  </a:extLst>
                </p:cNvPr>
                <p:cNvPicPr/>
                <p:nvPr/>
              </p:nvPicPr>
              <p:blipFill>
                <a:blip r:embed="rId83"/>
                <a:stretch>
                  <a:fillRect/>
                </a:stretch>
              </p:blipFill>
              <p:spPr>
                <a:xfrm>
                  <a:off x="8096100" y="3407400"/>
                  <a:ext cx="3456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9" name="Ink 48">
                  <a:extLst>
                    <a:ext uri="{FF2B5EF4-FFF2-40B4-BE49-F238E27FC236}">
                      <a16:creationId xmlns:a16="http://schemas.microsoft.com/office/drawing/2014/main" id="{A356FB77-5BA9-00D6-5A68-2C45352A0198}"/>
                    </a:ext>
                  </a:extLst>
                </p14:cNvPr>
                <p14:cNvContentPartPr/>
                <p14:nvPr/>
              </p14:nvContentPartPr>
              <p14:xfrm>
                <a:off x="3184620" y="2216160"/>
                <a:ext cx="1019160" cy="831960"/>
              </p14:xfrm>
            </p:contentPart>
          </mc:Choice>
          <mc:Fallback>
            <p:pic>
              <p:nvPicPr>
                <p:cNvPr id="49" name="Ink 48">
                  <a:extLst>
                    <a:ext uri="{FF2B5EF4-FFF2-40B4-BE49-F238E27FC236}">
                      <a16:creationId xmlns:a16="http://schemas.microsoft.com/office/drawing/2014/main" id="{A356FB77-5BA9-00D6-5A68-2C45352A0198}"/>
                    </a:ext>
                  </a:extLst>
                </p:cNvPr>
                <p:cNvPicPr/>
                <p:nvPr/>
              </p:nvPicPr>
              <p:blipFill>
                <a:blip r:embed="rId85"/>
                <a:stretch>
                  <a:fillRect/>
                </a:stretch>
              </p:blipFill>
              <p:spPr>
                <a:xfrm>
                  <a:off x="3175980" y="2207160"/>
                  <a:ext cx="1036800" cy="849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4D582A97-4159-4C3B-8602-C92703320042}"/>
                    </a:ext>
                  </a:extLst>
                </p14:cNvPr>
                <p14:cNvContentPartPr/>
                <p14:nvPr/>
              </p14:nvContentPartPr>
              <p14:xfrm>
                <a:off x="3782580" y="1325880"/>
                <a:ext cx="3966480" cy="2240280"/>
              </p14:xfrm>
            </p:contentPart>
          </mc:Choice>
          <mc:Fallback>
            <p:pic>
              <p:nvPicPr>
                <p:cNvPr id="50" name="Ink 49">
                  <a:extLst>
                    <a:ext uri="{FF2B5EF4-FFF2-40B4-BE49-F238E27FC236}">
                      <a16:creationId xmlns:a16="http://schemas.microsoft.com/office/drawing/2014/main" id="{4D582A97-4159-4C3B-8602-C92703320042}"/>
                    </a:ext>
                  </a:extLst>
                </p:cNvPr>
                <p:cNvPicPr/>
                <p:nvPr/>
              </p:nvPicPr>
              <p:blipFill>
                <a:blip r:embed="rId87"/>
                <a:stretch>
                  <a:fillRect/>
                </a:stretch>
              </p:blipFill>
              <p:spPr>
                <a:xfrm>
                  <a:off x="3773580" y="1316880"/>
                  <a:ext cx="3984120" cy="2257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1" name="Ink 50">
                  <a:extLst>
                    <a:ext uri="{FF2B5EF4-FFF2-40B4-BE49-F238E27FC236}">
                      <a16:creationId xmlns:a16="http://schemas.microsoft.com/office/drawing/2014/main" id="{3AB21CFF-1530-792C-3055-C2192904A96F}"/>
                    </a:ext>
                  </a:extLst>
                </p14:cNvPr>
                <p14:cNvContentPartPr/>
                <p14:nvPr/>
              </p14:nvContentPartPr>
              <p14:xfrm>
                <a:off x="4743780" y="907920"/>
                <a:ext cx="288720" cy="449640"/>
              </p14:xfrm>
            </p:contentPart>
          </mc:Choice>
          <mc:Fallback>
            <p:pic>
              <p:nvPicPr>
                <p:cNvPr id="51" name="Ink 50">
                  <a:extLst>
                    <a:ext uri="{FF2B5EF4-FFF2-40B4-BE49-F238E27FC236}">
                      <a16:creationId xmlns:a16="http://schemas.microsoft.com/office/drawing/2014/main" id="{3AB21CFF-1530-792C-3055-C2192904A96F}"/>
                    </a:ext>
                  </a:extLst>
                </p:cNvPr>
                <p:cNvPicPr/>
                <p:nvPr/>
              </p:nvPicPr>
              <p:blipFill>
                <a:blip r:embed="rId89"/>
                <a:stretch>
                  <a:fillRect/>
                </a:stretch>
              </p:blipFill>
              <p:spPr>
                <a:xfrm>
                  <a:off x="4735140" y="899280"/>
                  <a:ext cx="306360" cy="4672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2" name="Ink 51">
                  <a:extLst>
                    <a:ext uri="{FF2B5EF4-FFF2-40B4-BE49-F238E27FC236}">
                      <a16:creationId xmlns:a16="http://schemas.microsoft.com/office/drawing/2014/main" id="{F481E29B-6491-C76F-B0F5-302E1F89A2CA}"/>
                    </a:ext>
                  </a:extLst>
                </p14:cNvPr>
                <p14:cNvContentPartPr/>
                <p14:nvPr/>
              </p14:nvContentPartPr>
              <p14:xfrm>
                <a:off x="5061300" y="1055520"/>
                <a:ext cx="411840" cy="343080"/>
              </p14:xfrm>
            </p:contentPart>
          </mc:Choice>
          <mc:Fallback>
            <p:pic>
              <p:nvPicPr>
                <p:cNvPr id="52" name="Ink 51">
                  <a:extLst>
                    <a:ext uri="{FF2B5EF4-FFF2-40B4-BE49-F238E27FC236}">
                      <a16:creationId xmlns:a16="http://schemas.microsoft.com/office/drawing/2014/main" id="{F481E29B-6491-C76F-B0F5-302E1F89A2CA}"/>
                    </a:ext>
                  </a:extLst>
                </p:cNvPr>
                <p:cNvPicPr/>
                <p:nvPr/>
              </p:nvPicPr>
              <p:blipFill>
                <a:blip r:embed="rId91"/>
                <a:stretch>
                  <a:fillRect/>
                </a:stretch>
              </p:blipFill>
              <p:spPr>
                <a:xfrm>
                  <a:off x="5052660" y="1046880"/>
                  <a:ext cx="429480" cy="3607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3" name="Ink 52">
                  <a:extLst>
                    <a:ext uri="{FF2B5EF4-FFF2-40B4-BE49-F238E27FC236}">
                      <a16:creationId xmlns:a16="http://schemas.microsoft.com/office/drawing/2014/main" id="{5887E484-C13B-124E-6479-56999B832DE5}"/>
                    </a:ext>
                  </a:extLst>
                </p14:cNvPr>
                <p14:cNvContentPartPr/>
                <p14:nvPr/>
              </p14:nvContentPartPr>
              <p14:xfrm>
                <a:off x="5670420" y="965880"/>
                <a:ext cx="255240" cy="340920"/>
              </p14:xfrm>
            </p:contentPart>
          </mc:Choice>
          <mc:Fallback>
            <p:pic>
              <p:nvPicPr>
                <p:cNvPr id="53" name="Ink 52">
                  <a:extLst>
                    <a:ext uri="{FF2B5EF4-FFF2-40B4-BE49-F238E27FC236}">
                      <a16:creationId xmlns:a16="http://schemas.microsoft.com/office/drawing/2014/main" id="{5887E484-C13B-124E-6479-56999B832DE5}"/>
                    </a:ext>
                  </a:extLst>
                </p:cNvPr>
                <p:cNvPicPr/>
                <p:nvPr/>
              </p:nvPicPr>
              <p:blipFill>
                <a:blip r:embed="rId93"/>
                <a:stretch>
                  <a:fillRect/>
                </a:stretch>
              </p:blipFill>
              <p:spPr>
                <a:xfrm>
                  <a:off x="5661420" y="956880"/>
                  <a:ext cx="27288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4" name="Ink 53">
                  <a:extLst>
                    <a:ext uri="{FF2B5EF4-FFF2-40B4-BE49-F238E27FC236}">
                      <a16:creationId xmlns:a16="http://schemas.microsoft.com/office/drawing/2014/main" id="{99AE1C39-BC62-6EE1-2960-9D4886975562}"/>
                    </a:ext>
                  </a:extLst>
                </p14:cNvPr>
                <p14:cNvContentPartPr/>
                <p14:nvPr/>
              </p14:nvContentPartPr>
              <p14:xfrm>
                <a:off x="6015300" y="1078920"/>
                <a:ext cx="158760" cy="197280"/>
              </p14:xfrm>
            </p:contentPart>
          </mc:Choice>
          <mc:Fallback>
            <p:pic>
              <p:nvPicPr>
                <p:cNvPr id="54" name="Ink 53">
                  <a:extLst>
                    <a:ext uri="{FF2B5EF4-FFF2-40B4-BE49-F238E27FC236}">
                      <a16:creationId xmlns:a16="http://schemas.microsoft.com/office/drawing/2014/main" id="{99AE1C39-BC62-6EE1-2960-9D4886975562}"/>
                    </a:ext>
                  </a:extLst>
                </p:cNvPr>
                <p:cNvPicPr/>
                <p:nvPr/>
              </p:nvPicPr>
              <p:blipFill>
                <a:blip r:embed="rId95"/>
                <a:stretch>
                  <a:fillRect/>
                </a:stretch>
              </p:blipFill>
              <p:spPr>
                <a:xfrm>
                  <a:off x="6006660" y="1069920"/>
                  <a:ext cx="17640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5" name="Ink 54">
                  <a:extLst>
                    <a:ext uri="{FF2B5EF4-FFF2-40B4-BE49-F238E27FC236}">
                      <a16:creationId xmlns:a16="http://schemas.microsoft.com/office/drawing/2014/main" id="{2B45CF27-FFDF-16F0-5960-74CB368FAB61}"/>
                    </a:ext>
                  </a:extLst>
                </p14:cNvPr>
                <p14:cNvContentPartPr/>
                <p14:nvPr/>
              </p14:nvContentPartPr>
              <p14:xfrm>
                <a:off x="4685460" y="1707120"/>
                <a:ext cx="279360" cy="61920"/>
              </p14:xfrm>
            </p:contentPart>
          </mc:Choice>
          <mc:Fallback>
            <p:pic>
              <p:nvPicPr>
                <p:cNvPr id="55" name="Ink 54">
                  <a:extLst>
                    <a:ext uri="{FF2B5EF4-FFF2-40B4-BE49-F238E27FC236}">
                      <a16:creationId xmlns:a16="http://schemas.microsoft.com/office/drawing/2014/main" id="{2B45CF27-FFDF-16F0-5960-74CB368FAB61}"/>
                    </a:ext>
                  </a:extLst>
                </p:cNvPr>
                <p:cNvPicPr/>
                <p:nvPr/>
              </p:nvPicPr>
              <p:blipFill>
                <a:blip r:embed="rId97"/>
                <a:stretch>
                  <a:fillRect/>
                </a:stretch>
              </p:blipFill>
              <p:spPr>
                <a:xfrm>
                  <a:off x="4676820" y="1698480"/>
                  <a:ext cx="29700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6" name="Ink 55">
                  <a:extLst>
                    <a:ext uri="{FF2B5EF4-FFF2-40B4-BE49-F238E27FC236}">
                      <a16:creationId xmlns:a16="http://schemas.microsoft.com/office/drawing/2014/main" id="{77F646E4-C032-603A-84E5-FEFACD1720F1}"/>
                    </a:ext>
                  </a:extLst>
                </p14:cNvPr>
                <p14:cNvContentPartPr/>
                <p14:nvPr/>
              </p14:nvContentPartPr>
              <p14:xfrm>
                <a:off x="4781580" y="1720800"/>
                <a:ext cx="63360" cy="302040"/>
              </p14:xfrm>
            </p:contentPart>
          </mc:Choice>
          <mc:Fallback>
            <p:pic>
              <p:nvPicPr>
                <p:cNvPr id="56" name="Ink 55">
                  <a:extLst>
                    <a:ext uri="{FF2B5EF4-FFF2-40B4-BE49-F238E27FC236}">
                      <a16:creationId xmlns:a16="http://schemas.microsoft.com/office/drawing/2014/main" id="{77F646E4-C032-603A-84E5-FEFACD1720F1}"/>
                    </a:ext>
                  </a:extLst>
                </p:cNvPr>
                <p:cNvPicPr/>
                <p:nvPr/>
              </p:nvPicPr>
              <p:blipFill>
                <a:blip r:embed="rId99"/>
                <a:stretch>
                  <a:fillRect/>
                </a:stretch>
              </p:blipFill>
              <p:spPr>
                <a:xfrm>
                  <a:off x="4772940" y="1711800"/>
                  <a:ext cx="8100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7" name="Ink 56">
                  <a:extLst>
                    <a:ext uri="{FF2B5EF4-FFF2-40B4-BE49-F238E27FC236}">
                      <a16:creationId xmlns:a16="http://schemas.microsoft.com/office/drawing/2014/main" id="{7EE3131F-9A24-66BF-025C-B842F63947E4}"/>
                    </a:ext>
                  </a:extLst>
                </p14:cNvPr>
                <p14:cNvContentPartPr/>
                <p14:nvPr/>
              </p14:nvContentPartPr>
              <p14:xfrm>
                <a:off x="4864020" y="1651320"/>
                <a:ext cx="777240" cy="370080"/>
              </p14:xfrm>
            </p:contentPart>
          </mc:Choice>
          <mc:Fallback>
            <p:pic>
              <p:nvPicPr>
                <p:cNvPr id="57" name="Ink 56">
                  <a:extLst>
                    <a:ext uri="{FF2B5EF4-FFF2-40B4-BE49-F238E27FC236}">
                      <a16:creationId xmlns:a16="http://schemas.microsoft.com/office/drawing/2014/main" id="{7EE3131F-9A24-66BF-025C-B842F63947E4}"/>
                    </a:ext>
                  </a:extLst>
                </p:cNvPr>
                <p:cNvPicPr/>
                <p:nvPr/>
              </p:nvPicPr>
              <p:blipFill>
                <a:blip r:embed="rId101"/>
                <a:stretch>
                  <a:fillRect/>
                </a:stretch>
              </p:blipFill>
              <p:spPr>
                <a:xfrm>
                  <a:off x="4855020" y="1642680"/>
                  <a:ext cx="794880" cy="3877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9" name="Ink 58">
                  <a:extLst>
                    <a:ext uri="{FF2B5EF4-FFF2-40B4-BE49-F238E27FC236}">
                      <a16:creationId xmlns:a16="http://schemas.microsoft.com/office/drawing/2014/main" id="{2B831B14-3858-409B-6D16-B39C0CD42DC4}"/>
                    </a:ext>
                  </a:extLst>
                </p14:cNvPr>
                <p14:cNvContentPartPr/>
                <p14:nvPr/>
              </p14:nvContentPartPr>
              <p14:xfrm>
                <a:off x="4738020" y="2391120"/>
                <a:ext cx="288720" cy="34920"/>
              </p14:xfrm>
            </p:contentPart>
          </mc:Choice>
          <mc:Fallback>
            <p:pic>
              <p:nvPicPr>
                <p:cNvPr id="59" name="Ink 58">
                  <a:extLst>
                    <a:ext uri="{FF2B5EF4-FFF2-40B4-BE49-F238E27FC236}">
                      <a16:creationId xmlns:a16="http://schemas.microsoft.com/office/drawing/2014/main" id="{2B831B14-3858-409B-6D16-B39C0CD42DC4}"/>
                    </a:ext>
                  </a:extLst>
                </p:cNvPr>
                <p:cNvPicPr/>
                <p:nvPr/>
              </p:nvPicPr>
              <p:blipFill>
                <a:blip r:embed="rId103"/>
                <a:stretch>
                  <a:fillRect/>
                </a:stretch>
              </p:blipFill>
              <p:spPr>
                <a:xfrm>
                  <a:off x="4729020" y="2382120"/>
                  <a:ext cx="30636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0" name="Ink 59">
                  <a:extLst>
                    <a:ext uri="{FF2B5EF4-FFF2-40B4-BE49-F238E27FC236}">
                      <a16:creationId xmlns:a16="http://schemas.microsoft.com/office/drawing/2014/main" id="{FAC12249-88C3-3084-9A83-2BAFB95ED0C0}"/>
                    </a:ext>
                  </a:extLst>
                </p14:cNvPr>
                <p14:cNvContentPartPr/>
                <p14:nvPr/>
              </p14:nvContentPartPr>
              <p14:xfrm>
                <a:off x="4843860" y="2393280"/>
                <a:ext cx="92520" cy="276840"/>
              </p14:xfrm>
            </p:contentPart>
          </mc:Choice>
          <mc:Fallback>
            <p:pic>
              <p:nvPicPr>
                <p:cNvPr id="60" name="Ink 59">
                  <a:extLst>
                    <a:ext uri="{FF2B5EF4-FFF2-40B4-BE49-F238E27FC236}">
                      <a16:creationId xmlns:a16="http://schemas.microsoft.com/office/drawing/2014/main" id="{FAC12249-88C3-3084-9A83-2BAFB95ED0C0}"/>
                    </a:ext>
                  </a:extLst>
                </p:cNvPr>
                <p:cNvPicPr/>
                <p:nvPr/>
              </p:nvPicPr>
              <p:blipFill>
                <a:blip r:embed="rId105"/>
                <a:stretch>
                  <a:fillRect/>
                </a:stretch>
              </p:blipFill>
              <p:spPr>
                <a:xfrm>
                  <a:off x="4835220" y="2384640"/>
                  <a:ext cx="11016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1" name="Ink 60">
                  <a:extLst>
                    <a:ext uri="{FF2B5EF4-FFF2-40B4-BE49-F238E27FC236}">
                      <a16:creationId xmlns:a16="http://schemas.microsoft.com/office/drawing/2014/main" id="{012206F3-F1E9-17B1-4677-F82BC29CDCAD}"/>
                    </a:ext>
                  </a:extLst>
                </p14:cNvPr>
                <p14:cNvContentPartPr/>
                <p14:nvPr/>
              </p14:nvContentPartPr>
              <p14:xfrm>
                <a:off x="4940340" y="2542680"/>
                <a:ext cx="185400" cy="167040"/>
              </p14:xfrm>
            </p:contentPart>
          </mc:Choice>
          <mc:Fallback>
            <p:pic>
              <p:nvPicPr>
                <p:cNvPr id="61" name="Ink 60">
                  <a:extLst>
                    <a:ext uri="{FF2B5EF4-FFF2-40B4-BE49-F238E27FC236}">
                      <a16:creationId xmlns:a16="http://schemas.microsoft.com/office/drawing/2014/main" id="{012206F3-F1E9-17B1-4677-F82BC29CDCAD}"/>
                    </a:ext>
                  </a:extLst>
                </p:cNvPr>
                <p:cNvPicPr/>
                <p:nvPr/>
              </p:nvPicPr>
              <p:blipFill>
                <a:blip r:embed="rId107"/>
                <a:stretch>
                  <a:fillRect/>
                </a:stretch>
              </p:blipFill>
              <p:spPr>
                <a:xfrm>
                  <a:off x="4931340" y="2533680"/>
                  <a:ext cx="20304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2" name="Ink 61">
                  <a:extLst>
                    <a:ext uri="{FF2B5EF4-FFF2-40B4-BE49-F238E27FC236}">
                      <a16:creationId xmlns:a16="http://schemas.microsoft.com/office/drawing/2014/main" id="{FAC3CD92-B6AF-DEC9-4035-00C0E073B0B4}"/>
                    </a:ext>
                  </a:extLst>
                </p14:cNvPr>
                <p14:cNvContentPartPr/>
                <p14:nvPr/>
              </p14:nvContentPartPr>
              <p14:xfrm>
                <a:off x="5161380" y="2425680"/>
                <a:ext cx="546840" cy="265680"/>
              </p14:xfrm>
            </p:contentPart>
          </mc:Choice>
          <mc:Fallback>
            <p:pic>
              <p:nvPicPr>
                <p:cNvPr id="62" name="Ink 61">
                  <a:extLst>
                    <a:ext uri="{FF2B5EF4-FFF2-40B4-BE49-F238E27FC236}">
                      <a16:creationId xmlns:a16="http://schemas.microsoft.com/office/drawing/2014/main" id="{FAC3CD92-B6AF-DEC9-4035-00C0E073B0B4}"/>
                    </a:ext>
                  </a:extLst>
                </p:cNvPr>
                <p:cNvPicPr/>
                <p:nvPr/>
              </p:nvPicPr>
              <p:blipFill>
                <a:blip r:embed="rId109"/>
                <a:stretch>
                  <a:fillRect/>
                </a:stretch>
              </p:blipFill>
              <p:spPr>
                <a:xfrm>
                  <a:off x="5152740" y="2416680"/>
                  <a:ext cx="56448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3" name="Ink 62">
                  <a:extLst>
                    <a:ext uri="{FF2B5EF4-FFF2-40B4-BE49-F238E27FC236}">
                      <a16:creationId xmlns:a16="http://schemas.microsoft.com/office/drawing/2014/main" id="{6E2CBEA7-68D7-9DC8-0EA6-65A1F7812790}"/>
                    </a:ext>
                  </a:extLst>
                </p14:cNvPr>
                <p14:cNvContentPartPr/>
                <p14:nvPr/>
              </p14:nvContentPartPr>
              <p14:xfrm>
                <a:off x="5805420" y="2393280"/>
                <a:ext cx="34560" cy="247320"/>
              </p14:xfrm>
            </p:contentPart>
          </mc:Choice>
          <mc:Fallback>
            <p:pic>
              <p:nvPicPr>
                <p:cNvPr id="63" name="Ink 62">
                  <a:extLst>
                    <a:ext uri="{FF2B5EF4-FFF2-40B4-BE49-F238E27FC236}">
                      <a16:creationId xmlns:a16="http://schemas.microsoft.com/office/drawing/2014/main" id="{6E2CBEA7-68D7-9DC8-0EA6-65A1F7812790}"/>
                    </a:ext>
                  </a:extLst>
                </p:cNvPr>
                <p:cNvPicPr/>
                <p:nvPr/>
              </p:nvPicPr>
              <p:blipFill>
                <a:blip r:embed="rId111"/>
                <a:stretch>
                  <a:fillRect/>
                </a:stretch>
              </p:blipFill>
              <p:spPr>
                <a:xfrm>
                  <a:off x="5796420" y="2384280"/>
                  <a:ext cx="5220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4" name="Ink 63">
                  <a:extLst>
                    <a:ext uri="{FF2B5EF4-FFF2-40B4-BE49-F238E27FC236}">
                      <a16:creationId xmlns:a16="http://schemas.microsoft.com/office/drawing/2014/main" id="{A68DCE6A-F459-B861-D356-2DFA0BF16B7B}"/>
                    </a:ext>
                  </a:extLst>
                </p14:cNvPr>
                <p14:cNvContentPartPr/>
                <p14:nvPr/>
              </p14:nvContentPartPr>
              <p14:xfrm>
                <a:off x="5964180" y="2357280"/>
                <a:ext cx="127080" cy="299160"/>
              </p14:xfrm>
            </p:contentPart>
          </mc:Choice>
          <mc:Fallback>
            <p:pic>
              <p:nvPicPr>
                <p:cNvPr id="64" name="Ink 63">
                  <a:extLst>
                    <a:ext uri="{FF2B5EF4-FFF2-40B4-BE49-F238E27FC236}">
                      <a16:creationId xmlns:a16="http://schemas.microsoft.com/office/drawing/2014/main" id="{A68DCE6A-F459-B861-D356-2DFA0BF16B7B}"/>
                    </a:ext>
                  </a:extLst>
                </p:cNvPr>
                <p:cNvPicPr/>
                <p:nvPr/>
              </p:nvPicPr>
              <p:blipFill>
                <a:blip r:embed="rId113"/>
                <a:stretch>
                  <a:fillRect/>
                </a:stretch>
              </p:blipFill>
              <p:spPr>
                <a:xfrm>
                  <a:off x="5955180" y="2348280"/>
                  <a:ext cx="144720" cy="3168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5" name="Ink 64">
                  <a:extLst>
                    <a:ext uri="{FF2B5EF4-FFF2-40B4-BE49-F238E27FC236}">
                      <a16:creationId xmlns:a16="http://schemas.microsoft.com/office/drawing/2014/main" id="{076D1450-0929-3EF8-A2EB-F0DE4735B5B0}"/>
                    </a:ext>
                  </a:extLst>
                </p14:cNvPr>
                <p14:cNvContentPartPr/>
                <p14:nvPr/>
              </p14:nvContentPartPr>
              <p14:xfrm>
                <a:off x="4914420" y="2817000"/>
                <a:ext cx="210600" cy="313560"/>
              </p14:xfrm>
            </p:contentPart>
          </mc:Choice>
          <mc:Fallback>
            <p:pic>
              <p:nvPicPr>
                <p:cNvPr id="65" name="Ink 64">
                  <a:extLst>
                    <a:ext uri="{FF2B5EF4-FFF2-40B4-BE49-F238E27FC236}">
                      <a16:creationId xmlns:a16="http://schemas.microsoft.com/office/drawing/2014/main" id="{076D1450-0929-3EF8-A2EB-F0DE4735B5B0}"/>
                    </a:ext>
                  </a:extLst>
                </p:cNvPr>
                <p:cNvPicPr/>
                <p:nvPr/>
              </p:nvPicPr>
              <p:blipFill>
                <a:blip r:embed="rId115"/>
                <a:stretch>
                  <a:fillRect/>
                </a:stretch>
              </p:blipFill>
              <p:spPr>
                <a:xfrm>
                  <a:off x="4905780" y="2808360"/>
                  <a:ext cx="22824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6" name="Ink 65">
                  <a:extLst>
                    <a:ext uri="{FF2B5EF4-FFF2-40B4-BE49-F238E27FC236}">
                      <a16:creationId xmlns:a16="http://schemas.microsoft.com/office/drawing/2014/main" id="{B154B7B4-6D55-9272-D1C7-1B61CA300447}"/>
                    </a:ext>
                  </a:extLst>
                </p14:cNvPr>
                <p14:cNvContentPartPr/>
                <p14:nvPr/>
              </p14:nvContentPartPr>
              <p14:xfrm>
                <a:off x="4992900" y="2916720"/>
                <a:ext cx="302040" cy="366120"/>
              </p14:xfrm>
            </p:contentPart>
          </mc:Choice>
          <mc:Fallback>
            <p:pic>
              <p:nvPicPr>
                <p:cNvPr id="66" name="Ink 65">
                  <a:extLst>
                    <a:ext uri="{FF2B5EF4-FFF2-40B4-BE49-F238E27FC236}">
                      <a16:creationId xmlns:a16="http://schemas.microsoft.com/office/drawing/2014/main" id="{B154B7B4-6D55-9272-D1C7-1B61CA300447}"/>
                    </a:ext>
                  </a:extLst>
                </p:cNvPr>
                <p:cNvPicPr/>
                <p:nvPr/>
              </p:nvPicPr>
              <p:blipFill>
                <a:blip r:embed="rId117"/>
                <a:stretch>
                  <a:fillRect/>
                </a:stretch>
              </p:blipFill>
              <p:spPr>
                <a:xfrm>
                  <a:off x="4984260" y="2907720"/>
                  <a:ext cx="319680" cy="3837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7" name="Ink 66">
                  <a:extLst>
                    <a:ext uri="{FF2B5EF4-FFF2-40B4-BE49-F238E27FC236}">
                      <a16:creationId xmlns:a16="http://schemas.microsoft.com/office/drawing/2014/main" id="{8BFF9B72-D420-E64A-BC68-AC3B85261C68}"/>
                    </a:ext>
                  </a:extLst>
                </p14:cNvPr>
                <p14:cNvContentPartPr/>
                <p14:nvPr/>
              </p14:nvContentPartPr>
              <p14:xfrm>
                <a:off x="5395740" y="2938320"/>
                <a:ext cx="21960" cy="178920"/>
              </p14:xfrm>
            </p:contentPart>
          </mc:Choice>
          <mc:Fallback>
            <p:pic>
              <p:nvPicPr>
                <p:cNvPr id="67" name="Ink 66">
                  <a:extLst>
                    <a:ext uri="{FF2B5EF4-FFF2-40B4-BE49-F238E27FC236}">
                      <a16:creationId xmlns:a16="http://schemas.microsoft.com/office/drawing/2014/main" id="{8BFF9B72-D420-E64A-BC68-AC3B85261C68}"/>
                    </a:ext>
                  </a:extLst>
                </p:cNvPr>
                <p:cNvPicPr/>
                <p:nvPr/>
              </p:nvPicPr>
              <p:blipFill>
                <a:blip r:embed="rId119"/>
                <a:stretch>
                  <a:fillRect/>
                </a:stretch>
              </p:blipFill>
              <p:spPr>
                <a:xfrm>
                  <a:off x="5386740" y="2929320"/>
                  <a:ext cx="3960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8" name="Ink 67">
                  <a:extLst>
                    <a:ext uri="{FF2B5EF4-FFF2-40B4-BE49-F238E27FC236}">
                      <a16:creationId xmlns:a16="http://schemas.microsoft.com/office/drawing/2014/main" id="{CC87030F-7A81-01D6-8A61-89D75B184E14}"/>
                    </a:ext>
                  </a:extLst>
                </p14:cNvPr>
                <p14:cNvContentPartPr/>
                <p14:nvPr/>
              </p14:nvContentPartPr>
              <p14:xfrm>
                <a:off x="5457660" y="2927160"/>
                <a:ext cx="124560" cy="150120"/>
              </p14:xfrm>
            </p:contentPart>
          </mc:Choice>
          <mc:Fallback>
            <p:pic>
              <p:nvPicPr>
                <p:cNvPr id="68" name="Ink 67">
                  <a:extLst>
                    <a:ext uri="{FF2B5EF4-FFF2-40B4-BE49-F238E27FC236}">
                      <a16:creationId xmlns:a16="http://schemas.microsoft.com/office/drawing/2014/main" id="{CC87030F-7A81-01D6-8A61-89D75B184E14}"/>
                    </a:ext>
                  </a:extLst>
                </p:cNvPr>
                <p:cNvPicPr/>
                <p:nvPr/>
              </p:nvPicPr>
              <p:blipFill>
                <a:blip r:embed="rId121"/>
                <a:stretch>
                  <a:fillRect/>
                </a:stretch>
              </p:blipFill>
              <p:spPr>
                <a:xfrm>
                  <a:off x="5448660" y="2918160"/>
                  <a:ext cx="14220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9" name="Ink 68">
                  <a:extLst>
                    <a:ext uri="{FF2B5EF4-FFF2-40B4-BE49-F238E27FC236}">
                      <a16:creationId xmlns:a16="http://schemas.microsoft.com/office/drawing/2014/main" id="{0EC8AF8D-8373-532B-C63C-F67F2EE29449}"/>
                    </a:ext>
                  </a:extLst>
                </p14:cNvPr>
                <p14:cNvContentPartPr/>
                <p14:nvPr/>
              </p14:nvContentPartPr>
              <p14:xfrm>
                <a:off x="5613900" y="2928960"/>
                <a:ext cx="189720" cy="383760"/>
              </p14:xfrm>
            </p:contentPart>
          </mc:Choice>
          <mc:Fallback>
            <p:pic>
              <p:nvPicPr>
                <p:cNvPr id="69" name="Ink 68">
                  <a:extLst>
                    <a:ext uri="{FF2B5EF4-FFF2-40B4-BE49-F238E27FC236}">
                      <a16:creationId xmlns:a16="http://schemas.microsoft.com/office/drawing/2014/main" id="{0EC8AF8D-8373-532B-C63C-F67F2EE29449}"/>
                    </a:ext>
                  </a:extLst>
                </p:cNvPr>
                <p:cNvPicPr/>
                <p:nvPr/>
              </p:nvPicPr>
              <p:blipFill>
                <a:blip r:embed="rId123"/>
                <a:stretch>
                  <a:fillRect/>
                </a:stretch>
              </p:blipFill>
              <p:spPr>
                <a:xfrm>
                  <a:off x="5605260" y="2920320"/>
                  <a:ext cx="207360" cy="4014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0" name="Ink 69">
                  <a:extLst>
                    <a:ext uri="{FF2B5EF4-FFF2-40B4-BE49-F238E27FC236}">
                      <a16:creationId xmlns:a16="http://schemas.microsoft.com/office/drawing/2014/main" id="{B7657C59-0037-9F73-37E5-CE63F892A85B}"/>
                    </a:ext>
                  </a:extLst>
                </p14:cNvPr>
                <p14:cNvContentPartPr/>
                <p14:nvPr/>
              </p14:nvContentPartPr>
              <p14:xfrm>
                <a:off x="5930340" y="2860560"/>
                <a:ext cx="13320" cy="178200"/>
              </p14:xfrm>
            </p:contentPart>
          </mc:Choice>
          <mc:Fallback>
            <p:pic>
              <p:nvPicPr>
                <p:cNvPr id="70" name="Ink 69">
                  <a:extLst>
                    <a:ext uri="{FF2B5EF4-FFF2-40B4-BE49-F238E27FC236}">
                      <a16:creationId xmlns:a16="http://schemas.microsoft.com/office/drawing/2014/main" id="{B7657C59-0037-9F73-37E5-CE63F892A85B}"/>
                    </a:ext>
                  </a:extLst>
                </p:cNvPr>
                <p:cNvPicPr/>
                <p:nvPr/>
              </p:nvPicPr>
              <p:blipFill>
                <a:blip r:embed="rId125"/>
                <a:stretch>
                  <a:fillRect/>
                </a:stretch>
              </p:blipFill>
              <p:spPr>
                <a:xfrm>
                  <a:off x="5921700" y="2851920"/>
                  <a:ext cx="309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1" name="Ink 70">
                  <a:extLst>
                    <a:ext uri="{FF2B5EF4-FFF2-40B4-BE49-F238E27FC236}">
                      <a16:creationId xmlns:a16="http://schemas.microsoft.com/office/drawing/2014/main" id="{B1641511-A508-8963-E854-B6E888147605}"/>
                    </a:ext>
                  </a:extLst>
                </p14:cNvPr>
                <p14:cNvContentPartPr/>
                <p14:nvPr/>
              </p14:nvContentPartPr>
              <p14:xfrm>
                <a:off x="6025740" y="2766600"/>
                <a:ext cx="163440" cy="376200"/>
              </p14:xfrm>
            </p:contentPart>
          </mc:Choice>
          <mc:Fallback>
            <p:pic>
              <p:nvPicPr>
                <p:cNvPr id="71" name="Ink 70">
                  <a:extLst>
                    <a:ext uri="{FF2B5EF4-FFF2-40B4-BE49-F238E27FC236}">
                      <a16:creationId xmlns:a16="http://schemas.microsoft.com/office/drawing/2014/main" id="{B1641511-A508-8963-E854-B6E888147605}"/>
                    </a:ext>
                  </a:extLst>
                </p:cNvPr>
                <p:cNvPicPr/>
                <p:nvPr/>
              </p:nvPicPr>
              <p:blipFill>
                <a:blip r:embed="rId127"/>
                <a:stretch>
                  <a:fillRect/>
                </a:stretch>
              </p:blipFill>
              <p:spPr>
                <a:xfrm>
                  <a:off x="6017100" y="2757960"/>
                  <a:ext cx="181080" cy="3938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3" name="Ink 72">
                  <a:extLst>
                    <a:ext uri="{FF2B5EF4-FFF2-40B4-BE49-F238E27FC236}">
                      <a16:creationId xmlns:a16="http://schemas.microsoft.com/office/drawing/2014/main" id="{F0DA5872-E83B-407A-0098-9175064E657D}"/>
                    </a:ext>
                  </a:extLst>
                </p14:cNvPr>
                <p14:cNvContentPartPr/>
                <p14:nvPr/>
              </p14:nvContentPartPr>
              <p14:xfrm>
                <a:off x="1760100" y="2134800"/>
                <a:ext cx="245880" cy="455400"/>
              </p14:xfrm>
            </p:contentPart>
          </mc:Choice>
          <mc:Fallback>
            <p:pic>
              <p:nvPicPr>
                <p:cNvPr id="73" name="Ink 72">
                  <a:extLst>
                    <a:ext uri="{FF2B5EF4-FFF2-40B4-BE49-F238E27FC236}">
                      <a16:creationId xmlns:a16="http://schemas.microsoft.com/office/drawing/2014/main" id="{F0DA5872-E83B-407A-0098-9175064E657D}"/>
                    </a:ext>
                  </a:extLst>
                </p:cNvPr>
                <p:cNvPicPr/>
                <p:nvPr/>
              </p:nvPicPr>
              <p:blipFill>
                <a:blip r:embed="rId129"/>
                <a:stretch>
                  <a:fillRect/>
                </a:stretch>
              </p:blipFill>
              <p:spPr>
                <a:xfrm>
                  <a:off x="1751460" y="2126160"/>
                  <a:ext cx="263520" cy="473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4" name="Ink 73">
                  <a:extLst>
                    <a:ext uri="{FF2B5EF4-FFF2-40B4-BE49-F238E27FC236}">
                      <a16:creationId xmlns:a16="http://schemas.microsoft.com/office/drawing/2014/main" id="{E367AE0F-F8EA-5C99-14A2-4488E1706142}"/>
                    </a:ext>
                  </a:extLst>
                </p14:cNvPr>
                <p14:cNvContentPartPr/>
                <p14:nvPr/>
              </p14:nvContentPartPr>
              <p14:xfrm>
                <a:off x="2044140" y="2224080"/>
                <a:ext cx="192600" cy="337680"/>
              </p14:xfrm>
            </p:contentPart>
          </mc:Choice>
          <mc:Fallback>
            <p:pic>
              <p:nvPicPr>
                <p:cNvPr id="74" name="Ink 73">
                  <a:extLst>
                    <a:ext uri="{FF2B5EF4-FFF2-40B4-BE49-F238E27FC236}">
                      <a16:creationId xmlns:a16="http://schemas.microsoft.com/office/drawing/2014/main" id="{E367AE0F-F8EA-5C99-14A2-4488E1706142}"/>
                    </a:ext>
                  </a:extLst>
                </p:cNvPr>
                <p:cNvPicPr/>
                <p:nvPr/>
              </p:nvPicPr>
              <p:blipFill>
                <a:blip r:embed="rId131"/>
                <a:stretch>
                  <a:fillRect/>
                </a:stretch>
              </p:blipFill>
              <p:spPr>
                <a:xfrm>
                  <a:off x="2035140" y="2215080"/>
                  <a:ext cx="21024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5" name="Ink 74">
                  <a:extLst>
                    <a:ext uri="{FF2B5EF4-FFF2-40B4-BE49-F238E27FC236}">
                      <a16:creationId xmlns:a16="http://schemas.microsoft.com/office/drawing/2014/main" id="{965E00DE-809F-A290-9AF2-77744B21C336}"/>
                    </a:ext>
                  </a:extLst>
                </p14:cNvPr>
                <p14:cNvContentPartPr/>
                <p14:nvPr/>
              </p14:nvContentPartPr>
              <p14:xfrm>
                <a:off x="2048820" y="2374200"/>
                <a:ext cx="190440" cy="64440"/>
              </p14:xfrm>
            </p:contentPart>
          </mc:Choice>
          <mc:Fallback>
            <p:pic>
              <p:nvPicPr>
                <p:cNvPr id="75" name="Ink 74">
                  <a:extLst>
                    <a:ext uri="{FF2B5EF4-FFF2-40B4-BE49-F238E27FC236}">
                      <a16:creationId xmlns:a16="http://schemas.microsoft.com/office/drawing/2014/main" id="{965E00DE-809F-A290-9AF2-77744B21C336}"/>
                    </a:ext>
                  </a:extLst>
                </p:cNvPr>
                <p:cNvPicPr/>
                <p:nvPr/>
              </p:nvPicPr>
              <p:blipFill>
                <a:blip r:embed="rId133"/>
                <a:stretch>
                  <a:fillRect/>
                </a:stretch>
              </p:blipFill>
              <p:spPr>
                <a:xfrm>
                  <a:off x="2040180" y="2365200"/>
                  <a:ext cx="20808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6" name="Ink 75">
                  <a:extLst>
                    <a:ext uri="{FF2B5EF4-FFF2-40B4-BE49-F238E27FC236}">
                      <a16:creationId xmlns:a16="http://schemas.microsoft.com/office/drawing/2014/main" id="{34FACEA7-0AA7-4167-580D-3171AE1C9E41}"/>
                    </a:ext>
                  </a:extLst>
                </p14:cNvPr>
                <p14:cNvContentPartPr/>
                <p14:nvPr/>
              </p14:nvContentPartPr>
              <p14:xfrm>
                <a:off x="2309820" y="2212920"/>
                <a:ext cx="156240" cy="369720"/>
              </p14:xfrm>
            </p:contentPart>
          </mc:Choice>
          <mc:Fallback>
            <p:pic>
              <p:nvPicPr>
                <p:cNvPr id="76" name="Ink 75">
                  <a:extLst>
                    <a:ext uri="{FF2B5EF4-FFF2-40B4-BE49-F238E27FC236}">
                      <a16:creationId xmlns:a16="http://schemas.microsoft.com/office/drawing/2014/main" id="{34FACEA7-0AA7-4167-580D-3171AE1C9E41}"/>
                    </a:ext>
                  </a:extLst>
                </p:cNvPr>
                <p:cNvPicPr/>
                <p:nvPr/>
              </p:nvPicPr>
              <p:blipFill>
                <a:blip r:embed="rId135"/>
                <a:stretch>
                  <a:fillRect/>
                </a:stretch>
              </p:blipFill>
              <p:spPr>
                <a:xfrm>
                  <a:off x="2301180" y="2203920"/>
                  <a:ext cx="173880" cy="3873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7" name="Ink 76">
                  <a:extLst>
                    <a:ext uri="{FF2B5EF4-FFF2-40B4-BE49-F238E27FC236}">
                      <a16:creationId xmlns:a16="http://schemas.microsoft.com/office/drawing/2014/main" id="{6CBBF825-70FF-C2C0-E61D-76519C341AC0}"/>
                    </a:ext>
                  </a:extLst>
                </p14:cNvPr>
                <p14:cNvContentPartPr/>
                <p14:nvPr/>
              </p14:nvContentPartPr>
              <p14:xfrm>
                <a:off x="1703940" y="1950480"/>
                <a:ext cx="996120" cy="959040"/>
              </p14:xfrm>
            </p:contentPart>
          </mc:Choice>
          <mc:Fallback>
            <p:pic>
              <p:nvPicPr>
                <p:cNvPr id="77" name="Ink 76">
                  <a:extLst>
                    <a:ext uri="{FF2B5EF4-FFF2-40B4-BE49-F238E27FC236}">
                      <a16:creationId xmlns:a16="http://schemas.microsoft.com/office/drawing/2014/main" id="{6CBBF825-70FF-C2C0-E61D-76519C341AC0}"/>
                    </a:ext>
                  </a:extLst>
                </p:cNvPr>
                <p:cNvPicPr/>
                <p:nvPr/>
              </p:nvPicPr>
              <p:blipFill>
                <a:blip r:embed="rId137"/>
                <a:stretch>
                  <a:fillRect/>
                </a:stretch>
              </p:blipFill>
              <p:spPr>
                <a:xfrm>
                  <a:off x="1695300" y="1941480"/>
                  <a:ext cx="1013760" cy="9766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8" name="Ink 77">
                  <a:extLst>
                    <a:ext uri="{FF2B5EF4-FFF2-40B4-BE49-F238E27FC236}">
                      <a16:creationId xmlns:a16="http://schemas.microsoft.com/office/drawing/2014/main" id="{44CF908C-4977-1740-3AF4-0C994A5D2BE7}"/>
                    </a:ext>
                  </a:extLst>
                </p14:cNvPr>
                <p14:cNvContentPartPr/>
                <p14:nvPr/>
              </p14:nvContentPartPr>
              <p14:xfrm>
                <a:off x="2571540" y="2330280"/>
                <a:ext cx="1980720" cy="81720"/>
              </p14:xfrm>
            </p:contentPart>
          </mc:Choice>
          <mc:Fallback>
            <p:pic>
              <p:nvPicPr>
                <p:cNvPr id="78" name="Ink 77">
                  <a:extLst>
                    <a:ext uri="{FF2B5EF4-FFF2-40B4-BE49-F238E27FC236}">
                      <a16:creationId xmlns:a16="http://schemas.microsoft.com/office/drawing/2014/main" id="{44CF908C-4977-1740-3AF4-0C994A5D2BE7}"/>
                    </a:ext>
                  </a:extLst>
                </p:cNvPr>
                <p:cNvPicPr/>
                <p:nvPr/>
              </p:nvPicPr>
              <p:blipFill>
                <a:blip r:embed="rId139"/>
                <a:stretch>
                  <a:fillRect/>
                </a:stretch>
              </p:blipFill>
              <p:spPr>
                <a:xfrm>
                  <a:off x="2562900" y="2321640"/>
                  <a:ext cx="199836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9" name="Ink 78">
                  <a:extLst>
                    <a:ext uri="{FF2B5EF4-FFF2-40B4-BE49-F238E27FC236}">
                      <a16:creationId xmlns:a16="http://schemas.microsoft.com/office/drawing/2014/main" id="{1EC2B89E-0DF2-36DD-137B-575C82BAAEC4}"/>
                    </a:ext>
                  </a:extLst>
                </p14:cNvPr>
                <p14:cNvContentPartPr/>
                <p14:nvPr/>
              </p14:nvContentPartPr>
              <p14:xfrm>
                <a:off x="4351740" y="2226960"/>
                <a:ext cx="153720" cy="250560"/>
              </p14:xfrm>
            </p:contentPart>
          </mc:Choice>
          <mc:Fallback>
            <p:pic>
              <p:nvPicPr>
                <p:cNvPr id="79" name="Ink 78">
                  <a:extLst>
                    <a:ext uri="{FF2B5EF4-FFF2-40B4-BE49-F238E27FC236}">
                      <a16:creationId xmlns:a16="http://schemas.microsoft.com/office/drawing/2014/main" id="{1EC2B89E-0DF2-36DD-137B-575C82BAAEC4}"/>
                    </a:ext>
                  </a:extLst>
                </p:cNvPr>
                <p:cNvPicPr/>
                <p:nvPr/>
              </p:nvPicPr>
              <p:blipFill>
                <a:blip r:embed="rId141"/>
                <a:stretch>
                  <a:fillRect/>
                </a:stretch>
              </p:blipFill>
              <p:spPr>
                <a:xfrm>
                  <a:off x="4342740" y="2217960"/>
                  <a:ext cx="17136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3" name="Ink 82">
                  <a:extLst>
                    <a:ext uri="{FF2B5EF4-FFF2-40B4-BE49-F238E27FC236}">
                      <a16:creationId xmlns:a16="http://schemas.microsoft.com/office/drawing/2014/main" id="{B80501EC-4819-9C39-2203-D31315934151}"/>
                    </a:ext>
                  </a:extLst>
                </p14:cNvPr>
                <p14:cNvContentPartPr/>
                <p14:nvPr/>
              </p14:nvContentPartPr>
              <p14:xfrm>
                <a:off x="6191340" y="2457720"/>
                <a:ext cx="2523960" cy="1708920"/>
              </p14:xfrm>
            </p:contentPart>
          </mc:Choice>
          <mc:Fallback>
            <p:pic>
              <p:nvPicPr>
                <p:cNvPr id="83" name="Ink 82">
                  <a:extLst>
                    <a:ext uri="{FF2B5EF4-FFF2-40B4-BE49-F238E27FC236}">
                      <a16:creationId xmlns:a16="http://schemas.microsoft.com/office/drawing/2014/main" id="{B80501EC-4819-9C39-2203-D31315934151}"/>
                    </a:ext>
                  </a:extLst>
                </p:cNvPr>
                <p:cNvPicPr/>
                <p:nvPr/>
              </p:nvPicPr>
              <p:blipFill>
                <a:blip r:embed="rId143"/>
                <a:stretch>
                  <a:fillRect/>
                </a:stretch>
              </p:blipFill>
              <p:spPr>
                <a:xfrm>
                  <a:off x="6182340" y="2448720"/>
                  <a:ext cx="2541600" cy="17265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4" name="Ink 83">
                  <a:extLst>
                    <a:ext uri="{FF2B5EF4-FFF2-40B4-BE49-F238E27FC236}">
                      <a16:creationId xmlns:a16="http://schemas.microsoft.com/office/drawing/2014/main" id="{CA171413-C361-68E8-AF55-D062E650F3D8}"/>
                    </a:ext>
                  </a:extLst>
                </p14:cNvPr>
                <p14:cNvContentPartPr/>
                <p14:nvPr/>
              </p14:nvContentPartPr>
              <p14:xfrm>
                <a:off x="8642580" y="4060080"/>
                <a:ext cx="204120" cy="185040"/>
              </p14:xfrm>
            </p:contentPart>
          </mc:Choice>
          <mc:Fallback>
            <p:pic>
              <p:nvPicPr>
                <p:cNvPr id="84" name="Ink 83">
                  <a:extLst>
                    <a:ext uri="{FF2B5EF4-FFF2-40B4-BE49-F238E27FC236}">
                      <a16:creationId xmlns:a16="http://schemas.microsoft.com/office/drawing/2014/main" id="{CA171413-C361-68E8-AF55-D062E650F3D8}"/>
                    </a:ext>
                  </a:extLst>
                </p:cNvPr>
                <p:cNvPicPr/>
                <p:nvPr/>
              </p:nvPicPr>
              <p:blipFill>
                <a:blip r:embed="rId145"/>
                <a:stretch>
                  <a:fillRect/>
                </a:stretch>
              </p:blipFill>
              <p:spPr>
                <a:xfrm>
                  <a:off x="8633580" y="4051440"/>
                  <a:ext cx="221760" cy="202680"/>
                </a:xfrm>
                <a:prstGeom prst="rect">
                  <a:avLst/>
                </a:prstGeom>
              </p:spPr>
            </p:pic>
          </mc:Fallback>
        </mc:AlternateContent>
      </p:grpSp>
    </p:spTree>
    <p:extLst>
      <p:ext uri="{BB962C8B-B14F-4D97-AF65-F5344CB8AC3E}">
        <p14:creationId xmlns:p14="http://schemas.microsoft.com/office/powerpoint/2010/main" val="3295625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2" name="Google Shape;1472;p69"/>
          <p:cNvSpPr txBox="1"/>
          <p:nvPr/>
        </p:nvSpPr>
        <p:spPr>
          <a:xfrm>
            <a:off x="224979" y="788088"/>
            <a:ext cx="11806237"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Behavior definition describes the behavior of the business object in terms of what operations are allowed for our entire BO. If the BO consists of multiple entities (e.g. Travel, Booking, Booking </a:t>
            </a:r>
            <a:r>
              <a:rPr lang="en-US" sz="1800" dirty="0" err="1">
                <a:solidFill>
                  <a:schemeClr val="dk1"/>
                </a:solidFill>
                <a:latin typeface="Calibri"/>
                <a:ea typeface="Calibri"/>
                <a:cs typeface="Calibri"/>
                <a:sym typeface="Calibri"/>
              </a:rPr>
              <a:t>Suppl</a:t>
            </a:r>
            <a:r>
              <a:rPr lang="en-US" sz="1800" dirty="0">
                <a:solidFill>
                  <a:schemeClr val="dk1"/>
                </a:solidFill>
                <a:latin typeface="Calibri"/>
                <a:ea typeface="Calibri"/>
                <a:cs typeface="Calibri"/>
                <a:sym typeface="Calibri"/>
              </a:rPr>
              <a:t>), there is exactly one BDEF which exist for this business object.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BDEF will have exactly same name as your root entity, you are not allowed to change the name. We can test our business object once the behavior definition is created. The RAP framework will auto generate all the necessary code behind the scenes to handle the CURD (Create, Update, Read, and Delete) operations on our BO.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Based on the BDEF, the RAP framework will decide whether it’s a managed or unmanaged scenario. In addition to CURD, we can also maintain the actions, determinations, </a:t>
            </a:r>
            <a:r>
              <a:rPr lang="en-US" sz="1800" dirty="0" err="1">
                <a:solidFill>
                  <a:schemeClr val="dk1"/>
                </a:solidFill>
                <a:latin typeface="Calibri"/>
                <a:ea typeface="Calibri"/>
                <a:cs typeface="Calibri"/>
                <a:sym typeface="Calibri"/>
              </a:rPr>
              <a:t>prechecks</a:t>
            </a:r>
            <a:r>
              <a:rPr lang="en-US" sz="1800" dirty="0">
                <a:solidFill>
                  <a:schemeClr val="dk1"/>
                </a:solidFill>
                <a:latin typeface="Calibri"/>
                <a:ea typeface="Calibri"/>
                <a:cs typeface="Calibri"/>
                <a:sym typeface="Calibri"/>
              </a:rPr>
              <a:t>, validations, draft availability, draft actions etc. as part of </a:t>
            </a:r>
            <a:r>
              <a:rPr lang="en-US" sz="1800" dirty="0" err="1">
                <a:solidFill>
                  <a:schemeClr val="dk1"/>
                </a:solidFill>
                <a:latin typeface="Calibri"/>
                <a:ea typeface="Calibri"/>
                <a:cs typeface="Calibri"/>
                <a:sym typeface="Calibri"/>
              </a:rPr>
              <a:t>behaviour</a:t>
            </a:r>
            <a:r>
              <a:rPr lang="en-US" sz="1800" dirty="0">
                <a:solidFill>
                  <a:schemeClr val="dk1"/>
                </a:solidFill>
                <a:latin typeface="Calibri"/>
                <a:ea typeface="Calibri"/>
                <a:cs typeface="Calibri"/>
                <a:sym typeface="Calibri"/>
              </a:rPr>
              <a:t> definition.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name of BDEF is always same name as your BO.</a:t>
            </a:r>
            <a:endParaRPr dirty="0"/>
          </a:p>
          <a:p>
            <a:pPr marL="0" marR="0" lvl="0" indent="0" algn="l" rtl="0">
              <a:spcBef>
                <a:spcPts val="0"/>
              </a:spcBef>
              <a:spcAft>
                <a:spcPts val="0"/>
              </a:spcAft>
              <a:buNone/>
            </a:pPr>
            <a:r>
              <a:rPr lang="en-US" sz="1800" u="sng"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https://help.sap.com/docs/ABAP_PLATFORM_NEW/fc4c71aa50014fd1b43721701471913d/761d389302e8463a9c3509907f22f22f.html?q=behavior%20definition#loio761d389302e8463a9c3509907f22f22f__impl_strict_transAct</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73" name="Google Shape;1473;p69"/>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Behavior Definition (BDEF)</a:t>
            </a:r>
            <a:endParaRPr sz="3599" dirty="0">
              <a:solidFill>
                <a:srgbClr val="FFC000"/>
              </a:solidFill>
              <a:latin typeface="Cooper Black" panose="0208090404030B020404" pitchFamily="18" charset="0"/>
              <a:ea typeface="Corben"/>
              <a:cs typeface="Corben"/>
              <a:sym typeface="Corben"/>
            </a:endParaRPr>
          </a:p>
        </p:txBody>
      </p:sp>
      <p:sp>
        <p:nvSpPr>
          <p:cNvPr id="1476" name="Google Shape;1476;p69"/>
          <p:cNvSpPr/>
          <p:nvPr/>
        </p:nvSpPr>
        <p:spPr>
          <a:xfrm>
            <a:off x="989883" y="4733049"/>
            <a:ext cx="2880320" cy="151216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Business Object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Travel(root)+Booking+Booking Suppl</a:t>
            </a:r>
            <a:endParaRPr sz="1400">
              <a:solidFill>
                <a:schemeClr val="lt1"/>
              </a:solidFill>
              <a:latin typeface="Calibri"/>
              <a:ea typeface="Calibri"/>
              <a:cs typeface="Calibri"/>
              <a:sym typeface="Calibri"/>
            </a:endParaRPr>
          </a:p>
        </p:txBody>
      </p:sp>
      <p:sp>
        <p:nvSpPr>
          <p:cNvPr id="1477" name="Google Shape;1477;p69"/>
          <p:cNvSpPr/>
          <p:nvPr/>
        </p:nvSpPr>
        <p:spPr>
          <a:xfrm>
            <a:off x="7542611" y="4733049"/>
            <a:ext cx="2880320" cy="151216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Behaviour Definition</a:t>
            </a:r>
            <a:endParaRPr sz="1400">
              <a:solidFill>
                <a:schemeClr val="lt1"/>
              </a:solidFill>
              <a:latin typeface="Calibri"/>
              <a:ea typeface="Calibri"/>
              <a:cs typeface="Calibri"/>
              <a:sym typeface="Calibri"/>
            </a:endParaRPr>
          </a:p>
        </p:txBody>
      </p:sp>
      <p:cxnSp>
        <p:nvCxnSpPr>
          <p:cNvPr id="1478" name="Google Shape;1478;p69"/>
          <p:cNvCxnSpPr>
            <a:stCxn id="1476" idx="3"/>
            <a:endCxn id="1477" idx="1"/>
          </p:cNvCxnSpPr>
          <p:nvPr/>
        </p:nvCxnSpPr>
        <p:spPr>
          <a:xfrm>
            <a:off x="3870203" y="5489133"/>
            <a:ext cx="3672300" cy="0"/>
          </a:xfrm>
          <a:prstGeom prst="straightConnector1">
            <a:avLst/>
          </a:prstGeom>
          <a:noFill/>
          <a:ln w="9525" cap="flat" cmpd="sng">
            <a:solidFill>
              <a:schemeClr val="accent1"/>
            </a:solidFill>
            <a:prstDash val="solid"/>
            <a:miter lim="800000"/>
            <a:headEnd type="none" w="sm" len="sm"/>
            <a:tailEnd type="none" w="sm" len="sm"/>
          </a:ln>
        </p:spPr>
      </p:cxnSp>
      <p:sp>
        <p:nvSpPr>
          <p:cNvPr id="1479" name="Google Shape;1479;p69"/>
          <p:cNvSpPr txBox="1"/>
          <p:nvPr/>
        </p:nvSpPr>
        <p:spPr>
          <a:xfrm>
            <a:off x="3942211" y="4949073"/>
            <a:ext cx="3600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		      0..1</a:t>
            </a:r>
            <a:endParaRPr/>
          </a:p>
        </p:txBody>
      </p:sp>
      <p:sp>
        <p:nvSpPr>
          <p:cNvPr id="11"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2"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0"/>
        <p:cNvGrpSpPr/>
        <p:nvPr/>
      </p:nvGrpSpPr>
      <p:grpSpPr>
        <a:xfrm>
          <a:off x="0" y="0"/>
          <a:ext cx="0" cy="0"/>
          <a:chOff x="0" y="0"/>
          <a:chExt cx="0" cy="0"/>
        </a:xfrm>
      </p:grpSpPr>
      <p:sp>
        <p:nvSpPr>
          <p:cNvPr id="1512" name="Google Shape;1512;p73"/>
          <p:cNvSpPr txBox="1"/>
          <p:nvPr/>
        </p:nvSpPr>
        <p:spPr>
          <a:xfrm>
            <a:off x="224979" y="788088"/>
            <a:ext cx="11806237"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will contain multiple framework generated values when data comes to us in our ABAP code or when we process the BO instance. All the framework generated parameters starts with %</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%CID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During create mode the primary key of BO instance is not generated, until the save sequence is execute (like late numbering) like in our case the travel id is created after all the validations are passed. We have %CID also known as content id and is used in the OData request to bind the result operation to a name so that it can be referenced in another operation later. I sent a call from my laptop, one of the browser session, so if there is a issue, I only should get the error on my screen.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It is like a temporary primary key which is given by the RAP framework kept in the transaction buffer to track the user session or our BO instance. Later on once the actual key is generated, the %CID will act like a foreign key to associate with session and will sent back to RAP by us to inform RAP that which session does this operation belongs to.</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a:t>
            </a:r>
            <a:r>
              <a:rPr lang="en-US" sz="1800" b="1" dirty="0" err="1">
                <a:solidFill>
                  <a:schemeClr val="dk1"/>
                </a:solidFill>
                <a:latin typeface="Calibri"/>
                <a:ea typeface="Calibri"/>
                <a:cs typeface="Calibri"/>
                <a:sym typeface="Calibri"/>
              </a:rPr>
              <a:t>tkey</a:t>
            </a: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When we apply operations on our table like a action. We also receive a table key in our code, and based on that we will reply the RAP that a particular operation on the table was completed. If something goes wrong we will also inform the error to the RAP framework using this table key.</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%key</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a single operation like Edit, Delete inside the object page, we will also receive the key of the object which we are editing or deleting.</a:t>
            </a:r>
            <a:endParaRPr sz="1800" dirty="0">
              <a:solidFill>
                <a:schemeClr val="dk1"/>
              </a:solidFill>
              <a:latin typeface="Calibri"/>
              <a:ea typeface="Calibri"/>
              <a:cs typeface="Calibri"/>
              <a:sym typeface="Calibri"/>
            </a:endParaRPr>
          </a:p>
        </p:txBody>
      </p:sp>
      <p:sp>
        <p:nvSpPr>
          <p:cNvPr id="1513" name="Google Shape;1513;p7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b="1" dirty="0">
                <a:solidFill>
                  <a:srgbClr val="FFC000"/>
                </a:solidFill>
                <a:latin typeface="Cooper Black" panose="0208090404030B020404" pitchFamily="18" charset="0"/>
                <a:ea typeface="Corben"/>
                <a:cs typeface="Corben"/>
                <a:sym typeface="Corben"/>
              </a:rPr>
              <a:t>Framework Generated IDs</a:t>
            </a:r>
            <a:endParaRPr sz="3599" b="1"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a:solidFill>
                  <a:srgbClr val="75C042"/>
                </a:solidFill>
                <a:latin typeface="Segoe UI" panose="020B0502040204020203" pitchFamily="34" charset="0"/>
                <a:ea typeface="Calibri Light" charset="0"/>
                <a:cs typeface="Segoe UI" panose="020B0502040204020203" pitchFamily="34" charset="0"/>
              </a:rPr>
              <a:t>22</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1933</TotalTime>
  <Words>1096</Words>
  <Application>Microsoft Office PowerPoint</Application>
  <PresentationFormat>Custom</PresentationFormat>
  <Paragraphs>116</Paragraphs>
  <Slides>13</Slides>
  <Notes>9</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13</vt:i4>
      </vt:variant>
    </vt:vector>
  </HeadingPairs>
  <TitlesOfParts>
    <vt:vector size="27" baseType="lpstr">
      <vt:lpstr>Open Sans</vt:lpstr>
      <vt:lpstr>Segoe UI Light</vt:lpstr>
      <vt:lpstr>Cambria</vt:lpstr>
      <vt:lpstr>Arial</vt:lpstr>
      <vt:lpstr>Calibri</vt:lpstr>
      <vt:lpstr>Corben</vt:lpstr>
      <vt:lpstr>Cooper Black</vt:lpstr>
      <vt:lpstr>Quattrocento Sans</vt:lpstr>
      <vt:lpstr>Arial Black</vt:lpstr>
      <vt:lpstr>Segoe UI</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Annotation Documentation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80</cp:revision>
  <dcterms:created xsi:type="dcterms:W3CDTF">2023-10-03T21:33:12Z</dcterms:created>
  <dcterms:modified xsi:type="dcterms:W3CDTF">2026-02-18T08:02:05Z</dcterms:modified>
</cp:coreProperties>
</file>