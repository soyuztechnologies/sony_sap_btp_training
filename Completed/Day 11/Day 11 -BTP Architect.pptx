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6" r:id="rId2"/>
    <p:sldId id="4122" r:id="rId3"/>
    <p:sldId id="277" r:id="rId4"/>
    <p:sldId id="4818" r:id="rId5"/>
    <p:sldId id="4805" r:id="rId6"/>
    <p:sldId id="4802" r:id="rId7"/>
    <p:sldId id="4773" r:id="rId8"/>
    <p:sldId id="4774" r:id="rId9"/>
    <p:sldId id="4811" r:id="rId10"/>
    <p:sldId id="4812" r:id="rId11"/>
    <p:sldId id="4775" r:id="rId12"/>
    <p:sldId id="4776" r:id="rId13"/>
    <p:sldId id="4817" r:id="rId14"/>
    <p:sldId id="4754" r:id="rId15"/>
    <p:sldId id="4758" r:id="rId16"/>
    <p:sldId id="282" r:id="rId17"/>
    <p:sldId id="280" r:id="rId18"/>
    <p:sldId id="4711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11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0 544 24575,'0'-2'0,"1"0"0,-1 0 0,1 1 0,-1-1 0,1 0 0,0 0 0,-1 1 0,1-1 0,0 0 0,0 1 0,0-1 0,0 1 0,1-1 0,-1 1 0,0-1 0,3-1 0,29-20 0,-22 16 0,7-7 0,-13 9 0,1 1 0,0-1 0,0 1 0,0 0 0,0 1 0,1-1 0,0 1 0,8-3 0,-14 6 0,0 1 0,-1-1 0,1 0 0,0 0 0,-1 0 0,1 0 0,-1 0 0,1 1 0,-1-1 0,1 0 0,0 1 0,-1-1 0,1 0 0,-1 1 0,1-1 0,-1 1 0,0-1 0,1 0 0,-1 1 0,1-1 0,-1 1 0,0 0 0,1-1 0,-1 1 0,0-1 0,0 1 0,1-1 0,-1 1 0,0 0 0,0-1 0,0 1 0,0 1 0,3 25 0,-3-20 0,2 18 0,1 0 0,1 0 0,1-1 0,2 0 0,0 0 0,1 0 0,1-1 0,18 32 0,-25-51 0,1 0 0,-1 0 0,1-1 0,0 1 0,0-1 0,0 1 0,1-1 0,-1 0 0,1 0 0,0-1 0,0 1 0,0-1 0,0 0 0,0 0 0,0 0 0,0 0 0,9 1 0,-8-2 0,1-1 0,0 0 0,-1 0 0,1-1 0,0 1 0,-1-1 0,1 0 0,-1-1 0,1 0 0,-1 0 0,0 0 0,0 0 0,0-1 0,6-3 0,40-29 0,-1-2 0,78-76 0,-104 92 0,100-96 0,107-95 0,-179 170 0,1 1 0,96-53 0,-137 86-170,1 1-1,1 1 0,-1 0 1,1 0-1,0 1 0,0 1 1,25-4-1,-18 9-6655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17.3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1 380 24575,'5'-1'0,"0"0"0,0 0 0,0-1 0,0 0 0,0 0 0,5-3 0,4-1 0,-4 1 0,-8 4 0,1 0 0,-1 0 0,1 0 0,-1 0 0,1 0 0,0 0 0,4 0 0,-6 1 0,0 1 0,0-1 0,0 0 0,0 0 0,0 1 0,0-1 0,0 0 0,0 1 0,0-1 0,0 1 0,0 0 0,0-1 0,0 1 0,0 0 0,0-1 0,-1 1 0,1 0 0,0 0 0,-1 0 0,1 0 0,0-1 0,-1 1 0,1 2 0,91 188 0,-87-181 0,0-1 0,1 0 0,0-1 0,0 1 0,10 9 0,-14-16 0,0 0 0,1 0 0,-1-1 0,0 1 0,1-1 0,-1 1 0,1-1 0,0 0 0,-1 0 0,1 0 0,0 0 0,0 0 0,-1 0 0,1-1 0,0 0 0,0 0 0,0 1 0,0-1 0,0-1 0,0 1 0,-1 0 0,1-1 0,0 0 0,3 0 0,20-10 0,-1-1 0,0-1 0,-1-1 0,38-30 0,-34 24 0,212-159 0,-116 83 0,183-109 0,-262 182-1365,-10 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22.8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0 513 24575,'1'-2'0,"-1"0"0,1 0 0,0 1 0,0-1 0,-1 0 0,1 1 0,0-1 0,0 1 0,0-1 0,1 1 0,-1-1 0,0 1 0,1 0 0,-1 0 0,0 0 0,1-1 0,0 1 0,-1 1 0,1-1 0,2-1 0,36-13 0,-38 14 0,0 1 0,1 0 0,-1-1 0,0 1 0,0 0 0,0 0 0,0 1 0,0-1 0,0 0 0,0 1 0,1-1 0,-1 1 0,0 0 0,0-1 0,0 1 0,-1 0 0,1 0 0,0 0 0,0 1 0,0-1 0,-1 0 0,1 1 0,-1-1 0,1 1 0,-1-1 0,2 3 0,2 4 0,0 1 0,0 0 0,-1 0 0,5 15 0,1 3 0,-5-17 0,1 0 0,-1 0 0,1-1 0,1 0 0,0 0 0,0 0 0,1-1 0,0 0 0,1 0 0,-1-1 0,19 11 0,-20-14 0,-1 0 0,1-1 0,0-1 0,0 1 0,0-1 0,0 0 0,0 0 0,0-1 0,0 0 0,1-1 0,-1 1 0,0-1 0,1-1 0,-1 1 0,0-1 0,1 0 0,-1-1 0,0 0 0,8-3 0,26-15 0,0-1 0,59-42 0,-49 30 0,201-139 0,100-62 0,-352 234 0,191-100 342,-166 89-627,1 0 1,0 2-1,1 2 1,0 0-1,46-5 1,-46 10-6542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48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7 118 24575,'-6'-3'0,"11"-2"0,13-4 0,47-7 0,112-12 0,-61 12 0,-36 5 0,-45 8 0,0-2 0,45-12 0,-70 12-1365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49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33 24575,'-2'-1'0,"0"-1"0,-1 0 0,1 0 0,0 0 0,0 0 0,1 0 0,-1 0 0,0 0 0,1-1 0,-1 1 0,-1-5 0,1 3 0,4 8 0,1-1 0,0 0 0,0 0 0,0-1 0,0 1 0,1-1 0,-1 1 0,7 2 0,41 19 0,-12-5 0,-26-12 0,0 0 0,-1 2 0,0-1 0,0 1 0,-1 1 0,15 15 0,-23-21 0,0-1 0,-1 1 0,1 0 0,0 0 0,-1 0 0,0 0 0,0 0 0,0 1 0,-1-1 0,1 0 0,-1 1 0,0 0 0,-1-1 0,1 1 0,-1-1 0,1 1 0,-2 0 0,1-1 0,0 1 0,-1 0 0,0-1 0,0 1 0,0-1 0,-3 7 0,-2 1 0,0 0 0,-1-1 0,0 0 0,-1 0 0,0 0 0,-1-1 0,-17 15 0,-79 59 0,74-61 0,-34 26-1365,5-5-5461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50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54 24575,'0'-1'0,"-1"1"0,0 0 0,1-1 0,-1 1 0,1-1 0,-1 1 0,1-1 0,-1 1 0,1-1 0,-1 0 0,1 1 0,-1-1 0,1 0 0,0 1 0,-1-1 0,1 0 0,0 1 0,0-1 0,-1 0 0,1 0 0,0 0 0,22-3 0,1715-31-598,-1706 35 765,-11-1-644,-1 2-1,25 2 0,-27 1-5849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2:51.4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1 24575,'-3'0'0,"0"0"0,0 0 0,0 1 0,0-1 0,1 1 0,-1 0 0,0 0 0,-4 2 0,7-3 0,-1 0 0,1 0 0,0 0 0,0 0 0,-1 0 0,1 1 0,0-1 0,0 0 0,0 0 0,-1 0 0,1 0 0,0 1 0,0-1 0,0 0 0,0 0 0,0 1 0,-1-1 0,1 0 0,0 0 0,0 0 0,0 1 0,0-1 0,0 0 0,0 0 0,0 1 0,0-1 0,0 0 0,0 1 0,0-1 0,0 0 0,0 0 0,0 1 0,0-1 0,0 0 0,0 1 0,1-1 0,0 1 0,0 0 0,0 0 0,0 0 0,0 0 0,0-1 0,0 1 0,0 0 0,0-1 0,0 1 0,0-1 0,3 1 0,12 5 0,1-1 0,-1-1 0,1-1 0,21 2 0,73-1 0,-74-3 0,856 1 0,-356-4 0,-545 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0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67 24575,'-1'0'0,"0"0"0,-1 0 0,1 0 0,0 0 0,-1 0 0,1 0 0,0-1 0,0 1 0,-1 0 0,1-1 0,0 1 0,0-1 0,-2-1 0,3 2 0,-1 0 0,1-1 0,0 1 0,-1 0 0,1-1 0,0 1 0,-1 0 0,1-1 0,0 1 0,0-1 0,0 1 0,-1-1 0,1 1 0,0-1 0,0 1 0,0 0 0,0-1 0,0 1 0,0-1 0,0 1 0,0-1 0,0 1 0,0-1 0,0 1 0,0-1 0,1-1 0,0 1 0,0-1 0,-1 1 0,1-1 0,0 1 0,0 0 0,1-1 0,-1 1 0,0 0 0,0 0 0,0 0 0,1 0 0,-1 0 0,1 0 0,-1 0 0,1 0 0,-1 0 0,4 0 0,26-7 0,1 1 0,-1 2 0,1 2 0,54-1 0,-55 3 0,761 17 0,-262 2 0,-517-18 150,9 1-21,-18-3-612,-9-1-678,-5-1-5665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1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24575,'0'0'0,"1"1"0,-1 0 0,0-1 0,1 1 0,-1-1 0,1 1 0,-1-1 0,1 1 0,-1-1 0,1 1 0,-1-1 0,1 1 0,-1-1 0,1 0 0,0 1 0,-1-1 0,1 0 0,-1 1 0,1-1 0,0 0 0,-1 0 0,1 0 0,0 0 0,0 0 0,0 0 0,24 3 0,-22-2 0,178 5 0,-66-5 0,913 3 0,-818-12-1365,-194 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1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 24575,'20'0'0,"28"0"0,24 0 0,17 0 0,11 0 0,6-3 0,-2-1 0,-5 1 0,-7-3 0,-11 0 0,-10 0 0,-11 0 0,-9-1 0,-12 2 0,-8 1 0,-10 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3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24575,'277'8'0,"-38"0"0,822 27 0,-1047-34-1365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4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24575,'0'0'0,"0"-1"0,0 1 0,0-1 0,0 1 0,1-1 0,-1 1 0,0-1 0,0 1 0,1-1 0,-1 1 0,0 0 0,1-1 0,-1 1 0,0-1 0,1 1 0,-1 0 0,1-1 0,-1 1 0,0 0 0,1 0 0,-1-1 0,1 1 0,-1 0 0,1 0 0,-1 0 0,1 0 0,0-1 0,18-2 0,-13 3 0,90-12 16,128 0 0,100 20-144,-294-7 95,722 40-570,-428-21-677,-281-17-4899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5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38 24575,'-3'0'0,"-1"0"0,1-1 0,-1 1 0,1-1 0,-1 0 0,1 0 0,0 0 0,0 0 0,-1-1 0,1 1 0,0-1 0,0 0 0,0 0 0,0 0 0,-3-4 0,6 6 0,0-1 0,0 1 0,0-1 0,0 1 0,0 0 0,0-1 0,0 1 0,0 0 0,0-1 0,0 1 0,0 0 0,1-1 0,-1 1 0,0 0 0,0-1 0,0 1 0,1 0 0,-1 0 0,0-1 0,1 1 0,-1 0 0,0 0 0,0-1 0,1 1 0,-1 0 0,0 0 0,1 0 0,-1 0 0,0-1 0,1 1 0,-1 0 0,0 0 0,1 0 0,-1 0 0,1 0 0,-1 0 0,0 0 0,1 0 0,18-2 0,-18 1 0,287-2 0,-161 5 0,587-2-1365,-697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6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70 24575,'-39'0'0,"36"0"0,9 0 0,6 0 0,112-7 0,-30 1 0,182-5 0,676-31 0,-943 41 88,24-1 134,-31 2-298,-1 0 0,0 0 0,0 0 0,0 0 0,0 0-1,0 0 1,0 0 0,0 0 0,0 1 0,0-1 0,0 0-1,0 1 1,0-1 0,0 1 0,0-1 0,0 1 0,0 0 0,0-1-1,0 1 1,0 0 0,1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7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424 49 24575,'-43'-2'0,"-59"-10"0,16 0 0,62 10 0,-7-1 0,1 0 0,-60 5 0,73 3 0,19-2 0,11 0 0,252 3 0,-166-7 0,778-20 0,-837 19 183,-14 1-957,49-8 0,-86 12-6052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8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24575,'3'0'0,"3"0"0,5 0 0,3 0 0,-2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3:19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24575,'452'9'-341,"-55"-1"-199,961-8 364,-1079-10-1013,-229 7-4756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1.4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24575,'77'31'0,"449"146"-864,-357-125 715,-49-15 149,386 129 0,-357-110 0,188 101 0,-322-149 14,3 0 17,-1 2 0,0 0 0,-1 1 0,19 17 0,-34-28-49,0 1 1,0-1 0,-1 1-1,1-1 1,0 1 0,0 0-1,-1-1 1,1 1 0,0 0-1,-1 0 1,1 0-1,-1-1 1,1 1 0,-1 0-1,1 0 1,-1 0 0,1 0-1,-1 0 1,0 0 0,0 0-1,0 0 1,1 0-1,-1 0 1,0 0 0,0 0-1,0 0 1,0 0 0,-1 0-1,1 2 1,-8 4-6809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1.6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1364 108 24575,'1'-8'0,"-2"1"0,1-1 0,-1 1 0,0-1 0,-1 1 0,0-1 0,0 1 0,0 0 0,-1 0 0,-7-14 0,9 20 0,0 0 0,0 0 0,-1 0 0,1 0 0,0 0 0,0 0 0,0 0 0,-1 1 0,1-1 0,-1 0 0,1 1 0,0-1 0,-1 1 0,1-1 0,-1 1 0,1 0 0,-1 0 0,1-1 0,-1 1 0,1 0 0,-1 1 0,1-1 0,-1 0 0,1 0 0,-1 1 0,1-1 0,-1 0 0,1 1 0,-1 0 0,1-1 0,0 1 0,-3 1 0,-5 4 0,-1-1 0,1 2 0,-12 9 0,18-13 0,-303 276 14,163-144-131,-596 525-1661,686-615-4532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2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92 24575,'1'-6'0,"2"7"0,6 15 0,12 34 0,-19-42 0,25 59 0,2 0 0,4-2 0,51 79 0,-76-133 0,-1 0 0,2-1 0,0 0 0,0-1 0,11 9 0,-17-15 0,0-1 0,0 0 0,0 0 0,0 0 0,1-1 0,-1 1 0,1-1 0,-1 0 0,1 0 0,-1 0 0,1 0 0,-1 0 0,1-1 0,0 0 0,-1 0 0,1 0 0,0 0 0,0 0 0,-1-1 0,1 0 0,-1 1 0,6-3 0,0-2 0,1 1 0,-2-2 0,1 1 0,-1-1 0,1-1 0,-2 1 0,1-1 0,-1 0 0,0-1 0,11-16 0,-2 0 0,0-1 0,18-43 0,-16 21-227,-1 0-1,-3-1 1,-2-1-1,-2 0 1,6-77-1,-14 106-6598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2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43 24575,'16'-12'0,"-14"11"0,0 0 0,0 0 0,0 0 0,-1-1 0,1 1 0,0-1 0,-1 1 0,1-1 0,-1 1 0,0-1 0,1 0 0,-1 0 0,0 0 0,1-2 0,-2 3 0,0 1 0,0 0 0,0-1 0,0 1 0,0 0 0,0 0 0,0-1 0,0 1 0,0 0 0,-1 0 0,1 0 0,0-1 0,0 1 0,0 0 0,0 0 0,-1 0 0,1-1 0,0 1 0,0 0 0,0 0 0,-1 0 0,1 0 0,0 0 0,0-1 0,-1 1 0,1 0 0,0 0 0,-1 0 0,1 0 0,0 0 0,0 0 0,-1 0 0,1 0 0,0 0 0,0 0 0,-1 0 0,1 0 0,0 0 0,0 0 0,-1 0 0,1 0 0,0 1 0,0-1 0,-1 0 0,1 0 0,-15 4 0,-6 5 0,-1 2 0,2 0 0,-1 1 0,1 1 0,-21 19 0,37-30 0,0 1 0,1 0 0,0 1 0,0-1 0,0 0 0,0 1 0,0 0 0,0 0 0,1 0 0,0 0 0,0 0 0,0 0 0,0 0 0,1 1 0,0-1 0,0 1 0,0-1 0,0 1 0,1-1 0,-1 1 0,1-1 0,0 1 0,1 0 0,-1-1 0,1 1 0,0-1 0,0 1 0,0-1 0,1 0 0,0 1 0,0-1 0,0 0 0,0 0 0,0 0 0,1 0 0,0-1 0,-1 1 0,2-1 0,-1 1 0,0-1 0,1 0 0,4 3 0,13 9 0,1-2 0,0 0 0,1-1 0,27 9 0,45 24 0,-93-44 0,1 1 0,0 0 0,-1 0 0,1-1 0,-1 2 0,1-1 0,-1 0 0,0 0 0,0 1 0,0-1 0,2 5 0,-3-6 0,-1 1 0,0-1 0,1 0 0,-1 0 0,0 0 0,0 1 0,0-1 0,0 0 0,0 0 0,0 1 0,0-1 0,0 0 0,-1 0 0,1 0 0,0 1 0,-1-1 0,1 0 0,-1 0 0,1 0 0,-1 0 0,0 0 0,1 0 0,-1 0 0,0 0 0,0 0 0,0 0 0,0 0 0,1-1 0,-1 1 0,0 0 0,-1 0 0,0 0 0,-17 11 0,-1-2 0,0 0 0,0-1 0,-1-1 0,0-1 0,0-1 0,-1 0 0,1-2 0,-1-1 0,-28 1 0,42-3-227,0-1-1,0-1 1,0 0-1,1 0 1,-15-4-1,2-2-6598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2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25 24575,'4'-3'0,"0"0"0,1 0 0,-1 1 0,1-1 0,0 1 0,-1 0 0,1 0 0,9-2 0,-15 7 0,0 1 0,1-1 0,-1 1 0,-1-1 0,1 0 0,-4 6 0,5-7 0,-11 21 0,-41 95 0,45-98 0,1 1 0,1-1 0,1 1 0,-2 24 0,4-32 0,1 1 0,1 0 0,0-1 0,1 1 0,1 0 0,3 13 0,-4-22 0,0-1 0,1 0 0,0 0 0,0 1 0,0-1 0,0 0 0,1-1 0,-1 1 0,1 0 0,0-1 0,0 1 0,1-1 0,-1 0 0,1 0 0,-1-1 0,1 1 0,0-1 0,0 1 0,0-1 0,0 0 0,8 2 0,21 4-1365,-2-3-5461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3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72 547 24575,'5'-28'0,"-3"24"0,-1 1 0,-1 0 0,1-1 0,0 1 0,-1-1 0,0-5 0,0 8 0,0 1 0,0 0 0,0 0 0,0 0 0,0-1 0,0 1 0,0 0 0,0 0 0,0 0 0,0 0 0,0-1 0,0 1 0,0 0 0,0 0 0,0 0 0,0 0 0,0-1 0,0 1 0,0 0 0,0 0 0,-1 0 0,1 0 0,0 0 0,0-1 0,0 1 0,0 0 0,0 0 0,0 0 0,-1 0 0,1 0 0,0 0 0,0 0 0,0 0 0,0 0 0,-1-1 0,1 1 0,0 0 0,0 0 0,0 0 0,0 0 0,-1 0 0,1 0 0,0 0 0,0 0 0,0 0 0,0 0 0,-1 0 0,1 0 0,0 1 0,-11 7 0,-6 14 0,11-13 0,0 1 0,0 0 0,1 1 0,0-1 0,1 1 0,0 0 0,1 0 0,0 0 0,1 1 0,-2 20 0,4-30 0,0-1 0,0 1 0,0-1 0,0 1 0,1-1 0,-1 1 0,1-1 0,-1 1 0,1-1 0,-1 0 0,1 1 0,0-1 0,-1 0 0,1 1 0,0-1 0,0 0 0,0 0 0,0 0 0,0 0 0,0 0 0,0 0 0,2 1 0,-1-1 0,1 0 0,-1 0 0,1 0 0,-1 0 0,1-1 0,-1 1 0,1-1 0,-1 0 0,1 0 0,-1 1 0,1-2 0,2 1 0,2-1 0,0 0 0,0-1 0,0 1 0,-1-2 0,1 1 0,0-1 0,-1 0 0,11-6 0,-13 7 0,-1-1 0,0 1 0,1-1 0,-1 0 0,0 0 0,0 0 0,-1 0 0,1 0 0,-1-1 0,1 1 0,-1-1 0,0 0 0,0 0 0,-1 0 0,1 1 0,-1-2 0,0 1 0,0 0 0,0 0 0,0 0 0,-1 0 0,0 0 0,0-1 0,0 1 0,0 0 0,-1 0 0,1 0 0,-1-1 0,0 1 0,-1 0 0,1 0 0,-1 0 0,1 1 0,-5-7 0,-13-18 0,-5-11 0,24 39 0,-1 0 0,1-1 0,0 1 0,0-1 0,0 1 0,0-1 0,-1 1 0,1-1 0,0 1 0,0-1 0,0 1 0,0-1 0,0 0 0,0 1 0,0-1 0,0 1 0,1-1 0,-1 1 0,0-1 0,0 1 0,0-1 0,0 1 0,1 0 0,-1-1 0,0 1 0,1-1 0,-1 1 0,1-1 0,15-6 0,26 5 0,-36 2 0,38-1 0,1-1 0,46-9 0,-67 6 0,0 0 0,0-2 0,-1 0 0,1-2 0,28-14 0,-51 22 0,1 0 0,-1 0 0,1 0 0,-1 0 0,0-1 0,1 1 0,-1 0 0,0-1 0,0 1 0,0 0 0,1-3 0,-1 3 0,-1 1 0,0 0 0,0 0 0,0 0 0,0 0 0,0 0 0,0 0 0,0 0 0,0 0 0,0-1 0,0 1 0,0 0 0,0 0 0,0 0 0,0 0 0,0 0 0,0 0 0,0 0 0,0-1 0,0 1 0,0 0 0,0 0 0,0 0 0,0 0 0,0 0 0,0 0 0,0 0 0,0 0 0,0-1 0,0 1 0,0 0 0,0 0 0,0 0 0,-1 0 0,1 0 0,0 0 0,0 0 0,0 0 0,0 0 0,0 0 0,0 0 0,0-1 0,0 1 0,0 0 0,-1 0 0,1 0 0,0 0 0,0 0 0,-12 5 0,2 2 0,1-1 0,1 2 0,0-1 0,0 1 0,0 0 0,1 1 0,0 0 0,1 0 0,0 0 0,0 1 0,1 0 0,0 0 0,1 0 0,0 1 0,1-1 0,0 1 0,0 0 0,1 0 0,1 0 0,-1 16 0,2-24 0,1 0 0,-1 0 0,1 0 0,0 0 0,-1 0 0,1 0 0,1-1 0,-1 1 0,0 0 0,1 0 0,-1-1 0,1 1 0,0-1 0,0 1 0,0-1 0,0 0 0,0 0 0,0 0 0,1 0 0,-1 0 0,1 0 0,-1-1 0,1 1 0,0-1 0,-1 0 0,1 0 0,0 0 0,0 0 0,0 0 0,0-1 0,4 1 0,0 0 0,1 0 0,-1-1 0,0 0 0,0 0 0,1-1 0,-1 0 0,0 0 0,0 0 0,0-1 0,0 0 0,0-1 0,7-3 0,-7 2 0,0-1 0,1 0 0,-1 0 0,-1-1 0,1 0 0,-1 0 0,0 0 0,-1-1 0,8-11 0,-5 5 0,-1 1 0,-1-1 0,0 0 0,-1-1 0,4-16 0,-1-5 0,-2 0 0,-2 0 0,0-66 0,-4 62 0,-1-1 0,-2 1 0,-16-76 0,19 114 0,0 1 0,0-1 0,0 1 0,0-1 0,0 1 0,0-1 0,0 1 0,0-1 0,0 1 0,0 0 0,-1-1 0,1 1 0,0-1 0,0 1 0,-1-1 0,1 1 0,0 0 0,0-1 0,-1 1 0,1 0 0,0-1 0,-1 1 0,1 0 0,0-1 0,-1 1 0,1 0 0,-1 0 0,1 0 0,0-1 0,-1 1 0,0 0 0,-7 12 0,0 27 0,4-7 0,2 1 0,1-1 0,1 1 0,2 0 0,2-1 0,1 0 0,1 0 0,1 0 0,2 0 0,2-1 0,24 52 0,-32-77-114,0 0 1,1 0-1,0 0 0,0 0 0,0-1 1,0 0-1,1 0 0,0 0 0,0 0 1,0-1-1,10 7 0,-1-4-6712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0:44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1 189 24575,'0'-2'0,"0"0"0,1 0 0,-1 1 0,1-1 0,-1 0 0,1 1 0,-1-1 0,1 1 0,0-1 0,0 1 0,0-1 0,0 1 0,0-1 0,0 1 0,0 0 0,0 0 0,1 0 0,-1-1 0,0 1 0,1 0 0,-1 1 0,1-1 0,2-1 0,5-3 0,1 1 0,18-5 0,-8 3 0,-3 0 0,-1-1 0,19-10 0,-32 15 0,1 0 0,-1 0 0,1-1 0,-1 1 0,0-1 0,0 1 0,0-1 0,0 0 0,-1 0 0,1-1 0,-1 1 0,1-1 0,-1 1 0,0-1 0,2-5 0,-4 7 0,0 1 0,1-1 0,-1 1 0,0-1 0,0 1 0,0-1 0,0 1 0,0-1 0,0 1 0,-1-1 0,1 1 0,0-1 0,-1 1 0,1-1 0,-1 1 0,0-1 0,1 1 0,-1 0 0,0-1 0,0 1 0,0 0 0,0 0 0,0 0 0,0 0 0,0 0 0,0 0 0,-1 0 0,1 0 0,0 0 0,0 0 0,-1 1 0,1-1 0,-1 0 0,1 1 0,-2-1 0,0 0 0,-1 0 0,1 0 0,-1 0 0,1 1 0,-1-1 0,0 1 0,1 0 0,-1 0 0,1 0 0,-1 1 0,1-1 0,-1 1 0,1 0 0,-4 1 0,0 2 0,0 0 0,0 0 0,0 0 0,1 1 0,0 0 0,0 0 0,0 0 0,1 1 0,0 0 0,0 0 0,0 1 0,1-1 0,0 1 0,0 0 0,1 0 0,0 0 0,0 1 0,-3 13 0,4-16 0,1 0 0,0 0 0,1 1 0,-1-1 0,1 0 0,0 1 0,1-1 0,-1 0 0,1 1 0,0-1 0,0 0 0,0 0 0,1 0 0,0 0 0,0 0 0,0 0 0,1-1 0,0 1 0,0-1 0,0 1 0,0-1 0,0 0 0,1 0 0,0 0 0,0-1 0,0 0 0,0 1 0,8 3 0,-5-3-52,1-1-1,0 0 1,0 0-1,0 0 1,0-1-1,0 0 1,1-1-1,-1 0 1,1 0-1,-1-1 1,1 0-1,-1 0 1,1-1-1,-1 0 1,0-1-1,1 0 1,-1 0-1,0-1 1,0 0-1,0 0 0,-1-1 1,1 0-1,-1 0 1,0 0-1,9-8 1,-8 3-6774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1:44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 24575,'3'0'0,"4"0"0,12-6 0,10-2 0,7 0 0,8 2 0,5 2 0,0 1 0,-3 2 0,-6 0 0,-6 1 0,-10 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1:44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55 24575,'0'-6'0,"4"-5"0,8-1 0,16 3 0,17 1 0,12 3 0,13 3 0,-1 0 0,-6 2 0,-14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5:01:45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24575,'6'0'0,"7"0"0,17 0 0,15 0 0,15 0 0,9 0 0,10 0 0,7 0 0,-3 0 0,-12 0 0,-18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3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1 352 24575,'0'1'0,"0"-1"0,0 1 0,0 0 0,1-1 0,-1 1 0,0-1 0,1 1 0,-1 0 0,0-1 0,1 1 0,-1-1 0,1 1 0,-1-1 0,1 1 0,-1-1 0,1 0 0,-1 1 0,1-1 0,-1 0 0,1 1 0,0-1 0,-1 0 0,1 0 0,0 1 0,0-1 0,23 6 0,-11-3 0,-9-1 0,0 0 0,-1 0 0,1 0 0,-1 0 0,0 1 0,0 0 0,0 0 0,0 0 0,0 0 0,-1 0 0,1 0 0,-1 1 0,0-1 0,0 1 0,0-1 0,0 1 0,-1 0 0,1 0 0,-1 0 0,0 0 0,0 0 0,-1 0 0,1 0 0,-1 0 0,0 5 0,0 11 0,-1 1 0,0 0 0,-8 32 0,8-47 0,-69 361 0,59-327 0,77-282 0,-37 130 0,-4 14 0,3-14 0,61-159 0,-80 250 0,1 0 0,15-23 0,-21 38 0,0 0 0,0 0 0,1 0 0,0 1 0,0 0 0,1 0 0,-1 0 0,1 1 0,0-1 0,11-5 0,-14 9 0,-1 0 0,0 0 0,1 0 0,0 0 0,-1 1 0,1-1 0,-1 1 0,1 0 0,0-1 0,-1 1 0,1 0 0,0 1 0,-1-1 0,1 0 0,-1 1 0,1 0 0,4 1 0,-3 0 0,-1 0 0,1 0 0,-1 0 0,0 1 0,0-1 0,0 1 0,0 0 0,0 0 0,-1 0 0,5 6 0,0 2 0,-1 1 0,0 1 0,0-1 0,-2 1 0,7 25 0,2 24 0,-4-1 0,3 83 0,-10 127 0,-4-178 0,1 32-1365,1-98-5461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3.2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37 155 24575,'-3'-3'0,"-4"-1"0,-3 0 0,-1-2 0,5-3 0,6-3 0,10 1 0,11-2 0,12 0 0,8-2 0,9-1 0,12 0 0,6-1 0,-8 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3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20 24575,'0'0'0,"0"1"0,0-1 0,0 0 0,0 0 0,0 1 0,0-1 0,0 0 0,0 0 0,0 1 0,0-1 0,0 0 0,0 0 0,0 0 0,0 1 0,0-1 0,-1 0 0,1 0 0,0 1 0,0-1 0,0 0 0,0 0 0,-1 0 0,1 0 0,0 1 0,0-1 0,0 0 0,-1 0 0,1 0 0,0 0 0,0 0 0,-1 0 0,1 1 0,10-5 0,-6 4 0,1 0 0,-1-1 0,1 1 0,0 1 0,-1-1 0,1 1 0,-1 0 0,1 0 0,-1 0 0,1 0 0,-1 1 0,0 0 0,5 2 0,-3 0 0,1 0 0,-1 1 0,0 0 0,0 0 0,-1 0 0,0 0 0,7 9 0,-2 0 0,-1 1 0,0 0 0,-1 1 0,-1 0 0,0 0 0,5 20 0,-7-20 0,-2-1 0,0 1 0,-1 0 0,0 0 0,-1 0 0,-2 27 0,0-35 0,0 1 0,0-1 0,-1 0 0,-1 1 0,1-1 0,-1 0 0,0 0 0,-1-1 0,0 1 0,0-1 0,-1 1 0,0-1 0,0 0 0,-7 6 0,12-12 0,-1-1 0,1 1 0,0-1 0,-1 1 0,1-1 0,-1 1 0,1-1 0,-1 1 0,1-1 0,-1 0 0,1 1 0,-1-1 0,1 0 0,-1 1 0,1-1 0,-1 0 0,1 0 0,-1 0 0,0 1 0,1-1 0,-1 0 0,1 0 0,-1 0 0,0 0 0,1 0 0,-1 0 0,1 0 0,-2-1 0,1 1 0,1-1 0,-1 0 0,1 1 0,0-1 0,-1 0 0,1 0 0,0 0 0,-1 0 0,1 1 0,0-1 0,0 0 0,0 0 0,0 0 0,0 0 0,0 0 0,0-1 0,6-40 0,14-25 0,3 1 0,39-76 0,-25 69 0,-32 65 0,0 0 0,1 0 0,0 1 0,0-1 0,0 2 0,13-11 0,-18 16 0,0 0 0,1 0 0,-1 0 0,1 0 0,-1 0 0,1 0 0,-1 0 0,1 1 0,-1-1 0,1 0 0,0 1 0,0 0 0,-1-1 0,1 1 0,0 0 0,0 0 0,-1 0 0,1 0 0,0 0 0,0 0 0,-1 1 0,4 0 0,-3 0 0,1 1 0,-1-1 0,1 1 0,-1 0 0,0 0 0,0-1 0,0 2 0,0-1 0,0 0 0,0 0 0,0 0 0,1 5 0,4 7 0,0 0 0,-2 1 0,9 29 0,-14-41 0,26 123 325,-18-78-1170,21 69 0,-24-103-5981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4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84 24575,'-11'27'0,"3"12"0,1 0 0,2 0 0,2 1 0,1 0 0,2-1 0,7 53 0,-5-84 0,-1-1 0,1 0 0,0 1 0,1-1 0,0 0 0,0 0 0,0 0 0,8 10 0,-10-16 0,0 1 0,0-1 0,0 1 0,1-1 0,-1 0 0,0 0 0,1 1 0,-1-1 0,1 0 0,0 0 0,-1 0 0,1 0 0,0-1 0,0 1 0,-1 0 0,1-1 0,0 1 0,0-1 0,0 0 0,0 0 0,0 0 0,-1 1 0,1-2 0,0 1 0,0 0 0,0 0 0,0-1 0,0 1 0,-1-1 0,1 1 0,0-1 0,0 0 0,-1 1 0,1-1 0,0 0 0,-1 0 0,1-1 0,-1 1 0,2-2 0,3-2 0,0 0 0,-1-1 0,0 0 0,0 0 0,0 0 0,-1 0 0,1-1 0,4-12 0,22-63 0,-23 59 0,38-119 0,-39 115 0,-1-1 0,-1 0 0,1-35 0,-8 30 342,2 31-449,0 0 0,0 1 1,-1-1-1,1 0 0,-1 0 1,0 1-1,1-1 0,-1 0 1,0 1-1,0-1 0,0 1 1,0-1-1,0 1 0,0-1 1,-3-1-1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4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84 24575,'0'-67'0,"0"50"0,0 48 0,-8 286 0,1-227 0,-27 135 0,32-215 0,0 0 0,0-1 0,0 0 0,-1-1 0,0 1 0,-8 14 0,11-23 0,0 0 0,0 0 0,0 0 0,0 0 0,0 0 0,0 0 0,0 0 0,0 0 0,0-1 0,0 1 0,-1 0 0,1 0 0,0 0 0,0 0 0,0 0 0,0 0 0,0 0 0,0 0 0,0 0 0,0 0 0,0 0 0,-1 0 0,1 0 0,0 0 0,0 0 0,0 0 0,0 0 0,0 0 0,0 0 0,0 0 0,-1 0 0,1 0 0,0 0 0,0 0 0,0 0 0,0 0 0,0 0 0,0 0 0,0 0 0,0 0 0,-1 0 0,1 0 0,0 0 0,0 0 0,0 0 0,0 1 0,0-1 0,0 0 0,0 0 0,0 0 0,0 0 0,0 0 0,0 0 0,0 0 0,0 0 0,0 0 0,0 1 0,0-1 0,-1 0 0,1 0 0,0 0 0,0 0 0,0 0 0,0 0 0,0 0 0,0 1 0,0-1 0,1 0 0,-2-13 0,6-19 0,3 0 0,3-1 0,25-55 0,-29 75 0,0 0 0,0 1 0,1-1 0,1 2 0,0-1 0,1 1 0,0 0 0,0 1 0,13-9 0,-19 16 0,0 0 0,0 1 0,0 0 0,0 0 0,0 0 0,1 0 0,-1 0 0,1 1 0,-1 0 0,1 0 0,-1 0 0,1 0 0,0 1 0,-1 0 0,1 0 0,0 0 0,-1 1 0,8 1 0,-7 0 0,1 0 0,-1 0 0,0 0 0,0 1 0,-1 0 0,1 0 0,0 0 0,-1 1 0,0-1 0,0 1 0,0 0 0,0 1 0,0-1 0,-1 0 0,3 6 0,2 4 0,-1-1 0,0 1 0,-1 0 0,0 0 0,-2 1 0,0-1 0,4 24 0,-7-31 0,0 0 0,-1 0 0,0 0 0,-1 0 0,1-1 0,-1 1 0,0 0 0,-4 9 0,4-12 0,-1 0 0,1-1 0,-1 1 0,0-1 0,0 1 0,-1-1 0,1 0 0,-1 0 0,1 0 0,-1 0 0,0 0 0,0-1 0,0 1 0,-1-1 0,-4 3 0,5-3-124,1-1 0,-1 0 0,0 0 0,1 0 0,-1-1 0,0 1-1,0 0 1,0-1 0,0 0 0,-3 0 0,-10-1-6702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5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38 24575,'1'-2'0,"1"0"0,-1 0 0,0 0 0,0 0 0,0 0 0,0 0 0,0-1 0,0 1 0,-1 0 0,1-4 0,2-4 0,0 24 0,-1 13 0,-1 95 0,-14 397 0,-8-367 0,98-345 0,-61 158 0,3 1 0,1 1 0,33-43 0,-51 73 0,1-1 0,0 1 0,0-1 0,1 1 0,-1 0 0,1 0 0,-1 1 0,1-1 0,0 1 0,6-3 0,-8 4 0,0 1 0,0 0 0,0-1 0,0 1 0,0 0 0,-1 0 0,1 0 0,0 0 0,0 1 0,0-1 0,0 0 0,0 1 0,0-1 0,0 1 0,-1 0 0,1-1 0,0 1 0,0 0 0,-1 0 0,1 0 0,-1 1 0,1-1 0,-1 0 0,1 0 0,-1 1 0,2 2 0,4 4 0,-1 1 0,0 0 0,-1 0 0,0 1 0,-1-1 0,1 1 0,-2 0 0,5 19 0,-1 2 0,4 52 0,5 44-1365,-14-111-5461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5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245 351 24575,'0'-27'0,"-1"0"0,-7-34 0,7 51 0,-1 1 0,-1 0 0,0 0 0,0 0 0,0 0 0,-1 0 0,-1 1 0,1 0 0,-2 0 0,-5-8 0,10 14 0,0 1 0,0 0 0,0 0 0,0 0 0,0 0 0,0 0 0,0 0 0,0 0 0,0 0 0,-1 0 0,1 0 0,0 0 0,-1 1 0,1-1 0,-1 1 0,1-1 0,0 1 0,-1-1 0,1 1 0,-1 0 0,1 0 0,-1 0 0,1 0 0,-1 0 0,0 0 0,1 0 0,-1 0 0,1 1 0,0-1 0,-1 1 0,1-1 0,-1 1 0,1-1 0,0 1 0,-1 0 0,1-1 0,0 1 0,-1 0 0,1 0 0,0 0 0,0 0 0,0 0 0,0 1 0,0-1 0,-1 2 0,-5 8 0,0-1 0,1 1 0,0 0 0,-7 18 0,9-19 0,-54 137 0,51-126 0,1 1 0,1 0 0,0 0 0,-1 44 0,6-64 0,-1 0 0,1 0 0,0 0 0,1 0 0,-1 0 0,0 0 0,1 0 0,-1 0 0,1 0 0,-1 0 0,1 0 0,0-1 0,0 1 0,0 0 0,0 0 0,0-1 0,0 1 0,3 2 0,-3-4 0,0 1 0,0-1 0,1 1 0,-1-1 0,0 1 0,1-1 0,-1 0 0,0 0 0,0 0 0,1 0 0,-1 0 0,0 0 0,1 0 0,-1 0 0,0 0 0,1 0 0,-1-1 0,0 1 0,0-1 0,0 1 0,1-1 0,-1 1 0,0-1 0,0 0 0,0 0 0,0 1 0,0-1 0,0 0 0,1-1 0,5-4 0,-1 0 0,1-1 0,-1 1 0,-1-2 0,1 1 0,5-11 0,25-52 0,-23 43 0,43-102 0,-3 4 0,-52 124 0,-1-1 0,1 1 0,0 0 0,-1-1 0,1 1 0,0 0 0,0 0 0,0-1 0,0 1 0,0 0 0,0 0 0,0 0 0,0 0 0,1 0 0,-1 1 0,-1 0 0,0 0 0,1 0 0,-1 0 0,1 0 0,-1 0 0,0 0 0,1 0 0,-1 1 0,0-1 0,0 0 0,1 0 0,-1 1 0,0-1 0,1 0 0,-1 0 0,0 1 0,0-1 0,0 0 0,1 0 0,-1 1 0,0-1 0,0 0 0,0 1 0,0-1 0,1 0 0,-1 1 0,0-1 0,0 0 0,0 1 0,0-1 0,0 1 0,4 43 0,-6 61 0,1 57 0,1-160 0,1 0 0,-1 0 0,0 0 0,1 1 0,-1-1 0,1 0 0,-1 0 0,1 0 0,0 0 0,0 0 0,1 2 0,-1-4 0,0 1 0,-1 0 0,1 0 0,0-1 0,-1 1 0,1-1 0,0 1 0,0-1 0,-1 1 0,1-1 0,0 1 0,0-1 0,0 0 0,0 1 0,0-1 0,-1 0 0,1 0 0,2 1 0,0-2 0,-1 1 0,1-1 0,0 1 0,-1-1 0,1 0 0,-1 0 0,1 0 0,-1 0 0,0 0 0,1-1 0,-1 1 0,0-1 0,0 1 0,0-1 0,0 0 0,2-3 0,8-8 0,-1-1 0,-1-1 0,0 1 0,-1-2 0,10-22 0,28-87 0,-37 85 0,-8 30 0,1 0 0,-1 0 0,1 0 0,1 0 0,5-9 0,-9 19 0,0 0 0,0 0 0,0 0 0,0 1 0,0-1 0,0 0 0,0 0 0,0 0 0,0 0 0,0 1 0,0-1 0,0 0 0,0 0 0,0 0 0,0 0 0,0 0 0,0 1 0,0-1 0,0 0 0,0 0 0,0 0 0,1 0 0,-1 0 0,0 1 0,0-1 0,0 0 0,0 0 0,0 0 0,0 0 0,1 0 0,-1 0 0,0 0 0,0 0 0,0 0 0,0 0 0,0 0 0,1 0 0,-1 1 0,0-1 0,0 0 0,0 0 0,0 0 0,1 0 0,-1 0 0,0 0 0,0-1 0,0 1 0,0 0 0,1 0 0,-1 0 0,0 0 0,0 0 0,0 0 0,0 0 0,0 0 0,1 0 0,-1 0 0,0 0 0,0-1 0,0 1 0,0 0 0,0 0 0,0 0 0,1 0 0,-1-1 0,2 19 0,-1-15 0,7 85 0,19 115 0,-26-199 0,0-1 0,0 1 0,0 0 0,1 0 0,-1 0 0,1-1 0,0 1 0,0-1 0,0 1 0,4 4 0,-5-7 0,0 0 0,1 0 0,-1 0 0,0-1 0,0 1 0,1 0 0,-1 0 0,1-1 0,-1 1 0,0-1 0,1 1 0,-1-1 0,1 0 0,0 0 0,-1 0 0,1 1 0,-1-1 0,1-1 0,-1 1 0,1 0 0,-1 0 0,1 0 0,-1-1 0,1 1 0,-1-1 0,1 1 0,-1-1 0,0 0 0,1 1 0,1-3 0,6-3 0,0 0 0,0-1 0,-1 0 0,0 0 0,0-1 0,-1 0 0,0 0 0,9-15 0,1-5 0,22-45 0,-26 44 0,19-58 0,-29 78 0,-1 0 0,0 0 0,-1 0 0,1 0 0,-2 0 0,1 0 0,-1-1 0,-1 1 0,0 0 0,0 0 0,-4-12 0,5 18 14,-1 0 0,-1 1-1,1-1 1,0 1 0,-1-1-1,1 1 1,-1-1-1,0 1 1,1 0 0,-1 0-1,0 0 1,-1 0 0,1 0-1,0 0 1,0 0 0,-1 1-1,1-1 1,-1 1 0,0 0-1,1 0 1,-1 0 0,0 0-1,0 0 1,-2 0 0,-1 0-170,0 1 1,0 0 0,0 0 0,0 0 0,0 1 0,0 0 0,0 0-1,0 1 1,1-1 0,-10 5 0,-3 2-6671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9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53 24575,'255'-16'0,"-51"0"0,607 11-987,-493 6 752,792 18-783,-91-2 123,-351-8 647,190-1 987,-841-7-121,-13 0-464,1-1 1,0 1-1,-1-1 0,1 0 1,0-1-1,-1 1 1,1-1-1,0 0 0,-1 0 1,1 0-1,7-4 1,-12 5-150,1-1 0,-1 1 1,0 0-1,0-1 1,0 1-1,0-1 0,0 1 1,0 0-1,0-1 1,0 1-1,0 0 0,0-1 1,0 1-1,0-1 1,0 1-1,0 0 0,0-1 1,0 1-1,-1 0 0,1-1 1,0 1-1,0 0 1,0-1-1,0 1 0,-1 0 1,1 0-1,0-1 1,0 1-1,-1 0 0,1 0 1,0-1-1,-1 1 0,1 0 1,0 0-1,0-1 1,-1 1-1,1 0 0,0 0 1,-1 0-1,-16-10-46,17 10 40,-55-30-1364,41 20-5461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29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10 24575,'-10'-10'0,"18"17"0,17 13 0,-3-6 0,24 16 0,77 65 0,-112-85 0,0 0 0,-1 1 0,0 0 0,-1 0 0,0 1 0,-1 1 0,0-1 0,-1 1 0,0 1 0,-2-1 0,9 28 0,-12-33 0,-1 0 0,0-1 0,0 1 0,-1-1 0,0 1 0,-1 0 0,0-1 0,0 1 0,0 0 0,-1-1 0,-4 10 0,2-6 0,-1-1 0,-1 1 0,1-1 0,-2-1 0,1 1 0,-15 15 0,0-5 0,-1-1 0,0 0 0,-1-2 0,-1-1 0,-31 16 0,10-8-1365,6-5-5461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0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227 166 24575,'2'-1'0,"0"1"0,0-1 0,0 1 0,0-1 0,0 0 0,0 0 0,-1 0 0,1 0 0,0 0 0,0 0 0,-1-1 0,1 1 0,-1 0 0,1-1 0,-1 1 0,1-1 0,-1 0 0,1-2 0,-1 4 0,-1-1 0,1 1 0,-1-1 0,0 0 0,1 1 0,-1-1 0,0 0 0,1 0 0,-1 1 0,0-1 0,0 0 0,0 1 0,0-1 0,1 0 0,-1 0 0,0 1 0,0-1 0,-1 0 0,1 0 0,0 1 0,0-1 0,0 0 0,0 0 0,-1 1 0,1-1 0,0 0 0,-1 1 0,1-1 0,0 0 0,-1 1 0,1-1 0,-1 1 0,1-1 0,-1 1 0,1-1 0,-1 1 0,0-1 0,1 1 0,-1-1 0,1 1 0,-1 0 0,0-1 0,0 1 0,1 0 0,-1-1 0,0 1 0,1 0 0,-1 0 0,0 0 0,0 0 0,1 0 0,-1 0 0,-1 0 0,-7-1 0,0 1 0,1-1 0,-1 2 0,0-1 0,0 1 0,0 1 0,1 0 0,-1 0 0,1 0 0,-1 1 0,1 0 0,0 1 0,0 0 0,0 0 0,1 1 0,0 0 0,-1 0 0,-6 7 0,7-5 0,0 0 0,0 0 0,0 1 0,1 0 0,0 0 0,0 1 0,1-1 0,0 1 0,1 1 0,0-1 0,0 0 0,1 1 0,0 0 0,1 0 0,-2 16 0,3-22 0,1-1 0,0 0 0,0 0 0,0 1 0,1-1 0,-1 0 0,1 0 0,0 0 0,0 0 0,0 0 0,0 0 0,0 0 0,1 0 0,-1 0 0,1 0 0,0-1 0,2 4 0,0-3 0,-1 0 0,0 0 0,1-1 0,0 1 0,-1-1 0,1 0 0,0 0 0,0 0 0,0-1 0,1 1 0,4 0 0,11 2 0,0-2 0,1 0 0,-1-2 0,30-2 0,-33 1 0,11 0 0,1-2 0,-1-1 0,0-1 0,28-10 0,-45 12 0,-1 0 0,0-1 0,0-1 0,0 0 0,0 0 0,-1-1 0,0 0 0,0 0 0,-1-1 0,1 0 0,-2-1 0,1 0 0,10-14 0,-14 16 0,-1 0 0,0-1 0,0 1 0,-1-1 0,0 1 0,0-1 0,1-7 0,-2 10 0,-1 1 0,1-1 0,-1 0 0,0 1 0,0-1 0,0 0 0,-1 1 0,1-1 0,-1 1 0,0-1 0,0 0 0,0 1 0,0-1 0,-4-4 0,5 7 0,0 1 0,0 0 0,0 0 0,0 0 0,0 0 0,0-1 0,0 1 0,0 0 0,0 0 0,-1 0 0,1 0 0,0-1 0,0 1 0,0 0 0,0 0 0,0 0 0,-1 0 0,1 0 0,0 0 0,0 0 0,0-1 0,0 1 0,-1 0 0,1 0 0,0 0 0,0 0 0,0 0 0,-1 0 0,1 0 0,0 0 0,0 0 0,0 0 0,-1 0 0,1 0 0,0 0 0,0 0 0,0 0 0,-1 0 0,1 0 0,0 1 0,-4 7 0,0 14 0,0 47 0,-3 43 0,5-96 0,1-5 0,-1 1 0,0-1 0,-5 16 0,3-20 0,3-14 0,3-17 0,17-77 0,53-166 0,-70 261 0,1 0 0,-1 1 0,1-1 0,0 1 0,0 0 0,0 0 0,1 0 0,6-7 0,-9 11 0,0 0 0,0 0 0,0 1 0,0-1 0,1 0 0,-1 1 0,0-1 0,0 0 0,1 1 0,-1 0 0,0-1 0,1 1 0,-1 0 0,0-1 0,1 1 0,-1 0 0,2 0 0,-1 1 0,0-1 0,0 1 0,0 0 0,0 0 0,0-1 0,0 1 0,0 0 0,-1 1 0,1-1 0,0 0 0,-1 0 0,1 1 0,-1-1 0,0 1 0,2 1 0,5 8 0,0 1 0,-1-1 0,0 1 0,-1 1 0,6 15 0,20 69 0,-23-67 0,21 89-1365,-25-99-5461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1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36 296 24575,'-10'-9'0,"6"7"0,1-1 0,0 0 0,0 0 0,0-1 0,-5-6 0,8 10 0,-1-1 0,1 1 0,0 0 0,0-1 0,0 1 0,0 0 0,0-1 0,-1 1 0,1-1 0,0 1 0,0 0 0,0-1 0,0 1 0,0-1 0,0 1 0,0 0 0,1-1 0,-1 1 0,0-1 0,0 1 0,0 0 0,0-1 0,0 1 0,0 0 0,1-1 0,-1 1 0,0-1 0,1 0 0,1 1 0,-1-1 0,0 0 0,0 1 0,0-1 0,0 1 0,1-1 0,-1 1 0,0-1 0,0 1 0,1 0 0,-1 0 0,2-1 0,84-5 0,-49 4 0,39-7 0,11-14 0,-87 22 0,0 1 0,0 0 0,0-1 0,0 1 0,1 0 0,-1 0 0,0 0 0,0 0 0,0 0 0,0 0 0,1 0 0,-1 0 0,0 1 0,0-1 0,0 0 0,0 1 0,0-1 0,0 1 0,1-1 0,-1 1 0,0-1 0,0 1 0,-1 0 0,1 0 0,0-1 0,0 1 0,0 0 0,0 0 0,-1 0 0,1 0 0,0 0 0,-1 0 0,1 0 0,-1 0 0,1 0 0,-1 0 0,1 0 0,-1 1 0,0 1 0,2 5 0,0 1 0,-1 0 0,-1 0 0,0 13 0,1-6 0,13 167 0,-19-190 0,-1-13 0,-9-49 0,4 0 0,-4-116 0,15 176 0,0-1 0,1 1 0,0-1 0,1 1 0,0 0 0,1 0 0,-1 0 0,7-11 0,-9 17 0,2 1 0,-1 0 0,0 0 0,0-1 0,1 1 0,-1 0 0,1 0 0,0 0 0,0 1 0,0-1 0,-1 0 0,2 1 0,-1-1 0,0 1 0,0 0 0,0-1 0,1 1 0,-1 0 0,0 0 0,1 1 0,-1-1 0,1 0 0,-1 1 0,1 0 0,-1-1 0,1 1 0,-1 0 0,1 0 0,0 1 0,-1-1 0,1 0 0,-1 1 0,1 0 0,3 1 0,3 1 0,-1 1 0,0 0 0,0 0 0,0 1 0,-1 0 0,0 1 0,0-1 0,0 1 0,0 1 0,-1-1 0,0 1 0,5 8 0,-8-11 0,0 0 0,-1 0 0,1 0 0,-1 1 0,0-1 0,-1 1 0,1-1 0,-1 1 0,1-1 0,-1 1 0,-1 0 0,1 0 0,-1 0 0,0 0 0,0-1 0,0 1 0,-1 0 0,1 0 0,-1 0 0,0-1 0,-1 1 0,1 0 0,-4 6 0,1-3-97,-1-1-1,0 0 1,0-1-1,-1 1 1,0-1-1,0 0 1,0 0-1,-1-1 1,0 0-1,0 0 1,0 0-1,-1-1 0,-8 4 1,-4 0-6729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5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24575,'-1'7'0,"2"-1"0,10-3 0,137 4 0,-51-4 0,485 42-400,-27-1 27,-543-43 373,281 7 0,-289-8-60,30-2 202,-33 2-170,0 0-1,0 0 0,0 0 0,-1 0 1,1 0-1,0 0 0,0-1 1,0 1-1,0 0 0,0 0 1,-1-1-1,1 1 0,0 0 1,0-1-1,0 1 0,-1-1 1,1 1-1,0-1 0,-1 0 0,1 1 1,0-1-1,-1 0 0,1 1 1,-1-1-1,1 0 0,-1 1 1,1-2-1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6.1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0 163 24575,'2'0'0,"-1"0"0,1 1 0,-1-1 0,1 0 0,-1 1 0,1-1 0,-1 1 0,0 0 0,1-1 0,-1 1 0,0 0 0,0 0 0,1 0 0,-1 0 0,0 0 0,0 0 0,0 0 0,0 0 0,0 0 0,0 0 0,0 1 0,-1-1 0,1 0 0,0 1 0,-1-1 0,1 0 0,-1 1 0,1-1 0,-1 1 0,0-1 0,1 3 0,0 6 0,1 1 0,-2-1 0,0 16 0,0-14 0,-1 195 0,1-263 0,13-93 0,-4 90 0,-4 24 0,1 0 0,14-43 0,-19 75 0,1-1 0,0 0 0,0 1 0,0 0 0,0-1 0,0 1 0,1 0 0,-1 0 0,1 0 0,0 0 0,0 1 0,0-1 0,1 1 0,-1 0 0,0 0 0,1 0 0,-1 0 0,1 0 0,0 1 0,-1 0 0,1 0 0,0 0 0,0 0 0,0 0 0,7 1 0,1-1 0,1 1 0,0 1 0,-1 0 0,1 1 0,-1 0 0,1 0 0,11 6 0,-17-6 0,1 1 0,-1 0 0,0 0 0,-1 1 0,1-1 0,0 2 0,7 5 0,-13-9 0,1 1 0,-1-1 0,0 0 0,0 1 0,1-1 0,-1 1 0,0-1 0,0 1 0,0-1 0,0 1 0,-1 0 0,1 0 0,0-1 0,-1 1 0,1 0 0,-1 0 0,1 0 0,-1 0 0,0 0 0,0 0 0,0-1 0,0 1 0,0 0 0,-1 0 0,1 0 0,0 0 0,-1 0 0,1-1 0,-1 1 0,0 0 0,0 0 0,0-1 0,0 1 0,-1 2 0,-3 2 0,0 1 0,-1-1 0,1 0 0,-1 0 0,-1-1 0,1 0 0,-1 0 0,-14 8 0,-4-1 0,-35 13 0,37-17 0,1 2 0,-22 12 0,43-22 0,0 1 0,0-1 0,0 1 0,0 0 0,0-1 0,0 1 0,0 0 0,0 0 0,0 0 0,0 0 0,0 0 0,1 0 0,-1 0 0,0 0 0,1 0 0,-1 0 0,0 0 0,1 0 0,0 1 0,-1-1 0,1 1 0,0 0 0,0-1 0,0 0 0,1 0 0,-1 0 0,0 0 0,1 0 0,-1 0 0,1 0 0,-1 0 0,1 0 0,0 0 0,-1 0 0,1 0 0,0-1 0,-1 1 0,1 0 0,0 0 0,2 1 0,5 3 0,0-1 0,1 1 0,-1-1 0,13 3 0,-18-6 0,52 17 0,-37-13 0,-1 0 0,0 1 0,0 1 0,31 17 0,-46-23 0,0 1 0,-1-1 0,1 0 0,0 1 0,0-1 0,-1 1 0,1-1 0,-1 1 0,1 0 0,-1 0 0,0-1 0,0 1 0,0 0 0,0 0 0,0 0 0,0 0 0,0 1 0,-1-1 0,1 0 0,-1 0 0,1 4 0,-2-3 0,1 0 0,-1 0 0,0 0 0,1 0 0,-1 0 0,-1 0 0,1-1 0,0 1 0,-1 0 0,1 0 0,-1-1 0,0 1 0,-4 3 0,-2 2 0,-1 1 0,0-2 0,0 1 0,-1-1 0,0-1 0,-21 10 0,20-11 86,-1 0-1,1-2 0,-17 4 1,24-6-208,0 0 0,0-1 0,0 1 0,0-1 0,0 0 0,0 0 0,0 0 0,0-1 0,0 0 1,0 1-1,0-2 0,0 1 0,-6-3 0,-1-4-6704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6.6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24575,'7'29'0,"0"-5"0,9 76 0,-7-46 0,6 106 0,-16-109 0,1-46 0,-1-32 0,1-9 0,3-127 0,0 133 0,0 0 0,2 1 0,12-42 0,-15 67 0,-1-1 0,1 0 0,0 1 0,0 0 0,0-1 0,6-6 0,-7 10 0,-1 0 0,1 1 0,0-1 0,-1 0 0,1 1 0,0-1 0,0 1 0,-1-1 0,1 1 0,0 0 0,0-1 0,0 1 0,-1 0 0,1-1 0,0 1 0,0 0 0,0 0 0,0 0 0,0 0 0,0 0 0,0 0 0,-1 0 0,1 0 0,0 0 0,0 0 0,0 0 0,0 1 0,0-1 0,0 0 0,-1 1 0,1-1 0,0 1 0,0-1 0,-1 1 0,1-1 0,0 1 0,0-1 0,-1 1 0,1 0 0,-1-1 0,1 1 0,-1 0 0,1-1 0,0 2 0,6 7 0,0 1 0,-1-1 0,0 1 0,0 0 0,-1 1 0,5 17 0,18 73 0,-16-55 0,29 124-1365,-36-148-5461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6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16 24575,'-3'0'0,"2"0"0,4 0 0,5 0 0,4 0 0,5 0 0,7-3 0,4-1 0,7 0 0,3 1 0,-5 1-8191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37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200 81 24575,'1'-14'0,"-1"8"0,1 0 0,-2-1 0,1 1 0,-1 0 0,-1-9 0,2 14 0,-1 0 0,1 0 0,0 0 0,-1 0 0,1 0 0,-1 0 0,1 0 0,-1 0 0,0 0 0,1 0 0,-1 0 0,0 0 0,0 0 0,0 1 0,0-1 0,0 0 0,1 1 0,-1-1 0,0 0 0,-1 1 0,1-1 0,0 1 0,0 0 0,0-1 0,0 1 0,0 0 0,0 0 0,0 0 0,-1-1 0,1 1 0,0 0 0,0 0 0,0 1 0,-2-1 0,-2 1 0,0 0 0,0 0 0,0 0 0,1 1 0,-1-1 0,0 1 0,1 0 0,0 1 0,-1-1 0,1 1 0,0 0 0,0 0 0,0 0 0,1 0 0,-1 1 0,1-1 0,0 1 0,0 0 0,0 0 0,0 0 0,-3 8 0,5-8 0,-1 0 0,1 0 0,0 0 0,0 0 0,0 0 0,1 1 0,-1-1 0,1 0 0,0 0 0,0 1 0,1-1 0,-1 0 0,1 0 0,0 1 0,0-1 0,1 0 0,-1 0 0,1 0 0,0 0 0,0-1 0,0 1 0,0 0 0,1-1 0,-1 1 0,5 3 0,5 4 0,0 0 0,2 0 0,-1-1 0,18 9 0,-12-7 0,23 19 0,-41-31 0,1 1 0,-1 0 0,0 0 0,0 0 0,0 0 0,0 0 0,0 0 0,0 0 0,0 0 0,-1 0 0,1 0 0,0 1 0,0-1 0,-1 0 0,1 1 0,-1-1 0,1 0 0,-1 1 0,0-1 0,0 0 0,1 1 0,-1-1 0,0 1 0,0-1 0,-1 3 0,0-2 0,0 0 0,0-1 0,0 1 0,0 0 0,-1-1 0,1 1 0,-1 0 0,1-1 0,-1 0 0,0 1 0,1-1 0,-1 0 0,0 0 0,0 0 0,0 0 0,0 0 0,-2 0 0,-16 5-116,-1-1-1,1-1 1,-1 0 0,0-2-1,0-1 1,-26-1-1,34 1-433,-28-1-6276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48.7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3171 173 24575,'-1'-4'0,"1"0"0,-1 0 0,0 0 0,0 0 0,-1 0 0,1 0 0,-1 0 0,0 1 0,0-1 0,0 1 0,0-1 0,0 1 0,-1 0 0,0 0 0,1 0 0,-1 0 0,-1 1 0,1-1 0,0 1 0,0-1 0,-1 1 0,-4-2 0,-6-3 0,0 0 0,-1 1 0,0 0 0,-20-4 0,-37-6 0,0 4 0,-143-7 0,-148 28 0,226 4 0,-256 57 0,-119 91 0,405-116 0,2 5 0,2 4 0,2 5 0,3 4 0,3 5 0,3 3 0,-107 109 0,145-125 0,2 1 0,3 3 0,3 2 0,-57 100 0,94-145 0,1 1 0,1-1 0,0 1 0,2 0 0,0 1 0,1-1 0,0 1 0,1 0 0,2 0 0,0 0 0,0 0 0,2 0 0,0 0 0,1 0 0,1 0 0,1 0 0,0-1 0,1 1 0,1-1 0,1 0 0,0-1 0,1 0 0,1 0 0,0-1 0,2 0 0,20 25 0,2-6 0,0-1 0,2-2 0,1-2 0,47 29 0,-23-21 0,1-2 0,73 28 0,142 34 0,6-19 0,-218-61 0,175 42-118,3-11 0,1-10-1,1-11 1,483-10 0,-173-76 118,-408 31 0,248-83 0,-337 91 74,-2-3 0,0-2-1,88-56 1,-114 61-37,0-1 0,-2-2 0,0 0 0,-1-2 0,-2-1 0,-1-1 0,33-49 0,-31 34-37,-2-2 0,-1 0 0,-3-1 0,-2-1 0,-1-1 0,-3 0 0,-2-1 0,-2 0 0,-2 0 0,-2-1 0,-2 0 0,-2 0 0,-8-60 0,2 62 0,-2-1 0,-3 1 0,-2 1 0,-1 0 0,-3 0 0,-2 2 0,-1 0 0,-3 1 0,-1 1 0,-2 1 0,-2 1 0,-1 2 0,-52-54 0,42 55 0,-2 3 0,-1 1 0,-1 2 0,-2 2 0,-1 2 0,-1 2 0,-1 2 0,-1 2 0,-97-28 0,-49 0-455,-1 8 0,-300-24 0,456 62-6371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49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419 190 24575,'1'-33'0,"0"21"0,0 0 0,-2 0 0,1 0 0,-1 0 0,-4-16 0,4 25 0,-1-1 0,0 1 0,0 0 0,0-1 0,0 1 0,-1 0 0,1 0 0,-1 0 0,0 1 0,0-1 0,0 0 0,0 1 0,0 0 0,0 0 0,-1 0 0,1 0 0,-1 1 0,-4-2 0,-2-1 0,-1 0 0,1 2 0,-1-1 0,0 1 0,-14-1 0,14 4 0,-1-1 0,1 1 0,0 1 0,0 0 0,1 1 0,-1 0 0,0 0 0,1 1 0,0 1 0,0 0 0,0 0 0,0 1 0,1 0 0,0 0 0,-10 10 0,9-7 0,0 0 0,1 1 0,0 0 0,0 1 0,1-1 0,1 1 0,0 1 0,0 0 0,1 0 0,1 0 0,0 0 0,-4 18 0,7-25 0,1 0 0,1 0 0,-1 0 0,1-1 0,-1 1 0,2 0 0,-1 0 0,0 0 0,1 0 0,0 0 0,0-1 0,0 1 0,1 0 0,0-1 0,0 1 0,0-1 0,0 1 0,4 5 0,-2-7 0,-1 1 0,1 0 0,0-1 0,0 0 0,0 0 0,0 0 0,0 0 0,1-1 0,-1 0 0,1 0 0,0 0 0,0 0 0,-1-1 0,1 0 0,0 0 0,0 0 0,10 0 0,-3-1 0,0 0 0,1-1 0,-1 0 0,0-1 0,0 0 0,0-1 0,0 0 0,0-1 0,-1-1 0,1 0 0,-1 0 0,17-12 0,-19 11 0,-1 0 0,1-1 0,-1 0 0,0 0 0,-1-1 0,0 0 0,0-1 0,-1 1 0,0-1 0,-1-1 0,0 1 0,0-1 0,-1 0 0,6-18 0,-7 16 0,-1 6 0,0-1 0,-1 0 0,0 0 0,0 0 0,0-10 0,-1 17 0,0 0 0,0-1 0,0 1 0,0 0 0,0 0 0,1 0 0,-1 0 0,0 0 0,0-1 0,0 1 0,0 0 0,0 0 0,0 0 0,0 0 0,0-1 0,0 1 0,-1 0 0,1 0 0,0 0 0,0 0 0,0 0 0,0-1 0,0 1 0,0 0 0,0 0 0,0 0 0,0 0 0,0 0 0,0 0 0,-1 0 0,1-1 0,0 1 0,0 0 0,0 0 0,0 0 0,0 0 0,0 0 0,-1 0 0,1 0 0,0 0 0,0 0 0,0 0 0,0 0 0,0 0 0,-1 0 0,1 0 0,0 0 0,-6 7 0,-4 14 0,5 0 0,1 0 0,1 1 0,1-1 0,1 1 0,3 35 0,21 108 0,5-46 0,-17-79 0,-2 1 0,-1 1 0,2 54 0,-9-90 0,-1 1 0,0-1 0,-1 0 0,0 0 0,1 0 0,-2 0 0,1 0 0,-1-1 0,0 1 0,0 0 0,-1-1 0,1 1 0,-1-1 0,0 0 0,-1 0 0,1 0 0,-1 0 0,0-1 0,0 1 0,-1-1 0,1 0 0,-1 0 0,0-1 0,0 1 0,0-1 0,-1 0 0,1-1 0,-1 1 0,1-1 0,-1 0 0,0-1 0,-10 3 0,4-2 0,-1 0 0,0-1 0,1 0 0,-1 0 0,0-2 0,0 0 0,0 0 0,1-1 0,-1 0 0,-21-8 0,25 6 0,1 1 0,-1-1 0,1-1 0,0 0 0,0 0 0,1 0 0,0-1 0,0 0 0,0-1 0,0 1 0,1-1 0,0 0 0,1-1 0,-1 0 0,-5-12 0,4 6 0,1-1 0,0 0 0,1 0 0,1-1 0,-3-17 0,6 24 0,0 0 0,0 0 0,1 0 0,0 0 0,0 1 0,1-1 0,0 0 0,1 0 0,0 0 0,6-14 0,-6 19 0,0 0 0,1 1 0,0-1 0,-1 1 0,1 0 0,1-1 0,-1 1 0,0 1 0,1-1 0,-1 0 0,1 1 0,0 0 0,0 0 0,0 0 0,0 0 0,0 1 0,1-1 0,-1 1 0,7-1 0,10-1 0,0 0 0,36 0 0,-50 3 0,12-1-195,0 2 0,1 0 0,-1 1 0,0 0 0,0 2 0,19 6 0,-25-4-6631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50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24575,'0'3'0,"0"4"0,0 3 0,0 4 0,3 5 0,1 2 0,0 4 0,-1 0 0,0 2 0,-2-1 0,0-1 0,-1 0 0,0-1 0,0-1 0,0-2 0,-1-1 0,1-5-8191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50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24575,'0'3'0,"3"1"0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50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0 24575,'1'7'0,"0"-1"0,0 0 0,0 1 0,3 8 0,4 21 0,-7 11 0,-2 0 0,-2 0 0,-19 91 0,-3 40 0,25-171 0,-1 0 0,1 1 0,0-1 0,1 0 0,0 0 0,0 0 0,4 13 0,-4-17 0,0 0 0,1-1 0,-1 1 0,1-1 0,-1 0 0,1 0 0,0 1 0,0-1 0,0 0 0,0 0 0,0-1 0,0 1 0,1 0 0,-1-1 0,0 1 0,1-1 0,-1 0 0,1 0 0,0 0 0,-1 0 0,1 0 0,4 0 0,-1 0-114,1 0 1,-1-1-1,0 0 0,0 0 0,1 0 1,-1-1-1,0 0 0,0 0 0,0 0 1,0-1-1,8-3 0,14-8-6712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0:50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21 24575,'-3'0'0,"-4"0"0,-1 3 0,4 1 0,9 0 0,6-1 0,8-1 0,5-1 0,6 0 0,6-4 0,3-1 0,0-3 0,-2 0 0,-6-2 0,-7 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05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 24575,'3'0'0,"3"0"0,5 0 0,3 0 0,2 0 0,1 0 0,0 0 0,2 0 0,-1 0 0,0 0 0,0 0 0,-1 0 0,1 0 0,-4-3 0,0-1 0,-3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26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24575,'0'1'0,"0"-1"0,0 1 0,0 0 0,1-1 0,-1 1 0,0-1 0,1 1 0,-1-1 0,0 1 0,1-1 0,-1 1 0,1-1 0,-1 1 0,1-1 0,-1 1 0,1-1 0,-1 0 0,1 1 0,-1-1 0,1 0 0,-1 1 0,1-1 0,0 0 0,-1 0 0,1 0 0,-1 0 0,2 1 0,20 2 0,-20-3 0,50 2 0,0-3 0,95-13 0,-120 11 0,-26 3 0,0 0 0,0 0 0,0 0 0,0 0 0,0 0 0,0 0 0,0-1 0,0 1 0,0 0 0,0-1 0,0 1 0,0-1 0,0 1 0,0-1 0,-1 1 0,1-1 0,0 0 0,1 0 0,-2 0 0,-1 0 0,1 1 0,-1-1 0,1 1 0,0-1 0,-1 1 0,1-1 0,-1 1 0,1-1 0,-1 1 0,1 0 0,-1-1 0,1 1 0,-1 0 0,0-1 0,1 1 0,-1 0 0,1 0 0,-1 0 0,0 0 0,1-1 0,-1 1 0,0 0 0,1 0 0,-1 0 0,0 0 0,1 0 0,-1 0 0,-1 1 0,-146-4 80,92 4-1525,35-1-5381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47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24575,'229'0'0,"-273"2"210,27-1-525,1 0 0,-1-1 0,1-1 0,-31-5 0,36 2-6511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3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109 207 24575,'3'0'0,"1"-1"0,-1 0 0,1 0 0,-1 0 0,0 0 0,1 0 0,-1-1 0,0 1 0,0-1 0,0 0 0,5-5 0,-1 2 0,0-1 0,0 0 0,8-12 0,-13 15 0,1-1 0,-1 0 0,0-1 0,0 1 0,0 0 0,0-1 0,-1 1 0,0-1 0,0 1 0,0-1 0,0 0 0,-1 1 0,0-1 0,0 0 0,0 1 0,0-1 0,-3-8 0,3 10 0,-1 0 0,0-1 0,0 1 0,-1 0 0,1 0 0,-1-1 0,1 1 0,-1 1 0,0-1 0,0 0 0,0 0 0,-1 1 0,1-1 0,-1 1 0,1-1 0,-1 1 0,0 0 0,0 0 0,0 1 0,0-1 0,0 1 0,0-1 0,0 1 0,-6-2 0,5 3 0,0 0 0,1 0 0,-1 0 0,0 0 0,1 0 0,-1 1 0,0 0 0,1 0 0,-1 0 0,1 0 0,-1 0 0,1 1 0,0-1 0,-1 1 0,1 0 0,0 0 0,0 0 0,0 1 0,1-1 0,-1 1 0,0-1 0,1 1 0,-3 3 0,-3 5 0,-1 1 0,2 0 0,0 0 0,-10 23 0,15-30 0,0 0 0,0 1 0,0-1 0,1 1 0,0 0 0,0-1 0,1 1 0,-1 0 0,1-1 0,1 7 0,-1-10 0,1 0 0,-1-1 0,0 1 0,1 0 0,-1 0 0,1-1 0,0 1 0,0-1 0,-1 1 0,1-1 0,0 1 0,0-1 0,0 1 0,1-1 0,-1 0 0,0 1 0,1-1 0,-1 0 0,0 0 0,1 0 0,-1 0 0,1 0 0,-1-1 0,1 1 0,0 0 0,-1-1 0,1 1 0,0-1 0,0 1 0,-1-1 0,1 0 0,0 0 0,0 0 0,-1 0 0,4 0 0,3-1 0,0-1 0,-1 1 0,1-1 0,-1-1 0,0 1 0,1-1 0,-1-1 0,-1 1 0,1-1 0,0 0 0,6-6 0,4-1 0,-17 11 0,0 0 0,1-1 0,-1 1 0,0 0 0,1 0 0,-1 0 0,1-1 0,-1 1 0,1 0 0,-1 0 0,0 0 0,1 0 0,-1 0 0,1 0 0,-1 0 0,1 0 0,-1 0 0,0 0 0,1 0 0,-1 0 0,1 0 0,-1 0 0,0 0 0,1 1 0,-1-1 0,1 0 0,-1 0 0,0 0 0,1 1 0,7 13 0,-1 23 0,-6-33 0,32 208 0,-31-204 0,-1 0 0,0 1 0,-1-1 0,1 0 0,-1 0 0,-1 0 0,0 0 0,0 0 0,-3 11 0,3-15 0,-1 0 0,0 0 0,0 0 0,0-1 0,-1 1 0,1 0 0,-1-1 0,0 0 0,0 1 0,0-1 0,0 0 0,0-1 0,-1 1 0,0 0 0,1-1 0,-1 0 0,0 0 0,-8 3 0,6-2 0,-1-1 0,0 0 0,0 0 0,-1 0 0,1-1 0,0 0 0,0 0 0,-1-1 0,1 0 0,-15-2 0,19 2 0,0-1 0,0 0 0,0 0 0,0 0 0,0-1 0,0 1 0,0-1 0,0 1 0,1-1 0,-1 0 0,0 0 0,1 0 0,0-1 0,-1 1 0,1-1 0,0 1 0,0-1 0,1 1 0,-1-1 0,0 0 0,1 0 0,0 0 0,-1 0 0,1 0 0,1 0 0,-2-5 0,0-1 29,1 0-1,0 0 1,0 0-1,1 0 0,0 0 1,1 0-1,0 0 1,0 0-1,1 0 1,0 0-1,6-15 1,-6 19-107,0 1 0,1-1 1,-1 0-1,1 1 1,0-1-1,1 1 1,-1 0-1,0 0 0,1 1 1,0-1-1,0 1 1,0-1-1,1 1 1,-1 1-1,1-1 0,-1 1 1,1-1-1,0 1 1,0 0-1,0 1 1,7-2-1,4 1-6748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4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 24575,'0'-3'0,"-3"-1"0,-1 3 0,4 2 0,1 3 0,0 5 0,1 3 0,-1 3 0,0 1 0,3 2 0,1 3 0,-1 1 0,-1 0 0,-1-1 0,-1-1 0,0-1 0,-1-4-8191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4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24575,'0'3'0,"3"1"0,0 2 0,4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4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24575,'0'5'0,"0"9"0,0 7 0,0 7 0,0 3 0,0 4 0,0-2 0,0-1 0,0-3 0,0 0 0,2-2 0,2-3 0,3-5 0,3-3 0,2-4 0,3-5 0,-1-3-8191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4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24575,'3'0'0,"4"0"0,4 0 0,5 0 0,7 0 0,8 0 0,4 0 0,-3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5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206 156 24575,'2'0'0,"0"-1"0,-1 1 0,1-1 0,0 0 0,-1 1 0,1-1 0,-1 0 0,1 0 0,-1 0 0,1 0 0,-1 0 0,0-1 0,0 1 0,1 0 0,-1 0 0,0-1 0,0 1 0,1-2 0,14-29 0,-14 28 0,-1-1 0,1 1 0,-1-1 0,0 1 0,-1-1 0,1 0 0,-1 1 0,0-1 0,0 0 0,0 1 0,-1-1 0,-1-6 0,1 9 0,0 0 0,1 0 0,-1 0 0,0 0 0,-1 0 0,1 0 0,0 0 0,-1 0 0,1 0 0,-1 1 0,1-1 0,-1 0 0,0 1 0,0 0 0,0-1 0,0 1 0,0 0 0,0 0 0,0 0 0,0 0 0,0 0 0,0 1 0,0-1 0,-1 0 0,1 1 0,-4 0 0,-2-1 0,0 1 0,1 1 0,-1-1 0,0 2 0,1-1 0,-1 1 0,1 0 0,0 0 0,-1 1 0,1 0 0,0 0 0,0 1 0,1-1 0,-1 2 0,1-1 0,-10 9 0,9-6 0,0-1 0,1 1 0,0 0 0,0 0 0,0 1 0,1 0 0,0 0 0,1 0 0,0 0 0,0 1 0,1 0 0,0-1 0,-3 14 0,6-19 0,-1-1 0,1 1 0,0-1 0,0 1 0,0-1 0,0 1 0,0 0 0,1-1 0,-1 1 0,1-1 0,0 1 0,0-1 0,-1 0 0,2 1 0,-1-1 0,0 0 0,0 0 0,1 1 0,-1-1 0,1 0 0,0 0 0,-1-1 0,1 1 0,0 0 0,0-1 0,0 1 0,1-1 0,-1 1 0,0-1 0,0 0 0,3 1 0,-2-1 0,1 0 0,-1 0 0,0 0 0,0-1 0,0 1 0,1-1 0,-1 0 0,0 0 0,1 0 0,-1-1 0,0 1 0,0-1 0,0 1 0,1-1 0,-1 0 0,0 0 0,0-1 0,0 1 0,0-1 0,0 1 0,-1-1 0,1 0 0,0 0 0,2-3 0,2-3 0,-1 0 0,0-1 0,0 1 0,-1-1 0,0 0 0,4-12 0,-5 12 0,0 0 0,1 0 0,0 0 0,1 0 0,9-12 0,-15 21 0,1 0 0,-1-1 0,0 1 0,0 0 0,0-1 0,1 1 0,-1 0 0,0-1 0,1 1 0,-1 0 0,0 0 0,1 0 0,-1-1 0,0 1 0,1 0 0,-1 0 0,0 0 0,1 0 0,-1-1 0,1 1 0,-1 0 0,0 0 0,1 0 0,-1 0 0,0 0 0,1 0 0,-1 0 0,1 0 0,-1 0 0,0 0 0,1 1 0,-1-1 0,1 0 0,-1 0 0,1 0 0,5 15 0,-3 23 0,-3-36 0,0 8-195,0 0 0,0 1 0,1-1 0,0 1 0,1-1 0,6 19 0,-1-13-6631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6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99 174 24575,'-3'0'0,"0"0"0,-1 0 0,1 0 0,0 1 0,0-1 0,-1 1 0,1 0 0,0 0 0,0 1 0,0-1 0,0 0 0,0 1 0,0 0 0,1 0 0,-1 0 0,0 0 0,-4 4 0,4-2 0,0 1 0,0-1 0,1 0 0,-1 1 0,1 0 0,0 0 0,0-1 0,0 1 0,1 0 0,-2 10 0,0 9 0,0 38 0,3-38 0,-6 44 0,5-66 0,1 0 0,0 1 0,0-1 0,0 0 0,0 1 0,0-1 0,0 0 0,1 5 0,-1-7 0,0 0 0,0 1 0,1-1 0,-1 0 0,0 0 0,0 0 0,0 0 0,0 0 0,0 0 0,0 1 0,0-1 0,0 0 0,0 0 0,0 0 0,0 0 0,0 0 0,0 0 0,1 0 0,-1 0 0,0 0 0,0 1 0,0-1 0,0 0 0,0 0 0,0 0 0,0 0 0,1 0 0,-1 0 0,0 0 0,0 0 0,0 0 0,0 0 0,0 0 0,1 0 0,-1 0 0,0 0 0,0 0 0,0 0 0,0 0 0,0 0 0,0 0 0,1 0 0,-1 0 0,0 0 0,0 0 0,0-1 0,0 1 0,8-13 0,0-10 0,-2-1 0,0 0 0,-2 0 0,4-47 0,-8 70 0,-1-31 0,1 32 0,0-1 0,0 0 0,0 0 0,0 0 0,0 0 0,0 0 0,0 0 0,-1 0 0,1 0 0,0 1 0,-1-1 0,1 0 0,0 0 0,-1 0 0,1 1 0,-1-1 0,0 0 0,1 1 0,-1-1 0,1 0 0,-1 1 0,0-1 0,0 1 0,1-1 0,-1 1 0,0-1 0,0 1 0,0-1 0,-1 1 0,1 0 0,0 0 0,1 0 0,-1 0 0,0 1 0,1-1 0,-1 0 0,0 1 0,1-1 0,-1 0 0,0 1 0,1-1 0,-1 1 0,1-1 0,-1 1 0,1 0 0,-1-1 0,1 1 0,-1-1 0,1 1 0,0 0 0,-1-1 0,1 1 0,0 0 0,0-1 0,-1 1 0,1 0 0,0 0 0,0 0 0,-4 25 0,4-25 0,-1 9 0,1 0 0,0 0 0,2 15 0,-2-22 0,0 0 0,1-1 0,-1 1 0,1 0 0,0 0 0,0-1 0,0 1 0,0-1 0,1 1 0,-1-1 0,0 1 0,1-1 0,0 0 0,0 0 0,-1 1 0,1-1 0,3 2 0,-4-4 0,0 0 0,0 1 0,0-1 0,0 0 0,0 0 0,0 0 0,1 1 0,-1-1 0,0 0 0,0 0 0,0-1 0,0 1 0,0 0 0,0 0 0,0 0 0,0-1 0,0 1 0,0-1 0,0 1 0,0-1 0,0 1 0,0-1 0,0 1 0,0-1 0,0 0 0,0 1 0,-1-1 0,1 0 0,0 0 0,-1 0 0,1 0 0,0 0 0,-1 0 0,2-1 0,18-38 0,-19 37 0,4-9 0,13-34 0,-17 43 0,0 0 0,-1 0 0,1 1 0,-1-1 0,0 0 0,0 0 0,0 0 0,0 0 0,0 0 0,0 1 0,-1-1 0,1 0 0,-3-5 0,3 8 0,0 0 0,0 0 0,0 0 0,0-1 0,0 1 0,0 0 0,0 0 0,0 0 0,0 0 0,-1-1 0,1 1 0,0 0 0,0 0 0,0 0 0,0 0 0,0 0 0,-1-1 0,1 1 0,0 0 0,0 0 0,0 0 0,0 0 0,-1 0 0,1 0 0,0 0 0,0 0 0,0 0 0,-1 0 0,1 0 0,0 0 0,0 0 0,0 0 0,-1 0 0,1 0 0,0 0 0,0 0 0,0 0 0,-1 0 0,1 0 0,-7 8 0,-4 11 0,8-9 0,-1 1 0,0 1 0,0 1 0,1-1 0,-1 16 0,4-25 0,0 0 0,0 0 0,0 0 0,0 1 0,0-1 0,1 0 0,0 0 0,-1 0 0,1 0 0,0 0 0,1 0 0,-1 0 0,0 0 0,1 0 0,0-1 0,0 1 0,0 0 0,0-1 0,0 0 0,0 1 0,5 3 0,-5-4 0,1 0 0,0 0 0,-1-1 0,1 1 0,0 0 0,0-1 0,0 0 0,0 1 0,0-1 0,1-1 0,-1 1 0,0 0 0,0-1 0,1 1 0,-1-1 0,0 0 0,0 0 0,6-1 0,-5-1 0,0 1 0,0-1 0,-1 1 0,1-1 0,0 0 0,-1-1 0,0 1 0,1-1 0,-1 1 0,0-1 0,0 0 0,-1 0 0,1 0 0,3-6 0,0-1 0,0 1 0,-1-1 0,-1-1 0,1 1 0,-2 0 0,1-1 0,-1 0 0,-1 0 0,0 0 0,-1 0 0,0-13 0,-1-10 0,-1 0 0,-8-44 0,9 76 0,-1-11 0,-1 1 0,-1 0 0,0 0 0,-6-17 0,9 29 0,0 0 0,0-1 0,0 1 0,0 0 0,0 0 0,0 0 0,0 0 0,0 0 0,0-1 0,-1 1 0,1 0 0,0 0 0,0 0 0,0 0 0,0 0 0,0 0 0,0 0 0,0-1 0,-1 1 0,1 0 0,0 0 0,0 0 0,0 0 0,0 0 0,0 0 0,0 0 0,-1 0 0,1 0 0,0 0 0,0 0 0,0 0 0,0 0 0,-1 0 0,1 0 0,0 0 0,0 0 0,0 0 0,0 0 0,0 0 0,-1 0 0,1 0 0,0 0 0,0 0 0,0 0 0,0 0 0,-6 8 0,-1 12 0,2 9 0,2 1 0,1 0 0,4 58 0,0-21 0,-2-59-76,0 1 1,0-1-1,1 0 0,0 0 0,0 0 0,1 0 0,0 0 0,1 0 1,0-1-1,0 1 0,0-1 0,1 1 0,0-1 0,1-1 1,-1 1-1,1 0 0,8 7 0,-1-5-6750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7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264 356 24575,'-15'-17'0,"0"-1"0,-18-28 0,19 25 0,-26-31 0,39 51 0,0 0 0,-1 0 0,1 0 0,0 0 0,0 0 0,-1 0 0,1 0 0,-1 0 0,1 0 0,-1 1 0,1-1 0,-1 1 0,1-1 0,-1 1 0,0-1 0,1 1 0,-1 0 0,0 0 0,1 0 0,-3 0 0,1 1 0,0-1 0,0 1 0,0 0 0,0 0 0,1 0 0,-1 1 0,0-1 0,0 1 0,1-1 0,-4 4 0,-1 0 0,1 1 0,0 1 0,0-1 0,0 1 0,1 0 0,0 0 0,-4 9 0,3-4 0,0 1 0,-6 22 0,11-31 0,0 1 0,0 0 0,0 0 0,0 0 0,1 0 0,0 0 0,0-1 0,0 1 0,1 0 0,1 9 0,-1-13 0,-1 0 0,0 0 0,1 0 0,-1 1 0,1-1 0,-1 0 0,1 0 0,0-1 0,-1 1 0,1 0 0,0 0 0,0 0 0,0 0 0,0-1 0,0 1 0,-1 0 0,1-1 0,0 1 0,1-1 0,-1 1 0,0-1 0,1 1 0,0-1 0,1 1 0,-1-1 0,0 0 0,0 0 0,0 0 0,1 0 0,-1-1 0,0 1 0,0-1 0,5-1 0,0-1 0,0 0 0,0-1 0,0 0 0,0 0 0,9-9 0,-5 3 0,0-1 0,-1-1 0,-1 0 0,0 0 0,0-1 0,-2 0 0,1 0 0,-2-1 0,9-23 0,-2-5 0,-1 1 0,6-48 0,-17 84 0,0 2 0,0 0 0,-1 0 0,1 0 0,-1 0 0,1 0 0,-1 0 0,0 0 0,0 0 0,-1-1 0,1 1 0,0 0 0,-1 0 0,0 0 0,-1-3 0,1 7 0,1-1 0,-1 0 0,0 1 0,1-1 0,-1 1 0,1-1 0,-1 1 0,1 0 0,-1-1 0,1 1 0,-1 0 0,1-1 0,-1 1 0,1 0 0,0-1 0,0 1 0,-1 0 0,1 0 0,0 1 0,-8 17 0,0 6 69,1 0-1,1 1 0,1 0 0,-1 30 1,5-39-283,1-1 1,0 1 0,2-1-1,0 0 1,0 1 0,1-1-1,10 28 1,-2-18-6613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7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117 264 24575,'-1'0'0,"-1"0"0,0 1 0,1 0 0,-1-1 0,1 1 0,-1 0 0,1 0 0,0-1 0,-1 1 0,1 0 0,0 1 0,-1-1 0,1 0 0,0 0 0,0 0 0,0 1 0,0-1 0,0 0 0,0 1 0,1-1 0,-2 3 0,-14 37 0,15-38 0,-38 139 0,38-141 0,1 0 0,0 1 0,0-1 0,-1 0 0,1 1 0,0-1 0,-1 0 0,1 0 0,-1 1 0,0-1 0,1 0 0,-1 0 0,0 0 0,-1 2 0,1-3 0,1-1 0,-1 1 0,1 0 0,-1-1 0,1 1 0,0 0 0,-1-1 0,1 1 0,0-1 0,-1 1 0,1 0 0,0-1 0,0 1 0,-1-1 0,1 1 0,0-1 0,0 1 0,0-1 0,0 1 0,0-1 0,0 1 0,0-1 0,0 1 0,0-1 0,-6-47 0,6 46 0,-5-61 0,1 20 0,2 0 0,1 1 0,10-82 0,-6 103 0,-3 14 0,1 0 0,0-1 0,1 1 0,-1 0 0,1 0 0,1 0 0,-1 0 0,1 1 0,0-1 0,6-9 0,-8 15 0,0 0 0,0 0 0,0 1 0,0-1 0,1 0 0,-1 0 0,0 0 0,0 1 0,0-1 0,1 1 0,-1-1 0,0 1 0,0-1 0,1 1 0,-1 0 0,1 0 0,-1-1 0,0 1 0,1 0 0,-1 0 0,3 1 0,-1-1 0,0 1 0,0 0 0,0 0 0,0 1 0,0-1 0,0 1 0,0-1 0,5 4 0,2 3 0,0 1 0,-1 0 0,13 15 0,-13-12-455,0 0 0,12 22 0,-12-17-6371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7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24575,'0'3'0,"3"1"0,4-1 0,4 0 0,2 2 0,3 1 0,4-2 0,2 0 0,3-2 0,3-1 0,0 0 0,-2-1 0,-6 0-8191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8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15 24575,'0'-3'0,"0"-4"0,0 2 0,0 5 0,0 6 0,0 7 0,0 5 0,-3 5 0,0 1 0,-1 3 0,1 0 0,1-2 0,1-2 0,0 1 0,1-1 0,0-4-8191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8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89 212 24575,'1'0'0,"0"-1"0,0 1 0,0-1 0,-1 1 0,1-1 0,0 1 0,0-1 0,0 0 0,-1 1 0,1-1 0,0 0 0,-1 0 0,1 1 0,-1-1 0,1 0 0,-1 0 0,1 0 0,-1 0 0,0 0 0,1 0 0,-1-1 0,9-27 0,-8 25 0,14-47 0,9-40 0,-25 74 0,1 17 0,0 0 0,0-1 0,0 1 0,-1 0 0,1 0 0,0 0 0,0-1 0,-1 1 0,1 0 0,0 0 0,0 0 0,-1 0 0,1 0 0,0-1 0,0 1 0,-1 0 0,1 0 0,0 0 0,0 0 0,-1 0 0,1 0 0,0 0 0,-1 0 0,1 0 0,0 0 0,0 0 0,-1 0 0,1 0 0,0 0 0,0 0 0,-1 1 0,-1 0 0,0 0 0,0 0 0,0 1 0,0-1 0,0 1 0,0-1 0,0 1 0,0 0 0,1 0 0,-3 3 0,-12 20 0,0 1 0,2 1 0,1 1 0,1 0 0,2 0 0,-10 41 0,14-45 0,1 0 0,2 0 0,0 0 0,2 1 0,1-1 0,1 1 0,0-1 0,8 34 0,8 1-1365,-12-44-5461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1:58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0 143 24575,'2'-3'0,"-1"1"0,0-1 0,1 1 0,0-1 0,-1 1 0,1 0 0,0 0 0,0 0 0,0 0 0,0 0 0,1 0 0,2-1 0,3-4 0,7-8 0,2-1 0,-1 1 0,24-15 0,-34 26 0,0 0 0,0 1 0,1 0 0,-1 0 0,1 0 0,0 1 0,0 0 0,0 0 0,0 1 0,0 0 0,8 0 0,-8 0 0,0 2 0,0-1 0,0 1 0,0 0 0,0 0 0,10 4 0,-16-5 0,0 1 0,0-1 0,1 1 0,-1-1 0,0 1 0,0-1 0,0 1 0,0 0 0,0 0 0,0 0 0,0 0 0,0 0 0,0-1 0,0 2 0,0-1 0,0 0 0,-1 0 0,1 0 0,0 0 0,-1 0 0,1 1 0,-1-1 0,0 0 0,1 0 0,-1 1 0,0-1 0,0 0 0,0 1 0,0-1 0,0 0 0,0 1 0,0-1 0,0 0 0,0 1 0,0-1 0,-1 0 0,1 0 0,-1 1 0,1-1 0,-1 0 0,0 2 0,-4 4 0,1 0 0,-2 0 0,1-1 0,-1 1 0,1-1 0,-2 0 0,1-1 0,-1 1 0,-13 7 0,12-7 0,7-6 0,0 1 0,0 0 0,0-1 0,0 1 0,1 0 0,-1-1 0,0 1 0,0 0 0,1 0 0,-1-1 0,0 1 0,1 0 0,-1 0 0,1 0 0,-1 0 0,0 2 0,1-3 0,1 1 0,-1-1 0,0 1 0,0-1 0,0 1 0,0-1 0,0 0 0,1 1 0,-1-1 0,0 1 0,0-1 0,1 0 0,-1 1 0,0-1 0,1 0 0,-1 1 0,0-1 0,1 0 0,-1 1 0,0-1 0,1 0 0,-1 0 0,1 0 0,-1 1 0,0-1 0,1 0 0,6 2 0,-1 0 0,1-1 0,0 0 0,7 1 0,-1-1 0,9 3 0,-14-3 0,1 0 0,0 0 0,-1 1 0,1 0 0,-1 1 0,0 0 0,14 7 0,-21-10 0,0 0 0,-1 1 0,1-1 0,-1 0 0,1 1 0,0-1 0,-1 0 0,1 1 0,-1-1 0,1 1 0,-1-1 0,1 1 0,-1-1 0,0 1 0,1-1 0,-1 1 0,0-1 0,1 1 0,-1 0 0,0-1 0,0 1 0,1 0 0,-1-1 0,0 1 0,0 0 0,0-1 0,0 1 0,0 0 0,0-1 0,0 1 0,0 0 0,0-1 0,0 1 0,0-1 0,-1 1 0,1 0 0,0-1 0,0 1 0,-1 0 0,1-1 0,0 1 0,-1-1 0,1 1 0,0-1 0,-1 1 0,1-1 0,-1 1 0,1-1 0,-1 1 0,1-1 0,-1 0 0,1 1 0,-2 0 0,-2 1 0,-1 1 0,1-1 0,-1 0 0,1 0 0,-10 2 0,-12 1-254,0-1-1,-1-2 0,-31 0 1,52-2-93,-33 0-6479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09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24575,'1'1'0,"-1"0"0,0 0 0,1 0 0,-1-1 0,0 1 0,1 0 0,-1 0 0,1-1 0,-1 1 0,1-1 0,0 1 0,-1 0 0,1-1 0,-1 1 0,1-1 0,0 1 0,0-1 0,-1 0 0,1 1 0,0-1 0,0 0 0,0 1 0,-1-1 0,1 0 0,0 0 0,0 0 0,1 0 0,27 4 0,-26-4 0,59 2 0,-38-2 0,-1 1 0,0 0 0,1 2 0,32 9 0,-55-12 0,23 8 0,-19-3 0,-17-2 0,-18-2-1365,14-1-5461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19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381 19 24575,'-13'-1'0,"0"0"0,-24-6 0,23 4 0,1 0 0,-19 0 0,17 2 0,0 2 0,0 0 0,0 0 0,0 2 0,0-1 0,1 2 0,-17 6 0,21-6 0,1 0 0,0 1 0,0 0 0,1 0 0,-1 1 0,1 0 0,0 0 0,1 1 0,-1 0 0,1 1 0,-8 12 0,13-18 0,0 0 0,0 1 0,1-1 0,-1 1 0,1-1 0,0 1 0,0 0 0,0 0 0,0-1 0,0 1 0,1 0 0,-1 0 0,1 0 0,0 0 0,0 0 0,0 0 0,0 0 0,0 0 0,2 4 0,-1-3 0,1-1 0,0 1 0,-1-1 0,1 1 0,1-1 0,-1 0 0,0 0 0,1 0 0,0 0 0,0 0 0,0-1 0,6 5 0,4 1 0,0-1 0,1 0 0,-1-1 0,2 0 0,-1-1 0,20 4 0,-23-7 0,20 6 0,47 4 0,-68-11 0,0-1 0,0 0 0,0 0 0,0-1 0,0-1 0,-1 0 0,1 0 0,-1-1 0,11-4 0,-3 0-1365,-2 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19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24575,'0'0'0,"-1"0"0,1 1 0,0-1 0,0 0 0,-1 0 0,1 1 0,0-1 0,-1 0 0,1 1 0,0-1 0,0 0 0,0 1 0,-1-1 0,1 1 0,0-1 0,0 0 0,0 1 0,0-1 0,0 1 0,0-1 0,0 0 0,0 1 0,0-1 0,0 1 0,0-1 0,0 1 0,0 0 0,1 17 0,0-13 0,-1 56 0,-2 1 0,-15 88 0,9-95-1365,5-32-5461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7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6 24575,'-3'2'0,"9"3"0,10 2 0,2-5 0,0-1 0,-1 0 0,1-2 0,0 0 0,0-1 0,0 0 0,33-11 0,-38 10 0,-12 3 0,1-1 0,-1 1 0,0 0 0,0 0 0,1 0 0,-1-1 0,0 1 0,1 0 0,-1 1 0,0-1 0,0 0 0,1 0 0,-1 0 0,0 1 0,0-1 0,0 1 0,1-1 0,-1 1 0,0-1 0,0 1 0,0 0 0,0 0 0,0-1 0,0 1 0,0 0 0,0 0 0,0 0 0,0 0 0,-1 0 0,1 0 0,0 0 0,-1 0 0,1 0 0,-1 1 0,1-1 0,-1 0 0,1 0 0,-1 1 0,0-1 0,0 2 0,2 7 0,-2 1 0,1-1 0,-1 0 0,-2 14 0,0-4 0,0 256-1365,2-258-5461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7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14 24575,'-3'-3'0,"2"-1"0,4 1 0,5 0 0,3 3 0,7 3 0,2 0 0,4 0 0,1-1 0,0 0 0,0-2 0,0 1 0,-5-1-8191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8.4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89 24575,'0'262'0,"2"-250"0,2-15 0,4-19 0,16-185 0,-22 196 0,0 0 0,0 1 0,1-1 0,0 1 0,1 0 0,0 0 0,8-14 0,-11 22 0,1-1 0,-1 1 0,1 0 0,-1 0 0,1 0 0,0 0 0,0 0 0,0 0 0,0 1 0,0-1 0,0 1 0,0-1 0,1 1 0,-1 0 0,0 0 0,1 0 0,-1 0 0,1 0 0,0 0 0,-1 1 0,1-1 0,-1 1 0,1 0 0,0 0 0,-1 0 0,1 0 0,0 0 0,-1 1 0,1-1 0,-1 1 0,1 0 0,0-1 0,-1 1 0,0 0 0,5 3 0,3 1 0,0 1 0,0 1 0,0 0 0,-1 0 0,1 1 0,-2 0 0,15 16 0,-21-20 0,1-1 0,-1 0 0,0 1 0,0-1 0,0 1 0,-1 0 0,1-1 0,-1 1 0,0 0 0,0 0 0,0 7 0,-1-8 0,0 0 0,0-1 0,0 1 0,-1 0 0,0-1 0,1 1 0,-1 0 0,0-1 0,0 1 0,0-1 0,-1 1 0,1-1 0,-1 0 0,1 0 0,-1 1 0,0-1 0,0 0 0,0-1 0,-2 3 0,-2 1 38,-1-1 0,1 0 0,-1 0 0,0 0 0,0-1 0,0 0 0,0-1 0,-12 3 0,-2 0-892,-39 2 1,43-6-5973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9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86 175 24575,'-1'20'0,"-2"0"0,0 0 0,-2-1 0,0 0 0,-1 0 0,-1 0 0,-12 23 0,6-10 0,13-31 0,-1 0 0,1 0 0,0 0 0,-1 1 0,1-1 0,-1 0 0,1 0 0,-1 0 0,0 0 0,1 0 0,-1 0 0,0 0 0,0 0 0,0 0 0,0-1 0,0 1 0,0 0 0,-1 0 0,2-1 0,-1 0 0,1-1 0,-1 1 0,1 0 0,-1-1 0,1 1 0,0 0 0,-1-1 0,1 1 0,-1-1 0,1 1 0,0-1 0,-1 1 0,1-1 0,0 1 0,0-1 0,0 1 0,-1-1 0,1 0 0,0 1 0,0-1 0,0 1 0,0-1 0,0-1 0,-1-5 0,0-1 0,1 0 0,0 0 0,1-12 0,6-5 0,1 1 0,1-1 0,1 1 0,1 1 0,23-35 0,-12 20 0,-16 27 0,3-6 0,1 0 0,17-23 0,-24 37 0,-1 0 0,0 0 0,1 0 0,-1 1 0,1-1 0,0 1 0,0 0 0,0 0 0,0 0 0,0 0 0,0 0 0,0 1 0,1-1 0,-1 1 0,1 0 0,-1 0 0,1 0 0,-1 0 0,1 1 0,4-1 0,-5 2 0,-1 0 0,1 0 0,0 0 0,-1 1 0,1-1 0,-1 1 0,0-1 0,1 1 0,-1 0 0,0 0 0,0 0 0,0 0 0,0 0 0,0 0 0,-1 0 0,1 1 0,-1-1 0,1 1 0,-1-1 0,0 1 0,2 4 0,2 8 0,0-1 0,5 25 0,-6-14 0,-2-1 0,0 1 0,-1-1 0,-4 46 0,2-67 0,1 0 0,0-1 0,-1 1 0,0 0 0,1 0 0,-1 0 0,0-1 0,-1 1 0,1 0 0,-2 3 0,2-6 0,1-1 0,0 1 0,-1 0 0,1 0 0,0-1 0,-1 1 0,1 0 0,0 0 0,-1-1 0,1 1 0,0 0 0,0-1 0,-1 1 0,1-1 0,0 1 0,0 0 0,0-1 0,-1 1 0,1-1 0,0 1 0,0 0 0,0-1 0,0 1 0,0-1 0,0 1 0,0 0 0,0-1 0,0 1 0,0-1 0,0 1 0,0-1 0,-1-19 0,2 8 0,2-1 0,-1 1 0,1 0 0,1 0 0,0 1 0,1-1 0,0 1 0,1 0 0,0 0 0,1 1 0,0 0 0,1 0 0,0 0 0,9-8 0,-15 17 0,0-1 0,-1 0 0,1 1 0,0-1 0,0 1 0,1 0 0,-1-1 0,0 1 0,0 0 0,1 0 0,-1 1 0,0-1 0,1 0 0,-1 1 0,1 0 0,-1-1 0,1 1 0,-1 0 0,1 0 0,-1 0 0,0 1 0,1-1 0,-1 1 0,1-1 0,2 2 0,-2 0 0,0 0 0,0 0 0,-1 0 0,1 0 0,-1 0 0,1 1 0,-1 0 0,0-1 0,0 1 0,0 0 0,0 0 0,-1 0 0,1 0 0,-1 0 0,0 0 0,0 0 0,0 0 0,1 5 0,4 18 69,-1 1-1,-1 0 0,-2 0 0,0 33 1,-3-46-240,0 0 0,-1 1 1,0-1-1,-1 0 0,-1 0 1,0-1-1,-1 1 0,-1-1 1,-11 21-1,2-11-6655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0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17 24575,'0'0'0,"-1"-1"0,1 0 0,0 0 0,-1 1 0,1-1 0,0 0 0,-1 1 0,1-1 0,-1 0 0,1 1 0,-1-1 0,0 0 0,1 1 0,-1-1 0,0 1 0,1-1 0,-1 1 0,0 0 0,1-1 0,-1 1 0,0 0 0,0-1 0,0 1 0,1 0 0,-1 0 0,0 0 0,-1 0 0,-27-4 0,26 4 0,-5 0 0,1 1 0,-1 0 0,1 0 0,-1 0 0,1 1 0,0 0 0,0 1 0,0-1 0,0 1 0,0 1 0,0-1 0,1 1 0,-1 0 0,1 1 0,0 0 0,-9 9 0,3-2 0,1 1 0,0 0 0,1 0 0,0 1 0,1 0 0,-10 23 0,16-32 0,1 0 0,0 0 0,0 0 0,1 0 0,-1 0 0,1 1 0,0-1 0,1 1 0,-1-1 0,1 1 0,0-1 0,1 6 0,0-8 0,0 1 0,0-1 0,0 0 0,1 0 0,-1 1 0,1-1 0,0 0 0,0-1 0,0 1 0,0 0 0,0 0 0,0-1 0,1 0 0,0 1 0,-1-1 0,1 0 0,0 0 0,0 0 0,6 2 0,4 2 0,1-1 0,-1 0 0,1-1 0,0-1 0,0 0 0,0-1 0,1 0 0,-1-1 0,0-1 0,1 0 0,-1-1 0,0-1 0,1 0 0,-1-1 0,0 0 0,23-9 0,-21 3-1365,-4 2-5461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75 24575,'0'-3'0,"0"1"0,0-1 0,0 1 0,1-1 0,-1 0 0,1 1 0,0 0 0,-1-1 0,1 1 0,0-1 0,1 1 0,-1 0 0,0 0 0,1 0 0,-1 0 0,1 0 0,3-4 0,-1 3 0,0 0 0,0 1 0,0-1 0,0 1 0,0 0 0,1 0 0,-1 1 0,0-1 0,7-1 0,0 1 0,1 1 0,-1 0 0,0 0 0,1 1 0,-1 0 0,1 1 0,16 3 0,-25-3 0,0 0 0,-1-1 0,1 1 0,0 0 0,0 0 0,-1 1 0,1-1 0,-1 1 0,0-1 0,1 1 0,-1 0 0,0-1 0,0 1 0,0 1 0,0-1 0,0 0 0,0 0 0,-1 1 0,1-1 0,-1 1 0,1-1 0,-1 1 0,0-1 0,0 1 0,0 0 0,-1 0 0,1 0 0,-1-1 0,1 1 0,-1 0 0,0 0 0,0 0 0,0 0 0,-1 0 0,1-1 0,-1 1 0,1 0 0,-1 0 0,0 0 0,0-1 0,0 1 0,0-1 0,-3 5 0,-1 1 0,0 0 0,0 0 0,-1-1 0,0 1 0,-1-1 0,1-1 0,-1 1 0,-9 5 0,-7 4 0,-35 18 0,1-1 0,55-32 0,1 0 0,-1 0 0,1 0 0,-1 0 0,1 1 0,-1-1 0,1 1 0,0-1 0,0 1 0,0-1 0,-2 4 0,3-4 0,-1-1 0,1 1 0,0 0 0,0-1 0,0 1 0,1 0 0,-1-1 0,0 1 0,0-1 0,0 1 0,0-1 0,0 1 0,1 0 0,-1-1 0,0 1 0,1-1 0,-1 1 0,0-1 0,1 1 0,-1-1 0,0 1 0,1-1 0,-1 0 0,1 1 0,-1-1 0,1 1 0,-1-1 0,1 0 0,-1 0 0,1 1 0,-1-1 0,1 0 0,0 0 0,-1 0 0,1 1 0,-1-1 0,1 0 0,0 0 0,-1 0 0,1 0 0,0 0 0,55 10 0,77 4 0,-59-7 0,52 11-1365,-111-15-5461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0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155 229 24575,'0'-1'0,"0"1"0,-1-1 0,1 0 0,-1 0 0,1 1 0,-1-1 0,1 0 0,-1 1 0,1-1 0,-1 0 0,0 1 0,1-1 0,-1 1 0,0-1 0,1 1 0,-1-1 0,0 1 0,0-1 0,1 1 0,-1 0 0,0-1 0,0 1 0,0 0 0,0 0 0,1 0 0,-1 0 0,0 0 0,0 0 0,-1 0 0,-27 0 0,24 2 0,1 0 0,-1 1 0,0-1 0,1 1 0,-1 0 0,1 0 0,0 0 0,0 1 0,0-1 0,1 1 0,-1 0 0,1 0 0,0 0 0,0 1 0,-4 6 0,1 2 0,-1-1 0,2 1 0,0 1 0,-6 20 0,10-30 0,0 0 0,0 0 0,1 1 0,-1-1 0,1 0 0,0 0 0,0 1 0,1-1 0,-1 0 0,1 0 0,0 1 0,0-1 0,0 0 0,1 0 0,-1 0 0,1 0 0,0 0 0,0-1 0,4 6 0,-2-5 0,-1 0 0,1 0 0,0-1 0,1 0 0,-1 0 0,0 0 0,1 0 0,0-1 0,-1 0 0,1 0 0,0 0 0,0 0 0,1-1 0,-1 0 0,7 1 0,-2-1 0,-1 0 0,1 0 0,0-1 0,0-1 0,-1 1 0,1-2 0,0 1 0,-1-1 0,18-6 0,-23 6 0,0 0 0,0 0 0,0 0 0,-1 0 0,1-1 0,-1 1 0,1-1 0,-1 0 0,0 0 0,0 0 0,0 0 0,0-1 0,0 1 0,-1-1 0,0 0 0,0 1 0,0-1 0,0 0 0,0 0 0,-1-1 0,0 1 0,0 0 0,1-9 0,-2 6 0,0 0 0,0-1 0,-1 1 0,0 0 0,0-1 0,-1 1 0,0 0 0,0 0 0,0 0 0,-1 0 0,0 1 0,-1-1 0,1 1 0,-7-8 0,-8-10 0,-1 2 0,-28-27 0,15 18 0,9 8 0,-15-15 0,35 35 0,0-1 0,1 1 0,-1-1 0,1 0 0,-1 1 0,1-1 0,1 0 0,-4-8 0,5 11 0,0 0 0,0-1 0,-1 1 0,1 0 0,0-1 0,0 1 0,0 0 0,0 0 0,1-1 0,-1 1 0,0 0 0,0-1 0,1 1 0,-1 0 0,1 0 0,-1 0 0,1-1 0,0 1 0,-1 0 0,1 0 0,0 0 0,1-1 0,0 0 0,0 0 0,0 1 0,1-1 0,-1 1 0,1-1 0,-1 1 0,1 0 0,0 0 0,4-2 0,5 1 0,0 0 0,0 0 0,19 1 0,-26 1 0,-1-1 0,1 2 0,0-1 0,-1 0 0,1 1 0,-1 0 0,1 0 0,-1 0 0,0 1 0,1-1 0,-1 1 0,0 0 0,0 0 0,0 1 0,0-1 0,0 1 0,-1 0 0,1 0 0,-1 0 0,0 0 0,0 1 0,0-1 0,0 1 0,-1 0 0,1 0 0,-1 0 0,0 0 0,0 0 0,0 0 0,-1 1 0,0-1 0,1 0 0,-2 1 0,1 0 0,0-1 0,-1 10 0,0 3-17,-1 0 0,-1 0-1,-6 25 1,2-14-1279,4-13-5530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0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96 24575,'-2'21'0,"0"1"0,-2-1 0,0 0 0,-10 27 0,-6 31 0,-3 35 0,25-186 0,10-15 0,36-132 0,-46 214 0,0 0 0,0-1 0,0 1 0,5-8 0,-7 13 0,0-1 0,0 1 0,1-1 0,-1 1 0,0-1 0,1 0 0,-1 1 0,0-1 0,1 1 0,-1 0 0,1-1 0,-1 1 0,1-1 0,-1 1 0,1 0 0,-1-1 0,1 1 0,-1 0 0,1-1 0,0 1 0,-1 0 0,1 0 0,-1 0 0,1 0 0,0-1 0,-1 1 0,1 0 0,0 0 0,-1 0 0,1 0 0,-1 1 0,1-1 0,0 0 0,-1 0 0,1 0 0,0 0 0,-1 1 0,1-1 0,-1 0 0,1 0 0,-1 1 0,1-1 0,-1 1 0,1-1 0,-1 0 0,1 1 0,-1-1 0,1 1 0,-1-1 0,0 1 0,1-1 0,0 2 0,3 5 27,1 0-1,-1 0 0,0 0 0,-1 1 1,0-1-1,0 1 0,0 0 0,-1 0 1,0 0-1,-1 0 0,0 1 0,0 11 1,-1-14-128,0 1 1,0-1-1,-1 1 1,0-1 0,0 0-1,-1 1 1,0-1-1,0 0 1,0 0 0,-1 0-1,0 0 1,0 0 0,0-1-1,-1 1 1,0-1-1,-5 6 1,-3 0-6726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1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66 127 24575,'0'26'0,"-1"0"0,-2 0 0,0 0 0,-1-1 0,-2 1 0,-1-1 0,-1 0 0,-19 42 0,21-59 0,6-18 0,8-19 0,30-71 0,60-115 0,-95 210 0,1 0 0,-1 0 0,1 0 0,-1 0 0,2 0 0,-1 1 0,9-7 0,-12 10 0,0 0 0,0 1 0,0-1 0,0 0 0,0 1 0,0-1 0,0 1 0,0-1 0,0 1 0,0 0 0,1-1 0,-1 1 0,0 0 0,0 0 0,0 0 0,1 0 0,-1 0 0,0 0 0,0 0 0,0 0 0,1 1 0,-1-1 0,0 0 0,0 1 0,0-1 0,0 1 0,0-1 0,0 1 0,0-1 0,0 1 0,0 0 0,0 0 0,0-1 0,0 1 0,0 0 0,0 0 0,-1 0 0,1 0 0,0 0 0,-1 0 0,1 0 0,0 0 0,-1 0 0,0 1 0,1 0 0,2 5 0,0 0 0,-1 0 0,0 0 0,0 1 0,-1-1 0,0 1 0,0 9 0,-2 58 0,-1-39 0,-2 15 0,3-47 0,0 0 0,0 0 0,0 0 0,0 0 0,-1 0 0,1 0 0,-1 0 0,0 0 0,-4 5 0,6-9 0,0 1 0,-1-1 0,1 0 0,0 0 0,0 0 0,0 1 0,0-1 0,0 0 0,0 0 0,-1 0 0,1 0 0,0 1 0,0-1 0,0 0 0,-1 0 0,1 0 0,0 0 0,0 0 0,0 0 0,-1 1 0,1-1 0,0 0 0,0 0 0,-1 0 0,1 0 0,0 0 0,0 0 0,0 0 0,-1 0 0,1 0 0,0 0 0,0 0 0,-1 0 0,-1-8 0,3-13 0,6 1 0,-1 0 0,2 1 0,1 0 0,0 0 0,23-32 0,-27 44 0,1 0 0,0 0 0,0 1 0,1 0 0,9-8 0,-15 13 0,0 0 0,1 0 0,-1 0 0,1 1 0,0-1 0,-1 0 0,1 1 0,0-1 0,-1 1 0,1-1 0,0 1 0,0 0 0,0-1 0,2 1 0,-3 1 0,1-1 0,-1 1 0,0-1 0,0 1 0,0-1 0,0 1 0,0-1 0,0 1 0,0 0 0,0 0 0,0 0 0,-1-1 0,1 1 0,0 0 0,0 0 0,-1 0 0,1 0 0,0 0 0,-1 0 0,1 1 0,-1-1 0,0 0 0,1 0 0,-1 2 0,4 15 0,-1 0 0,-1 0 0,-1 1 0,-1-1 0,-3 35 0,1-32 0,-20 143-1365,16-131-5461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1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 65 24575,'-7'-8'0,"-1"0"0,-1 1 0,1 0 0,-1 0 0,-1 1 0,-12-7 0,18 12 0,0-1 0,1 1 0,-1 0 0,0 0 0,0 0 0,0 0 0,0 1 0,0 0 0,0 0 0,0 0 0,0 0 0,0 0 0,0 1 0,0 0 0,0 0 0,0 0 0,0 0 0,1 0 0,-1 1 0,-5 3 0,-9 6 0,0 2 0,1 0 0,0 1 0,1 0 0,1 1 0,0 1 0,1 1 0,1 0 0,1 0 0,-20 37 0,29-48 0,0 1 0,0 0 0,1 0 0,-1 0 0,1 0 0,1 0 0,-2 11 0,3-15 0,0-1 0,0 1 0,0-1 0,1 1 0,-1-1 0,0 1 0,1-1 0,0 1 0,-1-1 0,1 1 0,0-1 0,1 0 0,-1 1 0,0-1 0,0 0 0,1 0 0,0 0 0,-1 0 0,1 0 0,0 0 0,0 0 0,0-1 0,0 1 0,3 1 0,2 1 34,1-1 1,-1 0-1,1 0 0,0 0 0,0-1 0,0-1 0,0 1 0,0-1 0,9 0 1,1-1-604,1-1 0,33-5 0,-13-2-6257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2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6 138 24575,'1'-5'0,"0"0"0,0 0 0,0 1 0,0-1 0,1 0 0,0 0 0,0 1 0,0-1 0,0 1 0,1 0 0,-1 0 0,1 0 0,4-5 0,0 1 0,1 1 0,-1-1 0,1 1 0,1 1 0,9-8 0,-13 12 0,0-1 0,0 0 0,0 1 0,0 0 0,0 1 0,1-1 0,-1 1 0,1 0 0,-1 0 0,1 0 0,-1 1 0,1 0 0,-1 0 0,1 0 0,-1 1 0,1 0 0,5 1 0,-8-1 0,0 1 0,0-1 0,0 0 0,0 1 0,0 0 0,0-1 0,0 1 0,0 0 0,-1 1 0,1-1 0,-1 0 0,0 1 0,0-1 0,1 1 0,-2 0 0,1 0 0,0 0 0,-1 0 0,1 0 0,-1 0 0,0 0 0,0 0 0,0 1 0,0-1 0,0 0 0,-1 1 0,0-1 0,0 7 0,0-7 0,-1 0 0,1 1 0,-1-1 0,0 0 0,0 1 0,0-1 0,-1 0 0,1 0 0,-1 0 0,1 0 0,-1 0 0,0-1 0,0 1 0,0 0 0,-1-1 0,1 1 0,-1-1 0,1 0 0,-1 0 0,0 0 0,0 0 0,-5 2 0,-8 4 0,0 0 0,-1-2 0,-17 6 0,21-8 0,-17 3 0,-14 5 0,41-12 0,0 1 0,1 1 0,-1-1 0,0 0 0,1 1 0,-1-1 0,1 1 0,0 0 0,-1-1 0,1 1 0,-2 3 0,3-5 0,1 1 0,0-1 0,0 1 0,0-1 0,-1 1 0,1-1 0,0 1 0,0-1 0,0 1 0,0-1 0,0 1 0,0-1 0,0 1 0,0-1 0,0 1 0,0-1 0,1 1 0,-1-1 0,0 1 0,0-1 0,0 1 0,0-1 0,1 1 0,-1-1 0,0 1 0,1-1 0,-1 0 0,0 1 0,1-1 0,-1 0 0,0 1 0,1-1 0,-1 0 0,1 1 0,-1-1 0,0 0 0,1 0 0,-1 1 0,1-1 0,0 0 0,22 10 0,-21-9 0,27 9 0,-1-1 0,27 13 0,-48-18 0,0 0 0,0 0 0,0 0 0,0 1 0,-1 0 0,0 0 0,0 1 0,8 9 0,-13-15 0,0 1 0,-1 0 0,1 0 0,0 0 0,0 0 0,-1 0 0,1 0 0,0 0 0,-1 0 0,1 0 0,-1 0 0,1 0 0,-1 0 0,0 0 0,1 1 0,-1-1 0,0 0 0,0 0 0,0 0 0,0 0 0,0 1 0,0-1 0,0 0 0,0 0 0,-1 0 0,1 1 0,0-1 0,-1 0 0,1 0 0,-1 0 0,1 0 0,-1 0 0,1 0 0,-1 0 0,0 0 0,1 0 0,-1 0 0,0 0 0,0 0 0,0-1 0,0 1 0,0 0 0,0-1 0,0 1 0,0 0 0,0-1 0,0 1 0,-2 0 0,-6 2 0,-1 0 0,0 0 0,0-1 0,-16 2 0,17-3 0,-55 4-1365,45-4-5461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2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141 278 24575,'3'-1'0,"-1"1"0,0-1 0,1 0 0,-1 1 0,0-1 0,0 0 0,0 0 0,0-1 0,0 1 0,0 0 0,0-1 0,0 1 0,0-1 0,0 0 0,1-2 0,22-29 0,-17 20 0,-2 0 0,0-1 0,0 0 0,5-21 0,-9 26 0,0-1 0,0 1 0,-1 0 0,0 0 0,-1-1 0,0 1 0,0-1 0,-3-10 0,3 18 0,0 0 0,0 0 0,-1 0 0,1 0 0,-1 0 0,0 0 0,0 1 0,0-1 0,0 0 0,0 0 0,0 1 0,0-1 0,0 1 0,0-1 0,-1 1 0,1-1 0,-1 1 0,1 0 0,-1 0 0,1 0 0,-1 0 0,-2-1 0,2 1 0,-1 1 0,0-1 0,1 1 0,-1 0 0,0 0 0,1 0 0,-1 0 0,1 0 0,-1 1 0,0-1 0,1 1 0,-1 0 0,1 0 0,-4 1 0,-5 4 0,0-1 0,1 2 0,-1 0 0,1 0 0,-16 16 0,14-11 0,1 0 0,0 1 0,0 1 0,-9 17 0,15-24 0,1 1 0,0 0 0,1 0 0,0 0 0,0 0 0,1 0 0,0 1 0,0-1 0,1 1 0,-1 9 0,2-17 0,0 1 0,0-1 0,0 1 0,1-1 0,-1 1 0,0-1 0,0 1 0,1-1 0,-1 1 0,1-1 0,-1 1 0,1-1 0,0 0 0,-1 1 0,1-1 0,0 0 0,0 0 0,0 1 0,0-1 0,0 0 0,0 0 0,1 0 0,-1 0 0,0 0 0,0-1 0,1 1 0,-1 0 0,0-1 0,1 1 0,-1 0 0,1-1 0,-1 0 0,1 1 0,-1-1 0,1 0 0,-1 0 0,1 0 0,-1 0 0,1 0 0,-1 0 0,3-1 0,3 1 0,0-2 0,0 1 0,0-1 0,0 0 0,-1 0 0,1-1 0,11-6 0,13-12 0,0-2 0,31-29 0,-30 24 0,-6 11 0,-26 16 0,1 1 0,-1 0 0,1-1 0,-1 1 0,1 0 0,-1 0 0,1 0 0,-1-1 0,1 1 0,0 0 0,-1 0 0,1 0 0,-1 0 0,1 0 0,-1 0 0,1 0 0,-1 0 0,1 0 0,-1 0 0,1 1 0,0-1 0,-1 0 0,1 0 0,-1 0 0,1 1 0,-1-1 0,0 0 0,1 1 0,-1-1 0,1 0 0,-1 1 0,1-1 0,-1 0 0,0 1 0,1-1 0,-1 1 0,0-1 0,1 1 0,-1-1 0,0 1 0,0-1 0,0 1 0,1-1 0,-1 1 0,0-1 0,0 1 0,0-1 0,0 1 0,0 0 0,0-1 0,0 1 0,0 0 0,0 16 0,-1 0 0,0-1 0,-1 1 0,-1 0 0,-1-1 0,-8 24 0,4-13 0,-5 32 0,11-47-227,1-1-1,0 1 1,0-1-1,1 1 1,3 22-1,1-21-6598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2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71 175 24575,'-2'22'0,"-2"0"0,0-1 0,-9 24 0,1-2 0,-2 7 0,7-27 0,-8 43 0,33-115 0,9-80 0,-21 91 0,2 1 0,1 0 0,2 0 0,26-58 0,-35 91 0,0 1 0,0 0 0,0-1 0,0 1 0,0 0 0,1 0 0,0 1 0,-1-1 0,1 0 0,0 1 0,0 0 0,6-4 0,-7 6 0,-1-1 0,1 1 0,0-1 0,-1 1 0,1-1 0,0 1 0,-1 0 0,1 0 0,0 0 0,0 0 0,-1 0 0,1 0 0,0 0 0,0 1 0,-1-1 0,1 1 0,0-1 0,-1 1 0,1 0 0,-1-1 0,1 1 0,-1 0 0,1 0 0,-1 0 0,1 0 0,-1 0 0,0 1 0,0-1 0,2 2 0,2 3 0,0 1 0,-1-1 0,0 1 0,0 0 0,0 0 0,-1 1 0,0-1 0,0 1 0,-1-1 0,3 17 0,-4-19 0,0 1 0,-1-1 0,1 1 0,-1 0 0,0-1 0,-1 1 0,1-1 0,-1 1 0,0-1 0,-1 1 0,1-1 0,-1 0 0,0 1 0,-1-1 0,1 0 0,-5 6 0,3-6-105,1 0 0,-1-1 0,0 0 0,0 0 0,0 0 0,-1 0 0,1-1 0,-1 1 0,0-1 0,0 0 0,0-1 0,-11 5 0,2-4-6721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3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79 24575,'0'29'0,"-2"-1"0,-1 1 0,-1 0 0,-16 53 0,7-29 0,9-32 0,-2-1 0,-12 32 0,11-42 0,6-17 0,6-20 0,143-322 0,-146 344 0,-1 1 0,0 1 0,0 0 0,1 0 0,-1 0 0,1 0 0,0 0 0,0 0 0,0 0 0,0 1 0,1-1 0,-1 1 0,1-1 0,3-2 0,-6 5 0,1 0 0,-1 0 0,1 0 0,-1 0 0,1 0 0,-1 0 0,1 0 0,-1 0 0,0 0 0,1 0 0,-1 0 0,1 0 0,-1 0 0,1 0 0,-1 1 0,1-1 0,-1 0 0,0 0 0,1 1 0,-1-1 0,1 0 0,-1 0 0,0 1 0,1-1 0,-1 0 0,0 1 0,1-1 0,-1 0 0,0 1 0,0-1 0,1 1 0,-1-1 0,0 1 0,0-1 0,0 0 0,0 1 0,1-1 0,-1 1 0,0 0 0,6 23 0,-5-19 0,17 137 0,-10-69 0,-7-57 0,0-5 0,1-24 0,1-8 0,0 0 0,1 0 0,1 0 0,1 0 0,0 1 0,2 0 0,1 0 0,11-18 0,-20 37 0,0 1 0,0-1 0,1 1 0,-1-1 0,0 1 0,0-1 0,1 1 0,-1-1 0,0 1 0,1-1 0,-1 1 0,1 0 0,-1-1 0,0 1 0,1 0 0,-1-1 0,1 1 0,-1 0 0,1 0 0,-1-1 0,1 1 0,-1 0 0,1 0 0,-1 0 0,1 0 0,-1 0 0,1 0 0,0 0 0,-1 0 0,1 0 0,0 0 0,0 1 0,0 0 0,-1-1 0,1 1 0,0 0 0,-1 0 0,1-1 0,-1 1 0,1 0 0,-1 0 0,1 0 0,-1 0 0,0 0 0,1 0 0,-1 1 0,8 48 0,-7-43 0,3 22-195,-1 1 0,-2-1 0,0 0 0,-2 1 0,-2-1 0,-6 35 0,2-37-6631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2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346 38 24575,'1'0'0,"-1"0"0,0 0 0,1 1 0,-1-2 0,1 1 0,-1 0 0,0 0 0,1 0 0,-1 0 0,1 0 0,-1 0 0,0 0 0,1 0 0,-1 0 0,0-1 0,1 1 0,-1 0 0,0 0 0,1-1 0,-1 1 0,0 0 0,1 0 0,-1-1 0,0 1 0,0 0 0,1-1 0,-1 1 0,0 0 0,0-1 0,0 1 0,0 0 0,1-1 0,-1 1 0,0-1 0,0 1 0,0 0 0,0-1 0,0 1 0,0-1 0,0 1 0,0 0 0,0-1 0,0 1 0,0-1 0,0 1 0,0 0 0,0-1 0,-1 1 0,1-1 0,0 0 0,-1 0 0,1 0 0,-1 0 0,1 0 0,-1 0 0,0 0 0,1 0 0,-1 0 0,0 0 0,0 0 0,1 0 0,-1 0 0,0 0 0,0 1 0,0-1 0,-1 0 0,-5-1 0,0 0 0,1 0 0,-1 1 0,0 0 0,0 1 0,1-1 0,-1 1 0,0 1 0,0-1 0,0 1 0,1 0 0,-1 1 0,1 0 0,-1 0 0,1 0 0,-10 5 0,-1 2 0,0 0 0,0 2 0,1 0 0,-22 19 0,26-19 0,0 1 0,1 0 0,0 0 0,1 1 0,1 0 0,0 1 0,0 0 0,-10 26 0,17-33 0,-1 0 0,1 0 0,1 0 0,-1 0 0,1 0 0,0 1 0,1-1 0,0 1 0,1 10 0,-1-13 0,1 0 0,1 0 0,-1 0 0,1-1 0,0 1 0,0-1 0,0 1 0,0-1 0,1 0 0,0 1 0,0-1 0,0-1 0,0 1 0,1 0 0,5 3 0,-3-2 27,1 0-1,1-1 0,-1 0 0,0 0 1,1-1-1,0 0 0,0-1 0,0 1 1,0-1-1,0-1 0,1 0 0,8 1 1,3-2-454,-1 0 0,1-1 1,38-7-1,-19 0-6399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23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 24575,'0'-23'0,"0"19"0,0 15 0,-1 15 0,-6 31 0,0 22 0,6-75 0,2 0 0,-1 0 0,0 0 0,1 0 0,0 0 0,-1 0 0,2 0 0,-1 0 0,0 0 0,1-1 0,0 1 0,0-1 0,0 1 0,0-1 0,0 0 0,1 1 0,-1-1 0,1-1 0,0 1 0,0 0 0,0-1 0,0 1 0,1-1 0,-1 0 0,1 0 0,-1 0 0,1 0 0,0-1 0,-1 0 0,1 0 0,0 0 0,0 0 0,0 0 0,0-1 0,0 1 0,0-1 0,0 0 0,0-1 0,0 1 0,0-1 0,0 1 0,0-1 0,0 0 0,0-1 0,-1 1 0,1-1 0,0 0 0,-1 1 0,1-2 0,-1 1 0,6-5 0,4-5 0,-2 0 0,0-1 0,0 0 0,-1 0 0,-1-1 0,0-1 0,-1 0 0,0 0 0,-1 0 0,-1-1 0,-1 0 0,0 0 0,3-22 0,-8 38 0,0 0 0,0 0 0,0 0 0,0 0 0,0 0 0,0 0 0,0 0 0,0 0 0,-1 0 0,1 0 0,0 0 0,0 0 0,0 0 0,0 0 0,0 0 0,0 0 0,0 0 0,0 0 0,0 0 0,-1 0 0,1 0 0,0 0 0,0 0 0,0 0 0,0 0 0,0 0 0,0 0 0,0 0 0,0 0 0,0 0 0,0 0 0,0 0 0,0-1 0,0 1 0,-1 0 0,1 0 0,0 0 0,0 0 0,0 0 0,0 0 0,0 0 0,0 0 0,0 0 0,0 0 0,0-1 0,0 1 0,0 0 0,0 0 0,0 0 0,0 0 0,0 0 0,0 0 0,-9 13 0,-9 21 0,2 7 0,1 1 0,3 1 0,1-1 0,2 2 0,-3 53 0,5-47 0,4-39 0,1 0 0,0 0 0,1 0 0,1 1 0,0-1 0,0 0 0,3 12 0,-3-22-32,0-1-1,0 0 1,0 1-1,0-1 1,0 1-1,0-1 1,0 0-1,0 1 1,0-1-1,0 0 1,0 1-1,0-1 1,1 0-1,-1 1 1,0-1-1,0 0 1,0 1-1,1-1 1,-1 0-1,0 0 1,0 1-1,1-1 1,-1 0-1,0 0 1,1 0-1,-1 1 1,0-1-1,0 0 1,1 0-1,-1 0 1,1 0-1,-1 0 1,0 0-1,1 1 1,-1-1-1,0 0 0,1 0 1,-1 0-1,0 0 1,1 0-1,0-1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4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123 244 24575,'0'0'0,"0"0"0,0 0 0,1 0 0,-1 0 0,0 0 0,0 0 0,0 0 0,0 0 0,0 0 0,0 0 0,0 0 0,0 0 0,0 0 0,1 0 0,-1 0 0,0 0 0,0 0 0,0 1 0,0-1 0,0 0 0,0 0 0,0 0 0,0 0 0,0 0 0,0 0 0,0 0 0,0 0 0,0 0 0,0 0 0,0 0 0,0 1 0,1-1 0,-1 0 0,0 0 0,0 0 0,0 0 0,0 0 0,0 0 0,0 0 0,0 0 0,0 1 0,-1-1 0,1 0 0,0 0 0,0 0 0,0 0 0,0 0 0,0 0 0,0 0 0,0 0 0,0 0 0,0 0 0,0 1 0,0-1 0,0 0 0,0 0 0,0 0 0,0 0 0,-7 9 0,-10 7 0,7-6 0,1-1 0,0 1 0,1 0 0,0 1 0,0 0 0,1 0 0,1 1 0,0 0 0,0 0 0,1 0 0,1 1 0,0 0 0,1-1 0,0 1 0,1 1 0,0-1 0,1 0 0,1 19 0,1-27 0,0 1 0,0 0 0,0 0 0,1-1 0,0 1 0,0-1 0,0 1 0,1-1 0,0 0 0,0 0 0,0 0 0,0 0 0,1-1 0,0 1 0,0-1 0,0 0 0,1 0 0,-1-1 0,1 1 0,5 3 0,-4-4 0,1 1 0,-1-1 0,1 0 0,-1 0 0,1-1 0,0 0 0,0 0 0,0 0 0,0-1 0,0 0 0,0-1 0,0 1 0,0-1 0,0-1 0,0 1 0,9-3 0,-12 2 0,-1 0 0,1 0 0,-1-1 0,1 1 0,-1-1 0,0 0 0,0 0 0,0 0 0,0 0 0,0 0 0,0-1 0,-1 1 0,1-1 0,-1 0 0,4-4 0,-3 1 0,-1 1 0,1 0 0,-1-1 0,0 1 0,0-1 0,-1 1 0,0-1 0,0 0 0,1-6 0,-2-3 0,0 0 0,-1 0 0,-1-1 0,0 1 0,-1 0 0,-8-24 0,-37-87 0,26 74 0,-21-77 0,42 124 0,0 0 0,0 1 0,1-1 0,0 0 0,-1 0 0,1 0 0,1 1 0,-1-1 0,1 0 0,0 0 0,0 1 0,0-1 0,3-5 0,-3 8 0,0-1 0,1 1 0,-1 0 0,1-1 0,0 1 0,-1 0 0,1 0 0,0 0 0,0 0 0,1 1 0,-1-1 0,0 0 0,1 1 0,-1 0 0,1-1 0,-1 1 0,1 0 0,-1 0 0,1 1 0,0-1 0,-1 0 0,1 1 0,0 0 0,3-1 0,-1 2 0,0-1 0,1 1 0,-1 0 0,0 0 0,0 0 0,0 1 0,0-1 0,-1 1 0,1 0 0,0 1 0,-1-1 0,0 1 0,1 0 0,-1 0 0,0 0 0,0 1 0,-1 0 0,4 4 0,-1-2 0,-1 0 0,0 1 0,-1-1 0,1 1 0,-1 0 0,-1 1 0,1-1 0,-1 1 0,-1-1 0,4 16 0,-5-13 34,-1 0 1,0 0-1,-1-1 0,0 1 0,0 0 0,-1 0 0,-1-1 0,1 1 0,-7 14 1,-5 7-889,-24 40 1,25-48-5973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5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165 109 24575,'-2'0'0,"0"1"0,0-1 0,0 1 0,0-1 0,0 1 0,0 0 0,0 0 0,0 0 0,0 0 0,0 0 0,0 1 0,1-1 0,-1 0 0,0 1 0,1-1 0,-1 1 0,1 0 0,0-1 0,0 1 0,-1 0 0,1 0 0,-1 4 0,-4 6 0,1 0 0,-6 20 0,8-21 0,-83 275 0,76-269 0,7-12 0,5-13 0,35-83 0,-3 2 0,89-162 0,-117 241 0,0 1 0,1 0 0,0 1 0,1-1 0,11-9 0,-17 16 0,0 1 0,0 0 0,-1-1 0,1 1 0,0 0 0,0 0 0,0 0 0,0 1 0,0-1 0,1 0 0,-1 1 0,0-1 0,0 1 0,4 0 0,-4 0 0,-1 0 0,1 1 0,-1-1 0,1 1 0,-1 0 0,1-1 0,-1 1 0,0 0 0,1 0 0,-1 0 0,0 0 0,0 0 0,1 0 0,-1 0 0,0 1 0,0-1 0,0 0 0,0 1 0,-1-1 0,1 0 0,0 1 0,-1-1 0,2 3 0,1 4 0,-1 1 0,1-1 0,-1 1 0,-1 0 0,0 0 0,1 18 0,-7 55 0,4-71 0,-25 169 335,3-27-2035,21-129-5126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35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27 183 24575,'-10'-8'0,"-6"-7"0,17 8 0,11 2 0,128-16 0,-86 14 0,-51 7 0,1-1 0,-1 1 0,1-1 0,-1 1 0,1 0 0,0 0 0,-1 1 0,1-1 0,-1 1 0,1 0 0,-1 0 0,0 0 0,1 0 0,-1 1 0,4 1 0,-5-1 0,1 0 0,-1 1 0,0-1 0,-1 0 0,1 1 0,0-1 0,-1 1 0,1-1 0,-1 1 0,0 0 0,0-1 0,0 1 0,0 0 0,0 0 0,-1 0 0,1 0 0,-1 0 0,0 5 0,0 21 0,-2-1 0,-1 1 0,-1-1 0,-8 29 0,-5 27 0,17-81 0,0 0 0,0-1 0,-1 1 0,1 0 0,0 0 0,-1-1 0,0 1 0,0 0 0,0-1 0,0 1 0,0-1 0,0 1 0,-3 2 0,4-8 0,-1 0 0,1 0 0,0 0 0,0-1 0,0 1 0,0 0 0,1 0 0,-1 0 0,2-4 0,10-40 0,1 0 0,27-60 0,51-84 0,-86 180 0,-4 7 0,1 1 0,-1 0 0,1 0 0,0-1 0,0 1 0,0 0 0,0 0 0,0 0 0,1 1 0,-1-1 0,5-3 0,-6 6 0,-1 0 0,0 0 0,1 0 0,-1 0 0,1 0 0,-1 0 0,1 0 0,-1 0 0,0 0 0,1 0 0,-1 0 0,1 0 0,-1 1 0,1-1 0,-1 0 0,0 0 0,1 0 0,-1 1 0,0-1 0,1 0 0,-1 0 0,0 1 0,1-1 0,-1 0 0,0 1 0,1-1 0,-1 0 0,0 1 0,0-1 0,1 0 0,-1 1 0,0-1 0,0 1 0,0-1 0,0 0 0,0 1 0,0-1 0,1 1 0,-1-1 0,0 1 0,0-1 0,0 0 0,0 1 0,0-1 0,-1 1 0,3 25 0,-2-24 0,-2 240 0,3-251 0,1 0 0,0 1 0,0-1 0,1 0 0,0 1 0,0 0 0,1-1 0,0 2 0,0-1 0,1 0 0,0 1 0,1 0 0,-1 0 0,1 0 0,9-7 0,-14 13 0,0 0 0,1 0 0,-1 0 0,0 0 0,1 0 0,-1 0 0,1 1 0,-1-1 0,1 0 0,-1 1 0,1-1 0,0 1 0,-1-1 0,1 1 0,-1 0 0,1 0 0,0 0 0,-1 0 0,1 0 0,3 1 0,-4-1 0,1 1 0,-1 0 0,1 0 0,-1 0 0,0 0 0,0 0 0,1 0 0,-1 0 0,0 1 0,0-1 0,0 0 0,0 1 0,0-1 0,0 0 0,-1 1 0,1-1 0,0 3 0,2 6 0,0 1 0,0 0 0,-1-1 0,0 22 0,-1-20-195,-1 1 0,-1 0 0,0 0 0,0 0 0,-2-1 0,-7 25 0,3-16-6631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51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24575,'0'-3'0,"3"-1"0,4 0 0,4 1 0,3 0 0,1 2 0,3 0 0,0 1 0,0 0 0,0 0 0,0 0 0,0 0 0,-1 1 0,1-1 0,-1 0 0,-2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32:56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24575,'3'0'0,"4"0"0,4 0 0,2 0 0,3 0 0,2 0 0,-1 0 0,1 0 0,1 0 0,-1 0 0,-1 0 0,-2-3 0,-4-1-8191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25.2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50 24575,'0'-1'0,"-1"1"0,1-1 0,0 0 0,-1 1 0,1-1 0,0 1 0,-1-1 0,1 1 0,-1 0 0,1-1 0,-1 1 0,1-1 0,-1 1 0,1 0 0,-1-1 0,1 1 0,-1 0 0,0 0 0,1-1 0,-1 1 0,1 0 0,-1 0 0,0 0 0,1 0 0,-1 0 0,0 0 0,1 0 0,-1 0 0,0 0 0,1 0 0,-1 0 0,1 0 0,-1 0 0,-1 1 0,-23 5 0,23-4 0,0-1 0,0 1 0,-1 0 0,1 0 0,0 0 0,1 1 0,-1-1 0,0 0 0,1 1 0,-1-1 0,1 1 0,0 0 0,0-1 0,0 1 0,0 0 0,0-1 0,1 1 0,-1 0 0,1 0 0,0 0 0,0 3 0,-1 10 0,1-1 0,4 25 0,-3-36 0,6 47 0,2-1 0,3 0 0,23 62 0,-23-81 0,1 0 0,1-1 0,2-1 0,1 0 0,1-1 0,25 28 0,-22-34 0,1-1 0,1-1 0,1-1 0,0-1 0,1-1 0,1-2 0,0 0 0,2-2 0,-1-1 0,2-1 0,37 10 0,-21-10 0,0-2 0,1-1 0,0-3 0,0-2 0,0-1 0,80-9 0,-81 1 0,0-2 0,-1-2 0,-1-1 0,0-3 0,0-1 0,-1-3 0,61-34 0,-75 35 0,-2-1 0,0-1 0,0-1 0,-2-1 0,-1-1 0,-1-1 0,0-1 0,-2-1 0,-1-1 0,-1-1 0,20-40 0,-22 33 0,-2 0 0,-1-2 0,-1 1 0,-2-2 0,-2 1 0,-1-1 0,-2-1 0,0-62 0,-5 89 114,-1 1 0,-3-20 0,-6 8-456,9 21 283,0 0 0,1 1-1,-1-1 1,1 1-1,-1-1 1,0 0 0,1 1-1,-1 0 1,0-1 0,0 1-1,1-1 1,-1 1 0,0 0-1,0 0 1,0-1-1,1 1 1,-1 0 0,0 0-1,0 0 1,0 0 0,0 0-1,-1 0 1,-8 4-6767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26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1 112 24575,'0'-11'0,"1"1"0,0 0 0,0-1 0,5-14 0,-6 23 0,1-1 0,0 1 0,-1 0 0,1 0 0,0 0 0,0-1 0,0 1 0,0 0 0,0 0 0,0 1 0,1-1 0,-1 0 0,1 0 0,-1 1 0,1-1 0,0 1 0,0-1 0,0 1 0,0 0 0,-1-1 0,2 1 0,-1 0 0,0 0 0,0 1 0,0-1 0,4 0 0,-5 1 0,1 0 0,-1 0 0,1 1 0,0-1 0,-1 1 0,1-1 0,-1 1 0,1 0 0,-1 0 0,0-1 0,1 1 0,-1 0 0,0 0 0,0 0 0,1 1 0,-1-1 0,0 0 0,0 0 0,0 1 0,0-1 0,0 0 0,-1 1 0,2 2 0,15 40 0,-16-41 0,6 25 0,-1 0 0,-1 1 0,2 51 0,-9 89 0,2-145 0,-4 57 0,-4 0 0,-28 129 0,27-185 0,2-17 0,7-8 0,0 0 0,0-1 0,-1 1 0,1 0 0,0 0 0,-1 0 0,1 0 0,0 0 0,0-1 0,-1 1 0,1 0 0,0 0 0,0 0 0,0-1 0,-1 1 0,1 0 0,0 0 0,0-1 0,0 1 0,0 0 0,-1 0 0,1-1 0,0 1 0,0 0 0,0 0 0,0-1 0,0 1 0,0 0 0,0-1 0,0 1 0,0 0 0,0-1 0,0 1 0,-1-12 0,0 0 0,1 1 0,1-1 0,0 0 0,0 1 0,1-1 0,6-19 0,-1 4 0,-3 7 0,1 0 0,0 0 0,2 0 0,1 1 0,0 0 0,20-32 0,-24 45 0,0 0 0,0 1 0,0-1 0,1 1 0,0 0 0,0 1 0,0-1 0,1 1 0,0 0 0,-1 0 0,1 1 0,1 0 0,-1 0 0,0 0 0,1 1 0,0 0 0,-1 0 0,1 0 0,0 1 0,0 0 0,0 1 0,0-1 0,0 1 0,7 1 0,-4 1 0,0 0 0,0 1 0,0 0 0,0 0 0,-1 1 0,1 0 0,-1 1 0,0 0 0,0 0 0,-1 1 0,1 0 0,11 12 0,-14-12 0,-1-1 0,0 0 0,0 1 0,0 0 0,-1 0 0,0 1 0,0-1 0,0 1 0,-1 0 0,0 0 0,-1 0 0,1 0 0,-1 0 0,-1 1 0,1-1 0,-1 1 0,-1-1 0,1 9 0,-3-9 0,1 0 0,-1 0 0,0-1 0,0 1 0,-1 0 0,0-1 0,0 1 0,-1-1 0,1 0 0,-1 0 0,-1 0 0,1-1 0,-1 1 0,0-1 0,0 0 0,-1-1 0,-5 5 0,-4 2 0,-1-1 0,0 0 0,0-2 0,-1 1 0,-25 7 0,22-9 114,0-1 0,-32 5 0,48-10-209,-1 0 0,0-1 0,1 0 0,-1 1 1,0-2-1,1 1 0,-1 0 0,0-1 0,1 0 0,-1 0 1,1 0-1,-1-1 0,1 0 0,-1 1 0,1-2 1,0 1-1,-6-4 0,0-6-6731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26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24575,'0'-1'0,"0"0"0,0 1 0,0-1 0,1 0 0,-1 1 0,0-1 0,1 1 0,-1-1 0,0 0 0,1 1 0,-1-1 0,1 1 0,-1-1 0,1 1 0,-1-1 0,1 1 0,-1-1 0,1 1 0,0 0 0,-1-1 0,1 1 0,0 0 0,-1-1 0,1 1 0,0 0 0,-1 0 0,1 0 0,0 0 0,-1 0 0,1 0 0,0 0 0,-1 0 0,1 0 0,0 0 0,0 0 0,-1 0 0,2 0 0,26 7 0,-20-3 0,0 1 0,0 0 0,-1 1 0,0 0 0,0 0 0,-1 0 0,0 1 0,0 0 0,0 0 0,-1 1 0,0 0 0,-1 0 0,1 0 0,-2 0 0,1 0 0,-1 1 0,0 0 0,2 12 0,-4-13 0,1 0 0,-2-1 0,1 1 0,-1 0 0,0 0 0,-1 0 0,1 0 0,-2-1 0,-3 14 0,4-15 0,-1-1 0,-1 0 0,1 0 0,-1 0 0,0 0 0,0-1 0,0 1 0,-1-1 0,1 1 0,-1-1 0,0 0 0,-1-1 0,1 1 0,-7 3 0,10-6 0,-1 0 0,1 0 0,0-1 0,-1 1 0,1 0 0,-1-1 0,1 1 0,0-1 0,-1 0 0,1 1 0,-1-1 0,0 0 0,1 0 0,-1 0 0,1 0 0,-1 0 0,1-1 0,-2 1 0,2-1 0,0 1 0,1-1 0,-1 1 0,1-1 0,-1 1 0,0-1 0,1 1 0,-1-1 0,1 1 0,0-1 0,-1 0 0,1 1 0,-1-1 0,1 0 0,0 0 0,-1 1 0,1-1 0,0 0 0,0 0 0,0 1 0,0-1 0,0 0 0,0 0 0,0 0 0,0 1 0,0-1 0,0 0 0,0 0 0,0 1 0,0-1 0,1 0 0,-1 0 0,0 1 0,0-1 0,1 0 0,0-1 0,4-9 0,0 0 0,1 1 0,1-1 0,-1 1 0,1 0 0,9-8 0,55-54 0,-52 54 0,4-4 93,-9 7-336,0 1 0,1 1 0,0 0 0,1 1 0,33-18 0,-27 21-6583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27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138 206 24575,'1'-8'0,"1"0"0,-1 1 0,1-1 0,1 1 0,4-11 0,0-1 0,28-94 0,-35 112 0,1 0 0,-1 0 0,0 1 0,0-1 0,1 0 0,-1 0 0,0 0 0,0 0 0,0 0 0,0 0 0,0 0 0,0 1 0,0-1 0,-1 0 0,1 0 0,0 0 0,-1-1 0,1 2 0,-1-1 0,1 1 0,0 0 0,-1 0 0,1 0 0,-1 0 0,1 0 0,0 0 0,-1 0 0,1 0 0,-1 0 0,1 0 0,0 0 0,-1 0 0,1 1 0,-1-1 0,1 0 0,0 0 0,-1 0 0,1 0 0,0 1 0,-1-1 0,1 0 0,0 0 0,-1 1 0,1-1 0,-28 27 0,26-24 0,-21 24 0,1 1 0,1 1 0,2 1 0,1 1 0,-17 38 0,32-62 0,0 0 0,1 0 0,-1 1 0,1-1 0,1 0 0,-2 12 0,3-18 0,0 1 0,-1-1 0,1 1 0,1-1 0,-1 1 0,0-1 0,0 0 0,1 1 0,-1-1 0,0 1 0,1-1 0,0 1 0,-1-1 0,1 0 0,0 1 0,0-1 0,-1 0 0,1 0 0,0 0 0,0 0 0,1 1 0,-1-1 0,0-1 0,0 1 0,0 0 0,1 0 0,-1 0 0,0-1 0,1 1 0,-1 0 0,0-1 0,1 0 0,-1 1 0,1-1 0,-1 0 0,1 1 0,-1-1 0,3 0 0,2-1 0,-1 1 0,1-1 0,-1 0 0,0 0 0,1 0 0,-1-1 0,0 0 0,0 0 0,0 0 0,0 0 0,0-1 0,0 0 0,-1 0 0,1-1 0,-1 1 0,0-1 0,0 0 0,6-7 0,5-7 0,-1-1 0,23-38 0,-15 10 0,-18 69 0,-7 158-1365,3-162-5461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27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24575,'0'18'0,"1"154"0,-1-171 0,0 0 0,0 0 0,0 0 0,0 1 0,0-1 0,0 0 0,1 0 0,-1 0 0,0 0 0,1 0 0,-1 0 0,1 0 0,-1 0 0,1 0 0,-1 0 0,1 0 0,0 0 0,-1-1 0,2 2 0,-1-2 0,0 1 0,-1-1 0,1 0 0,0 0 0,-1 0 0,1 0 0,0 0 0,-1 0 0,1 0 0,0 0 0,-1 0 0,1 0 0,0-1 0,-1 1 0,1 0 0,0 0 0,-1-1 0,1 1 0,0 0 0,-1-1 0,1 1 0,0-1 0,6-5 0,0 0 0,-1-1 0,11-12 0,-7 7 0,40-44 0,-24 25 0,33-30 0,-56 58 0,0 0 0,1 1 0,-1-1 0,1 1 0,0 0 0,-1 0 0,1 0 0,0 0 0,9-2 0,-12 4 0,-1 0 0,1 0 0,0-1 0,0 1 0,0 0 0,0 1 0,0-1 0,0 0 0,0 0 0,0 0 0,0 1 0,0-1 0,0 0 0,0 1 0,0-1 0,0 1 0,0-1 0,1 2 0,-1-1 0,0 0 0,0 1 0,0-1 0,0 0 0,0 1 0,0-1 0,-1 1 0,1 0 0,0-1 0,-1 1 0,1-1 0,-1 1 0,0 0 0,1 2 0,-1 10 20,0 1-1,0-1 1,-2 0-1,0 1 1,0-1-1,-1 0 1,-1 0-1,0-1 1,-7 15-1,-13 47-1579,21-60-5266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28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122 330 24575,'1'-1'0,"0"0"0,-1 0 0,1 0 0,0 0 0,0 0 0,-1-1 0,1 1 0,0 0 0,-1 0 0,1-1 0,-1 1 0,0 0 0,1-1 0,-1 1 0,0-1 0,0 1 0,0 0 0,0-1 0,0 1 0,0 0 0,0-1 0,0 1 0,-1-3 0,0 3 0,1 1 0,0-1 0,-1 0 0,1 1 0,-1-1 0,1 0 0,-1 1 0,1-1 0,-1 1 0,0-1 0,1 1 0,-1-1 0,0 1 0,1-1 0,-1 1 0,0 0 0,1-1 0,-1 1 0,0 0 0,0 0 0,1 0 0,-1-1 0,0 1 0,0 0 0,0 0 0,1 0 0,-1 0 0,0 0 0,0 0 0,0 1 0,1-1 0,-1 0 0,0 0 0,0 1 0,1-1 0,-1 0 0,0 1 0,1-1 0,-1 0 0,0 1 0,-1 0 0,-4 4 0,0-1 0,1 1 0,-1 0 0,1 1 0,0-1 0,0 1 0,1 0 0,0 0 0,0 1 0,-4 7 0,0 3 0,0 0 0,2 0 0,-6 18 0,10-27 0,1-1 0,-1 1 0,1 0 0,0 0 0,1 0 0,0 0 0,0 0 0,1-1 0,0 1 0,4 14 0,-4-18 0,0-1 0,1 1 0,-1-1 0,1 0 0,0 1 0,0-1 0,0 0 0,0-1 0,1 1 0,-1 0 0,1 0 0,-1-1 0,1 0 0,0 1 0,0-1 0,0 0 0,0-1 0,1 1 0,-1 0 0,0-1 0,1 0 0,-1 0 0,1 0 0,0 0 0,5 0 0,-1 0 0,1-1 0,-1 0 0,1-1 0,-1 0 0,1-1 0,-1 1 0,0-1 0,0-1 0,1 0 0,-2 0 0,1-1 0,0 1 0,-1-2 0,13-8 0,-6 3 0,0-2 0,-1 0 0,0 0 0,0-1 0,-2-1 0,12-15 0,-8 4 0,0 0 0,-2 0 0,-1-1 0,-1-1 0,12-43 0,20-143 0,-38 190 0,1-4 0,-6 25 0,-4 15 0,-50 185 0,46-154 0,2 0 0,-2 72 0,8-115 0,-1 8 0,1 1 0,1 0 0,0-1 0,0 1 0,1 0 0,2 9 0,-3-17 0,0 0 0,0 0 0,0-1 0,0 1 0,0 0 0,0 0 0,0-1 0,1 1 0,-1-1 0,1 1 0,-1-1 0,1 1 0,0-1 0,-1 0 0,1 0 0,0 0 0,0 0 0,0 0 0,0 0 0,0-1 0,0 1 0,0-1 0,0 1 0,0-1 0,0 1 0,0-1 0,0 0 0,0 0 0,0 0 0,0-1 0,0 1 0,0 0 0,0-1 0,3 0 0,6-2 0,0 0 0,0-1 0,0 0 0,0-1 0,-1 0 0,1 0 0,-1-1 0,-1-1 0,1 0 0,-1 0 0,0-1 0,-1 0 0,0 0 0,0-1 0,-1 0 0,0 0 0,0-1 0,6-13 0,-11 19 0,0 1 0,0-1 0,0 1 0,0-1 0,1 1 0,0 0 0,-1 0 0,1 0 0,4-2 0,-6 4 0,-1 1 0,1 0 0,-1 0 0,1-1 0,-1 1 0,1 0 0,0 0 0,-1 0 0,1 0 0,0-1 0,-1 1 0,1 0 0,-1 0 0,1 0 0,0 0 0,-1 1 0,1-1 0,0 0 0,-1 0 0,1 0 0,-1 0 0,1 1 0,1-1 0,-1 2 0,0-1 0,1 0 0,-1 0 0,0 1 0,0-1 0,0 1 0,0-1 0,0 1 0,0-1 0,0 1 0,0 0 0,0 2 0,11 29 0,-7-15 0,2 0 0,0-1 0,0 0 0,2 0 0,10 15 0,-17-29 0,0 0 0,0 0 0,1 0 0,-1-1 0,1 1 0,-1-1 0,1 1 0,0-1 0,0 0 0,0 0 0,0-1 0,0 1 0,1-1 0,-1 1 0,0-1 0,1 0 0,-1 0 0,1 0 0,-1-1 0,1 0 0,-1 1 0,1-1 0,-1 0 0,1 0 0,0-1 0,-1 1 0,1-1 0,-1 0 0,0 0 0,1 0 0,-1 0 0,5-3 0,0 0-151,-1 0-1,1 0 0,-1-1 0,0-1 1,0 1-1,0-1 0,-1 0 1,11-14-1,-5 4-6674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4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1 332 24575,'0'-30'0,"0"-1"0,2 1 0,2 0 0,8-34 0,-10 56 0,0-1 0,1 1 0,0 0 0,1 0 0,0 0 0,0 0 0,1 1 0,0 0 0,0 0 0,0 0 0,1 0 0,0 1 0,1 0 0,-1 0 0,1 1 0,0 0 0,1 0 0,15-8 0,-20 12 0,0-1 0,0 1 0,0 0 0,1 0 0,-1 0 0,0 0 0,1 1 0,-1 0 0,1-1 0,-1 1 0,0 0 0,1 0 0,-1 1 0,1-1 0,-1 1 0,0 0 0,1 0 0,3 1 0,-3 1 0,0-1 0,-1 0 0,1 1 0,-1 0 0,1 0 0,-1 0 0,0 0 0,0 0 0,0 1 0,-1 0 0,1-1 0,-1 1 0,3 8 0,2 4 0,-1 0 0,0 1 0,-2-1 0,0 1 0,-1 1 0,0-1 0,-2 0 0,0 1 0,-1-1 0,0 0 0,-5 26 0,-1-9 0,-2 1 0,-1-2 0,-2 1 0,-25 54 0,36-88 0,0 1 0,0-1 0,0 1 0,-1-1 0,1 1 0,0-1 0,0 1 0,0-1 0,-1 1 0,1-1 0,0 1 0,-1-1 0,1 0 0,0 1 0,-1-1 0,1 0 0,-1 1 0,1-1 0,0 0 0,-1 1 0,1-1 0,-1 0 0,0 1 0,-3-11 0,3-26 0,1 32 0,1-24 0,1 0 0,1 1 0,2-1 0,1 1 0,11-33 0,-4 23 0,2 1 0,1 1 0,25-39 0,-37 66 0,1 1 0,0 1 0,0-1 0,1 1 0,0 0 0,0 0 0,0 0 0,13-8 0,-17 13 0,0 0 0,0 0 0,0 0 0,0 0 0,0 1 0,0-1 0,0 0 0,0 1 0,0 0 0,0-1 0,0 1 0,0 0 0,0 0 0,0 0 0,1 0 0,-1 0 0,0 1 0,0-1 0,0 1 0,0-1 0,0 1 0,0 0 0,0 0 0,0 0 0,0 0 0,-1 0 0,1 0 0,0 0 0,-1 1 0,1-1 0,-1 0 0,1 1 0,-1 0 0,1-1 0,-1 1 0,0 0 0,0 0 0,0-1 0,1 4 0,4 6 0,-1 0 0,0 1 0,-1 0 0,0 0 0,-1 0 0,2 15 0,5 75 0,-9-99 0,-1 13 0,1 1 0,-5 29 0,3-39 0,0 0 0,0 0 0,-1 0 0,0 0 0,-1 0 0,0-1 0,0 1 0,-7 11 0,25-58 0,6 2 0,1 1 0,2 2 0,1 0 0,2 2 0,47-46 0,-71 76 0,0 0 0,1 1 0,0-1 0,-1 1 0,1-1 0,0 1 0,0 0 0,1 1 0,-1-1 0,5-1 0,-8 3 0,1 0 0,-1 0 0,0 0 0,1 0 0,-1 0 0,0 0 0,1 1 0,-1-1 0,0 0 0,0 1 0,1-1 0,-1 1 0,0-1 0,0 1 0,1 0 0,-1-1 0,0 1 0,0 0 0,0 0 0,0 0 0,0 0 0,0 0 0,0 0 0,-1 0 0,1 0 0,0 0 0,-1 0 0,1 1 0,0-1 0,-1 0 0,1 0 0,-1 1 0,0-1 0,1 0 0,-1 1 0,0-1 0,0 2 0,3 13 0,-1-1 0,-1 0 0,0 1 0,-4 30 0,-14 63 0,-1 10 0,18-94-1365,3-6-5461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4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177 331 24575,'2'0'0,"0"-1"0,0 1 0,0-1 0,1 0 0,-1 0 0,0 0 0,0 0 0,0 0 0,0 0 0,0 0 0,-1-1 0,1 1 0,0-1 0,0 1 0,1-3 0,21-28 0,-16 18 0,-1 0 0,-1-1 0,0 1 0,-1-2 0,0 1 0,-1-1 0,-1 1 0,-1-1 0,0 0 0,-1 0 0,-2-30 0,1 44 0,0-1 0,0 1 0,0-1 0,-1 1 0,1 0 0,-1-1 0,0 1 0,0 0 0,0-1 0,0 1 0,0 0 0,0 0 0,0 0 0,-1 0 0,1 0 0,-1 0 0,1 0 0,-1 0 0,-2-1 0,2 2 0,0 0 0,0 0 0,0 0 0,0 0 0,0 1 0,0-1 0,0 1 0,0 0 0,0 0 0,0-1 0,0 1 0,0 0 0,-1 1 0,1-1 0,0 0 0,0 1 0,0-1 0,0 1 0,0-1 0,0 1 0,0 0 0,1 0 0,-3 1 0,-5 4 0,-1-1 0,2 2 0,-1-1 0,1 1 0,-10 11 0,-36 45 0,46-53 0,-7 9 0,0 0 0,-19 37 0,30-50 0,1 1 0,0-1 0,1 1 0,-1 0 0,1 0 0,0 0 0,1 0 0,0 0 0,0 0 0,0 1 0,1-1 0,0 0 0,2 11 0,-2-15 0,1-1 0,0 1 0,0-1 0,0 1 0,0-1 0,0 0 0,0 1 0,0-1 0,1 0 0,-1 0 0,1 0 0,0 0 0,-1 0 0,1 0 0,0 0 0,0-1 0,0 1 0,3 1 0,-1-1 0,0-1 0,0 1 0,0-1 0,-1 0 0,1 0 0,0 0 0,0-1 0,0 0 0,1 1 0,6-2 0,-1 0 0,-1 0 0,0-1 0,0 0 0,0-1 0,0 0 0,0 0 0,0-1 0,-1 0 0,12-8 0,-9 3 0,0 0 0,-1 0 0,0-1 0,0 0 0,-1-1 0,0 0 0,12-22 0,-3-1 0,20-54 0,-18 41 0,-13 31 0,-7 18 0,-10 27 0,6-15 0,-4 8 0,-20 72 0,25-80 0,0 0 0,1 0 0,1-1 0,0 28 0,1-39 0,0-1 0,0 1 0,1-1 0,-1 0 0,0 1 0,0-1 0,1 0 0,-1 0 0,1 1 0,-1-1 0,1 0 0,-1 0 0,1 1 0,0-1 0,0 0 0,0 0 0,-1 0 0,1 0 0,0 0 0,0 0 0,0-1 0,1 1 0,0 1 0,1-1 0,-1 0 0,0-1 0,0 1 0,0-1 0,1 0 0,-1 0 0,0 0 0,1 0 0,-1 0 0,0 0 0,0 0 0,5-2 0,5-2 0,0 0 0,0-1 0,21-12 0,-30 15 0,12-7 0,-2 0 0,1 0 0,-1-2 0,-1 1 0,0-2 0,-1 1 0,0-2 0,0 0 0,-1 0 0,-1 0 0,-1-1 0,1-1 0,-2 0 0,0 0 0,-1 0 0,-1 0 0,0-1 0,-1 0 0,3-26 0,-7 39 0,0 1 0,0-1 0,0 0 0,0 1 0,0-1 0,0 1 0,-1-1 0,1 1 0,-1-1 0,0 1 0,0-1 0,0 1 0,-2-4 0,3 6 0,0-1 0,-1 1 0,1 0 0,0-1 0,-1 1 0,1-1 0,-1 1 0,1 0 0,0 0 0,-1-1 0,1 1 0,-1 0 0,1 0 0,-1-1 0,1 1 0,-1 0 0,1 0 0,-1 0 0,1 0 0,-1 0 0,1 0 0,-1 0 0,1 0 0,-1 0 0,1 0 0,-1 0 0,-1 1 0,1-1 0,0 1 0,0 0 0,-1-1 0,1 1 0,0 0 0,0 0 0,0 0 0,0 0 0,0 0 0,0 1 0,0-1 0,0 0 0,0 1 0,-5 8 0,1 1 0,0-1 0,0 1 0,1 0 0,1 0 0,0 0 0,-2 13 0,-6 83 0,10-87 0,1-1 0,3 23 0,-2-34 0,1 0 0,-1 0 0,1 0 0,1-1 0,-1 1 0,1-1 0,8 15 0,-9-20-40,-1 0 0,1-1 0,-1 1 0,1 0-1,0 0 1,0-1 0,-1 1 0,1-1 0,0 1 0,0-1 0,1 0-1,-1 0 1,0 0 0,0 0 0,1 0 0,-1-1 0,0 1-1,1-1 1,-1 1 0,1-1 0,-1 0 0,0 0 0,1 0 0,-1 0-1,1 0 1,-1-1 0,0 1 0,1-1 0,-1 1 0,1-1-1,-1 0 1,0 0 0,4-2 0,9-6-6786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4.9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16 24575,'-3'-3'0,"-5"-1"0,-2 1 0,-4-1 0,-2 2 0,-1 4 0,2 4 0,7 5 0,7-1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5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24575,'43'-1'0,"-27"0"0,0 0 0,0 1 0,0 1 0,0 0 0,31 8 0,-44-8 0,0 0 0,1 0 0,-1 1 0,0-1 0,0 1 0,-1 0 0,1 0 0,0 0 0,-1 0 0,1 0 0,-1 1 0,0-1 0,1 1 0,-1 0 0,0-1 0,2 6 0,-2-3 0,0 0 0,0-1 0,-1 1 0,0 1 0,0-1 0,0 0 0,0 0 0,-1 0 0,0 10 0,-2-2 0,0 0 0,0 0 0,-1 0 0,-1 0 0,0 0 0,-1-1 0,-11 20 0,9-21 0,0 0 0,-1 0 0,-1-1 0,0 0 0,0 0 0,-14 10 0,23-19 0,0-1 0,0 0 0,-1 1 0,1-1 0,0 0 0,0 1 0,0-1 0,-1 0 0,1 1 0,0-1 0,-1 0 0,1 0 0,0 0 0,-1 1 0,1-1 0,0 0 0,-1 0 0,1 0 0,0 0 0,-1 0 0,1 0 0,0 1 0,-1-1 0,1 0 0,0 0 0,-1 0 0,1 0 0,-1 0 0,1 0 0,0 0 0,-1-1 0,1 1 0,0 0 0,-1 0 0,4-13 0,13-19 0,48-61 0,21-33 0,-79 115 0,1 0 0,1 0 0,0 1 0,0 0 0,13-11 0,-19 20 0,-1-1 0,1 1 0,0 0 0,0 0 0,-1 0 0,1 0 0,0 0 0,0 0 0,0 0 0,0 1 0,0-1 0,0 1 0,1-1 0,-1 1 0,0 0 0,4 0 0,-4 1 0,0-1 0,0 1 0,0 0 0,0 0 0,0 0 0,0 0 0,0 1 0,0-1 0,0 1 0,-1-1 0,1 1 0,0-1 0,-1 1 0,0 0 0,1 0 0,-1-1 0,0 1 0,0 0 0,2 4 0,5 12 0,-1 2 0,0-1 0,7 36 0,-9-32 0,0-1 0,2 0 0,11 23 0,-15-38 0,0-1 0,1 0 0,0 0 0,0-1 0,0 1 0,1-1 0,-1 0 0,1 0 0,1 0 0,-1-1 0,1 1 0,-1-1 0,1-1 0,10 5 0,-12-6-49,1 0 1,-1-1-1,0 1 0,1-1 0,-1 0 1,1 0-1,-1-1 0,1 0 0,-1 0 1,1 0-1,-1 0 0,1 0 0,0-1 1,-1 0-1,0 0 0,1 0 0,-1-1 1,0 1-1,1-1 0,-1 0 0,0 0 1,0-1-1,-1 1 0,1-1 0,0 0 0,-1 0 1,4-4-1,9-10-6777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5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94 24575,'0'-2'0,"3"-5"0,3-1 0,8-1 0,7 0 0,5-2 0,11 2 0,7 3 0,6-2 0,6 1 0,2 2 0,0-1 0,-9 0-8191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1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1 259 24575,'0'-9'0,"1"0"0,0 0 0,1 0 0,0 0 0,0 0 0,1 1 0,0-1 0,0 1 0,1 0 0,0 0 0,1 0 0,0 0 0,0 1 0,0 0 0,1 0 0,0 0 0,1 1 0,12-11 0,-18 17 0,-1-1 0,1 0 0,0 1 0,-1-1 0,1 1 0,0-1 0,0 1 0,-1-1 0,1 1 0,0 0 0,0-1 0,0 1 0,0 0 0,0 0 0,-1 0 0,1 0 0,0-1 0,0 1 0,0 0 0,0 1 0,0-1 0,0 0 0,0 0 0,0 0 0,-1 0 0,1 1 0,0-1 0,0 0 0,0 1 0,0-1 0,-1 1 0,1-1 0,0 1 0,0-1 0,-1 1 0,1-1 0,0 1 0,-1 0 0,1-1 0,-1 1 0,1 0 0,-1 0 0,1-1 0,-1 1 0,0 0 0,1 0 0,-1 0 0,0 0 0,1 0 0,-1-1 0,0 1 0,0 0 0,0 2 0,2 7 0,-1 0 0,0 0 0,-1 18 0,0-22 0,-1 20 0,-1 0 0,-1 0 0,-1 0 0,-2-1 0,0 0 0,-2 0 0,-1 0 0,-12 24 0,69-130 0,89-115 0,-128 184 0,53-65 0,-56 69 0,2 1 0,-1 0 0,1 0 0,0 1 0,1 0 0,-1 1 0,13-7 0,-19 12 0,-1-1 0,1 0 0,0 1 0,-1-1 0,1 1 0,0-1 0,0 1 0,0 0 0,-1 0 0,1-1 0,0 2 0,0-1 0,0 0 0,-1 0 0,1 0 0,0 1 0,0-1 0,-1 1 0,1 0 0,0-1 0,-1 1 0,1 0 0,0 0 0,-1 0 0,1 0 0,-1 0 0,0 0 0,1 0 0,-1 1 0,0-1 0,0 0 0,0 1 0,0-1 0,0 1 0,0 0 0,1 2 0,1 2 0,-1 0 0,0 0 0,0 1 0,0-1 0,-1 0 0,0 1 0,0-1 0,-1 0 0,0 10 0,-2 4 0,-1 0 0,-1 0 0,-1-1 0,0 1 0,-12 25 0,2-12 0,-1 0 0,-23 33 0,33-58 0,3-9 0,8-15 0,18-20 0,1 0 0,2 1 0,46-49 0,-70 83 0,45-45 0,-43 41 0,1 2 0,0-1 0,1 0 0,-1 1 0,0 0 0,1 0 0,0 1 0,7-3 0,-12 5 0,0 0 0,1-1 0,-1 1 0,1 0 0,-1 0 0,0 0 0,1 0 0,-1 0 0,0 1 0,1-1 0,-1 0 0,0 1 0,1-1 0,-1 0 0,0 1 0,0 0 0,0-1 0,1 1 0,-1 0 0,0 0 0,0-1 0,0 1 0,0 0 0,0 0 0,0 0 0,0 0 0,-1 0 0,1 1 0,0-1 0,-1 0 0,1 0 0,0 0 0,-1 1 0,1-1 0,-1 0 0,0 1 0,0-1 0,1 0 0,-1 3 0,2 6 0,-1 1 0,0 0 0,-1 20 0,-1-23 0,-1 25 65,-7 34 0,3-25-1560,3-21-5331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1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156 190 24575,'4'-1'0,"0"1"0,0-1 0,0 0 0,0 0 0,0-1 0,0 1 0,0-1 0,-1 0 0,1 0 0,0 0 0,-1 0 0,0-1 0,1 1 0,-1-1 0,0 0 0,5-6 0,-1 0 0,0 0 0,-1 0 0,1-1 0,8-20 0,-13 26 0,0-1 0,-1 0 0,0 0 0,1 1 0,-2-1 0,1 0 0,0-6 0,-1 10 0,0 0 0,0 0 0,0 0 0,0 1 0,0-1 0,0 0 0,-1 0 0,1 0 0,0 1 0,0-1 0,-1 0 0,1 0 0,0 1 0,-1-1 0,1 0 0,-1 1 0,1-1 0,-1 0 0,1 1 0,-1-1 0,1 1 0,-1-1 0,0 1 0,1-1 0,-1 1 0,0-1 0,1 1 0,-1-1 0,0 1 0,0 0 0,1 0 0,-1-1 0,0 1 0,0 0 0,0 0 0,1 0 0,-1 0 0,0 0 0,0 0 0,0 0 0,1 0 0,-1 0 0,0 0 0,0 1 0,0-1 0,1 0 0,-1 0 0,0 1 0,0-1 0,1 0 0,-1 1 0,0 0 0,-12 4 0,0 2 0,1-1 0,0 2 0,0-1 0,1 2 0,0-1 0,-13 14 0,-4 7 0,-31 40 0,52-60 0,-24 34 0,30-41 0,-1 1 0,1-1 0,0 1 0,-1 0 0,1 0 0,0 0 0,1-1 0,-1 1 0,0 0 0,1 0 0,0 0 0,0 0 0,-1 0 0,2 4 0,-1-7 0,0 1 0,0 0 0,0 0 0,1-1 0,-1 1 0,0 0 0,0 0 0,1-1 0,-1 1 0,1-1 0,-1 1 0,0 0 0,1-1 0,-1 1 0,1-1 0,0 1 0,-1-1 0,1 1 0,-1-1 0,1 1 0,0-1 0,-1 0 0,1 1 0,0-1 0,-1 0 0,1 1 0,1-1 0,0 0 0,0 0 0,0 0 0,0 0 0,1 0 0,-1 0 0,0-1 0,0 1 0,0-1 0,0 0 0,2 0 0,4-3 0,-1 0 0,1 0 0,13-10 0,31-36 0,-39 37 0,0 0 0,27-20 0,-39 32 0,-1 1 0,0 0 0,1-1 0,-1 1 0,0 0 0,1-1 0,-1 1 0,0 0 0,1-1 0,-1 1 0,1 0 0,-1 0 0,1 0 0,-1-1 0,1 1 0,-1 0 0,1 0 0,-1 0 0,0 0 0,1 0 0,-1 0 0,1 0 0,-1 0 0,1 0 0,-1 0 0,1 0 0,-1 0 0,1 0 0,-1 1 0,1-1 0,-1 0 0,1 0 0,-1 0 0,1 1 0,-1-1 0,0 0 0,1 1 0,0 0 0,-1 1 0,0-1 0,1 1 0,-1-1 0,0 0 0,0 1 0,0-1 0,0 1 0,0-1 0,0 1 0,0-1 0,-1 2 0,-11 43 0,1-23 0,9-18 0,-1-1 0,1 1 0,-1 1 0,1-1 0,1 0 0,-1 0 0,1 1 0,0-1 0,0 1 0,1-1 0,-1 8 0,1-12 0,1 0 0,-1 0 0,0 0 0,0 0 0,1 0 0,-1 0 0,1 0 0,-1 0 0,1 0 0,-1 0 0,1 0 0,0 0 0,-1-1 0,1 1 0,0 0 0,0 0 0,0-1 0,-1 1 0,1-1 0,0 1 0,0-1 0,0 1 0,2 0 0,-1 0 0,1-1 0,0 1 0,0-1 0,-1 0 0,1 0 0,0 0 0,0 0 0,5-1 0,3-2 0,0 0 0,0 0 0,13-7 0,-1 0 0,1-2 0,-2 0 0,0-1 0,0-2 0,-2 0 0,1-1 0,-2-1 0,0-1 0,-2-1 0,0 0 0,-1-1 0,0-1 0,17-33 0,-31 49 0,1-1 0,-1 0 0,0 0 0,0-1 0,1-7 0,-3 14 0,0-1 0,0 0 0,0 1 0,1-1 0,-1 0 0,0 1 0,0-1 0,0 0 0,0 0 0,0 1 0,0-1 0,0 0 0,0 1 0,-1-1 0,1 0 0,0 1 0,0-1 0,-1 0 0,1 1 0,0-1 0,-1 0 0,1 1 0,0-1 0,-1 1 0,1-1 0,-1 1 0,1-1 0,-1 1 0,1-1 0,-1 1 0,1-1 0,-1 1 0,0 0 0,1-1 0,-1 1 0,1 0 0,-1 0 0,0-1 0,1 1 0,-1 0 0,0 0 0,0 0 0,1 0 0,-1 0 0,0 0 0,1 0 0,-1 0 0,0 0 0,1 0 0,-1 0 0,0 0 0,1 1 0,-1-1 0,0 0 0,1 0 0,-1 1 0,0-1 0,1 0 0,-1 1 0,0 0 0,-7 3 0,-1 0 0,1 0 0,0 1 0,0 0 0,1 1 0,0 0 0,0 0 0,0 0 0,0 1 0,1 0 0,-10 15 0,14-19 0,0 1 0,0-1 0,0 1 0,0-1 0,1 1 0,0 0 0,-1 0 0,1 0 0,0-1 0,1 1 0,-1 0 0,1 0 0,0 0 0,0 1 0,0-1 0,0 0 0,1 0 0,0 0 0,-1-1 0,1 1 0,1 0 0,-1 0 0,1 0 0,-1-1 0,1 1 0,0-1 0,0 1 0,1-1 0,4 6 0,2-1 0,0 0 0,0-1 0,1 1 0,14 6 0,-15-8 0,0-1 0,-1 1 0,0 0 0,0 0 0,0 1 0,7 8 0,-14-14 0,-1 0 0,1 0 0,0 0 0,0 0 0,-1 0 0,1 0 0,0 0 0,-1 0 0,1 0 0,-1 0 0,0 0 0,1 0 0,-1 0 0,0 0 0,1 0 0,-1 0 0,0 1 0,0-1 0,0 0 0,0 0 0,0 0 0,0 0 0,0 1 0,-1-1 0,1 0 0,0 0 0,-1 0 0,1 0 0,-1 0 0,1 0 0,-1 0 0,1 0 0,-1 0 0,0 0 0,1 0 0,-1 0 0,0 0 0,0 0 0,0-1 0,0 1 0,1 0 0,-1-1 0,0 1 0,0 0 0,-1-1 0,1 1 0,0-1 0,0 0 0,-1 1 0,-7 2 0,0 0 0,0-1 0,0 1 0,-18 0 0,18-2-136,0 0-1,0-1 1,0 0-1,0-1 1,0 0-1,0 0 1,0-1-1,0 0 0,-8-4 1,2-1-6690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2.1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20 24575,'2'-2'0,"0"0"0,0 0 0,0 1 0,0-1 0,0 0 0,1 1 0,-1 0 0,0-1 0,1 1 0,0 0 0,3-1 0,-5 2 0,0 0 0,0 0 0,1 0 0,-1 1 0,0-1 0,0 0 0,0 1 0,0-1 0,0 0 0,-1 1 0,1 0 0,0-1 0,0 1 0,0-1 0,0 1 0,0 0 0,-1 0 0,1-1 0,0 1 0,-1 0 0,1 0 0,0 0 0,-1 0 0,1 0 0,-1 0 0,0 0 0,1 0 0,-1 0 0,0 0 0,1 0 0,-1 1 0,5 14 0,-1 1 0,-1-1 0,0 1 0,-2 0 0,0 0 0,0 0 0,-3 18 0,-1-3 0,-2 0 0,-15 55 0,10-56-341,-2-1 0,-1-1-1,-29 49 1,33-63-6485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2.8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0 346 24575,'3'-3'0,"-1"0"0,0 1 0,1-1 0,-1-1 0,-1 1 0,4-7 0,-4 7 0,0 0 0,1 1 0,-1-1 0,1 0 0,0 0 0,0 1 0,0-1 0,0 1 0,0-1 0,0 1 0,3-2 0,10-4 0,0 0 0,0 1 0,1 1 0,0 0 0,30-6 0,18-6 0,-46 12 0,3-1 0,36-18 0,-51 22 0,-1 0 0,1-1 0,-1 1 0,0-1 0,0 0 0,0-1 0,-1 1 0,1-1 0,-1 0 0,7-10 0,-11 14 0,1 0 0,0-1 0,0 1 0,-1 0 0,1 0 0,0-1 0,-1 1 0,1 0 0,-1-1 0,0 1 0,0 0 0,1-1 0,-1 1 0,0 0 0,0-1 0,0 1 0,0-1 0,0 1 0,-1 0 0,1-1 0,0 1 0,-1 0 0,1-1 0,-1 1 0,1 0 0,-1-1 0,1 1 0,-1 0 0,0 0 0,0 0 0,0 0 0,0 0 0,0 0 0,0 0 0,0 0 0,0 0 0,0 0 0,0 0 0,0 1 0,0-1 0,-1 0 0,1 1 0,0-1 0,-3 0 0,-2-1 0,-1 0 0,1 1 0,-1 0 0,1 0 0,-1 0 0,0 1 0,1 0 0,-9 1 0,5 1 0,1 0 0,0 1 0,0 0 0,0 0 0,0 1 0,0 0 0,1 0 0,-1 1 0,1 1 0,1-1 0,-1 1 0,1 0 0,0 1 0,0 0 0,-8 11 0,10-12 0,0 0 0,1 1 0,0 0 0,0 0 0,0 0 0,1 0 0,0 1 0,0-1 0,1 1 0,0 0 0,0-1 0,1 1 0,0 0 0,1 0 0,0 0 0,0 0 0,0 0 0,4 16 0,-3-21 0,0 1 0,1 0 0,0 0 0,0-1 0,0 1 0,0-1 0,0 1 0,1-1 0,-1 0 0,1 0 0,0 0 0,0-1 0,0 1 0,1 0 0,-1-1 0,0 0 0,1 0 0,0 0 0,-1 0 0,1-1 0,0 0 0,0 1 0,6 0 0,8 1 0,1 0 0,0-1 0,32-1 0,-43-1 0,3 1 0,0-2 0,-1 1 0,1-2 0,-1 1 0,1-1 0,-1-1 0,0 0 0,1 0 0,11-7 0,-16 7 0,0-1 0,0 0 0,-1 0 0,1-1 0,-1 0 0,0 1 0,0-2 0,-1 1 0,1-1 0,-1 1 0,0-1 0,-1 0 0,1 0 0,-1-1 0,2-7 0,0-1 0,-1 0 0,-1 0 0,-1 0 0,0-1 0,-1 1 0,0 0 0,-1-1 0,-1 1 0,-1-1 0,0 1 0,-4-15 0,21 78 0,-7-26 0,7 28 0,-10-19 0,-2 0 0,-1 1 0,-2 42 0,2-87 0,0 1 0,1-1 0,0 1 0,1 0 0,1 0 0,0 1 0,0-1 0,1 1 0,12-16 0,0 0 0,2 1 0,41-42 0,-46 54 0,1 0 0,1 1 0,22-15 0,-31 23 0,0 1 0,1-1 0,-1 1 0,1 1 0,0 0 0,0 0 0,1 1 0,-1 0 0,15-2 0,-21 4 13,1 0 1,-1 0-1,0 0 0,1 1 0,-1-1 0,0 1 0,1 0 0,-1 0 0,0 0 1,0 0-1,0 0 0,0 1 0,0-1 0,0 1 0,0 0 0,-1 0 0,1 0 1,-1 0-1,1 1 0,-1-1 0,0 0 0,0 1 0,0 0 0,0-1 0,2 5 1,-1-1-146,-1 0 1,0 0 0,0 0-1,-1 0 1,1 0 0,-1 0 0,-1 0-1,1 0 1,-1 1 0,0-1 0,-1 0-1,-1 10 1,-4 15-6695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36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 24575,'0'-3'0,"3"-4"0,7-1 0,7 1 0,11 2 0,11 1 0,11 2 0,13 1 0,12 1 0,9 0 0,-10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51:45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3541 474 24575,'-484'-18'-801,"4"-22"-68,452 37 865,-565-22-675,516 28 566,1 4 0,0 3-1,1 3 1,0 3 0,-127 47 0,124-29 113,2 3 0,1 3 0,2 4 0,3 3 0,1 3 0,-70 67 0,39-22 0,4 5 0,-164 222 0,192-225-208,-75 142 0,121-195 148,2 1 1,1 0-1,3 2 1,1 0-1,3 0 1,-7 51-1,16-72 43,2 2 0,0-1 0,2 0 0,1 0 0,1 0-1,1-1 1,2 1 0,0-1 0,2 0 0,14 33 0,-8-30-1,1 0 1,2-1 0,1 0-1,1-1 1,1-2 0,1 0-1,1-1 1,31 26 0,-7-13 3,2-2 0,1-2 0,2-2 0,1-2 0,1-3 0,1-2 0,110 32 1,-69-32-24,2-3 0,0-5 1,1-4-1,100-1 0,-71-12-110,0-5-1,0-6 0,165-37 0,-141 12-254,-2-6 0,198-86 0,-159 42 56,-5-9 1,-4-7 0,-4-8 0,252-210 0,-300 212 149,178-196 1,-248 238 137,-2-2 1,-3-3 0,-4-2-1,67-137 1,-99 177 101,-2-2 0,-2 0 1,-1 0-1,-2-1 0,-1 0 0,4-63 1,-11 78 36,-1-1 1,-1 0-1,-1 0 1,-1 1-1,-1-1 1,-1 1-1,-1 0 1,-1 0-1,-1 1 1,-1 0-1,-1 0 1,-15-25-1,5 19-57,0 1 0,-2 1-1,-1 0 1,0 2 0,-2 0-1,-1 2 1,-1 1 0,0 1-1,-49-25 1,7 10 112,-1 4 1,-2 2-1,-82-20 0,6 13-224,-214-24 0,121 34-1373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04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7 476 24575,'-3'10'0,"2"-9"0,1-1 0,-1 1 0,1 0 0,0 0 0,-1 0 0,1 0 0,0 0 0,0-1 0,-1 1 0,1 0 0,0 0 0,0 0 0,0 0 0,0 0 0,0 2 0,4 18 0,0-1 0,1 1 0,11 24 0,-2 1 0,0-1 0,-2 1 0,-3 0 0,-1 1 0,-3 0 0,-1 0 0,-3 0 0,-2 0 0,-2 1 0,-17 91 0,11-101 0,6-53 0,1-16 0,42-422 0,-37 431 0,41-255 0,-26 195 0,38-106 0,-50 171 0,1 1 0,0 0 0,1 0 0,0 1 0,2 0 0,19-24 0,-25 34 0,0 1 0,0 0 0,0 0 0,1 0 0,0 1 0,-1-1 0,1 1 0,0 0 0,1 1 0,-1-1 0,0 1 0,1 0 0,-1 0 0,1 1 0,0 0 0,-1 0 0,1 0 0,0 1 0,0-1 0,0 1 0,0 1 0,-1-1 0,12 3 0,-8 0 0,0 0 0,-1 1 0,0 0 0,0 0 0,0 1 0,0 0 0,0 0 0,-1 1 0,0 0 0,-1 0 0,1 1 0,-1-1 0,0 1 0,-1 1 0,1-1 0,5 13 0,0 1 0,-1 0 0,0 1 0,-2 0 0,-1 1 0,6 29 0,-8-22 0,-1 1 0,-1-1 0,-2 1 0,-1 0 0,-2 0 0,-1-1 0,-1 1 0,-1-1 0,-2 0 0,-1 0 0,-2-1 0,-22 48 0,19-49 0,-1-2 0,-2 0 0,0-1 0,-2 0 0,-1-1 0,0-1 0,-2-1 0,-1-1 0,0-1 0,-2-1 0,0-1 0,-53 30 0,67-43 0,0-1 0,-1 0 0,1 0 0,-13 2 0,21-6 0,0 1 0,0-1 0,-1 0 0,1 1 0,0-1 0,0-1 0,-1 1 0,1 0 0,0 0 0,0-1 0,0 1 0,-3-2 0,4 1 0,0 1 0,0-1 0,0 0 0,0 1 0,1-1 0,-1 0 0,0 0 0,0 0 0,1 0 0,-1 1 0,1-1 0,-1 0 0,1 0 0,-1 0 0,1 0 0,0 0 0,-1 0 0,1-1 0,0 1 0,0 0 0,0 0 0,-1 0 0,1 0 0,0 0 0,1 0 0,-1-2 0,1-2 0,0 1 0,0-1 0,1 1 0,0-1 0,0 1 0,0 0 0,0-1 0,0 1 0,1 0 0,0 1 0,0-1 0,0 0 0,0 1 0,1 0 0,-1-1 0,6-2 0,0-1 0,1 0 0,0 1 0,1 0 0,-1 0 0,16-5 0,-17 8 0,-1 1 0,1-1 0,0 1 0,0 1 0,0 0 0,-1 0 0,1 1 0,0 0 0,0 1 0,0-1 0,0 2 0,11 2 0,-9 0 0,0 0 0,1 0 0,-1 2 0,-1-1 0,1 1 0,-1 1 0,0 0 0,10 9 0,10 14 0,-1 1 0,-1 1 0,-2 2 0,24 40 0,-25-36 0,-10-16 50,45 59 225,-53-72-486,1-1 0,-1-1 0,2 1-1,-1-1 1,1-1 0,0 0-1,9 6 1,1-4-6615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04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28 257 24575,'-2'-3'0,"-15"-13"0,17 16 0,1 1 0,-1-1 0,0 0 0,0 0 0,0 1 0,0-1 0,0 0 0,0 0 0,0 0 0,0 1 0,0-1 0,0 0 0,0 0 0,0 1 0,0-1 0,-1 0 0,1 0 0,0 0 0,0 1 0,0-1 0,0 0 0,0 0 0,0 0 0,0 1 0,-1-1 0,1 0 0,0 0 0,0 0 0,0 0 0,0 0 0,-1 1 0,1-1 0,0 0 0,0 0 0,0 0 0,-1 0 0,1 0 0,0 0 0,0 0 0,-1 0 0,1 0 0,0 0 0,0 0 0,0 0 0,-1 0 0,1 0 0,0 0 0,0 0 0,-1 0 0,1 0 0,0 0 0,0 0 0,0 0 0,-1 0 0,1 0 0,0 0 0,0 0 0,0-1 0,-1 1 0,1 0 0,1 2 0,0 1 0,0-1 0,0 1 0,1-1 0,-1 1 0,1-1 0,-1 0 0,1 0 0,0 0 0,0 0 0,0 0 0,0 0 0,0-1 0,1 1 0,-1-1 0,5 3 0,0 0 0,0 0 0,0-1 0,1 0 0,12 3 0,-15-5 0,1 0 0,-1-1 0,1 1 0,-1-1 0,1 0 0,-1-1 0,1 1 0,-1-1 0,1 0 0,-1-1 0,0 1 0,0-1 0,1 0 0,-1 0 0,0 0 0,-1-1 0,1 0 0,0 0 0,-1 0 0,0-1 0,1 1 0,-1-1 0,-1 0 0,1 0 0,-1 0 0,1-1 0,-1 1 0,0-1 0,4-9 0,-2 3 0,0 0 0,-1-1 0,0 1 0,-1-1 0,0 0 0,-1 0 0,-1 0 0,1 0 0,-2 0 0,0-1 0,0 1 0,-4-19 0,4 28 0,-1 0 0,1 1 0,-1-1 0,0 0 0,1 1 0,-1-1 0,-1 1 0,1-1 0,0 1 0,-1-1 0,1 1 0,-1 0 0,1 0 0,-1-1 0,0 1 0,0 1 0,0-1 0,0 0 0,-1 0 0,1 1 0,-5-3 0,5 4 0,-1-1 0,1 1 0,-1-1 0,0 1 0,1 0 0,-1 0 0,1 1 0,-1-1 0,1 0 0,-1 1 0,0 0 0,1-1 0,0 1 0,-1 0 0,1 0 0,-1 1 0,1-1 0,0 0 0,0 1 0,0-1 0,0 1 0,0 0 0,-2 2 0,-7 7 0,1 0 0,1 1 0,-1 0 0,2 1 0,0 0 0,1 0 0,0 0 0,-7 21 0,3-3 0,2 0 0,-11 60 0,18-77 49,1 1 0,0-1 0,0 1-1,2-1 1,0 0 0,5 29 0,-4-38-131,-1 1 1,1-1 0,0 1 0,0-1-1,0 0 1,1 0 0,-1 0-1,1 0 1,1-1 0,-1 1 0,1-1-1,-1 0 1,1 0 0,0 0 0,1 0-1,-1-1 1,1 1 0,0-1 0,-1 0-1,10 3 1,5 1-6745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05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53 134 24575,'1'-23'0,"-1"17"0,1-1 0,-1 1 0,0-1 0,-3-12 0,-7 53 0,-31 262 0,41-293 0,0 0 0,-1 0 0,1-1 0,1 1 0,-1 0 0,0 0 0,1 0 0,-1 0 0,1-1 0,1 4 0,-1-5 0,-1-1 0,0 1 0,0-1 0,1 1 0,-1-1 0,1 0 0,-1 1 0,0-1 0,1 0 0,-1 1 0,1-1 0,-1 0 0,1 1 0,-1-1 0,0 0 0,1 0 0,-1 0 0,1 0 0,-1 1 0,1-1 0,0 0 0,0 0 0,0 0 0,1 0 0,-1-1 0,1 1 0,-1 0 0,0-1 0,1 1 0,-1-1 0,0 0 0,1 1 0,-1-1 0,0 0 0,2 0 0,4-5 0,0 0 0,0 0 0,0-1 0,-1 0 0,0 0 0,-1 0 0,1-1 0,5-11 0,31-73 0,-20 41 0,-4 13 0,-6 9 0,2 0 0,1 1 0,27-38 0,-41 65 0,0-1 0,-1 1 0,1 0 0,0 0 0,0 0 0,0 0 0,0 1 0,0-1 0,0 0 0,0 0 0,0 0 0,1 1 0,-1-1 0,0 1 0,0-1 0,1 1 0,-1-1 0,2 1 0,-2 0 0,-1 0 0,1 0 0,0 0 0,0 1 0,-1-1 0,1 0 0,0 1 0,-1-1 0,1 0 0,0 1 0,-1-1 0,1 1 0,-1-1 0,1 1 0,0-1 0,-1 1 0,1 0 0,-1-1 0,0 1 0,1 0 0,-1-1 0,1 2 0,2 4 0,-1 0 0,0 1 0,0-1 0,-1 1 0,2 10 0,-2 16 0,0 1 0,-2-1 0,-2 1 0,-12 63 0,0-6 0,49-143 0,120-225 0,-150 271 0,-2 1 0,1 0 0,0 1 0,0-1 0,0 1 0,1-1 0,-1 1 0,1 0 0,0 1 0,0-1 0,0 1 0,9-6 0,-12 9 0,0-1 0,-1 1 0,1 0 0,0 0 0,0 0 0,-1 0 0,1 0 0,0 0 0,-1 1 0,1-1 0,0 0 0,-1 0 0,1 0 0,0 1 0,-1-1 0,1 0 0,-1 1 0,1-1 0,0 0 0,-1 1 0,1-1 0,-1 1 0,1-1 0,-1 1 0,0-1 0,1 1 0,-1-1 0,1 1 0,-1 0 0,0-1 0,1 1 0,-1-1 0,0 1 0,0 0 0,0-1 0,1 1 0,-1 0 0,0-1 0,0 1 0,0 0 0,0-1 0,0 2 0,3 36 0,-3-34 0,-2 31 0,0 1 0,-13 53 0,8-48 0,-4 53 0,11-91-105,0-1 0,0 1 0,0-1 0,0 0 0,1 1 0,-1-1 0,0 1 0,1-1 0,0 0 0,0 1 0,0-1 0,1 3 0,5 3-6721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05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96 24575,'2'-5'0,"-1"0"0,1 0 0,-1 0 0,0 0 0,0 0 0,0 0 0,-1-1 0,0 1 0,0 0 0,-1-8 0,1 12 0,0-1 0,0 1 0,0 0 0,-1-1 0,1 1 0,0 0 0,-1-1 0,1 1 0,-1 0 0,1-1 0,-1 1 0,0 0 0,1 0 0,-1 0 0,0 0 0,0 0 0,0 0 0,0 0 0,0 0 0,0 0 0,0 0 0,0 0 0,0 1 0,0-1 0,0 0 0,-1 1 0,1-1 0,0 1 0,0-1 0,-1 1 0,1 0 0,0-1 0,-1 1 0,1 0 0,0 0 0,-1 0 0,1 0 0,-1 0 0,1 0 0,0 1 0,-1-1 0,1 0 0,0 1 0,-2 0 0,-3 1 0,0 1 0,0 0 0,0 1 0,0 0 0,0-1 0,1 2 0,0-1 0,0 1 0,0 0 0,-7 9 0,-1 3 0,1 0 0,-12 22 0,-26 64 0,44-90 0,2 1 0,-1 0 0,2 0 0,0 0 0,-2 27 0,5-38 0,0 0 0,0-1 0,0 1 0,0 0 0,1 0 0,-1-1 0,1 1 0,-1 0 0,1 0 0,0-1 0,0 1 0,0-1 0,1 1 0,-1-1 0,1 0 0,-1 1 0,1-1 0,0 0 0,-1 0 0,1 0 0,1 0 0,-1 0 0,3 2 0,-2-3 0,0 0 0,0 1 0,0-1 0,0 0 0,1-1 0,-1 1 0,0 0 0,1-1 0,-1 0 0,0 0 0,1 0 0,-1 0 0,0 0 0,0-1 0,1 1 0,-1-1 0,0 0 0,0 0 0,4-2 0,4-2 0,0-1 0,-1 0 0,1-1 0,-2 0 0,1-1 0,-1 0 0,0 0 0,0-1 0,-1 0 0,0 0 0,12-21 0,-12 17 0,0-2 0,0 1 0,-2-1 0,0 0 0,0-1 0,-2 1 0,0-1 0,3-24 0,-6 34 0,-1-1 0,0 0 0,-1 0 0,0 1 0,0-1 0,0 0 0,0 1 0,-1-1 0,-1 1 0,1-1 0,-1 1 0,-4-8 0,6 12 0,0 0 0,-1 0 0,1 1 0,-1-1 0,1 0 0,-1 1 0,1-1 0,-1 1 0,0-1 0,0 1 0,0 0 0,0-1 0,0 1 0,0 0 0,0 1 0,0-1 0,0 0 0,0 0 0,0 1 0,-1 0 0,1-1 0,0 1 0,0 0 0,-1 0 0,1 0 0,0 0 0,-1 1 0,1-1 0,0 0 0,0 1 0,0 0 0,-1-1 0,1 1 0,0 0 0,0 0 0,0 0 0,0 1 0,1-1 0,-3 2 0,0-1-76,0 1 1,1-1-1,0 1 0,-1 0 0,1 0 0,0 0 0,0 0 0,0 1 1,1-1-1,-1 1 0,1-1 0,0 1 0,0 0 0,0 0 1,1 0-1,-1 0 0,0 7 0,1 6-6750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05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51 24575,'25'-38'0,"-24"37"0,0 0 0,0-1 0,1 1 0,-1 0 0,0 0 0,0 0 0,1 0 0,-1 1 0,0-1 0,1 0 0,1 0 0,-2 1 0,0 0 0,-1 0 0,1 0 0,-1 0 0,1 0 0,-1 0 0,1 0 0,-1 0 0,1 0 0,0 0 0,-1 1 0,1-1 0,-1 0 0,1 0 0,-1 1 0,1-1 0,-1 0 0,0 1 0,1-1 0,-1 0 0,1 1 0,-1-1 0,0 1 0,1-1 0,-1 1 0,0-1 0,0 1 0,1-1 0,-1 1 0,0-1 0,0 1 0,1 0 0,0 3 0,0 0 0,0 1 0,0-1 0,0 0 0,0 1 0,-1-1 0,0 1 0,0-1 0,-1 6 0,-8 42 0,6-39 0,-92 319 0,56-213 0,-25 134 0,57-210-1365,3-8-5461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06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58 172 24575,'-33'3'0,"32"-3"0,-1 1 0,1-1 0,0 0 0,0 0 0,-1 1 0,1-1 0,0 1 0,0-1 0,0 1 0,0 0 0,-1 0 0,1-1 0,0 1 0,0 0 0,1 0 0,-1 0 0,0 0 0,0 0 0,0 0 0,1 0 0,-1 0 0,0 2 0,1-3 0,0 1 0,0 0 0,0-1 0,0 1 0,1 0 0,-1-1 0,0 1 0,1-1 0,-1 1 0,0 0 0,1-1 0,-1 1 0,1-1 0,-1 1 0,1-1 0,-1 1 0,1-1 0,-1 0 0,1 1 0,-1-1 0,1 0 0,0 1 0,-1-1 0,1 0 0,0 0 0,-1 0 0,1 1 0,0-1 0,-1 0 0,1 0 0,0 0 0,-1 0 0,1 0 0,1 0 0,26 1 0,4-2 0,-1-2 0,0-2 0,52-13 0,88-40 0,-157 52 0,48-21 0,-57 25 0,-1-1 0,1 0 0,-1 0 0,1 0 0,-1 0 0,0-1 0,0 0 0,0 0 0,4-6 0,-7 9 0,0 0 0,-1 0 0,1 0 0,-1 0 0,1 1 0,-1-1 0,1 0 0,-1 0 0,0-1 0,0 1 0,1 0 0,-1 0 0,0 0 0,0 0 0,0 0 0,0 0 0,0 0 0,0 0 0,0 0 0,0 0 0,-1 0 0,1 0 0,0 0 0,-1-2 0,-1 2 0,1-1 0,0 1 0,0 0 0,0-1 0,-1 1 0,1 0 0,-1 0 0,1 0 0,-1 0 0,1 1 0,-1-1 0,0 0 0,-2 0 0,-3-1 0,-1 0 0,0 1 0,1 0 0,-1 0 0,-14 1 0,4 1 0,0 2 0,1 0 0,-1 1 0,1 1 0,-1 1 0,1 0 0,1 1 0,-28 16 0,32-16 0,0 0 0,1 2 0,0-1 0,1 1 0,-1 1 0,2 0 0,-1 0 0,2 1 0,-1 0 0,1 1 0,-12 24 0,18-32 0,0 1 0,0 0 0,0 0 0,1 0 0,0 0 0,0 0 0,0 0 0,1 0 0,-1 0 0,1 0 0,0 0 0,1 0 0,-1 0 0,1 0 0,0 0 0,0 0 0,1 0 0,-1 0 0,1 0 0,0 0 0,0-1 0,1 1 0,0-1 0,-1 0 0,2 0 0,-1 0 0,0 0 0,1 0 0,-1-1 0,1 1 0,0-1 0,0 0 0,1 0 0,-1-1 0,7 4 0,3 0 43,1 0 0,-1 0-1,1-2 1,1 0 0,-1 0-1,1-2 1,26 2 0,-16-4-470,0-1 0,0-1 1,47-9-1,-27 0-6399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19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126 703 24575,'-1'1'0,"1"-1"0,0 0 0,-1 0 0,1 0 0,-1 0 0,1 1 0,-1-1 0,1 0 0,0 0 0,-1 1 0,1-1 0,0 0 0,-1 1 0,1-1 0,0 0 0,-1 1 0,1-1 0,0 0 0,0 1 0,0-1 0,-1 1 0,1-1 0,0 0 0,0 1 0,0-1 0,0 1 0,0-1 0,0 1 0,-1-1 0,1 1 0,0-1 0,1 1 0,-1-1 0,0 0 0,0 2 0,3 19 0,-3-18 0,8 45 0,3 58 0,-10-86 0,-2 0 0,0-1 0,-1 1 0,-1-1 0,-10 38 0,7-40 0,-12 38 0,16-51 0,0 0 0,1 0 0,-2 0 0,1-1 0,0 1 0,-1-1 0,1 1 0,-1-1 0,0 0 0,-5 4 0,7-6 0,0-1 0,1 1 0,-1-1 0,0 1 0,0-1 0,0 0 0,0 1 0,0-1 0,0 0 0,0 0 0,0 0 0,0 0 0,0 1 0,0-1 0,0-1 0,0 1 0,0 0 0,0 0 0,0 0 0,0 0 0,0-1 0,0 1 0,0 0 0,0-1 0,0 1 0,0-1 0,0 1 0,1-1 0,-1 0 0,0 1 0,0-1 0,0 0 0,1 1 0,-1-1 0,0 0 0,1 0 0,-1 0 0,1 0 0,-1 1 0,1-1 0,0 0 0,-1-2 0,-3-4 0,2 0 0,-1 0 0,1-1 0,-3-10 0,-1-17 0,2 0 0,0-62 0,12-74 0,-7 153 0,5-53 0,3 0 0,28-107 0,-27 140 0,2 1 0,2 0 0,2 1 0,1 1 0,1 1 0,30-42 0,-39 63 0,1 0 0,1 1 0,0 0 0,1 1 0,0 1 0,1-1 0,0 2 0,20-12 0,-25 17 0,0 1 0,-1-1 0,1 1 0,0 1 0,0 0 0,1 0 0,-1 0 0,0 1 0,1 1 0,-1-1 0,0 1 0,1 1 0,-1-1 0,0 1 0,1 1 0,-1 0 0,15 5 0,-13-3 0,0 1 0,0-1 0,0 2 0,-1 0 0,0 0 0,0 0 0,0 1 0,-1 0 0,0 1 0,-1 0 0,1 0 0,8 14 0,-9-9 0,0-1 0,0 1 0,-1 1 0,-1-1 0,-1 1 0,0 0 0,0 0 0,2 24 0,-4-13 0,-2 1 0,0-1 0,-1 0 0,-2 0 0,-1 0 0,0-1 0,-2 1 0,-1-1 0,-1 0 0,-18 38 0,7-29 0,0 0 0,-3-1 0,0-1 0,-2-1 0,-41 40 0,12-21 0,-117 82 0,158-122 0,7-5 0,0 0 0,0-1 0,0 1 0,-1-1 0,1 0 0,-1-1 0,0 1 0,1-1 0,-13 3 0,18-5 0,0 0 0,0 0 0,-1 0 0,1 0 0,0 0 0,0 0 0,-1 0 0,1 0 0,0 0 0,0 0 0,-1 0 0,1 0 0,0 0 0,-1 0 0,1 0 0,0-1 0,0 1 0,-1 0 0,1 0 0,0 0 0,0 0 0,0 0 0,-1-1 0,1 1 0,0 0 0,0 0 0,0 0 0,-1-1 0,1 1 0,0 0 0,0 0 0,0-1 0,0 1 0,0 0 0,0 0 0,0-1 0,-1 1 0,1 0 0,0 0 0,0-1 0,0 1 0,0 0 0,0-1 0,0 1 0,0 0 0,0 0 0,0-1 0,1 1 0,-1 0 0,0 0 0,0-1 0,0 1 0,0 0 0,0 0 0,0-1 0,0 1 0,1 0 0,-1 0 0,0 0 0,0-1 0,0 1 0,1 0 0,11-17 0,-6 11 0,1 0 0,-1 0 0,1 0 0,1 1 0,-1 0 0,1 1 0,-1-1 0,1 2 0,0-1 0,1 1 0,-1 0 0,1 0 0,-1 1 0,1 1 0,0-1 0,0 1 0,0 1 0,-1 0 0,1 0 0,0 0 0,0 1 0,0 1 0,0-1 0,-1 2 0,1-1 0,-1 1 0,0 0 0,1 1 0,7 5 0,5 4 57,-1 2-1,0 1 0,30 31 1,6 5-1648,-37-36-5235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19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83 24575,'1'-19'0,"-2"-19"0,-5 47 0,1 9 0,0 9 0,-8 30 0,3 0 0,3 0 0,0 81 0,7-135 0,0 0 0,0 0 0,1 0 0,-1 0 0,1 0 0,0 0 0,0 0 0,0 0 0,0 0 0,0-1 0,0 1 0,1 0 0,0-1 0,-1 1 0,1-1 0,0 1 0,5 3 0,-5-4 0,0-1 0,0 0 0,1 0 0,-1 0 0,0 0 0,1 0 0,-1 0 0,1-1 0,0 1 0,-1-1 0,1 0 0,-1 1 0,1-1 0,-1-1 0,1 1 0,0 0 0,-1 0 0,1-1 0,-1 0 0,1 1 0,3-3 0,3-1 0,1-1 0,-1 0 0,1 0 0,-2-1 0,1 0 0,-1-1 0,1 0 0,-2 0 0,1-1 0,-1 0 0,7-11 0,-2 3 0,-1-2 0,0 1 0,-2-1 0,14-37 0,-17 38 0,0 0 0,-2 0 0,0 0 0,-1 0 0,-1-1 0,0 0 0,-1 1 0,-2-1 0,-2-23 0,3 38 0,-1 1 0,1-1 0,-1 1 0,0-1 0,0 1 0,0 0 0,0-1 0,-1 1 0,1 0 0,-3-4 0,3 5 0,0 0 0,0 0 0,0 0 0,0 1 0,0-1 0,0 0 0,0 1 0,-1-1 0,1 1 0,0-1 0,0 1 0,0 0 0,-1-1 0,1 1 0,0 0 0,-3 0 0,1 0 0,-1 1 0,1-1 0,-1 1 0,1 0 0,-1 1 0,1-1 0,-1 0 0,1 1 0,0 0 0,0 0 0,0 0 0,0 0 0,-5 5 0,3-2-124,-1 0 0,1 0 0,0 1 0,1-1 0,-1 1 0,1 0-1,0 0 1,1 1 0,-1-1 0,-2 11 0,1-1-6702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20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34 24575,'7'-17'0,"0"1"0,-7 31 0,-39 250 0,-6 55 0,41-285 0,2-25 0,1 1 0,0 0 0,1 19 0,0-30 0,0 1 0,0-1 0,0 0 0,0 1 0,0-1 0,0 0 0,0 1 0,0-1 0,0 0 0,0 1 0,0-1 0,0 0 0,0 1 0,0-1 0,1 0 0,-1 0 0,0 1 0,0-1 0,0 0 0,0 1 0,1-1 0,-1 0 0,0 0 0,0 1 0,1-1 0,-1 0 0,0 0 0,1 0 0,-1 1 0,0-1 0,0 0 0,1 0 0,-1 0 0,0 0 0,1 0 0,11-7 0,12-24 0,-22 28 0,4-6 0,18-26 0,2 1 0,34-36 0,-52 62 0,0 1 0,0 0 0,1 0 0,-1 0 0,1 1 0,1 0 0,-1 1 0,1 0 0,0 1 0,0 0 0,1 0 0,-1 1 0,21-3 0,-25 5 0,0 1 0,1 0 0,-1 1 0,0 0 0,0 0 0,1 0 0,-1 0 0,0 1 0,0 0 0,0 1 0,0-1 0,-1 1 0,1 0 0,-1 0 0,0 1 0,0 0 0,0 0 0,0 0 0,0 0 0,-1 1 0,0 0 0,0 0 0,0 0 0,-1 0 0,1 1 0,-1-1 0,3 10 0,-3-8 0,0 0 0,-1 0 0,0 0 0,0 0 0,-1 0 0,1 1 0,-2-1 0,1 1 0,-1-1 0,0 1 0,-1-1 0,1 1 0,-2-1 0,1 0 0,-1 1 0,0-1 0,0 0 0,-1 0 0,0 0 0,0-1 0,-1 1 0,0-1 0,-5 7 0,0-4 0,0 0 0,-1 0 0,0-1 0,-1 0 0,0-1 0,0 0 0,0-1 0,-1 0 0,0 0 0,0-2 0,-17 5 0,7-3 0,1-1 0,-1-1 0,-1-2 0,1 0 0,-40-2 0,53 0-91,-1 0 0,1-2 0,0 1 0,0-1 0,0 0 0,0-1 0,0 0 0,1 0 0,-1-1 0,1 0 0,0-1 0,0 0 0,0 0 0,-10-10 0,1-4-6735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21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610 274 24575,'1'-7'0,"0"0"0,1 0 0,0 0 0,0 1 0,0-1 0,7-11 0,0-1 0,1-8 0,0 5 0,-1-2 0,-1 1 0,-1-1 0,5-30 0,-13 36 0,1 18 0,-1 0 0,1 0 0,0-1 0,0 1 0,0 0 0,0 0 0,0-1 0,-1 1 0,1 0 0,0 0 0,0 0 0,0 0 0,-1-1 0,1 1 0,0 0 0,0 0 0,-1 0 0,1 0 0,0 0 0,0 0 0,-1 0 0,1 0 0,0 0 0,0 0 0,-1 0 0,1 0 0,0 0 0,0 0 0,-1 0 0,1 0 0,0 0 0,0 0 0,-1 0 0,-1 1 0,-1 1 0,1-1 0,0 1 0,0-1 0,0 1 0,0 0 0,0 0 0,0 0 0,1 0 0,-3 3 0,-23 36 0,2 2 0,-27 63 0,29-57 0,-82 182-151,11 4-1,10 5 0,11 3 0,-64 379 1,119-506 131,5 0 0,5 1 1,7 121-1,5-177 54,3 0 0,28 106-1,-23-124 111,3-1-1,1 0 1,2-1-1,36 59 0,-38-73-139,-3-4-1,1-1 0,2 0 0,0-1 0,29 31 0,-27-39-1368,-3-5-5461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22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0 255 24575,'5'0'0,"1"1"0,-1 0 0,0 0 0,0 1 0,0-1 0,0 1 0,0 0 0,0 1 0,5 2 0,42 30 0,-47-31 0,79 65 0,-59-46 0,1-1 0,43 27 0,-65-47 0,1 0 0,-1 1 0,0-1 0,1-1 0,-1 1 0,1-1 0,0 0 0,-1 0 0,1 0 0,0-1 0,0 1 0,-1-1 0,1 0 0,0-1 0,0 1 0,5-2 0,-2 0 0,0-1 0,0-1 0,0 1 0,0-1 0,-1-1 0,1 1 0,-1-1 0,8-7 0,-1-1 0,1-1 0,-2-1 0,0 0 0,-1-1 0,0 0 0,-1 0 0,-1-1 0,-1-1 0,0 0 0,9-28 0,-6 6 0,-1 0 0,-2 0 0,8-82 0,-19 230-1365,2-73-5461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23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147 442 24575,'-20'-26'0,"19"25"0,1 0 0,-1 0 0,0 0 0,1 0 0,-1 0 0,1 0 0,-1 0 0,1 0 0,-1-1 0,1 1 0,0 0 0,0 0 0,-1-1 0,1 1 0,0 0 0,0 0 0,0 0 0,0-1 0,1 1 0,-1 0 0,0 0 0,1-2 0,-1 3 0,1 0 0,-1 0 0,1 0 0,-1 1 0,1-1 0,-1 0 0,1 0 0,-1 0 0,1 1 0,-1-1 0,0 0 0,1 0 0,-1 1 0,0-1 0,1 0 0,-1 1 0,0-1 0,1 0 0,-1 1 0,0-1 0,1 1 0,-1-1 0,0 1 0,0-1 0,0 0 0,1 1 0,-1-1 0,0 1 0,0-1 0,0 1 0,0 0 0,8 18 0,-1 2 0,-2 1 0,-1-1 0,3 38 0,-4 68 0,-2-90 0,-22 237 0,9-167 0,11-102 0,0 4 0,0-1 0,1 1 0,0 0 0,0-1 0,2 11 0,-1-17 0,-1 0 0,1 0 0,0 0 0,-1 0 0,1 0 0,0 0 0,0-1 0,0 1 0,0 0 0,1 0 0,-1-1 0,0 1 0,1 0 0,-1-1 0,1 0 0,0 1 0,-1-1 0,1 0 0,0 0 0,0 0 0,0 0 0,-1 0 0,1 0 0,0 0 0,0-1 0,4 1 0,15 2 0,1-2 0,0 0 0,-1-1 0,1-2 0,0 0 0,31-8 0,2 2 0,699-63 0,-510 63 0,245-15 0,-473 22 0,-7 1 0,-1 0 0,1-1 0,0 0 0,-1-1 0,1 1 0,-1-2 0,1 1 0,-1-1 0,0 0 0,11-7 0,-17 9 0,-1 0 0,0 0 0,0 0 0,0 0 0,-1 0 0,1-1 0,0 1 0,0 0 0,-1-1 0,1 1 0,-1 0 0,1-1 0,-1 1 0,1-1 0,-1 1 0,0-1 0,0 1 0,0-1 0,0 1 0,0-1 0,0 1 0,0-1 0,0 1 0,-1-1 0,1 1 0,-1-1 0,1 1 0,-1 0 0,1-1 0,-1 1 0,0 0 0,0-1 0,-1-1 0,-4-7 0,-1 0 0,0 1 0,-11-11 0,10 11 0,-14-17 0,-36-56 0,49 66 0,1 0 0,1 0 0,0 0 0,1-1 0,-6-29 0,5 7 0,2 0 0,2-1 0,1 1 0,5-45 0,26-158 0,-8 84 0,-20 153 0,0 1 0,-1-1 0,0 0 0,0 1 0,0-1 0,-1 0 0,-1-5 0,2 9 0,-1 0 0,1 0 0,-1-1 0,1 1 0,-1 0 0,0 0 0,0 0 0,0 0 0,1 0 0,-1 0 0,0 0 0,0 0 0,0 1 0,-1-1 0,1 0 0,0 0 0,0 1 0,0-1 0,0 1 0,-1-1 0,1 1 0,0 0 0,0-1 0,-1 1 0,1 0 0,0 0 0,-1 0 0,1 0 0,0 0 0,-2 0 0,-16 2 0,1 0 0,-1 1 0,1 1 0,-18 7 0,-19 4 0,-503 65-425,465-70 331,-500 40-14,188-18 112,369-28 16,37-4-15,-1 0 0,0 0 1,0 0-1,0 0 0,0 0 0,0 0 1,0 0-1,0 0 0,0 0 0,0 0 1,0 0-1,0 0 0,0 1 0,0-1 1,0 0-1,0 0 0,0 0 0,0 0 1,0 0-1,0 0 0,0 0 0,0 0 1,0 0-1,0 0 0,0 0 0,0 0 1,0 0-1,0 0 0,20 1 342,35-1-251,-10-2-93,-1 3-1,68 10 1,-110-11-3,0 0 0,1 1 0,-1-1 0,0 1 0,0 0 0,1-1 0,-1 1 0,0 0 0,0 0 0,0 1 0,0-1 0,0 0 0,0 1 0,-1-1 0,1 1 0,0-1 0,-1 1 0,1 0 0,-1 0 0,1 0 0,-1 0 0,0 0 0,2 3 0,-2 1 0,0 0 0,0 0 0,0 1 0,-1-1 0,0 0 0,0 0 0,-1 10 0,0-4 0,-1 6 0,1 32 0,2-44 0,0 1 0,0-1 0,0 0 0,1 0 0,-1 0 0,2 0 0,-1 0 0,6 10 0,3 1 0,1 0 0,0 0 0,1-2 0,1 1 0,1-2 0,0 0 0,1-1 0,0 0 0,1-1 0,0-1 0,27 13 0,-29-17 0,0-1 0,0 0 0,0-1 0,0-1 0,1 0 0,0-2 0,0 1 0,0-2 0,0 0 0,0-1 0,0 0 0,0-2 0,0 0 0,0 0 0,18-7 0,4-4 0,-2-2 0,0-2 0,-1-1 0,41-28 0,124-102 0,-142 102 0,255-200 0,-303 240 171,-12 11 0,-13 13-1878,2-4-5119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27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1983 230 24575,'0'-3'0,"-1"-1"0,1 1 0,-1-1 0,0 1 0,0 0 0,0 0 0,-1-1 0,1 1 0,-1 0 0,0 0 0,0 0 0,0 0 0,0 1 0,0-1 0,0 1 0,-1-1 0,1 1 0,-1 0 0,0 0 0,0 0 0,0 0 0,0 0 0,0 1 0,0-1 0,-5-1 0,-8-3 0,0 1 0,0 1 0,-32-5 0,-44 0 0,-166 6 0,220 4 0,-99 4 0,2 7 0,-1 6 0,2 5 0,1 7 0,1 5 0,-130 54 0,205-67 0,1 3 0,1 2 0,-86 58 0,134-80 0,0 0 0,1 0 0,0 1 0,0 0 0,0 0 0,1 1 0,-8 12 0,12-17 0,-1 1 0,1-1 0,0 0 0,0 1 0,1-1 0,-1 1 0,0-1 0,1 1 0,0-1 0,-1 1 0,1 0 0,0-1 0,0 1 0,0-1 0,1 1 0,-1 0 0,1-1 0,0 1 0,-1-1 0,1 1 0,0-1 0,0 0 0,0 1 0,1-1 0,-1 0 0,1 0 0,-1 0 0,4 4 0,4 2 0,0 0 0,0 0 0,1-1 0,0 0 0,1-1 0,18 9 0,76 26 0,-77-31 0,656 187-1229,18-69 0,43-48 985,-569-73 93,-1-8 0,222-30 1,-313 19 68,-1-4 0,105-33 0,-152 36 152,0 0-1,-2-2 1,1-2 0,-2-1 0,0-2-1,-2-1 1,43-36 0,-61 45 92,0 0-1,-1-1 1,-1 0 0,0-1-1,-1 0 1,-1-1 0,0 0-1,7-17 1,-13 25-104,0 0 1,-1 0-1,0 0 1,0-1-1,-1 1 1,0-1-1,0 1 1,0-1-1,-1 1 0,-1-1 1,1 1-1,-1-1 1,0 1-1,-1-1 1,0 1-1,0 0 0,-1 0 1,1 0-1,-1 0 1,-9-13-1,2 6-47,-1 0-1,-1 0 0,-1 1 1,1 1-1,-2 0 1,0 1-1,0 1 0,-1 0 1,-22-11-1,-14-4 18,-89-31 0,-310-72-1202,-12 35-465,-200-4 1407,-3 66-1524,542 35-1634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1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 24575,'0'1'0,"1"-1"0,-1 1 0,0-1 0,0 1 0,0-1 0,1 1 0,-1-1 0,0 1 0,1-1 0,-1 1 0,0-1 0,1 1 0,-1-1 0,1 0 0,-1 1 0,1-1 0,-1 0 0,1 1 0,-1-1 0,1 0 0,-1 0 0,1 1 0,-1-1 0,1 0 0,-1 0 0,1 0 0,-1 0 0,2 0 0,20 3 0,-18-3 0,59 2 0,88-8 0,-80 1 0,1099-31-2835,4 31-575,-999 5 3321,824 10-23,52 0 749,-1015-10 1356,-36 0-1959,0 0-1,0-1 0,0 1 0,0 0 0,0 0 0,0 0 1,0 0-1,0 0 0,0 0 0,0 0 0,0 0 0,0 0 1,0 0-1,0-1 0,0 1 0,0 0 0,0 0 0,0 0 1,0 0-1,0 0 0,0 0 0,0 0 0,0 0 0,1 0 1,-1 0-1,0 0 0,0 0 0,0 0 0,0 0 0,0 0 1,0-1-1,0 1 0,0 0 0,0 0 0,0 0 0,0 0 0,0 0 1,0 0-1,1 0 0,-1 0 0,0 0 0,0 0 0,0 0 1,0 0-1,0 0 0,0 0 0,-13-4 782,-22-3-342,-80-6-869,55 9-6430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1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24575,'3'0'0,"7"0"0,5 0 0,2 3 0,5 1 0,4 3 0,1 3 0,2 3 0,2 5 0,1 2 0,1 7 0,-4 5 0,-8 6 0,-14 5 0,-18 4 0,-27 6 0,-32 3 0,-6-9-8191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3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14 218 24575,'-1'-1'0,"0"0"0,0-1 0,-1 1 0,1 0 0,0-1 0,0 1 0,0-1 0,1 0 0,-1 1 0,0-1 0,0 0 0,1 1 0,-1-1 0,1 0 0,0 0 0,0 1 0,-1-1 0,1 0 0,0 0 0,0 0 0,0 1 0,1-1 0,-1 0 0,0 0 0,1 1 0,-1-1 0,1 0 0,0 0 0,-1 1 0,3-3 0,-1 1 0,0 1 0,0-1 0,0 1 0,0 0 0,0-1 0,1 1 0,0 0 0,-1 1 0,1-1 0,0 0 0,0 1 0,0-1 0,-1 1 0,2 0 0,5-1 0,-5 1 0,-1 0 0,1 1 0,0-1 0,0 1 0,0 0 0,0 0 0,-1 1 0,1-1 0,0 1 0,0 0 0,-1 0 0,1 0 0,0 0 0,-1 0 0,1 1 0,-1 0 0,0 0 0,1 0 0,-1 0 0,0 0 0,0 1 0,0-1 0,-1 1 0,1 0 0,-1 0 0,3 3 0,4 8 0,-1 0 0,-1 0 0,-1 1 0,10 29 0,-8-22 0,-8-20 0,0-1 0,1 0 0,-1 0 0,1 0 0,-1 1 0,1-1 0,0 0 0,-1 0 0,1 0 0,0 0 0,0 0 0,0 0 0,-1 0 0,1 0 0,0-1 0,0 1 0,2 1 0,-3-2 0,1 0 0,0 0 0,-1 0 0,1 0 0,0 0 0,-1 0 0,1 0 0,0 0 0,-1 0 0,1 0 0,0 0 0,-1-1 0,1 1 0,0 0 0,-1 0 0,1-1 0,0 1 0,-1 0 0,1-1 0,-1 1 0,1-1 0,0 0 0,4-4 0,-1 0 0,1 0 0,-1-1 0,6-11 0,-4 7 0,138-206 0,-142 214 0,-1 0 0,1 0 0,0 0 0,0 0 0,-1 0 0,1 0 0,0 1 0,1-1 0,-1 1 0,0-1 0,4-1 0,-5 3 0,0 0 0,0 0 0,0 0 0,0 0 0,0 0 0,-1 0 0,1 0 0,0 0 0,0 0 0,0 0 0,0 1 0,0-1 0,0 0 0,-1 1 0,1-1 0,0 0 0,0 1 0,0-1 0,-1 1 0,1 0 0,0-1 0,-1 1 0,1-1 0,0 1 0,-1 0 0,1 0 0,-1-1 0,1 1 0,-1 0 0,0 0 0,1 0 0,-1-1 0,0 1 0,1 0 0,-1 0 0,0 1 0,4 10 0,-2-6 0,1 0 0,-1 0 0,1 0 0,0 0 0,7 9 0,-9-13 0,1 0 0,-1-1 0,1 1 0,0-1 0,0 0 0,-1 0 0,1 1 0,0-1 0,0 0 0,0-1 0,0 1 0,0 0 0,0-1 0,0 1 0,1-1 0,-1 1 0,0-1 0,0 0 0,0 0 0,1 0 0,-1 0 0,2-1 0,5-1 0,0 0 0,-1-1 0,0 0 0,1 0 0,-1-1 0,0 0 0,-1 0 0,1-1 0,-1 0 0,0-1 0,0 1 0,8-10 0,-5 6 0,1 0 0,-1 1 0,1 0 0,14-6 0,-24 13 8,-1 1-1,1-1 0,0 1 0,0 0 1,0-1-1,-1 1 0,1 0 0,0 0 1,0 0-1,0-1 0,0 1 1,0 0-1,0 0 0,0 0 0,0 0 1,-1 1-1,1-1 0,0 0 1,0 0-1,0 0 0,0 1 0,0-1 1,-1 1-1,1-1 0,0 0 0,0 1 1,-1-1-1,1 1 0,0 0 1,-1-1-1,1 1 0,0 0 0,-1-1 1,1 1-1,-1 0 0,1-1 1,-1 1-1,1 0 0,-1 0 0,0 0 1,1 0-1,-1-1 0,0 1 0,0 0 1,1 1-1,0 6-228,1-1-1,-1 1 1,-1 0-1,1 9 1,-1-11-372,0 22-6233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5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1031 144 24575,'-3'-1'0,"1"0"0,-1-1 0,1 1 0,-1-1 0,1 1 0,0-1 0,0 0 0,0 0 0,0 0 0,0 0 0,0 0 0,-1-4 0,-4-2 0,-5-5 0,-1 0 0,0 2 0,-1-1 0,-21-13 0,26 20 0,0 1 0,0 0 0,0 0 0,0 1 0,-1 0 0,1 0 0,-1 1 0,0 1 0,-17-1 0,4 2 0,0 1 0,0 2 0,0 0 0,0 1 0,1 2 0,0 0 0,0 1 0,0 1 0,-30 17 0,17-6 0,1 2 0,1 1 0,1 1 0,-50 48 0,49-37 0,1 1 0,2 1 0,2 2 0,1 1 0,2 2 0,1 0 0,3 1 0,1 1 0,3 1 0,1 1 0,2 0 0,2 1 0,-11 92 0,22-117 0,0 0 0,1 1 0,1-1 0,1 0 0,0 0 0,2 0 0,12 38 0,-11-47 0,0 0 0,1 0 0,0 0 0,1 0 0,0-1 0,1 0 0,0-1 0,1 0 0,0 0 0,0-1 0,1 0 0,1 0 0,17 10 0,-1-3 0,1-2 0,0-1 0,1-2 0,1 0 0,-1-2 0,62 10 0,-28-11 0,1-2 0,89-4 0,-102-4 0,0-2 0,-1-3 0,1-2 0,-1-1 0,-1-3 0,76-31 0,-94 30 0,0-1 0,-1-1 0,-1-2 0,0-1 0,-2-1 0,0-1 0,-1-2 0,-2-1 0,0 0 0,37-51 0,-38 38 0,-1 0 0,-2-1 0,-2-2 0,-1 1 0,-2-2 0,-2 0 0,-2-1 0,-1 0 0,-3-1 0,-1 0 0,-2 0 0,-2 0 0,-5-62 0,2 86 0,-2 0 0,0 0 0,-1 1 0,0-1 0,-2 1 0,0 0 0,-1 1 0,-1-1 0,-11-16 0,12 22 0,-2 0 0,0 0 0,0 1 0,-1 1 0,0 0 0,-1 0 0,0 1 0,-1 0 0,0 1 0,0 0 0,0 1 0,-21-8 0,11 6 69,-1 2-1,0 1 0,0 0 0,-37-3 1,13 6-923,-59 2 1,31 5-5973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7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1658 24575,'31'-2'0,"0"-2"0,0-1 0,48-14 0,-30 7 0,842-164-1492,10 36-1001,-684 108 2076,2357-318-4167,-1437 201 3532,-1007 132 1045,1831-263-1046,-1943 278 1061,931-156-391,-11-31 2306,-875 175-825,310-81 3136,-348 87-2937,-11 3-535,-11 4-550,-6 3-175,-8 3-6318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7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45 24575,'0'-2'0,"1"0"0,-1 0 0,1 0 0,-1 0 0,1 0 0,-1 0 0,1 1 0,0-1 0,0 0 0,0 0 0,0 1 0,0-1 0,0 1 0,1-1 0,-1 1 0,0-1 0,1 1 0,-1 0 0,1 0 0,0 0 0,-1 0 0,1 0 0,0 0 0,0 0 0,-1 0 0,1 1 0,0-1 0,0 1 0,0-1 0,3 1 0,2-2 0,0 1 0,0 1 0,0-1 0,0 1 0,0 0 0,0 1 0,11 2 0,-8 0 0,1 1 0,-1 1 0,1-1 0,-1 2 0,-1-1 0,1 1 0,-1 1 0,0 0 0,0 0 0,-1 1 0,13 15 0,-13-14 0,-1 0 0,0 0 0,0 1 0,-1 0 0,-1 1 0,0-1 0,0 1 0,-1 0 0,0 0 0,-1 0 0,2 15 0,-4-18 29,-1-1-1,0 1 1,0-1-1,-1 1 0,0-1 1,0 1-1,-1-1 1,0 0-1,0 0 1,-1 0-1,-4 10 1,1-7-314,0 1 1,-1-1-1,-1 0 1,1 0-1,-19 16 1,-14 10-6542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8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88 160 24575,'-2'-2'0,"1"0"0,-1 0 0,1 0 0,-1-1 0,1 1 0,0-1 0,0 1 0,0-1 0,0 1 0,0-1 0,0 1 0,0-5 0,-1-37 0,1 10 0,1 34 0,0-1 0,0 1 0,0 0 0,0 0 0,0 0 0,0 0 0,0 0 0,0 0 0,0 0 0,0 0 0,0 0 0,1 0 0,-1 0 0,0 0 0,0-1 0,0 1 0,0 0 0,-1 0 0,1 0 0,0 0 0,0 0 0,0 0 0,0 0 0,0 0 0,0 0 0,0 0 0,0 0 0,0-1 0,0 1 0,0 0 0,0 0 0,0 0 0,0 0 0,0 0 0,0 0 0,0 0 0,0 0 0,0 0 0,0 0 0,0 0 0,-1 0 0,1 0 0,0 0 0,0 0 0,0 0 0,0 0 0,0 0 0,0 0 0,0 0 0,0 0 0,0 0 0,0 0 0,0 0 0,-1 0 0,1 0 0,0 0 0,0 0 0,0 0 0,0 0 0,0 0 0,0 0 0,0 0 0,0 0 0,0 0 0,0 0 0,0 0 0,0 0 0,-1 0 0,-2 8 0,-3 12 0,5-14 0,0 1 0,1-1 0,0 1 0,0-1 0,0 1 0,1-1 0,0 0 0,3 10 0,-3-13 0,0-1 0,0 0 0,0 0 0,0 0 0,0 0 0,0 0 0,1-1 0,-1 1 0,1 0 0,0-1 0,-1 1 0,1-1 0,0 1 0,0-1 0,0 0 0,0 0 0,0 0 0,0 0 0,0 0 0,0 0 0,0 0 0,1-1 0,-1 1 0,0-1 0,0 0 0,1 0 0,3 0 0,0 0 0,1 0 0,0-1 0,-1 0 0,1 0 0,-1 0 0,1-1 0,-1 0 0,0-1 0,0 1 0,1-1 0,-2 0 0,1-1 0,0 1 0,-1-1 0,0 0 0,9-9 0,-11 10 0,0-1 0,0 1 0,0-1 0,0 0 0,-1 1 0,1-1 0,-1 0 0,0-1 0,-1 1 0,1 0 0,-1 0 0,0-1 0,0 1 0,0-1 0,0 1 0,-1-1 0,0 0 0,0 1 0,0-1 0,0 1 0,-1-1 0,1 1 0,-1-1 0,-3-7 0,4 11 0,-1 0 0,1 1 0,0-1 0,0 0 0,0 1 0,-1-1 0,1 0 0,0 1 0,-1-1 0,1 0 0,-1 1 0,1-1 0,-1 1 0,1-1 0,-1 1 0,1-1 0,-1 1 0,1-1 0,-1 1 0,1-1 0,-1 1 0,0-1 0,0 2 0,1-1 0,-1 0 0,1 0 0,-1 1 0,1-1 0,-1 0 0,1 1 0,0-1 0,-1 0 0,1 1 0,-1-1 0,1 1 0,0-1 0,0 1 0,-1-1 0,1 1 0,0-1 0,0 1 0,0-1 0,-1 1 0,1 0 0,-6 35 0,5-11 0,2 0 0,0-1 0,2 0 0,1 1 0,9 32 0,46 117 0,-40-122 0,-14-41 0,-1 1 0,-1-1 0,0 1 0,-1-1 0,2 22 0,-4-30 0,0 1 0,0 0 0,0-1 0,-1 1 0,0-1 0,0 1 0,0-1 0,0 1 0,0-1 0,-1 0 0,1 1 0,-1-1 0,0 0 0,0 0 0,0 0 0,-1 0 0,1-1 0,-1 1 0,1-1 0,-1 1 0,0-1 0,-5 4 0,-2-1 0,0 0 0,0-1 0,0 0 0,-1 0 0,0-1 0,1 0 0,-1-1 0,0-1 0,0 1 0,-16-1 0,18-1 0,0-1 0,0 1 0,0-1 0,0-1 0,0 0 0,0 0 0,0 0 0,1-1 0,-1-1 0,1 1 0,0-2 0,0 1 0,-8-6 0,12 6 0,0 0 0,0 0 0,0 0 0,1 0 0,0 0 0,0-1 0,0 0 0,0 1 0,1-1 0,-1 0 0,1 0 0,1 0 0,-1-1 0,1 1 0,0 0 0,0-1 0,0 1 0,1-1 0,0 1 0,0-1 0,0 1 0,1 0 0,0-1 0,0 1 0,0-1 0,0 1 0,5-9 0,-3 5 0,1 1 0,-1 0 0,2 0 0,-1 1 0,1-1 0,1 1 0,-1 0 0,1 0 0,0 1 0,1-1 0,-1 1 0,1 1 0,1-1 0,-1 1 0,1 1 0,10-6 0,-4 6-136,1 0-1,-1 1 1,1 0-1,-1 1 1,1 1-1,0 0 1,-1 1-1,1 1 0,28 4 1,-19 0-6690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8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 24575,'0'-3'0,"0"-4"0,3-1 0,1 5 0,0 4 0,2 6 0,0 5 0,2 3 0,0 2 0,-2 1 0,1 3 0,0 1 0,1 0 0,-1-3-8191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8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24575,'0'-2'0,"0"1"0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9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97 24575,'0'-3'0,"-1"0"0,0 0 0,0 0 0,0 0 0,-1 0 0,1 1 0,-3-4 0,-2-5 0,-17-49 0,30 80 0,9 41 0,-4-13 0,39 112 0,-40-133 0,1 1 0,1-2 0,27 41 0,-36-61 43,1 0 0,0 0-1,0 0 1,1-1 0,0 0-1,0 0 1,10 7 0,-14-11-102,0 0 0,0 0 0,0 0 0,1 0 0,-1 0 0,0 0 1,0-1-1,1 1 0,-1-1 0,0 1 0,1-1 0,-1 0 1,0 0-1,1 0 0,-1 0 0,0 0 0,1-1 0,-1 1 0,0-1 1,1 1-1,-1-1 0,0 0 0,0 0 0,0 0 0,0 0 0,0 0 1,0-1-1,2-1 0,7-8-6767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9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 24575,'-6'0'0,"-5"0"0,0 3 0,4 1 0,9 0 0,14-1 0,10-1 0,11-1 0,10 0 0,8-1 0,6 0 0,2 0 0,0-3 0,-3-4 0,-12-1-8191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39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1 172 24575,'0'10'0,"2"0"0,-1 0 0,2 0 0,-1 0 0,1-1 0,1 1 0,4 9 0,8 25 0,60 191 0,-75-234 0,-1 1 0,1 0 0,-1-1 0,1 1 0,0-1 0,0 1 0,0-1 0,0 0 0,0 1 0,0-1 0,1 0 0,0 2 0,-2-3 0,0 0 0,1 0 0,-1 0 0,0 0 0,0 0 0,0 0 0,0 0 0,0 0 0,0 0 0,0 0 0,1 0 0,-1 0 0,0 0 0,0 0 0,0 0 0,0 0 0,0 0 0,0 0 0,0 0 0,1 0 0,-1 0 0,0 0 0,0 0 0,0 0 0,0 0 0,0 0 0,0 0 0,0-1 0,0 1 0,1 0 0,-1 0 0,0 0 0,0 0 0,0 0 0,0 0 0,0 0 0,0 0 0,0 0 0,0-1 0,0 1 0,0 0 0,0 0 0,0 0 0,0 0 0,0 0 0,0 0 0,0 0 0,0-1 0,-1-14 0,-46-141 0,1 7 0,39 121 0,1-1 0,2 0 0,-1-38 0,5 62 0,0 1 0,0-1 0,1 1 0,-1-1 0,1 1 0,0 0 0,0 0 0,1-1 0,-1 1 0,1 0 0,0 0 0,0 0 0,1 1 0,3-7 0,-5 9 0,1 0 0,-1 0 0,1-1 0,-1 1 0,1 0 0,-1 0 0,1 0 0,0 1 0,0-1 0,-1 0 0,1 1 0,0-1 0,0 1 0,0-1 0,0 1 0,-1 0 0,1 0 0,0 0 0,0 0 0,0 0 0,0 0 0,0 1 0,0-1 0,0 0 0,-1 1 0,1 0 0,0-1 0,0 1 0,-1 0 0,1 0 0,0 0 0,-1 0 0,1 0 0,-1 0 0,2 2 0,2 1-44,0 1 0,-1-1 0,0 1 0,1 0 0,-2 0 0,1 0 0,0 1 0,-1-1 0,0 1 0,-1 0 0,1 0 0,-1 0 0,0 0 0,0 0 0,-1 0 0,0 1 0,0-1 0,-1 0-1,1 1 1,-1-1 0,-1 1 0,1-1 0,-1 0 0,0 1 0,-1-1 0,1 0 0,-1 0 0,-1 0 0,1 0 0,-6 10 0,-3 2-6782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40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5 101 24575,'-2'51'0,"1"-23"0,0 0 0,2 0 0,1-1 0,6 36 0,-7-61 0,-1 0 0,0 0 0,1 0 0,0 0 0,-1 0 0,1 0 0,0 0 0,0 0 0,0 0 0,0-1 0,0 1 0,0 0 0,1-1 0,-1 1 0,1-1 0,-1 0 0,1 1 0,-1-1 0,1 0 0,0 0 0,0 0 0,-1 0 0,4 1 0,-2-2 0,-1 1 0,1-2 0,-1 1 0,0 0 0,1 0 0,-1-1 0,0 1 0,0-1 0,1 0 0,-1 0 0,0 0 0,0 0 0,0 0 0,0 0 0,0 0 0,0-1 0,0 1 0,-1-1 0,1 1 0,2-4 0,13-12 0,-2-1 0,0-1 0,-1-1 0,0 0 0,13-29 0,-20 35 0,0-1 0,-1 0 0,-1 0 0,-1-1 0,0 1 0,-1-1 0,0 0 0,0-31 0,-3 46 14,0-1 1,0 1-1,0-1 0,0 1 0,0-1 1,0 1-1,-1 0 0,1-1 0,-1 1 0,1 0 1,-1-1-1,1 1 0,-1 0 0,0-1 1,1 1-1,-1 0 0,0 0 0,0 0 0,0 0 1,0 0-1,0 0 0,0 0 0,-2-2 1,1 3-84,1 0 1,-1 0 0,1-1 0,0 1-1,-1 0 1,1 0 0,0 0-1,-1 0 1,1 0 0,-1 1 0,1-1-1,0 0 1,-1 1 0,1-1 0,0 1-1,0-1 1,-1 1 0,1 0 0,0-1-1,0 1 1,0 0 0,0 0-1,0 0 1,-1 1 0,-10 9-6758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40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67 24575,'4'-19'0,"-3"15"0,0 0 0,-1 1 0,1-1 0,0 0 0,-1 0 0,0-6 0,0 9 0,0 0 0,-1 1 0,1-1 0,0 0 0,-1 0 0,1 1 0,0-1 0,-1 0 0,1 1 0,-1-1 0,1 1 0,-1-1 0,1 0 0,-1 1 0,0-1 0,1 1 0,-1-1 0,0 1 0,1 0 0,-1-1 0,0 1 0,0 0 0,1-1 0,-1 1 0,0 0 0,0 0 0,1 0 0,-1 0 0,0 0 0,0 0 0,0 0 0,1 0 0,-1 0 0,0 0 0,0 0 0,1 0 0,-1 0 0,-1 1 0,0-1 0,-1 0 0,1 1 0,0-1 0,-1 1 0,1 0 0,0-1 0,0 1 0,-1 0 0,1 0 0,0 0 0,0 1 0,0-1 0,0 1 0,1-1 0,-1 1 0,0-1 0,0 1 0,1 0 0,-2 2 0,1-1 0,0 1 0,1-1 0,0 0 0,0 0 0,0 1 0,0-1 0,1 1 0,-1-1 0,1 1 0,0-1 0,0 7 0,2 3 0,0 0 0,1 0 0,0 0 0,1 0 0,9 20 0,9 10 312,7 20-1989,-24-47-5149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41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24575,'0'-1'0,"1"1"0,-1-1 0,1 0 0,-1 1 0,1-1 0,-1 1 0,1 0 0,0-1 0,-1 1 0,1-1 0,-1 1 0,1 0 0,0 0 0,-1-1 0,1 1 0,0 0 0,-1 0 0,1 0 0,0 0 0,0 0 0,-1 0 0,1 0 0,0 0 0,0 0 0,-1 0 0,1 0 0,0 0 0,0 1 0,0-1 0,1 1 0,-1 0 0,0 0 0,0 0 0,0 0 0,0 0 0,0 0 0,0 1 0,-1-1 0,1 0 0,0 0 0,0 1 0,0 0 0,2 6 0,-1 1 0,1-1 0,1 14 0,7 136 0,-7-58 0,-2-77 0,0 13 0,15 74 0,-17-109 0,0 0 0,0 0 0,0 0 0,1 0 0,-1 0 0,0 0 0,1 0 0,-1 0 0,1 0 0,-1 0 0,1 0 0,0 0 0,-1 0 0,1-1 0,0 1 0,-1 0 0,1 0 0,0-1 0,1 2 0,-1-2 0,-1 0 0,1 0 0,0 0 0,-1 0 0,1 0 0,0 0 0,-1 0 0,1 0 0,0-1 0,-1 1 0,1 0 0,0 0 0,-1-1 0,1 1 0,-1 0 0,1 0 0,0-1 0,-1 1 0,1-1 0,-1 1 0,1-1 0,0 0 0,5-5 0,-1-1 0,1 0 0,7-15 0,-2 5 0,-5 10 0,-1 1 0,1-1 0,1 1 0,-1 0 0,1 0 0,0 1 0,0 0 0,1 0 0,13-6 0,-18 10 0,1 0 0,-1 0 0,0 0 0,1 0 0,-1 1 0,1-1 0,-1 1 0,1 0 0,-1 0 0,1 0 0,-1 1 0,1-1 0,-1 1 0,1 0 0,-1 0 0,1 0 0,-1 0 0,0 1 0,0-1 0,0 1 0,0 0 0,0 0 0,0 0 0,0 0 0,-1 0 0,1 1 0,2 2 0,26 36-1365,-18-22-5461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16.4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276 106 24575,'-18'-2'0,"0"0"0,1-1 0,-1-1 0,1-1 0,-25-10 0,-5 0 0,13 7 0,25 6 0,0 1 0,1-2 0,-1 1 0,1-1 0,-11-5 0,19 8 0,0 0 0,0 0 0,0 0 0,0 0 0,-1 0 0,1 0 0,0 0 0,0 0 0,0 0 0,0 0 0,0-1 0,0 1 0,0 0 0,0 0 0,0 0 0,0 0 0,-1 0 0,1 0 0,0 0 0,0 0 0,0 0 0,0 0 0,0-1 0,0 1 0,0 0 0,0 0 0,0 0 0,0 0 0,0 0 0,0 0 0,0 0 0,0 0 0,0-1 0,0 1 0,0 0 0,0 0 0,0 0 0,0 0 0,0 0 0,0 0 0,0 0 0,0-1 0,0 1 0,0 0 0,0 0 0,0 0 0,1 0 0,-1 0 0,0 0 0,0 0 0,0 0 0,0 0 0,0 0 0,0 0 0,0-1 0,0 1 0,10-3 0,13-1 0,566-16-1365,-538 20-5461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16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89 24575,'0'3'0,"3"1"0,7-1 0,11-3 0,13-5 0,13-4 0,13-4 0,11-2 0,9 1 0,5 0 0,0 2 0,0 4 0,-5 2 0,-16 4-8191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41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24575,'9'274'0,"0"-10"0,-9-127-1365,0-106-5461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1:42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27 24575,'-2'-3'0,"-1"1"0,1-1 0,-1 1 0,0 0 0,0 0 0,0 0 0,0 1 0,0-1 0,0 0 0,-1 1 0,1 0 0,-1 0 0,1 0 0,0 0 0,-1 1 0,-5-1 0,4 2 0,0-1 0,0 1 0,0 0 0,0 0 0,0 0 0,1 1 0,-1 0 0,0 0 0,1 0 0,-7 5 0,-4 3 0,1 1 0,1 1 0,0 0 0,1 1 0,-16 22 0,13-16 0,0 0 0,2 2 0,0-1 0,1 2 0,1-1 0,-10 32 0,20-52 0,1 0 0,-1 0 0,1 0 0,0-1 0,-1 1 0,1 0 0,0 0 0,0 0 0,0 0 0,0 0 0,0 0 0,0 0 0,0 0 0,0 0 0,0 0 0,0 0 0,0-1 0,1 2 0,9-11 0,15-28 0,-24 35 0,31-53 0,29-45 0,-53 90 0,-1 1 0,1-1 0,1 1 0,-1 1 0,2 0 0,-1 0 0,13-8 0,-19 14 0,0 1 0,0-1 0,0 0 0,0 1 0,1 0 0,-1 0 0,0 0 0,0 0 0,1 0 0,-1 0 0,1 1 0,-1 0 0,1 0 0,-1 0 0,0 0 0,1 0 0,-1 1 0,1 0 0,-1-1 0,0 1 0,1 0 0,-1 1 0,5 1 0,-3 1 0,0 0 0,0 0 0,0 0 0,0 1 0,0 0 0,-1-1 0,0 2 0,0-1 0,-1 0 0,1 1 0,3 9 0,9 22-341,-1 1 0,-3 1-1,12 55 1,-13-40-6485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 24575,'-1'0'0,"1"0"0,0 0 0,0 0 0,-1 1 0,1-1 0,0 0 0,0 0 0,-1 0 0,1 0 0,0 0 0,-1 0 0,1 0 0,0 0 0,0 0 0,-1 0 0,1 0 0,0 0 0,0 0 0,-1 0 0,1 0 0,0 0 0,-1 0 0,1 0 0,0-1 0,0 1 0,-1 0 0,1 0 0,0 0 0,0 0 0,-1-1 0,1 1 0,0 0 0,0 0 0,0 0 0,0-1 0,-1 1 0,1 0 0,0 0 0,0-1 0,0 1 0,0 0 0,0 0 0,0-1 0,-1 1 0,1 0 0,0 0 0,0-1 0,0 1 0,0 0 0,0-1 0,0 1 0,0 0 0,0 0 0,0-1 0,1 1 0,-1 0 0,0-1 0,0 1 0,0 0 0,0 0 0,0-1 0,0 1 0,1 0 0,0-2 0,0 1 0,0 0 0,0 0 0,0 0 0,0 0 0,0 1 0,0-1 0,0 0 0,1 0 0,-1 1 0,0-1 0,3 0 0,23-3 0,0 0 0,0 2 0,54 4 0,-30-1 0,463 0-1365,-471-1-5461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24575,'5'0'0,"6"0"0,6 0 0,9 0 0,5 0 0,6 0 0,7 0 0,4-5 0,9-1 0,3 0 0,6 1 0,1 2 0,-2 1 0,-7 1 0,-13 0-8191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05:49:54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24575,'3'-3'0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8T04:27:54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34" Type="http://schemas.openxmlformats.org/officeDocument/2006/relationships/customXml" Target="../ink/ink17.xml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Relationship Id="rId30" Type="http://schemas.openxmlformats.org/officeDocument/2006/relationships/customXml" Target="../ink/ink15.xml"/><Relationship Id="rId35" Type="http://schemas.openxmlformats.org/officeDocument/2006/relationships/image" Target="../media/image20.png"/><Relationship Id="rId8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6.xml"/><Relationship Id="rId42" Type="http://schemas.openxmlformats.org/officeDocument/2006/relationships/image" Target="../media/image24.png"/><Relationship Id="rId63" Type="http://schemas.openxmlformats.org/officeDocument/2006/relationships/customXml" Target="../ink/ink39.xml"/><Relationship Id="rId84" Type="http://schemas.openxmlformats.org/officeDocument/2006/relationships/image" Target="../media/image45.png"/><Relationship Id="rId138" Type="http://schemas.openxmlformats.org/officeDocument/2006/relationships/image" Target="../media/image72.png"/><Relationship Id="rId159" Type="http://schemas.openxmlformats.org/officeDocument/2006/relationships/customXml" Target="../ink/ink87.xml"/><Relationship Id="rId170" Type="http://schemas.openxmlformats.org/officeDocument/2006/relationships/image" Target="../media/image88.png"/><Relationship Id="rId191" Type="http://schemas.openxmlformats.org/officeDocument/2006/relationships/customXml" Target="../ink/ink103.xml"/><Relationship Id="rId205" Type="http://schemas.openxmlformats.org/officeDocument/2006/relationships/customXml" Target="../ink/ink110.xml"/><Relationship Id="rId226" Type="http://schemas.openxmlformats.org/officeDocument/2006/relationships/image" Target="../media/image116.png"/><Relationship Id="rId247" Type="http://schemas.openxmlformats.org/officeDocument/2006/relationships/image" Target="../media/image126.png"/><Relationship Id="rId107" Type="http://schemas.openxmlformats.org/officeDocument/2006/relationships/customXml" Target="../ink/ink61.xml"/><Relationship Id="rId32" Type="http://schemas.openxmlformats.org/officeDocument/2006/relationships/image" Target="../media/image190.png"/><Relationship Id="rId53" Type="http://schemas.openxmlformats.org/officeDocument/2006/relationships/customXml" Target="../ink/ink34.xml"/><Relationship Id="rId74" Type="http://schemas.openxmlformats.org/officeDocument/2006/relationships/image" Target="../media/image40.png"/><Relationship Id="rId128" Type="http://schemas.openxmlformats.org/officeDocument/2006/relationships/image" Target="../media/image67.png"/><Relationship Id="rId149" Type="http://schemas.openxmlformats.org/officeDocument/2006/relationships/customXml" Target="../ink/ink82.xml"/><Relationship Id="rId95" Type="http://schemas.openxmlformats.org/officeDocument/2006/relationships/customXml" Target="../ink/ink55.xml"/><Relationship Id="rId160" Type="http://schemas.openxmlformats.org/officeDocument/2006/relationships/image" Target="../media/image83.png"/><Relationship Id="rId181" Type="http://schemas.openxmlformats.org/officeDocument/2006/relationships/customXml" Target="../ink/ink98.xml"/><Relationship Id="rId216" Type="http://schemas.openxmlformats.org/officeDocument/2006/relationships/image" Target="../media/image111.png"/><Relationship Id="rId237" Type="http://schemas.openxmlformats.org/officeDocument/2006/relationships/customXml" Target="../ink/ink126.xml"/><Relationship Id="rId258" Type="http://schemas.openxmlformats.org/officeDocument/2006/relationships/customXml" Target="../ink/ink137.xml"/><Relationship Id="rId22" Type="http://schemas.openxmlformats.org/officeDocument/2006/relationships/image" Target="../media/image142.png"/><Relationship Id="rId43" Type="http://schemas.openxmlformats.org/officeDocument/2006/relationships/customXml" Target="../ink/ink29.xml"/><Relationship Id="rId64" Type="http://schemas.openxmlformats.org/officeDocument/2006/relationships/image" Target="../media/image35.png"/><Relationship Id="rId118" Type="http://schemas.openxmlformats.org/officeDocument/2006/relationships/image" Target="../media/image62.png"/><Relationship Id="rId139" Type="http://schemas.openxmlformats.org/officeDocument/2006/relationships/customXml" Target="../ink/ink77.xml"/><Relationship Id="rId85" Type="http://schemas.openxmlformats.org/officeDocument/2006/relationships/customXml" Target="../ink/ink50.xml"/><Relationship Id="rId150" Type="http://schemas.openxmlformats.org/officeDocument/2006/relationships/image" Target="../media/image78.png"/><Relationship Id="rId171" Type="http://schemas.openxmlformats.org/officeDocument/2006/relationships/customXml" Target="../ink/ink93.xml"/><Relationship Id="rId192" Type="http://schemas.openxmlformats.org/officeDocument/2006/relationships/image" Target="../media/image99.png"/><Relationship Id="rId206" Type="http://schemas.openxmlformats.org/officeDocument/2006/relationships/image" Target="../media/image106.png"/><Relationship Id="rId227" Type="http://schemas.openxmlformats.org/officeDocument/2006/relationships/customXml" Target="../ink/ink121.xml"/><Relationship Id="rId248" Type="http://schemas.openxmlformats.org/officeDocument/2006/relationships/customXml" Target="../ink/ink132.xml"/><Relationship Id="rId33" Type="http://schemas.openxmlformats.org/officeDocument/2006/relationships/customXml" Target="../ink/ink24.xml"/><Relationship Id="rId108" Type="http://schemas.openxmlformats.org/officeDocument/2006/relationships/image" Target="../media/image57.png"/><Relationship Id="rId129" Type="http://schemas.openxmlformats.org/officeDocument/2006/relationships/customXml" Target="../ink/ink72.xml"/><Relationship Id="rId54" Type="http://schemas.openxmlformats.org/officeDocument/2006/relationships/image" Target="../media/image30.png"/><Relationship Id="rId75" Type="http://schemas.openxmlformats.org/officeDocument/2006/relationships/customXml" Target="../ink/ink45.xml"/><Relationship Id="rId96" Type="http://schemas.openxmlformats.org/officeDocument/2006/relationships/image" Target="../media/image51.png"/><Relationship Id="rId140" Type="http://schemas.openxmlformats.org/officeDocument/2006/relationships/image" Target="../media/image73.png"/><Relationship Id="rId161" Type="http://schemas.openxmlformats.org/officeDocument/2006/relationships/customXml" Target="../ink/ink88.xml"/><Relationship Id="rId182" Type="http://schemas.openxmlformats.org/officeDocument/2006/relationships/image" Target="../media/image94.png"/><Relationship Id="rId217" Type="http://schemas.openxmlformats.org/officeDocument/2006/relationships/customXml" Target="../ink/ink116.xml"/><Relationship Id="rId238" Type="http://schemas.openxmlformats.org/officeDocument/2006/relationships/image" Target="../media/image122.png"/><Relationship Id="rId259" Type="http://schemas.openxmlformats.org/officeDocument/2006/relationships/image" Target="../media/image132.png"/><Relationship Id="rId23" Type="http://schemas.openxmlformats.org/officeDocument/2006/relationships/customXml" Target="../ink/ink19.xml"/><Relationship Id="rId119" Type="http://schemas.openxmlformats.org/officeDocument/2006/relationships/customXml" Target="../ink/ink67.xml"/><Relationship Id="rId44" Type="http://schemas.openxmlformats.org/officeDocument/2006/relationships/image" Target="../media/image25.png"/><Relationship Id="rId65" Type="http://schemas.openxmlformats.org/officeDocument/2006/relationships/customXml" Target="../ink/ink40.xml"/><Relationship Id="rId86" Type="http://schemas.openxmlformats.org/officeDocument/2006/relationships/image" Target="../media/image46.png"/><Relationship Id="rId130" Type="http://schemas.openxmlformats.org/officeDocument/2006/relationships/image" Target="../media/image68.png"/><Relationship Id="rId151" Type="http://schemas.openxmlformats.org/officeDocument/2006/relationships/customXml" Target="../ink/ink83.xml"/><Relationship Id="rId172" Type="http://schemas.openxmlformats.org/officeDocument/2006/relationships/image" Target="../media/image89.png"/><Relationship Id="rId193" Type="http://schemas.openxmlformats.org/officeDocument/2006/relationships/customXml" Target="../ink/ink104.xml"/><Relationship Id="rId207" Type="http://schemas.openxmlformats.org/officeDocument/2006/relationships/customXml" Target="../ink/ink111.xml"/><Relationship Id="rId228" Type="http://schemas.openxmlformats.org/officeDocument/2006/relationships/image" Target="../media/image117.png"/><Relationship Id="rId249" Type="http://schemas.openxmlformats.org/officeDocument/2006/relationships/image" Target="../media/image127.png"/><Relationship Id="rId109" Type="http://schemas.openxmlformats.org/officeDocument/2006/relationships/customXml" Target="../ink/ink62.xml"/><Relationship Id="rId260" Type="http://schemas.openxmlformats.org/officeDocument/2006/relationships/customXml" Target="../ink/ink138.xml"/><Relationship Id="rId34" Type="http://schemas.openxmlformats.org/officeDocument/2006/relationships/image" Target="../media/image200.png"/><Relationship Id="rId55" Type="http://schemas.openxmlformats.org/officeDocument/2006/relationships/customXml" Target="../ink/ink35.xml"/><Relationship Id="rId76" Type="http://schemas.openxmlformats.org/officeDocument/2006/relationships/image" Target="../media/image41.png"/><Relationship Id="rId97" Type="http://schemas.openxmlformats.org/officeDocument/2006/relationships/customXml" Target="../ink/ink56.xml"/><Relationship Id="rId120" Type="http://schemas.openxmlformats.org/officeDocument/2006/relationships/image" Target="../media/image63.png"/><Relationship Id="rId141" Type="http://schemas.openxmlformats.org/officeDocument/2006/relationships/customXml" Target="../ink/ink78.xml"/><Relationship Id="rId162" Type="http://schemas.openxmlformats.org/officeDocument/2006/relationships/image" Target="../media/image84.png"/><Relationship Id="rId183" Type="http://schemas.openxmlformats.org/officeDocument/2006/relationships/customXml" Target="../ink/ink99.xml"/><Relationship Id="rId218" Type="http://schemas.openxmlformats.org/officeDocument/2006/relationships/image" Target="../media/image112.png"/><Relationship Id="rId239" Type="http://schemas.openxmlformats.org/officeDocument/2006/relationships/customXml" Target="../ink/ink127.xml"/><Relationship Id="rId250" Type="http://schemas.openxmlformats.org/officeDocument/2006/relationships/customXml" Target="../ink/ink133.xml"/><Relationship Id="rId24" Type="http://schemas.openxmlformats.org/officeDocument/2006/relationships/image" Target="../media/image150.png"/><Relationship Id="rId45" Type="http://schemas.openxmlformats.org/officeDocument/2006/relationships/customXml" Target="../ink/ink30.xml"/><Relationship Id="rId66" Type="http://schemas.openxmlformats.org/officeDocument/2006/relationships/image" Target="../media/image36.png"/><Relationship Id="rId87" Type="http://schemas.openxmlformats.org/officeDocument/2006/relationships/customXml" Target="../ink/ink51.xml"/><Relationship Id="rId110" Type="http://schemas.openxmlformats.org/officeDocument/2006/relationships/image" Target="../media/image58.png"/><Relationship Id="rId131" Type="http://schemas.openxmlformats.org/officeDocument/2006/relationships/customXml" Target="../ink/ink73.xml"/><Relationship Id="rId152" Type="http://schemas.openxmlformats.org/officeDocument/2006/relationships/image" Target="../media/image79.png"/><Relationship Id="rId173" Type="http://schemas.openxmlformats.org/officeDocument/2006/relationships/customXml" Target="../ink/ink94.xml"/><Relationship Id="rId194" Type="http://schemas.openxmlformats.org/officeDocument/2006/relationships/image" Target="../media/image100.png"/><Relationship Id="rId208" Type="http://schemas.openxmlformats.org/officeDocument/2006/relationships/image" Target="../media/image107.png"/><Relationship Id="rId229" Type="http://schemas.openxmlformats.org/officeDocument/2006/relationships/customXml" Target="../ink/ink122.xml"/><Relationship Id="rId240" Type="http://schemas.openxmlformats.org/officeDocument/2006/relationships/image" Target="../media/image123.png"/><Relationship Id="rId261" Type="http://schemas.openxmlformats.org/officeDocument/2006/relationships/image" Target="../media/image133.png"/><Relationship Id="rId35" Type="http://schemas.openxmlformats.org/officeDocument/2006/relationships/customXml" Target="../ink/ink25.xml"/><Relationship Id="rId56" Type="http://schemas.openxmlformats.org/officeDocument/2006/relationships/image" Target="../media/image31.png"/><Relationship Id="rId77" Type="http://schemas.openxmlformats.org/officeDocument/2006/relationships/customXml" Target="../ink/ink46.xml"/><Relationship Id="rId100" Type="http://schemas.openxmlformats.org/officeDocument/2006/relationships/image" Target="../media/image53.png"/><Relationship Id="rId98" Type="http://schemas.openxmlformats.org/officeDocument/2006/relationships/image" Target="../media/image52.png"/><Relationship Id="rId121" Type="http://schemas.openxmlformats.org/officeDocument/2006/relationships/customXml" Target="../ink/ink68.xml"/><Relationship Id="rId142" Type="http://schemas.openxmlformats.org/officeDocument/2006/relationships/image" Target="../media/image74.png"/><Relationship Id="rId163" Type="http://schemas.openxmlformats.org/officeDocument/2006/relationships/customXml" Target="../ink/ink89.xml"/><Relationship Id="rId184" Type="http://schemas.openxmlformats.org/officeDocument/2006/relationships/image" Target="../media/image95.png"/><Relationship Id="rId219" Type="http://schemas.openxmlformats.org/officeDocument/2006/relationships/customXml" Target="../ink/ink117.xml"/><Relationship Id="rId230" Type="http://schemas.openxmlformats.org/officeDocument/2006/relationships/image" Target="../media/image118.png"/><Relationship Id="rId251" Type="http://schemas.openxmlformats.org/officeDocument/2006/relationships/image" Target="../media/image128.png"/><Relationship Id="rId25" Type="http://schemas.openxmlformats.org/officeDocument/2006/relationships/customXml" Target="../ink/ink20.xml"/><Relationship Id="rId46" Type="http://schemas.openxmlformats.org/officeDocument/2006/relationships/image" Target="../media/image26.png"/><Relationship Id="rId67" Type="http://schemas.openxmlformats.org/officeDocument/2006/relationships/customXml" Target="../ink/ink41.xml"/><Relationship Id="rId88" Type="http://schemas.openxmlformats.org/officeDocument/2006/relationships/image" Target="../media/image47.png"/><Relationship Id="rId111" Type="http://schemas.openxmlformats.org/officeDocument/2006/relationships/customXml" Target="../ink/ink63.xml"/><Relationship Id="rId132" Type="http://schemas.openxmlformats.org/officeDocument/2006/relationships/image" Target="../media/image69.png"/><Relationship Id="rId153" Type="http://schemas.openxmlformats.org/officeDocument/2006/relationships/customXml" Target="../ink/ink84.xml"/><Relationship Id="rId174" Type="http://schemas.openxmlformats.org/officeDocument/2006/relationships/image" Target="../media/image90.png"/><Relationship Id="rId195" Type="http://schemas.openxmlformats.org/officeDocument/2006/relationships/customXml" Target="../ink/ink105.xml"/><Relationship Id="rId209" Type="http://schemas.openxmlformats.org/officeDocument/2006/relationships/customXml" Target="../ink/ink112.xml"/><Relationship Id="rId220" Type="http://schemas.openxmlformats.org/officeDocument/2006/relationships/image" Target="../media/image113.png"/><Relationship Id="rId241" Type="http://schemas.openxmlformats.org/officeDocument/2006/relationships/customXml" Target="../ink/ink128.xml"/><Relationship Id="rId36" Type="http://schemas.openxmlformats.org/officeDocument/2006/relationships/image" Target="../media/image210.png"/><Relationship Id="rId57" Type="http://schemas.openxmlformats.org/officeDocument/2006/relationships/customXml" Target="../ink/ink36.xml"/><Relationship Id="rId106" Type="http://schemas.openxmlformats.org/officeDocument/2006/relationships/image" Target="../media/image56.png"/><Relationship Id="rId127" Type="http://schemas.openxmlformats.org/officeDocument/2006/relationships/customXml" Target="../ink/ink71.xml"/><Relationship Id="rId31" Type="http://schemas.openxmlformats.org/officeDocument/2006/relationships/customXml" Target="../ink/ink23.xml"/><Relationship Id="rId52" Type="http://schemas.openxmlformats.org/officeDocument/2006/relationships/image" Target="../media/image29.png"/><Relationship Id="rId73" Type="http://schemas.openxmlformats.org/officeDocument/2006/relationships/customXml" Target="../ink/ink44.xml"/><Relationship Id="rId78" Type="http://schemas.openxmlformats.org/officeDocument/2006/relationships/image" Target="../media/image42.png"/><Relationship Id="rId94" Type="http://schemas.openxmlformats.org/officeDocument/2006/relationships/image" Target="../media/image50.png"/><Relationship Id="rId99" Type="http://schemas.openxmlformats.org/officeDocument/2006/relationships/customXml" Target="../ink/ink57.xml"/><Relationship Id="rId101" Type="http://schemas.openxmlformats.org/officeDocument/2006/relationships/customXml" Target="../ink/ink58.xml"/><Relationship Id="rId122" Type="http://schemas.openxmlformats.org/officeDocument/2006/relationships/image" Target="../media/image64.png"/><Relationship Id="rId143" Type="http://schemas.openxmlformats.org/officeDocument/2006/relationships/customXml" Target="../ink/ink79.xml"/><Relationship Id="rId148" Type="http://schemas.openxmlformats.org/officeDocument/2006/relationships/image" Target="../media/image77.png"/><Relationship Id="rId164" Type="http://schemas.openxmlformats.org/officeDocument/2006/relationships/image" Target="../media/image85.png"/><Relationship Id="rId169" Type="http://schemas.openxmlformats.org/officeDocument/2006/relationships/customXml" Target="../ink/ink92.xml"/><Relationship Id="rId185" Type="http://schemas.openxmlformats.org/officeDocument/2006/relationships/customXml" Target="../ink/ink100.xml"/><Relationship Id="rId180" Type="http://schemas.openxmlformats.org/officeDocument/2006/relationships/image" Target="../media/image93.png"/><Relationship Id="rId210" Type="http://schemas.openxmlformats.org/officeDocument/2006/relationships/image" Target="../media/image108.png"/><Relationship Id="rId215" Type="http://schemas.openxmlformats.org/officeDocument/2006/relationships/customXml" Target="../ink/ink115.xml"/><Relationship Id="rId236" Type="http://schemas.openxmlformats.org/officeDocument/2006/relationships/image" Target="../media/image121.png"/><Relationship Id="rId257" Type="http://schemas.openxmlformats.org/officeDocument/2006/relationships/image" Target="../media/image131.png"/><Relationship Id="rId26" Type="http://schemas.openxmlformats.org/officeDocument/2006/relationships/image" Target="../media/image160.png"/><Relationship Id="rId231" Type="http://schemas.openxmlformats.org/officeDocument/2006/relationships/customXml" Target="../ink/ink123.xml"/><Relationship Id="rId252" Type="http://schemas.openxmlformats.org/officeDocument/2006/relationships/customXml" Target="../ink/ink134.xml"/><Relationship Id="rId47" Type="http://schemas.openxmlformats.org/officeDocument/2006/relationships/customXml" Target="../ink/ink31.xml"/><Relationship Id="rId68" Type="http://schemas.openxmlformats.org/officeDocument/2006/relationships/image" Target="../media/image37.png"/><Relationship Id="rId89" Type="http://schemas.openxmlformats.org/officeDocument/2006/relationships/customXml" Target="../ink/ink52.xml"/><Relationship Id="rId112" Type="http://schemas.openxmlformats.org/officeDocument/2006/relationships/image" Target="../media/image59.png"/><Relationship Id="rId133" Type="http://schemas.openxmlformats.org/officeDocument/2006/relationships/customXml" Target="../ink/ink74.xml"/><Relationship Id="rId154" Type="http://schemas.openxmlformats.org/officeDocument/2006/relationships/image" Target="../media/image80.png"/><Relationship Id="rId175" Type="http://schemas.openxmlformats.org/officeDocument/2006/relationships/customXml" Target="../ink/ink95.xml"/><Relationship Id="rId196" Type="http://schemas.openxmlformats.org/officeDocument/2006/relationships/image" Target="../media/image101.png"/><Relationship Id="rId200" Type="http://schemas.openxmlformats.org/officeDocument/2006/relationships/image" Target="../media/image103.png"/><Relationship Id="rId221" Type="http://schemas.openxmlformats.org/officeDocument/2006/relationships/customXml" Target="../ink/ink118.xml"/><Relationship Id="rId242" Type="http://schemas.openxmlformats.org/officeDocument/2006/relationships/customXml" Target="../ink/ink129.xml"/><Relationship Id="rId37" Type="http://schemas.openxmlformats.org/officeDocument/2006/relationships/customXml" Target="../ink/ink26.xml"/><Relationship Id="rId58" Type="http://schemas.openxmlformats.org/officeDocument/2006/relationships/image" Target="../media/image32.png"/><Relationship Id="rId79" Type="http://schemas.openxmlformats.org/officeDocument/2006/relationships/customXml" Target="../ink/ink47.xml"/><Relationship Id="rId102" Type="http://schemas.openxmlformats.org/officeDocument/2006/relationships/image" Target="../media/image54.png"/><Relationship Id="rId123" Type="http://schemas.openxmlformats.org/officeDocument/2006/relationships/customXml" Target="../ink/ink69.xml"/><Relationship Id="rId144" Type="http://schemas.openxmlformats.org/officeDocument/2006/relationships/image" Target="../media/image75.png"/><Relationship Id="rId90" Type="http://schemas.openxmlformats.org/officeDocument/2006/relationships/image" Target="../media/image48.png"/><Relationship Id="rId165" Type="http://schemas.openxmlformats.org/officeDocument/2006/relationships/customXml" Target="../ink/ink90.xml"/><Relationship Id="rId186" Type="http://schemas.openxmlformats.org/officeDocument/2006/relationships/image" Target="../media/image96.png"/><Relationship Id="rId211" Type="http://schemas.openxmlformats.org/officeDocument/2006/relationships/customXml" Target="../ink/ink113.xml"/><Relationship Id="rId232" Type="http://schemas.openxmlformats.org/officeDocument/2006/relationships/image" Target="../media/image119.png"/><Relationship Id="rId253" Type="http://schemas.openxmlformats.org/officeDocument/2006/relationships/image" Target="../media/image129.png"/><Relationship Id="rId27" Type="http://schemas.openxmlformats.org/officeDocument/2006/relationships/customXml" Target="../ink/ink21.xml"/><Relationship Id="rId48" Type="http://schemas.openxmlformats.org/officeDocument/2006/relationships/image" Target="../media/image27.png"/><Relationship Id="rId69" Type="http://schemas.openxmlformats.org/officeDocument/2006/relationships/customXml" Target="../ink/ink42.xml"/><Relationship Id="rId113" Type="http://schemas.openxmlformats.org/officeDocument/2006/relationships/customXml" Target="../ink/ink64.xml"/><Relationship Id="rId134" Type="http://schemas.openxmlformats.org/officeDocument/2006/relationships/image" Target="../media/image70.png"/><Relationship Id="rId80" Type="http://schemas.openxmlformats.org/officeDocument/2006/relationships/image" Target="../media/image43.png"/><Relationship Id="rId155" Type="http://schemas.openxmlformats.org/officeDocument/2006/relationships/customXml" Target="../ink/ink85.xml"/><Relationship Id="rId176" Type="http://schemas.openxmlformats.org/officeDocument/2006/relationships/image" Target="../media/image91.png"/><Relationship Id="rId197" Type="http://schemas.openxmlformats.org/officeDocument/2006/relationships/customXml" Target="../ink/ink106.xml"/><Relationship Id="rId201" Type="http://schemas.openxmlformats.org/officeDocument/2006/relationships/customXml" Target="../ink/ink108.xml"/><Relationship Id="rId222" Type="http://schemas.openxmlformats.org/officeDocument/2006/relationships/image" Target="../media/image114.png"/><Relationship Id="rId243" Type="http://schemas.openxmlformats.org/officeDocument/2006/relationships/image" Target="../media/image124.png"/><Relationship Id="rId38" Type="http://schemas.openxmlformats.org/officeDocument/2006/relationships/image" Target="../media/image22.png"/><Relationship Id="rId59" Type="http://schemas.openxmlformats.org/officeDocument/2006/relationships/customXml" Target="../ink/ink37.xml"/><Relationship Id="rId103" Type="http://schemas.openxmlformats.org/officeDocument/2006/relationships/customXml" Target="../ink/ink59.xml"/><Relationship Id="rId124" Type="http://schemas.openxmlformats.org/officeDocument/2006/relationships/image" Target="../media/image65.png"/><Relationship Id="rId70" Type="http://schemas.openxmlformats.org/officeDocument/2006/relationships/image" Target="../media/image38.png"/><Relationship Id="rId91" Type="http://schemas.openxmlformats.org/officeDocument/2006/relationships/customXml" Target="../ink/ink53.xml"/><Relationship Id="rId145" Type="http://schemas.openxmlformats.org/officeDocument/2006/relationships/customXml" Target="../ink/ink80.xml"/><Relationship Id="rId166" Type="http://schemas.openxmlformats.org/officeDocument/2006/relationships/image" Target="../media/image86.png"/><Relationship Id="rId187" Type="http://schemas.openxmlformats.org/officeDocument/2006/relationships/customXml" Target="../ink/ink101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9.png"/><Relationship Id="rId233" Type="http://schemas.openxmlformats.org/officeDocument/2006/relationships/customXml" Target="../ink/ink124.xml"/><Relationship Id="rId254" Type="http://schemas.openxmlformats.org/officeDocument/2006/relationships/customXml" Target="../ink/ink135.xml"/><Relationship Id="rId28" Type="http://schemas.openxmlformats.org/officeDocument/2006/relationships/image" Target="../media/image170.png"/><Relationship Id="rId49" Type="http://schemas.openxmlformats.org/officeDocument/2006/relationships/customXml" Target="../ink/ink32.xml"/><Relationship Id="rId114" Type="http://schemas.openxmlformats.org/officeDocument/2006/relationships/image" Target="../media/image60.png"/><Relationship Id="rId60" Type="http://schemas.openxmlformats.org/officeDocument/2006/relationships/image" Target="../media/image33.png"/><Relationship Id="rId81" Type="http://schemas.openxmlformats.org/officeDocument/2006/relationships/customXml" Target="../ink/ink48.xml"/><Relationship Id="rId135" Type="http://schemas.openxmlformats.org/officeDocument/2006/relationships/customXml" Target="../ink/ink75.xml"/><Relationship Id="rId156" Type="http://schemas.openxmlformats.org/officeDocument/2006/relationships/image" Target="../media/image81.png"/><Relationship Id="rId177" Type="http://schemas.openxmlformats.org/officeDocument/2006/relationships/customXml" Target="../ink/ink96.xml"/><Relationship Id="rId198" Type="http://schemas.openxmlformats.org/officeDocument/2006/relationships/image" Target="../media/image102.png"/><Relationship Id="rId202" Type="http://schemas.openxmlformats.org/officeDocument/2006/relationships/image" Target="../media/image104.png"/><Relationship Id="rId223" Type="http://schemas.openxmlformats.org/officeDocument/2006/relationships/customXml" Target="../ink/ink119.xml"/><Relationship Id="rId244" Type="http://schemas.openxmlformats.org/officeDocument/2006/relationships/customXml" Target="../ink/ink130.xml"/><Relationship Id="rId39" Type="http://schemas.openxmlformats.org/officeDocument/2006/relationships/customXml" Target="../ink/ink27.xml"/><Relationship Id="rId50" Type="http://schemas.openxmlformats.org/officeDocument/2006/relationships/image" Target="../media/image28.png"/><Relationship Id="rId104" Type="http://schemas.openxmlformats.org/officeDocument/2006/relationships/image" Target="../media/image55.png"/><Relationship Id="rId125" Type="http://schemas.openxmlformats.org/officeDocument/2006/relationships/customXml" Target="../ink/ink70.xml"/><Relationship Id="rId146" Type="http://schemas.openxmlformats.org/officeDocument/2006/relationships/image" Target="../media/image76.png"/><Relationship Id="rId167" Type="http://schemas.openxmlformats.org/officeDocument/2006/relationships/customXml" Target="../ink/ink91.xml"/><Relationship Id="rId188" Type="http://schemas.openxmlformats.org/officeDocument/2006/relationships/image" Target="../media/image97.png"/><Relationship Id="rId71" Type="http://schemas.openxmlformats.org/officeDocument/2006/relationships/customXml" Target="../ink/ink43.xml"/><Relationship Id="rId92" Type="http://schemas.openxmlformats.org/officeDocument/2006/relationships/image" Target="../media/image49.png"/><Relationship Id="rId213" Type="http://schemas.openxmlformats.org/officeDocument/2006/relationships/customXml" Target="../ink/ink114.xml"/><Relationship Id="rId234" Type="http://schemas.openxmlformats.org/officeDocument/2006/relationships/image" Target="../media/image120.png"/><Relationship Id="rId2" Type="http://schemas.openxmlformats.org/officeDocument/2006/relationships/image" Target="../media/image21.png"/><Relationship Id="rId29" Type="http://schemas.openxmlformats.org/officeDocument/2006/relationships/customXml" Target="../ink/ink22.xml"/><Relationship Id="rId255" Type="http://schemas.openxmlformats.org/officeDocument/2006/relationships/image" Target="../media/image130.png"/><Relationship Id="rId40" Type="http://schemas.openxmlformats.org/officeDocument/2006/relationships/image" Target="../media/image23.png"/><Relationship Id="rId115" Type="http://schemas.openxmlformats.org/officeDocument/2006/relationships/customXml" Target="../ink/ink65.xml"/><Relationship Id="rId136" Type="http://schemas.openxmlformats.org/officeDocument/2006/relationships/image" Target="../media/image71.png"/><Relationship Id="rId157" Type="http://schemas.openxmlformats.org/officeDocument/2006/relationships/customXml" Target="../ink/ink86.xml"/><Relationship Id="rId178" Type="http://schemas.openxmlformats.org/officeDocument/2006/relationships/image" Target="../media/image92.png"/><Relationship Id="rId61" Type="http://schemas.openxmlformats.org/officeDocument/2006/relationships/customXml" Target="../ink/ink38.xml"/><Relationship Id="rId82" Type="http://schemas.openxmlformats.org/officeDocument/2006/relationships/image" Target="../media/image44.png"/><Relationship Id="rId199" Type="http://schemas.openxmlformats.org/officeDocument/2006/relationships/customXml" Target="../ink/ink107.xml"/><Relationship Id="rId203" Type="http://schemas.openxmlformats.org/officeDocument/2006/relationships/customXml" Target="../ink/ink109.xml"/><Relationship Id="rId224" Type="http://schemas.openxmlformats.org/officeDocument/2006/relationships/image" Target="../media/image115.png"/><Relationship Id="rId245" Type="http://schemas.openxmlformats.org/officeDocument/2006/relationships/image" Target="../media/image125.png"/><Relationship Id="rId30" Type="http://schemas.openxmlformats.org/officeDocument/2006/relationships/image" Target="../media/image180.png"/><Relationship Id="rId105" Type="http://schemas.openxmlformats.org/officeDocument/2006/relationships/customXml" Target="../ink/ink60.xml"/><Relationship Id="rId126" Type="http://schemas.openxmlformats.org/officeDocument/2006/relationships/image" Target="../media/image66.png"/><Relationship Id="rId147" Type="http://schemas.openxmlformats.org/officeDocument/2006/relationships/customXml" Target="../ink/ink81.xml"/><Relationship Id="rId168" Type="http://schemas.openxmlformats.org/officeDocument/2006/relationships/image" Target="../media/image87.png"/><Relationship Id="rId51" Type="http://schemas.openxmlformats.org/officeDocument/2006/relationships/customXml" Target="../ink/ink33.xml"/><Relationship Id="rId72" Type="http://schemas.openxmlformats.org/officeDocument/2006/relationships/image" Target="../media/image39.png"/><Relationship Id="rId93" Type="http://schemas.openxmlformats.org/officeDocument/2006/relationships/customXml" Target="../ink/ink54.xml"/><Relationship Id="rId189" Type="http://schemas.openxmlformats.org/officeDocument/2006/relationships/customXml" Target="../ink/ink102.xml"/><Relationship Id="rId3" Type="http://schemas.openxmlformats.org/officeDocument/2006/relationships/customXml" Target="../ink/ink18.xml"/><Relationship Id="rId214" Type="http://schemas.openxmlformats.org/officeDocument/2006/relationships/image" Target="../media/image110.png"/><Relationship Id="rId235" Type="http://schemas.openxmlformats.org/officeDocument/2006/relationships/customXml" Target="../ink/ink125.xml"/><Relationship Id="rId256" Type="http://schemas.openxmlformats.org/officeDocument/2006/relationships/customXml" Target="../ink/ink136.xml"/><Relationship Id="rId116" Type="http://schemas.openxmlformats.org/officeDocument/2006/relationships/image" Target="../media/image61.png"/><Relationship Id="rId137" Type="http://schemas.openxmlformats.org/officeDocument/2006/relationships/customXml" Target="../ink/ink76.xml"/><Relationship Id="rId158" Type="http://schemas.openxmlformats.org/officeDocument/2006/relationships/image" Target="../media/image82.png"/><Relationship Id="rId41" Type="http://schemas.openxmlformats.org/officeDocument/2006/relationships/customXml" Target="../ink/ink28.xml"/><Relationship Id="rId62" Type="http://schemas.openxmlformats.org/officeDocument/2006/relationships/image" Target="../media/image34.png"/><Relationship Id="rId83" Type="http://schemas.openxmlformats.org/officeDocument/2006/relationships/customXml" Target="../ink/ink49.xml"/><Relationship Id="rId179" Type="http://schemas.openxmlformats.org/officeDocument/2006/relationships/customXml" Target="../ink/ink97.xml"/><Relationship Id="rId190" Type="http://schemas.openxmlformats.org/officeDocument/2006/relationships/image" Target="../media/image98.png"/><Relationship Id="rId204" Type="http://schemas.openxmlformats.org/officeDocument/2006/relationships/image" Target="../media/image105.png"/><Relationship Id="rId225" Type="http://schemas.openxmlformats.org/officeDocument/2006/relationships/customXml" Target="../ink/ink120.xml"/><Relationship Id="rId246" Type="http://schemas.openxmlformats.org/officeDocument/2006/relationships/customXml" Target="../ink/ink1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4" Type="http://schemas.openxmlformats.org/officeDocument/2006/relationships/customXml" Target="../ink/ink141.xml"/><Relationship Id="rId33" Type="http://schemas.openxmlformats.org/officeDocument/2006/relationships/image" Target="../media/image1321.png"/><Relationship Id="rId2" Type="http://schemas.openxmlformats.org/officeDocument/2006/relationships/customXml" Target="../ink/ink139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140.xml"/><Relationship Id="rId31" Type="http://schemas.openxmlformats.org/officeDocument/2006/relationships/image" Target="../media/image1320.png"/><Relationship Id="rId35" Type="http://schemas.openxmlformats.org/officeDocument/2006/relationships/image" Target="../media/image24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0.png"/><Relationship Id="rId2" Type="http://schemas.openxmlformats.org/officeDocument/2006/relationships/customXml" Target="../ink/ink142.xml"/><Relationship Id="rId1" Type="http://schemas.openxmlformats.org/officeDocument/2006/relationships/slideLayout" Target="../slideLayouts/slideLayout2.xml"/><Relationship Id="rId119" Type="http://schemas.openxmlformats.org/officeDocument/2006/relationships/image" Target="../media/image142.jpeg"/><Relationship Id="rId118" Type="http://schemas.openxmlformats.org/officeDocument/2006/relationships/image" Target="../media/image14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eg"/><Relationship Id="rId2" Type="http://schemas.openxmlformats.org/officeDocument/2006/relationships/hyperlink" Target="https://github.com/soyuztechnologies/BTP_Architect_Training/blob/master/Day%203/04approuter.zi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5.png"/><Relationship Id="rId4" Type="http://schemas.openxmlformats.org/officeDocument/2006/relationships/hyperlink" Target="http://www.dribbble.com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jpeg"/><Relationship Id="rId3" Type="http://schemas.openxmlformats.org/officeDocument/2006/relationships/image" Target="../media/image146.jpeg"/><Relationship Id="rId7" Type="http://schemas.openxmlformats.org/officeDocument/2006/relationships/image" Target="../media/image15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9.tiff"/><Relationship Id="rId5" Type="http://schemas.openxmlformats.org/officeDocument/2006/relationships/image" Target="../media/image148.tiff"/><Relationship Id="rId4" Type="http://schemas.openxmlformats.org/officeDocument/2006/relationships/image" Target="../media/image147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11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453886" y="134076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453886" y="309649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453886" y="485221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4118572" y="1593781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Source Code Management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4118572" y="3349500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Working with HANA Cloud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4118572" y="5105223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HDI Containers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11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FA40-9D9F-8519-1FA5-2CB5458F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FC19F-EE9A-0B8C-5D84-338604A93D7E}"/>
              </a:ext>
            </a:extLst>
          </p:cNvPr>
          <p:cNvSpPr txBox="1"/>
          <p:nvPr/>
        </p:nvSpPr>
        <p:spPr>
          <a:xfrm>
            <a:off x="261764" y="908720"/>
            <a:ext cx="117373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 had created a CAP project, last evening it was stable, this morning when I come to office I made several changes and it destabilized code, I want to go back to last stable state?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Is there any versioning feature in source code for BAS or VS Code tool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We want to track our code change, so we can do a code compare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When someone leave the team, or on leave, we want to make sure that other team members have access to the latest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How we manage a project where the team is spread across multiple locations, how can we sync our code between developers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In my company one developer using BAS and another using VS code, how to move the code between machines and dev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My BAS is a private dev space, how do I share code with colleagues, shall I share a zip file?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Git and git hub</a:t>
            </a:r>
          </a:p>
          <a:p>
            <a:r>
              <a:rPr lang="en-IN" sz="2000" dirty="0">
                <a:solidFill>
                  <a:schemeClr val="bg1"/>
                </a:solidFill>
              </a:rPr>
              <a:t>Git – source code version management tool can manage all kinds of source code.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GitHUB</a:t>
            </a:r>
            <a:r>
              <a:rPr lang="en-IN" sz="2000" dirty="0">
                <a:solidFill>
                  <a:schemeClr val="bg1"/>
                </a:solidFill>
              </a:rPr>
              <a:t> – (google drive for developer) – Central source code repository which store code on internet to allow collab. Between teams and take a global backup.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C7D323-2B47-44E8-D1A7-69B426B5A5AB}"/>
                  </a:ext>
                </a:extLst>
              </p14:cNvPr>
              <p14:cNvContentPartPr/>
              <p14:nvPr/>
            </p14:nvContentPartPr>
            <p14:xfrm>
              <a:off x="131558" y="962783"/>
              <a:ext cx="506520" cy="28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C7D323-2B47-44E8-D1A7-69B426B5A5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558" y="953783"/>
                <a:ext cx="5241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066851-C4AB-66DB-E522-898C1E1D78B1}"/>
                  </a:ext>
                </a:extLst>
              </p14:cNvPr>
              <p14:cNvContentPartPr/>
              <p14:nvPr/>
            </p14:nvContentPartPr>
            <p14:xfrm>
              <a:off x="162518" y="1591703"/>
              <a:ext cx="452880" cy="229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066851-C4AB-66DB-E522-898C1E1D78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878" y="1582703"/>
                <a:ext cx="470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092F3E-97D9-91E7-9944-EB689646AAF5}"/>
                  </a:ext>
                </a:extLst>
              </p14:cNvPr>
              <p14:cNvContentPartPr/>
              <p14:nvPr/>
            </p14:nvContentPartPr>
            <p14:xfrm>
              <a:off x="125078" y="1894823"/>
              <a:ext cx="601200" cy="257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092F3E-97D9-91E7-9944-EB689646AA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078" y="1885823"/>
                <a:ext cx="61884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9714235-9D80-96CA-2862-8E1EC4154586}"/>
              </a:ext>
            </a:extLst>
          </p:cNvPr>
          <p:cNvGrpSpPr/>
          <p:nvPr/>
        </p:nvGrpSpPr>
        <p:grpSpPr>
          <a:xfrm>
            <a:off x="-2722" y="5292863"/>
            <a:ext cx="240480" cy="203040"/>
            <a:chOff x="-2722" y="5292863"/>
            <a:chExt cx="24048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82200BA-D916-0D57-FA3B-A5B053057516}"/>
                    </a:ext>
                  </a:extLst>
                </p14:cNvPr>
                <p14:cNvContentPartPr/>
                <p14:nvPr/>
              </p14:nvContentPartPr>
              <p14:xfrm>
                <a:off x="-2722" y="5356583"/>
                <a:ext cx="223920" cy="4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82200BA-D916-0D57-FA3B-A5B0530575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-11362" y="5347583"/>
                  <a:ext cx="241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5FA280-03FF-254A-ED15-41DA3F0E4D36}"/>
                    </a:ext>
                  </a:extLst>
                </p14:cNvPr>
                <p14:cNvContentPartPr/>
                <p14:nvPr/>
              </p14:nvContentPartPr>
              <p14:xfrm>
                <a:off x="112838" y="5292863"/>
                <a:ext cx="124920" cy="203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5FA280-03FF-254A-ED15-41DA3F0E4D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838" y="5283863"/>
                  <a:ext cx="14256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B2EA1C-2C3A-8D78-5BDB-57E3288627C8}"/>
                  </a:ext>
                </a:extLst>
              </p14:cNvPr>
              <p14:cNvContentPartPr/>
              <p14:nvPr/>
            </p14:nvContentPartPr>
            <p14:xfrm>
              <a:off x="1806278" y="5479703"/>
              <a:ext cx="680760" cy="19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B2EA1C-2C3A-8D78-5BDB-57E3288627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97638" y="5470703"/>
                <a:ext cx="698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9A2C55F-D380-CAAA-9479-D766338B3AB6}"/>
                  </a:ext>
                </a:extLst>
              </p14:cNvPr>
              <p14:cNvContentPartPr/>
              <p14:nvPr/>
            </p14:nvContentPartPr>
            <p14:xfrm>
              <a:off x="3106238" y="5492303"/>
              <a:ext cx="611640" cy="19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9A2C55F-D380-CAAA-9479-D766338B3AB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97598" y="5483663"/>
                <a:ext cx="6292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E479FB2-47BA-FFE2-A987-97BF2B36D3A4}"/>
                  </a:ext>
                </a:extLst>
              </p14:cNvPr>
              <p14:cNvContentPartPr/>
              <p14:nvPr/>
            </p14:nvContentPartPr>
            <p14:xfrm>
              <a:off x="5778158" y="5537303"/>
              <a:ext cx="587160" cy="24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E479FB2-47BA-FFE2-A987-97BF2B36D3A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69518" y="5528303"/>
                <a:ext cx="604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D58494F-E61E-34E1-9BB2-DCD84205134B}"/>
                  </a:ext>
                </a:extLst>
              </p14:cNvPr>
              <p14:cNvContentPartPr/>
              <p14:nvPr/>
            </p14:nvContentPartPr>
            <p14:xfrm>
              <a:off x="7008278" y="5548823"/>
              <a:ext cx="573840" cy="9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D58494F-E61E-34E1-9BB2-DCD84205134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99278" y="5540183"/>
                <a:ext cx="5914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C9543EB-3DDA-B5EB-AE07-220D20C7D580}"/>
              </a:ext>
            </a:extLst>
          </p:cNvPr>
          <p:cNvGrpSpPr/>
          <p:nvPr/>
        </p:nvGrpSpPr>
        <p:grpSpPr>
          <a:xfrm>
            <a:off x="8811878" y="5554943"/>
            <a:ext cx="1312200" cy="37800"/>
            <a:chOff x="8811878" y="5554943"/>
            <a:chExt cx="1312200" cy="3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569DEA-9A8A-6F2C-F1CF-EBD008D6663F}"/>
                    </a:ext>
                  </a:extLst>
                </p14:cNvPr>
                <p14:cNvContentPartPr/>
                <p14:nvPr/>
              </p14:nvContentPartPr>
              <p14:xfrm>
                <a:off x="8811878" y="5554943"/>
                <a:ext cx="390600" cy="1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569DEA-9A8A-6F2C-F1CF-EBD008D666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03238" y="5546303"/>
                  <a:ext cx="408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2709FB-00EA-F9D6-54A3-92211616FCB5}"/>
                    </a:ext>
                  </a:extLst>
                </p14:cNvPr>
                <p14:cNvContentPartPr/>
                <p14:nvPr/>
              </p14:nvContentPartPr>
              <p14:xfrm>
                <a:off x="9550958" y="5573663"/>
                <a:ext cx="573120" cy="19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2709FB-00EA-F9D6-54A3-92211616FC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41958" y="5565023"/>
                  <a:ext cx="59076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C5ADAC8-46E3-13B3-AD0A-542C27629CBF}"/>
                  </a:ext>
                </a:extLst>
              </p14:cNvPr>
              <p14:cNvContentPartPr/>
              <p14:nvPr/>
            </p14:nvContentPartPr>
            <p14:xfrm>
              <a:off x="10909958" y="5579423"/>
              <a:ext cx="658440" cy="26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C5ADAC8-46E3-13B3-AD0A-542C27629CB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901318" y="5570423"/>
                <a:ext cx="6760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D9113C6-6B71-2CBC-7B5B-6EB36F42DCB9}"/>
                  </a:ext>
                </a:extLst>
              </p14:cNvPr>
              <p14:cNvContentPartPr/>
              <p14:nvPr/>
            </p14:nvContentPartPr>
            <p14:xfrm>
              <a:off x="756518" y="5867423"/>
              <a:ext cx="423720" cy="14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D9113C6-6B71-2CBC-7B5B-6EB36F42DC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7878" y="5858423"/>
                <a:ext cx="4413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B14C6F9-31F3-379D-80E7-AF4D55331242}"/>
                  </a:ext>
                </a:extLst>
              </p14:cNvPr>
              <p14:cNvContentPartPr/>
              <p14:nvPr/>
            </p14:nvContentPartPr>
            <p14:xfrm>
              <a:off x="1688558" y="5868143"/>
              <a:ext cx="550800" cy="25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B14C6F9-31F3-379D-80E7-AF4D5533124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79558" y="5859503"/>
                <a:ext cx="5684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F884879-11F6-89B5-2BE4-28192B40FF99}"/>
                  </a:ext>
                </a:extLst>
              </p14:cNvPr>
              <p14:cNvContentPartPr/>
              <p14:nvPr/>
            </p14:nvContentPartPr>
            <p14:xfrm>
              <a:off x="2979158" y="5907023"/>
              <a:ext cx="503280" cy="18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F884879-11F6-89B5-2BE4-28192B40FF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70518" y="5898023"/>
                <a:ext cx="52092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52DA87E-DCCA-6FBD-1F06-966750CB626D}"/>
              </a:ext>
            </a:extLst>
          </p:cNvPr>
          <p:cNvGrpSpPr/>
          <p:nvPr/>
        </p:nvGrpSpPr>
        <p:grpSpPr>
          <a:xfrm>
            <a:off x="4791038" y="5905583"/>
            <a:ext cx="1464480" cy="19080"/>
            <a:chOff x="4791038" y="5905583"/>
            <a:chExt cx="1464480" cy="1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16B9EB-572A-B714-FFA5-B8FE14A87122}"/>
                    </a:ext>
                  </a:extLst>
                </p14:cNvPr>
                <p14:cNvContentPartPr/>
                <p14:nvPr/>
              </p14:nvContentPartPr>
              <p14:xfrm>
                <a:off x="4791038" y="5905583"/>
                <a:ext cx="1728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16B9EB-572A-B714-FFA5-B8FE14A871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82398" y="5896943"/>
                  <a:ext cx="34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2DB03F-6119-81FD-FDA2-C6678A5E3A9A}"/>
                    </a:ext>
                  </a:extLst>
                </p14:cNvPr>
                <p14:cNvContentPartPr/>
                <p14:nvPr/>
              </p14:nvContentPartPr>
              <p14:xfrm>
                <a:off x="5342198" y="5918543"/>
                <a:ext cx="913320" cy="6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2DB03F-6119-81FD-FDA2-C6678A5E3A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3198" y="5909543"/>
                  <a:ext cx="930960" cy="2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685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 HUB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07C54-3524-9466-6672-46E876D5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7" y="980728"/>
            <a:ext cx="10969943" cy="551956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2A4F930-E3A0-4581-36F2-B74CD05C1ECE}"/>
              </a:ext>
            </a:extLst>
          </p:cNvPr>
          <p:cNvGrpSpPr/>
          <p:nvPr/>
        </p:nvGrpSpPr>
        <p:grpSpPr>
          <a:xfrm>
            <a:off x="5254358" y="5372423"/>
            <a:ext cx="1170360" cy="670680"/>
            <a:chOff x="5254358" y="5372423"/>
            <a:chExt cx="1170360" cy="6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80015A-2C4A-09AF-4E1D-6795642FAA79}"/>
                    </a:ext>
                  </a:extLst>
                </p14:cNvPr>
                <p14:cNvContentPartPr/>
                <p14:nvPr/>
              </p14:nvContentPartPr>
              <p14:xfrm>
                <a:off x="5354438" y="5404823"/>
                <a:ext cx="725760" cy="28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80015A-2C4A-09AF-4E1D-6795642FAA7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45798" y="5395823"/>
                  <a:ext cx="7434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70D70F-BBE6-86B9-8511-6CA2EF6D374B}"/>
                    </a:ext>
                  </a:extLst>
                </p14:cNvPr>
                <p14:cNvContentPartPr/>
                <p14:nvPr/>
              </p14:nvContentPartPr>
              <p14:xfrm>
                <a:off x="5471078" y="5372423"/>
                <a:ext cx="491400" cy="419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70D70F-BBE6-86B9-8511-6CA2EF6D37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62078" y="5363423"/>
                  <a:ext cx="5090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138DD2-5440-1809-13BE-42591DF52277}"/>
                    </a:ext>
                  </a:extLst>
                </p14:cNvPr>
                <p14:cNvContentPartPr/>
                <p14:nvPr/>
              </p14:nvContentPartPr>
              <p14:xfrm>
                <a:off x="5254358" y="5829263"/>
                <a:ext cx="220320" cy="213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138DD2-5440-1809-13BE-42591DF5227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45718" y="5820263"/>
                  <a:ext cx="237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694F1C-4DB3-94A7-615C-CD8D7700226C}"/>
                    </a:ext>
                  </a:extLst>
                </p14:cNvPr>
                <p14:cNvContentPartPr/>
                <p14:nvPr/>
              </p14:nvContentPartPr>
              <p14:xfrm>
                <a:off x="5571158" y="5815583"/>
                <a:ext cx="127800" cy="19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694F1C-4DB3-94A7-615C-CD8D770022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62158" y="5806583"/>
                  <a:ext cx="145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7E4590-E67F-559D-B52F-C16BB60B29DA}"/>
                    </a:ext>
                  </a:extLst>
                </p14:cNvPr>
                <p14:cNvContentPartPr/>
                <p14:nvPr/>
              </p14:nvContentPartPr>
              <p14:xfrm>
                <a:off x="5792198" y="5784263"/>
                <a:ext cx="52200" cy="178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7E4590-E67F-559D-B52F-C16BB60B29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783198" y="5775623"/>
                  <a:ext cx="69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E624A19-FCC8-F0FC-1064-1B2BCAB806A2}"/>
                    </a:ext>
                  </a:extLst>
                </p14:cNvPr>
                <p14:cNvContentPartPr/>
                <p14:nvPr/>
              </p14:nvContentPartPr>
              <p14:xfrm>
                <a:off x="5967878" y="5658983"/>
                <a:ext cx="294120" cy="248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E624A19-FCC8-F0FC-1064-1B2BCAB806A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59238" y="5650343"/>
                  <a:ext cx="311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840E13-0753-3202-C70F-A71998301FCD}"/>
                    </a:ext>
                  </a:extLst>
                </p14:cNvPr>
                <p14:cNvContentPartPr/>
                <p14:nvPr/>
              </p14:nvContentPartPr>
              <p14:xfrm>
                <a:off x="6312758" y="5744303"/>
                <a:ext cx="111960" cy="105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840E13-0753-3202-C70F-A71998301FC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04118" y="5735303"/>
                  <a:ext cx="1296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F64EA2-7C68-02CA-B519-F1FF0CD626C0}"/>
              </a:ext>
            </a:extLst>
          </p:cNvPr>
          <p:cNvGrpSpPr/>
          <p:nvPr/>
        </p:nvGrpSpPr>
        <p:grpSpPr>
          <a:xfrm>
            <a:off x="7145798" y="5322743"/>
            <a:ext cx="966240" cy="38520"/>
            <a:chOff x="7145798" y="5322743"/>
            <a:chExt cx="96624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05DF29A-E175-EB93-8846-6260F9F9E4AD}"/>
                    </a:ext>
                  </a:extLst>
                </p14:cNvPr>
                <p14:cNvContentPartPr/>
                <p14:nvPr/>
              </p14:nvContentPartPr>
              <p14:xfrm>
                <a:off x="7145798" y="5347583"/>
                <a:ext cx="137160" cy="1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05DF29A-E175-EB93-8846-6260F9F9E4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37158" y="5338943"/>
                  <a:ext cx="154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D70537-A46B-BAFF-2140-253525BE0AD6}"/>
                    </a:ext>
                  </a:extLst>
                </p14:cNvPr>
                <p14:cNvContentPartPr/>
                <p14:nvPr/>
              </p14:nvContentPartPr>
              <p14:xfrm>
                <a:off x="7490318" y="5322743"/>
                <a:ext cx="143280" cy="20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D70537-A46B-BAFF-2140-253525BE0AD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81318" y="5313743"/>
                  <a:ext cx="160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6D592B-5BF5-46E8-86C7-7F9E7F149E73}"/>
                    </a:ext>
                  </a:extLst>
                </p14:cNvPr>
                <p14:cNvContentPartPr/>
                <p14:nvPr/>
              </p14:nvContentPartPr>
              <p14:xfrm>
                <a:off x="7897478" y="5342183"/>
                <a:ext cx="2145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6D592B-5BF5-46E8-86C7-7F9E7F149E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88838" y="5333543"/>
                  <a:ext cx="2322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5EDA19-5709-9619-06CB-D312A604E187}"/>
              </a:ext>
            </a:extLst>
          </p:cNvPr>
          <p:cNvGrpSpPr/>
          <p:nvPr/>
        </p:nvGrpSpPr>
        <p:grpSpPr>
          <a:xfrm>
            <a:off x="2066558" y="981863"/>
            <a:ext cx="1347120" cy="376560"/>
            <a:chOff x="2066558" y="981863"/>
            <a:chExt cx="13471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287876-B560-78B3-0B0C-D7178850AA93}"/>
                    </a:ext>
                  </a:extLst>
                </p14:cNvPr>
                <p14:cNvContentPartPr/>
                <p14:nvPr/>
              </p14:nvContentPartPr>
              <p14:xfrm>
                <a:off x="2066558" y="981863"/>
                <a:ext cx="189000" cy="356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287876-B560-78B3-0B0C-D7178850AA9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57918" y="972863"/>
                  <a:ext cx="2066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0A1E75-CB3E-7BB2-4A29-3F05C41B52F8}"/>
                    </a:ext>
                  </a:extLst>
                </p14:cNvPr>
                <p14:cNvContentPartPr/>
                <p14:nvPr/>
              </p14:nvContentPartPr>
              <p14:xfrm>
                <a:off x="2141078" y="1159343"/>
                <a:ext cx="124560" cy="55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0A1E75-CB3E-7BB2-4A29-3F05C41B52F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32078" y="1150703"/>
                  <a:ext cx="142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97CD66-A3B5-51F9-A581-D747D6C1DD1D}"/>
                    </a:ext>
                  </a:extLst>
                </p14:cNvPr>
                <p14:cNvContentPartPr/>
                <p14:nvPr/>
              </p14:nvContentPartPr>
              <p14:xfrm>
                <a:off x="2327918" y="1176623"/>
                <a:ext cx="181440" cy="172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97CD66-A3B5-51F9-A581-D747D6C1DD1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19278" y="1167983"/>
                  <a:ext cx="199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F06E30-2D81-DAA7-F36B-6A41A0409B13}"/>
                    </a:ext>
                  </a:extLst>
                </p14:cNvPr>
                <p14:cNvContentPartPr/>
                <p14:nvPr/>
              </p14:nvContentPartPr>
              <p14:xfrm>
                <a:off x="2592518" y="1166183"/>
                <a:ext cx="94680" cy="19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F06E30-2D81-DAA7-F36B-6A41A0409B1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83518" y="1157183"/>
                  <a:ext cx="112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7C51E76-31FC-5DE9-C408-58433AB739F8}"/>
                    </a:ext>
                  </a:extLst>
                </p14:cNvPr>
                <p14:cNvContentPartPr/>
                <p14:nvPr/>
              </p14:nvContentPartPr>
              <p14:xfrm>
                <a:off x="2733638" y="1053143"/>
                <a:ext cx="135720" cy="267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7C51E76-31FC-5DE9-C408-58433AB739F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24638" y="1044143"/>
                  <a:ext cx="153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048D735-DC88-B849-FD1A-571C885A133B}"/>
                    </a:ext>
                  </a:extLst>
                </p14:cNvPr>
                <p14:cNvContentPartPr/>
                <p14:nvPr/>
              </p14:nvContentPartPr>
              <p14:xfrm>
                <a:off x="2956838" y="1057103"/>
                <a:ext cx="130680" cy="300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048D735-DC88-B849-FD1A-571C885A133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48198" y="1048463"/>
                  <a:ext cx="1483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9F0968-D20E-C482-CC0F-0723615D320C}"/>
                    </a:ext>
                  </a:extLst>
                </p14:cNvPr>
                <p14:cNvContentPartPr/>
                <p14:nvPr/>
              </p14:nvContentPartPr>
              <p14:xfrm>
                <a:off x="3124598" y="1151063"/>
                <a:ext cx="289080" cy="200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9F0968-D20E-C482-CC0F-0723615D320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15598" y="1142423"/>
                  <a:ext cx="30672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01FDF5-E2EC-F3FE-88A2-12825D39DEFE}"/>
              </a:ext>
            </a:extLst>
          </p:cNvPr>
          <p:cNvGrpSpPr/>
          <p:nvPr/>
        </p:nvGrpSpPr>
        <p:grpSpPr>
          <a:xfrm>
            <a:off x="2880878" y="1643543"/>
            <a:ext cx="1917000" cy="248400"/>
            <a:chOff x="2880878" y="1643543"/>
            <a:chExt cx="191700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B304BA2-EB6F-0810-A2AB-038ED973070F}"/>
                    </a:ext>
                  </a:extLst>
                </p14:cNvPr>
                <p14:cNvContentPartPr/>
                <p14:nvPr/>
              </p14:nvContentPartPr>
              <p14:xfrm>
                <a:off x="2880878" y="1734623"/>
                <a:ext cx="1917000" cy="26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B304BA2-EB6F-0810-A2AB-038ED973070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71878" y="1725983"/>
                  <a:ext cx="1934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AC70C4-EC3C-A259-2547-63EE3150250D}"/>
                    </a:ext>
                  </a:extLst>
                </p14:cNvPr>
                <p14:cNvContentPartPr/>
                <p14:nvPr/>
              </p14:nvContentPartPr>
              <p14:xfrm>
                <a:off x="4668638" y="1643543"/>
                <a:ext cx="121680" cy="248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AC70C4-EC3C-A259-2547-63EE315025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59638" y="1634543"/>
                  <a:ext cx="13932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58C6041-39D1-F13C-1639-1CE6AD09917C}"/>
              </a:ext>
            </a:extLst>
          </p:cNvPr>
          <p:cNvGrpSpPr/>
          <p:nvPr/>
        </p:nvGrpSpPr>
        <p:grpSpPr>
          <a:xfrm>
            <a:off x="5329598" y="1490543"/>
            <a:ext cx="417960" cy="176400"/>
            <a:chOff x="5329598" y="1490543"/>
            <a:chExt cx="41796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A6E09C-293C-A022-8342-D79DD9E599F6}"/>
                    </a:ext>
                  </a:extLst>
                </p14:cNvPr>
                <p14:cNvContentPartPr/>
                <p14:nvPr/>
              </p14:nvContentPartPr>
              <p14:xfrm>
                <a:off x="5329598" y="1499903"/>
                <a:ext cx="286920" cy="167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A6E09C-293C-A022-8342-D79DD9E599F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20598" y="1490903"/>
                  <a:ext cx="304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65E893-739F-AA03-A46E-A6BCDEF1C241}"/>
                    </a:ext>
                  </a:extLst>
                </p14:cNvPr>
                <p14:cNvContentPartPr/>
                <p14:nvPr/>
              </p14:nvContentPartPr>
              <p14:xfrm>
                <a:off x="5554958" y="1490543"/>
                <a:ext cx="192600" cy="173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65E893-739F-AA03-A46E-A6BCDEF1C24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45958" y="1481543"/>
                  <a:ext cx="21024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16074BD-7614-16ED-0DC6-DF60CF1366E4}"/>
              </a:ext>
            </a:extLst>
          </p:cNvPr>
          <p:cNvGrpSpPr/>
          <p:nvPr/>
        </p:nvGrpSpPr>
        <p:grpSpPr>
          <a:xfrm>
            <a:off x="5636318" y="2133143"/>
            <a:ext cx="1329840" cy="260280"/>
            <a:chOff x="5636318" y="2133143"/>
            <a:chExt cx="132984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F8B96C-F617-C578-A62F-C55D38A48358}"/>
                    </a:ext>
                  </a:extLst>
                </p14:cNvPr>
                <p14:cNvContentPartPr/>
                <p14:nvPr/>
              </p14:nvContentPartPr>
              <p14:xfrm>
                <a:off x="5636318" y="2348423"/>
                <a:ext cx="633240" cy="45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F8B96C-F617-C578-A62F-C55D38A4835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627318" y="2339423"/>
                  <a:ext cx="650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F75D6D-4E0E-B1BA-06D9-8626AC29BB34}"/>
                    </a:ext>
                  </a:extLst>
                </p14:cNvPr>
                <p14:cNvContentPartPr/>
                <p14:nvPr/>
              </p14:nvContentPartPr>
              <p14:xfrm>
                <a:off x="6563678" y="2133143"/>
                <a:ext cx="131760" cy="198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F75D6D-4E0E-B1BA-06D9-8626AC29BB3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54678" y="2124143"/>
                  <a:ext cx="149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979BDE-5909-97CE-31A7-D4BA2A8746BD}"/>
                    </a:ext>
                  </a:extLst>
                </p14:cNvPr>
                <p14:cNvContentPartPr/>
                <p14:nvPr/>
              </p14:nvContentPartPr>
              <p14:xfrm>
                <a:off x="6745118" y="2163383"/>
                <a:ext cx="97200" cy="157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979BDE-5909-97CE-31A7-D4BA2A8746B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36118" y="2154743"/>
                  <a:ext cx="114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56F3DB-61E4-E2DE-19BD-0CCA83C9850B}"/>
                    </a:ext>
                  </a:extLst>
                </p14:cNvPr>
                <p14:cNvContentPartPr/>
                <p14:nvPr/>
              </p14:nvContentPartPr>
              <p14:xfrm>
                <a:off x="6774998" y="2261303"/>
                <a:ext cx="71280" cy="6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56F3DB-61E4-E2DE-19BD-0CCA83C9850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65998" y="2252303"/>
                  <a:ext cx="88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B5C71F-D0A6-3C76-6680-D3B93E981584}"/>
                    </a:ext>
                  </a:extLst>
                </p14:cNvPr>
                <p14:cNvContentPartPr/>
                <p14:nvPr/>
              </p14:nvContentPartPr>
              <p14:xfrm>
                <a:off x="6873638" y="2175623"/>
                <a:ext cx="92520" cy="129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B5C71F-D0A6-3C76-6680-D3B93E9815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64638" y="2166623"/>
                  <a:ext cx="11016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065862D-0C38-0F2E-0224-CC9609CF9BA7}"/>
              </a:ext>
            </a:extLst>
          </p:cNvPr>
          <p:cNvGrpSpPr/>
          <p:nvPr/>
        </p:nvGrpSpPr>
        <p:grpSpPr>
          <a:xfrm>
            <a:off x="9530798" y="926423"/>
            <a:ext cx="1697760" cy="1341000"/>
            <a:chOff x="9530798" y="926423"/>
            <a:chExt cx="1697760" cy="13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7C4817-2599-FC73-FC93-8BEE5781D503}"/>
                    </a:ext>
                  </a:extLst>
                </p14:cNvPr>
                <p14:cNvContentPartPr/>
                <p14:nvPr/>
              </p14:nvContentPartPr>
              <p14:xfrm>
                <a:off x="9530798" y="1390823"/>
                <a:ext cx="1697760" cy="876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7C4817-2599-FC73-FC93-8BEE5781D50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21798" y="1381823"/>
                  <a:ext cx="171540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9BED7E-1069-605D-C0E5-B335A09EEDC0}"/>
                    </a:ext>
                  </a:extLst>
                </p14:cNvPr>
                <p14:cNvContentPartPr/>
                <p14:nvPr/>
              </p14:nvContentPartPr>
              <p14:xfrm>
                <a:off x="10258358" y="983663"/>
                <a:ext cx="163440" cy="345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9BED7E-1069-605D-C0E5-B335A09EEDC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49358" y="974663"/>
                  <a:ext cx="1810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36A99F-65C9-CA89-79A2-724AEE4B30D4}"/>
                    </a:ext>
                  </a:extLst>
                </p14:cNvPr>
                <p14:cNvContentPartPr/>
                <p14:nvPr/>
              </p14:nvContentPartPr>
              <p14:xfrm>
                <a:off x="10502798" y="1064303"/>
                <a:ext cx="7200" cy="11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36A99F-65C9-CA89-79A2-724AEE4B30D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493798" y="1055663"/>
                  <a:ext cx="248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D56AAC-DFB3-0E7A-B224-BE85F9766D12}"/>
                    </a:ext>
                  </a:extLst>
                </p14:cNvPr>
                <p14:cNvContentPartPr/>
                <p14:nvPr/>
              </p14:nvContentPartPr>
              <p14:xfrm>
                <a:off x="10534478" y="926423"/>
                <a:ext cx="1440" cy="2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D56AAC-DFB3-0E7A-B224-BE85F9766D1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25478" y="917783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5F6C8E-D0DB-253C-29CC-00D58E164041}"/>
                    </a:ext>
                  </a:extLst>
                </p14:cNvPr>
                <p14:cNvContentPartPr/>
                <p14:nvPr/>
              </p14:nvContentPartPr>
              <p14:xfrm>
                <a:off x="10596758" y="970703"/>
                <a:ext cx="61200" cy="233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5F6C8E-D0DB-253C-29CC-00D58E16404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87758" y="961703"/>
                  <a:ext cx="78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4667ED-8FBA-D9A9-5880-4ABC9C451AEF}"/>
                    </a:ext>
                  </a:extLst>
                </p14:cNvPr>
                <p14:cNvContentPartPr/>
                <p14:nvPr/>
              </p14:nvContentPartPr>
              <p14:xfrm>
                <a:off x="10589198" y="1057103"/>
                <a:ext cx="106200" cy="14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4667ED-8FBA-D9A9-5880-4ABC9C451AE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80198" y="1048463"/>
                  <a:ext cx="12384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3F7BB51-8C94-2FB1-20DD-A195CB7F3EC3}"/>
                  </a:ext>
                </a:extLst>
              </p14:cNvPr>
              <p14:cNvContentPartPr/>
              <p14:nvPr/>
            </p14:nvContentPartPr>
            <p14:xfrm>
              <a:off x="7014398" y="1167263"/>
              <a:ext cx="83520" cy="39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3F7BB51-8C94-2FB1-20DD-A195CB7F3EC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005758" y="1158263"/>
                <a:ext cx="10116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A9679F8-ADA8-21EF-73FD-18F2EA825A1F}"/>
                  </a:ext>
                </a:extLst>
              </p14:cNvPr>
              <p14:cNvContentPartPr/>
              <p14:nvPr/>
            </p14:nvContentPartPr>
            <p14:xfrm>
              <a:off x="7020518" y="1383623"/>
              <a:ext cx="120600" cy="13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A9679F8-ADA8-21EF-73FD-18F2EA825A1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11878" y="1374623"/>
                <a:ext cx="1382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B703506-0098-8163-609F-C5C669BA3E36}"/>
                  </a:ext>
                </a:extLst>
              </p14:cNvPr>
              <p14:cNvContentPartPr/>
              <p14:nvPr/>
            </p14:nvContentPartPr>
            <p14:xfrm>
              <a:off x="7058318" y="1613303"/>
              <a:ext cx="82800" cy="4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B703506-0098-8163-609F-C5C669BA3E3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049318" y="1604303"/>
                <a:ext cx="10044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BFD327FF-AB67-9A9C-9610-6B73577D62F8}"/>
              </a:ext>
            </a:extLst>
          </p:cNvPr>
          <p:cNvGrpSpPr/>
          <p:nvPr/>
        </p:nvGrpSpPr>
        <p:grpSpPr>
          <a:xfrm>
            <a:off x="4802198" y="726263"/>
            <a:ext cx="1344240" cy="307440"/>
            <a:chOff x="4802198" y="726263"/>
            <a:chExt cx="134424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28E008-C237-E645-3B15-CCD46C380460}"/>
                    </a:ext>
                  </a:extLst>
                </p14:cNvPr>
                <p14:cNvContentPartPr/>
                <p14:nvPr/>
              </p14:nvContentPartPr>
              <p14:xfrm>
                <a:off x="4802198" y="814823"/>
                <a:ext cx="82440" cy="218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28E008-C237-E645-3B15-CCD46C38046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793558" y="806183"/>
                  <a:ext cx="100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E2F21B-4118-9B79-3939-953F49927906}"/>
                    </a:ext>
                  </a:extLst>
                </p14:cNvPr>
                <p14:cNvContentPartPr/>
                <p14:nvPr/>
              </p14:nvContentPartPr>
              <p14:xfrm>
                <a:off x="4944758" y="849023"/>
                <a:ext cx="9720" cy="77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E2F21B-4118-9B79-3939-953F4992790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936118" y="840023"/>
                  <a:ext cx="27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D926CF-8C83-94EE-C62C-A665C81D0835}"/>
                    </a:ext>
                  </a:extLst>
                </p14:cNvPr>
                <p14:cNvContentPartPr/>
                <p14:nvPr/>
              </p14:nvContentPartPr>
              <p14:xfrm>
                <a:off x="4966358" y="726263"/>
                <a:ext cx="5040" cy="7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D926CF-8C83-94EE-C62C-A665C81D083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957718" y="717623"/>
                  <a:ext cx="22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CC5890-CAAF-3BD1-8008-A4624EE0D293}"/>
                    </a:ext>
                  </a:extLst>
                </p14:cNvPr>
                <p14:cNvContentPartPr/>
                <p14:nvPr/>
              </p14:nvContentPartPr>
              <p14:xfrm>
                <a:off x="5022878" y="832823"/>
                <a:ext cx="23400" cy="132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CC5890-CAAF-3BD1-8008-A4624EE0D29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014238" y="824183"/>
                  <a:ext cx="41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4E3154-14B1-42F5-545F-9FEF1534F780}"/>
                    </a:ext>
                  </a:extLst>
                </p14:cNvPr>
                <p14:cNvContentPartPr/>
                <p14:nvPr/>
              </p14:nvContentPartPr>
              <p14:xfrm>
                <a:off x="5004158" y="864143"/>
                <a:ext cx="5688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4E3154-14B1-42F5-545F-9FEF1534F78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95158" y="855143"/>
                  <a:ext cx="74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52FA9B-9F0F-5996-6F86-B75381269219}"/>
                    </a:ext>
                  </a:extLst>
                </p14:cNvPr>
                <p14:cNvContentPartPr/>
                <p14:nvPr/>
              </p14:nvContentPartPr>
              <p14:xfrm>
                <a:off x="5186678" y="845783"/>
                <a:ext cx="92880" cy="87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52FA9B-9F0F-5996-6F86-B7538126921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78038" y="836783"/>
                  <a:ext cx="1105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9F92DC9-16F7-75EB-0EB5-87D5734A0D97}"/>
                    </a:ext>
                  </a:extLst>
                </p14:cNvPr>
                <p14:cNvContentPartPr/>
                <p14:nvPr/>
              </p14:nvContentPartPr>
              <p14:xfrm>
                <a:off x="5356598" y="795383"/>
                <a:ext cx="97560" cy="167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9F92DC9-16F7-75EB-0EB5-87D5734A0D9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347958" y="786743"/>
                  <a:ext cx="115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818C21-7531-A1B0-7747-4DB14A14D879}"/>
                    </a:ext>
                  </a:extLst>
                </p14:cNvPr>
                <p14:cNvContentPartPr/>
                <p14:nvPr/>
              </p14:nvContentPartPr>
              <p14:xfrm>
                <a:off x="5516798" y="792503"/>
                <a:ext cx="95040" cy="147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818C21-7531-A1B0-7747-4DB14A14D8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08158" y="783503"/>
                  <a:ext cx="112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35116F2-E3FB-0644-327A-1A071E35320D}"/>
                    </a:ext>
                  </a:extLst>
                </p14:cNvPr>
                <p14:cNvContentPartPr/>
                <p14:nvPr/>
              </p14:nvContentPartPr>
              <p14:xfrm>
                <a:off x="5744678" y="762983"/>
                <a:ext cx="72360" cy="178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35116F2-E3FB-0644-327A-1A071E35320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35678" y="753983"/>
                  <a:ext cx="90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F01230C-17E4-C80B-24B7-2ECB9F8F85A4}"/>
                    </a:ext>
                  </a:extLst>
                </p14:cNvPr>
                <p14:cNvContentPartPr/>
                <p14:nvPr/>
              </p14:nvContentPartPr>
              <p14:xfrm>
                <a:off x="5730638" y="870623"/>
                <a:ext cx="79200" cy="1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F01230C-17E4-C80B-24B7-2ECB9F8F85A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721638" y="861623"/>
                  <a:ext cx="96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B81F5D7-0DF4-4E83-1B12-6FD3F5483C87}"/>
                    </a:ext>
                  </a:extLst>
                </p14:cNvPr>
                <p14:cNvContentPartPr/>
                <p14:nvPr/>
              </p14:nvContentPartPr>
              <p14:xfrm>
                <a:off x="5855558" y="852623"/>
                <a:ext cx="6480" cy="90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B81F5D7-0DF4-4E83-1B12-6FD3F5483C8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46918" y="843623"/>
                  <a:ext cx="24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F0F25D4-93C3-6457-7904-EDE7D997A6FB}"/>
                    </a:ext>
                  </a:extLst>
                </p14:cNvPr>
                <p14:cNvContentPartPr/>
                <p14:nvPr/>
              </p14:nvContentPartPr>
              <p14:xfrm>
                <a:off x="5967878" y="769103"/>
                <a:ext cx="54720" cy="208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F0F25D4-93C3-6457-7904-EDE7D997A6F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959238" y="760103"/>
                  <a:ext cx="72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FE835C-02A9-D00F-3FFD-47C3FF9BAEC8}"/>
                    </a:ext>
                  </a:extLst>
                </p14:cNvPr>
                <p14:cNvContentPartPr/>
                <p14:nvPr/>
              </p14:nvContentPartPr>
              <p14:xfrm>
                <a:off x="6012158" y="856943"/>
                <a:ext cx="134280" cy="89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FE835C-02A9-D00F-3FFD-47C3FF9BAEC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03158" y="847943"/>
                  <a:ext cx="15192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6FEDFDFF-C5CC-01E1-C1A2-887E1CF39EA9}"/>
                  </a:ext>
                </a:extLst>
              </p14:cNvPr>
              <p14:cNvContentPartPr/>
              <p14:nvPr/>
            </p14:nvContentPartPr>
            <p14:xfrm>
              <a:off x="7051838" y="1872503"/>
              <a:ext cx="105480" cy="194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6FEDFDFF-C5CC-01E1-C1A2-887E1CF39EA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042838" y="1863503"/>
                <a:ext cx="12312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CB6FF037-B5E7-A075-39DF-0F0C9D74A30C}"/>
              </a:ext>
            </a:extLst>
          </p:cNvPr>
          <p:cNvGrpSpPr/>
          <p:nvPr/>
        </p:nvGrpSpPr>
        <p:grpSpPr>
          <a:xfrm>
            <a:off x="11524838" y="2817863"/>
            <a:ext cx="255960" cy="145800"/>
            <a:chOff x="11524838" y="2817863"/>
            <a:chExt cx="255960" cy="14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F46D14B-3C0C-B9D3-1DFE-F058AD13ABC2}"/>
                    </a:ext>
                  </a:extLst>
                </p14:cNvPr>
                <p14:cNvContentPartPr/>
                <p14:nvPr/>
              </p14:nvContentPartPr>
              <p14:xfrm>
                <a:off x="11524838" y="2817863"/>
                <a:ext cx="149400" cy="101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F46D14B-3C0C-B9D3-1DFE-F058AD13ABC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516198" y="2808863"/>
                  <a:ext cx="167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E978313-0D58-964F-4CDE-BD71E6BC7E09}"/>
                    </a:ext>
                  </a:extLst>
                </p14:cNvPr>
                <p14:cNvContentPartPr/>
                <p14:nvPr/>
              </p14:nvContentPartPr>
              <p14:xfrm>
                <a:off x="11768918" y="2824343"/>
                <a:ext cx="11880" cy="139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E978313-0D58-964F-4CDE-BD71E6BC7E0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760278" y="2815703"/>
                  <a:ext cx="295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2F2F0C-FDB4-746F-7C01-2197ADB77991}"/>
              </a:ext>
            </a:extLst>
          </p:cNvPr>
          <p:cNvGrpSpPr/>
          <p:nvPr/>
        </p:nvGrpSpPr>
        <p:grpSpPr>
          <a:xfrm>
            <a:off x="11466518" y="2516903"/>
            <a:ext cx="501120" cy="180360"/>
            <a:chOff x="11466518" y="2516903"/>
            <a:chExt cx="50112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5E2A3D-0936-C9F0-A59D-C36CE717DB22}"/>
                    </a:ext>
                  </a:extLst>
                </p14:cNvPr>
                <p14:cNvContentPartPr/>
                <p14:nvPr/>
              </p14:nvContentPartPr>
              <p14:xfrm>
                <a:off x="11466518" y="2521583"/>
                <a:ext cx="91080" cy="146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5E2A3D-0936-C9F0-A59D-C36CE717DB2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457518" y="2512583"/>
                  <a:ext cx="108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8D9ED85-9870-4B4B-09C5-06D26F883584}"/>
                    </a:ext>
                  </a:extLst>
                </p14:cNvPr>
                <p14:cNvContentPartPr/>
                <p14:nvPr/>
              </p14:nvContentPartPr>
              <p14:xfrm>
                <a:off x="11528438" y="2593943"/>
                <a:ext cx="73800" cy="5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8D9ED85-9870-4B4B-09C5-06D26F88358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19798" y="2585303"/>
                  <a:ext cx="91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141D9E-84D0-6DE5-C226-DA983B8E5473}"/>
                    </a:ext>
                  </a:extLst>
                </p14:cNvPr>
                <p14:cNvContentPartPr/>
                <p14:nvPr/>
              </p14:nvContentPartPr>
              <p14:xfrm>
                <a:off x="11655158" y="2516903"/>
                <a:ext cx="96120" cy="130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141D9E-84D0-6DE5-C226-DA983B8E547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646518" y="2508263"/>
                  <a:ext cx="113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D30CB7-CF08-0147-2233-36B31098FB7E}"/>
                    </a:ext>
                  </a:extLst>
                </p14:cNvPr>
                <p14:cNvContentPartPr/>
                <p14:nvPr/>
              </p14:nvContentPartPr>
              <p14:xfrm>
                <a:off x="11793398" y="2517263"/>
                <a:ext cx="174240" cy="180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D30CB7-CF08-0147-2233-36B31098FB7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784758" y="2508263"/>
                  <a:ext cx="19188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DD0888-683F-50D8-B699-BFDC25ABDE10}"/>
              </a:ext>
            </a:extLst>
          </p:cNvPr>
          <p:cNvGrpSpPr/>
          <p:nvPr/>
        </p:nvGrpSpPr>
        <p:grpSpPr>
          <a:xfrm>
            <a:off x="11531318" y="3117743"/>
            <a:ext cx="402120" cy="351000"/>
            <a:chOff x="11531318" y="3117743"/>
            <a:chExt cx="40212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25CF7B-9760-E06E-0728-8C3E531052B8}"/>
                    </a:ext>
                  </a:extLst>
                </p14:cNvPr>
                <p14:cNvContentPartPr/>
                <p14:nvPr/>
              </p14:nvContentPartPr>
              <p14:xfrm>
                <a:off x="11531318" y="3319343"/>
                <a:ext cx="122040" cy="119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25CF7B-9760-E06E-0728-8C3E531052B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522678" y="3310343"/>
                  <a:ext cx="139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D8FAB7-17E5-76BF-0C34-C7943B83679E}"/>
                    </a:ext>
                  </a:extLst>
                </p14:cNvPr>
                <p14:cNvContentPartPr/>
                <p14:nvPr/>
              </p14:nvContentPartPr>
              <p14:xfrm>
                <a:off x="11717798" y="3342743"/>
                <a:ext cx="151560" cy="126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D8FAB7-17E5-76BF-0C34-C7943B83679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708798" y="3334103"/>
                  <a:ext cx="169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5BBB5C-968C-D3F9-14EC-9F652F3286E8}"/>
                    </a:ext>
                  </a:extLst>
                </p14:cNvPr>
                <p14:cNvContentPartPr/>
                <p14:nvPr/>
              </p14:nvContentPartPr>
              <p14:xfrm>
                <a:off x="11568398" y="3117743"/>
                <a:ext cx="100800" cy="177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5BBB5C-968C-D3F9-14EC-9F652F3286E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559398" y="3108743"/>
                  <a:ext cx="118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AF9F9E9-6EE1-79D1-4477-96CE42F47F76}"/>
                    </a:ext>
                  </a:extLst>
                </p14:cNvPr>
                <p14:cNvContentPartPr/>
                <p14:nvPr/>
              </p14:nvContentPartPr>
              <p14:xfrm>
                <a:off x="11712038" y="3134663"/>
                <a:ext cx="50760" cy="151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AF9F9E9-6EE1-79D1-4477-96CE42F47F7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703038" y="3125663"/>
                  <a:ext cx="68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AE7831F-4F0C-9EA7-4F5A-AB97A61AF258}"/>
                    </a:ext>
                  </a:extLst>
                </p14:cNvPr>
                <p14:cNvContentPartPr/>
                <p14:nvPr/>
              </p14:nvContentPartPr>
              <p14:xfrm>
                <a:off x="11794838" y="3135743"/>
                <a:ext cx="138600" cy="163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AE7831F-4F0C-9EA7-4F5A-AB97A61AF25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786198" y="3127103"/>
                  <a:ext cx="1562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852F757-7F77-C011-4E80-54FF6C3D1D77}"/>
              </a:ext>
            </a:extLst>
          </p:cNvPr>
          <p:cNvGrpSpPr/>
          <p:nvPr/>
        </p:nvGrpSpPr>
        <p:grpSpPr>
          <a:xfrm>
            <a:off x="11510798" y="3657023"/>
            <a:ext cx="489240" cy="351720"/>
            <a:chOff x="11510798" y="3657023"/>
            <a:chExt cx="48924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9450E9-2CF7-A811-8DEB-CA7D6C9CAF8B}"/>
                    </a:ext>
                  </a:extLst>
                </p14:cNvPr>
                <p14:cNvContentPartPr/>
                <p14:nvPr/>
              </p14:nvContentPartPr>
              <p14:xfrm>
                <a:off x="11510798" y="3859703"/>
                <a:ext cx="132480" cy="129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9450E9-2CF7-A811-8DEB-CA7D6C9CAF8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501798" y="3851063"/>
                  <a:ext cx="150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63B6583-FC0B-784D-1966-41331B442B7E}"/>
                    </a:ext>
                  </a:extLst>
                </p14:cNvPr>
                <p14:cNvContentPartPr/>
                <p14:nvPr/>
              </p14:nvContentPartPr>
              <p14:xfrm>
                <a:off x="11747318" y="3858263"/>
                <a:ext cx="90360" cy="150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63B6583-FC0B-784D-1966-41331B442B7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738318" y="3849623"/>
                  <a:ext cx="1080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8C89782-AE0F-F52A-3954-20267E7B9A6C}"/>
                    </a:ext>
                  </a:extLst>
                </p14:cNvPr>
                <p14:cNvContentPartPr/>
                <p14:nvPr/>
              </p14:nvContentPartPr>
              <p14:xfrm>
                <a:off x="11598278" y="3664223"/>
                <a:ext cx="112320" cy="165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8C89782-AE0F-F52A-3954-20267E7B9A6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589278" y="3655583"/>
                  <a:ext cx="129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C94EE68-7464-7A56-9C3E-0DCC0074A2DE}"/>
                    </a:ext>
                  </a:extLst>
                </p14:cNvPr>
                <p14:cNvContentPartPr/>
                <p14:nvPr/>
              </p14:nvContentPartPr>
              <p14:xfrm>
                <a:off x="11773958" y="3657023"/>
                <a:ext cx="89280" cy="168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C94EE68-7464-7A56-9C3E-0DCC0074A2D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764958" y="3648383"/>
                  <a:ext cx="106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87A3408-3F86-CA88-A165-46441427FF13}"/>
                    </a:ext>
                  </a:extLst>
                </p14:cNvPr>
                <p14:cNvContentPartPr/>
                <p14:nvPr/>
              </p14:nvContentPartPr>
              <p14:xfrm>
                <a:off x="11877278" y="3679343"/>
                <a:ext cx="122760" cy="155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87A3408-3F86-CA88-A165-46441427FF1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868638" y="3670703"/>
                  <a:ext cx="14040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37CAED3-5D6F-B32E-0F30-207109D582C3}"/>
              </a:ext>
            </a:extLst>
          </p:cNvPr>
          <p:cNvGrpSpPr/>
          <p:nvPr/>
        </p:nvGrpSpPr>
        <p:grpSpPr>
          <a:xfrm>
            <a:off x="11524478" y="4108463"/>
            <a:ext cx="537840" cy="447120"/>
            <a:chOff x="11524478" y="4108463"/>
            <a:chExt cx="53784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E9BBE62-6209-8BEB-BB67-52AD55D68354}"/>
                    </a:ext>
                  </a:extLst>
                </p14:cNvPr>
                <p14:cNvContentPartPr/>
                <p14:nvPr/>
              </p14:nvContentPartPr>
              <p14:xfrm>
                <a:off x="11524478" y="4326623"/>
                <a:ext cx="128880" cy="153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E9BBE62-6209-8BEB-BB67-52AD55D6835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515838" y="4317623"/>
                  <a:ext cx="146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FD2531-1A48-DEA9-A551-EF6430D82334}"/>
                    </a:ext>
                  </a:extLst>
                </p14:cNvPr>
                <p14:cNvContentPartPr/>
                <p14:nvPr/>
              </p14:nvContentPartPr>
              <p14:xfrm>
                <a:off x="11724998" y="4361543"/>
                <a:ext cx="99360" cy="194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FD2531-1A48-DEA9-A551-EF6430D8233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715998" y="4352903"/>
                  <a:ext cx="117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9D5F87-3E8E-F4AE-DDDF-8135AA3A8B44}"/>
                    </a:ext>
                  </a:extLst>
                </p14:cNvPr>
                <p14:cNvContentPartPr/>
                <p14:nvPr/>
              </p14:nvContentPartPr>
              <p14:xfrm>
                <a:off x="11604758" y="4108463"/>
                <a:ext cx="119880" cy="233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9D5F87-3E8E-F4AE-DDDF-8135AA3A8B4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595758" y="4099463"/>
                  <a:ext cx="137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7732260-0E45-7CAF-7BC9-88E3C0E1F686}"/>
                    </a:ext>
                  </a:extLst>
                </p14:cNvPr>
                <p14:cNvContentPartPr/>
                <p14:nvPr/>
              </p14:nvContentPartPr>
              <p14:xfrm>
                <a:off x="11790158" y="4157063"/>
                <a:ext cx="117720" cy="200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7732260-0E45-7CAF-7BC9-88E3C0E1F68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781518" y="4148423"/>
                  <a:ext cx="135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55E0F9-CDB6-9602-19C0-026EF8D9F997}"/>
                    </a:ext>
                  </a:extLst>
                </p14:cNvPr>
                <p14:cNvContentPartPr/>
                <p14:nvPr/>
              </p14:nvContentPartPr>
              <p14:xfrm>
                <a:off x="11852438" y="4192703"/>
                <a:ext cx="209880" cy="172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55E0F9-CDB6-9602-19C0-026EF8D9F99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843798" y="4184063"/>
                  <a:ext cx="22752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6861AB3-285A-E69E-39F1-D142AA4E3324}"/>
                  </a:ext>
                </a:extLst>
              </p14:cNvPr>
              <p14:cNvContentPartPr/>
              <p14:nvPr/>
            </p14:nvContentPartPr>
            <p14:xfrm>
              <a:off x="7077038" y="2097863"/>
              <a:ext cx="81000" cy="72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6861AB3-285A-E69E-39F1-D142AA4E3324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068038" y="2088863"/>
                <a:ext cx="98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FE713E7-B97E-D3F8-F303-36DCBD5043FD}"/>
                  </a:ext>
                </a:extLst>
              </p14:cNvPr>
              <p14:cNvContentPartPr/>
              <p14:nvPr/>
            </p14:nvContentPartPr>
            <p14:xfrm>
              <a:off x="7089278" y="2327183"/>
              <a:ext cx="66240" cy="28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FE713E7-B97E-D3F8-F303-36DCBD5043F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080638" y="2318543"/>
                <a:ext cx="83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249E446-E826-69CC-D231-28880A14B7E6}"/>
                  </a:ext>
                </a:extLst>
              </p14:cNvPr>
              <p14:cNvContentPartPr/>
              <p14:nvPr/>
            </p14:nvContentPartPr>
            <p14:xfrm>
              <a:off x="11058998" y="4804703"/>
              <a:ext cx="623880" cy="3308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249E446-E826-69CC-D231-28880A14B7E6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1049998" y="4796063"/>
                <a:ext cx="64152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9D40B30-9C0A-342A-D6F5-43D5513F659D}"/>
              </a:ext>
            </a:extLst>
          </p:cNvPr>
          <p:cNvGrpSpPr/>
          <p:nvPr/>
        </p:nvGrpSpPr>
        <p:grpSpPr>
          <a:xfrm>
            <a:off x="10953518" y="5270903"/>
            <a:ext cx="930960" cy="304560"/>
            <a:chOff x="10953518" y="5270903"/>
            <a:chExt cx="93096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797CC68-6217-2A12-0D76-0ECB45BE08B4}"/>
                    </a:ext>
                  </a:extLst>
                </p14:cNvPr>
                <p14:cNvContentPartPr/>
                <p14:nvPr/>
              </p14:nvContentPartPr>
              <p14:xfrm>
                <a:off x="10953518" y="5270903"/>
                <a:ext cx="174960" cy="304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797CC68-6217-2A12-0D76-0ECB45BE08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944878" y="5262263"/>
                  <a:ext cx="192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BE277C9-3C3D-0A90-0586-91F9FB0D682A}"/>
                    </a:ext>
                  </a:extLst>
                </p14:cNvPr>
                <p14:cNvContentPartPr/>
                <p14:nvPr/>
              </p14:nvContentPartPr>
              <p14:xfrm>
                <a:off x="11141798" y="5410943"/>
                <a:ext cx="133920" cy="118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BE277C9-3C3D-0A90-0586-91F9FB0D682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133158" y="5401943"/>
                  <a:ext cx="151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AA33E86-73FF-9F25-0307-94654DD9A2BD}"/>
                    </a:ext>
                  </a:extLst>
                </p14:cNvPr>
                <p14:cNvContentPartPr/>
                <p14:nvPr/>
              </p14:nvContentPartPr>
              <p14:xfrm>
                <a:off x="11261318" y="5424983"/>
                <a:ext cx="82080" cy="136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AA33E86-73FF-9F25-0307-94654DD9A2B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252318" y="5415983"/>
                  <a:ext cx="99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64C0DD-7BBE-C17B-B03C-A0A3DCA194E2}"/>
                    </a:ext>
                  </a:extLst>
                </p14:cNvPr>
                <p14:cNvContentPartPr/>
                <p14:nvPr/>
              </p14:nvContentPartPr>
              <p14:xfrm>
                <a:off x="11385518" y="5443343"/>
                <a:ext cx="101880" cy="99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64C0DD-7BBE-C17B-B03C-A0A3DCA194E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76878" y="5434343"/>
                  <a:ext cx="119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9FF18E0-2D7C-74D8-7530-CEE2A8924387}"/>
                    </a:ext>
                  </a:extLst>
                </p14:cNvPr>
                <p14:cNvContentPartPr/>
                <p14:nvPr/>
              </p14:nvContentPartPr>
              <p14:xfrm>
                <a:off x="11542838" y="5342543"/>
                <a:ext cx="341640" cy="218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9FF18E0-2D7C-74D8-7530-CEE2A892438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534198" y="5333903"/>
                  <a:ext cx="3592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20F9C45-D1ED-3FE8-452E-938537A72232}"/>
              </a:ext>
            </a:extLst>
          </p:cNvPr>
          <p:cNvGrpSpPr/>
          <p:nvPr/>
        </p:nvGrpSpPr>
        <p:grpSpPr>
          <a:xfrm>
            <a:off x="10471478" y="6044183"/>
            <a:ext cx="970560" cy="243000"/>
            <a:chOff x="10471478" y="6044183"/>
            <a:chExt cx="97056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847E054-CBAD-733F-654B-8422CEF32547}"/>
                    </a:ext>
                  </a:extLst>
                </p14:cNvPr>
                <p14:cNvContentPartPr/>
                <p14:nvPr/>
              </p14:nvContentPartPr>
              <p14:xfrm>
                <a:off x="10608998" y="6099623"/>
                <a:ext cx="272160" cy="187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847E054-CBAD-733F-654B-8422CEF3254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600358" y="6090623"/>
                  <a:ext cx="289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84720E-0EB2-E13E-A878-FDF74BF78C23}"/>
                    </a:ext>
                  </a:extLst>
                </p14:cNvPr>
                <p14:cNvContentPartPr/>
                <p14:nvPr/>
              </p14:nvContentPartPr>
              <p14:xfrm>
                <a:off x="10927958" y="6125183"/>
                <a:ext cx="231840" cy="145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84720E-0EB2-E13E-A878-FDF74BF78C2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918958" y="6116543"/>
                  <a:ext cx="249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073C752-1829-AD1C-CE64-BACA20F815F0}"/>
                    </a:ext>
                  </a:extLst>
                </p14:cNvPr>
                <p14:cNvContentPartPr/>
                <p14:nvPr/>
              </p14:nvContentPartPr>
              <p14:xfrm>
                <a:off x="11140358" y="6044183"/>
                <a:ext cx="33120" cy="10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073C752-1829-AD1C-CE64-BACA20F815F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131358" y="6035183"/>
                  <a:ext cx="50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095AB1-46FC-3885-B1A3-83D09A96F5B3}"/>
                    </a:ext>
                  </a:extLst>
                </p14:cNvPr>
                <p14:cNvContentPartPr/>
                <p14:nvPr/>
              </p14:nvContentPartPr>
              <p14:xfrm>
                <a:off x="11191838" y="6144263"/>
                <a:ext cx="250200" cy="127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F095AB1-46FC-3885-B1A3-83D09A96F5B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183198" y="6135263"/>
                  <a:ext cx="267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6CD625-8FD5-0016-456E-65DA9B474805}"/>
                    </a:ext>
                  </a:extLst>
                </p14:cNvPr>
                <p14:cNvContentPartPr/>
                <p14:nvPr/>
              </p14:nvContentPartPr>
              <p14:xfrm>
                <a:off x="10471478" y="6197543"/>
                <a:ext cx="152280" cy="34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6CD625-8FD5-0016-456E-65DA9B47480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462838" y="6188903"/>
                  <a:ext cx="1699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A98927E-5FE3-B871-1889-1D460FF595CD}"/>
              </a:ext>
            </a:extLst>
          </p:cNvPr>
          <p:cNvGrpSpPr/>
          <p:nvPr/>
        </p:nvGrpSpPr>
        <p:grpSpPr>
          <a:xfrm>
            <a:off x="10540238" y="5760863"/>
            <a:ext cx="1120680" cy="187920"/>
            <a:chOff x="10540238" y="5760863"/>
            <a:chExt cx="112068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DAFCA3F-6C0D-6B42-33BF-37E6A0A227B3}"/>
                    </a:ext>
                  </a:extLst>
                </p14:cNvPr>
                <p14:cNvContentPartPr/>
                <p14:nvPr/>
              </p14:nvContentPartPr>
              <p14:xfrm>
                <a:off x="10703318" y="5793983"/>
                <a:ext cx="233640" cy="154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DAFCA3F-6C0D-6B42-33BF-37E6A0A227B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94678" y="5784983"/>
                  <a:ext cx="251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D1B144C-E545-F09C-0485-5D2F36281D8C}"/>
                    </a:ext>
                  </a:extLst>
                </p14:cNvPr>
                <p14:cNvContentPartPr/>
                <p14:nvPr/>
              </p14:nvContentPartPr>
              <p14:xfrm>
                <a:off x="11004278" y="5812703"/>
                <a:ext cx="218520" cy="131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D1B144C-E545-F09C-0485-5D2F36281D8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995278" y="5804063"/>
                  <a:ext cx="236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C3FF18F-C5D3-0E32-19F7-62731B25C00C}"/>
                    </a:ext>
                  </a:extLst>
                </p14:cNvPr>
                <p14:cNvContentPartPr/>
                <p14:nvPr/>
              </p14:nvContentPartPr>
              <p14:xfrm>
                <a:off x="11301278" y="5760863"/>
                <a:ext cx="42120" cy="183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C3FF18F-C5D3-0E32-19F7-62731B25C00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292638" y="5752223"/>
                  <a:ext cx="59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1E1A85-4BFC-B334-C32E-1D47721F4016}"/>
                    </a:ext>
                  </a:extLst>
                </p14:cNvPr>
                <p14:cNvContentPartPr/>
                <p14:nvPr/>
              </p14:nvContentPartPr>
              <p14:xfrm>
                <a:off x="11304518" y="5781383"/>
                <a:ext cx="356400" cy="138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1E1A85-4BFC-B334-C32E-1D47721F401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295518" y="5772383"/>
                  <a:ext cx="374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1CE9827-0A1A-A101-EAEB-53982EB1B8BD}"/>
                    </a:ext>
                  </a:extLst>
                </p14:cNvPr>
                <p14:cNvContentPartPr/>
                <p14:nvPr/>
              </p14:nvContentPartPr>
              <p14:xfrm>
                <a:off x="10540238" y="5867423"/>
                <a:ext cx="159840" cy="13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1CE9827-0A1A-A101-EAEB-53982EB1B8B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531598" y="5858783"/>
                  <a:ext cx="17748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D379D86-BFA4-5E4F-5E9E-361BCDFCDF6F}"/>
                  </a:ext>
                </a:extLst>
              </p14:cNvPr>
              <p14:cNvContentPartPr/>
              <p14:nvPr/>
            </p14:nvContentPartPr>
            <p14:xfrm>
              <a:off x="9265838" y="3330503"/>
              <a:ext cx="1680480" cy="10947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D379D86-BFA4-5E4F-5E9E-361BCDFCDF6F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9256838" y="3321503"/>
                <a:ext cx="1698120" cy="11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1D3D5B8-0A02-0232-A13F-9943E024392E}"/>
              </a:ext>
            </a:extLst>
          </p:cNvPr>
          <p:cNvGrpSpPr/>
          <p:nvPr/>
        </p:nvGrpSpPr>
        <p:grpSpPr>
          <a:xfrm>
            <a:off x="9391838" y="2809943"/>
            <a:ext cx="985320" cy="497880"/>
            <a:chOff x="9391838" y="2809943"/>
            <a:chExt cx="98532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E847400-88BE-3A08-2589-E6FE56CC3DDD}"/>
                    </a:ext>
                  </a:extLst>
                </p14:cNvPr>
                <p14:cNvContentPartPr/>
                <p14:nvPr/>
              </p14:nvContentPartPr>
              <p14:xfrm>
                <a:off x="9391838" y="2809943"/>
                <a:ext cx="308520" cy="497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E847400-88BE-3A08-2589-E6FE56CC3DD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382838" y="2800943"/>
                  <a:ext cx="32616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99BF4BB-B02A-6373-DED8-570F93FD5353}"/>
                    </a:ext>
                  </a:extLst>
                </p14:cNvPr>
                <p14:cNvContentPartPr/>
                <p14:nvPr/>
              </p14:nvContentPartPr>
              <p14:xfrm>
                <a:off x="9703958" y="3101903"/>
                <a:ext cx="92520" cy="193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99BF4BB-B02A-6373-DED8-570F93FD535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695318" y="3092903"/>
                  <a:ext cx="110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BC772EC-3F03-28AC-F6A2-B97802217D6B}"/>
                    </a:ext>
                  </a:extLst>
                </p14:cNvPr>
                <p14:cNvContentPartPr/>
                <p14:nvPr/>
              </p14:nvContentPartPr>
              <p14:xfrm>
                <a:off x="9826358" y="3064463"/>
                <a:ext cx="195840" cy="157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BC772EC-3F03-28AC-F6A2-B97802217D6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817358" y="3055463"/>
                  <a:ext cx="213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9B31BE7-EAE3-CD0A-C5CA-75EFF28CC747}"/>
                    </a:ext>
                  </a:extLst>
                </p14:cNvPr>
                <p14:cNvContentPartPr/>
                <p14:nvPr/>
              </p14:nvContentPartPr>
              <p14:xfrm>
                <a:off x="10019678" y="3065543"/>
                <a:ext cx="101160" cy="147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9B31BE7-EAE3-CD0A-C5CA-75EFF28CC74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011038" y="3056543"/>
                  <a:ext cx="118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C6C8213-5376-0B70-E7A5-00AD0732D2A1}"/>
                    </a:ext>
                  </a:extLst>
                </p14:cNvPr>
                <p14:cNvContentPartPr/>
                <p14:nvPr/>
              </p14:nvContentPartPr>
              <p14:xfrm>
                <a:off x="10170158" y="2918663"/>
                <a:ext cx="80280" cy="326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C6C8213-5376-0B70-E7A5-00AD0732D2A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161158" y="2910023"/>
                  <a:ext cx="979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D9FF356-99B0-E4A0-C6FE-6B8CEA85546D}"/>
                    </a:ext>
                  </a:extLst>
                </p14:cNvPr>
                <p14:cNvContentPartPr/>
                <p14:nvPr/>
              </p14:nvContentPartPr>
              <p14:xfrm>
                <a:off x="10187798" y="3069503"/>
                <a:ext cx="189360" cy="142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D9FF356-99B0-E4A0-C6FE-6B8CEA85546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179158" y="3060863"/>
                  <a:ext cx="20700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1EE63AC-4ECB-0041-0EC9-CDDE292476B4}"/>
              </a:ext>
            </a:extLst>
          </p:cNvPr>
          <p:cNvGrpSpPr/>
          <p:nvPr/>
        </p:nvGrpSpPr>
        <p:grpSpPr>
          <a:xfrm>
            <a:off x="541958" y="2469383"/>
            <a:ext cx="953640" cy="2290680"/>
            <a:chOff x="541958" y="2469383"/>
            <a:chExt cx="953640" cy="22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29B494B-FF45-2F5D-959F-C090D42AE0C5}"/>
                    </a:ext>
                  </a:extLst>
                </p14:cNvPr>
                <p14:cNvContentPartPr/>
                <p14:nvPr/>
              </p14:nvContentPartPr>
              <p14:xfrm>
                <a:off x="950558" y="4318703"/>
                <a:ext cx="236880" cy="421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29B494B-FF45-2F5D-959F-C090D42AE0C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41558" y="4309703"/>
                  <a:ext cx="2545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DE31B8C-0D05-25DB-CA6F-93DB81374B70}"/>
                    </a:ext>
                  </a:extLst>
                </p14:cNvPr>
                <p14:cNvContentPartPr/>
                <p14:nvPr/>
              </p14:nvContentPartPr>
              <p14:xfrm>
                <a:off x="1201838" y="4591943"/>
                <a:ext cx="102600" cy="163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DE31B8C-0D05-25DB-CA6F-93DB81374B7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93198" y="4583303"/>
                  <a:ext cx="120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518D1DE-6590-E7D2-AB71-C0DE352295FA}"/>
                    </a:ext>
                  </a:extLst>
                </p14:cNvPr>
                <p14:cNvContentPartPr/>
                <p14:nvPr/>
              </p14:nvContentPartPr>
              <p14:xfrm>
                <a:off x="1310918" y="4465943"/>
                <a:ext cx="184680" cy="294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518D1DE-6590-E7D2-AB71-C0DE352295F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301918" y="4457303"/>
                  <a:ext cx="2023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1B9874D-5790-F0FA-2453-B8224FA650CA}"/>
                    </a:ext>
                  </a:extLst>
                </p14:cNvPr>
                <p14:cNvContentPartPr/>
                <p14:nvPr/>
              </p14:nvContentPartPr>
              <p14:xfrm>
                <a:off x="719798" y="2469383"/>
                <a:ext cx="249840" cy="1139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1B9874D-5790-F0FA-2453-B8224FA650C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11158" y="2460743"/>
                  <a:ext cx="267480" cy="11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23EF2BA-4713-26B3-832F-E6978414BB0E}"/>
                    </a:ext>
                  </a:extLst>
                </p14:cNvPr>
                <p14:cNvContentPartPr/>
                <p14:nvPr/>
              </p14:nvContentPartPr>
              <p14:xfrm>
                <a:off x="651398" y="3534623"/>
                <a:ext cx="238680" cy="177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23EF2BA-4713-26B3-832F-E6978414BB0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2398" y="3525983"/>
                  <a:ext cx="256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1271042-246E-E90D-A48A-F4AE2DCA1985}"/>
                    </a:ext>
                  </a:extLst>
                </p14:cNvPr>
                <p14:cNvContentPartPr/>
                <p14:nvPr/>
              </p14:nvContentPartPr>
              <p14:xfrm>
                <a:off x="541958" y="3761783"/>
                <a:ext cx="731520" cy="430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1271042-246E-E90D-A48A-F4AE2DCA198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32958" y="3753143"/>
                  <a:ext cx="749160" cy="44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7F5ADB5-07E9-D8A0-FFDC-2392BCEEF04F}"/>
                  </a:ext>
                </a:extLst>
              </p14:cNvPr>
              <p14:cNvContentPartPr/>
              <p14:nvPr/>
            </p14:nvContentPartPr>
            <p14:xfrm>
              <a:off x="7046078" y="4940063"/>
              <a:ext cx="1405440" cy="4143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7F5ADB5-07E9-D8A0-FFDC-2392BCEEF04F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037078" y="4931423"/>
                <a:ext cx="1423080" cy="43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498C722-B742-65E4-6880-C8B6461184AD}"/>
              </a:ext>
            </a:extLst>
          </p:cNvPr>
          <p:cNvGrpSpPr/>
          <p:nvPr/>
        </p:nvGrpSpPr>
        <p:grpSpPr>
          <a:xfrm>
            <a:off x="2724278" y="5642783"/>
            <a:ext cx="1775520" cy="150840"/>
            <a:chOff x="2724278" y="5642783"/>
            <a:chExt cx="177552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4121958-CAF6-7A54-64CE-42BF18B3BB97}"/>
                    </a:ext>
                  </a:extLst>
                </p14:cNvPr>
                <p14:cNvContentPartPr/>
                <p14:nvPr/>
              </p14:nvContentPartPr>
              <p14:xfrm>
                <a:off x="2724278" y="5725583"/>
                <a:ext cx="1775520" cy="23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4121958-CAF6-7A54-64CE-42BF18B3BB9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715278" y="5716943"/>
                  <a:ext cx="1793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F6473E-CA03-95AF-6D7E-D81AA485BA75}"/>
                    </a:ext>
                  </a:extLst>
                </p14:cNvPr>
                <p14:cNvContentPartPr/>
                <p14:nvPr/>
              </p14:nvContentPartPr>
              <p14:xfrm>
                <a:off x="4352558" y="5642783"/>
                <a:ext cx="109080" cy="150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F6473E-CA03-95AF-6D7E-D81AA485BA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343558" y="5633783"/>
                  <a:ext cx="12672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F454CF5-6FB9-BCA6-1317-E6182210CAD2}"/>
              </a:ext>
            </a:extLst>
          </p:cNvPr>
          <p:cNvGrpSpPr/>
          <p:nvPr/>
        </p:nvGrpSpPr>
        <p:grpSpPr>
          <a:xfrm>
            <a:off x="4908758" y="4186223"/>
            <a:ext cx="4346280" cy="1013400"/>
            <a:chOff x="4908758" y="4186223"/>
            <a:chExt cx="4346280" cy="10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695F932-DA97-12F0-6112-E38BB64178F4}"/>
                    </a:ext>
                  </a:extLst>
                </p14:cNvPr>
                <p14:cNvContentPartPr/>
                <p14:nvPr/>
              </p14:nvContentPartPr>
              <p14:xfrm>
                <a:off x="5073998" y="4913063"/>
                <a:ext cx="270000" cy="113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695F932-DA97-12F0-6112-E38BB64178F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064998" y="4904063"/>
                  <a:ext cx="287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6D730DA-36C0-DB1A-C8D6-2B2E7427B4DA}"/>
                    </a:ext>
                  </a:extLst>
                </p14:cNvPr>
                <p14:cNvContentPartPr/>
                <p14:nvPr/>
              </p14:nvContentPartPr>
              <p14:xfrm>
                <a:off x="4908758" y="4707863"/>
                <a:ext cx="586800" cy="491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6D730DA-36C0-DB1A-C8D6-2B2E7427B4D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900118" y="4698863"/>
                  <a:ext cx="60444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E42A65A-519E-295D-FA10-9542FA1C7459}"/>
                    </a:ext>
                  </a:extLst>
                </p14:cNvPr>
                <p14:cNvContentPartPr/>
                <p14:nvPr/>
              </p14:nvContentPartPr>
              <p14:xfrm>
                <a:off x="5505278" y="4250663"/>
                <a:ext cx="3749760" cy="597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E42A65A-519E-295D-FA10-9542FA1C745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496278" y="4241663"/>
                  <a:ext cx="376740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B4BC30A-DA25-36FF-82FE-ECC3DFD5BCA4}"/>
                    </a:ext>
                  </a:extLst>
                </p14:cNvPr>
                <p14:cNvContentPartPr/>
                <p14:nvPr/>
              </p14:nvContentPartPr>
              <p14:xfrm>
                <a:off x="9106358" y="4186223"/>
                <a:ext cx="109440" cy="158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B4BC30A-DA25-36FF-82FE-ECC3DFD5BCA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097358" y="4177223"/>
                  <a:ext cx="127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450FFAC-F1AA-0757-722C-74C0ADCA4194}"/>
                    </a:ext>
                  </a:extLst>
                </p14:cNvPr>
                <p14:cNvContentPartPr/>
                <p14:nvPr/>
              </p14:nvContentPartPr>
              <p14:xfrm>
                <a:off x="6819998" y="4307543"/>
                <a:ext cx="125640" cy="234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450FFAC-F1AA-0757-722C-74C0ADCA419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811358" y="4298543"/>
                  <a:ext cx="143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601A16-95D9-7E57-65AE-A503F14B52F3}"/>
                    </a:ext>
                  </a:extLst>
                </p14:cNvPr>
                <p14:cNvContentPartPr/>
                <p14:nvPr/>
              </p14:nvContentPartPr>
              <p14:xfrm>
                <a:off x="7008278" y="4395023"/>
                <a:ext cx="27000" cy="55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601A16-95D9-7E57-65AE-A503F14B52F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999278" y="4386383"/>
                  <a:ext cx="44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2C871B9-07BD-DDC5-9170-84BF8B359405}"/>
                    </a:ext>
                  </a:extLst>
                </p14:cNvPr>
                <p14:cNvContentPartPr/>
                <p14:nvPr/>
              </p14:nvContentPartPr>
              <p14:xfrm>
                <a:off x="7026998" y="4257143"/>
                <a:ext cx="360" cy="1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2C871B9-07BD-DDC5-9170-84BF8B35940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17998" y="4248503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384846D-35E4-1178-2DE5-B3B431B3A127}"/>
                    </a:ext>
                  </a:extLst>
                </p14:cNvPr>
                <p14:cNvContentPartPr/>
                <p14:nvPr/>
              </p14:nvContentPartPr>
              <p14:xfrm>
                <a:off x="7087478" y="4299263"/>
                <a:ext cx="105480" cy="179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384846D-35E4-1178-2DE5-B3B431B3A12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78838" y="4290263"/>
                  <a:ext cx="123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CCD553F-926F-BB93-441E-0C34955708D3}"/>
                    </a:ext>
                  </a:extLst>
                </p14:cNvPr>
                <p14:cNvContentPartPr/>
                <p14:nvPr/>
              </p14:nvContentPartPr>
              <p14:xfrm>
                <a:off x="7026638" y="4377383"/>
                <a:ext cx="172800" cy="7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CCD553F-926F-BB93-441E-0C34955708D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017998" y="4368743"/>
                  <a:ext cx="190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39A0665-ABF3-AA26-ED69-E30CD49E417E}"/>
                    </a:ext>
                  </a:extLst>
                </p14:cNvPr>
                <p14:cNvContentPartPr/>
                <p14:nvPr/>
              </p14:nvContentPartPr>
              <p14:xfrm>
                <a:off x="7358918" y="4315823"/>
                <a:ext cx="56520" cy="201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39A0665-ABF3-AA26-ED69-E30CD49E41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50278" y="4307183"/>
                  <a:ext cx="74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AAE082E-C044-556F-973B-76DA40B520CC}"/>
                    </a:ext>
                  </a:extLst>
                </p14:cNvPr>
                <p14:cNvContentPartPr/>
                <p14:nvPr/>
              </p14:nvContentPartPr>
              <p14:xfrm>
                <a:off x="7507598" y="4297823"/>
                <a:ext cx="84240" cy="131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AAE082E-C044-556F-973B-76DA40B520C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98958" y="4288823"/>
                  <a:ext cx="101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BF93968-432D-306F-9363-3FFBB6D5AC85}"/>
                    </a:ext>
                  </a:extLst>
                </p14:cNvPr>
                <p14:cNvContentPartPr/>
                <p14:nvPr/>
              </p14:nvContentPartPr>
              <p14:xfrm>
                <a:off x="7665998" y="4290983"/>
                <a:ext cx="30600" cy="105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BF93968-432D-306F-9363-3FFBB6D5AC8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57358" y="4282343"/>
                  <a:ext cx="48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AAA408-F423-EA55-EEFD-0CB73E517D05}"/>
                    </a:ext>
                  </a:extLst>
                </p14:cNvPr>
                <p14:cNvContentPartPr/>
                <p14:nvPr/>
              </p14:nvContentPartPr>
              <p14:xfrm>
                <a:off x="7790918" y="4199543"/>
                <a:ext cx="132120" cy="183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AAA408-F423-EA55-EEFD-0CB73E517D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82278" y="4190903"/>
                  <a:ext cx="14976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4528CB4-39FE-9C94-9C5E-468D182CE370}"/>
              </a:ext>
            </a:extLst>
          </p:cNvPr>
          <p:cNvGrpSpPr/>
          <p:nvPr/>
        </p:nvGrpSpPr>
        <p:grpSpPr>
          <a:xfrm>
            <a:off x="2436278" y="3882743"/>
            <a:ext cx="312840" cy="254520"/>
            <a:chOff x="2436278" y="3882743"/>
            <a:chExt cx="31284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8DC9483-E578-D5AA-A929-C212B90E44B3}"/>
                    </a:ext>
                  </a:extLst>
                </p14:cNvPr>
                <p14:cNvContentPartPr/>
                <p14:nvPr/>
              </p14:nvContentPartPr>
              <p14:xfrm>
                <a:off x="2506118" y="3894983"/>
                <a:ext cx="243000" cy="38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8DC9483-E578-D5AA-A929-C212B90E44B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497478" y="3886343"/>
                  <a:ext cx="260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AA70DC7-9274-6C4F-73E8-7F7A9F938B8D}"/>
                    </a:ext>
                  </a:extLst>
                </p14:cNvPr>
                <p14:cNvContentPartPr/>
                <p14:nvPr/>
              </p14:nvContentPartPr>
              <p14:xfrm>
                <a:off x="2436278" y="3957623"/>
                <a:ext cx="261000" cy="36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AA70DC7-9274-6C4F-73E8-7F7A9F938B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427278" y="3948983"/>
                  <a:ext cx="278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FFC348D-CBD7-12D3-D7F5-9EC2E9523B92}"/>
                    </a:ext>
                  </a:extLst>
                </p14:cNvPr>
                <p14:cNvContentPartPr/>
                <p14:nvPr/>
              </p14:nvContentPartPr>
              <p14:xfrm>
                <a:off x="2579918" y="3882743"/>
                <a:ext cx="6840" cy="254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FFC348D-CBD7-12D3-D7F5-9EC2E9523B9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571278" y="3874103"/>
                  <a:ext cx="244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49F1B64-91D8-7BD2-FCCC-AC998EA040BF}"/>
                    </a:ext>
                  </a:extLst>
                </p14:cNvPr>
                <p14:cNvContentPartPr/>
                <p14:nvPr/>
              </p14:nvContentPartPr>
              <p14:xfrm>
                <a:off x="2529158" y="3904703"/>
                <a:ext cx="154800" cy="126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49F1B64-91D8-7BD2-FCCC-AC998EA040B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20518" y="3895703"/>
                  <a:ext cx="172440" cy="14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4063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HANA Cloud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1B822-FD1F-30ED-76E7-5E494D6E61DA}"/>
              </a:ext>
            </a:extLst>
          </p:cNvPr>
          <p:cNvSpPr txBox="1"/>
          <p:nvPr/>
        </p:nvSpPr>
        <p:spPr>
          <a:xfrm>
            <a:off x="405781" y="974164"/>
            <a:ext cx="11161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is a fully managed, in-memory, cloud database as a service (DBaaS). It is the cloud-based data foundation for SAP Business Technology Platform. With SAP HANA Cloud you can create, run, and extend new and existing applications.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includes a number of software components. The core component is SAP HANA Database, but other components can be added at any time, such as a data lake.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E0C3-2785-33E1-C2AE-1D0F297AB256}"/>
              </a:ext>
            </a:extLst>
          </p:cNvPr>
          <p:cNvSpPr txBox="1"/>
          <p:nvPr/>
        </p:nvSpPr>
        <p:spPr>
          <a:xfrm>
            <a:off x="405780" y="2451492"/>
            <a:ext cx="58342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Key Components of SAP HANA Cloud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There are four key components of SAP HANA Cloud: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SAP HANA Database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In-memory database with built-in advanced analytics (spatial, graph, text, etc.)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data lake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Store and query large data sets and most file types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Support for extreme –performance transactional applications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 replication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Bi-directional real time data replication across databases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110644-46D4-5748-42EC-748B8BEA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6" r="15934"/>
          <a:stretch/>
        </p:blipFill>
        <p:spPr bwMode="auto">
          <a:xfrm>
            <a:off x="6454452" y="2252115"/>
            <a:ext cx="5212531" cy="43087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23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A0C-49FC-7BA3-CF59-A7C15038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HANA Cloud v/s On-premise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C22E48-21CE-5727-AE45-AAC559F4D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r="4389"/>
          <a:stretch/>
        </p:blipFill>
        <p:spPr bwMode="auto">
          <a:xfrm>
            <a:off x="163242" y="2276872"/>
            <a:ext cx="6278151" cy="360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D2028-068C-7296-D417-1CF7F3B9981E}"/>
              </a:ext>
            </a:extLst>
          </p:cNvPr>
          <p:cNvSpPr txBox="1"/>
          <p:nvPr/>
        </p:nvSpPr>
        <p:spPr>
          <a:xfrm>
            <a:off x="6653380" y="1076543"/>
            <a:ext cx="5390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Feature Differences</a:t>
            </a:r>
          </a:p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compares very closely with SAP HANA on-premise in terms of features but there are some differences.</a:t>
            </a:r>
            <a:endParaRPr lang="en-US" sz="18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2A828B7-B381-42D5-A741-CD7079B2E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" r="2147"/>
          <a:stretch/>
        </p:blipFill>
        <p:spPr bwMode="auto">
          <a:xfrm>
            <a:off x="6753498" y="2276872"/>
            <a:ext cx="5190086" cy="383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CD8-99C5-715D-47B1-B722AF07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Schema in HANA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3BFF-9905-49BA-CDA8-491A130A9728}"/>
              </a:ext>
            </a:extLst>
          </p:cNvPr>
          <p:cNvSpPr txBox="1"/>
          <p:nvPr/>
        </p:nvSpPr>
        <p:spPr>
          <a:xfrm>
            <a:off x="338571" y="884478"/>
            <a:ext cx="11850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Schema – Is a mandatory database object of database which stores other database objects. 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It’s a logical separation of database objects.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 is home of all the runtime object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Security</a:t>
            </a: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DF3AC68-4734-9C09-3F5B-A68E318F20A5}"/>
              </a:ext>
            </a:extLst>
          </p:cNvPr>
          <p:cNvSpPr/>
          <p:nvPr/>
        </p:nvSpPr>
        <p:spPr>
          <a:xfrm>
            <a:off x="3251200" y="4572000"/>
            <a:ext cx="8432800" cy="1985818"/>
          </a:xfrm>
          <a:prstGeom prst="flowChartMagneticDisk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HANA  600GB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8302C-9592-6298-CC80-D07CD85A71B4}"/>
              </a:ext>
            </a:extLst>
          </p:cNvPr>
          <p:cNvSpPr/>
          <p:nvPr/>
        </p:nvSpPr>
        <p:spPr>
          <a:xfrm>
            <a:off x="3860800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D573D-9479-5606-E379-F344204ADF77}"/>
              </a:ext>
            </a:extLst>
          </p:cNvPr>
          <p:cNvSpPr/>
          <p:nvPr/>
        </p:nvSpPr>
        <p:spPr>
          <a:xfrm>
            <a:off x="6400799" y="3224645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5E973-27E9-815C-F666-ABA22AE46148}"/>
              </a:ext>
            </a:extLst>
          </p:cNvPr>
          <p:cNvSpPr/>
          <p:nvPr/>
        </p:nvSpPr>
        <p:spPr>
          <a:xfrm>
            <a:off x="8811491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S/4HANA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456D9-F5B2-364F-8358-081A37CF0A32}"/>
              </a:ext>
            </a:extLst>
          </p:cNvPr>
          <p:cNvCxnSpPr>
            <a:stCxn id="5" idx="2"/>
          </p:cNvCxnSpPr>
          <p:nvPr/>
        </p:nvCxnSpPr>
        <p:spPr>
          <a:xfrm flipH="1">
            <a:off x="4793673" y="3971636"/>
            <a:ext cx="4618" cy="692728"/>
          </a:xfrm>
          <a:prstGeom prst="straightConnector1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C2FA129-2D8A-4A91-6B3B-CC328101A3FE}"/>
              </a:ext>
            </a:extLst>
          </p:cNvPr>
          <p:cNvCxnSpPr>
            <a:cxnSpLocks/>
          </p:cNvCxnSpPr>
          <p:nvPr/>
        </p:nvCxnSpPr>
        <p:spPr>
          <a:xfrm>
            <a:off x="2004292" y="4828309"/>
            <a:ext cx="1246908" cy="510309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E5E059E-EB61-7991-66E4-B76378D45CC9}"/>
              </a:ext>
            </a:extLst>
          </p:cNvPr>
          <p:cNvSpPr/>
          <p:nvPr/>
        </p:nvSpPr>
        <p:spPr>
          <a:xfrm>
            <a:off x="4544291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A8368-9E25-7960-31FA-777489354C47}"/>
              </a:ext>
            </a:extLst>
          </p:cNvPr>
          <p:cNvSpPr/>
          <p:nvPr/>
        </p:nvSpPr>
        <p:spPr>
          <a:xfrm>
            <a:off x="6638636" y="4846781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ECC001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A8DE3-3559-C1BD-D746-6D5AF1FBAE8C}"/>
              </a:ext>
            </a:extLst>
          </p:cNvPr>
          <p:cNvSpPr/>
          <p:nvPr/>
        </p:nvSpPr>
        <p:spPr>
          <a:xfrm>
            <a:off x="9172863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SAPS4C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8CA6B91-6F24-F3A1-5739-8970D1C15756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6892058" y="4400548"/>
            <a:ext cx="892464" cy="1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729AECB-71DB-3B69-271E-9D8C01DDF96F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16200000" flipH="1">
            <a:off x="9382414" y="4338204"/>
            <a:ext cx="856673" cy="123536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7D824-B767-6D55-ACC8-B8B9FE76895A}"/>
              </a:ext>
            </a:extLst>
          </p:cNvPr>
          <p:cNvSpPr/>
          <p:nvPr/>
        </p:nvSpPr>
        <p:spPr>
          <a:xfrm>
            <a:off x="4544290" y="5837382"/>
            <a:ext cx="1399309" cy="517451"/>
          </a:xfrm>
          <a:prstGeom prst="rect">
            <a:avLst/>
          </a:prstGeom>
          <a:solidFill>
            <a:srgbClr val="F14124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6C57-7745-1FE5-9227-E054E963BBC9}"/>
              </a:ext>
            </a:extLst>
          </p:cNvPr>
          <p:cNvSpPr/>
          <p:nvPr/>
        </p:nvSpPr>
        <p:spPr>
          <a:xfrm>
            <a:off x="3251200" y="5082309"/>
            <a:ext cx="997527" cy="68118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9A7B03-0E45-C520-605C-FF4A229EC65B}"/>
              </a:ext>
            </a:extLst>
          </p:cNvPr>
          <p:cNvGrpSpPr/>
          <p:nvPr/>
        </p:nvGrpSpPr>
        <p:grpSpPr>
          <a:xfrm>
            <a:off x="7134383" y="5573524"/>
            <a:ext cx="284400" cy="60480"/>
            <a:chOff x="7134383" y="5573524"/>
            <a:chExt cx="284400" cy="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8FDB6C-5815-0A00-C001-BB777DFA20C5}"/>
                    </a:ext>
                  </a:extLst>
                </p14:cNvPr>
                <p14:cNvContentPartPr/>
                <p14:nvPr/>
              </p14:nvContentPartPr>
              <p14:xfrm>
                <a:off x="7134383" y="5573524"/>
                <a:ext cx="28440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F3F907-6AC8-9E5B-18A3-0322772232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5383" y="5564524"/>
                  <a:ext cx="302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E8E2BB-AF00-7485-B4FF-D8C379630C01}"/>
                    </a:ext>
                  </a:extLst>
                </p14:cNvPr>
                <p14:cNvContentPartPr/>
                <p14:nvPr/>
              </p14:nvContentPartPr>
              <p14:xfrm>
                <a:off x="7157423" y="5623564"/>
                <a:ext cx="229680" cy="1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9170FC-C85B-7048-08A3-6118F66FD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48783" y="5614564"/>
                  <a:ext cx="247320" cy="2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C1E59-BF40-61BD-2778-D1F7EEACDEDE}"/>
              </a:ext>
            </a:extLst>
          </p:cNvPr>
          <p:cNvSpPr/>
          <p:nvPr/>
        </p:nvSpPr>
        <p:spPr>
          <a:xfrm>
            <a:off x="693812" y="4365104"/>
            <a:ext cx="1422470" cy="717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F7F230-C806-6E21-22EE-26497A2D3C3A}"/>
                  </a:ext>
                </a:extLst>
              </p14:cNvPr>
              <p14:cNvContentPartPr/>
              <p14:nvPr/>
            </p14:nvContentPartPr>
            <p14:xfrm>
              <a:off x="7890015" y="2687710"/>
              <a:ext cx="1440" cy="1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F7F230-C806-6E21-22EE-26497A2D3C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881375" y="267871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133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611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23586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555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848172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AF90-E623-BB88-6CCD-1830BB1A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time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92AA2931-853A-434B-3245-46E773FF9620}"/>
                  </a:ext>
                </a:extLst>
              </p14:cNvPr>
              <p14:cNvContentPartPr/>
              <p14:nvPr/>
            </p14:nvContentPartPr>
            <p14:xfrm>
              <a:off x="7565558" y="5648903"/>
              <a:ext cx="360" cy="3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92AA2931-853A-434B-3245-46E773FF962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556918" y="564026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PNG Mickey Mouse Disney Round Logo | Citypng">
            <a:extLst>
              <a:ext uri="{FF2B5EF4-FFF2-40B4-BE49-F238E27FC236}">
                <a16:creationId xmlns:a16="http://schemas.microsoft.com/office/drawing/2014/main" id="{DEDB62D9-B2D4-A2EA-45E3-94F4A10FB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908" y="177356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nald duck cartoon 22026266 Vector Art at Vecteezy">
            <a:extLst>
              <a:ext uri="{FF2B5EF4-FFF2-40B4-BE49-F238E27FC236}">
                <a16:creationId xmlns:a16="http://schemas.microsoft.com/office/drawing/2014/main" id="{46010C6D-1E6A-668E-8F6A-1479DAB4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583" y="177356"/>
            <a:ext cx="503590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325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 – HANA Cloud Integration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33051-A262-4738-BE23-009A377F6D2B}"/>
              </a:ext>
            </a:extLst>
          </p:cNvPr>
          <p:cNvSpPr txBox="1"/>
          <p:nvPr/>
        </p:nvSpPr>
        <p:spPr>
          <a:xfrm>
            <a:off x="189756" y="908720"/>
            <a:ext cx="1180931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Pre-requisites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Check the version of CDS (which must be &gt; 2.0)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–v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Start a HANA cloud instance in SAP BTP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Main steps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configuration to our app, which tell cap framework that the default </a:t>
            </a:r>
            <a:r>
              <a:rPr lang="en-US" sz="1800" dirty="0" err="1">
                <a:solidFill>
                  <a:schemeClr val="bg1"/>
                </a:solidFill>
              </a:rPr>
              <a:t>db</a:t>
            </a:r>
            <a:r>
              <a:rPr lang="en-US" sz="1800" dirty="0">
                <a:solidFill>
                  <a:schemeClr val="bg1"/>
                </a:solidFill>
              </a:rPr>
              <a:t> is now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–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add </a:t>
            </a:r>
            <a:r>
              <a:rPr lang="en-US" sz="1800" b="1" dirty="0" err="1">
                <a:solidFill>
                  <a:schemeClr val="bg1"/>
                </a:solidFill>
              </a:rPr>
              <a:t>hana</a:t>
            </a:r>
            <a:endParaRPr lang="en-US" sz="18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2.   Add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deployment format name to our project under </a:t>
            </a:r>
            <a:r>
              <a:rPr lang="en-IN" sz="1600" dirty="0" err="1">
                <a:solidFill>
                  <a:schemeClr val="bg1"/>
                </a:solidFill>
              </a:rPr>
              <a:t>cds</a:t>
            </a:r>
            <a:r>
              <a:rPr lang="en-IN" sz="1600" dirty="0">
                <a:solidFill>
                  <a:schemeClr val="bg1"/>
                </a:solidFill>
              </a:rPr>
              <a:t> section as below inside </a:t>
            </a:r>
            <a:r>
              <a:rPr lang="en-IN" sz="1600" dirty="0" err="1">
                <a:solidFill>
                  <a:schemeClr val="bg1"/>
                </a:solidFill>
              </a:rPr>
              <a:t>package.json</a:t>
            </a:r>
            <a:r>
              <a:rPr lang="en-IN" sz="1600" dirty="0">
                <a:solidFill>
                  <a:schemeClr val="bg1"/>
                </a:solidFill>
              </a:rPr>
              <a:t> file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hana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":{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"deploy-format":"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hdbtable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3. Since the first step added the </a:t>
            </a:r>
            <a:r>
              <a:rPr lang="en-IN" sz="1600" dirty="0" err="1">
                <a:solidFill>
                  <a:schemeClr val="bg1"/>
                </a:solidFill>
              </a:rPr>
              <a:t>hdb</a:t>
            </a:r>
            <a:r>
              <a:rPr lang="en-IN" sz="1600" dirty="0">
                <a:solidFill>
                  <a:schemeClr val="bg1"/>
                </a:solidFill>
              </a:rPr>
              <a:t> node module, we need to install it. Run </a:t>
            </a:r>
            <a:r>
              <a:rPr lang="en-IN" sz="1600" b="1" dirty="0" err="1">
                <a:solidFill>
                  <a:schemeClr val="bg1"/>
                </a:solidFill>
              </a:rPr>
              <a:t>npm</a:t>
            </a:r>
            <a:r>
              <a:rPr lang="en-IN" sz="1600" b="1" dirty="0">
                <a:solidFill>
                  <a:schemeClr val="bg1"/>
                </a:solidFill>
              </a:rPr>
              <a:t> install</a:t>
            </a:r>
          </a:p>
          <a:p>
            <a:r>
              <a:rPr lang="en-IN" sz="1600" dirty="0">
                <a:solidFill>
                  <a:schemeClr val="bg1"/>
                </a:solidFill>
              </a:rPr>
              <a:t>4. We need to perform a build, which will create all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files which will be deployed to HANA cloud.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build --production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5. We need to login to cloud foundry from BAS – </a:t>
            </a:r>
            <a:r>
              <a:rPr lang="en-IN" sz="1600" b="1" dirty="0" err="1">
                <a:solidFill>
                  <a:schemeClr val="bg1"/>
                </a:solidFill>
              </a:rPr>
              <a:t>cf</a:t>
            </a:r>
            <a:r>
              <a:rPr lang="en-IN" sz="1600" b="1" dirty="0">
                <a:solidFill>
                  <a:schemeClr val="bg1"/>
                </a:solidFill>
              </a:rPr>
              <a:t> login</a:t>
            </a:r>
          </a:p>
          <a:p>
            <a:r>
              <a:rPr lang="en-IN" sz="1600" dirty="0">
                <a:solidFill>
                  <a:schemeClr val="bg1"/>
                </a:solidFill>
              </a:rPr>
              <a:t>6. Finally we need to deploy the DB and everything to SAP HANA Cloud –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deploy --to </a:t>
            </a:r>
            <a:r>
              <a:rPr lang="en-IN" sz="1600" b="1" dirty="0" err="1">
                <a:solidFill>
                  <a:schemeClr val="bg1"/>
                </a:solidFill>
              </a:rPr>
              <a:t>hana:batman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7. We fixed issues related to excel format of HANA and changed the size of field </a:t>
            </a:r>
            <a:r>
              <a:rPr lang="en-IN" sz="1600" dirty="0" err="1">
                <a:solidFill>
                  <a:schemeClr val="bg1"/>
                </a:solidFill>
              </a:rPr>
              <a:t>bankid</a:t>
            </a:r>
            <a:r>
              <a:rPr lang="en-IN" sz="1600" dirty="0">
                <a:solidFill>
                  <a:schemeClr val="bg1"/>
                </a:solidFill>
              </a:rPr>
              <a:t> for employee, redo the build and deploy</a:t>
            </a:r>
          </a:p>
          <a:p>
            <a:r>
              <a:rPr lang="en-IN" sz="1600" dirty="0">
                <a:solidFill>
                  <a:schemeClr val="bg1"/>
                </a:solidFill>
              </a:rPr>
              <a:t>8. If deployment worked, a new file </a:t>
            </a:r>
            <a:r>
              <a:rPr lang="en-IN" sz="1600" b="1" dirty="0" err="1">
                <a:solidFill>
                  <a:schemeClr val="bg1"/>
                </a:solidFill>
              </a:rPr>
              <a:t>cdsrc-private.json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gets created automatically, this file contain the information about which container in SAP BTP HANA Cloud to connect to. And the private key is stored in this file.</a:t>
            </a:r>
          </a:p>
          <a:p>
            <a:r>
              <a:rPr lang="en-IN" sz="1600" dirty="0">
                <a:solidFill>
                  <a:schemeClr val="bg1"/>
                </a:solidFill>
              </a:rPr>
              <a:t>9. Provide the credentials which will be used to connect database, start using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watch --profile hybrid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"credentials": 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"database": "batman-key"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F904-4406-686B-3203-C9A6C598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B9971-F9C7-F277-4BC3-F454E1F97CC9}"/>
              </a:ext>
            </a:extLst>
          </p:cNvPr>
          <p:cNvSpPr txBox="1"/>
          <p:nvPr/>
        </p:nvSpPr>
        <p:spPr>
          <a:xfrm>
            <a:off x="191294" y="1053357"/>
            <a:ext cx="11590269" cy="120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621"/>
            <a:r>
              <a:rPr lang="en-US" sz="2399" dirty="0">
                <a:solidFill>
                  <a:prstClr val="white"/>
                </a:solidFill>
                <a:latin typeface="Segoe UI"/>
              </a:rPr>
              <a:t>Solution</a:t>
            </a:r>
          </a:p>
          <a:p>
            <a:pPr defTabSz="1218621"/>
            <a:r>
              <a:rPr lang="en-US" sz="2399" dirty="0">
                <a:solidFill>
                  <a:prstClr val="black"/>
                </a:solidFill>
                <a:latin typeface="Segoe UI"/>
                <a:hlinkClick r:id="rId2"/>
              </a:rPr>
              <a:t>https://github.com/soyuztechnologies/BTP_Architect_Training/blob/master/Day%203/04approuter.zip</a:t>
            </a:r>
            <a:r>
              <a:rPr lang="en-US" sz="2399" dirty="0">
                <a:solidFill>
                  <a:prstClr val="black"/>
                </a:solidFill>
                <a:latin typeface="Segoe UI"/>
              </a:rPr>
              <a:t> </a:t>
            </a:r>
          </a:p>
        </p:txBody>
      </p:sp>
      <p:pic>
        <p:nvPicPr>
          <p:cNvPr id="3074" name="Picture 2" descr="SAP Cloud Platform Backend service: Tutorial [26]: App Router (3): route to  Backend service | SAP Blogs">
            <a:extLst>
              <a:ext uri="{FF2B5EF4-FFF2-40B4-BE49-F238E27FC236}">
                <a16:creationId xmlns:a16="http://schemas.microsoft.com/office/drawing/2014/main" id="{4B83CEFD-EBF6-A6F3-77E8-E6278356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822" y="2506215"/>
            <a:ext cx="4942188" cy="380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993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7897</TotalTime>
  <Words>1331</Words>
  <Application>Microsoft Office PowerPoint</Application>
  <PresentationFormat>Custom</PresentationFormat>
  <Paragraphs>147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Amasis MT Pro Black</vt:lpstr>
      <vt:lpstr>Arial</vt:lpstr>
      <vt:lpstr>Arial Black</vt:lpstr>
      <vt:lpstr>Calibri</vt:lpstr>
      <vt:lpstr>Consolas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11</vt:lpstr>
      <vt:lpstr>Challenges</vt:lpstr>
      <vt:lpstr>Git and Git HUB</vt:lpstr>
      <vt:lpstr>Introduction to HANA Cloud</vt:lpstr>
      <vt:lpstr>HANA Cloud v/s On-premise</vt:lpstr>
      <vt:lpstr>What is Schema in HANA</vt:lpstr>
      <vt:lpstr>HDI Container</vt:lpstr>
      <vt:lpstr>Hands on - Create HANA Cloud Instance</vt:lpstr>
      <vt:lpstr>HDI Container</vt:lpstr>
      <vt:lpstr>Hands on - Create HANA Cloud Instance</vt:lpstr>
      <vt:lpstr>Design time</vt:lpstr>
      <vt:lpstr>Hands on – HANA Cloud Integration</vt:lpstr>
      <vt:lpstr>Hands on: App Router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287</cp:revision>
  <dcterms:created xsi:type="dcterms:W3CDTF">2013-09-12T13:05:01Z</dcterms:created>
  <dcterms:modified xsi:type="dcterms:W3CDTF">2026-01-29T07:53:42Z</dcterms:modified>
</cp:coreProperties>
</file>