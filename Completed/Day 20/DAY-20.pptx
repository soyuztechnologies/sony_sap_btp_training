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notesSlides/notesSlide6.xml" ContentType="application/vnd.openxmlformats-officedocument.presentationml.notesSlide+xml"/>
  <Override PartName="/ppt/ink/ink2.xml" ContentType="application/inkml+xml"/>
  <Override PartName="/ppt/notesSlides/notesSlide7.xml" ContentType="application/vnd.openxmlformats-officedocument.presentationml.notesSlide+xml"/>
  <Override PartName="/ppt/ink/ink3.xml" ContentType="application/inkml+xml"/>
  <Override PartName="/ppt/notesSlides/notesSlide8.xml" ContentType="application/vnd.openxmlformats-officedocument.presentationml.notesSlide+xml"/>
  <Override PartName="/ppt/ink/ink4.xml" ContentType="application/inkml+xml"/>
  <Override PartName="/ppt/notesSlides/notesSlide9.xml" ContentType="application/vnd.openxmlformats-officedocument.presentationml.notesSlide+xml"/>
  <Override PartName="/ppt/ink/ink5.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6.xml" ContentType="application/inkml+xml"/>
  <Override PartName="/ppt/notesSlides/notesSlide12.xml" ContentType="application/vnd.openxmlformats-officedocument.presentationml.notesSlide+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notesSlides/notesSlide13.xml" ContentType="application/vnd.openxmlformats-officedocument.presentationml.notesSlide+xml"/>
  <Override PartName="/ppt/ink/ink116.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notesSlides/notesSlide18.xml" ContentType="application/vnd.openxmlformats-officedocument.presentationml.notesSlide+xml"/>
  <Override PartName="/ppt/ink/ink124.xml" ContentType="application/inkml+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Lst>
  <p:notesMasterIdLst>
    <p:notesMasterId r:id="rId26"/>
  </p:notesMasterIdLst>
  <p:sldIdLst>
    <p:sldId id="256" r:id="rId4"/>
    <p:sldId id="402" r:id="rId5"/>
    <p:sldId id="276" r:id="rId6"/>
    <p:sldId id="295" r:id="rId7"/>
    <p:sldId id="296" r:id="rId8"/>
    <p:sldId id="297" r:id="rId9"/>
    <p:sldId id="298" r:id="rId10"/>
    <p:sldId id="299" r:id="rId11"/>
    <p:sldId id="300" r:id="rId12"/>
    <p:sldId id="301" r:id="rId13"/>
    <p:sldId id="303" r:id="rId14"/>
    <p:sldId id="423" r:id="rId15"/>
    <p:sldId id="306" r:id="rId16"/>
    <p:sldId id="427" r:id="rId17"/>
    <p:sldId id="307" r:id="rId18"/>
    <p:sldId id="424" r:id="rId19"/>
    <p:sldId id="425" r:id="rId20"/>
    <p:sldId id="426" r:id="rId21"/>
    <p:sldId id="428" r:id="rId22"/>
    <p:sldId id="1210" r:id="rId23"/>
    <p:sldId id="419" r:id="rId24"/>
    <p:sldId id="409" r:id="rId25"/>
  </p:sldIdLst>
  <p:sldSz cx="12188825" cy="6858000"/>
  <p:notesSz cx="6858000" cy="9144000"/>
  <p:embeddedFontLst>
    <p:embeddedFont>
      <p:font typeface="Arial Black" panose="020B0A04020102020204" pitchFamily="34" charset="0"/>
      <p:regular r:id="rId27"/>
      <p:bold r:id="rId28"/>
    </p:embeddedFont>
    <p:embeddedFont>
      <p:font typeface="Cambria" panose="02040503050406030204" pitchFamily="18" charset="0"/>
      <p:regular r:id="rId29"/>
      <p:bold r:id="rId30"/>
      <p:italic r:id="rId31"/>
      <p:boldItalic r:id="rId32"/>
    </p:embeddedFont>
    <p:embeddedFont>
      <p:font typeface="Cooper Black" panose="0208090404030B020404" pitchFamily="18" charset="0"/>
      <p:regular r:id="rId33"/>
    </p:embeddedFont>
    <p:embeddedFont>
      <p:font typeface="Corben" panose="020B0604020202020204" charset="0"/>
      <p:bold r:id="rId34"/>
    </p:embeddedFont>
    <p:embeddedFont>
      <p:font typeface="Open Sans" panose="020B0606030504020204" pitchFamily="34" charset="0"/>
      <p:regular r:id="rId35"/>
      <p:bold r:id="rId36"/>
      <p:italic r:id="rId37"/>
      <p:boldItalic r:id="rId38"/>
    </p:embeddedFont>
    <p:embeddedFont>
      <p:font typeface="Quattrocento Sans" panose="020B0502050000020003" pitchFamily="34" charset="0"/>
      <p:regular r:id="rId39"/>
      <p:bold r:id="rId40"/>
      <p:italic r:id="rId41"/>
      <p:boldItalic r:id="rId42"/>
    </p:embeddedFont>
    <p:embeddedFont>
      <p:font typeface="Segoe UI" panose="020B0502040204020203" pitchFamily="34" charset="0"/>
      <p:regular r:id="rId43"/>
      <p:bold r:id="rId44"/>
      <p:italic r:id="rId45"/>
      <p:boldItalic r:id="rId46"/>
    </p:embeddedFont>
    <p:embeddedFont>
      <p:font typeface="Segoe UI Light" panose="020B0502040204020203" pitchFamily="34" charset="0"/>
      <p:regular r:id="rId47"/>
      <p: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18.xml"/><Relationship Id="rId34" Type="http://schemas.openxmlformats.org/officeDocument/2006/relationships/font" Target="fonts/font8.fntdata"/><Relationship Id="rId42" Type="http://schemas.openxmlformats.org/officeDocument/2006/relationships/font" Target="fonts/font16.fntdata"/><Relationship Id="rId47" Type="http://schemas.openxmlformats.org/officeDocument/2006/relationships/font" Target="fonts/font21.fntdata"/><Relationship Id="rId7" Type="http://schemas.openxmlformats.org/officeDocument/2006/relationships/slide" Target="slides/slide4.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3.fntdata"/><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font" Target="fonts/font19.fntdata"/><Relationship Id="rId5" Type="http://schemas.openxmlformats.org/officeDocument/2006/relationships/slide" Target="slides/slide2.xml"/><Relationship Id="rId203" Type="http://customschemas.google.com/relationships/presentationmetadata" Target="meta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5.fntdata"/><Relationship Id="rId44" Type="http://schemas.openxmlformats.org/officeDocument/2006/relationships/font" Target="fonts/font18.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48" Type="http://schemas.openxmlformats.org/officeDocument/2006/relationships/font" Target="fonts/font22.fntdata"/><Relationship Id="rId207" Type="http://schemas.openxmlformats.org/officeDocument/2006/relationships/tableStyles" Target="tableStyles.xml"/><Relationship Id="rId8" Type="http://schemas.openxmlformats.org/officeDocument/2006/relationships/slide" Target="slides/slide5.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font" Target="fonts/font20.fntdata"/><Relationship Id="rId20" Type="http://schemas.openxmlformats.org/officeDocument/2006/relationships/slide" Target="slides/slide17.xml"/><Relationship Id="rId41"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3.xml"/><Relationship Id="rId204" Type="http://schemas.openxmlformats.org/officeDocument/2006/relationships/presProps" Target="presProps.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font" Target="fonts/font2.fntdata"/><Relationship Id="rId36" Type="http://schemas.openxmlformats.org/officeDocument/2006/relationships/font" Target="fonts/font10.fntdata"/></Relationships>
</file>

<file path=ppt/ink/ink1.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2-16T06:17:49.750"/>
    </inkml:context>
    <inkml:brush xml:id="br0">
      <inkml:brushProperty name="width" value="0.05292" units="cm"/>
      <inkml:brushProperty name="height" value="0.05292" units="cm"/>
    </inkml:brush>
  </inkml:definitions>
  <inkml:trace contextRef="#ctx0" brushRef="#br0">15897 3439 0,'14'0'110,"105"0"-79,-40 0-31,-26 0 15,304 0 17,278 0-1,0 0 0,-530 0-15,28-13-1,-120-1 48,13 14-47,27 0 15,-40 0-16,1 0 79,12 0-31,40 0-32,93-26 0,66 13 0,13 13 1,0 0-1,-13 0 0,-146 0-15,67 0-1,-1-53 17,-26 53-17,132 0 17,27 26-1,13 14 0,0-80 0,27 40 1,-173 0-17,-13 0 16,-79-13 1,13-14-1,-52 14-31,-1 13 31,106 0 0,-106 0-31,238 0 32,-198 0-32,106 0 31,-14 0-15,54 0 15,39 27 0,-66-1 0,-119-26-31,39 0 32,54 0-1,-80 13-16,53 27 17,40-13-1,39-27 0,-53 0 0,-105 0 1,-27 0 61</inkml:trace>
  <inkml:trace contextRef="#ctx0" brushRef="#br0" timeOffset="24232.72">16162 4761 0,'-13'0'78,"66"27"-47,66-27-15,39-40-1,305 40 17,-225 0-17,199 0 17,-173 0-1,-145 0 0,-53 0 0,-26-13-31,0 13 63,79 0-32,-40 0-15,-13 0 15,-53 0-15,27 13 15,-27-13 0,1 0 16,38 0-16,-12 0 0,-27 0 1,1 0 15,-1 13 31</inkml:trace>
  <inkml:trace contextRef="#ctx0" brushRef="#br0" timeOffset="25842.3">15725 5727 0,'133'0'63,"-54"0"-47,331 0-1,-225 0 1,238 0-1,-343 0 1,39 0 0,-106 0-1</inkml:trace>
  <inkml:trace contextRef="#ctx0" brushRef="#br0" timeOffset="26494.43">18622 5687 0,'26'0'32,"-13"0"-17,173 0 1,-41 0-1,424 0 1,-410 0 0,224-1032-1,-317 2024 1,-26-1005 0,-93 13 15,-79 0 0</inkml:trace>
  <inkml:trace contextRef="#ctx0" brushRef="#br0" timeOffset="47423.63">14800 7657 0,'66'0'31,"-27"0"-15,305 0-1,-159 0 1,344 0 0,-343 0-1,-81 0-15,94 0 31,-160 0-31,-25 0 16</inkml:trace>
  <inkml:trace contextRef="#ctx0" brushRef="#br0" timeOffset="48077.45">18741 7604 0,'0'0'0,"92"0"31,292 40-15,410-40 15,-213 0 0,-475 0 0,-93 13 16,1 1 16,39-14-63</inkml:trace>
  <inkml:trace contextRef="#ctx0" brushRef="#br0" timeOffset="48519.98">22576 7763 0,'0'0'0,"159"13"15,238 27 1,-212-40 0,344 0 15,172 0 0,-595 0-31,92-40 31,-171 40 1</inkml:trace>
  <inkml:trace contextRef="#ctx0" brushRef="#br0" timeOffset="50935.82">13292 8491 0,'0'0'0,"92"-14"15,-52 1-15,185 13 32,198 0-1,-145 0-15,277 0 15,14-53 0,92 53 0,-502 0-15,159 0 0,-133 0-16,344 0 31,79 0 0,-502 0-31,225 0 31,158 80 1,-132-80-1,-79-67 0,-120 67 0,94 0 1,-199 0-32,26 0 31</inkml:trace>
  <inkml:trace contextRef="#ctx0" brushRef="#br0" timeOffset="54217.41">13834 9324 0,'0'0'0,"53"0"32,40 0-17,-41 0-15,147 0 31,-40 0-15,-40 0-16,198 26 31,106 14 1,-158-40-17,237 0 16,41 0 1,-67 0-1,-212 0 0,14 0 0,-185 26-31,-14-26 16,185 13 15,41-13 1,25-13-1,-92 13 0,80 0 0,-93 0-15,39 0 15,-118-26-15,-27-14 15,53 40 0,-14 0 1,-25-13-1,-54 0 0,-39 13 0,-27 0 1,0 0-1</inkml:trace>
  <inkml:trace contextRef="#ctx0" brushRef="#br0" timeOffset="81734.63">14601 10263 0,'-13'-14'31,"145"-25"0,437 39 1,674 106-1,-105-54-16,-464-78 32,-608 26-15,-53 0 14,-13 13-46,0 0 16</inkml:trace>
  <inkml:trace contextRef="#ctx0" brushRef="#br0" timeOffset="96769.21">15699 11122 0,'79'-13'94,"583"13"-63,224 0 0,-225 0 0,-635 0-15,14 0 0</inkml:trace>
  <inkml:trace contextRef="#ctx0" brushRef="#br0" timeOffset="98103.48">21293 11069 0,'27'0'31,"39"0"-15,476 0 15,358 0 1,-1-26-1,-542 26 0,-331 0 0</inkml:trace>
  <inkml:trace contextRef="#ctx0" brushRef="#br0" timeOffset="103389.54">15871 11863 0,'66'0'32,"265"0"-1,-146 0-16,582 0 17,-370 0-1,-384 0 0,0-13 0</inkml:trace>
  <inkml:trace contextRef="#ctx0" brushRef="#br0" timeOffset="103983.41">19733 11836 0,'119'0'47,"952"14"-16,133-14 0,-768 26 1,-476-26 14,-13 0-30</inkml:trace>
  <inkml:trace contextRef="#ctx0" brushRef="#br0" timeOffset="104704.58">24230 11995 0,'26'0'16,"-52"0"-16,105 0 16,119 0-1,490 0 17,-463 0-17,410 0 1,-305 0 15,-316-13 0,-28 13 47,1-13-62</inkml:trace>
  <inkml:trace contextRef="#ctx0" brushRef="#br0" timeOffset="107721.02">14006 12709 0,'93'-13'78,"462"13"-47,-317 0-15,595 0 0,-568 0-1,237 0 1,-435 0 0,-54 0-1</inkml:trace>
  <inkml:trace contextRef="#ctx0" brushRef="#br0" timeOffset="108289.19">17855 12709 0,'0'0'0,"92"0"15,345 0 1,-252 0 0,344 27-1,-317-27 1,184 0-1,-330 0 1,53 0 0,-105 0 171</inkml:trace>
  <inkml:trace contextRef="#ctx0" brushRef="#br0" timeOffset="115392.7">19045 13661 0,'26'0'31,"41"0"-15,78-39 15,80-1-16,-40 40-15,423 0 32,-52 0-1,-543 0 0</inkml:trace>
  <inkml:trace contextRef="#ctx0" brushRef="#br0" timeOffset="116097.48">22127 13622 0,'0'0'32,"383"-27"-17,-198 27 17,503 0-1,-331 0 0,-317 0-15</inkml:trace>
</inkml:ink>
</file>

<file path=ppt/ink/ink2.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2-16T06:20:51.382"/>
    </inkml:context>
    <inkml:brush xml:id="br0">
      <inkml:brushProperty name="width" value="0.05292" units="cm"/>
      <inkml:brushProperty name="height" value="0.05292" units="cm"/>
    </inkml:brush>
  </inkml:definitions>
  <inkml:trace contextRef="#ctx0" brushRef="#br0">19878 3611 0,'0'-14'16,"53"-12"46,27 26-46,541 0-1,543 0 17,-450 0-1,-674-13 0</inkml:trace>
  <inkml:trace contextRef="#ctx0" brushRef="#br0" timeOffset="927.61">23529 3505 0,'79'-13'94,"13"13"-78,80 0-16,146 0 15,542 0 16,-570 0-15,345 0 0,-397 0 15,-224 0 110,-1 0-110,53 0 94</inkml:trace>
  <inkml:trace contextRef="#ctx0" brushRef="#br0" timeOffset="1494.1">27324 3611 0,'238'-27'31,"807"-12"1,40 39-1,-398 0 0,-634-14-15</inkml:trace>
  <inkml:trace contextRef="#ctx0" brushRef="#br0" timeOffset="5618.91">1627 4206 0,'0'-13'94,"39"13"-78,385 0-1,-239 0 1,370 0-1,14-40 17,-476 0-17,-1 27 1,-52 13 93</inkml:trace>
  <inkml:trace contextRef="#ctx0" brushRef="#br0" timeOffset="6416.87">5674 4166 0,'40'0'31,"12"0"-15,345-952-1,622 2023 16,-821-1071-15,318 0 0,-397 0 15</inkml:trace>
  <inkml:trace contextRef="#ctx0" brushRef="#br0" timeOffset="8435.87">13027 4285 0,'172'0'110,"199"0"-95,78 0 1,662 0 15,-899 0-15,158-13-1,-343 13 17</inkml:trace>
  <inkml:trace contextRef="#ctx0" brushRef="#br0" timeOffset="28556.36">3108 13000 0,'13'-26'32,"14"-1"-1,-14 14-15,0 0-1,0 13 16,-52 13 1,-120 66-1,119-52-15,-79 131-1,80 94 16,65-146-15,80 13 0,264-14 15,-304-118-15,186-93-1,-41-158 16,-184 198-15,-14 0-16,0-146 16,-132-39 15,-159 198 0,-13 119 0</inkml:trace>
  <inkml:trace contextRef="#ctx0" brushRef="#br0" timeOffset="28968.94">2976 13397 0,'-13'-13'31,"26"26"-31,26 40 32,-12-40-32,79 13 31,52-39 0,-91-26-15,-41-67 15,-52 79-15</inkml:trace>
  <inkml:trace contextRef="#ctx0" brushRef="#br0" timeOffset="29199.07">3055 13212 0,'0'0'16,"-26"0"-1,39-14 16,13 14-31</inkml:trace>
  <inkml:trace contextRef="#ctx0" brushRef="#br0" timeOffset="29381.31">3399 13146 0,'13'0'31,"-26"0"-31,39 13 31</inkml:trace>
  <inkml:trace contextRef="#ctx0" brushRef="#br0" timeOffset="30115.17">2989 13899 0,'0'0'0,"0"-13"16,13-13-16,0-1 15,-26 67 16,13-14-15,-66 133 0,53-119-1,-14-1-15,-25 120 16,25-80 15,120-92 0,-54 13-15,173-13 0,-146 13-1,159 13 1,-185-13 0,79 13-1,-106-13 1,0 0-16,14 0 15,-27-13 1,13-66 0,-13 52-1,-13-118 1,13 105 0,-53-92-1,39 106 1,1-1-16,-40-26 15,53 40 1,-13 13 0,13 13-1,13 0-15</inkml:trace>
  <inkml:trace contextRef="#ctx0" brushRef="#br0" timeOffset="31042.85">4497 14508 0,'-13'0'31,"26"0"0,93 26 1,-67-13-32,226 1 31,39-1-15,437 0 15,502-26 0,-26 0 0,92-1 1,-1031 14-32,780 0 31,383 14 0,-1044-14-15,304 13 15,-503-13-15,-184 0 15</inkml:trace>
  <inkml:trace contextRef="#ctx0" brushRef="#br0" timeOffset="35871.21">5224 14362 0,'13'-13'16,"1"-13"15,39 65 0,13 54 0,-53-40 1,-40-80-1,41-105 0,25 66-15,54 13 15,-80 66-31</inkml:trace>
  <inkml:trace contextRef="#ctx0" brushRef="#br0" timeOffset="36321.92">6176 14336 0,'-13'-13'16,"26"26"-16,-13-40 31,80 41 0,-41 105 0,-39-93-15,-13 27 15,13-93 1,93-118-1,26 78-16</inkml:trace>
  <inkml:trace contextRef="#ctx0" brushRef="#br0" timeOffset="36742.31">6957 14375 0,'-40'-13'15,"80"26"-15,-106-65 32,79 78-1,40 67 0,-27-41-15,-26-38 15,0-67 0,40-79 0,39 52 1,-66 80-32</inkml:trace>
  <inkml:trace contextRef="#ctx0" brushRef="#br0" timeOffset="37130.87">7618 14323 0,'0'0'0,"-13"-14"15,13 1 1,26 40 15,-13-14-15,27 53-1,-40-53 1,0 27 0,-13-53 15,13-14-16,26-79 1,-12 80 0,65-53-1,-66 79 1,0 0-16</inkml:trace>
  <inkml:trace contextRef="#ctx0" brushRef="#br0" timeOffset="37531.31">8187 14323 0,'0'0'0,"0"-27"15,0 40 17,13 1-17,13 52 1,-12-53 0,-14 13-16,13 14 15,0-27 16,-13-92 1,0 52-17,66-78 1,-39 91 0,-14 1-16,27 13 15</inkml:trace>
  <inkml:trace contextRef="#ctx0" brushRef="#br0" timeOffset="37930.62">8980 14349 0,'0'-26'16,"0"39"31,13 26-31,-13-25-16,14 39 15,-14-40 1,0 26-1,0-65 17,0 13-17,26-67 1,-13 54 0,67-67-1,-41 80 1,-25 13-16</inkml:trace>
  <inkml:trace contextRef="#ctx0" brushRef="#br0" timeOffset="38540.94">10025 14270 0,'0'0'16,"-13"-14"-1,26 14 17,53 80-1,-39 12 0,-67-39 0,-13-66 1,93-93-1,92-13 0,-53 93-15</inkml:trace>
  <inkml:trace contextRef="#ctx0" brushRef="#br0" timeOffset="38959.98">10620 14309 0,'0'0'15,"-13"-26"1,39 39 15,14 14-15,-27 65 15,-39-39 0,-1-66 1,80-93-1,53 0 0,-79 93-31</inkml:trace>
  <inkml:trace contextRef="#ctx0" brushRef="#br0" timeOffset="39362.1">11295 14336 0,'-27'-13'31,"54"26"-31,-40 0 31,65 80 1,-52-27-1,-39-66 0,26-80 0,26 54-31,40-80 32,52 53-17</inkml:trace>
  <inkml:trace contextRef="#ctx0" brushRef="#br0" timeOffset="39770.08">11916 14349 0,'0'-13'31,"0"26"-31,14-39 16,12 39 0,27 106 15,-40-40 0,-52-66 0,12-92 1,106-66-1,54 92-15</inkml:trace>
  <inkml:trace contextRef="#ctx0" brushRef="#br0" timeOffset="40183.12">12498 14389 0,'-13'0'16,"26"0"-16,-26-27 16,53 54 15,-14-14-15,14 66-1,-40-66 1,13 54-1,-26-54 1,-27-13 0,40-66 15,0 39-15,80-79-1,-54 80 1,40-14-1</inkml:trace>
  <inkml:trace contextRef="#ctx0" brushRef="#br0" timeOffset="40616.08">12935 14389 0,'0'0'0,"-13"-14"16,79 41 15,13 79 0,-66-80-15,14 40 0,-27-52-1,-27-1 1,14-13 0,0-13-16,0-40 15,13 26-15,52-92 31,1 66-15,40 14 0,-67 39-1,1 0 1</inkml:trace>
  <inkml:trace contextRef="#ctx0" brushRef="#br0" timeOffset="52773.71">4748 14217 0,'13'0'16,"-26"26"93,13 54-77,26-28-17,54-25 17,-40-27-17,12-93 16,-78 14 1,-14 66-17,27 13-15,-53 13 32,39 13-32</inkml:trace>
  <inkml:trace contextRef="#ctx0" brushRef="#br0" timeOffset="53286.92">4285 14296 0,'0'0'0,"-13"13"16,13 1-16,-13 52 16,26-53-1,27 27 1,-27-40-1,53 0 1,-53 0 0,0-14-16,27-12 15,-40 13 1,-26-40 0,-1 40-1,1-1-15</inkml:trace>
  <inkml:trace contextRef="#ctx0" brushRef="#br0" timeOffset="53810.84">4206 14217 0,'-13'0'16,"26"0"-16,-40 53 62,14-40-46,13 13-16,-26 54 15,26-54-15,-27 40 32,27-26-1,27-53 0,-14-1-31</inkml:trace>
  <inkml:trace contextRef="#ctx0" brushRef="#br0" timeOffset="54212.14">4219 14296 0,'0'0'0,"0"-26"32,13 26-17,27-14 16,52 14 1,-39 53-1,-39-26-15,-1-14-16,0 40 31,14-13 0,-14-40 0,0-40 1,0 27-32,14-27 31,26 0 0,-40 40-15</inkml:trace>
  <inkml:trace contextRef="#ctx0" brushRef="#br0" timeOffset="55632.07">4655 14309 0,'0'0'0,"119"0"32,27 0-1,-53 0 0,-54-13 0,-39 26 63,0 1-63,13 12 1,1-13-1,-14-26 31,0 0-46,13 0 0,13-40 15,-12 13 0,-1 0 0,-13 1 1,-13-1-1,-1 14 0,14-14 0,-13 13 1,13 14-17,0 0 1,-26-13 15,-1 26 0,1-27 1,13 27-32,-14-40 31,14 27-16,0 0 17,-1 13 15,1 0-32,-40 0 1,40 0-1,-40 26 1,40-26 0,0 14-1,-1-1 1,14 0 31,0-26 0,0-14-16,-13-12 0,13 25-15,0-52-1,0 53 1,0 0-16,0-40 16,0 40-1,-13-1032 1,-13 1997 15,12-952-15,-12-26-1,13 26 1,13-13-16,-27 13 16,1 0-1,-1 0 1,14 0-16</inkml:trace>
  <inkml:trace contextRef="#ctx0" brushRef="#br0" timeOffset="55764.87">4550 13556 0,'-14'0'15,"28"0"-15,-54 26 16,27-26-16,-14 40 31,1-27-15,-14 13-1,27-26 1</inkml:trace>
  <inkml:trace contextRef="#ctx0" brushRef="#br0" timeOffset="55875.78">4351 13688 0,'0'0'0,"-26"13"15,13 0-15,-27 27 31,40 0 1,0-1-1</inkml:trace>
  <inkml:trace contextRef="#ctx0" brushRef="#br0" timeOffset="56007.7">4272 13873 0,'0'0'15,"-27"40"1,14-27-1,0 13 1,0 14 0,-14 13 15,27-40-31</inkml:trace>
  <inkml:trace contextRef="#ctx0" brushRef="#br0" timeOffset="56137.8">4166 14098 0,'0'0'0,"-26"53"16,26-40-1,-14 53 1,28-26 0,25 26 15,-25-53-15</inkml:trace>
  <inkml:trace contextRef="#ctx0" brushRef="#br0" timeOffset="57710.73">5621 14561 0,'0'0'0,"-13"-14"15,-14 1 1,-39 13 0,-106 66 15,66 67 0,133-41 0,-1-79-15,14-13-16,66 0 16,92-13 15,-185 13-16,-52 0 1,-160 66 15,94-26-15,-67 105 15,145-65-15,93-41-1,159-25 17,-66-41-1,-172 27 0,-14 0-31,-198 93 31,133-54-15,12 28 0,94 12 15,52-66-15,66-13-1,-92-13-15,105-27 31,-132 40-15,-66 0 0,-118 93 15,131-67-15,-66 67-1,132-1 16,54-78-15,52-28 15,-132 1 1,-159 66-1,-26 79 0,159-105-31,-1 52 31,41-66-31,12 1 16,119 12 0,-52-26-1,13-13 1,-66-14 15,-173 80 0,94-26-31,-94 52 32,133 27-1,93-40 0,-53-66-15</inkml:trace>
  <inkml:trace contextRef="#ctx0" brushRef="#br0" timeOffset="64849.95">2698 13185 0,'-13'0'47,"-14"0"-16,-52 0 1,13-13-17,-199-132 16,199 92-15,-172-212 0,-26-198 15,224 371-15,-26-279-1,198-78 16,-66 369-31,0-12 16,278-199 0,40 93 15,-278 158-15,-67 27-16,41-14 31,-54 27 0,-39 0-15</inkml:trace>
  <inkml:trace contextRef="#ctx0" brushRef="#br0" timeOffset="65247.2">2672 10501 0,'0'-14'16,"0"28"30,66-1-14,-27-13-17,28 40 17,-67 26-1,-67 13 0,41-26 0,26-40-15</inkml:trace>
  <inkml:trace contextRef="#ctx0" brushRef="#br0" timeOffset="66908.91">1997 14521 0,'0'0'0,"-26"0"16,12 0-1,1 0 17,66-13-17,93-14 17,12 1-1,-118-1 0,-53 27-31,-40 0 16,40 14-1,-14 78 1,40 80 15,1-145-15,12 78-1,-13-65 17,-66-93-1,40 27-15,-66-27-1,66 53 1,-93 39-1,26 54 17,80-80-17,14 27 1,-1-40 0</inkml:trace>
  <inkml:trace contextRef="#ctx0" brushRef="#br0" timeOffset="67306.72">2420 14759 0,'0'0'0,"14"-13"15,-14 0 16,0 26 1,0 40-1,0-40-15,66 27-1,-53-40 1,27-27-1,-27 14 1,-13-80 0,-13 67-1,-54-14 1,28 40 0,-14 40-1,40-27 1,13 14-16,0-14 0</inkml:trace>
  <inkml:trace contextRef="#ctx0" brushRef="#br0" timeOffset="67828.92">2751 14706 0,'0'0'0,"-27"0"16,41 13 15,-1 1-15,13-1-1,1 0 1,-14-13 0,14-26-1,-14 12 1,0-39 0,-13 40-1,-40-26 1,27 39-16,0 0 15,-53 52 1,52-25 0,1 65-1,26-78 1,67 39 0,-40-53-1,92-27 1,-66-13-1</inkml:trace>
  <inkml:trace contextRef="#ctx0" brushRef="#br0" timeOffset="68936.13">3597 9972 0,'0'0'0,"-79"0"16,-40 66 15,93-27-15,12-12-16,-39 118 15,106 80 17,13-172-17,80 0 1,-93-53-16,198-93 31,-211 54-15,26-173-1,-185-66 17,-13 199-17,-80 172 16</inkml:trace>
  <inkml:trace contextRef="#ctx0" brushRef="#br0" timeOffset="69476.35">3452 10646 0,'0'13'16,"0"-26"-16,0 40 47,0 12-31,-40 80 15,1-13 0,52-40 0,93-39 1,66-41-1,-80 1-16,1 13 17,-80-53-1,-13 40-31,0-40 16,-27-92 15,27 79 0</inkml:trace>
  <inkml:trace contextRef="#ctx0" brushRef="#br0" timeOffset="69986.84">3571 10395 0,'0'13'31,"13"-13"0,0 0-31,27 27 31,92-1 1,-79-66-17</inkml:trace>
  <inkml:trace contextRef="#ctx0" brushRef="#br0" timeOffset="70275.92">3558 10223 0,'0'0'15,"-14"13"17,28-13-1,12 0 0</inkml:trace>
  <inkml:trace contextRef="#ctx0" brushRef="#br0" timeOffset="70581.33">3809 10249 0,'0'0'0,"0"14"31,13-14 0</inkml:trace>
  <inkml:trace contextRef="#ctx0" brushRef="#br0" timeOffset="71210.45">3809 9972 0,'0'0'0,"-40"-66"16,54 13 15,12 39-16,146-12 1,-119 13-16</inkml:trace>
  <inkml:trace contextRef="#ctx0" brushRef="#br0" timeOffset="71737.92">4378 10276 0,'0'0'0,"-14"-27"16,14 41 15,14-1-16,-14 13-15,26 107 16,-26-94 0</inkml:trace>
  <inkml:trace contextRef="#ctx0" brushRef="#br0" timeOffset="72022">4312 10435 0,'0'0'0,"-14"-40"16,-12-106-1,26 94 1,53 12 0,-27 40-1,1 0-15,118 40 16,-105-14-1,13 106 1,-53-92 0,-93 92-1,54-105 1,-1-14-16,-66 26 16,80-39-16</inkml:trace>
  <inkml:trace contextRef="#ctx0" brushRef="#br0" timeOffset="72403.39">4748 10342 0,'0'-26'31,"0"12"0,0 28-15,0 52-1,0-40 1,0-13-16,26 40 16,-12-40-1,52 1 1,-26-54-1,-40-66 17,-14 80-17,1 13-15,-40-1 16,0 54 15</inkml:trace>
  <inkml:trace contextRef="#ctx0" brushRef="#br0" timeOffset="72794.06">4999 10302 0,'0'0'0,"0"-53"15,0 40 1,14-13-1,-1 26-15,-13 13 16,53 66 0,-40-52-1,0 52 1,0-66 0,-26 1-1,0-81 16,13 15-15,40-28 0,-14 54-1,27 39 1,-27 13 0,-12 1-16,25 39 31</inkml:trace>
  <inkml:trace contextRef="#ctx0" brushRef="#br0" timeOffset="73243.07">5462 10197 0,'13'0'0,"-26"0"0,26-14 15,-13 1 1,-13 13-16,-26-13 31,12 26-15,1 53-1,12-26 1,14 13 0,0-40-1,40 13 1,13-39-1,-40 13 1,14-79 0,-14 52-1,-13-25 1,0 65 15,0 26-15,26 14-1,67-13 17,-80-53-17,27-27-15</inkml:trace>
  <inkml:trace contextRef="#ctx0" brushRef="#br0" timeOffset="73410.91">5634 9892 0,'-13'-26'15,"26"52"-15,-26-65 0,-14 52 16,27 0 0,0 14-16,14 78 15,25 81 17,1-107-17</inkml:trace>
  <inkml:trace contextRef="#ctx0" brushRef="#br0" timeOffset="73910.02">5991 10157 0,'0'0'0,"-13"-27"31,-40-12 0,-26 25 0,66 28-31,-40 52 32,39 40-1,107-80 0,-27-39-15,-39-14-16,65-118 31,-118-80 0,-40 119 0,39 133-15,40 171 15,67 14 1,-1-133-17</inkml:trace>
  <inkml:trace contextRef="#ctx0" brushRef="#br0" timeOffset="79358.03">5502 10712 0,'0'0'0,"-13"0"15,-1 0 17,41 27 15,13-14-32,39 53 1,-39-53-1,-1 27-15,107 53 16,12 26 0,-118-80-1,132 120 1,-132-106 0,92 172-1,-106-159 1,80 211-1,-79-210-15,-1 78 16,1 225 15,-41-224-15,-12 39 0,13-132-16,-14 158 31,27-171-16,-13 13 1,0-79 15</inkml:trace>
  <inkml:trace contextRef="#ctx0" brushRef="#br0" timeOffset="79754.05">6335 13066 0,'0'0'0,"13"13"32,27 40-1,26 13 0,-13-52-15,13-14 15,14-40 0,-54 0-15,0 14 15,-26 52 0,0 1-15</inkml:trace>
  <inkml:trace contextRef="#ctx0" brushRef="#br0" timeOffset="106435.25">1547 15433 0,'0'0'0,"-13"0"125,-40-13-94,27 13-15,-1 13-16,1-13 15,-172 80 1,92 26 15,106-93-15,79 53-1,-39-66 1,132 26 0,-133-26-16,41 0 31,-120 0 0,0 0-15,14 0-16,-93 14 15,40-1 1,-14 53 0,93-53-1,26 53 1,1-52 0,13-1-16,65 0 15,-65-13 1,106-53-1</inkml:trace>
  <inkml:trace contextRef="#ctx0" brushRef="#br0" timeOffset="106975.18">2063 15539 0,'0'0'0,"0"-53"16,-13 40-1,-40-27 1,-26 40 0,-80 67 15,133-54-16,-54 53 1,80-53-16,13 93 31,1-93-15,91 40 0,15-53 15,-94 0-16,-13 0-15,14-13 16,-14 13 0,-79 0 15,13 13-15,-27 13-1,67-12 1,0-14-16,0 39 15,26-39 1,80 14 0,-54-28-16</inkml:trace>
  <inkml:trace contextRef="#ctx0" brushRef="#br0" timeOffset="107508.85">2513 15539 0,'0'-26'16,"-13"13"-1,-14-27 1,14 40-1,-66-13 1,39 26 0,0 0-16,-79 40 15,80-27 1,12-12-16,-26 65 16,53-26-1,93 26 1,-54-66-1,147 14 1,-133-27 0,66-40-1,-106 27 1,-13-13-16</inkml:trace>
  <inkml:trace contextRef="#ctx0" brushRef="#br0" timeOffset="108578.04">3306 15381 0,'27'-40'16,"-14"27"0,27-40-1,-40 40 1,-13-67 0,-1 67-1,-12 0-15,-93-1 16,-13 81 15,118-54-15,14 66-1,14-52 1,105 65 0,-80-79-1,120 67 1,-146-1 15,-158-26 0,105-40-15,-92-26 0,105 0-1,-12-67 1,39 54-1,66-67 1</inkml:trace>
  <inkml:trace contextRef="#ctx0" brushRef="#br0" timeOffset="108859.92">3544 15275 0,'0'0'0,"27"-1019"16,-27 1998 0,0-992-1,0 79 17,-13-26-17,-14 92 1,27-106-1,-13 80 1,13-79 0,53-1-1</inkml:trace>
  <inkml:trace contextRef="#ctx0" brushRef="#br0" timeOffset="109347.12">3809 15341 0,'0'0'0,"0"-40"16,0 27 0,-26 0-1,26 26 1,-27 40 0,14-27-1,13 54 1,13-54-1,53 40 1,-53-66 0,80-26-1,-67 13 1,27-80 0,-39 67-1,-28-54 1,1 67-16,-27-966 31,27 1971-15,0-965-1,0 52 1,13-53 0,26 80-1,-26-79-15,27 52 31,-14-66-15,-13-13 0</inkml:trace>
  <inkml:trace contextRef="#ctx0" brushRef="#br0" timeOffset="112179.94">2301 16214 0,'0'0'32,"0"-14"-32,0-12 31,0 52-16,-26 54 17,13-54-17,-120 93 1,14-66 15,106-53-15,26-1005-1,1 1984 1,65-992 0,-53 13-1,67 66 1,-53-13 0,-1 13-1,-25-40 1</inkml:trace>
  <inkml:trace contextRef="#ctx0" brushRef="#br0" timeOffset="112553.38">2711 16280 0,'0'0'0,"13"-66"16,-26 26 15,-53 80 0,40-14-15,-40 80 0,52-66-1,14 65 1,14-78-16,-1-14 16,93 0-1,-67-26 1,1 0-16</inkml:trace>
  <inkml:trace contextRef="#ctx0" brushRef="#br0" timeOffset="113409.29">3042 16267 0,'0'0'0,"-79"-67"31,65 67-15,-25-13 0,25 26-1,-25 67 1,39-67 0,-13 93-1,26-93-15,-13 0 16,53 14-1,-14-27 1,27-40 0,-39-66 15,-40 80-15,-14-27-1,14 53 1,53 0 15,-27 0-15,13 0-16,54-13 15,-54-1 1,40-12 0,-52 13-1,-14 0 1,-14 13-1,-25 0 1,25 0 0,1 0-16,-27 39 15,27-26 1,-26 67 0,39-27-1,26 0 1,67-27 15,-67-39-31,-13 0 16,40-27-1,0-79 1,-53 53 0,0-27-1,-13 40 16,0 93-15,13 79 15,0-79-31,0-14 16,13 80 0,0-80-1</inkml:trace>
  <inkml:trace contextRef="#ctx0" brushRef="#br0" timeOffset="113821.17">3571 16253 0,'0'-13'16,"-13"13"-1,-1-13 1,41 13 15,66 0 0,-80 0-15,26-27 0,-52-12 15,-40 12-16,-39 41 17,65 78-1,80 14 0,119-80 0,-145-39-31</inkml:trace>
  <inkml:trace contextRef="#ctx0" brushRef="#br0" timeOffset="114231.26">3981 16002 0,'0'0'0,"-79"0"15,39 0 17,66 13-1,54 14 0,-1-1 0,-52 1 1,-27-1-1,-80 27 0,1 40 0,52-54 1,27-26-17</inkml:trace>
  <inkml:trace contextRef="#ctx0" brushRef="#br0" timeOffset="126865.21">2844 16809 0,'0'0'0,"0"13"32,13-13-1,119-13 16,185 0-32,107-1 17,-358 1-17,26 0-15</inkml:trace>
  <inkml:trace contextRef="#ctx0" brushRef="#br0" timeOffset="127166.01">3068 17073 0,'0'0'0,"-13"0"16,-27 27-1,80-54 16,53 14-15,277-13 15,-277 26-15,303-14 0,-329 14-1,52-26 1</inkml:trace>
  <inkml:trace contextRef="#ctx0" brushRef="#br0" timeOffset="131526.01">9708 13476 0,'0'0'0,"0"-26"32,0 26-1,13 79 0,-13 67 0,13-107-15,-13-12-16</inkml:trace>
  <inkml:trace contextRef="#ctx0" brushRef="#br0" timeOffset="132031.56">9681 13357 0,'-53'-238'31,"106"476"-31,-106-621 16,159 264 15,53 158 0,-14 146 0,-145 27 1,-132-106-1,92-93-16,27-13-15,-13-13 32,132-27-1,92 106 0,-79 93 0,-119-93-15,-172 66 15,0-145 1,132-119-17</inkml:trace>
  <inkml:trace contextRef="#ctx0" brushRef="#br0" timeOffset="132396.71">10276 13463 0,'0'-13'15,"53"13"1,53 26 15,26 120 1,-185-54-1,-92-92 0,158-132 0,186 13 1,-160 106-32,1 0 0</inkml:trace>
  <inkml:trace contextRef="#ctx0" brushRef="#br0" timeOffset="133321.98">10911 13450 0,'0'0'0,"-39"-13"31,-28 65 1,41 67-1,39-92-31,53 52 31,53-92 0,-92 0-31,-1-119 16,-105 39 15,52 80-15,-12 13 0,92 0 15,-27 0-16,106 0 17,-105 0-32,65-13 15,-78-1 32,-54 80-16,40-39-31,26 79 32,-26-80-32,67 40 15,-15-79 17,-12-119-1,-27 105-16,1-39 1,-1 119 15,0-26-15,27 92 0,-27-93-1,13-13-15,54 14 31,-67-27-31,66-80 32,-65 54-32,-28-133 15,14 133 1,-79-40 0,53 66-1,-41 53 1,67-27-1</inkml:trace>
  <inkml:trace contextRef="#ctx0" brushRef="#br0" timeOffset="133711.91">11744 13450 0,'0'0'0,"-39"-53"15,65 66 17,-13 0-17,54 93 1,-54-79 0,0 78-1,-13-91 1,-53-1-1,40-40 1,-14-65 0,41 52-1,-1 14-15,66-67 16,14 67 0,26 131 15,-93-25-16,-26 26 1,-13-80 0,0-13-16</inkml:trace>
  <inkml:trace contextRef="#ctx0" brushRef="#br0" timeOffset="134060.81">12419 13265 0,'13'-93'31,"-26"186"-31,13-358 32,-13 239-32,13-1 15,-27-26 1,-12 252 15,25-133-15,1 13-16,0 186 15,13-1 1,-13 27 15,13-264-15,-40-54-1</inkml:trace>
  <inkml:trace contextRef="#ctx0" brushRef="#br0" timeOffset="134366.63">12168 13635 0,'0'-40'16,"0"80"-16,26-119 31,-13 79-15,106-14-1,14-12 17,-80 13-1,-67-1 0,1 67 0,13 93 1,27-67-17</inkml:trace>
  <inkml:trace contextRef="#ctx0" brushRef="#br0" timeOffset="134509.84">12617 13344 0,'0'0'0,"0"-26"15,0 52 17</inkml:trace>
  <inkml:trace contextRef="#ctx0" brushRef="#br0" timeOffset="134939.4">12736 13556 0,'0'0'0,"-26"13"32,39-13-1,27 0-16,39 13 17,-39-39-1,-53-27-15,-1 26-1,1 14-15,-53-13 31,40 39-15,-1 93 15,106 65 1,-26-144-17,119-80 16</inkml:trace>
  <inkml:trace contextRef="#ctx0" brushRef="#br0" timeOffset="135122.26">13080 13463 0,'0'0'0,"0"-53"15,-13-79 1,0 26 15,0 225 0,39 106 1,-26-172-32,13 145 31</inkml:trace>
  <inkml:trace contextRef="#ctx0" brushRef="#br0" timeOffset="135685.92">13437 13648 0,'0'0'0,"-26"-92"31,13 78-31,-1-39 31,-12 67 0,-27 91 1,40 41-1,92-93 0,67-133 0,-120 41-31,14-41 16,-1-184 15,-91 66 0,-1 224 1,53 0-32,26-845 31,53 2088 0,-65-1190-15,25 14-1</inkml:trace>
  <inkml:trace contextRef="#ctx0" brushRef="#br0" timeOffset="163933.32">16969 13873 0,'0'0'0,"0"-13"32,13 13-17,0-27 1,-26 14 0,-27 26-1,14 0 1,-107 93-1,14 53 1,93-93 0,-27 159-1,66-172 1,14-14-16,92-938 16,13 1918-1,199-1059 1,-252 13-1,119-105 1,-92-265 15,-159 265-15,-172-13 15,186 145-31,-14 0 16,-40 26-1</inkml:trace>
  <inkml:trace contextRef="#ctx0" brushRef="#br0" timeOffset="164699.95">16850 14600 0,'0'0'0,"-27"-13"16,-26 0 15,27 66-15,-40 79 0,39-66-1,-65 199 1,78-199-1,-39 92 1,40-131 0,26-1-1,14-39 1,66-27 0,-54 40-1,14 0-15,145 27 16,-145-27-1,119 40 1,-132-27 0,53-26-1,-80-1 1,-13 1-16,13-27 16,-13 14-1,0-67 1,0-39 15,-13 106-31,0-14 16,-14-1044-1,-26 1956 17,53-858 14,27-1-30</inkml:trace>
  <inkml:trace contextRef="#ctx0" brushRef="#br0" timeOffset="165765.89">17035 14323 0,'-27'13'31,"54"-26"-31,-14 65 31,0-52-15,67 40-1,-54-27-15,27 1 16,66-14 15,-93-14-15</inkml:trace>
  <inkml:trace contextRef="#ctx0" brushRef="#br0" timeOffset="165975.35">17127 14164 0,'-13'0'31,"26"-27"1,1 27-32</inkml:trace>
  <inkml:trace contextRef="#ctx0" brushRef="#br0" timeOffset="166180.29">17445 14137 0,'0'0'0,"0"14"31,13-14-15,0-14-16</inkml:trace>
  <inkml:trace contextRef="#ctx0" brushRef="#br0" timeOffset="167216.38">17061 13331 0,'0'0'0,"-26"-13"32,-27-67-1,-40-65 0,1 26-15,-1 0-1,-105-344 17,184 0-1,94 238-16,158-53 17,26 133-1,-92 92 0,-145 53 0,-93 26 1</inkml:trace>
  <inkml:trace contextRef="#ctx0" brushRef="#br0" timeOffset="167555.99">17088 10937 0,'-40'-13'32,"27"13"-32,66 13 0,-119-39 31,132 65 0,66 54 0,-53 39 1,-118 40-1,-14-79-16</inkml:trace>
  <inkml:trace contextRef="#ctx0" brushRef="#br0" timeOffset="169110.86">17921 9787 0,'0'0'0,"-27"0"16,1 13-16,-53 53 15,39 13 1,-13 93 0,53-53-1,66 80 1,-39-160 0,145 41-1,-120-80 1,160-27-1,-119-13 1,-54 1-16,14-27 16,-26 13-1,-14 13-15,0-119 16,-53-13 0,-105 1 15,39 157-16,53 41 1,27-1-16</inkml:trace>
  <inkml:trace contextRef="#ctx0" brushRef="#br0" timeOffset="169679.22">17894 10659 0,'0'-13'15,"0"0"16,0 26-15,-53 106 0,40-79-1,-66 105 1,52-118 0,-12 65-1,39-78-15,53 12 31,13-13-15,106 27 0,53 13 15,-199-53-15,67 13-1,-80-13 1,27-40-1,-27-26 1,-13-92 15,-13 78-15,-14-12 0,1 25 15</inkml:trace>
  <inkml:trace contextRef="#ctx0" brushRef="#br0" timeOffset="170105.38">17974 10382 0,'0'0'0,"0"13"47,39 27-16,54-40 0,-53-14-15,-14 1-16</inkml:trace>
  <inkml:trace contextRef="#ctx0" brushRef="#br0" timeOffset="170339.76">18000 10157 0,'-13'0'32,"26"0"14</inkml:trace>
  <inkml:trace contextRef="#ctx0" brushRef="#br0" timeOffset="170465.21">18225 10104 0,'0'0'0,"0"26"31</inkml:trace>
  <inkml:trace contextRef="#ctx0" brushRef="#br0" timeOffset="172277.77">18952 13794 0,'159'26'15,"-318"-52"-15,860 92 32,-568-53-32,515 27 31,344 13 0,-781-40-31,953 53 31,53 0 1,-133 0-1,-250-13 0,-213 13 0,-224-26 1,-344-40-32,79 13 31,-119-13 0,-13-13 0,27 0 32,-14 13-47,14-14 15,-1 14-16,0 0 17,-12 0-1,-1 0-15,40 0-1,-40-13 1,27 13-1,-1 0 17,1 0-1,-13 0 0,-14 0 0,-13-13 63</inkml:trace>
  <inkml:trace contextRef="#ctx0" brushRef="#br0" timeOffset="177671.47">21174 12656 0,'0'0'0,"40"-291"31,-93 53 0,-39 172-15,12 66-1,-211 304 17,159 106-1,132 119 0,66-436-15,185-14 15,-198-105-31,119-133 31,-79-158 0,-133 317 1,-26 224-1,92 1 0,14-145-15</inkml:trace>
  <inkml:trace contextRef="#ctx0" brushRef="#br0" timeOffset="178025.16">21293 13093 0,'0'0'0,"0"-14"16,-13 1-16,26 0 31,1 106 0,-1 79 1,-13-93-1,0-145 0,40-53-15,39-53 15,-26 185 0,-53 0-31</inkml:trace>
  <inkml:trace contextRef="#ctx0" brushRef="#br0" timeOffset="178445.39">21690 13172 0,'-26'-13'31,"13"13"-31,-14 53 16,27-40 0,13 40-1,1-53 1,-1 13-16,53-26 16,-53 0-1,14-67 1,-67-65 15,27 132-15,-53 39-1,52 0 1,-12 120 0,26-93-1,92 92 1,-12-131 15</inkml:trace>
  <inkml:trace contextRef="#ctx0" brushRef="#br0" timeOffset="178807.99">21915 13185 0,'0'0'0,"0"-13"0,-53-27 15,27 67 16,26-14-15,39 13 0,-25-12-1,78-1 17,-39-79-1,-106-40 0,40 93-31,-66 26 16,65 13-1,-12 133 1,105-27 31,-13-105-47</inkml:trace>
  <inkml:trace contextRef="#ctx0" brushRef="#br0" timeOffset="179179.11">22153 13093 0,'0'0'0,"-13"-14"16,0-12 15,39 105 0,-13 80-15,-13-132-1,0 52 1,0-66 0,0-39-1,0 12 1,53-131-1,-40 118 1,80-65 0,-67 105-1,1 80 1,-40 65 15,13-131-15,0-14-16</inkml:trace>
  <inkml:trace contextRef="#ctx0" brushRef="#br0" timeOffset="179491.26">22761 12749 0,'0'0'0,"0"-132"15,-52-40 17,38 158-17,-12 41 1,26 13 0,-13 211-1,-27 13 1,27-171-1,-53 238 1,52-265 0,-25 132-1,25-185-15</inkml:trace>
  <inkml:trace contextRef="#ctx0" brushRef="#br0" timeOffset="179819.18">22470 13318 0,'0'0'0,"27"-53"16,-27 39-16,66-12 31,-13 26-15,26-13-1,1 13 16,-94-14 1,-25 14-1,39 27-15,0 118 15,13-118-16,0 13-15</inkml:trace>
  <inkml:trace contextRef="#ctx0" brushRef="#br0" timeOffset="179969.93">22867 13079 0,'0'0'0,"0"-26"16,0-14-1,-13 40 1,13 27 0</inkml:trace>
  <inkml:trace contextRef="#ctx0" brushRef="#br0" timeOffset="180367.28">22907 13212 0,'-13'13'15,"26"-26"-15,-40 26 32,54 40-1,39 0 0,-53-40-31,27-39 31,-14-80 1,-39-13-1,-53 158 0,53-12-31,-27 105 31,133 27 1,39-159-17</inkml:trace>
  <inkml:trace contextRef="#ctx0" brushRef="#br0" timeOffset="180569.13">23304 13066 0,'0'0'0,"-40"-211"31,27 197-31,13 1 16,-13 40-1,13 65 1,0 133 15,0-27 0,0-171-31</inkml:trace>
  <inkml:trace contextRef="#ctx0" brushRef="#br0" timeOffset="181107.31">23608 13278 0,'0'0'0,"40"-40"31,-40 27-31,-27-80 31,-52 40 1,-1 146-1,67 39 0,53-66-15,79-66 15,-27-119 0,-39-132 0,-39 40 1,-81 290-1,28 185 0,78-12 0,14-147 1,-39-131-17</inkml:trace>
  <inkml:trace contextRef="#ctx0" brushRef="#br0" timeOffset="184959.45">16373 15870 0,'0'0'0,"0"-13"31,14-27 1,-14 93-1,-106 53 0,13-40-15,-39 0 15,106-53-15,39-26 15,66 26 0,1 40-15,39 53 15,-80-93-31</inkml:trace>
  <inkml:trace contextRef="#ctx0" brushRef="#br0" timeOffset="185276.93">16704 15989 0,'13'0'16,"-26"0"-16,40-40 31,-1 14 0,-92 65 0,-40 67 1,93-53-17,13-26-15,40 39 32,79-66-17</inkml:trace>
  <inkml:trace contextRef="#ctx0" brushRef="#br0" timeOffset="186101.35">17074 15989 0,'0'0'0,"0"-13"16,0-1 15,-26 14-15,-27 0-1,-26 27 17,65 26-17,14 26 17,80-52-17,-1-41 16,-79 1-15,0-40 0,-13 40-1,-40-40 17,66 53-1,133 13 0,92-13 0,-198 0-31,39-26 32,-158-14-1,52 40-31,-66 27 31,27 78 0,66-91-31,27 65 32,92-79-1,-79-26-31,52-67 31,-65 67-31,12-120 31,-52 67 1,-27 158-1,27 93 0,79-93-15</inkml:trace>
  <inkml:trace contextRef="#ctx0" brushRef="#br0" timeOffset="186467.11">17789 16068 0,'0'0'16,"0"-13"-16,-14 0 15,1 13 1,0-13 0,79-1 15,40-25 0,-93 25-15,0-38-1,-13 38 1,-79-12 0,52 26-1,-78 79 17,118 67-17,119-93 16,0-93 1</inkml:trace>
  <inkml:trace contextRef="#ctx0" brushRef="#br0" timeOffset="186809.88">18159 15883 0,'0'0'0,"-40"-26"15,27 12-15,39 41 32,120 52-1,-106-52-16,26-1 1,-66-13 0,-27 1-1,14-14 1,-106 52 0,79-38-1,-79 65 1,106-79-1</inkml:trace>
  <inkml:trace contextRef="#ctx0" brushRef="#br0" timeOffset="187294.09">16572 15539 0,'-27'-13'16,"54"26"-16,-27 0 31,13 1-15,14-1-16,78 53 15,14 0 1,225 93 0,-238-106-1,344 132 1,-345-145-1,213 92 1,-252-106 0,40 14-1,-119-40 17,-1-13-17,-65-40 1</inkml:trace>
  <inkml:trace contextRef="#ctx0" brushRef="#br0" timeOffset="187721.38">18251 15711 0,'0'0'0,"-52"-40"32,38 40-17,-78 14 1,65-1 0,-277 132-1,225-118 1,-292 132-1,-25 39 17,343-158-17,-106 39 1,106-53 15,53-39-15,40-13-1,-27 12 17</inkml:trace>
  <inkml:trace contextRef="#ctx0" brushRef="#br0" timeOffset="194705.92">19415 10302 0,'0'-26'15,"0"66"32,0-27-31,0 119-1,0-92 1,0 79 0,0-93-1,0 14 1,0-93 15,14 26-15,-14 1-16,13-133 15,0 106 1,27-92 0,-27 119-1,66-1 1,-52 27 0,79 40-1,-93-27 1,26 53-1,-39-39-15,0-14 16,-39 40 0,12-40-16,-52 40 31,66-53-15,39 0-1,-13 0 1,80 0-1,-40 13 1,26 40 0,-66-27-1,1-12-15,-28 52 16,-25-27 0,-41-12-1,14-27 1,-53-53-1,106-13 1</inkml:trace>
  <inkml:trace contextRef="#ctx0" brushRef="#br0" timeOffset="195116.71">19918 10302 0,'0'0'0,"26"0"31,107 0 1,25 14-1,-92-14-16,-118-14 17,-67-12-1,79 13-15,27 79 15,39 106 0,14-40 0,-40-106-31</inkml:trace>
  <inkml:trace contextRef="#ctx0" brushRef="#br0" timeOffset="195653.45">20368 10382 0,'0'0'16,"13"-27"-1,-13 40 1,0 80 15,0-53-31,26 79 16,-26-93-1,14 40 1,-14-105 15,-14-133 1,41-27 14,-27 173-46,13-27 32,0 53-32,53 26 15,-39 1 1,52 92 0,-79-106-1,-53 53 1,27-66-1,-67 13 1,80-13 0,-27-26-1,40 13 1,14 13 0,12 13-1</inkml:trace>
  <inkml:trace contextRef="#ctx0" brushRef="#br0" timeOffset="196499.37">19561 11043 0,'0'0'0,"26"-27"47,-12-52-31,-28 53-1,-65-14 1,52 40 0,-92 40-1,93-14 1,0 106-1,39-105-15,145 118 32,1-39-1,-146-80-15,-13 27-1,-26-53 1,-80 14-1,66-14 1,-92-67 0,132-38 15</inkml:trace>
  <inkml:trace contextRef="#ctx0" brushRef="#br0" timeOffset="196734.94">19772 11016 0,'0'0'0,"40"-13"15,-40 26 17,0 1-17,-26 105 1,12-80-1,1 133 1,13-145 0,13 65-1</inkml:trace>
  <inkml:trace contextRef="#ctx0" brushRef="#br0" timeOffset="197142.18">19971 11162 0,'0'0'0,"13"-79"16,-26 118 15,13-12-15,13 92-1,0-93 1,27 67-1,-27-80 1,0-13-16,40 13 16,-39-26-16,25-106 31,-26 92-15,-13-78-1,0 91 1,0 28-1,-13 12 1,13 93 0,0-79-1,13 79 1,14-66 0</inkml:trace>
  <inkml:trace contextRef="#ctx0" brushRef="#br0" timeOffset="197368.98">20381 11096 0,'0'0'0,"-40"0"31,40 13-15,0 66-1,13 93 17,-13-106-17,0-13 1</inkml:trace>
  <inkml:trace contextRef="#ctx0" brushRef="#br0" timeOffset="197727.77">20368 11294 0,'-14'-40'31,"28"80"-31,12-93 32,1 53-32,65 13 31,14-39 0,-106-53 0,-13 52 1,13 146-1,0 53 0,26-106-15,-13-52-16</inkml:trace>
  <inkml:trace contextRef="#ctx0" brushRef="#br0" timeOffset="198133.09">20778 11281 0,'13'-40'31,"-26"80"-31,26-53 16,-26 118 15,13-78-15,0 66-1,0-67 16,0-39-15,0-67 0,13 54-1,40-146 1,-40 132 0,0 14-16,40-40 15,0 198 16,-53-92-15,13 118 0,-13-131-1,0 65 1,0-78-16</inkml:trace>
  <inkml:trace contextRef="#ctx0" brushRef="#br0" timeOffset="198851.99">20831 11321 0,'-14'-14'15,"28"28"-15,-67-28 16,106 14 15,132-13 0,-146 0-15,54-27 0,-80-26 15,-13 40-15,0 12-1,-13 94 16,13-41-15,-27 94 0,27-94-1,-26 54 1,13-80 0,26-66 15,-13 27-16,13-1-15,14-78 16,26 12 15,-40 93-31,-13 13 16,13 14-16,-13-1 16,27 53-1,-14-52 1,40 52-1,-27-65-15,-13-1 16,27 0 0,-27-13-16,0-13 15,14-80 1,-27-92 15,0 159-15,0-1-16,-27-13 15,1 80 17,26-13-17</inkml:trace>
  <inkml:trace contextRef="#ctx0" brushRef="#br0" timeOffset="199321.27">21571 11254 0,'0'0'0,"0"-39"16,0 12 15,-26 93 0,-1 80 0,14-80-15,13-13 15,0-66-15,0-14 0,26-52-1,41-106 16,-41 132-15,-13 26-16,27 54 31,-27 158 1,0 13-1,1-118-16</inkml:trace>
  <inkml:trace contextRef="#ctx0" brushRef="#br0" timeOffset="199511.05">21584 11413 0,'0'0'0,"-39"-40"16,39 40 15,106-13 0,-80 13-31,53 0 32</inkml:trace>
  <inkml:trace contextRef="#ctx0" brushRef="#br0" timeOffset="212634.33">23317 11268 0,'0'0'0,"13"26"78,-13 1-62,13-1-16,1 80 15,-14 53 16,0-93-15,-40-53 15,-13-119 1,40-119-1,52 67-16,41-28 17,-40 173-17,26 26 1,53 133 15,-93-14 0,-132-39 1,-39-67-1,132-26-31,-1 0 16,81 0 15,78 93 0,-39 39 0,-40-66 1</inkml:trace>
  <inkml:trace contextRef="#ctx0" brushRef="#br0" timeOffset="213125.17">23872 11373 0,'0'0'0,"0"-26"15,14 0 1,-28 92 15,14-53-15,0 106-1,0-93 1,14 67 0,-14-80-1,13 14 1,-13-93 15,0 39-15,0-132-1,0 120 1,13-94 0,0 120-1,27 26 1,13 146 15,-40-119-15,27 105-1,-27-52 17,-13-80-17,13-13-15</inkml:trace>
  <inkml:trace contextRef="#ctx0" brushRef="#br0" timeOffset="213804.18">23939 11493 0,'0'0'0,"-27"-27"16,14 27-16,26-13 31,27 13-15,39 0-1,106-13 16,-158 13-31,26-14 32,-80-12-1,14-1 0,13 94 0,13 78 1,0-39-1,1-93-31,-14 14 31,0-80 0,0-27-15,-14-39 0,28-66 15,52 106 0,26 158 0,-65-52-31,-1 39 16,-13 53 15,-105-80 1,26-65-1,53 26-31</inkml:trace>
  <inkml:trace contextRef="#ctx0" brushRef="#br0" timeOffset="-214625.2">24547 11889 0,'0'0'0,"13"0"31,0 0-16,14 0-15,39 40 16,-40-27-16,93 106 31,-52-13-15,12 172 0,-66-199-1,-66 212 1,27-238-1,-14 0-15,-105 79 16,79-92 0,-173 79-1,120-66 1,-119 39 15,199-79-15,12 1 15,27-41 0,13 14-15</inkml:trace>
  <inkml:trace contextRef="#ctx0" brushRef="#br0" timeOffset="-214235.5">23991 13225 0,'0'0'0,"0"-13"31,14 13 16,-14 53-16,-14 39 1,1-26-1,13-52-31,0-1 31,40 0-15,79 0 15,-53 0 0</inkml:trace>
  <inkml:trace contextRef="#ctx0" brushRef="#br0" timeOffset="-203958.7">21095 14547 0,'0'14'47,"-13"12"-31,0 106-1,-1-105 1,1 118 0,13-105-1,0-14 1,0-39-1,-13-53 1,13 26 0,0 1-16,-13-160 15,13 160 1,53-94 0,79 133 15,-106 14-16,80 91 1,-106-78-16,13 26 16,-26-40-1,-79 53 1,-28-39 0,28-27 15,145 39 0,-27-26-15,80 80-1,-53-53 1,13 26 0,-39-53-1,-14-13-15</inkml:trace>
  <inkml:trace contextRef="#ctx0" brushRef="#br0" timeOffset="-203546.72">21518 14680 0,'0'0'16,"13"-53"0,-13 106 15,0 26-16,-13 80 17,13-93-17,0-53 1,0-13 0,0-53-1,13-53 1,54-105 15,25 158 0,-65 66-31,-1 27 16,40 118 15,-53 28 0,-13-120-15</inkml:trace>
  <inkml:trace contextRef="#ctx0" brushRef="#br0" timeOffset="-202925.54">21677 14785 0,'0'0'0,"-26"0"16,78 0 15,107 0 1,-40-26-1,-79-14 0,-27 40-31,-13-13 31,13 106 1,-13 92-1,0-40 0,0-132-31,-39-26 31,25-185 1,67-27-1,40 146 0,-14 92-15,1 93 15,-80-53-15,-93 52 15,67-105-31,-27 14 15,13-28-15</inkml:trace>
  <inkml:trace contextRef="#ctx0" brushRef="#br0" timeOffset="-202628.63">22484 14653 0,'0'0'0,"26"0"32,40 159-1,-52 132 0,-213-66 0,133-212-31</inkml:trace>
  <inkml:trace contextRef="#ctx0" brushRef="#br0" timeOffset="-202219.87">20870 14362 0,'0'13'16,"0"-26"-16,-132 106 31,13 145 0,211 53 1,28-185-17</inkml:trace>
  <inkml:trace contextRef="#ctx0" brushRef="#br0" timeOffset="-193078.96">11176 12709 0,'0'0'0,"-13"0"15,-27 0 17,27 0 15,-80-66-16,53 40-31,-171-199 31,12-66-15,160 211-1,-1 1-15,-79-265 16,79 80 15,40-93 0,0 304-31,27-79 32,-14 92-1,-13 53-15,0 0-1,0 14 1</inkml:trace>
  <inkml:trace contextRef="#ctx0" brushRef="#br0" timeOffset="-192466.45">10118 10792 0,'26'0'125,"-13"-14"-109,1 1-1,12-13 17,-26 12-1,13 14 16,0 14-16,1-14 0,-41 0 1,14 0-17</inkml:trace>
  <inkml:trace contextRef="#ctx0" brushRef="#br0" timeOffset="-192099.43">10343 10739 0,'-14'0'31,"-39"39"0,-13 41 1,53-67-32,-27 66 31,14-39-15</inkml:trace>
  <inkml:trace contextRef="#ctx0" brushRef="#br0" timeOffset="-191745.54">10290 10778 0,'0'-13'31,"26"0"0,-13 26 1,-13 0-32,27 54 31,65 104 0,-52-104-15,-27-67 15</inkml:trace>
  <inkml:trace contextRef="#ctx0" brushRef="#br0" timeOffset="-190536.73">9377 9072 0,'-53'-13'31,"106"26"-31,-132-13 31,79 133 1,0-28-17,-27 14 16,14-105 1,0-1152-1,39 1866 0,67-900 0,39 185 1,-105 13-32,12 41 15,-26 38 1,-105 41 15,-67-93 0,146-80 1,79 1-17,93 79 17,-93 0-17,0 13 16</inkml:trace>
  <inkml:trace contextRef="#ctx0" brushRef="#br0" timeOffset="-190157.95">9761 9059 0,'0'0'0,"0"-26"15,0-14 1,0 53-1,0 80 1,0-53 0,26 105-1,-13-79 17,-26-158-1,13-120 0,13 159-15,27-66-1,-27 106 1,53 66 0,-39-14-1,79 160 1,-93-160-1,0 80 1,-13-92 0</inkml:trace>
  <inkml:trace contextRef="#ctx0" brushRef="#br0" timeOffset="-189973.48">9800 9178 0,'0'0'0,"-13"0"16,0 0 0,26 0-1,133-39 1,-94 25 0,1 1-16,0 0 0</inkml:trace>
  <inkml:trace contextRef="#ctx0" brushRef="#br0" timeOffset="-189558.93">10276 9020 0,'0'0'15,"-26"-67"1,26 54 0,-40-13-1,40 39-15,0 66 32,0-13-17,27 67 1,-27-94-1,0-12-15,0 12 32,-14-39-17,-12-66 1,13 40 0,-14-133-1,27 67 1,0 52-16,66-92 31,1 105-15,25 120 15,-65-27-15,-27 27-1,-212 12 16</inkml:trace>
  <inkml:trace contextRef="#ctx0" brushRef="#br0" timeOffset="-188904.7">9351 9985 0,'0'-40'31,"0"80"-31,-27-53 47,27 26-31,0 13-16,-13 80 16,26 106 15,14-173-31,78 67 31,-78-93-31,39 1 16,79-133 15,-131 79-31,-1-13 16,-13-119-1,0 119-15,-27-79 31,14 119-15,13 66 0</inkml:trace>
  <inkml:trace contextRef="#ctx0" brushRef="#br0" timeOffset="-188447.46">9919 10170 0,'-39'-53'31,"78"106"-31,-92-146 31,80 199 0,-1 53 1,-26-133-32,14 27 31,-28-106 0,67-158 0,53 118 1,-13 212-1,-54 53 0,-39-132-31</inkml:trace>
  <inkml:trace contextRef="#ctx0" brushRef="#br0" timeOffset="-188190.87">10382 10223 0,'-13'26'31,"26"-52"-31,27 26 32,-14 0-32,80-26 31,-40 26 0</inkml:trace>
  <inkml:trace contextRef="#ctx0" brushRef="#br0" timeOffset="-187526.26">10713 10064 0,'0'0'0,"-27"-26"15,27 13-15,0 26 32,14 0-17,39 93 1,-40-66 0,26 65-1,-39-91 1,0 25-1,-13-92 17,0 40-17,26-132 1,0 105 0,67-92-1,-54 132 1,27 39-1,-53-12 1,27 105 0,-27-105-1,0 65 1,0-79 0,13-13-1,-13-26 1,26-1032-1,1 1970 1,12-1031 0,-25 106-1,25 13 1,-25 13 0,12 80-1,-26-67 1,13 1-16,0 65 15,-13-78 1</inkml:trace>
  <inkml:trace contextRef="#ctx0" brushRef="#br0" timeOffset="-187061.86">11374 10117 0,'0'-40'16,"0"80"-16,0-106 16,-13-40-1,0 93 1,13 0-16,-27 0 16,27 26-1,-13 13-15,-13 54 16,12 25-1,1-78 1,13 65 0,13-65-1,1-27-15,25 13 16,-26-26 0,1 0-16,39-67 15,-14-92 16,-26 146-31,-13 13 16,0 13 0,14 185 15,-1-119-15,13-13-1,-12-27-15</inkml:trace>
  <inkml:trace contextRef="#ctx0" brushRef="#br0" timeOffset="-186706.59">11612 10025 0,'0'0'0,"-13"-67"16,13 67 15,40 119 0,-27-92-31,0 79 31,-13-53-15,-13-80 15,13-52-15,79-106 15,1 185 0,-41 145 1,-26-13-17</inkml:trace>
  <inkml:trace contextRef="#ctx0" brushRef="#br0" timeOffset="-185699.99">12207 10144 0,'-26'-53'31,"-14"-66"1,14 39-1,-54 160 0,28 12-15,38 41 15,67-94-15,66-118 15,-79-14 0,-14 40-15,-26 27-16,14 13 31,-28 105 0,54 1 1,66-80-1,-80-13-31,40-40 15,40-79 17,-119 14-17,0 105 1,-53 0 0,39 13-1,1 66 16,52 27-15,27-80 31,-13-65-31,-40 25-1,26 1 1,-26 106 31,0-67-47,-26 212 15,-1-26 17,-52-146 14,66-79-46,-67-93 16,67 66 0,13-118-1,13 131 1,40-39 0,-39 53-1,78-27 1</inkml:trace>
  <inkml:trace contextRef="#ctx0" brushRef="#br0" timeOffset="-185283.63">12631 10064 0,'0'0'0,"-27"0"16,40 13 15,1-13-15,52 0-1,-40 0 1,40 0 0,-53-13-1,1-26 1,-14 25-1,-40-52 1,27 53-16,-53 0 31,66 26-15,-40 106 0,40-93-1,26 107 1,-12-107-1,-1-13-15,66 14 16,-39-27-16</inkml:trace>
  <inkml:trace contextRef="#ctx0" brushRef="#br0" timeOffset="-184735">13093 10104 0,'0'0'15,"0"-13"-15,-26-40 16,-14 0 15,27 40-15,-27-14-1,27 27 1,13 13-16,-53 27 16,40-13-1,0-1-15,-14 67 16,27-80-1,40-952 1,-27 1944 0,80-1018-1,-67 0 1,1-1-16,26-65 16,-40 39-1,40-171 1,-53 145-16,13 13 15,-13-119 1,-53 198 15,40 1-15,-27 184 0,40-158-1,27 145 1,-14-171-1,0 13-15,93 65 32,-80-105-17,41-26 1,-54-14 0</inkml:trace>
  <inkml:trace contextRef="#ctx0" brushRef="#br0" timeOffset="-181515.49">24216 11096 0,'0'0'0,"0"-13"31,0-14 0,0 1 1,-26-14-17,-1-66 16,54-26 1,132-40-1,158 0 0,146 80 0,-384 78-31,93-12 16,79 13 15,-198 13 1</inkml:trace>
  <inkml:trace contextRef="#ctx0" brushRef="#br0" timeOffset="-181174.47">25645 10130 0,'-14'-13'32,"1"0"-32,53 39 62,92 41-31,-26 12 1,-106 0-1,-79 14 0,-14-27 0,67-40-15</inkml:trace>
  <inkml:trace contextRef="#ctx0" brushRef="#br0" timeOffset="-180136.54">26742 9734 0,'0'0'0,"-39"-40"16,26 14 15,13 39-16,0 79 1,0-52 0,0 0-16,-27 105 15,27-92 1,-13 93 0,13-133-1,0 0-15,0 0 31,0-132-15,13-185 15,40 13 1,-40 251-17,53-39 1,-39 79-1,-1 13-15,80 93 16,-80-53 0,1 172-1,-27-172 1,-40 119 0,1-106 15,39-159 0,13 67-15,66-173-1,-39 146 1,-14 1-16,120-41 16,-120 93-1,67 119 1,-67-79-1,1 158 1,-27-145 0,0 79-1</inkml:trace>
  <inkml:trace contextRef="#ctx0" brushRef="#br0" timeOffset="-179637.96">27708 10025 0,'0'0'0,"13"-14"16,27-52 0,-27 53-1,-39-119 1,12 119-1,-52-1 1,-26 147 15,78-94-15,-12 93 0,39-105-1,67 26 1,-54-53-1,-13 0-15,53-27 16,-39 1 0,26-93-1,-53 79-15,13 14 16,0-27 0,0 66-1,-13 80 1,0-54-1,0-12-15,0 52 16,14-52 0,-1-14-16</inkml:trace>
  <inkml:trace contextRef="#ctx0" brushRef="#br0" timeOffset="-179253.92">28012 9892 0,'0'0'0,"-13"-26"15,-27-53 1,53 131 15,14 15-15,13 144 15,-40-184-15,-27-1-1,14-105 17,39 13-17,80-120 17,-79 160-32,52 79 31,-53 132 0,-26-53 0</inkml:trace>
  <inkml:trace contextRef="#ctx0" brushRef="#br0" timeOffset="-178247.86">28594 10038 0,'0'-66'31,"0"132"-31,-13-172 16,0 80-16,-14-27 16,-39 13 15,26 93-16,-13 106 17,40-27-1,93-92 0,-54-54-31,53-52 31,-13-93 1,-52 159-1,-41 106 0,67 0 0,158-66 1,-13-106-1,-132-1-15,-39-38 15,-67 12 0,-27 159 0,14 66 1,53-79-17,79 14 16,-26-67-15,66-67 15,-93 54-31,13-27 32,-26 212-1,27 119 0,-67-92 0,-66-186 1,-13-172-1,119 120-31,27-120 31,158 66 0,-40 93-15</inkml:trace>
  <inkml:trace contextRef="#ctx0" brushRef="#br0" timeOffset="-177847.47">29414 10130 0,'0'0'0,"-13"-13"15,-14-13 17,41 39-17,78 0 16,-65 0-15,39-26 0,-53 0-1,0-40 1,-13 40 0,-66-53-1,40 52 1,-80 81-1,93 105 17,26-133-17,79 67 1,-52-93 0,0-13-16</inkml:trace>
  <inkml:trace contextRef="#ctx0" brushRef="#br0" timeOffset="-177311.57">29983 10170 0,'0'0'0,"-14"-13"32,-38-40-1,38 40-16,-65-1 1,53 28-16,-54 92 31,80-80-15,27 80 0,-1-80-1,80 1 1,-80-27-1,1 0-15,52-66 16,-66 39 0,54-158-1,-15-119 17,-38 251-32,-14-13 31,-27 132-16,14-26-15,-27 184 32,40-171-32,0 0 15,27 93 1,-1-80 0,40 13-1,14-79 1,-27-53-1</inkml:trace>
  <inkml:trace contextRef="#ctx0" brushRef="#br0" timeOffset="-171753.17">9628 16015 0,'-13'-26'32,"26"52"-32,-118-118 31,78 65-15,-105 54 15,66 12-16,-67 147 17,120-147-32,53 199 31,26-172-15,-26-26-16,52 0 15,186-27 16,-225-39-31,132-120 32,-92-211-1,-226 106-15,-65 198 15,79 159 16,106-93-47</inkml:trace>
  <inkml:trace contextRef="#ctx0" brushRef="#br0" timeOffset="-171150.79">9377 16624 0,'0'13'31,"0"0"-31,0-39 0,0 184 32,0-118-32,-26 145 31,-1-66-15,14-26 15,105-93 0,-52 0-31,132-13 16,-119 13-1,106-14 1,-120 1 0,41-27-1,-67 27 1,-26-79-1,0 65 1,-1-13-16,-39-92 16,40 106-1,-40-54 1,40 67 15,26 26-15,14 14-1,-14-27 1,0 0-16</inkml:trace>
  <inkml:trace contextRef="#ctx0" brushRef="#br0" timeOffset="-170143.79">13980 15883 0,'0'0'0,"-40"-79"32,27 65-32,-67-25 31,-92 39 0,40 66-15,-66 159 15,118 52 0,94-237-31,158 106 31,-106-120-31,238-26 32,40-225-1,-291-66 0,-119 172-15,-80 66 15,40 106 0</inkml:trace>
  <inkml:trace contextRef="#ctx0" brushRef="#br0" timeOffset="-169378.78">13742 16690 0,'0'0'0,"-14"13"31,14 0-31,-13 0 16,-27 67 0,-26 105 15,-26-13 0,39-66 0,40-106-31,26-14 32,145-12-1,67 79 0,40 0 0,-225-40-31,118-26 32,-105-14-17,-40-52 16,-79-80 1,-53-39-1,40 92 0,79 93-31,0-14 31,40 41 1,-27-1-32</inkml:trace>
  <inkml:trace contextRef="#ctx0" brushRef="#br0" timeOffset="-168255.75">15276 17139 0,'-14'0'16,"-38"27"15,52 92 0,52 53 0,-38-133-15,-28-39 15,1-13-15,-13-119-1,13-119 17,118 92-1,67 212 0,-39 106 0,-133-133-31,-106 80 32,-119-66-1,185-54-15,106 1 15,-39 26-31,145 53 31,79 14 0,-211-80-31</inkml:trace>
  <inkml:trace contextRef="#ctx0" brushRef="#br0" timeOffset="-167846.96">15897 17192 0,'-13'-53'31,"26"106"-31,-13-79 32,14 52-32,-1 80 31,0 26 0,-26-132-15,0-119 15,65-92 0,81 118 0,-80 120-15,13 52 0,0 27-1,13 39 17,-79-118-32</inkml:trace>
  <inkml:trace contextRef="#ctx0" brushRef="#br0" timeOffset="-167283.58">15924 17206 0,'-27'-14'32,"54"28"-32,131-54 31,-105 40-31,172-13 15,-185 13 1,0 0-16,26-14 31,-66 1-15,0 0 0,-14 26-1,14 0 1,14 106-1,12 40 17,-26-146-17,0 40 1,-26-106 15,26 27-15,-14-120-1,14 107 1,80-120 0,105 133 15,-145 39-15,52 66-1,-145 14 16,27-93-15,-14 13-16</inkml:trace>
  <inkml:trace contextRef="#ctx0" brushRef="#br0" timeOffset="-165949.89">13490 16280 0,'-13'-13'16,"26"26"15,53 26 0,-13-25-15,119-14 15,-145-14-31,52-38 31,-66 25-15</inkml:trace>
  <inkml:trace contextRef="#ctx0" brushRef="#br0" timeOffset="-165734.33">13649 16108 0,'-13'-27'32,"26"54"-32,-13-80 31,26 40-15</inkml:trace>
  <inkml:trace contextRef="#ctx0" brushRef="#br0" timeOffset="-165550.02">13953 16081 0,'0'0'32,"13"0"-1,1-13-31</inkml:trace>
  <inkml:trace contextRef="#ctx0" brushRef="#br0" timeOffset="-163413.86">9483 16372 0,'-13'14'46,"52"12"-14,-12-13-32,39 1 31,13-41 0,-66-39-15</inkml:trace>
  <inkml:trace contextRef="#ctx0" brushRef="#br0" timeOffset="-163223.23">9417 16161 0,'0'0'0,"-27"-13"16,40 13 31,1 0-31,-1 0-16</inkml:trace>
  <inkml:trace contextRef="#ctx0" brushRef="#br0" timeOffset="-163070.8">9642 16148 0,'-14'0'32</inkml:trace>
  <inkml:trace contextRef="#ctx0" brushRef="#br0" timeOffset="-162189.06">10409 16280 0,'0'0'0,"13"0"63,13 0-48,54 0 1,277 13 15,-278 0-15,371 14-1,-331-27 1,423 26 0,-410-13-1,371 1 1,-397-14-1,238 0 1,-212 0 0,-106 0 15,-39 0-15,-53-14-1,53 14-15,-14-13 16,14 13-1</inkml:trace>
  <inkml:trace contextRef="#ctx0" brushRef="#br0" timeOffset="-161930.9">13173 16227 0,'-13'0'16,"26"0"-16,-40-13 31,41 13-15,25 26-1,-26 1 1,54 65 0,-54-65-16,-13 92 31,-13-93-31,-120 27 15</inkml:trace>
  <inkml:trace contextRef="#ctx0" brushRef="#br0" timeOffset="-154879.72">3015 16571 0,'0'0'0,"0"39"47,27 133-16,-14-132-31,93 119 32,-80-106-32,54 26 15,158 106 17,-172-145-32,198 92 31,279 66 0,52-52-15,79-133 15,67-119 0,-582 80-15,423-80-1,-450 93 1,450-133 0,-159-39 15,-317 132 0,-14-26-15,-52 39-1,-66 40 17,12 14-17,14-1 1,0 0 0,14-13-1,-1 0 16,0 0-15,14-13 0,-27 0-1</inkml:trace>
  <inkml:trace contextRef="#ctx0" brushRef="#br0" timeOffset="-154358.8">8345 16928 0,'0'0'0,"14"-40"16,25 27 15,-25 26 16,-1-13-31,40 53-1,0-40 1,39 14-1,54-14 17,-133-13-32,0 0 15,14 0 1,-54 53 15,-65 53 0,12-1 1,80-65-1,13-53-15</inkml:trace>
  <inkml:trace contextRef="#ctx0" brushRef="#br0" timeOffset="-150628.96">13358 16901 0,'0'0'0,"13"-13"31,27 0 0,-27 13 1,-66 0-1,40 0-15,-146 0-1,120 0 1,-226-13-1,106-1 1,-92-12 0,159 13-1,-14 13-15,-304-40 16,317 40 0,-290-26-1,303 12 1,-211 1-1,93-13 17,185 26-17,26-13 1,0 13 0,66 13-1,-65-13 1,39 26-1,-27-13 1,-26 1 15</inkml:trace>
  <inkml:trace contextRef="#ctx0" brushRef="#br0" timeOffset="-150208.99">11083 16571 0,'-26'-13'16,"12"13"-1,-12-14 1,13 14-1,-27 14 1,27-1 0,-53 40-1,13 0 1,-26 26 15,65-79-15,14 13-16,-13 0 15,26 1-15,80-1 32,13 13-17,79 27 17,-145-26-17,-27-27-15</inkml:trace>
  <inkml:trace contextRef="#ctx0" brushRef="#br0" timeOffset="-145085.08">9456 10805 0,'0'0'0,"-26"-27"31,13 14 0,26 13-15,13 0 15,-12 0-15,131 0 0,-92 0-1,502-13 1,345 13 15,105 40 0,-820-27-15,450 13 0,-503-12-1,199-14 1,-291 13-1,-1-13 1,-92-27 15,40 27-15,0 0-16,-14 0 16,14 0-1</inkml:trace>
  <inkml:trace contextRef="#ctx0" brushRef="#br0" timeOffset="-139471.52">3478 16610 0,'0'0'0,"0"-13"47,0 0-31,14 13 15,12 79 0,-13-52-31,67 105 32,158 53-1,39-66 0,54 0 0,66-26 1,13-27-1,-344-66-31,331 13 31,-225-13-15,251-26 15,-159-14-15,107-53 15,-67-52 0,-251 119-31,211-94 31,-52 41 1,-40 13-1,-27 26 0,-118 40-31,26-26 31,-40 13 1,-26-1-1</inkml:trace>
  <inkml:trace contextRef="#ctx0" brushRef="#br0" timeOffset="-139038.95">7909 16610 0,'0'0'0,"-26"-26"32,65 13-1,54 13 0,52 26 0,-26 1 1,-105-27-32,-1 39 31,-66 54 0,0-1 0,40-25-15</inkml:trace>
  <inkml:trace contextRef="#ctx0" brushRef="#br0" timeOffset="-133115.65">20394 16081 0,'0'0'0,"13"-13"15,1-40 1,-14 40 0,-67 0-1,-105 172 17,146-107-17,-53 200 1,79-186-1,132 145 1,-79-197 0,211-14-1,-198-14 1,133-144 0,-173 105-1,-12-198 1,-41 198-1,-105-93 1,92 133-16,-92 0 31,105 52-15</inkml:trace>
  <inkml:trace contextRef="#ctx0" brushRef="#br0" timeOffset="-132581.46">20262 16756 0,'0'0'0,"-13"26"16,-27 27-1,27-40 1,13 1-16,0 39 15,-14-27-15,-25 106 32,12-52-17,-12 39 1,25-66 0,28 26-1,12-53 1,106-26 15,-26 0-15,-13-26-1,-67 13 1,54-67 0,-67 54-1,13-106 1,-26 105-1,0-12-15,-39-41 16,-41-12 15,80 78-15,-13 1 0,26 26-1,0-13-15</inkml:trace>
  <inkml:trace contextRef="#ctx0" brushRef="#br0" timeOffset="-131812.66">24150 16081 0,'0'0'0,"-53"-52"16,-13 12 0,-66 40 15,105 13-16,-131 119 1,92 159 15,105-172-15,80 14 0,225-67 15,-225-119-16,80-212 17,-226-52-1,-251 211 0,186 146-15,12 39-1</inkml:trace>
  <inkml:trace contextRef="#ctx0" brushRef="#br0" timeOffset="-131269.99">23978 16729 0,'-39'80'32,"78"-160"-32,-131 318 31,39-39 0,26-40 0,14-133-31,26 53 32,133-52-1,79-14 0,-40-13 0,-106-26 1,-92-199-1,-53 26 0,-53 54 0,92 145-15,14 0-16</inkml:trace>
  <inkml:trace contextRef="#ctx0" brushRef="#br0" timeOffset="-130541.8">21135 16703 0,'0'0'0,"-53"0"15,13 13 16,186-26 1,26 0-32,370-40 31,344 0 0,-569 40 0,-237 0-15</inkml:trace>
  <inkml:trace contextRef="#ctx0" brushRef="#br0" timeOffset="-130263.61">22907 16346 0,'0'-13'15,"13"13"1,27 26 15,-27-13-31,119 133 31,-79 52 1,-79-171-32,-173 52 15</inkml:trace>
  <inkml:trace contextRef="#ctx0" brushRef="#br0" timeOffset="-128482.4">23806 16478 0,'14'13'47,"52"40"-15,-40-39-32,-13-1 15,106 13 1,-92-26-1,118-13 1,-118 0 0,39-40-1,-66 26 1,-27 1 0</inkml:trace>
  <inkml:trace contextRef="#ctx0" brushRef="#br0" timeOffset="-128249.05">24005 16293 0,'0'0'0,"-53"-26"16,40 26-16,13-14 16,-14 14-16,41 0 31</inkml:trace>
  <inkml:trace contextRef="#ctx0" brushRef="#br0" timeOffset="-128074.47">24230 16293 0,'13'0'16,"-13"-13"15,13-14-15</inkml:trace>
  <inkml:trace contextRef="#ctx0" brushRef="#br0" timeOffset="-127082.49">20288 16558 0,'-39'-27'32,"78"54"-32,-52-54 31,79 93 0,14 0 0,-41-52-15,80-94 15,-106 54-31</inkml:trace>
  <inkml:trace contextRef="#ctx0" brushRef="#br0" timeOffset="-126887.7">20407 16386 0,'0'0'0,"27"-14"47,-14 1-16</inkml:trace>
  <inkml:trace contextRef="#ctx0" brushRef="#br0" timeOffset="-126741.7">20579 16359 0,'0'0'0,"27"13"16,-14-13 15</inkml:trace>
  <inkml:trace contextRef="#ctx0" brushRef="#br0" timeOffset="-125606.58">25169 16558 0,'0'0'0,"-27"26"32,-26 40-1,53 53 0,0-53-15,-13-39 15,0-27-15,13-14-16,-27-52 15,-26-119 17,40 106-17,40-27 1,-14 93-16,106 0 31,-40 66-15,-52-27-16,-14 27 15,-119 53 17,-66-53-1,172-1 0,172 54 0,-40-53-15,-52-13 0</inkml:trace>
  <inkml:trace contextRef="#ctx0" brushRef="#br0" timeOffset="-125169.08">25380 16597 0,'0'0'16,"0"-39"0,27 78 15,-1 54 0,-13-1 0,-39-52 1,-1-106-1,41-119 0,-14 145-31,79-52 31,-53 105-15,1 13-16,26 106 31,-40-92-31,53 145 31,-53-132-15</inkml:trace>
  <inkml:trace contextRef="#ctx0" brushRef="#br0" timeOffset="-124572.47">25473 16703 0,'0'0'16,"-27"-66"-1,93 39 17,80 27-1,-120 14-31,54-14 31,-54-53 0,-39 26 1,13 120-1,26 66 0,-12-133-31,-14 40 31,-14-79-15,14 0 0,-26-93-1,13 66 1,13-132 0,0 133-1,53-67 1,-40 106-1,66 66 1,-13 93 15,-66-133-15,-66 27 0,40-53-1,-14 0-15</inkml:trace>
  <inkml:trace contextRef="#ctx0" brushRef="#br0" timeOffset="-123056.83">23013 17179 0,'13'0'15,"-26"0"-15,39 0 32,-52 0-1,-107 0 0,-157 13 0,51 1-15,54-1 0,-330 40 15,382-40-16,-52 0 1,40-13 15,131 0 1,1 0 14,-13 0-30,-14 0 15,27 0 79,-27 0-79,27 0-15,0 0 15,26 0-16</inkml:trace>
  <inkml:trace contextRef="#ctx0" brushRef="#br0" timeOffset="-122721.58">21148 17166 0,'0'0'0,"0"-13"15,-13 13-15,-1-27 32,14 40-17,-13 80 17,-13-80-32,-80 93 31,53-66 0,119-14 0,106 27 1,-145-40-32</inkml:trace>
  <inkml:trace contextRef="#ctx0" brushRef="#br0" timeOffset="-120847.77">27219 10554 0,'0'0'0,"26"0"93,14-14-77,65 1 0,160 0 15,-239 13-15,27 0-16</inkml:trace>
  <inkml:trace contextRef="#ctx0" brushRef="#br0" timeOffset="-120597.52">27232 10673 0,'-13'26'16,"26"-52"-16,66 78 31,159-38 0,-158-14-15,-54 0-16,27 0 31</inkml:trace>
</inkml:ink>
</file>

<file path=ppt/ink/ink3.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2-16T06:27:20.205"/>
    </inkml:context>
    <inkml:brush xml:id="br0">
      <inkml:brushProperty name="width" value="0.05292" units="cm"/>
      <inkml:brushProperty name="height" value="0.05292" units="cm"/>
    </inkml:brush>
  </inkml:definitions>
  <inkml:trace contextRef="#ctx0" brushRef="#br0">8464 3716 0,'-13'-13'47,"106"13"31,304 0-47,-186 0-15,226 0 15,-14 0 0,40 0-15,-66 40 31,-54-40-16,-237 0-31,146 0 31,-160 0-15,-39 0-16,79 0 31,159 0 0,-211 0-31,105 0 32,-132 0-32,66 0 31,-93 0 0,1 0 32,52 0-32,-66 0-16</inkml:trace>
  <inkml:trace contextRef="#ctx0" brushRef="#br0" timeOffset="23363.54">20791 3875 0,'79'-26'63,"411"-54"-32,65 80 0,80 0 1,-291-13-1,-305 13 0,-39-13 0</inkml:trace>
  <inkml:trace contextRef="#ctx0" brushRef="#br0" timeOffset="24903.77">23846 3730 0,'-13'13'31,"52"0"16,226-13-16,66 40 0,-146-27-15,-53-13-1,27 0 17</inkml:trace>
  <inkml:trace contextRef="#ctx0" brushRef="#br0" timeOffset="25405.77">25539 3809 0,'106'0'47,"251"0"-15,-172 0-1,-172-13 0</inkml:trace>
  <inkml:trace contextRef="#ctx0" brushRef="#br0" timeOffset="28297.14">28329 3624 0,'0'0'0,"0"13"32,27 0-17,383-13 16,-79 0-15,65 0 15,-303 0 1</inkml:trace>
  <inkml:trace contextRef="#ctx0" brushRef="#br0" timeOffset="28750.23">30895 3703 0,'172'0'31,"-344"0"-31,807 0 32,-489 0-32,145 0 31,0 0 0,-159 0 0,-93 0 1</inkml:trace>
  <inkml:trace contextRef="#ctx0" brushRef="#br0" timeOffset="30138.87">2804 4470 0,'0'0'0,"79"0"32,305 0-1,198 0 0,-93 0 0,-423 0-15,-53 0 15</inkml:trace>
  <inkml:trace contextRef="#ctx0" brushRef="#br0" timeOffset="38576.58">4841 10831 0,'-14'14'31,"28"-28"-31,-14 14 47,13-13-16,-13 13 0,0 13 1,0-26-32,0 0 31,0 13 0,13-13-31,-13 26 47,-13 93-16,0 158 0,-14-66-15,-13 107 15,40-133 1,0-120-1,40-65 0,185-40 0,225 14 1,251 12-1,-119 27 0,-503 0-31,119 13 31,-132-13-15,-39 14 15,-40-14 0,13-14-31,0-1004 32,0 1984-17,26-1099 17,-52-158-1,26 225-31,-14-119 31,54-79 0,-27 145 1,-66 79-1,-13 53-16,-225 40 17,-26-27-17,-305-12 17,411-1-17,-279 13 16,305 1 1,172-1-1,39-12 0,1-1 0,-40-13 16,-27 0-15,27 0-17</inkml:trace>
  <inkml:trace contextRef="#ctx0" brushRef="#br0" timeOffset="39374.71">5237 11347 0,'0'-13'0,"0"26"0,0-39 32,0 52-1,0-13-31,0 120 16,0-28 15,0-78-16,-13-1 1,13-1084 15,0 2010-15,27-1150 0,-27 145-1,53-119 1,-27 159-1,53 26 1,-39 119 15,-40-105-15,-40 92 0,27-93-1,-13 1-15,-27 13 16,40-27-1,13 0-15,-27-13 16,27-13 0,27-14-1,-14 27-15,0-13 16,66 40 0,1 65 15,-80-79-16,26 14-15</inkml:trace>
  <inkml:trace contextRef="#ctx0" brushRef="#br0" timeOffset="39734.14">5674 11373 0,'0'0'0,"0"-13"15,0-40 1,-13 53 0,-14 40 15,27-27-15,0 67-1,0-54 1,27 14-1,-1-27 1,-13-13 0,40-40-1,-40 1 1,-39-54 15,-14 67-15,14 26-1</inkml:trace>
  <inkml:trace contextRef="#ctx0" brushRef="#br0" timeOffset="40141.83">6018 11294 0,'-40'0'31,"0"66"1,54 27-1,52-40 0,0-80 0,-53 14-31,-13-80 32,-93 41-1,54 52-16,26 0-15</inkml:trace>
  <inkml:trace contextRef="#ctx0" brushRef="#br0" timeOffset="40420.92">6282 11096 0,'0'0'0,"0"-13"15,0 79 17,0 106-1,0-14 0,66-118 0,-39-40-31</inkml:trace>
  <inkml:trace contextRef="#ctx0" brushRef="#br0" timeOffset="40573.53">6348 11347 0,'0'0'0,"-39"-13"31,39 0-31,66-14 32,-13 14-32</inkml:trace>
  <inkml:trace contextRef="#ctx0" brushRef="#br0" timeOffset="41334.47">5912 11810 0</inkml:trace>
  <inkml:trace contextRef="#ctx0" brushRef="#br0" timeOffset="41654.94">5925 11876 0,'0'26'0,"0"-52"15,0 92-15,0 40 16,0-53 0,0-13-16,0 118 15,0-52 1,0-53-16,0 198 31,0-211-15,0 0-16,13 26 15,120-27 17,-80-39-32,13 0 15,251-13 1,40 13 15,-277 0-31,144 13 31,-184-13 1</inkml:trace>
  <inkml:trace contextRef="#ctx0" brushRef="#br0" timeOffset="42001.56">7578 12656 0,'0'0'0,"-26"0"47,-53 13-16,12 14-15</inkml:trace>
  <inkml:trace contextRef="#ctx0" brushRef="#br0" timeOffset="42416.62">7354 12736 0,'-40'26'15,"80"-52"-15,-93 79 0,39-40 16,1 13-16,0-13 0,-14 93 31,80 0 0,0-66-15,93 13 0,198-14 15,66-65 0,-331 13-31,172-67 31,-145-65 1,-106 105-32,-172-119 31,-211 106 0,-14 67 0,132 25 1,186 14-17</inkml:trace>
  <inkml:trace contextRef="#ctx0" brushRef="#br0" timeOffset="43190.94">7975 13476 0,'0'0'0,"0"40"15,0-14-15,0 80 16,0-79-1,0 65 1,13-79 15,1-13-15,65-13 0,159 0 15,-185 0-16,251 13 1,-225-14 0,239 14-1,-278 0 1,39 0 0</inkml:trace>
  <inkml:trace contextRef="#ctx0" brushRef="#br0" timeOffset="43719.82">9536 13556 0,'0'0'0,"-13"0"31,-40 39 0,26-26-15,-39 93 0,53-53-1,0 26 1,13-65-1,13 12-15,40 40 16,-27-52 0,14 12-16,119 14 15,-120-27 1,133-40 0,-106 1-1,-39 13-15,52-106 31,-66 26-15,-13 53 0,-79-65-1,66 91-15,-27 1 16,-92 0 0,-14 53 15</inkml:trace>
  <inkml:trace contextRef="#ctx0" brushRef="#br0" timeOffset="45092.77">6004 13489 0,'0'0'0,"-13"252"16,13 131 15,27-118 0,-27-226-31,0 80 31,0-52 1,13-67-1,13 0 0,-12 0-15,-1 0-16,53 0 15,185 0 17,-26-14-17,159 14 16,-107-13 1,-158 13-1,-105 0-31,-1 0 31</inkml:trace>
  <inkml:trace contextRef="#ctx0" brushRef="#br0" timeOffset="45687.1">7631 14574 0,'-13'53'31,"13"-27"-31,13-105 0,53 238 31,0-133-15,159-26 15,-66-93 1,-133-39-1,-105 40 0,53 78-31,-93 14 31,105 0-31,-52 14 32</inkml:trace>
  <inkml:trace contextRef="#ctx0" brushRef="#br0" timeOffset="47965.49">4378 10236 0,'0'-13'31,"-14"13"-15,-25 26 0,-54 54 15,67-993-16,-14 2077 17,27-1124-17,0 118 1,26 54 15,0-119-15,14 52-1,65 133 17,-39-186-17,132 199 17,-79-39-1,-93-200-16,14 15-15,-14 104 16,-13-38 0,-66 39-1,-133 66 17,1-106-1,92-79 0,146-40 0,79 40 1,40 92-1,-93 199 0,-106 132 0,0-211-15,-13 158 15,40-26 0,26-331-31,67 132 32,12-118-17,14-28 1,53-52 15,-119-13-31</inkml:trace>
  <inkml:trace contextRef="#ctx0" brushRef="#br0" timeOffset="49423.26">9377 9932 0,'26'-26'15,"-12"12"1,78-25 15,120 92 1,26 118-1,-53 54 0,-172-172-31,27 66 16,13 225 15,-13 106 0,-14-40 0,-145 79 1,-53-13-17,27-40 32,131-356-47,-12 184 16,132 14 15,-53-225-15,198 79-1,-185-119 1,172 54 0,-198-67-1,-14 13-15,27-13 16,-159 53 15,67-27-15,-120 106-1,119-92 1,-92 132 0,119-132-1,-80 158 1,80-145-1,-53 185 1,53-172 0,-14-13-16,-26 132 15,40-132 1,0 0-16,-40 66 16,13-53-1,-39 27 1,66-80-1,-67 26 1,41-39 0,-14-52 15</inkml:trace>
  <inkml:trace contextRef="#ctx0" brushRef="#br0" timeOffset="50555.47">10885 11995 0,'0'0'0,"-13"-26"16,-14 65 15,14 120 0,13-119-31,0 26 16,0 53 15,-13-159 0,13 14-31,-66-199 31,26-66 1,53 238-17,106-40 1,-92 93-16,12 14 16,80 52-1,-79-40-15,13 40 16,-80 93 15,-118-66 0,52-67 1,146-26-1,-26 0-31,118 66 31,-13 27 0,-79-27-15</inkml:trace>
  <inkml:trace contextRef="#ctx0" brushRef="#br0" timeOffset="51007.04">11308 11982 0,'0'0'15,"-40"-93"1,40 80-16,0 0 16,0 26-1,27 132 16,-1 14 1,-13-79-1,-39-160 0,26-158 0,13 172-31,53-119 32,80 264-1,-67 186 0,-13-40 0,-52-199-31,12 27 16</inkml:trace>
  <inkml:trace contextRef="#ctx0" brushRef="#br0" timeOffset="51158.78">11414 12048 0,'0'0'0,"-13"-13"15,26-40 17,79 40-17</inkml:trace>
  <inkml:trace contextRef="#ctx0" brushRef="#br0" timeOffset="51606.71">11837 11916 0,'0'0'0,"0"-14"16,0 14 15,66 133 1,-53-107-32,27 106 31,-40-39 0,-40-106 0,-26-159 1,93-119-1,92 159 0,13 185 0,-79 52 1,-238 1-1,79-66-16</inkml:trace>
  <inkml:trace contextRef="#ctx0" brushRef="#br0" timeOffset="52578.93">11123 12947 0,'-13'-26'31,"26"52"-31,-40-52 32,27 39-32,40 106 31,13 40 0,-40-67 0,-26-145 1,-40-92-1,13-40 0,93 53 0,119 105 1,-13 120-1,-133 65 0,-145-92 0,27-79 1,79 0-17,92-40 16,66 53 1,-26 53-1,-79 0-15,-53 66 15,-53-40-16,-93-92 32,27-53-31,119 53 0,-1-14-1</inkml:trace>
  <inkml:trace contextRef="#ctx0" brushRef="#br0" timeOffset="53013.95">11824 12974 0,'0'0'15,"-13"-66"1,-27 66 15,27 13-15,-27 79 15,40-65-31,0 12 0,13 54 16,14-67-1,78 80 1,-65-79-1,0-27-15,0 0 0,52-13 16,-26-120 15,-66 94-15,-106-80 0,67 92-1,-146-13 1,132 40-1,-93 14 1</inkml:trace>
  <inkml:trace contextRef="#ctx0" brushRef="#br0" timeOffset="66173.47">8187 9773 0,'0'0'0,"-53"-13"16,13 0-16</inkml:trace>
  <inkml:trace contextRef="#ctx0" brushRef="#br0" timeOffset="67765.94">8002 9720 0,'-27'0'15,"54"0"-15,-186-13 16,106 13-16,-185-13 31,-265 66 0,14 39 1,-67 27-1,-25 27 0,-54 79 0,211 39 1,107 120-1,172-107-16,-80 186 17,53 13-1,53 80 0,92-226-15,27 199 15,106-13 0,106-106 1,-159-330-32,238 316 31,52-12 0,94-120 0,79-118 1,79-80-1,225-106 0,-159-52 0,-66-27 1,-66-53-1,-39-53 0,-411 172-31,186-159 31,-41-131 1,-65 38-1,-27-12 0,-13-27 0,-26-13 1,-67 291-32,14-1230 31,-13 2023-16,-54-2168 17,-52 2009-1,52-647-31,-26-265 31,-52-158 0,-41 171 1,-65 80-17,158 211 1,-172-119 0,159 133-1,-199-67 1,199 67-1,-185-27 1,198 40 0,-146-14-1,160 14 1,-94 0 0,67 13 15,53 0-16,0 0 1,13 13 125</inkml:trace>
  <inkml:trace contextRef="#ctx0" brushRef="#br0" timeOffset="68777.92">10131 11321 0,'0'0'0,"-27"-67"16,14 41 0,0-67-1,13 67 1,26-93 0,-12 79-1,105-105 1,-13 79-1,65-27 1,-104 67 0,224-67-1,-252 80 1,120 0 0,-119 26-1,92 79 1,-106-65-1,93 105 1,-79-92-16,53 132 31,-80-133-15,0 94 0,0-107-1,-13 53 1,0-65-1,-13 12 1,0-26 0</inkml:trace>
  <inkml:trace contextRef="#ctx0" brushRef="#br0" timeOffset="69049.07">11308 11281 0,'13'0'47,"14"40"-16,-1-14-15,-13-13-1,40 27 1,-40-27 0,27-13-1,-27 0 1</inkml:trace>
  <inkml:trace contextRef="#ctx0" brushRef="#br0" timeOffset="69340.36">11652 11241 0,'0'0'0,"13"0"16,0 0-1,-26 0 17,13 13 14,-40 54-14,40-54-17,-26 26 1,13-39 15</inkml:trace>
  <inkml:trace contextRef="#ctx0" brushRef="#br0" timeOffset="85257.63">6970 5224 0,'0'0'0</inkml:trace>
  <inkml:trace contextRef="#ctx0" brushRef="#br0" timeOffset="85653.55">6970 5224 0,'13'0'47,"212"-13"-16,185-14 0,-53 1 0,-172 26 1,-132-13-1</inkml:trace>
  <inkml:trace contextRef="#ctx0" brushRef="#br0" timeOffset="87959.92">13107 5224 0,'0'0'0,"13"0"31</inkml:trace>
  <inkml:trace contextRef="#ctx0" brushRef="#br0" timeOffset="88780.03">14760 5118 0,'53'13'79,"225"-13"-48,13 14-16,224-14 17,-171 0-1,-251-14 0,-80 14 0</inkml:trace>
  <inkml:trace contextRef="#ctx0" brushRef="#br0" timeOffset="89517.8">19243 5237 0,'14'0'46,"78"14"-30,265 12 15,146 0 1,-225-26-1,-252 0 0,-52-13-15</inkml:trace>
  <inkml:trace contextRef="#ctx0" brushRef="#br0" timeOffset="93182.79">11321 15354 0,'13'0'15,"-13"-13"16,-13 13 1,-26 40-1,-28 52 0,41 27 0,39-92-31,80 25 32,52-104-1,-52-67 0,-133 13 0,-105 106 1,79 39-1,66-25-31</inkml:trace>
  <inkml:trace contextRef="#ctx0" brushRef="#br0" timeOffset="93717.11">12273 15354 0,'0'0'0,"-26"0"31,-14 0 0,14 13-15,-14 67 0,27-41-1,39 54 1,1-80 0,92 14-1,-93-27 1,93-67-1,-92 41 1,-1-80 0,-39 80-1,-79-40 1,52 66-16,-13 0 16,26 0-1,-25 0-15</inkml:trace>
  <inkml:trace contextRef="#ctx0" brushRef="#br0" timeOffset="96511.78">11268 15037 0,'0'0'0,"-13"0"32,0 0-1,-66 26 0,-14 80 0,53-40-15,27-39 0,-40 118-1,53-119 1,13 54-1,1-54 1,38 14 0,1-27 15,0-53 0,-26-12 0,12-28 1,14 14-1,-39 66-15,65-26-1,27-14 16,-93 40-15,40 0 0,0 40 15,-14 26 0,-12-13 0,-1-14 1,-26-12-1,14-1 0,-1-26 0,26-26 1,14-27-1,13 0 0,-26 27 0,26-1 1,27 1-1,-80 26-15,14 0-16,52 0 15,66 0 16,-52 26 1,-53-13-17,13 40 17,-14-26-1,-26-14-31,27 0 31,-27 14 0,-13-14 1,14-13 30,-1 0-46,26 0 15,67 0 0,-26-13 0,-27-14 1,-40 14-32,26-27 31,-12-13 0,-1-13 0,-52-13 1,26 66-32,-13-27 15,13 0 17,-14 27-32,-12 0 31,-27-27 0,-26 14 0,-1 12 1,67 14-32,-40 0 31,53-13-31,-66 13 31,0 0 0,0 13 1,13-13-1,40-13 0,13-13 0,0-14 1,-27-26-1,-26 13 0,-39 27 0,-93 12 1,26 1-1,40 13 0,13 13 0,-39 27 1,12-27-1,54 27 0,53 13 0,26 0 1,0 13-1,0-40 0</inkml:trace>
  <inkml:trace contextRef="#ctx0" brushRef="#br0" timeOffset="97591.53">11665 14944 0,'0'0'0,"-26"-13"16,-27 13 15,40 13-16,-27 40 17,27-40-32,26 40 15,0-53 1,0 13-16,67-13 16,-54-13-1,106-40 1,-118 40-1,-28-27 1,-12 40 0,-80-13-1,80 13 1,-40 0 0,92 13-1</inkml:trace>
  <inkml:trace contextRef="#ctx0" brushRef="#br0" timeOffset="97996.69">12141 14957 0,'0'0'0,"13"-13"31,-26 0-15,-26 13 15,-80 53 1,132 26-17,106-26 32,-93-53-47,67-53 16,-80 27-1,-26-67 1,0 67 0,-14 12-16,-79-12 15,67 39 1</inkml:trace>
  <inkml:trace contextRef="#ctx0" brushRef="#br0" timeOffset="99674.49">10938 15790 0,'0'0'0,"39"0"16,120 14 15,-40-1-15,119 13-1,490-12 17,-94-14-1,-171-14 0,-330-12-15,-147-14 15,-131-66 0,65-39 0,80 105-31,27-158 32,-14 132-32,27-212 31,-40 199-31,0-53 16,-53-80 15,-13 146 0,13 79 0,13 0 1,-39-13-1,0 0-16,-279 0 17,187 0-17,-359 13 17,411-13-32,-238 14 31,40-14 0,277 13 0,93 0 1,-40 0-32,14 27 31,-27 132 0,13 106 0,27 66 1,-27-80-1,-26-79 0,13-158-31,39 26 31,54-93-15</inkml:trace>
  <inkml:trace contextRef="#ctx0" brushRef="#br0" timeOffset="100673.61">12445 14389 0,'0'-14'32,"14"14"-17,39-52 1,13-1-1,132-146 17,119-171-1,-237 291-15,211-331-1,-225 304 1,225-383-1,-225 356 1,-13 14-16,132-264 16,-79 158-1,79-172 1,-159 318 0,80-186-1,-79 120 16,-14 132-15,0 13 15</inkml:trace>
  <inkml:trace contextRef="#ctx0" brushRef="#br0" timeOffset="101060.49">14376 10792 0,'0'0'15,"-13"0"-15,0 0 0,0 0 16,-1 0-1,28-14-15,-1 14 16,27-13 0,-14 0-1,53-14 1,-39 1 0,-27 13-1,27-14 1,-27 27-1,0 80 1,40 78 15,-39-118-15,12 0-16</inkml:trace>
  <inkml:trace contextRef="#ctx0" brushRef="#br0" timeOffset="102715.76">15157 10025 0,'0'0'0,"13"0"31,0-14 0,-13 1 1,0 0-1,-13-14 0,-27 14 0,27 13-31,-66-13 32,13 92-1,39-26-15,67 106 15,92-146 0,-39-119 0,-80 14-15,-53-239 15,14 172 0,39 279 1,13 51-17,14 107 17,0-132-1</inkml:trace>
  <inkml:trace contextRef="#ctx0" brushRef="#br0" timeOffset="103123.48">15382 9958 0,'-40'-26'31,"80"52"-31,-27-65 31,0 52-31,66 53 31,-39 66 1,-40-118-32,-26 39 31,-1-120 0,80-91 0,40 39 1,-41 132-1,-52 0-31</inkml:trace>
  <inkml:trace contextRef="#ctx0" brushRef="#br0" timeOffset="103324.68">15752 9879 0,'0'0'0,"-13"0"15,13 66 16,13 40 1,13-40-1</inkml:trace>
  <inkml:trace contextRef="#ctx0" brushRef="#br0" timeOffset="103454.12">15712 9588 0,'0'-13'0,"0"26"15,-13-39-15,-14 26 16,27 13 0,0 27-1</inkml:trace>
  <inkml:trace contextRef="#ctx0" brushRef="#br0" timeOffset="104003.47">15977 9839 0,'0'0'0,"-27"-39"16,1-1 15,13 119 0,13-52-15,-14 105 0,14-105-1,14 78 1,-1-78-1,13 13 1,-13-40 0,1-14-1,-14 1 1,13-27 0,-13 1 15,13 25-16,14-65 1,25 0 0,1-27 15,-39 93-15,-14 0-1,0 39 16,0-13-15</inkml:trace>
  <inkml:trace contextRef="#ctx0" brushRef="#br0" timeOffset="104464.09">16347 9919 0,'0'0'0,"-13"13"16,-27-13-1,40 13 17,27-13-17,12 0 1,1-13-1,-14-13 1,1-14 0,-27 27-1,-13-40 1,-1 53-16,1-13 16,-53 26-1,0 93 16,66-67-15,13 80 0,0-106-1,53 40 1,-39-53 0,-1 0-16,40-26 15,-39-1-15</inkml:trace>
  <inkml:trace contextRef="#ctx0" brushRef="#br0" timeOffset="105375.77">15289 10845 0,'0'0'0,"26"-53"31,-26 39-31,-13-25 31,-79 25 1,52 67-1,66 0 0,107 27 0,-41-14 1,-79-53-32,-13 13 15,-52 14 17,25-27-32,-66-13 31,14-79 0,79 53-31</inkml:trace>
  <inkml:trace contextRef="#ctx0" brushRef="#br0" timeOffset="105610.53">15461 10673 0,'0'-14'16,"0"28"-16,13-28 31,14 41-15,-14 79 15,-13-80-15,13 80-1,-13-80 1,0 27-1</inkml:trace>
  <inkml:trace contextRef="#ctx0" brushRef="#br0" timeOffset="106125.72">15514 10858 0,'0'-27'15,"0"54"-15,0-67 31,26 27-15,106 0 15,-65 13-15,-14-14 0,-67 1 15,-12 26 0,-14 54 0,40-54-15,27 66 0,-14-52-1,79-1 1,-12-79 15,-54 13-15,-13-52-1,-13 79 1,-66-40 0,53 53-1,-53 26 1,53-26-1,13 27 1</inkml:trace>
  <inkml:trace contextRef="#ctx0" brushRef="#br0" timeOffset="106651.92">16215 10725 0,'0'0'0,"-13"0"16,-1 53 15,14-39-15,14 91-1,-14-78 1,13 79-1,-13-93 1,0 13-16,0 1 16,0-54 15,-13-26-15,-1-79-1,1 93 1,13-81-1,13 94 1,27-14 0,-14 40-1,41 27 1,-28 12 0,-26 28 15,-26-54-16,0 0-15,-13 14 16,-14-27 0</inkml:trace>
  <inkml:trace contextRef="#ctx0" brushRef="#br0" timeOffset="107463.94">17630 10038 0,'13'0'16,"14"-40"15,-1 0 0,-26 27-31,0 0 16,-106 0 15,14 39 0,92-13-31,-14 14 32,54 13-17,92 39 17,-52-39-17,-27 26 16,-106-40 1,26-13-32,-79-39 31,27-40 0,79 39-31,0 1 0</inkml:trace>
  <inkml:trace contextRef="#ctx0" brushRef="#br0" timeOffset="107692.11">17855 9747 0,'26'-27'32,"-52"54"-32,52-14 31,-13 159 0,14-40-15,-14-66-1,0 53 17</inkml:trace>
  <inkml:trace contextRef="#ctx0" brushRef="#br0" timeOffset="108211.21">17934 10091 0,'0'-992'0,"0"1970"15,0-991-15,-13 0 16,66 13 15,92 0 0,-26-26 1,-106-54-1,-79 41 0,40 39-31,13 13 16,-1 0-16,-25 80 31,65 39 0,40-106 1,0-92-1,-26-53 0,-13 79 0,-14 107 1,0 25-17</inkml:trace>
  <inkml:trace contextRef="#ctx0" brushRef="#br0" timeOffset="108549.23">18410 9958 0,'0'0'0,"0"-26"15,27 66 16,12 52 1,-25-52-17,-14-14 17,-14-65-1,41-80 0,-14 92-31,40-12 31,-13 39-15</inkml:trace>
  <inkml:trace contextRef="#ctx0" brushRef="#br0" timeOffset="108814.48">18714 9734 0,'-26'-66'31,"52"132"-31,-52-159 31,26 212 0,0 106 1,0-185-32,26 79 31,14-80-15</inkml:trace>
  <inkml:trace contextRef="#ctx0" brushRef="#br0" timeOffset="108999.83">18794 9998 0,'0'0'0,"-40"-79"16,27 52 15,79 27 0,40-13 0,-93 13-15</inkml:trace>
  <inkml:trace contextRef="#ctx0" brushRef="#br0" timeOffset="109675.95">17656 10673 0,'0'0'0,"14"-40"15,-14 27-15,-53-14 32,39-965-17,-65 1984 1,53-939 31,26-40-47,79 67 31,-26-54-15,39 27 15,-118-26 0,-106-14-15,105-13-1,-39-27 1</inkml:trace>
  <inkml:trace contextRef="#ctx0" brushRef="#br0" timeOffset="109918.55">17868 10580 0,'0'0'0,"13"-13"16,-13 39 31,0 67-16,0 52 0,0-118-31,13 12 0</inkml:trace>
  <inkml:trace contextRef="#ctx0" brushRef="#br0" timeOffset="110341.86">17828 10752 0,'0'0'0,"0"-27"15,13 27-15,120 0 32,52-13-1,-172 13-16,27 0 1,-40-13 0,-53 0-1,40 13 1,-53 39 0,52-25-1,1-1-15,26 53 16,53-13 15,-52-53-15,52-13-1,-53 0 1,27-54 0,-40 54-1,0 0-15,-14-14 16</inkml:trace>
  <inkml:trace contextRef="#ctx0" brushRef="#br0" timeOffset="110855.84">18331 10739 0,'0'13'63,"0"0"-48,13 80 1,0-67 0,-13 93-1,0-53 16,0-119 1,0-118-1,0 131-31,0 0 16,14-52-1,-14 65-15,13 14 16,13-14-1,67 80 17,-14 40-1,-119-40 0,-39-53-15,53 0-16</inkml:trace>
  <inkml:trace contextRef="#ctx0" brushRef="#br0" timeOffset="113405.51">19759 10130 0,'0'0'0,"13"-13"16,-13 0 0,14-27-1,-14 14 1,-53-27 15,40 53-15,-106 26-1,92-12 1,-39 38 0,66-25-1,0-14-15,53 27 16,-27-27-1,120 40 1,-93-27 0,13 27-1,-106 0 17,27-53-17,-14 13-15,-52-13 16,26 0-1,14-26 1,39 0 0,0-1-16,13 14 0</inkml:trace>
  <inkml:trace contextRef="#ctx0" brushRef="#br0" timeOffset="113888.96">20011 10117 0,'0'0'0,"0"27"16,13-14-16,0 66 31,0-52-15,0 65-1,1-12 16,-14-67-31,0 0 32,-14-79-1,1 39-15,-26-118-1,-1-1 16,40 133-15,13 0-16,53 13 16,53 79 15,-79-26-15,-93 13 15,27-52-16,-1-1-15,-26-13 16</inkml:trace>
  <inkml:trace contextRef="#ctx0" brushRef="#br0" timeOffset="114315.68">20434 10144 0,'-27'0'16,"1"13"0,13-13 15,66 0 0,13 0 0,-40-53 1,-26 40-32,-66-40 31,26 40-15,-52 65 15,78 1-16,54 66 1,13-79 0,93-13 15</inkml:trace>
  <inkml:trace contextRef="#ctx0" brushRef="#br0" timeOffset="114788.96">20725 10091 0,'0'13'31,"13"0"-15,0 14 0,27-14 15,-27-13-16,14-40 1,-27-39 15,-40 39-15,-13 14 0,-13 118 15,66-65-16,13 92 1,40-66 0,26-27-1</inkml:trace>
  <inkml:trace contextRef="#ctx0" brushRef="#br0" timeOffset="115352.73">21161 10051 0,'-13'0'31,"-14"-26"0,14 26-31,-40 13 31,0 53 1,40 13-1,26-52-15,80-14 15,-27-106 0,-53-105 0,-26 26 1,13 159-32,-13 13 15,13 119 16,0 66 1,40-53-1,39-66 0,-53-79-15</inkml:trace>
  <inkml:trace contextRef="#ctx0" brushRef="#br0" timeOffset="117173.72">19508 10858 0,'13'0'63,"40"26"-32,40 120 0,-40-27 1,-53-106-32,0 0 31,-27-119 0,27 40-15,79-92 15,-39 144 0,-13 28-15</inkml:trace>
  <inkml:trace contextRef="#ctx0" brushRef="#br0" timeOffset="117801.57">19944 10924 0,'-13'0'31,"0"13"0,66 14 0,13-14 1,-13-53-1,-53-26 0,-119 13 0,53 119 1,79 66-1,93-26 0,52-106 0,-131-26-31,65-80 32,-65-13-17,-54-40 17,-12 106-1,52 172-16,-13-79 1,40 106 0,-27-120-1,27 67 1</inkml:trace>
  <inkml:trace contextRef="#ctx0" brushRef="#br0" timeOffset="118637.61">20592 10924 0,'0'0'0,"14"-13"15,-41-14 17,1 54-1,26-14-16,-13 66 1,13-66 0,39 54-1,-26-67 1,54-14 0,12-65 15,-119-27 0,27 93-15,-53 0-1,53 13 1,13 0 0,13 0-1,93 0 1,-40 0-1,66 0 1,-119 0 0,27 0-1,-66-13 17,12 13-17,-65 0 1,66 13-1,-40 26 1,53-25 0,-13 12-16,26 53 15,53-1018 17,-53 1931-17,53-1018 1,0-80 15,-52 80-15,12-27 15,-26 66-15,0 66-1,13 14 16,1-80-15,-1 0-16,0-13 0</inkml:trace>
  <inkml:trace contextRef="#ctx0" brushRef="#br0" timeOffset="119141.54">21320 10990 0,'0'0'0,"0"-53"31,-13 0 1,-27 27-1,-13 92 0,40-26-15,13-14-16,0 0 15,0 1 1,40 13 0,-27-40-16,0 0 15,27-14 1,-27-12 0,0 13-16,27-67 15,-27 1 1,0-93-1,-13 146 1,-39-27 0,-1 106-1,27 119 17,13-133-17,39 93 1,14-39 15,-26-80-15</inkml:trace>
  <inkml:trace contextRef="#ctx0" brushRef="#br0" timeOffset="128554.48">26332 5290 0,'0'0'0,"53"-13"78,-26 13-62,184-40-1,-65 27 1,-67 0-16,186 0 31,-173-1-15,-65 14 15,-54 0 0,14 0-15</inkml:trace>
  <inkml:trace contextRef="#ctx0" brushRef="#br0" timeOffset="130885.99">7803 9932 0,'0'0'0,"0"-13"62,0 0-46,-13 13-16,0-40 16,-1 27-1,-91-14 1,39 40 0,-40 40-1,53-13 1,0 39-1,53-52 1,40 26 0,-14-40-1,133 27 1,13 26 15,-133-40-15,-52 67 15,0-80-15,-80 13-1,-52-52 17,118 13-17,14-14-15,-40-12 16,14-1 15</inkml:trace>
  <inkml:trace contextRef="#ctx0" brushRef="#br0" timeOffset="131347.78">8041 10077 0,'27'-39'31,"-54"78"-31,27-105 31,-13 66-31,-13 14 16,-41 78 15,67-65-15,-13 78-1,26-91-15,14 25 16,92 1 15,-66-66-15,13-41-1,-53 41-15,27-120 32,-80 27-17,-105 53 17,-14 146-1,133-54-31</inkml:trace>
  <inkml:trace contextRef="#ctx0" brushRef="#br0" timeOffset="132027.6">8068 9482 0,'0'0'0,"-265"-39"31,-79 78 0,119 160 1,173-847-1,144 2036 0,107-1163 0,105-132 1,13-146-1,-52-119 0,-80-132 0,-159 0 1,-118 39-1,26 186-15,13 52-16,-212-26 31,80 53 0,145 0-15,40 14-16</inkml:trace>
  <inkml:trace contextRef="#ctx0" brushRef="#br0" timeOffset="134079.71">8583 9681 0,'-13'0'16,"40"-40"15,-27 27-15,66-67-1,-40 54 1,1 0-16,131-54 16,-105 41-1,331-67 1,-305 93 0,212-14-1,-211 14 1,263 13-1,-250 0 1,0 0-16,171 13 16,-185-13-16,199 13 31,-159 1-15,66-1-1,-118 0 1,-1-13-16,106 40 15,-27-1 1,67 67 15,-80-40-15,119 119 15,-211-145-15,13 0-16,66 66 15,-93-67-15,27 27 16,-26-39 0,39 105-1,-40-105 1,-13-1-16,40 67 16,27 52 15,-67-132-16,53 67 1,-39-54 0,65 80-1,-39-53 1,172 198 15,-172-185-15,145 159-1,93 79 17,-238-238-17,0-13-15,106 132 16,171 212 15,-264-331-15,186 212-1,-120-159 1,-66-66 0,-13 0-16,211 105 15,-211-118 1,212 39 0,52-39 15,-277-40-31,79 0 31,-106 0 0</inkml:trace>
  <inkml:trace contextRef="#ctx0" brushRef="#br0" timeOffset="134919.01">16426 13066 0,'0'0'0,"-13"-26"15,13 13 1,13 26 15,14 79 0,12 54 1,-25-106-17,-14-14 16,-14-39-31,-25-146 32,26-66-1,105 106 0,107 159 0,-160-27-31,93 93 32,-145-66-17,-145 39 17,52-53-1,145-26 0,120 14 0,-40 65 1,-159 0-1,27-65-31,-13-1 0,-67 13 31,-26-79 0,119 27-31</inkml:trace>
  <inkml:trace contextRef="#ctx0" brushRef="#br0" timeOffset="135310.2">17127 13172 0,'0'0'0,"-13"13"31,13 0-15,66 1 15,66-14 0,-79-40-15,-66-1044 15,-106 2009 0,79-925-31,-52 40 31,79 105 1,171-65-1,-131-80-31</inkml:trace>
  <inkml:trace contextRef="#ctx0" brushRef="#br0" timeOffset="135673.43">17445 13000 0,'0'0'16,"0"-119"0,0 106-1,13 39 1,13 133 15,-12 13 0,-14-146-31,0 41 32,13-107-1,40-40-15,26-12-1,53 65 16,-39 146 1,-67-13-1</inkml:trace>
  <inkml:trace contextRef="#ctx0" brushRef="#br0" timeOffset="136116.04">18331 13132 0,'13'0'0,"-26"0"0,26-13 32,-13 0-32,-53-40 31,-53 53 0,27 119 0,92-13 1,67-80-1,-1-105 0,-26-53-15,-27 105 15,-26 54-15,14 52-1,-14-66 1,52 53-1</inkml:trace>
  <inkml:trace contextRef="#ctx0" brushRef="#br0" timeOffset="136464.78">18556 13040 0,'0'0'0,"-14"-13"15,1-27 1,26 119 15,54 53 0,-54-105-15,66 26 0,-66-53-1,54-40 1,-28-92 15,-39 105-15,27-12-1,-27 65 17,13-13-17,-13 14-15</inkml:trace>
  <inkml:trace contextRef="#ctx0" brushRef="#br0" timeOffset="136668.01">19019 13066 0,'0'0'0,"0"-13"16,0 26 15,0 0-16,0 93 1,0-79 0,0-14-1,0 13-15,0-12 0</inkml:trace>
  <inkml:trace contextRef="#ctx0" brushRef="#br0" timeOffset="136810.07">19085 12868 0,'0'0'16,"0"-40"-16,0 14 0,-14-1 31,14 41-31</inkml:trace>
  <inkml:trace contextRef="#ctx0" brushRef="#br0" timeOffset="137208.73">19389 13106 0,'0'0'0,"-13"-13"31,-53 39 0,39-13-15,1 67 0,39-14-1,0-40 1,93 27 0,-66-40-1,79-39 1,-93 13-1,1-93 1,-54 13 0,1 80-1,-54-27 1,67 40 0,0 0-16</inkml:trace>
  <inkml:trace contextRef="#ctx0" brushRef="#br0" timeOffset="137584.51">19693 13106 0,'-13'-27'31,"39"14"0,1 26-15,39 40 0,-53-39-1,14 12-15,39 80 16,-66-93 0,0 27-1,-14-40 1,-52-40-1,66 27 1,-13-14-16,53-52 16,-27 39-1,159-65 1,-146 91 0,41 41-1</inkml:trace>
  <inkml:trace contextRef="#ctx0" brushRef="#br0" timeOffset="138106.89">16572 13582 0,'-13'0'15,"26"0"-15,-40 0 16,41-13 0,171 0-1,-93 13 1,530 13-1,568 40 17,-740-40-17,92 13 1,-132-39 15,-397 13-31,-79-13 31</inkml:trace>
  <inkml:trace contextRef="#ctx0" brushRef="#br0" timeOffset="141493.89">29269 5211 0,'0'0'31,"39"-27"0,54 27 1,105 14-1,-66-14-15,-13 13 15</inkml:trace>
  <inkml:trace contextRef="#ctx0" brushRef="#br0" timeOffset="142132.1">31371 5370 0,'14'13'16,"91"-13"31,213 13-16,-252-13-31,146 0 16,-173 0-1,14 0 1</inkml:trace>
  <inkml:trace contextRef="#ctx0" brushRef="#br0" timeOffset="143765.57">2262 5951 0,'13'0'47,"172"-13"-16,-13 0-15,66-13 15,-172 26 0,-66-14-15</inkml:trace>
  <inkml:trace contextRef="#ctx0" brushRef="#br0" timeOffset="150585.5">5489 6097 0,'-40'0'47,"40"-13"-16,26-1-15,1 14-16,105-26 15,-79 13 1,172 0 0,-106-1-1,-66 14 1,-27 0 15</inkml:trace>
  <inkml:trace contextRef="#ctx0" brushRef="#br0" timeOffset="150983.54">7578 5991 0,'0'0'0,"14"13"15,-1-13-15,0 0 16,80-13-1,12 13 1,120-13 0,-40 13 15,-158 0-15,-14 0 15</inkml:trace>
  <inkml:trace contextRef="#ctx0" brushRef="#br0" timeOffset="151843.62">11811 5951 0,'0'14'16,"92"-14"15,226 0 0,105 0 0,-304-14 1</inkml:trace>
  <inkml:trace contextRef="#ctx0" brushRef="#br0" timeOffset="152396.78">15606 5965 0,'53'0'16,"-40"0"0</inkml:trace>
  <inkml:trace contextRef="#ctx0" brushRef="#br0" timeOffset="154784.32">18371 5991 0,'39'0'62,"41"0"-46,144-13-1,424-14 17,-515 14-32,343 13 15,-384 0 1,160 0 0,-213 0-1,28 0 1,-54 0 15</inkml:trace>
  <inkml:trace contextRef="#ctx0" brushRef="#br0" timeOffset="155917.95">21955 6070 0,'39'0'47,"80"0"-32,-52 0 1,316 0-1,186 14 17,-384-1-17,-13-13 1,-106 0 15</inkml:trace>
  <inkml:trace contextRef="#ctx0" brushRef="#br0" timeOffset="157819.67">26002 6070 0,'39'0'62,"120"0"-46,423 14 15,172-14 1,-384 0-17,-277 0 1,118 0-1,-144 0 17,-67 0-1,-27 0-15</inkml:trace>
  <inkml:trace contextRef="#ctx0" brushRef="#br0" timeOffset="162090.85">15130 15182 0,'13'0'31,"1"-13"1,-14 13-1,0 40 0,0-1-15,0 41-1,0-54-15,0 80 32,13-53-1</inkml:trace>
  <inkml:trace contextRef="#ctx0" brushRef="#br0" timeOffset="163870.82">15421 15262 0,'-13'-14'31,"13"-12"0,13 13-31,14-14 31,26 14 1,-40 106-1,-13-41-15,-13-25-16,-54 79 31,1-80 0,93-13 0,105-26 1,-106 13-32,80 0 31,-79 0-31</inkml:trace>
  <inkml:trace contextRef="#ctx0" brushRef="#br0" timeOffset="164247.9">16030 15248 0,'-14'-13'15,"-39"0"1,40 13 0,13 26 15,27 67 0,-27-80-31,66 40 31,26-79 1,-65 12-32,13-91 31,-93 12 0,39 93-31,-12 0 0,-27 13 31,40 14-31</inkml:trace>
  <inkml:trace contextRef="#ctx0" brushRef="#br0" timeOffset="164639.85">16492 15169 0,'27'-13'31,"-54"26"-31,54-53 31,-40 93 1,-14 66-1,93-53 0,53-92 0,-92-1-31,-14-52 32,-92 13-1,52 66-31,-39 13 31,53-13-31,13 13 0</inkml:trace>
  <inkml:trace contextRef="#ctx0" brushRef="#br0" timeOffset="165005.79">16995 15156 0,'0'0'0,"0"-27"32,-13 27-17,-14-13 1,27 26 0,-26 40-1,26-26 1,0-1-16,-13 40 15,26-53 1,0 1-16,67 12 16,-67-26-1,13-13-15,-13 13 16,14-13-16,-14-27 16,-13 0-1,-66 1 1,40 25-1,-41 14 1</inkml:trace>
  <inkml:trace contextRef="#ctx0" brushRef="#br0" timeOffset="165385.53">17365 15129 0,'-13'-26'32,"0"26"-17,13-13-15,40 13 16,-1 13 0,54 40-1,-80-27 1,-39 67-1,-1-80 1,-52 53 0,66-53-1,13 1 1,26-1 0,40-13-1,-39 0 1,12 0-16,80 0 15,-92-13 1,-14-1-16</inkml:trace>
  <inkml:trace contextRef="#ctx0" brushRef="#br0" timeOffset="165780.1">17802 15116 0,'0'0'15,"0"-26"1,13 26 0,27 0-1,-27 0-15,27 13 32,-54 40-1,14-40-16,-39 53 1,25-53 0,1 1-16,0 25 15,13-26 1,26 14 0,14-14-1,79-13 1,-92 0-1,-1 0-15,14-13 16,-53 13 15</inkml:trace>
  <inkml:trace contextRef="#ctx0" brushRef="#br0" timeOffset="166688.95">19601 14971 0,'0'0'16,"13"-27"0,-13 14 15,13 53-16,0-14 1,0 80 0,-13-67-1,27 81 1,-14-107-16,-13 0 16</inkml:trace>
  <inkml:trace contextRef="#ctx0" brushRef="#br0" timeOffset="166951.73">19878 14918 0,'0'0'0,"13"-14"15,1 41 16,-14 39-15,13 27 0,-13-67-1,13 80 1,-13-80 0,0-12-16,13-14 15</inkml:trace>
  <inkml:trace contextRef="#ctx0" brushRef="#br0" timeOffset="167501.79">19958 14984 0,'0'13'62,"-27"53"-31,27-39-31,0 25 16,40 68 15,-27-107-31,0 0 16,67-13-1,65-132 17,-145 66-17,0 39-15,-92-65 32,-41 78-1,120 14-31,13 27 31</inkml:trace>
  <inkml:trace contextRef="#ctx0" brushRef="#br0" timeOffset="167773.86">20540 15010 0,'0'0'0,"0"-26"31,0 79 0,13-14-15,13 107 15,-13-67-15</inkml:trace>
  <inkml:trace contextRef="#ctx0" brushRef="#br0" timeOffset="168169.12">20831 15010 0,'0'0'0,"13"-13"15,0 13 1,-13 66 15,0-13-15,0 53 15,79-66 0,14-80 1,-80 13-32,-13-92 31,-106 53 0,80 66-15,-14 27-1,40-14 1</inkml:trace>
  <inkml:trace contextRef="#ctx0" brushRef="#br0" timeOffset="169267.87">22299 14838 0,'0'-13'32,"0"26"-32,13-26 31,-13 26-31,13 53 31,0 67 0,0-107-31,14 67 32,-14-67-32</inkml:trace>
  <inkml:trace contextRef="#ctx0" brushRef="#br0" timeOffset="169670.34">22616 14891 0,'0'0'0,"13"0"31,-13 27 16,-13 52-16,13-53-31,13 80 32,67-79-1,25-107 0,-65-12-15,-40 26-1,-145-14 17,52 120-1</inkml:trace>
  <inkml:trace contextRef="#ctx0" brushRef="#br0" timeOffset="170686.88">24203 14812 0,'0'0'0,"-26"0"78,-41 26-47,15 54 0,91-14 1,67-27-1,-40-52-15,-26-13-1,26-80 16,-79 66-15,-80 14 15,67 26-31,13 0 0,-27 26 16,27-12 0</inkml:trace>
  <inkml:trace contextRef="#ctx0" brushRef="#br0" timeOffset="171091.84">24745 14825 0,'0'0'0,"14"0"16,-14-13-1,-14 0 16,1 13-15,-40 39 0,40 1-1,13 53 1,13-80 0,53 26-1,-39-39 1,79-39-1,-93 26-15,26-80 32,-52 53-17,-79 1 1,65 39 0,-79 13-1,93-13 1</inkml:trace>
  <inkml:trace contextRef="#ctx0" brushRef="#br0" timeOffset="172059.47">25962 14825 0,'13'40'79,"-13"26"-64,0-40 1,0 67-1,0-80 1,-13 0 0,13-39-1,0 13 1,0-93 0,0 79-1,13-12-15,14-54 16,-27 80-1,13-13-15,13 12 16,41 67 15,-41 0-15,0 13 0,-12 27 15,-14-93 0,13-93 0,0 67-15,67-80 0,-67 93-16,53 13 31,-53 26-16,14 80 1,-14 26 15,-13-119-15,13 1-16</inkml:trace>
  <inkml:trace contextRef="#ctx0" brushRef="#br0" timeOffset="172473.36">26570 14759 0,'0'0'0,"14"-13"31,-14 39-15,13 54 15,-13-54-31,0 53 31,0-39 0,0-1124 1,40 1917-1,-14-899-16,-13 52 1,14 81 15,-1-1-15,14 39 0,-14-25 15</inkml:trace>
  <inkml:trace contextRef="#ctx0" brushRef="#br0" timeOffset="172667.87">26597 14838 0,'-13'-13'15,"39"13"16,67 0 1,-1-13-17,-65 13-15</inkml:trace>
  <inkml:trace contextRef="#ctx0" brushRef="#br0" timeOffset="172873.56">26835 14680 0,'-13'0'31,"26"0"-31,80 0 31,-67 0-31,80 0 31,-93 0-31</inkml:trace>
  <inkml:trace contextRef="#ctx0" brushRef="#br0" timeOffset="173034.49">26980 14653 0,'0'0'0,"-13"0"16,0 40 15,26 26-16,14 40 17,-27-80-32</inkml:trace>
  <inkml:trace contextRef="#ctx0" brushRef="#br0" timeOffset="173216.83">27258 14706 0,'27'-26'31,"-54"52"-31,54 40 32,-14 0-17,0 53 1</inkml:trace>
  <inkml:trace contextRef="#ctx0" brushRef="#br0" timeOffset="174825.8">14773 14825 0,'0'13'47,"13"93"-16,-39 159 0,-1 26 0,27-252-31,-13 67 32,13-66-1,0-27-31,13 13 31,-13 14 0,14-27-15,-1 0 0,0-13-16</inkml:trace>
  <inkml:trace contextRef="#ctx0" brushRef="#br0" timeOffset="175700.31">14720 15262 0,'0'0'0,"0"0"15,-39 0 17,-41 13-17,-92-26 17,-26-40-1,171 26-31,-12-79 31,39 67-31,79-94 31,27 28 1,-93 105-32</inkml:trace>
  <inkml:trace contextRef="#ctx0" brushRef="#br0" timeOffset="176127.62">14614 14243 0,'14'0'47,"12"66"-15,27 67-1,-13-41 0</inkml:trace>
  <inkml:trace contextRef="#ctx0" brushRef="#br0" timeOffset="176306.45">14681 14071 0,'-27'-26'31,"54"52"-31,-67-65 16</inkml:trace>
  <inkml:trace contextRef="#ctx0" brushRef="#br0" timeOffset="176746.14">14892 14283 0,'0'0'0,"-13"-13"31,26 26 16,14 66-16,-27-52-31,13 26 16,-13-40-1,0-26 1,40-93 31,12 0-32,15 106 17,-54 26-17,26 54 1,-25-54-1,-1-13-15,-13 1 0</inkml:trace>
  <inkml:trace contextRef="#ctx0" brushRef="#br0" timeOffset="177104.41">15382 14217 0,'0'0'0,"0"-53"16,0 40 0,-80-1-1,67 14 1,-14 0-16,1 14 16,26-1-1,0 0-15,26 27 16,14-14-1,-13-13-15,-1 1 16,67 39 0,-67-1045-1,1 2010 1,-94-1005 15,54-13-15,-13 0-16</inkml:trace>
  <inkml:trace contextRef="#ctx0" brushRef="#br0" timeOffset="177327.83">15553 13979 0,'0'0'0,"40"-27"16,-40 67 15,13 13-15,-13-27-16,27 54 15,-14-54 1,0 14-16,27 39 16,-27-39-1</inkml:trace>
  <inkml:trace contextRef="#ctx0" brushRef="#br0" timeOffset="177847.52">15739 14177 0,'0'0'0,"53"-13"15,-27 13-15,80-13 31,-80-1-15,1 14-16,12-13 16,-39 0-1,-13-13 1,-27 12 0,-39 28-1,53 65 16,26-66-15,13 53 0,27-39-1,-27-27 1,40 0 0,-40-14-1,-13 1-15,26-40 16,-26-26 15,14 66-31,-14 0 16,13 39-1,0-13-15,66 119 32,-65-105-17,39 39 1</inkml:trace>
  <inkml:trace contextRef="#ctx0" brushRef="#br0" timeOffset="178225.84">16202 14058 0,'0'0'0,"0"-40"15,26 54 16,14 25-15,-27-12 0,40 39-1,-53-53 1,13 14 0,-39-41 15,26-78 0,13 65-31,13-26 16,1 27-1,-1 52 1,1 14 0,-14 39-1,13 14 1</inkml:trace>
  <inkml:trace contextRef="#ctx0" brushRef="#br0" timeOffset="178471.93">16717 14018 0,'0'0'0,"-13"-39"16,-13 12-1,-27 41 17,53 105-1,26-67-15,-13-25-16,67 26 31,-54-53-31</inkml:trace>
  <inkml:trace contextRef="#ctx0" brushRef="#br0" timeOffset="178858.69">16889 14071 0,'0'0'32,"-26"-26"-32,26 39 31,26 0 0,1-13-15,-1-26 15,-13-1 0,-13 14-31,-39-26 31,-27 78 1,66 93-1,26-79-15,40 0-1,14-40 1,-28-26-16</inkml:trace>
  <inkml:trace contextRef="#ctx0" brushRef="#br0" timeOffset="181992.75">14919 16531 0,'13'0'15,"-13"-13"17,-13 26-1,-54 106 0,54-79-15,-26 79-1,12-40 17,14-79-17,26 0 1,66-79 15,-26 52-15,53 54 15,-93-1-31,1 1 16,12 65-1,-26-65-15,-13 12 16,0-12-16,-14-14 0,-52 14 15</inkml:trace>
  <inkml:trace contextRef="#ctx0" brushRef="#br0" timeOffset="182216.16">14773 16610 0,'27'-13'15,"-54"26"-15,80-26 16,-27 13-16,107-13 16,-80 13-1,13 0-15,106-13 16,-53 13 0,-106 0-1,13 0-15</inkml:trace>
  <inkml:trace contextRef="#ctx0" brushRef="#br0" timeOffset="182620.19">15501 16835 0,'-27'0'31,"14"0"-15,0 0-16,-80 40 15,67-14 1,-27 54 0,39-67-1,28 53 1,-1-66-1,0 0-15,53-13 16,-39 0 0,-14-1-16,40-39 15,-27 1 1,-26-15 0,-26 54-1,-53 0 1,52 26-1,14-13-15,-14 13 0</inkml:trace>
  <inkml:trace contextRef="#ctx0" brushRef="#br0" timeOffset="182996.85">15725 16835 0,'-26'0'16,"13"0"15,-1 13-15,1 40-1,13-39 1,13 65-1,1-66-15,39 14 32,-27-27-17,80-53 1,-93 39 0,-13-25-1,-66-14 1,40 40-16,-14-1 15,-26 14-15</inkml:trace>
  <inkml:trace contextRef="#ctx0" brushRef="#br0" timeOffset="183721.76">14403 16624 0,'-27'39'16,"54"-78"-16,-107 237 15,67-145-15,53 172 32,-14-199-17,252 80 1</inkml:trace>
  <inkml:trace contextRef="#ctx0" brushRef="#br0" timeOffset="184076.93">16294 16571 0,'27'13'15,"-54"-26"-15,173 66 32,-107-27-32,-12 1 15,39 92 1,-106 52 0,-66-65-1</inkml:trace>
  <inkml:trace contextRef="#ctx0" brushRef="#br0" timeOffset="187013.74">15210 17351 0,'-14'0'32,"80"-13"-1,-39 13-31,118 0 16,-92 0-1,159 0 1,-146-13 15</inkml:trace>
  <inkml:trace contextRef="#ctx0" brushRef="#br0" timeOffset="187280.24">15196 17470 0,'0'0'0,"66"13"31,-39-13-15,158-13 0,-132 0-1,119 13 1,-132 0-1,13 0 1,-67 0 15</inkml:trace>
  <inkml:trace contextRef="#ctx0" brushRef="#br0" timeOffset="211108.35">8623 7538 0,'40'14'47,"185"-28"-16,198 1 1,-331 13-17,199 0 1,-251 0-1</inkml:trace>
  <inkml:trace contextRef="#ctx0" brushRef="#br0" timeOffset="211807.51">13424 7459 0,'0'0'0,"79"13"47,-39-13-32,211 0 1,-92 0-1,-93-13-15,14 13 16,118-13 0,-172 13-1,-26-13 1,-13 13-16</inkml:trace>
  <inkml:trace contextRef="#ctx0" brushRef="#br0" timeOffset="-211695.49">20672 13066 0,'0'0'0,"-27"-13"15,-12 0 17,92 13-1,-27 0-15,186 13-1,-120-13 1,424 26-1,-344-12 1,13-14-16,437 0 16,-411-14-1,556-78 1,-423 13 0,278-133-1,-477 159 1,371-251-1,-410 225 1,225-239 0,-265 252-1,119-159 1,-53 93 15,-119 119-31,1 0 31,-14 26 1</inkml:trace>
  <inkml:trace contextRef="#ctx0" brushRef="#br0" timeOffset="-211327.1">25698 11387 0,'0'0'0,"-27"-14"16,27 1-16,27-13 31,-14 26-16,40 13 1,26 13 15,-52-12-15,39-1 0,-40-13-1,14 13 1,-27-13-1,-13 40 1,0 26 15</inkml:trace>
  <inkml:trace contextRef="#ctx0" brushRef="#br0" timeOffset="-209653.99">26914 10011 0,'0'0'0,"14"-145"16,-14 118-1,-40-52 1,27 79 0,-106 66-1,79-39-15,-132 211 31,146-185-15,-1 145 0,40-158-1,106 92 1,106-79 15,-172-53-15,53 0-1,-119 13 17,-40 27-17,0 39 1,66 212 15,14-238-15,171 145-1,199-66 17,39-118-1,-370-28-31,159-65 31,-119 39-15,13 40 15,-66 40-15,304 66 15,106-93 0,-80-185 0,-145-185 1,-171-13-1,-107 304-15,-92 26 15,92 27 0,119-66 0,-13-14-15,-105-211 15,-239-67 0,185 319-31,-356-54 32,118 159-1,252 0 0,145-67 0,-26-91 1,-133-41-1,40 133-31,-264-14 31,-14 80 0,172 0 1,120-40-1,25-13-15,-12-13-1,13 0-15,-119-53 31,-67 106 1,27 52-17,-53 120 17,186-40-1,158-27 0,-80-132-31,133 67 31,-26-27 1,-120-53-1</inkml:trace>
  <inkml:trace contextRef="#ctx0" brushRef="#br0" timeOffset="-208354.93">27324 7552 0,'0'0'0,"14"-53"31,-107 79 0,-79 93 1,93 53-1,118 26 0,14 1 0,-106-27 1</inkml:trace>
  <inkml:trace contextRef="#ctx0" brushRef="#br0" timeOffset="-208015.06">26861 8041 0,'0'0'0,"14"-13"32,-1 13-32,40 0 15,172-14 17,-172 14-32,79-26 31,-119 0 0,-66 26 0,40 66 1,26 26-1,0-65-31</inkml:trace>
  <inkml:trace contextRef="#ctx0" brushRef="#br0" timeOffset="-207450.78">27668 7975 0,'0'0'0,"-13"-13"31,-13 26 1,-1 26-17,27 28 16,0-54-15,53 13 0,-40-26-1,53-39 1,-52 25 0,-14-65-1,-80 0 16,67 79-15,-40 13 0,53 0-1,13 14 1</inkml:trace>
  <inkml:trace contextRef="#ctx0" brushRef="#br0" timeOffset="-207023.25">27919 7909 0,'0'0'16,"-13"0"0,93 53 15,-67-40-16,53 66 1,-66-66 0,-13 27-1,0-40 1,-40-26 0,53 12-1,53-65 1,66 26 15,-93 53-15,27 53-1,-40-40 1,0 67 0,-13-67-1,0 26 1</inkml:trace>
  <inkml:trace contextRef="#ctx0" brushRef="#br0" timeOffset="-206843.23">28210 7684 0,'0'0'0,"-13"-40"16,13 53 15,0 27-15</inkml:trace>
  <inkml:trace contextRef="#ctx0" brushRef="#br0" timeOffset="-205483.29">29811 7538 0,'0'0'0,"-13"-53"15,13 40 1,0 26-1,0 14 1,0 185 15,-14 105 1,1-264-32,-13 198 15,12-198 1,1 145 15,0-158-31,13 53 16,13-80-1,40 0 1,106-39 15,119 39 0,-212 0-15,185 40 0,-198-40-1,79 0 1,-105-13 0,-14-53-1,-66-52 16,26-80 1,27 132-17,0-172 1,0 159 0,0-159-1,0 172 1,0-132-1,0 158 1,-26-26 0,-27 14 15,40 39-15,-14 0-1,14 0 1,-53 0-1,40 13 1,-1-13-16,-105 0 16,79-13-1,0 13-15,-106-13 16,80 13 0,13 0-1,39 0 1,27 26-1,0-13 17</inkml:trace>
  <inkml:trace contextRef="#ctx0" brushRef="#br0" timeOffset="-204954.94">30287 8543 0,'0'-26'16,"-27"0"15,-12 26-16,-14 52 17,53-38-32,26 39 31,93-14 0,-92-52-15,-14-13-1,-13-14 1,-93-13 15,80 53-31,-13 0 0</inkml:trace>
  <inkml:trace contextRef="#ctx0" brushRef="#br0" timeOffset="-203470.2">31781 10157 0,'-13'-13'31,"26"26"-31,-79-40 32,40 27-32,-80 53 31,40 0-16,66 53 17,159-53-1,-120-53-31,94-53 31,-160-40 0,-92 27 1,79 66-32</inkml:trace>
  <inkml:trace contextRef="#ctx0" brushRef="#br0" timeOffset="-203171.42">31702 10197 0,'-26'-27'31,"52"54"-31,14-133 31,171-27 0,-12 41 1,-173 79-1,-79 26 0</inkml:trace>
  <inkml:trace contextRef="#ctx0" brushRef="#br0" timeOffset="-202787.73">32244 9773 0,'-39'-39'16,"25"39"-1,-25 79 1,26-53 0,-1 80 15,14-79-31,0-1 0,14 1 0,-1-14 16,40 13-1,-40-26 1,40-39-1,-40 12 1,-13-79 0,-93-13 31,67 119-47,-67 53 15</inkml:trace>
  <inkml:trace contextRef="#ctx0" brushRef="#br0" timeOffset="-202436.58">31623 10342 0,'13'-26'31,"-26"52"-31,52-66 16,-39 54-1,93 38 1,-67-38-1,133 65 1,-40-39 15,-119-54-15</inkml:trace>
  <inkml:trace contextRef="#ctx0" brushRef="#br0" timeOffset="-202067.27">32139 10474 0,'0'0'0,"-40"-13"15,-13 13 16,40 13-15,-1 53 0,28-52-1,65 65 1,40-53 15,-66-105 0,-53 66-15,-66-53 0,39 52-1,-65 14 1</inkml:trace>
  <inkml:trace contextRef="#ctx0" brushRef="#br0" timeOffset="-200221.21">30604 11916 0,'0'0'0,"-26"-14"15,66 14 32,237-13-16,-197 13-15,-14 13 0</inkml:trace>
  <inkml:trace contextRef="#ctx0" brushRef="#br0" timeOffset="-199884.9">30327 12339 0,'39'0'32,"107"26"-1,-40-12-15,-27-1 15,-92-13-16</inkml:trace>
  <inkml:trace contextRef="#ctx0" brushRef="#br0" timeOffset="-198936.53">30922 12021 0,'13'-13'16,"-13"0"0,-66-13-1,39 26 1,-105 0-1,92 0 1,14 13-16,-14 13 16,40 14-1,14-27 1,105 53 0,-14 0-1,-91 1 16,-41-54-15,-145-13 0,14-53 15,158 26-15</inkml:trace>
  <inkml:trace contextRef="#ctx0" brushRef="#br0" timeOffset="-198544.84">30909 12061 0,'0'0'0,"39"-13"16,-39 53 15,-13 39 0,13-26-15,0 53 15,0-120 0,26-91 1,14-67-1,0 106 0,-40 92-31,53 93 31,0 106 1,-53-199-32</inkml:trace>
  <inkml:trace contextRef="#ctx0" brushRef="#br0" timeOffset="-198389.91">30948 12180 0,'13'-53'32,"-26"106"-32,172-119 31,-80 79-16</inkml:trace>
  <inkml:trace contextRef="#ctx0" brushRef="#br0" timeOffset="-198125.1">31477 12141 0,'0'0'0,"-13"-80"31,-27 54 0,-26 65-15,-13 107 15,132 13 1,39-93-17,67-93 16,-133 14-31</inkml:trace>
  <inkml:trace contextRef="#ctx0" brushRef="#br0" timeOffset="-197264.77">27285 12828 0,'0'-26'31,"0"52"-31,-14-39 31,-12 53 1,13-27-17,0 13 17,13-12-17,0-1 1,26 26 15,27-12-15,26 13-1,93-40 17,-132-14-17,13-91 16,-159-54 1,-53 172-1,106 66 0,67-52-31</inkml:trace>
  <inkml:trace contextRef="#ctx0" brushRef="#br0" timeOffset="-197057.43">27867 12643 0,'0'0'0,"-14"-13"15,1 39 16,26 146 1,1-132-32,-1 92 15,0-79 17</inkml:trace>
  <inkml:trace contextRef="#ctx0" brushRef="#br0" timeOffset="-196374.05">27853 12762 0,'0'-13'0,"0"26"0,27-39 16,52-1 15,40-26 0,-92 40-15,26-66 0,-40 26 15,-13 66-15,-13 119-1,13-79 1,-14 0-16,14 79 15,-13-92 1,13 53 0,27-146 15,-27 13-15,66-92-1,-40 105 1,1 14-16,25 0 15,-38 13 1,12 106 0,-26-53-1,40 39 1,-14-79 0,54-13-1,-54-13 1,53-79-1,-65 65 1,-1-79 0,-13 93-1,-66 26 1,53 1 0,-14 12-16,1 80 15,39-80 1,66 40-1,-39-66 1</inkml:trace>
  <inkml:trace contextRef="#ctx0" brushRef="#br0" timeOffset="-196041.93">28859 12736 0,'0'0'0,"-27"-40"16,67 106 15,-40-39-15,13 12-16,27 80 15,-27-26 17,-26-93-17,-27-53 1,27 13-1,26-118 1,0 118 0,14 0-16,39-26 15,-40 66 1,54 40 0</inkml:trace>
  <inkml:trace contextRef="#ctx0" brushRef="#br0" timeOffset="-191385.76">11268 6599 0,'0'-13'15,"0"0"1,0 26 15,0 14-15,0-14-16,-13 53 16,-27 66 15,40-92-16</inkml:trace>
  <inkml:trace contextRef="#ctx0" brushRef="#br0" timeOffset="-191044.17">11070 6798 0,'0'0'31,"-13"-13"-31,13 39 32,39 40-1,14-39 0,-39-27-31,52 0 31,-13-27 1,-40 27-32,0-13 31,-13 26 0</inkml:trace>
  <inkml:trace contextRef="#ctx0" brushRef="#br0" timeOffset="-190414.86">14046 6626 0,'13'-27'31,"-26"54"-31,26-27 47,0 119-16,0-79-15,-13 39-1</inkml:trace>
  <inkml:trace contextRef="#ctx0" brushRef="#br0" timeOffset="-190122.15">13980 6890 0,'-14'0'31,"28"14"0,52 38 1,13-25-1,-39-67 0,-27 27-31,-13-13 31,0 39-31</inkml:trace>
  <inkml:trace contextRef="#ctx0" brushRef="#br0" timeOffset="-186906.68">2354 8345 0,'0'-13'32,"119"0"-1,304-1 0,-264 1-15,132 13 15,-251 0-31,-1 0 31,-25 0-31</inkml:trace>
  <inkml:trace contextRef="#ctx0" brushRef="#br0" timeOffset="-185938.9">6692 8358 0,'40'0'31,"26"0"-15,-13-13-16,79 13 16,305 0 15,-41 0 0,-237 0 0,-146 0-15,-13-13 15</inkml:trace>
  <inkml:trace contextRef="#ctx0" brushRef="#br0" timeOffset="-185503.34">10448 8411 0,'0'0'0,"53"-26"31,251-1 0,212 14 0,-410 0-15,278 13 0,-318 0-1,132 0 1,-171 0 0,12 0-1</inkml:trace>
</inkml:ink>
</file>

<file path=ppt/ink/ink4.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2-16T06:32:04.598"/>
    </inkml:context>
    <inkml:brush xml:id="br0">
      <inkml:brushProperty name="width" value="0.05292" units="cm"/>
      <inkml:brushProperty name="height" value="0.05292" units="cm"/>
    </inkml:brush>
  </inkml:definitions>
  <inkml:trace contextRef="#ctx0" brushRef="#br0">3015 17232 0,'14'0'47,"-14"26"-32,105 80 1,81 26 15,-147-52 0,-25-67-15,38-13 31,-25-13-31,79-133 15,145-158 0,-158 212-31,-1 52 16,212-39-1,-211 52 1,52 1 0,-131 12-1,65-25 1,-66 26 15</inkml:trace>
  <inkml:trace contextRef="#ctx0" brushRef="#br0" timeOffset="2952.26">8028 17430 0,'79'0'47,"411"-79"-16,105 13 1,66 26-1,-529 40-31,345 0 31,-1-53 0,-318 0-15,-91 53 31,-54 0-16,13 0 0,-13 14 110</inkml:trace>
  <inkml:trace contextRef="#ctx0" brushRef="#br0" timeOffset="15981.04">2764 14627 0,'0'13'31,"27"93"0,-1-53 1,-13-40-1,53-13 31,344-384-30,-277 252-32,343-225 31,-159 185 0,-277 172 0</inkml:trace>
  <inkml:trace contextRef="#ctx0" brushRef="#br0" timeOffset="40072.14">93 13198 0,'13'-13'140,"119"13"-124,66 0 15,-26 0-15,-105 0-1,65-13 17</inkml:trace>
  <inkml:trace contextRef="#ctx0" brushRef="#br0" timeOffset="41166.37">3902 12246 0,'13'0'46,"0"14"-30,27 65 0,-14-66-1,80 80 1,-66-54 15,13-39 0,-27 0-15,53-119 0,252-158 15,-186 237-31,239-26 31,-93 79 0,-278-13-15,0 0 0,27 0 15</inkml:trace>
  <inkml:trace contextRef="#ctx0" brushRef="#br0" timeOffset="56243.55">1428 7036 0,'14'13'187,"25"-13"-155,-25 0-17,12 0 1,0 0 15</inkml:trace>
  <inkml:trace contextRef="#ctx0" brushRef="#br0" timeOffset="57561.09">4206 8147 0,'0'0'0,"39"66"31,-25-53-15,-1 40-1,27-27 17,-27 1-32,-13-14 15,53 53 16,-14-66 1,-12 0-32,105-92 31,146-199 0,198 119 0,-66 172 1,-344 13-1</inkml:trace>
  <inkml:trace contextRef="#ctx0" brushRef="#br0" timeOffset="61016.74">5555 9800 0,'13'0'31,"13"0"-15,1 0-16,211 26 31,238-26 0,-211 0 1,-239 0-1</inkml:trace>
  <inkml:trace contextRef="#ctx0" brushRef="#br0" timeOffset="62340.02">9946 9747 0,'13'0'46,"384"0"-14,-80 0-17,543-106 17,-291-13-1,-517 119 0</inkml:trace>
  <inkml:trace contextRef="#ctx0" brushRef="#br0" timeOffset="63792.07">15408 9958 0,'26'0'63,"41"0"-47,171 0-1,-80 0 1,424 0-1,-238 0 1,-185 0-16,-80 0 16,106-13 15,-171 13-15</inkml:trace>
  <inkml:trace contextRef="#ctx0" brushRef="#br0" timeOffset="66903.61">21082 9866 0,'92'-27'62,"-52"27"-46,330-13-1,-224 0 1,211-40 0,-317 40-1,-1 0 1,-25-1 15</inkml:trace>
  <inkml:trace contextRef="#ctx0" brushRef="#br0" timeOffset="68255.47">23674 9826 0,'463'0'78,"40"0"-62,-371-26 0,251 13 15,-277-27-31,-66 27 15</inkml:trace>
  <inkml:trace contextRef="#ctx0" brushRef="#br0" timeOffset="69871.05">27761 9800 0,'26'39'62,"1"-39"-46,171 0-1,-119 0 1,265 0 0,-92 0 15,-226 0-16,14 0 1</inkml:trace>
  <inkml:trace contextRef="#ctx0" brushRef="#br0" timeOffset="71655.03">14376 11664 0,'27'0'62,"343"0"-31,80 0 1,-278-52-1,-159 52-31,13 0 31,-12-14 0</inkml:trace>
  <inkml:trace contextRef="#ctx0" brushRef="#br0" timeOffset="72703.34">18900 11056 0,'158'-13'16,"398"13"15,-1 0 0,-449 0-15,-13 0 0</inkml:trace>
  <inkml:trace contextRef="#ctx0" brushRef="#br0" timeOffset="80401.03">13715 5184 0</inkml:trace>
  <inkml:trace contextRef="#ctx0" brushRef="#br0" timeOffset="82775.83">13689 4722 0,'39'13'63,"-12"13"-48,65 93 1,-52-79-1,13 13 1,-40-40 15,0 0 1,212-171-1,185-213 0,-145 146 0,-212 212-15,145-13 0,-158 26-1,39 0 1,-39 0-1,-14 0 1,-13 13 62</inkml:trace>
  <inkml:trace contextRef="#ctx0" brushRef="#br0" timeOffset="83783.99">7618 6018 0,'145'-14'31,"-39"14"-15,238 0 0,-159 0-1,384-39 1,-410 39 0,158 0-1,-251 0 1,-39 0-1</inkml:trace>
  <inkml:trace contextRef="#ctx0" brushRef="#br0" timeOffset="86292.21">24825 5991 0,'26'-13'62,"212"13"-31,-79 0-31,0 0 16,608 0 15,-556-27-31,213-65 31,-332 39 1</inkml:trace>
  <inkml:trace contextRef="#ctx0" brushRef="#br0" timeOffset="87229.49">28978 6057 0,'13'13'46,"159"-13"-14,105-13-1,-131 13 0,-133-13 0</inkml:trace>
  <inkml:trace contextRef="#ctx0" brushRef="#br0" timeOffset="87649.31">30208 6057 0,'132'0'31,"-106"0"-31,-184 0 0,435 0 32,14 13-1,-251-13-31,13 0 15</inkml:trace>
  <inkml:trace contextRef="#ctx0" brushRef="#br0" timeOffset="89610.87">11453 8041 0,'53'0'62,"384"0"-30,-173 0-1,-224 0 0</inkml:trace>
  <inkml:trace contextRef="#ctx0" brushRef="#br0" timeOffset="90389.32">12935 7168 0,'13'13'16,"-26"-26"-16,39 79 31,120-66 1,131 0-1,133 27 0,-66 39 0,-278-66-15,-39 0 15</inkml:trace>
  <inkml:trace contextRef="#ctx0" brushRef="#br0" timeOffset="98213.38">11070 1296 0,'0'0'0,"0"119"31,0 199 0,0-160-15,0 173 15,0-133 0,0-131-15,-13 12 15,-1-66 16</inkml:trace>
  <inkml:trace contextRef="#ctx0" brushRef="#br0" timeOffset="98856.5">10845 2328 0,'0'13'46,"0"40"-14,53 26-1,-40-52-31,40 12 16,0-39 62,-27 0-63,94 0 1,-41-66 15,-39 0 0,-14 40 1</inkml:trace>
  <inkml:trace contextRef="#ctx0" brushRef="#br0" timeOffset="99840.83">24692 1389 0,'0'40'31,"0"26"-15,0 79-1,53 14 1,-39-93-16,38 119 31,-38-92-15,-14-40-16,79 119 15,-79-93 1,0 80 0,0-146-1,0 26 1,0-25 15,0 12 0,0-13 32</inkml:trace>
  <inkml:trace contextRef="#ctx0" brushRef="#br0" timeOffset="100546.37">24573 2606 0,'0'0'0,"199"92"31,-1-12 1,-171-54-17,-14 0-15,13-12 31,1-14 63,65-106-63,-26 0 1,27 27-1</inkml:trace>
  <inkml:trace contextRef="#ctx0" brushRef="#br0" timeOffset="101361.98">32165 1402 0,'0'185'31,"-13"-92"-15,13 145-1,-13-146 1,13 67 0,0-106-1,0 53 1,0 0 15,0-67-15,0 27-1</inkml:trace>
  <inkml:trace contextRef="#ctx0" brushRef="#br0" timeOffset="102018.01">31900 2473 0,'0'0'0,"14"80"15,12-41 1,-13-12-16,1-14 16,25 40-1,-26-53 48,40 0-48,-26 0 1,52 0 0,40-66 15,-106 53 0,-13-14 32,0-13-32</inkml:trace>
</inkml:ink>
</file>

<file path=ppt/ink/ink5.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2-16T06:34:26.251"/>
    </inkml:context>
    <inkml:brush xml:id="br0">
      <inkml:brushProperty name="width" value="0.05292" units="cm"/>
      <inkml:brushProperty name="height" value="0.05292" units="cm"/>
    </inkml:brush>
  </inkml:definitions>
  <inkml:trace contextRef="#ctx0" brushRef="#br0">3121 17166 0,'27'-40'31,"-54"80"-31,120-106 31,-80 66-31,106-13 32,172-14-1,-212 14-16,-12 13 1,-41 0 15</inkml:trace>
  <inkml:trace contextRef="#ctx0" brushRef="#br0" timeOffset="420">4589 17047 0,'40'-13'32,"-80"26"-32,93-26 15,13 13 1,67-14 15,-94 1-31</inkml:trace>
  <inkml:trace contextRef="#ctx0" brushRef="#br0" timeOffset="854.8">4470 17629 0,'14'0'32,"78"-27"-1,-39 14-31,159-13 31,12 12-15</inkml:trace>
  <inkml:trace contextRef="#ctx0" brushRef="#br0" timeOffset="2231.71">9655 17906 0,'-27'-26'32,"54"52"-32,-212-78 31,-159 131 0,-79 66 0,92 40 1,212 14-1,132-159-31,291 92 31,358-93 0,-358-65-15,555-93 15,-449-26 0,-357 78-15,-53 28-16,-251-120 31,-291 40 1,-67 79-1,54 67 0,462-14-31,-26 13 16,80-12-16</inkml:trace>
  <inkml:trace contextRef="#ctx0" brushRef="#br0" timeOffset="2936.12">12009 17920 0,'53'-53'31,"-106"106"-31,119-172 31,-79 119-31,-119-14 31,-199 120 1,252-66-32,-133 158 31,186-105-15,145 92 15,264-119 0,-290-66-31,409-79 31,-158-80 1,-304 119-32,-80-92 31,-317 53 0,251 79-31,-436 13 31,251 40 1,291-40-17,26 0-15</inkml:trace>
  <inkml:trace contextRef="#ctx0" brushRef="#br0" timeOffset="3498.61">14522 18025 0,'-53'-39'31,"106"78"-31,-159-91 16,66 38-16,-145 1 31,-198 79 0,118 93 0,199 39-15,79-158 0,146 79-1,-93-93 1,225 1-1,-212-40 1,358-120 0,-159-39 15,-226 120-15,-38-1-16,-67-80 15,-370 94 16,317 39-15,-265 39 0,305-25-1,27-1-15</inkml:trace>
  <inkml:trace contextRef="#ctx0" brushRef="#br0" timeOffset="4046.99">16294 17959 0,'0'0'16,"-185"-13"-1,119 13 1,-185 27 0,184-1-16,1 0 15,-145 107 1,105 78 15,119-184-15,133 92-1,-80-106 1,317 13 0,-277-39-1,304-79 1,-331 52-16,226-172 31,-292 159-15,-119-92-1,40 119 1,-278-41 0,251 54-1,-131 13 1</inkml:trace>
  <inkml:trace contextRef="#ctx0" brushRef="#br0" timeOffset="5251.39">9655 15764 0,'0'13'16,"0"-26"-16,0 39 15,0-12-15,-13 12 16,13 40 15,0-39-15,26 92-1,-13-80-15,0 120 32,1-132-32,-14 12 15,0 14 1</inkml:trace>
  <inkml:trace contextRef="#ctx0" brushRef="#br0" timeOffset="5664.34">9575 15724 0,'-26'-13'31,"-14"40"0,27-14-15,0 0-16,-27 53 15,-26 66 17,66-105-32,-13 26 15</inkml:trace>
  <inkml:trace contextRef="#ctx0" brushRef="#br0" timeOffset="5969.12">9549 15751 0,'0'-27'15,"0"54"-15,0-67 16,40 80 31,26 13-31,66 66 15,-92-80-16,-27-25-15</inkml:trace>
  <inkml:trace contextRef="#ctx0" brushRef="#br0" timeOffset="9285.81">11387 14812 0,'14'0'15,"-1"-27"16,0 14-31,0-40 32,0 40-17,-13-13-15,40-80 16,-27 79 0,67-131-1,-54 105 1,146-119-1,-66 93 1,79-27 0,-119 66-1,0 14-15,199-54 16,-199 67 0,212-27-1,-212 40 1,238 0-1,-172 27 1,133 26 15,-54 13 1,-171-53-32,79 66 31,-92-39 0,-27-27-15,-14 1 15,14-41 0</inkml:trace>
  <inkml:trace contextRef="#ctx0" brushRef="#br0" timeOffset="9783.07">13940 13860 0,'0'13'47,"26"13"-16,27 41 1,-40-41-17,1 0 1,-14-12 15,-14-1-31,1-13 16,-26 13-1,-41 14 17,67-14-1</inkml:trace>
  <inkml:trace contextRef="#ctx0" brushRef="#br0" timeOffset="11522.96">19627 13913 0,'-40'39'31,"80"-78"-31,-119 144 31,79-78-31,0-14 16,0 53-1,66 0 17,92-105-1,-65-67 0,-119 0 0,-93 66 1,52 54-1,54 12-15</inkml:trace>
  <inkml:trace contextRef="#ctx0" brushRef="#br0" timeOffset="12038.61">19706 14190 0,'0'0'0,"14"27"63,-14 12-48,0 1 1,-14 53 15,14-54 0,53-25 1,0-28-17,119-12 17,-132 26-17</inkml:trace>
  <inkml:trace contextRef="#ctx0" brushRef="#br0" timeOffset="12530.15">20169 14296 0,'-39'-13'31,"12"26"1,-26 40-1,40-40-31,0 53 31,26-39-15,119-14 15,-13-39 0,-79-41 0,-40 41-15,-66-40 15,-27 79-15,67 0 0</inkml:trace>
  <inkml:trace contextRef="#ctx0" brushRef="#br0" timeOffset="13017.74">20288 14442 0,'0'0'0,"0"13"47,0 0-32,0 0 1,-13 67-1,0-14 17,13-27-1,26-39 16,14 0-47,13 0 15,-27 0 1,80 0 0,-93 0-1,27 0 1,-27 0 0</inkml:trace>
  <inkml:trace contextRef="#ctx0" brushRef="#br0" timeOffset="13494.08">20725 14600 0,'0'0'0,"-40"0"31,27 0-15,-14 27-1,1 26 17,26-40-17,0 27 1,13-27-1,40 0 1,-27-13 0,-12 0-16,65-13 15,-39-53 17,-40 52-17,-13-25 1,-1 26-1,-39-1 1,27 14 0,13 14-16</inkml:trace>
  <inkml:trace contextRef="#ctx0" brushRef="#br0" timeOffset="15470.92">15553 15500 0,'0'0'0,"-13"0"15,53 0 1,330 0 15,-264-14-15,410 14 0,-66 0 15,-345 0-16,-78 0 17</inkml:trace>
  <inkml:trace contextRef="#ctx0" brushRef="#br0" timeOffset="17018.87">15606 16280 0,'14'0'15,"65"13"17,-39-13-17,-1-13-15,279 0 16,211-14 15,-423 14-15,198 0-1,-251-1 1,79 1 0,-119 13-1,0-13 1,-39 13 0</inkml:trace>
  <inkml:trace contextRef="#ctx0" brushRef="#br0" timeOffset="26312.13">16003 17192 0,'27'0'31,"12"14"1,67-14-1,132-14 0,-185 1-31,185 0 31,-185 13-31,40-13 16,-14 13 0,-39-14 15,-54 14-31</inkml:trace>
  <inkml:trace contextRef="#ctx0" brushRef="#br0" timeOffset="33424.21">23978 14508 0,'13'0'109,"199"0"-78,-146 0-31,357-14 32,-158 1-1,-212 0 0,-80 13-15,14 0-16</inkml:trace>
  <inkml:trace contextRef="#ctx0" brushRef="#br0" timeOffset="38321.18">24732 15195 0,'13'0'32,"14"0"-17,-14-13-15,53-13 31,-39 26-31,65-14 32,80 14-1,-119 0-15,13 0 15</inkml:trace>
  <inkml:trace contextRef="#ctx0" brushRef="#br0" timeOffset="39011.97">24692 16227 0,'0'26'31,"0"-12"-15,14-14 0,39 0 15,-27-14-31,199-12 31,13-1 0,-172 14-15</inkml:trace>
  <inkml:trace contextRef="#ctx0" brushRef="#br0" timeOffset="47096.31">16691 12934 0,'0'0'0,"-13"106"32,26-67-32,-13 1 15,13 159 1,14 65 15,-14-66 0,0-145 1</inkml:trace>
  <inkml:trace contextRef="#ctx0" brushRef="#br0" timeOffset="47547.83">16717 13000 0,'0'-13'16,"0"26"-16,-26-26 31,13 66 0,-40 53 1,40-80-17,-1 0-15</inkml:trace>
  <inkml:trace contextRef="#ctx0" brushRef="#br0" timeOffset="47808.56">16691 12934 0,'13'0'32,"0"13"-17,27 67 17,-40-67-32,79 79 31,-52-52-31</inkml:trace>
  <inkml:trace contextRef="#ctx0" brushRef="#br0" timeOffset="52560.09">21479 14852 0,'-14'-14'16,"14"1"0,-13 13-1,0 0 1,-27 0 0,14 0-1,-40 13 1,-14 14 15,67-27-15,-40 39-1,-13 54 17,26-53-17,-92 118 16,119-131-15,0-1-16,-27 54 16,27-27-1,0 26 1,-1-26 0,14-27-16,-13 93 31,13-79-16,0-14-15,0 27 16,27 40 15,-27-67-31,13 27 32,40 40-1,0-54 0,26-12 0,13-1 1,28-12-1,12-1 0,-26 0 0,-80-13-31,67 0 32,39-13-1,-13 0 0,0-14 0,-26 1-15,-27-14 15,-53 40-15,40-40-1,-53 27 1,39-40 0,-25 27-1,12-27 1,-26 26 0,13-39-1,-13-13 16,-26-40 1,26 106-17,-13-67 1,13 67 0,-27-53-1,27 40 1,-26-67-1,13 67 1,-14-80 0,27 66-1,-26-13 1,12 40 0,-12-27-1,26 27 1,-13 13-16,-14-40 15,-26 1 17,40 25-17,0 14-15,-27-26 16,14 13 0,13 13-16,-27-13 15,-26-14 16,53 27-31,-1 0 16,-39 0 0,27 0-1,-27 0 17,40 0-32,0 0 15,-14 0 1,-26 0 15,0 0-15,-13 0 15,53 0-15,-13 27-1,-1-27 16,14 0-15,0 13 0,-14-13 15,14 13-15,0-13 15</inkml:trace>
  <inkml:trace contextRef="#ctx0" brushRef="#br0" timeOffset="59381.14">21611 14785 0,'0'14'78,"0"-1"-47,-13 0 0,13 0-15,-14 67 15,1 25 0,13 1-15,-13-13 31,13-80-47,-13 40 31,13 0 0,0-13 1,0-1-17,-14 1 17,14-14-1,0 1 0,0-14 47,-13-978-47,26 1956 438,-13-1004-453,14 13-16,25-13 15,-12 13 1,39-13 0,-53 13-1,53 0 1,-39-13 0,52-1-1,-52 14 1,-1-13-16,40 0 15,-53 0-15,14 13 16,26-14 0,-40 14 15,-13-13 47,13 13-62,0 0-1,1 0 1,-1 0 0,0 0 15,14 0 109,-27-13-124,13 13 0,0 0 109,0-13-63,0-14-31,1 27-15,-28-13 31</inkml:trace>
  <inkml:trace contextRef="#ctx0" brushRef="#br0" timeOffset="60151.15">21584 14904 0,'14'0'46,"105"-66"-14,-14 53-1,-65 0-15</inkml:trace>
  <inkml:trace contextRef="#ctx0" brushRef="#br0" timeOffset="60419.82">21558 15103 0,'0'-13'15,"0"26"-15,93-66 32,65 0-1,-26 40 0,-118 13-31</inkml:trace>
  <inkml:trace contextRef="#ctx0" brushRef="#br0" timeOffset="60629.75">21571 15182 0,'0'0'0,"53"0"31,-26-13-31,105-27 31,-93 27-31,80-27 16</inkml:trace>
  <inkml:trace contextRef="#ctx0" brushRef="#br0" timeOffset="60876.2">21598 15354 0,'0'0'0,"66"-26"31,-40 12-15,120-25 0,-107 26-1,80-14 1</inkml:trace>
  <inkml:trace contextRef="#ctx0" brushRef="#br0" timeOffset="61123.98">21637 15447 0,'53'-27'15,"-40"27"1,93-39-1,-66 39 1,0-14-16,105-12 16,-79 13-1</inkml:trace>
  <inkml:trace contextRef="#ctx0" brushRef="#br0" timeOffset="64938.81">22127 14587 0,'0'-13'32,"0"0"-1,-14-1 0,-38 1 0,-41 0 1,14 13-1,-27 26 0,13 27 0,54-26-15,12-14-16,-13 0 16,-39 27 15,66-27-31,-27 14 31,-13 39 0,14 0 1,25 26-1,14-78-31,0 65 31,14 53 0,-1-52 1,13-1-1,1-13 0,12 13 0,14-39 1,-13-14-1,13 14 0,39-13 0,14-14 1,26 13-1,-79-26-15,66 0 15,-92 0-31,65-26 15,-78 13 1,52-14 0,-53 14-1,53-40 1,-13-26 15,-27-14 0,-26 80-15,0-80 0,0 67-1,-13-93 1,0 79 0,-13-79-1,-1 40 16,14 66-15,-40-40 0,-13 0 15,66 40-15,-40-27-1,14 27 16,-1-1 1,14 14-17,0-13 1</inkml:trace>
  <inkml:trace contextRef="#ctx0" brushRef="#br0" timeOffset="66230.99">21968 14547 0,'0'-26'31,"13"-1"0,0 14-15,14-40 0,-27 40-1,40-53 1,-40 40 0,39-67-1,-26 67 1,27-120-1,-40 67 1,13-80 0,-13 106-1,0 0-15,-26-158 16,13 158 0,-27-132-1,27 132 1,-27-119-1,-13-66 17,40 198-17,0-13-15,-40-92 16,-40-107 15,54 173-15,-14-53-1,-80-106 17,107 198-17,-80-79 1,-13-40 15,106 133-15,-66-106-1,52 92-15,1-26 16,12 26 0,-52-92-1,27 39 1,-28-12 15,54 91-15,13 1-16,-26-13 15,-1-1 17,14 1-17,-27-14 1,1-13 15,26 40-15,-27-27-1,13-13 17,27 40-17,-13 0 1,13 0-16,-13 13 31,13-13-15,0-1-1,-13 1 17,13 0-32</inkml:trace>
  <inkml:trace contextRef="#ctx0" brushRef="#br0" timeOffset="66499.74">20698 10395 0,'0'0'0,"0"26"47,0 14-32,0 105 17,-13-105-17,13-27-15</inkml:trace>
  <inkml:trace contextRef="#ctx0" brushRef="#br0" timeOffset="66919.96">20619 10514 0,'0'-13'32,"13"13"-1,0 0 0,53 13 0,106 13 1,-79-26-1,-80 0 0,-26 14-31</inkml:trace>
  <inkml:trace contextRef="#ctx0" brushRef="#br0" timeOffset="71078.5">19336 10249 0,'26'0'63,"133"-39"-32,53 12 0,-54 1 0,-144 26-31,25 0 32</inkml:trace>
  <inkml:trace contextRef="#ctx0" brushRef="#br0" timeOffset="71970.49">19019 11175 0,'52'-13'32,"200"-40"-1,39-13 0,-225 53-31</inkml:trace>
  <inkml:trace contextRef="#ctx0" brushRef="#br0" timeOffset="72500.82">19521 12061 0,'53'-26'15,"-40"12"1,133-25 0,-107 26-1,94-14 1</inkml:trace>
  <inkml:trace contextRef="#ctx0" brushRef="#br0" timeOffset="73298.69">19706 12974 0,'14'0'31,"78"-14"-15,-52 14-1,198-39 1,-93 12 15</inkml:trace>
  <inkml:trace contextRef="#ctx0" brushRef="#br0" timeOffset="85513.15">20500 13714 0,'0'0'0,"-27"-26"31,1 26-15,-27-27-1,-53 14 17,93 13-17,-80-13 1,80 13-16,-13 0 15,-40 0 1,39 0 0,-171 13 15,79 27 0,26 26 0,80-53-31,-53 53 32,13-13-17,-13 27 17,13 25-1,53-91-31,-53 91 31,53-91-15,-13-1-16,-14 53 15,27 26 17,14 1-1,-14-67-31,39 41 31,-12-14-15,65 26 15,-39-53-15,40 14-1,79 13 16,0-27 1,0 14-1,-133-27-15,93 14-1,27-14 16,40-26 1,-67-14-1,-106 27-15,1 0-16,26-13 15,26-13 16,14-27 1,-27 0-1,-53 26-31,0-26 31,0-52 0,-26-14 1,0 13-1,-40 0 0,-13 0 0,53 93-31,-80-80 32,-13 41-1,14-1 0,26 26 0,52 14-31,-25-14 32,-1 1-17,-26 0 17,26 12-17,1 1 16,12 13 1,1 0-1,12 0-31</inkml:trace>
  <inkml:trace contextRef="#ctx0" brushRef="#br0" timeOffset="87255.18">21346 13688 0,'0'-13'16,"14"-1"15,-14 1-16,0 0 1,-80 26 15,54 0-15,13-13-16,-54 40 16,67 13 15,93-13 0,-67-27-15,54 26-1,-67-25 1,0 52 0,-26-53-1,-53 27 1,-13-27 15,79-26-15,-14-27-1,28 0 1</inkml:trace>
  <inkml:trace contextRef="#ctx0" brushRef="#br0" timeOffset="87528.63">21492 13608 0,'0'0'0,"0"-39"16,0 65 15,0 93 0,0-92-15,13 52-1,-13-39 17</inkml:trace>
  <inkml:trace contextRef="#ctx0" brushRef="#br0" timeOffset="87843.79">21558 13635 0,'0'0'0,"0"-13"15,0-1 1,0 41 15,-53 52 0,13-52 1,54-14-1,65 27 0,0-1 0,-52-12-15,-27-14 0</inkml:trace>
  <inkml:trace contextRef="#ctx0" brushRef="#br0" timeOffset="88251.06">21690 13608 0,'0'0'16,"0"-26"0,13 66 15,1 65 0,-14-78-31,39 39 31,-25-66-31,25 26 32,14-92-1,-26 13-15,-27-92 15,-14 119 0,14 39 0</inkml:trace>
  <inkml:trace contextRef="#ctx0" brushRef="#br0" timeOffset="89708.97">21426 14164 0,'0'0'16,"13"26"47,13 67-32,-12-14 0,-1-66 0,-40-39 1,1-67-1,13 67-31,13-27 15,53-53 17,-40 93-32,53 26 31,-26 53 0,-93 1 0,-13-28-15</inkml:trace>
  <inkml:trace contextRef="#ctx0" brushRef="#br0" timeOffset="90203.97">21730 14137 0,'-13'0'16,"-1"27"15,14-1-15,14 27 15,12-13 0,-26-27 0,0-26-15,-26-53 15,12-40 0,41 27 1,-14 65-32,66 1 31,1 26 0,-107 54-15,14-54-1,-53 26 1</inkml:trace>
  <inkml:trace contextRef="#ctx0" brushRef="#br0" timeOffset="94466.93">21981 2539 0,'0'0'0,"-13"0"15,13-13 1,0 40 46,26 145-30,-12-133-17,-1 94 1,-26-28 15</inkml:trace>
  <inkml:trace contextRef="#ctx0" brushRef="#br0" timeOffset="94923.7">21902 2447 0,'0'-13'16,"0"26"-16,-13-26 15,13 26 17,-27 79-1,1-65-16,-1 26 1,14-40 0,0 13-1,26-39 17,80-106-1,-1 40 0,-79 79-15,40-13-1,27 92 17,25 40-1</inkml:trace>
  <inkml:trace contextRef="#ctx0" brushRef="#br0" timeOffset="96315.92">23820 2553 0,'0'-14'16,"13"28"46,-13 12-46,13 40 0,0 0-1,0 14 1,14 39 15,-27-106-15,13 13-1</inkml:trace>
  <inkml:trace contextRef="#ctx0" brushRef="#br0" timeOffset="96862.22">23833 2566 0,'0'0'0,"-13"-13"16,-1-1-1,1 14 16,13 14-31,-13-1 16,-27 40 0,0 0 15,40-27-15,0-39 15,27-66 0,-14 26-15,40-66 15,0 92 0,13 120 0,0 26 1,-39-66-17</inkml:trace>
  <inkml:trace contextRef="#ctx0" brushRef="#br0" timeOffset="103197.84">16321 9337 0,'0'0'31,"0"13"1,0 40-1,13-13-16</inkml:trace>
  <inkml:trace contextRef="#ctx0" brushRef="#br0" timeOffset="103676.56">16307 9258 0,'0'0'0,"14"0"15,-14 26 17,13 80-1,-13-27 0,0-39-15</inkml:trace>
  <inkml:trace contextRef="#ctx0" brushRef="#br0" timeOffset="104012.19">16492 9297 0,'0'0'0,"0"-13"15,14 26 17,-1 53-1,13 14 0,-26-41-15,0-52 15,-26-66 0,13-14-15</inkml:trace>
  <inkml:trace contextRef="#ctx0" brushRef="#br0" timeOffset="104326.01">16307 9258 0,'0'0'0,"-13"-27"32,26 27-17,80-40 17,-40 40-17,39-26 16,-65 26-31</inkml:trace>
  <inkml:trace contextRef="#ctx0" brushRef="#br0" timeOffset="104792.77">16440 9350 0,'-14'0'140,"-12"0"-108,-1 13-1,54 1 0,-14-14-31,80 0 31,-27-27-15</inkml:trace>
  <inkml:trace contextRef="#ctx0" brushRef="#br0" timeOffset="105248.02">16717 9350 0,'14'0'31,"-14"-26"0,-14-1-15,-25 27 15,-14 80 0,40-67-31,13 26 16,26 28 15,27-81 0,-40 1-31,40-79 32,-40 39-1,-13 79 0,27 53 0,-1-52-31</inkml:trace>
  <inkml:trace contextRef="#ctx0" brushRef="#br0" timeOffset="105487.85">16942 9377 0,'0'0'0,"0"-53"32,0 39-32,-13 14 0,13-13 15,-13 13 1,-1 27 0,14-14-1,0 66 1,40-39 15,-27-40-15,27-40-1</inkml:trace>
  <inkml:trace contextRef="#ctx0" brushRef="#br0" timeOffset="105643.87">17061 9205 0,'0'0'0,"0"-93"31,-13 80-31,13 66 16,26 105 15,1-52 1</inkml:trace>
  <inkml:trace contextRef="#ctx0" brushRef="#br0" timeOffset="106443.68">17035 9310 0,'0'0'16,"13"0"0,0 0-1,53 0 1,-39 0-1,65-13 1,-78 13 0,12-26-1,-26 13 1,-26 13 0,12 13-1,-52 53 1,40 13 15,26-66-15,39 1-1,-25-14 1,-1 0-16,27-27 16,-27 14-1,26-40 1,-39 40-1,14-27 1,12 40 15,-13 13-15,-13 1 0,27 12-1,-27-13-15,-13 1 31,-1-14-15,14-27 0,0 14-1,67-27 1,-54 27 0,53-13-1,-53 26 1,-13 26-1,0-13 1,0 27 0,0-27-1,0 0 1,27-13 0,-14 0-16,0 0 15,27-26 1,13-14-1</inkml:trace>
  <inkml:trace contextRef="#ctx0" brushRef="#br0" timeOffset="106757.84">17696 9258 0,'0'0'16,"13"-14"-1,-26 14-15,-27 40 32,27-14-17,13 54 1,0-41-1,0-12-15,40 105 16,-40-105 0,13 39-1,-26-53 1,-40-39 0,40-1-1,-1 1-15,28-67 16,12 14-1,40 13 1,-13 39 0,-26 54-1</inkml:trace>
  <inkml:trace contextRef="#ctx0" brushRef="#br0" timeOffset="108295.09">19944 9258 0,'40'-27'31,"-40"14"-31,13-14 31,-39 14-15,-80 0 15,80 13-31,-14 26 16,-13 41 15,159-15 0,-67-38-31,107 39 32,-120-40-32,-12 40 31,-147-14 0,1-78 0,106-41 1,39 54-32</inkml:trace>
  <inkml:trace contextRef="#ctx0" brushRef="#br0" timeOffset="108483.38">20090 9205 0,'13'0'15,"-26"0"-15,39 0 32,-12 26-1,-14-13-31,39 53 31,-26-39-31,14 65 31</inkml:trace>
  <inkml:trace contextRef="#ctx0" brushRef="#br0" timeOffset="108926.46">20116 9350 0,'0'-26'32,"80"26"-1,-41-14-31,107 14 16,-120 0-1,40-13 1,-92 13 15,13 0-15,-67 40-1,67 26 17,13-53-17,66 14 1,14-54 15,-67 14-15,13-40-1,-39 27 1,-66-27 0,26 53 15</inkml:trace>
  <inkml:trace contextRef="#ctx0" brushRef="#br0" timeOffset="109298.63">20579 9324 0,'0'0'0,"13"-14"31,14 1 0,-14 13-31,66 27 16,-12 39 15,-94-27 0,14-39-15,-40-26 15,53 13-31,13-53 16,0 39-1,80-39 17,-53 66-17,-14 40 1</inkml:trace>
  <inkml:trace contextRef="#ctx0" brushRef="#br0" timeOffset="109706.26">20883 9324 0,'0'0'15,"0"13"-15,0 0 32,27 0-1,26-13 0,13-26 16,-53-1-16,-26 14-31,-40-26 31,40 25-31,-67 14 32,67 93-1,93-14-15,39-66 15,-106-26-16,26-26 1</inkml:trace>
  <inkml:trace contextRef="#ctx0" brushRef="#br0" timeOffset="124971.79">8861 9006 0</inkml:trace>
  <inkml:trace contextRef="#ctx0" brushRef="#br0" timeOffset="125173.12">8967 9006 0,'40'-13'0,"-80"26"0,146-39 16,-53 26-16,251-27 31,-79 1-16,26-1 17,-185 27-1,-66-13 0,13 13-31</inkml:trace>
  <inkml:trace contextRef="#ctx0" brushRef="#br0" timeOffset="125803.38">12194 8900 0,'0'0'0,"-13"0"16,0 0 0,52 0 15,1 0-15,0 0-16,132-13 15,-93 13 1,0-13-16,212 0 15,-225 13 1,80-13 0,-133 13-1,0-14 1,-26 14 0</inkml:trace>
  <inkml:trace contextRef="#ctx0" brushRef="#br0" timeOffset="128484.63">15342 9416 0,'-27'0'32,"27"-13"-1,0-13 0,27-41 0,-54-25 1,-92-14-1,-26 66 0,-14 40 0,-39 14 1,-14-1-1,172 0-31,-184-13 31,65 0 0,80 0 1,65 0-17,1-26 17,0-1-1,13 14-16,0 0 17,0 0-1,0-1 0</inkml:trace>
  <inkml:trace contextRef="#ctx0" brushRef="#br0" timeOffset="128787.68">13874 8967 0,'0'13'16,"0"13"15,-13 27 1,13-40-32,-14 14 15</inkml:trace>
  <inkml:trace contextRef="#ctx0" brushRef="#br0" timeOffset="129076.99">13887 8953 0,'0'0'0,"13"-13"15,0 26 32,40 14-15,0-14-1,-40 0-16</inkml:trace>
  <inkml:trace contextRef="#ctx0" brushRef="#br0" timeOffset="131048.77">13649 8054 0,'0'-26'63,"-40"-27"-32,-79-66 0,-53-53 0,106 106-15,-13 0 0,66 39-16,-54-13 31,41 27 0</inkml:trace>
  <inkml:trace contextRef="#ctx0" brushRef="#br0" timeOffset="131686.01">13080 7565 0,'0'-27'31,"0"-26"1,0 27-17,-26 0 16,13 12 1,39 14-1,-13 0-31,53 0 31,40 0 0,-79 0 1</inkml:trace>
  <inkml:trace contextRef="#ctx0" brushRef="#br0" timeOffset="134497.76">18344 8887 0,'0'0'16,"-13"0"15,132 13 0,-27-13-15,-25 0-16,263 0 31,-224 0-15,0 0 15,-119 0 0</inkml:trace>
  <inkml:trace contextRef="#ctx0" brushRef="#br0" timeOffset="141047.81">19958 13727 0,'13'-26'32,"-13"13"-1,-53 0 0,40 13-31,-40 39 31,53 14 1,26-26-17,80-1 16,-79-13-31,25 14 32,-78 26-1,-80-27 0,66-13-15</inkml:trace>
  <inkml:trace contextRef="#ctx0" brushRef="#br0" timeOffset="141403.12">20103 13727 0,'0'14'47,"0"39"-16,13-27-15,27 0 15,13-39 0,-53-79 1,-79 52-1,-1 80-15</inkml:trace>
  <inkml:trace contextRef="#ctx0" brushRef="#br0" timeOffset="142054.99">20421 14045 0,'0'0'0,"0"-13"16,-27-1 15,14 14-16,0 0-15,-27 27 16,27-27-16,-14 53 31,40-27-15,40 14 0,-26-40-1,39 26 1,-53-26-1,0 0-15,1 14 16,-28-1 0,-52 0-1,53 0 1,-66-13 0,65 0-1,14-13-15</inkml:trace>
  <inkml:trace contextRef="#ctx0" brushRef="#br0" timeOffset="142412.34">20526 14124 0,'-13'0'15,"-13"13"16,26 1-15,13 25 0,0-25-1,14-1 1,12-26 15,-26-40 0,-13 39-31,-13 1 16,-53-13 0,0 26 15,66 13-15</inkml:trace>
  <inkml:trace contextRef="#ctx0" brushRef="#br0" timeOffset="142596.78">20645 14098 0,'0'0'0,"14"0"32,25 26-1,-12 1-16,-27-14 1,26 13 0</inkml:trace>
  <inkml:trace contextRef="#ctx0" brushRef="#br0" timeOffset="142748.03">20698 13926 0,'0'0'32,"0"40"-17</inkml:trace>
  <inkml:trace contextRef="#ctx0" brushRef="#br0" timeOffset="143377.93">20976 14323 0,'0'-27'31,"0"54"-31,-40-67 32,27 40-32,-40 26 31,14 27 0,78 0 0,41-13 1,-54-14-1,-92 14 0,53-40-31,-80 13 31,106-26-15</inkml:trace>
  <inkml:trace contextRef="#ctx0" brushRef="#br0" timeOffset="143903.68">21029 14415 0,'0'0'0,"26"-26"16,-65 26 31,25 0-47,-12 26 31,39 14 0,53-14 1,-13-52-1,-40-27-15,-13 13 15,-13 1-16,13 65 17,27 67-1,-14-54 0,0-52 0,0 0-15,27-27 0,-13 27-1,25 26 1,-38 14 0</inkml:trace>
  <inkml:trace contextRef="#ctx0" brushRef="#br0" timeOffset="149886.23">21412 10673 0,'0'0'0,"27"-14"31,-1-12 1,-65 26-1,-41 40 0,54 26 0,132 0 1,-80-53-32,93 14 31,-145-14 0,-80 0 0,53-26-15</inkml:trace>
  <inkml:trace contextRef="#ctx0" brushRef="#br0" timeOffset="150235.07">21664 10739 0,'0'0'0,"26"-14"32,-52 28-1,13 25-16,26 14 17,40-26-17,39-67 17,-92-39-1,-13 52-16,-80 1 1,67 26 0,-27 26-1</inkml:trace>
  <inkml:trace contextRef="#ctx0" brushRef="#br0" timeOffset="150828.93">21915 10593 0,'0'0'15,"0"-13"-15,0 0 32,13 26-1,-13 80 0,0-80-31,13 106 16,1-79 15,12-80 0,-13 27-15,27-54 0,-13 81 15,-14 12-16,0 40 1</inkml:trace>
  <inkml:trace contextRef="#ctx0" brushRef="#br0" timeOffset="153414.13">22153 9972 0,'0'13'16,"13"-13"47,53-40-48,40-92 16,-93 92-15,54-171 0,-54 158-1,13-212 1,-26 212 0,-39-1137-1,12 2156 1,-39-1046-1,53 80 1,0-13-16,-14 0 16</inkml:trace>
  <inkml:trace contextRef="#ctx0" brushRef="#br0" timeOffset="153800.01">22259 8795 0,'0'0'0,"-13"13"63,-1 13-32,1-26-15,0 14-1,26-14 32,14-14-16,-14 28-15,27 12 0,-14 14-1,-13-27-15,14 13 16</inkml:trace>
  <inkml:trace contextRef="#ctx0" brushRef="#br0" timeOffset="155096.32">23171 8345 0,'0'0'0,"0"-13"32,27-27-1,-67-13 0,-79 53 0,40 66 1,105 27-1,1-80-31,105 67 31,13 25 0,-184-65 1,-120-27-1,27-66 0,132 14-15</inkml:trace>
  <inkml:trace contextRef="#ctx0" brushRef="#br0" timeOffset="155340.49">23502 8385 0,'0'0'0,"27"0"16,-27 26 31,0 27-31,0 93 15,0-67 0</inkml:trace>
  <inkml:trace contextRef="#ctx0" brushRef="#br0" timeOffset="155611.78">23383 8358 0,'0'0'0,"0"-39"16,-13 12-16,13-13 15,92 27 17,-52 40-32,132 105 31,-132-66-15,-40-39-16,-40 78 31,-132-78 0,66-67 0</inkml:trace>
  <inkml:trace contextRef="#ctx0" brushRef="#br0" timeOffset="156144.94">24930 8372 0,'0'0'0,"-26"-27"32,26 1-1,-66-1 0,-40 67 0,66 26 1,146 0-1,0-26-15,0 13 15,-172 0 0,-106-40 0,53-53 1,106 27-32</inkml:trace>
  <inkml:trace contextRef="#ctx0" brushRef="#br0" timeOffset="156540.81">25142 8385 0,'0'0'0,"53"0"16,-53-13-1,-40 26 16,27 0-31,-40 53 32,53-39-32,0-14 15,13 53 1,1-53-16,78 27 31,-12-93 0,-80 0-15,-93-92 15,14 158 1,92 53-17</inkml:trace>
  <inkml:trace contextRef="#ctx0" brushRef="#br0" timeOffset="156780.84">25380 8398 0,'0'0'0,"0"-53"31,0 80 0,0 118 1,0-105-32,0 52 31</inkml:trace>
  <inkml:trace contextRef="#ctx0" brushRef="#br0" timeOffset="157063.69">25380 8504 0,'0'0'0,"0"-27"16,27 14 15,65 26 1,-12-26-1,-80-27-16,-27-26 17,14 66-1,13 14-15,13 105-1,0-80 1,-13 80-1</inkml:trace>
  <inkml:trace contextRef="#ctx0" brushRef="#br0" timeOffset="159792.1">24547 8213 0,'0'0'31,"-13"13"16,-27 53-31,-26 159 15,106-93-15,145-26-1</inkml:trace>
  <inkml:trace contextRef="#ctx0" brushRef="#br0" timeOffset="160183.53">25671 8226 0,'0'0'0,"-13"13"32,66 120-1,-53 91-15,-212-52 15</inkml:trace>
  <inkml:trace contextRef="#ctx0" brushRef="#br0" timeOffset="160937.66">25010 8120 0,'26'-26'109,"-12"-1"-93,12-65 0,-39-27-1,0 66 1,-107-159-1,81 159 1,-160-105 0,147 144-1,-134-12 1,133 39 0,-13 0-1,53-13-15</inkml:trace>
  <inkml:trace contextRef="#ctx0" brushRef="#br0" timeOffset="161241.81">24441 7261 0,'0'0'0,"-13"0"16,0 0 15,-14 13-15,-39 0 0,-26 27 15,131 13 0,120 79 0</inkml:trace>
  <inkml:trace contextRef="#ctx0" brushRef="#br0" timeOffset="162938.51">22550 6851 0,'13'-14'15,"-13"1"1,13-13 0,-26-14 15,-53 40 0,39 0-15,-39 53-1,66-979 32,14 1931-47,91-965 32,-78-27-32,92 27 15,-106-27 1,27 53-1,-53-52 1,-106 52 0,79-53-1,-79-13 1,92 0 0,-12-53-1,78-13 16</inkml:trace>
  <inkml:trace contextRef="#ctx0" brushRef="#br0" timeOffset="163328.76">22801 6917 0,'0'0'0,"27"-13"15,-41 13 17,1 13-17,0 53 1,13-40 0,0 1-16,40 52 15,65-66 16,-78-13-15,26-92 0,-40 65-1,-53-65 1,14 79 0,-93-14-1,106 27 1,13 40-1,13-27 1</inkml:trace>
  <inkml:trace contextRef="#ctx0" brushRef="#br0" timeOffset="163558.74">23145 6851 0,'0'0'0,"0"-14"15,-13-25 1,26 78 15,0-12-15,14 92 0,-14-66-1,-13 26 1</inkml:trace>
  <inkml:trace contextRef="#ctx0" brushRef="#br0" timeOffset="163898.82">23238 6890 0,'0'0'0,"13"0"15,0 0-15,27 0 16,-14 0-1,54 0 1,-41 0 0,14-13-1,-66-40 17,0 53-17,-40-53 1,53 40-1,-13 40 1,26 12 0,13 93-1,27 40 17</inkml:trace>
  <inkml:trace contextRef="#ctx0" brushRef="#br0" timeOffset="164405.79">23859 6890 0,'0'0'0,"-26"0"15,13-13 1,-1 13-1,67 0 17,27 0-17,-41 0 1,67 0 0,-93 0-16</inkml:trace>
  <inkml:trace contextRef="#ctx0" brushRef="#br0" timeOffset="164931.14">24507 6785 0,'13'-40'31,"-26"80"-31,26-93 15,-65 39 1,12 14 0,13 0-16,-78 53 31,78-26-15,27-14-16,0 0 0,93 53 31,-67-52-16,93 12 1,-92-13-16,-1-13 16,1 27-1,-54-14 1,1-13-16,-107 13 31,14-39-15</inkml:trace>
  <inkml:trace contextRef="#ctx0" brushRef="#br0" timeOffset="165639.88">24798 6798 0,'0'0'0,"13"0"16,-26 13 15,0 40 0,26 26 1,0-39-1,-13-67 0,-39-78 0,39-1 1,39 66-17,54 27 16,39 79 1,-158 0-1,-80-13 0,66-40 0,93-13 1,-26 0-32,105 14 31,-92 52 0,-120-13 0,-65-53 1,132-14-32,-40-25 31,53 12-15</inkml:trace>
  <inkml:trace contextRef="#ctx0" brushRef="#br0" timeOffset="166647.74">25896 6837 0,'0'0'0,"0"-13"16,13 13 31,27 66-16,-14-39-16,54 92 1,-54-79 0,40 52-1,-53-79 1,-13 1-16</inkml:trace>
  <inkml:trace contextRef="#ctx0" brushRef="#br0" timeOffset="166922.82">26160 6837 0,'0'0'0,"14"-26"15,-14 52 17,-14-12-17,14-1-15,-26 53 16,13-26-1,13-14-15,-27 54 16,27-28 0,-13 15-1,13-54 17,27-53-1</inkml:trace>
  <inkml:trace contextRef="#ctx0" brushRef="#br0" timeOffset="167592.69">26412 6917 0,'0'0'15,"0"-13"17,13-1-1,13 1 0,41-13 0,-41 26-31,40 26 32,-53 1-17,-39 92 16,13-93-31,-93 93 32,40-79-1,79-40 0,66-40 0,80 14 1,-66 26-1,-80 0 0,-13-14 16</inkml:trace>
  <inkml:trace contextRef="#ctx0" brushRef="#br0" timeOffset="168532.07">27245 6851 0,'0'-27'31,"0"54"-31,13-54 31,27 80 0,39 66 1,27 40-1,-40-119-15</inkml:trace>
  <inkml:trace contextRef="#ctx0" brushRef="#br0" timeOffset="168805.16">27576 6890 0,'0'-13'0,"0"26"16,-14-39-16,14 13 16,0 26 15,0 0-16,0 0-15,-13 67 16,-13 65 15,13-65 1</inkml:trace>
  <inkml:trace contextRef="#ctx0" brushRef="#br0" timeOffset="169404.33">27774 6890 0,'0'0'0,"13"0"0,-13 14 62,-13-1-46,13 53-1,0-40 1,0-12-16,13 39 16,0-40-16,54 26 31,25-78 0,-79 26-15,27-67-1,-40 40 1,13 27-16,-26-40 31,0 80 16,13-1-31,-13 80-1,13-53 1,0-1018 0,0 2075-1,0-1096-15,13 25 16,0-12 15,0-54 16,-13 14-31,0-13-16</inkml:trace>
  <inkml:trace contextRef="#ctx0" brushRef="#br0" timeOffset="186902.96">11546 5303 0,'13'0'16,"-13"-13"15,14 0 0,-14 0-15,0 0 15,13 13 0,-13 26 1,13-26-17,27 40 1,-27-27 0,27 27-1,-27-27 1,13 0-1,-26 0 1,27-26 0,78-66 15,-65 52-15,159-118-1,-160 105 1,160-92-1,-173 105 1,14 1-16,13-14 16,-40 27 15,-26 26-15,13 0-16</inkml:trace>
  <inkml:trace contextRef="#ctx0" brushRef="#br0" timeOffset="191753.1">17273 5303 0,'0'-26'32,"0"52"-32,39-78 15,-25 38-15,52 1 32,-53 13-1,0 27 0,27 25 0,-40-38-31,40 39 32,-27-27-1,0-26 0,-13-13-31,79-93 31,14 0-15,79-66 15,-66 106 0,-93 66 1,-26 13-17</inkml:trace>
  <inkml:trace contextRef="#ctx0" brushRef="#br0" timeOffset="195660.17">22338 4232 0,'0'0'0,"-13"0"16,-40 0 15,40 0 0,13 53 1,26 26-1,-12-52 0,-1-54 16,93-92-16,-80 93-31,80-80 16,-14 14 15,-78 78-15,-1 14-16,13-13 31</inkml:trace>
  <inkml:trace contextRef="#ctx0" brushRef="#br0" timeOffset="197297.26">28501 5264 0,'14'0'15,"-1"0"48,-13 13-32,13 0-15,0 27-1,-13-27-15,14 53 31,-1-66-15,-13 13-16,13 1 16,13-28 15,-12 1-31,12-13 16,1-1-1,105-78 1,-53 52-1,27-14 1,0 15 15,-93 38-15,0 14 0,-13-13 109</inkml:trace>
</inkml:ink>
</file>

<file path=ppt/ink/ink6.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2-16T06:43:06.240"/>
    </inkml:context>
    <inkml:brush xml:id="br0">
      <inkml:brushProperty name="width" value="0.05292" units="cm"/>
      <inkml:brushProperty name="height" value="0.05292" units="cm"/>
    </inkml:brush>
  </inkml:definitions>
  <inkml:trace contextRef="#ctx0" brushRef="#br0">7737 12617 0</inkml:trace>
  <inkml:trace contextRef="#ctx0" brushRef="#br0" timeOffset="856.86">5978 11254 0,'0'-26'63,"26"26"-48,27 0-15,27-26 32,105-1-1,0 27 0,-132 0-15,-13 0-1</inkml:trace>
  <inkml:trace contextRef="#ctx0" brushRef="#br0" timeOffset="2823.82">4933 5131 0,'146'0'140,"383"0"-124,-291 0-1,502 53 1,-356 27 15,-371-80-15,0 0 0,54 0 155</inkml:trace>
  <inkml:trace contextRef="#ctx0" brushRef="#br0" timeOffset="3445.79">8359 5184 0,'119'0'32,"-80"0"-32,-197 0 0,687 0 31,-185 0-15,515 0 15,-250 0 0,-318 0 0,-225 0 1,-53 0-1</inkml:trace>
  <inkml:trace contextRef="#ctx0" brushRef="#br0" timeOffset="3935.08">12234 5131 0,'39'0'31,"133"0"1,106 0-1,-27 0 0,-52 0 0,-146 0-31,92 0 32,-132 0-1</inkml:trace>
  <inkml:trace contextRef="#ctx0" brushRef="#br0" timeOffset="5669.8">4219 5885 0,'40'-13'32,"-27"13"-17,53-13-15,146 13 16,-54 0 0,239 0-1,-172 0 1,-146 0-1,67 0 1,-120 0 0,-13 0-1</inkml:trace>
  <inkml:trace contextRef="#ctx0" brushRef="#br0" timeOffset="6277.23">6772 5753 0,'26'0'31,"278"0"0,-172 0-15,305 0-1,-14 0 17,-370 0-17</inkml:trace>
  <inkml:trace contextRef="#ctx0" brushRef="#br0" timeOffset="6757.98">9086 5846 0,'40'0'47,"224"0"-16,-224 0-31,105 0 32,-118 0-1,-14 0 0</inkml:trace>
  <inkml:trace contextRef="#ctx0" brushRef="#br0" timeOffset="7182.2">10316 5846 0,'0'0'0,"185"0"31,-105 0-15,356 0 15,-357 13-31,93-13 31,-119 0 1</inkml:trace>
  <inkml:trace contextRef="#ctx0" brushRef="#br0" timeOffset="7597.19">12088 5872 0,'0'0'15,"146"0"16,211-40 1,225 54-1,-503-14-31,-52 0 31</inkml:trace>
  <inkml:trace contextRef="#ctx0" brushRef="#br0" timeOffset="9078.9">5132 6467 0,'39'-13'16,"14"13"-1,397-13 1,-265 13 0,318 0-1,-398 0 1,81 0-1,-107 0-15,0 0 32,-39 0 61</inkml:trace>
  <inkml:trace contextRef="#ctx0" brushRef="#br0" timeOffset="9773.59">8531 6454 0,'13'0'15,"159"0"17,251 0-17,-53 0 1,186 0 15,-265 0-15,39 0 15,-250-13 0,-54 13 63</inkml:trace>
  <inkml:trace contextRef="#ctx0" brushRef="#br0" timeOffset="10189.79">12128 6388 0,'119'-13'31,"-238"26"-31,661-79 31,-462 79 1,52 0-1,-106-13 0</inkml:trace>
  <inkml:trace contextRef="#ctx0" brushRef="#br0" timeOffset="14973.55">7737 7234 0,'26'-13'172,"-12"0"-140,25 0-32,14 13 15,80-14 1,541-12 15,-13 26 0,-356 0 1,-292 0-17,0 0 204,0 0-141</inkml:trace>
  <inkml:trace contextRef="#ctx0" brushRef="#br0" timeOffset="16262.82">10700 7195 0,'66'-14'63,"278"-52"-32,66 66 0,-357 0-15,145 0-1,-106 0 17</inkml:trace>
  <inkml:trace contextRef="#ctx0" brushRef="#br0" timeOffset="17245.52">4364 7895 0,'53'-13'32,"172"0"-1,-119 13-31,26 0 15,344 0 17,-277 0-17,-93 0 1,-53 0 15</inkml:trace>
  <inkml:trace contextRef="#ctx0" brushRef="#br0" timeOffset="17861.86">7539 7750 0,'0'0'0,"304"-26"31,-198 26-31,26 0 16,357 66 15,-396-53-31,-14 0 32,-66-26 93,27-14-94,66 27-16,-80 0 1,186 0 0</inkml:trace>
  <inkml:trace contextRef="#ctx0" brushRef="#br0" timeOffset="18541.03">9628 7829 0,'66'0'32,"-132"0"-32,278 0 31,224-39 0,-396 25-15,251-12 15,-238 13 0,26 26 1,-52-13-1,-14 13 0</inkml:trace>
  <inkml:trace contextRef="#ctx0" brushRef="#br0" timeOffset="20041.18">3611 8305 0,'13'-13'79,"304"-79"-48,67 92 0,-278 0-31,304 92 16,-371-79-1,173 1 1,-186-1 0</inkml:trace>
  <inkml:trace contextRef="#ctx0" brushRef="#br0" timeOffset="20557.29">6176 8398 0,'0'0'0,"14"0"16,39-26-1,26 26 1,80 0 0,-120 0-1,107 0 1,-54 0-1,1 0 1,-80-14 15</inkml:trace>
  <inkml:trace contextRef="#ctx0" brushRef="#br0" timeOffset="23998.91">4484 9231 0,'0'0'0,"66"-13"15,13 13-15,225 0 32,-198 0-17,119 0 1,-185 0 0,184-27-1,-171 27 1,40 0-1,-67 0 1,-12 0 0</inkml:trace>
  <inkml:trace contextRef="#ctx0" brushRef="#br0" timeOffset="24534.23">6904 9324 0,'40'0'32,"158"-66"-1,14 66-15,224 0 15,0 0 0,-264 0 0,-132 0-31,26 0 32,-13 0 77,-27 0-93</inkml:trace>
  <inkml:trace contextRef="#ctx0" brushRef="#br0" timeOffset="25741.22">9681 9165 0,'172'13'93,"423"80"-61,-211-80-1,-159-13-15,-133-13-1</inkml:trace>
  <inkml:trace contextRef="#ctx0" brushRef="#br0" timeOffset="26726.27">4457 9945 0,'0'-13'31,"0"0"0,106-67-31,145-12 31,384 39 1,-410 53-17</inkml:trace>
  <inkml:trace contextRef="#ctx0" brushRef="#br0" timeOffset="45140.77">22021 11717 0,'132'0'16,"40"-39"0,238-1 15,-13 27-16,-53 13 1,-186 0 0,371 39-1,-330-12 1,-93-27-16,158 0 16,-105 0-1,105 0 1,-237 0-1,-1 0 1</inkml:trace>
  <inkml:trace contextRef="#ctx0" brushRef="#br0" timeOffset="45542.38">25750 11691 0,'239'0'32,"-478"0"-32,583 0 15,185 0 1,-317 0-1,172 0 1,-279 0 0,54 0-1,-132 0 1</inkml:trace>
  <inkml:trace contextRef="#ctx0" brushRef="#br0" timeOffset="46837.93">19164 6295 0,'27'-13'63,"369"-27"-48,689 40 32,-27 0-16,-397 0-15,-582 0 15,-65 0 1</inkml:trace>
  <inkml:trace contextRef="#ctx0" brushRef="#br0" timeOffset="49061.07">23238 12656 0,'52'0'78,"557"0"-47,-477 0-31,450 13 31,0-13 1,-489 0-17,-67 0 16</inkml:trace>
  <inkml:trace contextRef="#ctx0" brushRef="#br0" timeOffset="49527.92">26941 12722 0,'0'0'0,"53"-13"15,357-40 16,621 53 1,-12 0-1,-834 0-15,79 0-1,-52 0 16,-199 0-31,14 0 32</inkml:trace>
  <inkml:trace contextRef="#ctx0" brushRef="#br0" timeOffset="50025.35">31226 12564 0,'0'0'0,"106"0"31,224 0 1,54 0-1,-305 0-31,54 0 31</inkml:trace>
  <inkml:trace contextRef="#ctx0" brushRef="#br0" timeOffset="50901.59">23939 13807 0,'145'0'63,"40"0"-48,503-27 1,-450 27 0,198-26-1,-330 26 1,-40 0 0</inkml:trace>
  <inkml:trace contextRef="#ctx0" brushRef="#br0" timeOffset="52581.28">28356 13463 0,'13'0'31,"53"-13"0,93-53 1,436 13-1,-410 53-15,371-27-1,-27 14 16,-437-13 1</inkml:trace>
  <inkml:trace contextRef="#ctx0" brushRef="#br0" timeOffset="53341.03">22947 14309 0,'211'-39'31,"-422"78"-31,687-105 31,-437 53 0,-25 13 32,39-26-48,52 12 17,14 14-1,-66-13 0,-13 0 0</inkml:trace>
  <inkml:trace contextRef="#ctx0" brushRef="#br0" timeOffset="54070.93">26742 14045 0,'0'0'0,"119"0"16,291 0 31,119 0-16,-211 0 0,-212-13 0,-93 13 1</inkml:trace>
  <inkml:trace contextRef="#ctx0" brushRef="#br0" timeOffset="55219.03">29440 13899 0,'159'-13'63,"-53"13"-48,-27 0-15,159 0 16,-145 0-1,66-26 1,-133 12 15</inkml:trace>
  <inkml:trace contextRef="#ctx0" brushRef="#br0" timeOffset="60798.05">24071 14733 0,'13'0'78,"27"0"-62,145 0-1,172 0 16,-66 0 16,-225 0-47,172 0 32,93 0-17,-27 0 16,-198 0-15,185 0 0,-212 0-1,199 0 1,-212 0 0,27-27-1,-54 27 1,54-13-1,-54 13 1,54-13 0,13-1 15,13 14 0,-93 0-15,107 0-1,12 0 17,-26 0-1,-53 0 0,-26 0-15,132 0-1,-119 0 1,105 0 0,-131 0-1,92 0 1,-66 0 0,66 0-1,-40 0 1,93 0-1,-92 0 1,65 0 0,0 0 15,1-26 0,-80 26-15,93 0-1,-93 0 1,93 0 0,-106 0-1,105 0 1,-92 0 0,199 0-1,-199 0 1,132 0-1,-145 0 1,172 0 0,-159 0-1,14 0 1,-67 0 0,66 0-1,1 0 32,-54 0-31,0 0 31,1-13 46,-1-80-46,-26 67-47,0-27 16,0 26-1,27-12 1,-27 25 15,0 1 1,13-26-1,-13 12 0,0 1 0,-13 12 1,0 1-17,-1 0 1,-12 0-1,26 0 1,-27-27 15,14 40-15,-26-13 0,-1 13 15,27 0-16,-27-14-15,-39 14 16,26 0 0,-27 0-1,14 0-15,-159 0 32,106 0-17,-172 0 1,212 0-1,-106 0 1,79 0 0,40 14 15,13-14-15,-106 13 15,120-13-16,-67 13 1,-198 40 15,224-53-31,-92 0 32,-39 0-1,145 0-16,-80 0 1,-92 0 15,13 0 1,93 26-1,26-26 0,40 0-31,-79 0 31,-27 0 1,-146 0-1,-224 0 0,172 0 0,65 0 1,-25 0-1,-27 0 0,172 0 0,92 0-15,-52 0 15,-279 0 0,332 0-31,-120 0 32,14 0-1,158 0-31,-79 0 31,26 0 0,54 0-15,-41 0 0,-52 0 15,66 0-15,-27 0 15,54 0-16,-54 0 1,40 0 0,0 0 15,40 14 16,0-1-32,0 13 1,-1 1 31,14-1-31,0 14-16,0 52 15,14 28 16,-1-94-15,0 80 0,14-80-1,-14 1 1,-13-1 0,13-13 15,80-13 0,-67 0-15,225-26-1,-171 13 1,145-1 0,-80-12-1,-26 26 1,-40 0-1,146 0 1,-145 0 0,65-26-1,-118 26-15,78-14 32,-78 1-17,-1 13-15,14-13 16,-14 13 15,-12-13 0</inkml:trace>
  <inkml:trace contextRef="#ctx0" brushRef="#br0" timeOffset="74981.92">28885 15486 0,'26'-26'16,"-12"26"0,237-992-1,-145 1984 1,449-979-1,-79 14 1,-185-27 0,556 0-1,-636 0 1,239 13 0,-304-13 15</inkml:trace>
  <inkml:trace contextRef="#ctx0" brushRef="#br0" timeOffset="76878.66">24269 16068 0,'27'0'31,"26"0"0,224 0 0,41 0-15,766 0 15,1 119 0,-212 13 1,-516-132-1,-344 0 0,13 0 47,-12 0-15,105-13-32,198 0 0,159 13 1,14 0-1,-41 0 0,-118 0 0,-146 0 1,-39 0-1,-1 0 0,-105 0-31,198 0 31,106 0 1,-93 0-1,-119 0-16,-13-13 1,-79-14 15,-14 14 1,-12 13-17,38-26 1,-197 26 46</inkml:trace>
  <inkml:trace contextRef="#ctx0" brushRef="#br0" timeOffset="77888.86">23568 17166 0,'0'0'0,"159"0"15,396 0 1,80 0 15,-225 26 0,-264-26 1,-120 0-32,80 0 31,53 0 0,-120 0-31,-12-13 16,-1 13-16,1 0 15,12-13 17</inkml:trace>
</inkml:ink>
</file>

<file path=ppt/ink/ink7.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2-16T06:45:08.493"/>
    </inkml:context>
    <inkml:brush xml:id="br0">
      <inkml:brushProperty name="width" value="0.05292" units="cm"/>
      <inkml:brushProperty name="height" value="0.05292" units="cm"/>
    </inkml:brush>
  </inkml:definitions>
  <inkml:trace contextRef="#ctx0" brushRef="#br0">13 7049 0</inkml:trace>
  <inkml:trace contextRef="#ctx0" brushRef="#br0" timeOffset="835.93">185 9218 0,'0'-13'15,"0"-1"16,-13-91 1,-27 78-17,-92-171 1,132 132 0,0-159-1,0 172 1,0-145-1,0 145 1,0-66 0,0 105-1,0-38 1,0-28 0,555-171-1,-211 145 1,318 14-1,-424 65-15,13-26 32,-304 53 15,-66 0-32,66 13 16</inkml:trace>
  <inkml:trace contextRef="#ctx0" brushRef="#br0" timeOffset="2240.21">4206 5012 0,'0'0'0,"-437"40"31,226 26-31,-1-13 16,-396 225 15,515-225-31,-39 79 31,13 93 0,53 158 1,277-52-1,504-106 0,-160-159-15,979-106 15,-105-383 0,-1059-132 1,-370 422-17,0-25-15,-370-266 31,-993-65 1,14 304-1,741 317 0,489 14-15,0 52 15,119-158 0,-13-27 47</inkml:trace>
  <inkml:trace contextRef="#ctx0" brushRef="#br0" timeOffset="3871.9">8306 12921 0,'-13'-66'15,"-14"52"1,-237-65-1,171 53 1,-132-14 0,14 27-1,78-14-15,-330 27 32,305 0-17,-1 0-15,-132 0 16,106 13-1,-238 186 1,251-107 0,-53-964-1,172 1903 1,40-925 0,13-66-1,0 303 1,185 186 15,-40-330-15,305-54 15,-265-132-31,27 14 16,66-27-1,528 0 16,-435 0-15,541-79 15,-727 12-15,-39 28-16,105-93 16,-198-186 15,-198 107-16,-437-173 17,105 212-1,292 146-15,119 26 15,13-27 0,40 27 32,0 0-17</inkml:trace>
  <inkml:trace contextRef="#ctx0" brushRef="#br0" timeOffset="5715.88">11943 5079 0,'-225'-27'47,"-172"-65"-32,-529-1 17,278 106-17,225 119 17,26 159 14,173-66-30,157-119 0,-118 185-1,146-185 1,25 132 0,14-199-1,0 120 1,0-132-1,40 92 1,13-80 0,66 67-1,-40-66 1,173 39 0,-54-39-1,-13-40-15,238 66 16,53-66-1,-185 0 1,450-13 0,-503-27-1,318-53 1,-384 80 0,185-66-1,-318 66 1,226-80-1,-225 80 1,79-93 0,-40 13-1,-13-52 17,-13-14-17,-53 93-15,0 40 16,-13-199 15,-67 159-31,-131-133 31,-1 107 1,-79 26-17,132 26 1,-356-66-1,396 80 1,-186-54 0,239 67-1</inkml:trace>
  <inkml:trace contextRef="#ctx0" brushRef="#br0" timeOffset="7896.58">17405 8358 0,'66'-13'63,"675"0"-32,-265 13-15,132 0 15,-515 0-15</inkml:trace>
  <inkml:trace contextRef="#ctx0" brushRef="#br0" timeOffset="8801.27">17841 9086 0,'14'0'62,"581"0"-31,-357 0-31,317 0 32,133 0-1,-608 0-31,-41 0 31</inkml:trace>
  <inkml:trace contextRef="#ctx0" brushRef="#br0" timeOffset="12336.71">22074 8940 0,'185'0'78,"291"0"-31,13 0-31,-198 0 15,-172 0 16,-79 0-16,66 0 0,79 0 0,-13 0 1,-106 0-17,-53 0-15,1 0 16,25 0 62,14 0-47,40-26 1,92 26-1,-132 0-31,92-14 31,-26 14-15,-26 0 15,-27 0-15,79-13 15,14-40 0,-93 40-31,27 13 31,-27-26-15,132-1 15,-26 67 0,0-14-15,-79-26 15,39 27-15,-105-27-16,92 13 31,-80-13-15,67 53-1,-93-53 1,40 0 0,-40 0-1,40 0 1,-39 0 0,12 0 62,0 0-47,-12 0 31,12 0-46,-13 0 0,27 0 15,-14 0-15,-12 0 15</inkml:trace>
  <inkml:trace contextRef="#ctx0" brushRef="#br0" timeOffset="18492.05">17207 9641 0,'66'0'93,"489"0"-61,120 0-1,-252 0-16,-264 0-15,39 0 32</inkml:trace>
  <inkml:trace contextRef="#ctx0" brushRef="#br0" timeOffset="19913.25">21465 9641 0,'27'0'78,"449"0"-47,-317 0-15,290 0 0,-131 0 15,-279 0 0</inkml:trace>
  <inkml:trace contextRef="#ctx0" brushRef="#br0" timeOffset="20616.78">25393 9509 0,'40'0'16,"53"-27"0,-54 27-1,146-13 1,-39 0 0,396-66-1,-145 52 16,-331 27-15,-53-13 15</inkml:trace>
  <inkml:trace contextRef="#ctx0" brushRef="#br0" timeOffset="29593.17">16598 11519 0,'0'0'0,"66"0"47,278-26-16,-211 26-31,210 0 16,-157 0-1,263 0 1,226 0 31,-424 0-32,-225 0 17</inkml:trace>
  <inkml:trace contextRef="#ctx0" brushRef="#br0" timeOffset="31747.94">17445 12246 0,'0'0'16,"53"0"31,-27 0-31,14-13 15,79 13 0,-53 0-15,106 0-1,-93 0 1,14 0 0,330 0-1,-158 0 1,-120 27-16,-39-27 15,0 0 1,251 13 0,-225-13-1,-53 0 1,67 0 0,-80 0-1,0 0 1,-53 13-1,1 0 17</inkml:trace>
  <inkml:trace contextRef="#ctx0" brushRef="#br0" timeOffset="34257.19">23092 12273 0,'13'0'15,"1"-13"1,157-27 93,107 0-93,264 27 15,-330 13 1</inkml:trace>
  <inkml:trace contextRef="#ctx0" brushRef="#br0" timeOffset="37099.03">18410 12775 0,'0'-13'31,"132"-13"1,54 26-1,25 0-15,702 0 15,542 0 0,-821 0 0,-422 0-15,-106 0 0,-93 0-1</inkml:trace>
  <inkml:trace contextRef="#ctx0" brushRef="#br0" timeOffset="38571.85">23872 12762 0,'265'-13'94,"581"26"-63,-608 0-15,344 27 0,-304 13 15,-265-53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06.211"/>
    </inkml:context>
    <inkml:brush xml:id="br0">
      <inkml:brushProperty name="width" value="0.05" units="cm"/>
      <inkml:brushProperty name="height" value="0.05" units="cm"/>
    </inkml:brush>
  </inkml:definitions>
  <inkml:trace contextRef="#ctx0" brushRef="#br0">11 124 24575,'-2'-3'0,"1"1"0,0 0 0,0-1 0,0 1 0,0 0 0,0-1 0,0 1 0,1-1 0,-1 0 0,1 1 0,0-1 0,0 1 0,0-1 0,0 0 0,0 1 0,1-1 0,-1 1 0,2-4 0,-1 4 0,0 0 0,0 0 0,1 1 0,-1-1 0,0 1 0,1-1 0,0 1 0,-1 0 0,1-1 0,0 1 0,0 0 0,-1 0 0,1 0 0,0 0 0,0 1 0,0-1 0,0 0 0,0 1 0,1 0 0,-1-1 0,0 1 0,4 0 0,8-1 0,168-19 0,-15-2-1365,-137 17-5461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06.446"/>
    </inkml:context>
    <inkml:brush xml:id="br0">
      <inkml:brushProperty name="width" value="0.05" units="cm"/>
      <inkml:brushProperty name="height" value="0.05" units="cm"/>
    </inkml:brush>
  </inkml:definitions>
  <inkml:trace contextRef="#ctx0" brushRef="#br0">11 39 24575,'-1'-1'0,"0"-1"0,0 1 0,0-1 0,0 1 0,0-1 0,0 0 0,1 1 0,-1-1 0,0 0 0,1 0 0,0 1 0,-1-1 0,1 0 0,0 0 0,0-2 0,0 3 0,0 1 0,0-1 0,0 1 0,0 0 0,0-1 0,0 1 0,0-1 0,0 1 0,1 0 0,-1-1 0,0 1 0,0 0 0,0-1 0,0 1 0,1 0 0,-1-1 0,0 1 0,0 0 0,1 0 0,-1-1 0,0 1 0,1 0 0,-1 0 0,0-1 0,1 1 0,-1 0 0,1 0 0,0 0 0,0 0 0,0 0 0,0 0 0,-1 0 0,1 1 0,0-1 0,0 0 0,0 0 0,-1 1 0,1-1 0,0 1 0,-1-1 0,1 0 0,0 1 0,-1-1 0,1 1 0,0 0 0,9 9 0,-1-1 0,0 1 0,-1 1 0,0-1 0,-1 1 0,9 18 0,-6-10 0,-1 1 0,-1 0 0,6 25 0,-12-37 29,-1 1-1,0-1 1,0 0-1,0 0 0,-1 0 1,0 1-1,-1-1 1,0 0-1,0 0 1,-1 0-1,-3 11 1,0-7-273,0 0 0,-1 0 0,0 0 0,-1-1 1,0 0-1,-12 14 0,-3 0-6582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07.008"/>
    </inkml:context>
    <inkml:brush xml:id="br0">
      <inkml:brushProperty name="width" value="0.05" units="cm"/>
      <inkml:brushProperty name="height" value="0.05" units="cm"/>
    </inkml:brush>
  </inkml:definitions>
  <inkml:trace contextRef="#ctx0" brushRef="#br0">1 26 24575,'-1'-1'0,"1"0"0,0 0 0,0 0 0,1 0 0,-1 0 0,0 0 0,0 0 0,0 0 0,1 0 0,-1 0 0,1 0 0,-1 0 0,0 0 0,1 0 0,0 0 0,-1 0 0,1 0 0,0 0 0,-1 1 0,1-1 0,0 0 0,0 0 0,0 1 0,-1-1 0,1 0 0,2 0 0,-2 1 0,0 0 0,-1 0 0,1 0 0,0 0 0,0 0 0,0 0 0,0 0 0,0 0 0,0 0 0,0 1 0,0-1 0,-1 0 0,1 0 0,0 1 0,0-1 0,0 1 0,-1-1 0,1 1 0,0-1 0,0 1 0,-1-1 0,1 1 0,0 0 0,-1-1 0,1 1 0,-1 0 0,1 0 0,-1-1 0,1 1 0,-1 0 0,1 1 0,7 18 0,-1 0 0,-1 1 0,0 0 0,-2 0 0,4 40 0,-4-26 0,1 10 116,-3-21-25,10 46-1,-10-63-228,0 0-1,0 0 1,1-1-1,0 0 1,0 1-1,1-1 1,-1 0-1,1 0 1,1-1-1,-1 1 0,7 5 1,4 1-6688</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07.178"/>
    </inkml:context>
    <inkml:brush xml:id="br0">
      <inkml:brushProperty name="width" value="0.05" units="cm"/>
      <inkml:brushProperty name="height" value="0.05" units="cm"/>
    </inkml:brush>
  </inkml:definitions>
  <inkml:trace contextRef="#ctx0" brushRef="#br0">120 176 24575,'-3'-10'0,"-8"-12"0,-4-8 0,-4-3 0,-1 1 0,0 6 0,2 11 0,9 8 0,5 11 0,6 8 0,10 9 0,2 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07.370"/>
    </inkml:context>
    <inkml:brush xml:id="br0">
      <inkml:brushProperty name="width" value="0.05" units="cm"/>
      <inkml:brushProperty name="height" value="0.05" units="cm"/>
    </inkml:brush>
  </inkml:definitions>
  <inkml:trace contextRef="#ctx0" brushRef="#br0">11 9 24575,'0'-4'0,"-3"0"0,-1 3 0,0 5 0,4 9 0,2 7 0,4 7 0,3 8 0,5 8 0,1 6 0,3 1 0,1 1 0,-4-2 0,1 1 0,-4-3 0,-4-6 0,-2-9-8191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07.884"/>
    </inkml:context>
    <inkml:brush xml:id="br0">
      <inkml:brushProperty name="width" value="0.05" units="cm"/>
      <inkml:brushProperty name="height" value="0.05" units="cm"/>
    </inkml:brush>
  </inkml:definitions>
  <inkml:trace contextRef="#ctx0" brushRef="#br0">27 326 24575,'-3'-2'0,"1"-1"0,-1 0 0,1 0 0,0 0 0,0-1 0,0 1 0,0 0 0,0-1 0,1 1 0,0-1 0,-1 1 0,1-1 0,1 0 0,-2-4 0,2 7 0,0-1 0,1 1 0,-1-1 0,0 0 0,0 1 0,1-1 0,-1 1 0,0-1 0,1 1 0,0-1 0,-1 1 0,1-1 0,0 1 0,0 0 0,0-1 0,0 1 0,0 0 0,0 0 0,0 0 0,0 0 0,0 0 0,1 0 0,-1 0 0,0 0 0,1 0 0,-1 1 0,1-1 0,-1 0 0,1 1 0,-1-1 0,1 1 0,-1 0 0,1-1 0,-1 1 0,3 0 0,27-3 0,55 0 0,-19 2 0,5-2 0,0-3 0,-1-4 0,98-25 0,-152 30 0,-1 0 0,0-2 0,23-11 0,-35 16 0,0 0 0,0 0 0,-1-1 0,1 0 0,-1 1 0,1-1 0,-1 0 0,0-1 0,0 1 0,-1 0 0,1-1 0,0 0 0,-1 0 0,0 1 0,0-1 0,0 0 0,-1-1 0,3-7 0,-4 10 0,0-1 0,0 1 0,0-1 0,0 0 0,-1 1 0,1 0 0,-1-1 0,0 1 0,1-1 0,-1 1 0,0 0 0,0-1 0,-1 1 0,1 0 0,0 0 0,-1 0 0,1 0 0,-1 0 0,0 0 0,1 0 0,-1 1 0,0-1 0,0 0 0,-4-1 0,4 1 0,-1 1 0,1 0 0,-1-1 0,0 1 0,1 0 0,-1 0 0,0 1 0,0-1 0,0 1 0,1-1 0,-1 1 0,0 0 0,0 0 0,0 0 0,0 0 0,0 1 0,1-1 0,-1 1 0,0 0 0,0-1 0,-3 3 0,-4 3 0,0 0 0,1 1 0,0 0 0,1 1 0,0 0 0,0 0 0,0 1 0,-8 12 0,-3 8 0,-22 44 0,34-58 0,0 0 0,1 0 0,1 0 0,0 1 0,-4 30 0,8-41 0,1 0 0,-1 1 0,2-1 0,-1 0 0,0 1 0,1-1 0,0 0 0,0 0 0,4 9 0,-4-11 0,1 0 0,-1-1 0,1 1 0,0 0 0,0-1 0,0 0 0,0 1 0,0-1 0,0 0 0,1 0 0,-1 0 0,1 0 0,-1-1 0,1 1 0,0-1 0,0 1 0,5 1 0,-3-2 0,0 0 0,0-1 0,0 1 0,-1-1 0,1 0 0,0 0 0,0 0 0,0-1 0,0 0 0,0 0 0,-1 0 0,1 0 0,0-1 0,-1 0 0,1 0 0,-1 0 0,1 0 0,4-5 0,4-2 0,0 0 0,-1-2 0,0 0 0,13-14 0,-10 7 0,-1 0 0,-1-1 0,-1 0 0,0-1 0,-2 0 0,0-1 0,8-27 0,-18 48 0,0 0 0,0 0 0,0 0 0,1 0 0,-1 0 0,0 0 0,0 0 0,0 1 0,0-1 0,0 0 0,0 0 0,0 0 0,0 0 0,0 0 0,0 0 0,0 0 0,0 0 0,0 0 0,1 0 0,-1 0 0,0 0 0,0 0 0,0 0 0,0 0 0,0 0 0,0 0 0,0 0 0,0 0 0,0 0 0,0 0 0,1 0 0,-1 0 0,0 0 0,0 0 0,0 0 0,0 0 0,0 0 0,0 0 0,0 0 0,0 0 0,0 0 0,0 0 0,0 0 0,1 0 0,-1 0 0,0 0 0,0-1 0,0 1 0,0 0 0,0 0 0,0 0 0,0 0 0,0 0 0,0 0 0,0 0 0,0 0 0,0 0 0,0 0 0,0 0 0,0-1 0,0 1 0,0 0 0,0 0 0,0 0 0,4 14 0,4 34 0,-1-9 0,-4-25-273,2 0 0,-1-1 0,2 0 0,11 23 0,-2-13-6553</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08.302"/>
    </inkml:context>
    <inkml:brush xml:id="br0">
      <inkml:brushProperty name="width" value="0.05" units="cm"/>
      <inkml:brushProperty name="height" value="0.05" units="cm"/>
    </inkml:brush>
  </inkml:definitions>
  <inkml:trace contextRef="#ctx0" brushRef="#br0">17 77 24575,'-3'-7'0,"0"0"0,1-1 0,0 0 0,0 1 0,-1-15 0,1 4 0,41 155 0,-16-60 0,-2-3 0,39 118 0,-48-253 0,-9 44 0,1 0 0,1 1 0,0 0 0,14-28 0,-17 39 0,1 0 0,-1 1 0,1 0 0,-1-1 0,2 1 0,-1 0 0,0 1 0,1-1 0,-1 1 0,1-1 0,0 1 0,0 0 0,0 0 0,1 1 0,-1-1 0,1 1 0,-1 0 0,1 0 0,0 1 0,8-3 0,-8 4 0,0 1 0,1-1 0,-1 1 0,0 0 0,0 0 0,1 0 0,-1 1 0,0 0 0,0 0 0,-1 0 0,1 1 0,0 0 0,-1 0 0,1 0 0,-1 0 0,6 6 0,5 5 0,-1 1 0,23 30 0,-36-44 0,8 11 0,-1-1 0,0 1 0,-1 1 0,10 21 0,-16-31 0,0-1 0,0 1 0,0 0 0,0-1 0,-1 1 0,1 0 0,-1-1 0,0 1 0,0 0 0,0 0 0,0-1 0,0 1 0,-1 0 0,1 0 0,-1-1 0,1 1 0,-1 0 0,0-1 0,0 1 0,0-1 0,-1 1 0,1-1 0,-1 0 0,1 1 0,-1-1 0,0 0 0,0 0 0,1 0 0,-2 0 0,1 0 0,-4 2 0,-3 1 42,-1 0 1,1-1-1,-1 0 0,0 0 0,0-1 0,0 0 0,-15 1 1,-76 5-1277,88-9 765,-49 3-6357</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08.974"/>
    </inkml:context>
    <inkml:brush xml:id="br0">
      <inkml:brushProperty name="width" value="0.05" units="cm"/>
      <inkml:brushProperty name="height" value="0.05" units="cm"/>
    </inkml:brush>
  </inkml:definitions>
  <inkml:trace contextRef="#ctx0" brushRef="#br0">46 327 24575,'-5'-1'0,"0"0"0,0 0 0,0 0 0,0-1 0,-8-3 0,6 2 0,52-2 0,5 1 0,0-2 0,0-3 0,-1-1 0,-1-3 0,55-21 0,-92 30 0,-1-1 0,1 0 0,-1 0 0,1-1 0,-2-1 0,19-15 0,-26 20 0,0 0 0,0 0 0,0 0 0,-1 0 0,1 0 0,-1-1 0,1 1 0,-1 0 0,0-1 0,0 0 0,0 1 0,0-1 0,0 1 0,-1-1 0,1 0 0,-1 0 0,0 1 0,1-1 0,-1 0 0,-1 0 0,1 1 0,0-1 0,-1 0 0,1 0 0,-1 1 0,0-1 0,0 0 0,0 1 0,0-1 0,0 1 0,-1-1 0,1 1 0,-1 0 0,-3-4 0,-4-5 0,0 1 0,-2 1 0,-20-17 0,7 8 0,16 8 0,13 7 0,19 11 0,-6 2 34,-1 1 1,0 0-1,-1 1 0,-1 1 0,0 1 0,0 0 0,-2 1 0,0 1 0,22 32 1,-30-39-117,1 1 1,-1-1 0,-1 1 0,1 0-1,-2 1 1,0-1 0,0 0-1,0 1 1,-1 0 0,-1-1 0,0 1-1,-1 0 1,0 0 0,0 0 0,-1-1-1,0 1 1,-1 0 0,-1-1 0,1 1-1,-6 12 1,-1-6-6745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09.394"/>
    </inkml:context>
    <inkml:brush xml:id="br0">
      <inkml:brushProperty name="width" value="0.05" units="cm"/>
      <inkml:brushProperty name="height" value="0.05" units="cm"/>
    </inkml:brush>
  </inkml:definitions>
  <inkml:trace contextRef="#ctx0" brushRef="#br0">591 243 24575,'-2'-4'0,"1"0"0,0 0 0,-1 0 0,0 1 0,0-1 0,0 0 0,0 1 0,-1 0 0,1 0 0,-1 0 0,0 0 0,-5-4 0,0-1 0,-12-14 0,-1 2 0,0 0 0,-2 1 0,-1 2 0,-40-24 0,50 33 0,1 2 0,-1 0 0,-1 0 0,1 1 0,-1 1 0,0 0 0,0 1 0,0 1 0,0 1 0,-1 0 0,1 0 0,-24 4 0,31-2 0,0 0 0,1 1 0,-1 1 0,0-1 0,1 1 0,0 0 0,0 1 0,0 0 0,0 0 0,0 0 0,1 1 0,-1 0 0,1 0 0,1 1 0,-1-1 0,1 1 0,0 1 0,0-1 0,1 1 0,0 0 0,-6 12 0,7-11 0,0 0 0,0 0 0,1 1 0,0-1 0,0 1 0,1 0 0,0-1 0,1 1 0,0 0 0,0 0 0,1-1 0,0 1 0,1 0 0,0-1 0,0 1 0,1-1 0,0 0 0,0 0 0,8 13 0,-1-5 0,1 0 0,1-1 0,0 0 0,1-1 0,1-1 0,0 0 0,32 22 0,7-1 0,63 29 0,20 12 0,-129-71 0,0 0 0,0 1 0,-1 0 0,1 1 0,-1 0 0,7 8 0,-12-13 0,-1 0 0,1 0 0,0 0 0,-1 0 0,1 1 0,0-1 0,-1 0 0,0 1 0,1-1 0,-1 0 0,0 1 0,0-1 0,1 0 0,-1 1 0,0-1 0,0 0 0,-1 1 0,1 1 0,-1-1 0,0 0 0,0-1 0,0 1 0,0 0 0,0-1 0,0 1 0,0-1 0,-1 1 0,1-1 0,-1 1 0,1-1 0,-1 0 0,1 0 0,-1 0 0,0 0 0,-2 1 0,-10 5 0,0-1 0,-1-1 0,1 0 0,-1-1 0,-27 3 0,2-2 0,-40-2 0,64-3-273,0-1 0,0 0 0,0-1 0,-20-6 0,-2-4-6553</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09.970"/>
    </inkml:context>
    <inkml:brush xml:id="br0">
      <inkml:brushProperty name="width" value="0.05" units="cm"/>
      <inkml:brushProperty name="height" value="0.05" units="cm"/>
    </inkml:brush>
  </inkml:definitions>
  <inkml:trace contextRef="#ctx0" brushRef="#br0">4 456 24575,'13'12'0,"-1"0"0,2-1 0,-1-1 0,2 0 0,-1-1 0,1 0 0,1-2 0,23 10 0,-30-14 0,-1 0 0,1 0 0,-1-1 0,1 0 0,0-1 0,0 0 0,-1 0 0,1-1 0,0 0 0,0-1 0,0 0 0,0 0 0,0-1 0,-1 0 0,1 0 0,-1-1 0,1 0 0,7-5 0,-12 6 0,0-1 0,0 1 0,0-1 0,-1 0 0,1 0 0,-1-1 0,0 1 0,0-1 0,0 1 0,0-1 0,-1 0 0,1 0 0,-1 0 0,0-1 0,0 1 0,-1 0 0,1-1 0,-1 1 0,1-8 0,-2 7 0,1-1 0,-2 1 0,1 0 0,-1-1 0,1 1 0,-1 0 0,-1 0 0,1 0 0,-1 0 0,0 0 0,0 0 0,-1 0 0,1 1 0,-1-1 0,0 1 0,0-1 0,-4-3 0,2 3 0,1 0 0,-1 0 0,-1 0 0,1 1 0,0 0 0,-1 0 0,0 0 0,0 1 0,0 0 0,-1 0 0,1 1 0,-1-1 0,1 1 0,-1 1 0,-8-2 0,7 2 0,0 1 0,0 0 0,0 1 0,0 0 0,0 0 0,0 0 0,0 1 0,1 0 0,-1 1 0,1 0 0,0 0 0,-1 0 0,-6 6 0,3-2 0,0 1 0,1 0 0,0 1 0,1 0 0,0 0 0,0 1 0,1 0 0,0 1 0,1-1 0,0 1 0,1 1 0,0 0 0,-6 20 0,10-27 0,0 1 0,0 0 0,1 0 0,0 0 0,0 0 0,0 0 0,1 0 0,0 0 0,0 0 0,1 0 0,-1 0 0,1 0 0,1 0 0,-1 0 0,1 0 0,0-1 0,0 1 0,1-1 0,0 1 0,0-1 0,0 0 0,0 0 0,1 0 0,0 0 0,0-1 0,0 0 0,1 0 0,-1 0 0,1 0 0,0 0 0,6 2 0,2 1 0,1 0 0,0-2 0,1 1 0,-1-2 0,1 0 0,0-1 0,0 0 0,0-1 0,27 0 0,-14-3 0,-1 0 0,1-2 0,-1-1 0,42-11 0,-49 9 0,-1-1 0,0 0 0,0-1 0,-1-1 0,0-1 0,0-1 0,-1 0 0,26-23 0,-33 24 0,0 0 0,0-1 0,-1 0 0,0-1 0,-1 0 0,0 0 0,-1-1 0,-1 0 0,0 0 0,0-1 0,-2 1 0,1-1 0,1-15 0,-1-7 0,-3 0 0,0 0 0,-2 0 0,-2 0 0,-2 0 0,-1 0 0,-18-66 0,21 93 0,1 5 0,0 1 0,0-1 0,0 1 0,0-1 0,0 1 0,-1-1 0,1 1 0,-1 0 0,-3-5 0,4 8 0,1 0 0,0 0 0,0 0 0,0-1 0,-1 1 0,1 0 0,0 0 0,0 0 0,-1 0 0,1 0 0,0 0 0,0 0 0,-1 0 0,1 0 0,0-1 0,0 1 0,-1 0 0,1 0 0,0 0 0,0 0 0,-1 1 0,1-1 0,0 0 0,0 0 0,-1 0 0,1 0 0,0 0 0,0 0 0,-1 0 0,1 0 0,0 0 0,0 1 0,-1-1 0,1 0 0,0 0 0,0 0 0,0 0 0,0 1 0,-1-1 0,1 0 0,0 0 0,0 1 0,0-1 0,0 0 0,0 1 0,-6 12 0,2 3 0,1 1 0,0-1 0,2 1 0,0 0 0,1 22 0,13 85 0,-12-119 0,9 72-455,4-1 0,33 106 0,-36-151-6371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10.798"/>
    </inkml:context>
    <inkml:brush xml:id="br0">
      <inkml:brushProperty name="width" value="0.05" units="cm"/>
      <inkml:brushProperty name="height" value="0.05" units="cm"/>
    </inkml:brush>
  </inkml:definitions>
  <inkml:trace contextRef="#ctx0" brushRef="#br0">28 515 24575,'-25'2'0,"25"-2"0,0 0 0,0 0 0,0 0 0,0 0 0,0 0 0,-1 0 0,1 0 0,0 0 0,0 0 0,0 0 0,0 0 0,0 0 0,0 0 0,0 0 0,0 0 0,0 0 0,0 1 0,-1-1 0,1 0 0,0 0 0,0 0 0,0 0 0,0 0 0,0 0 0,0 0 0,0 0 0,0 0 0,0 0 0,0 0 0,0 0 0,0 0 0,0 1 0,0-1 0,0 0 0,0 0 0,0 0 0,0 0 0,0 0 0,0 0 0,0 0 0,0 0 0,0 0 0,0 0 0,0 1 0,0-1 0,0 0 0,0 0 0,0 0 0,0 0 0,0 0 0,0 0 0,0 0 0,0 0 0,0 0 0,0 0 0,0 0 0,0 1 0,0-1 0,0 0 0,13 6 0,6-1 0,0 1 0,1-2 0,-1-1 0,33 2 0,-44-5 0,-1 0 0,1 0 0,-1-1 0,1 0 0,-1 0 0,1 0 0,-1-1 0,0-1 0,0 1 0,0-1 0,0 0 0,0-1 0,-1 0 0,1 0 0,7-6 0,-12 8 0,0 0 0,0 0 0,1 0 0,-2-1 0,1 1 0,0 0 0,0-1 0,-1 1 0,1-1 0,-1 0 0,0 1 0,0-1 0,0 0 0,0 0 0,0 0 0,-1 0 0,1 0 0,-1 0 0,0 0 0,0 0 0,0 0 0,0 0 0,0 0 0,-1 0 0,1 1 0,-1-1 0,0 0 0,0 0 0,0 0 0,0 0 0,-1 1 0,1-1 0,-1 1 0,1-1 0,-1 1 0,0-1 0,0 1 0,0 0 0,0 0 0,0 0 0,-1 0 0,1 0 0,-1 1 0,1-1 0,-1 1 0,0 0 0,1-1 0,-1 1 0,0 0 0,0 0 0,0 1 0,0-1 0,0 1 0,0-1 0,1 1 0,-1 0 0,-4 1 0,0 0 0,1 0 0,-1 1 0,1 0 0,0 0 0,-1 1 0,1 0 0,0 0 0,1 0 0,-1 1 0,0-1 0,1 2 0,0-1 0,0 0 0,0 1 0,1 0 0,-1 0 0,1 1 0,0-1 0,-3 8 0,1-3 0,0 1 0,1-1 0,0 1 0,1 1 0,0-1 0,1 0 0,0 1 0,1 0 0,1-1 0,-1 14 0,2-16 0,0-1 0,1 0 0,0 0 0,1 0 0,0 0 0,0 0 0,0-1 0,1 1 0,1 0 0,-1-1 0,1 0 0,0 0 0,1 0 0,-1 0 0,1-1 0,1 0 0,-1 0 0,1 0 0,0-1 0,1 0 0,12 8 0,-10-7 0,1-1 0,1 0 0,-1 0 0,1-1 0,-1-1 0,1 0 0,0 0 0,1-1 0,-1-1 0,0 0 0,0 0 0,1-1 0,-1 0 0,0-1 0,15-3 0,0-3 0,0-1 0,0-1 0,-1-1 0,0-1 0,0-1 0,-1-1 0,23-18 0,-6 1 0,-1-2 0,66-69 0,-103 98 0,47-55 0,-46 53 0,-1 0 0,1 0 0,-1 0 0,0-1 0,-1 1 0,1-1 0,-1 0 0,0 0 0,2-10 0,-4 15 0,0 1 0,0-1 0,0 1 0,1 0 0,-1-1 0,0 1 0,0-1 0,0 1 0,0-1 0,0 1 0,0-1 0,-1 1 0,1 0 0,0-1 0,0 1 0,0-1 0,0 1 0,0-1 0,-1 1 0,1 0 0,0-1 0,0 1 0,-1 0 0,1-1 0,0 1 0,0 0 0,-1-1 0,1 1 0,0 0 0,-1-1 0,1 1 0,-1 0 0,1 0 0,0 0 0,-2-1 0,1 1 0,0 0 0,-1 0 0,1 0 0,-1 1 0,1-1 0,0 0 0,-1 1 0,1-1 0,-1 1 0,1-1 0,-2 2 0,-32 21 0,21-11 0,0 0 0,1 1 0,1 0 0,0 1 0,-16 25 0,24-33 0,0 1 0,0 0 0,1 0 0,0 0 0,0 1 0,0-1 0,1 1 0,0-1 0,1 1 0,0 0 0,0 0 0,0 0 0,1 0 0,1-1 0,1 13 0,-1-15 0,1-1 0,-1 1 0,1-1 0,0 0 0,1 0 0,-1 0 0,1 0 0,0 0 0,0-1 0,0 1 0,0-1 0,0 0 0,1 0 0,0 0 0,-1 0 0,1 0 0,0-1 0,1 0 0,7 3 0,1 0 0,-1 0 0,1-2 0,0 1 0,0-2 0,24 3 0,-20-5 0,0 0 0,-1-1 0,1 0 0,-1-2 0,1 0 0,-1 0 0,0-2 0,0 0 0,0-1 0,-1 0 0,0-1 0,0-1 0,-1 0 0,1-1 0,-2-1 0,14-12 0,-9 5 0,-1 0 0,-1-1 0,0-1 0,-1 0 0,-1-1 0,-2-1 0,1 0 0,-2-1 0,-1 0 0,10-33 0,-9 20 0,-2 1 0,-2-1 0,-1-1 0,-2 0 0,-1 1 0,-2-1 0,-4-44 0,3 73 0,-1 1 0,1 0 0,-2 0 0,1 0 0,-1 0 0,0 0 0,0 0 0,0 0 0,-6-9 0,8 14 0,-1 1 0,1-1 0,-1 1 0,1-1 0,-1 1 0,1-1 0,-1 0 0,1 1 0,-1 0 0,0-1 0,1 1 0,-1-1 0,0 1 0,1 0 0,-1-1 0,0 1 0,1 0 0,-1 0 0,0 0 0,0 0 0,1-1 0,-1 1 0,0 0 0,0 0 0,1 0 0,-1 0 0,0 1 0,0-1 0,1 0 0,-1 0 0,0 0 0,1 1 0,-1-1 0,0 0 0,1 1 0,-1-1 0,0 0 0,1 1 0,-1-1 0,0 1 0,1-1 0,-1 1 0,1-1 0,-1 1 0,1 0 0,-4 3 0,1 0 0,0 0 0,1 1 0,-1-1 0,-2 8 0,-7 17 38,2 1 0,1 0 0,1 1 0,2-1 0,1 2 0,1-1 0,2 0 0,2 42 0,1-46-194,2-1 1,1 1 0,0-1 0,3 0 0,0 0 0,1-1 0,1 0-1,2 0 1,0-1 0,17 25 0,-7-19-6671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10.968"/>
    </inkml:context>
    <inkml:brush xml:id="br0">
      <inkml:brushProperty name="width" value="0.05" units="cm"/>
      <inkml:brushProperty name="height" value="0.05" units="cm"/>
    </inkml:brush>
  </inkml:definitions>
  <inkml:trace contextRef="#ctx0" brushRef="#br0">47 115 24575,'-3'-3'0,"-5"-8"0,-3-4 0,0-4 0,1 0 0,6 1 0,7 5 0,9 4 0,9 4 0,10 3 0,9 1 0,8 2 0,4-1 0,3 1 0,2 0 0,-3 0 0,-4-1 0,-11 0-8191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11.852"/>
    </inkml:context>
    <inkml:brush xml:id="br0">
      <inkml:brushProperty name="width" value="0.05" units="cm"/>
      <inkml:brushProperty name="height" value="0.05" units="cm"/>
    </inkml:brush>
  </inkml:definitions>
  <inkml:trace contextRef="#ctx0" brushRef="#br0">349 520 24575,'2'-2'0,"0"0"0,0-1 0,-1 1 0,1-1 0,-1 1 0,1-1 0,-1 0 0,0 1 0,0-1 0,0 0 0,0 0 0,-1 0 0,1 0 0,-1 0 0,0 0 0,0 0 0,0 0 0,0 0 0,0 0 0,-1 0 0,1 0 0,-2-3 0,0-1 0,0 1 0,0 0 0,0-1 0,-1 1 0,0 0 0,-1 0 0,1 0 0,-9-9 0,9 11 0,-1 0 0,0 0 0,0 0 0,0 1 0,-1-1 0,1 1 0,-1 0 0,0 1 0,0-1 0,0 1 0,0 0 0,0 0 0,0 0 0,-1 1 0,-9-2 0,8 3 0,0 0 0,0 0 0,1 1 0,-1 0 0,0 0 0,1 0 0,-1 1 0,0 0 0,1 1 0,0-1 0,-9 6 0,2 0 0,1 0 0,0 1 0,1 0 0,0 0 0,1 1 0,0 1 0,0 0 0,1 1 0,0-1 0,1 1 0,-9 19 0,13-21 0,-1 0 0,1 0 0,1 1 0,0-1 0,0 1 0,1 0 0,1 0 0,0 0 0,0 16 0,1-23 0,1 0 0,-1 1 0,1-1 0,0 0 0,0 0 0,0 0 0,1 0 0,-1 0 0,1 0 0,0 0 0,0-1 0,0 1 0,1-1 0,-1 1 0,1-1 0,0 0 0,0 0 0,0 0 0,0-1 0,1 1 0,-1-1 0,1 1 0,-1-1 0,1 0 0,0 0 0,0-1 0,5 2 0,1 0 0,1-1 0,-1 0 0,0-1 0,1 0 0,-1-1 0,1 0 0,-1 0 0,0-1 0,1-1 0,-1 0 0,0 0 0,0-1 0,0 0 0,0-1 0,0 0 0,-1 0 0,0-1 0,0 0 0,13-10 0,-7 3 0,0 0 0,-1-1 0,-1 0 0,0-1 0,0 0 0,-1-1 0,-1-1 0,-1 0 0,16-32 0,-14 19 0,-2-2 0,-1 1 0,-1-1 0,-1-1 0,-2 1 0,1-33 0,-3-20 0,-8-86 0,3 390 0,3-173-195,3 0 0,1 0 0,3-1 0,2 0 0,1 0 0,20 46 0,-15-53-6631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12.245"/>
    </inkml:context>
    <inkml:brush xml:id="br0">
      <inkml:brushProperty name="width" value="0.05" units="cm"/>
      <inkml:brushProperty name="height" value="0.05" units="cm"/>
    </inkml:brush>
  </inkml:definitions>
  <inkml:trace contextRef="#ctx0" brushRef="#br0">0 246 24575,'16'-93'0,"-12"66"0,1 0 0,13-43 0,-18 67 0,2 0 0,-1 1 0,0-1 0,0 0 0,1 1 0,0-1 0,2-3 0,-3 6 0,-1-1 0,0 1 0,1 0 0,-1 0 0,0-1 0,1 1 0,-1 0 0,0 0 0,1-1 0,-1 1 0,1 0 0,-1 0 0,0 0 0,1 0 0,-1 0 0,1 0 0,-1 0 0,0 0 0,1 0 0,-1 0 0,1 0 0,-1 0 0,1 0 0,0 0 0,0 1 0,-1-1 0,1 1 0,0-1 0,0 1 0,-1 0 0,1-1 0,-1 1 0,1 0 0,0-1 0,-1 1 0,1 0 0,-1 0 0,0-1 0,1 2 0,7 18 0,-2 0 0,0 0 0,-1 1 0,-1-1 0,2 32 0,-1-12 0,1 2 0,38 344 0,-44-398 0,0 0 0,1 0 0,1 0 0,0 1 0,0-1 0,1 1 0,1-1 0,0 1 0,0 0 0,1 0 0,1 1 0,0-1 0,0 1 0,12-14 0,-12 17 0,0-1 0,1 1 0,0 1 0,0-1 0,0 1 0,1 0 0,0 1 0,0 0 0,1 0 0,0 1 0,-1 0 0,1 0 0,0 1 0,1 0 0,-1 1 0,1 0 0,-1 1 0,1 0 0,14 0 0,-13 2 0,1 0 0,0 1 0,-1 1 0,1 0 0,-1 1 0,1 0 0,-2 0 0,1 1 0,0 1 0,15 10 0,-21-12 0,1-1 0,-1 2 0,1-1 0,-1 0 0,-1 1 0,1 0 0,-1 1 0,1-1 0,-2 0 0,1 1 0,0 0 0,-1 0 0,0 0 0,-1 1 0,1-1 0,-1 0 0,-1 1 0,1 0 0,0 11 0,-2-14 0,0 0 0,0 0 0,0 0 0,-1 0 0,0 0 0,0-1 0,0 1 0,0 0 0,-1 0 0,1-1 0,-1 1 0,0-1 0,0 0 0,-5 7 0,3-6 0,-1 1 0,1-1 0,-1-1 0,0 1 0,0 0 0,0-1 0,-1 0 0,-10 4 0,1-2 0,-1 0 0,1-1 0,-1-1 0,0-1 0,0 0 0,-23-1 0,20-1-455,-1-2 0,-31-6 0,13-1-6371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12.505"/>
    </inkml:context>
    <inkml:brush xml:id="br0">
      <inkml:brushProperty name="width" value="0.05" units="cm"/>
      <inkml:brushProperty name="height" value="0.05" units="cm"/>
    </inkml:brush>
  </inkml:definitions>
  <inkml:trace contextRef="#ctx0" brushRef="#br0">4 74 24575,'-3'3'0,"2"4"0,8 2 0,8-2 0,15-2 0,14-1 0,16-2 0,13-4 0,13-5 0,7-1 0,4-3 0,1 1 0,-4-1 0,-11-2 0,-14 2 0,-16-1 0,-16-2 0,-15 2-8191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12.737"/>
    </inkml:context>
    <inkml:brush xml:id="br0">
      <inkml:brushProperty name="width" value="0.05" units="cm"/>
      <inkml:brushProperty name="height" value="0.05" units="cm"/>
    </inkml:brush>
  </inkml:definitions>
  <inkml:trace contextRef="#ctx0" brushRef="#br0">1 0 24575,'45'48'0,"92"100"0,-103-106 0,51 76 0,-79-108 0,0 0 0,-1 0 0,0 0 0,-1 0 0,0 1 0,-1-1 0,0 1 0,2 17 0,-4-23 0,-1 0 0,0 0 0,-1 0 0,1 0 0,-1 0 0,0 0 0,0-1 0,0 1 0,-1 0 0,0-1 0,0 1 0,0-1 0,0 1 0,-1-1 0,1 0 0,-1 0 0,0 0 0,-1-1 0,1 1 0,-1-1 0,-6 6 0,0-2-227,0-1-1,0 0 1,0 0-1,-1-1 1,-16 5-1,-14 3-6598</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12.970"/>
    </inkml:context>
    <inkml:brush xml:id="br0">
      <inkml:brushProperty name="width" value="0.05" units="cm"/>
      <inkml:brushProperty name="height" value="0.05" units="cm"/>
    </inkml:brush>
  </inkml:definitions>
  <inkml:trace contextRef="#ctx0" brushRef="#br0">1 0 24575,'3'0'0,"1"4"0,-1 3 0,1 8 0,1 6 0,1 7 0,-2 8 0,0 7 0,-2 5 0,0 2 0,1-2 0,1-3 0,0-3 0,2-5 0,0-9-8191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13.111"/>
    </inkml:context>
    <inkml:brush xml:id="br0">
      <inkml:brushProperty name="width" value="0.05" units="cm"/>
      <inkml:brushProperty name="height" value="0.05" units="cm"/>
    </inkml:brush>
  </inkml:definitions>
  <inkml:trace contextRef="#ctx0" brushRef="#br0">61 72 24575,'-3'-6'0,"-4"-6"0,-5-3 0,-2-3 0,0 5 0,3 5-8191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13.330"/>
    </inkml:context>
    <inkml:brush xml:id="br0">
      <inkml:brushProperty name="width" value="0.05" units="cm"/>
      <inkml:brushProperty name="height" value="0.05" units="cm"/>
    </inkml:brush>
  </inkml:definitions>
  <inkml:trace contextRef="#ctx0" brushRef="#br0">0 5 24575,'0'-4'0,"0"3"0,0 8 0,0 8 0,3 9 0,1 12 0,1 9 0,1 10 0,0 8 0,-1 9 0,2 2 0,0 0 0,-1-2 0,-3-5 0,0-13-8191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13.874"/>
    </inkml:context>
    <inkml:brush xml:id="br0">
      <inkml:brushProperty name="width" value="0.05" units="cm"/>
      <inkml:brushProperty name="height" value="0.05" units="cm"/>
    </inkml:brush>
  </inkml:definitions>
  <inkml:trace contextRef="#ctx0" brushRef="#br0">1 419 24575,'0'-9'0,"0"0"0,0 0 0,1 0 0,0 0 0,1 0 0,2-10 0,-2 16 0,-1 0 0,1 0 0,-1 0 0,1 1 0,0-1 0,0 1 0,0-1 0,1 1 0,-1 0 0,0-1 0,1 1 0,0 1 0,-1-1 0,1 0 0,0 1 0,0-1 0,0 1 0,0 0 0,0 0 0,0 0 0,4-1 0,45-8 0,1 1 0,71-2 0,-34 4 0,-33 2 0,128-15 0,-140 13 0,0-2 0,45-16 0,-82 23 0,0-1 0,0-1 0,-1 1 0,1-2 0,-1 1 0,1-1 0,-1 0 0,-1 0 0,9-8 0,-13 11 0,-1 0 0,1 0 0,-1 0 0,1 0 0,-1 0 0,0-1 0,1 1 0,-1 0 0,-1-1 0,1 1 0,0-1 0,0 1 0,-1-1 0,0 1 0,1-1 0,-1 1 0,0-1 0,0 1 0,0-1 0,-1 0 0,1 1 0,0-1 0,-1 1 0,0-1 0,0 1 0,0 0 0,0-1 0,0 1 0,0 0 0,0 0 0,-1-1 0,1 1 0,-1 0 0,-2-2 0,-2-2 0,0 0 0,0 0 0,0 1 0,0 0 0,-1 0 0,0 1 0,0 0 0,0 0 0,0 1 0,-1-1 0,0 2 0,1-1 0,-1 1 0,0 0 0,0 1 0,0 0 0,-15 0 0,14 0 0,0 2 0,1 0 0,-1 0 0,0 0 0,0 1 0,1 0 0,-1 1 0,1 0 0,0 0 0,0 1 0,0 0 0,0 0 0,1 1 0,0 0 0,0 0 0,-8 8 0,5-1 0,1-1 0,1 1 0,0 0 0,0 0 0,1 1 0,1 0 0,0 1 0,1-1 0,1 1 0,0 0 0,0 0 0,2 1 0,-1-1 0,2 0 0,0 1 0,1-1 0,0 1 0,1 0 0,1-1 0,5 21 0,-5-29 0,-1-1 0,2 1 0,-1-1 0,0 0 0,1 0 0,0 0 0,0-1 0,1 1 0,-1-1 0,1 1 0,0-1 0,0 0 0,0-1 0,1 1 0,-1-1 0,1 0 0,0 0 0,6 3 0,-6-4 0,0 0 0,0-1 0,0 0 0,0 0 0,0 0 0,0-1 0,0 1 0,0-1 0,0 0 0,1-1 0,-1 1 0,0-1 0,0 0 0,0 0 0,0-1 0,-1 0 0,1 1 0,0-2 0,-1 1 0,7-4 0,1-2 0,-1-1 0,0 0 0,0 0 0,-1-1 0,18-22 0,36-62 0,-36 49 0,-8 22 0,-20 22 0,0 1 0,1 0 0,-1-1 0,1 1 0,-1 0 0,1 0 0,-1 0 0,1-1 0,-1 1 0,1 0 0,-1 0 0,1 0 0,0 0 0,-1 0 0,1 0 0,-1 0 0,1 0 0,-1 0 0,1 0 0,-1 0 0,1 0 0,-1 0 0,1 1 0,-1-1 0,1 0 0,-1 0 0,1 1 0,-1-1 0,1 0 0,-1 1 0,1-1 0,-1 0 0,0 1 0,1-1 0,-1 0 0,0 1 0,1-1 0,-1 1 0,0-1 0,1 1 0,-1-1 0,0 1 0,0-1 0,0 1 0,1-1 0,-1 1 0,0-1 0,0 1 0,0-1 0,0 2 0,18 67 0,2 5 0,-17-67 0,0 1 0,0-1 0,1 0 0,0 0 0,0 0 0,1-1 0,6 8 0,-8-11-91,0 0 0,1 0 0,-1-1 0,1 1 0,-1-1 0,1 0 0,0 0 0,0 0 0,0-1 0,0 1 0,0-1 0,0 0 0,0 0 0,5 0 0,11 1-6735</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14.262"/>
    </inkml:context>
    <inkml:brush xml:id="br0">
      <inkml:brushProperty name="width" value="0.05" units="cm"/>
      <inkml:brushProperty name="height" value="0.05" units="cm"/>
    </inkml:brush>
  </inkml:definitions>
  <inkml:trace contextRef="#ctx0" brushRef="#br0">0 501 24575,'27'-428'0,"-24"397"0,2-10 0,-5 41 0,0 0 0,0 0 0,0 0 0,0 0 0,0 0 0,0 0 0,0 0 0,0 0 0,0 0 0,0 0 0,0 0 0,0 0 0,0 0 0,0 0 0,0 0 0,1 1 0,-1-1 0,0 0 0,0 0 0,0 0 0,0 0 0,0 0 0,0 0 0,0 0 0,0 0 0,0 0 0,0 0 0,0-1 0,0 1 0,0 0 0,1 0 0,0 25 0,17 329 0,-2-107 0,-16-232 0,0-10 0,0-1 0,0 1 0,0-1 0,1 1 0,-1-1 0,1 1 0,0-1 0,0 1 0,0-1 0,4 6 0,-5-10 0,0 0 0,1 0 0,-1 0 0,0 0 0,1 0 0,-1 0 0,0 0 0,1 0 0,-1 0 0,0 0 0,1 0 0,-1 0 0,0 0 0,1 0 0,-1-1 0,0 1 0,1 0 0,-1 0 0,0 0 0,1-1 0,-1 1 0,0 0 0,0 0 0,1-1 0,-1 1 0,0 0 0,0 0 0,0-1 0,1 1 0,-1 0 0,0-1 0,0 1 0,0 0 0,0-1 0,0 1 0,0 0 0,0-1 0,0 1 0,0 0 0,0-1 0,7-16 0,-6 17 0,4-16 0,2 0 0,0 0 0,1 1 0,1 0 0,17-23 0,-23 33 0,1 1 0,0 0 0,0 0 0,0 0 0,0 0 0,1 0 0,0 1 0,-1 0 0,1 0 0,1 0 0,-1 1 0,0 0 0,0 0 0,1 0 0,-1 0 0,1 1 0,0 0 0,-1 0 0,1 1 0,11-1 0,-12 3 0,0-1 0,1 1 0,-1-1 0,0 1 0,0 1 0,-1-1 0,1 1 0,0 0 0,-1 0 0,1 0 0,-1 1 0,0-1 0,0 1 0,-1 0 0,1 0 0,5 9 0,-6-9 0,0 0 0,-1 0 0,1 0 0,-1 0 0,0 0 0,0 1 0,-1-1 0,1 0 0,-1 1 0,0 0 0,0-1 0,0 1 0,-1 0 0,0-1 0,0 1 0,0 0 0,0-1 0,-1 1 0,-1 8 0,0-11 0,1 0 0,0 1 0,-1-1 0,1 0 0,-1 0 0,0 0 0,1 0 0,-1 0 0,0-1 0,0 1 0,-1-1 0,1 1 0,0-1 0,0 0 0,-1 1 0,1-1 0,0 0 0,-1-1 0,1 1 0,-1 0 0,0-1 0,1 1 0,-1-1 0,-5 0 0,-5 0 0,-1 0 0,1-2 0,-21-3 0,29 4 0,-119-25-1365,83 16-5461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15.999"/>
    </inkml:context>
    <inkml:brush xml:id="br0">
      <inkml:brushProperty name="width" value="0.05" units="cm"/>
      <inkml:brushProperty name="height" value="0.05" units="cm"/>
    </inkml:brush>
  </inkml:definitions>
  <inkml:trace contextRef="#ctx0" brushRef="#br0">32 339 24575,'-4'-1'0,"0"-1"0,0 1 0,1-1 0,-1 0 0,0 0 0,-4-3 0,8 5 0,0 0 0,0 0 0,0-1 0,0 1 0,0 0 0,0 0 0,0 0 0,0 0 0,0 0 0,0-1 0,0 1 0,0 0 0,0 0 0,0 0 0,0 0 0,0 0 0,0 0 0,0-1 0,0 1 0,1 0 0,-1 0 0,0 0 0,0 0 0,0 0 0,0 0 0,0 0 0,0-1 0,0 1 0,0 0 0,1 0 0,-1 0 0,0 0 0,0 0 0,0 0 0,0 0 0,0 0 0,1 0 0,-1 0 0,0 0 0,0 0 0,0 0 0,0 0 0,0 0 0,1 0 0,-1 0 0,0 0 0,0 0 0,0 0 0,0 0 0,0 0 0,1 0 0,-1 0 0,0 0 0,0 0 0,0 0 0,0 0 0,0 1 0,13-3 0,26 1 0,0-1 0,1-3 0,-2-1 0,1-2 0,-1-2 0,0-1 0,62-28 0,-94 36 0,0 0 0,0-1 0,0 1 0,0-1 0,-1-1 0,1 1 0,7-10 0,-11 13 0,-1-1 0,1 0 0,-1 0 0,0 0 0,0 0 0,0 0 0,0 0 0,0-1 0,0 1 0,-1 0 0,1 0 0,-1-1 0,1 1 0,-1 0 0,0 0 0,0-1 0,0 1 0,0 0 0,-1-1 0,1 1 0,-1 0 0,1-1 0,-1 1 0,0 0 0,1 0 0,-3-3 0,-2-4 0,0 1 0,-1 0 0,0 1 0,-1-1 0,1 1 0,-1 0 0,-13-9 0,-59-36 0,76 50 0,0 0 0,0 0 0,-1 1 0,1-1 0,-1 1 0,1 0 0,-8-1 0,11 2 0,-1 0 0,1-1 0,0 1 0,-1 0 0,1 0 0,0 1 0,-1-1 0,1 0 0,0 0 0,-1 0 0,1 0 0,0 0 0,0 0 0,-1 0 0,1 0 0,0 1 0,-1-1 0,1 0 0,0 0 0,0 0 0,-1 1 0,1-1 0,0 0 0,0 0 0,0 1 0,-1-1 0,1 0 0,0 0 0,0 1 0,0-1 0,0 0 0,-1 1 0,1-1 0,0 2 0,0-1 0,1 1 0,-1-1 0,0 1 0,0-1 0,1 1 0,-1-1 0,1 1 0,-1-1 0,1 1 0,0-1 0,0 2 0,91 144 0,-12-19 0,-65-101 0,-1 1 0,18 54 0,-29-75 0,-1 1 0,0 0 0,0 0 0,-1 1 0,0-1 0,0 0 0,-1 0 0,0 1 0,0-1 0,-1 0 0,0 0 0,-1 0 0,0 0 0,0 0 0,-1 0 0,0 0 0,0-1 0,-1 1 0,1-1 0,-2 0 0,1 0 0,-1 0 0,0-1 0,-1 1 0,1-1 0,-11 8 0,-27 18-1365,1-4-5461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17.632"/>
    </inkml:context>
    <inkml:brush xml:id="br0">
      <inkml:brushProperty name="width" value="0.05" units="cm"/>
      <inkml:brushProperty name="height" value="0.05" units="cm"/>
    </inkml:brush>
  </inkml:definitions>
  <inkml:trace contextRef="#ctx0" brushRef="#br0">402 253 24575,'32'-26'0,"-23"19"0,-1 1 0,0-1 0,11-12 0,-16 16 0,0-1 0,-1 1 0,1-1 0,-1 0 0,1 0 0,-1 0 0,0 0 0,0 0 0,-1-1 0,2-6 0,-3 9 0,1-1 0,-1 1 0,-1-1 0,1 0 0,0 1 0,-1-1 0,1 1 0,-1-1 0,1 1 0,-1-1 0,0 1 0,0 0 0,-1-1 0,1 1 0,0 0 0,-1 0 0,1 0 0,-1 0 0,0 0 0,-2-2 0,-5-5 0,-1 1 0,0-1 0,0 2 0,-1 0 0,0 0 0,-1 1 0,1 0 0,-1 1 0,0 0 0,0 1 0,-1 0 0,1 1 0,-1 1 0,0 0 0,0 0 0,0 2 0,0-1 0,0 2 0,-23 3 0,25-3 0,0 2 0,0-1 0,0 1 0,0 1 0,0 0 0,1 1 0,0 0 0,0 0 0,0 1 0,1 0 0,0 1 0,0 0 0,0 1 0,1 0 0,0 0 0,1 0 0,0 1 0,0 0 0,1 1 0,0-1 0,1 1 0,-8 20 0,9-21 0,2 0 0,-1 1 0,1-1 0,0 1 0,1 0 0,0-1 0,1 1 0,0 0 0,0 0 0,1-1 0,1 1 0,-1 0 0,7 17 0,-4-16 0,1 0 0,1 0 0,-1-1 0,2 0 0,-1 0 0,2 0 0,-1-1 0,1 0 0,1 0 0,-1-1 0,11 7 0,2 1 0,0-2 0,1-1 0,1 0 0,0-2 0,25 9 0,125 33 0,-116-37 0,107 42 0,-158-55 0,1 0 0,0 1 0,-1 0 0,12 9 0,-17-12 0,0 0 0,-1-1 0,1 1 0,0 0 0,0-1 0,-1 1 0,1 0 0,0 0 0,-1 0 0,1 0 0,-1 0 0,1 0 0,-1 0 0,1 0 0,-1 0 0,0 0 0,1 0 0,-1 0 0,0 0 0,0 0 0,0 0 0,0 0 0,0 0 0,0 0 0,0 0 0,0 0 0,0 0 0,0 0 0,-1 0 0,1 0 0,0 0 0,-1 0 0,1 0 0,-1 0 0,1 0 0,-1 0 0,0 0 0,1 0 0,-1 0 0,0-1 0,1 1 0,-3 1 0,-2 2 0,-1 1 0,0-1 0,-1-1 0,1 1 0,-1-1 0,1 0 0,-1-1 0,-9 3 0,-62 10 0,67-13 0,-175 22 0,145-21 0,-1-1 0,-63-7 0,98 4-227,0 0-1,0 0 1,1 0-1,-1-1 1,-7-3-1,-1-3-6598</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18.391"/>
    </inkml:context>
    <inkml:brush xml:id="br0">
      <inkml:brushProperty name="width" value="0.05" units="cm"/>
      <inkml:brushProperty name="height" value="0.05" units="cm"/>
    </inkml:brush>
  </inkml:definitions>
  <inkml:trace contextRef="#ctx0" brushRef="#br0">178 40 24575,'-5'-5'0,"0"1"0,0 1 0,-1-1 0,1 1 0,-1 0 0,0 0 0,0 1 0,0 0 0,-1 0 0,1 0 0,0 1 0,-9-1 0,-8 0 0,-47 2 0,69 0 0,2 0 0,0-1 0,0 1 0,-1 0 0,1 0 0,0 0 0,0-1 0,0 1 0,-1 0 0,1 0 0,0 0 0,0 0 0,0 0 0,0 1 0,-1-1 0,1 0 0,0 0 0,0 0 0,-1 1 0,1-1 0,0 1 0,0-1 0,-1 0 0,1 1 0,0-1 0,-1 1 0,1-1 0,-1 1 0,1 0 0,-1-1 0,1 1 0,-1-1 0,1 1 0,-1 0 0,1 0 0,-1-1 0,0 1 0,1 0 0,-1 1 0,2 8 0,-1 1 0,0-1 0,-1 1 0,0-1 0,-1 1 0,-3 16 0,0 6 0,0 24 0,5 111 0,1-150 0,0 0 0,1 0 0,0-1 0,2 1 0,0-1 0,1 0 0,1 0 0,1-1 0,0 1 0,14 19 0,-17-29 25,1-1-1,0 1 0,0-1 1,1 0-1,0-1 1,0 1-1,0-1 0,1-1 1,-1 1-1,1-1 0,0-1 1,1 1-1,11 2 1,-8-3-215,0-1 0,1 0 1,-1 0-1,1-2 0,-1 1 1,1-2-1,-1 1 1,22-6-1,4-3-6636</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18.548"/>
    </inkml:context>
    <inkml:brush xml:id="br0">
      <inkml:brushProperty name="width" value="0.05" units="cm"/>
      <inkml:brushProperty name="height" value="0.05" units="cm"/>
    </inkml:brush>
  </inkml:definitions>
  <inkml:trace contextRef="#ctx0" brushRef="#br0">158 90 24575,'-10'0'0,"-9"0"0,-7 0 0,-6 0 0,-1 0 0,9 0 0,11 0 0,14 0 0,17-3 0,14-5 0,15-3 0,11-1 0,12 0 0,6-2 0,3-2 0,-12 2-8191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18.718"/>
    </inkml:context>
    <inkml:brush xml:id="br0">
      <inkml:brushProperty name="width" value="0.05" units="cm"/>
      <inkml:brushProperty name="height" value="0.05" units="cm"/>
    </inkml:brush>
  </inkml:definitions>
  <inkml:trace contextRef="#ctx0" brushRef="#br0">113 129 24575,'-9'-3'0,"-7"-5"0,-6 0 0,-3 1 0,2-2 0,10 1 0,9 2 0,11 2 0,15-2 0,9 1 0,9-3 0,10 1 0,7-2 0,2 0 0,-3 0 0,-1-3 0,-9 1-8191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18.875"/>
    </inkml:context>
    <inkml:brush xml:id="br0">
      <inkml:brushProperty name="width" value="0.05" units="cm"/>
      <inkml:brushProperty name="height" value="0.05" units="cm"/>
    </inkml:brush>
  </inkml:definitions>
  <inkml:trace contextRef="#ctx0" brushRef="#br0">184 29 24575,'-11'-1'0,"0"0"0,0-1 0,0 0 0,-18-6 0,20 4 0,-1 2 0,1-1 0,-1 1 0,1 1 0,-1 0 0,-11 0 0,20 1 0,-1 0 0,1 0 0,-1 0 0,1 0 0,0 1 0,-1-1 0,1 0 0,0 1 0,-1-1 0,1 1 0,0 0 0,0-1 0,0 1 0,-1 0 0,1 0 0,0 0 0,0-1 0,0 1 0,0 0 0,0 0 0,1 1 0,-1-1 0,0 0 0,0 0 0,1 0 0,-1 1 0,1-1 0,-1 0 0,1 0 0,-1 1 0,1-1 0,0 0 0,0 1 0,-1 1 0,1 5 0,1 0 0,-1 0 0,1 0 0,0-1 0,3 9 0,-2-7 0,136 472-1365,-122-434-5461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19.250"/>
    </inkml:context>
    <inkml:brush xml:id="br0">
      <inkml:brushProperty name="width" value="0.05" units="cm"/>
      <inkml:brushProperty name="height" value="0.05" units="cm"/>
    </inkml:brush>
  </inkml:definitions>
  <inkml:trace contextRef="#ctx0" brushRef="#br0">9 119 24575,'-3'0'0,"-1"-3"0,3-1 0,8-3 0,9 0 0,11 1 0,14-2 0,16 0 0,16 3 0,12-2 0,10 0 0,4-1 0,2 0 0,-5-1 0,-11-3 0,-15 1 0,-19 3-8191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19.407"/>
    </inkml:context>
    <inkml:brush xml:id="br0">
      <inkml:brushProperty name="width" value="0.05" units="cm"/>
      <inkml:brushProperty name="height" value="0.05" units="cm"/>
    </inkml:brush>
  </inkml:definitions>
  <inkml:trace contextRef="#ctx0" brushRef="#br0">319 2 24575,'-57'0'0,"20"-2"0,0 3 0,-39 5 0,70-6 0,1 1 0,0 1 0,0-1 0,-1 1 0,1-1 0,0 1 0,1 1 0,-1-1 0,0 1 0,1 0 0,-1 0 0,1 0 0,0 1 0,0-1 0,-6 8 0,6-5 0,0 0 0,1-1 0,0 2 0,0-1 0,1 0 0,-1 1 0,2-1 0,-1 1 0,0-1 0,1 1 0,1 0 0,-1 7 0,0 17 0,2 0 0,8 48 0,18 62 0,-19-104 0,2 10-455,3-1 0,26 66 0,-15-60-6371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19.805"/>
    </inkml:context>
    <inkml:brush xml:id="br0">
      <inkml:brushProperty name="width" value="0.05" units="cm"/>
      <inkml:brushProperty name="height" value="0.05" units="cm"/>
    </inkml:brush>
  </inkml:definitions>
  <inkml:trace contextRef="#ctx0" brushRef="#br0">39 418 24575,'0'-10'0,"0"7"0,0 0 0,0 0 0,0 0 0,0 0 0,0 0 0,-1 0 0,1 0 0,-1 0 0,0 0 0,0 0 0,0 0 0,-2-4 0,3 7 0,0 0 0,0 0 0,0 0 0,0-1 0,0 1 0,0 0 0,-1 0 0,1 0 0,0 0 0,0 0 0,0 0 0,0 0 0,0 0 0,-1 0 0,1-1 0,0 1 0,0 0 0,0 0 0,0 0 0,0 0 0,-1 0 0,1 0 0,0 0 0,0 0 0,0 0 0,0 0 0,-1 0 0,1 0 0,0 0 0,0 0 0,0 0 0,0 0 0,0 1 0,-1-1 0,1 0 0,0 0 0,0 0 0,0 0 0,0 0 0,0 0 0,0 0 0,-1 0 0,1 0 0,0 1 0,0-1 0,0 0 0,0 0 0,0 0 0,0 0 0,0 0 0,0 1 0,0-1 0,0 0 0,0 0 0,0 0 0,0 0 0,0 0 0,0 1 0,0-1 0,0 0 0,0 0 0,0 0 0,0 1 0,-4 12 0,4-11 0,-10 64 0,3 1 0,3 0 0,6 76 0,-2-131 0,1 0 0,0 0 0,1 0 0,5 14 0,-4-22 0,-1-11 0,-1-14 0,2-71 0,6-105 0,15-3 0,-18 163 0,3 0 0,0 1 0,20-47 0,-25 73 0,0 1 0,1-1 0,0 1 0,1 0 0,0 0 0,8-8 0,-13 15 0,1 1 0,0-1 0,-1 0 0,1 1 0,0-1 0,0 1 0,0 0 0,0-1 0,0 1 0,0 0 0,1 0 0,-1 0 0,0 1 0,1-1 0,-1 0 0,0 1 0,1 0 0,-1-1 0,1 1 0,-1 0 0,0 0 0,1 1 0,-1-1 0,1 0 0,-1 1 0,0 0 0,1-1 0,-1 1 0,0 0 0,0 0 0,4 2 0,2 3 0,-1 0 0,1 0 0,-1 0 0,0 1 0,-1 0 0,1 1 0,-1 0 0,-1 0 0,0 0 0,5 10 0,9 20 0,13 39 0,-26-59 0,34 88 0,-4 2 0,-6 1 0,18 119 0,-42-180-1365,-3-11-5461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20.504"/>
    </inkml:context>
    <inkml:brush xml:id="br0">
      <inkml:brushProperty name="width" value="0.05" units="cm"/>
      <inkml:brushProperty name="height" value="0.05" units="cm"/>
    </inkml:brush>
  </inkml:definitions>
  <inkml:trace contextRef="#ctx0" brushRef="#br0">39 591 24575,'-14'-21'0,"-6"-8"0,20 27 0,-1 1 0,0 0 0,1 0 0,-1 0 0,1-1 0,-1 1 0,1 0 0,0-1 0,0 1 0,0 0 0,-1-1 0,1 1 0,0 0 0,0-1 0,1 1 0,-1 0 0,0-1 0,0 1 0,1-2 0,0 2 0,0 0 0,0 0 0,0 0 0,0 0 0,0 0 0,0 1 0,0-1 0,0 0 0,0 0 0,0 1 0,0-1 0,1 0 0,-1 1 0,0 0 0,0-1 0,1 1 0,-1 0 0,2-1 0,29-2 0,-20 3 0,112-8 0,66-6 0,-138 8 0,83-22 0,-117 23 0,0 0 0,-1-2 0,0 0 0,0-1 0,0-1 0,-1 0 0,21-17 0,-20 17 0,-16 9 0,-1 0 0,1 0 0,-1 0 0,0 0 0,1 0 0,-1 0 0,1 0 0,-1 0 0,1 0 0,-1 1 0,1-1 0,-1 0 0,0 0 0,1 0 0,-1 1 0,1-1 0,-1 0 0,0 1 0,1-1 0,-1 0 0,0 0 0,1 1 0,-1 0 0,2 2 0,-1 0 0,0 1 0,0-1 0,0 0 0,0 1 0,0-1 0,0 6 0,-1-3 0,17 152 0,3 29 0,-18-178 0,3 20 0,-5-28 0,0 0 0,0 0 0,0 1 0,0-1 0,0 0 0,0 0 0,0 0 0,0 1 0,-1-1 0,1 0 0,0 0 0,-1 0 0,1 0 0,-1 0 0,1 1 0,-1-1 0,-1 1 0,2-2 0,-1 1 0,0-1 0,1 0 0,-1 0 0,1 0 0,-1 0 0,1 0 0,-1 0 0,1 0 0,-1 0 0,1 0 0,-1 0 0,1 0 0,-1 0 0,1-1 0,-1 1 0,1 0 0,-1 0 0,1 0 0,-1-1 0,1 1 0,-1 0 0,1-1 0,0 1 0,-1 0 0,1-1 0,-1 1 0,1 0 0,0-1 0,0 1 0,-1-1 0,1 0 0,-13-17 0,12 17 0,-15-26 0,2 0 0,1-1 0,1-1 0,1 0 0,1 0 0,2-1 0,1 0 0,2 0 0,1-1 0,1 0 0,1 0 0,2 0 0,2 0 0,0 1 0,2-1 0,1 0 0,2 1 0,12-36 0,-14 52 0,1 1 0,0 0 0,0 0 0,2 0 0,-1 1 0,2 0 0,0 0 0,14-14 0,-18 21 0,0 0 0,1 1 0,0 0 0,-1 0 0,2 0 0,-1 0 0,0 1 0,1 0 0,-1 0 0,1 1 0,0 0 0,0 0 0,0 1 0,0 0 0,0 0 0,1 0 0,-1 1 0,12 1 0,-7 1 0,-2 1 0,1 0 0,0 0 0,0 1 0,-1 0 0,0 1 0,0 0 0,0 1 0,-1 0 0,0 1 0,0 0 0,0 0 0,-1 1 0,0 0 0,0 0 0,-1 1 0,10 15 0,-11-16 0,-1 0 0,-1 0 0,1 1 0,-1-1 0,-1 1 0,0 0 0,0 0 0,-1 1 0,0-1 0,0 0 0,-1 1 0,0-1 0,-1 1 0,0-1 0,0 1 0,-1-1 0,-1 1 0,1-1 0,-1 0 0,-1 1 0,-4 9 0,2-8 0,-2 0 0,1 0 0,-1 0 0,-1-1 0,0 1 0,-17 15 0,5-9 0,-1 0 0,-27 17 0,47-34 0,1 0 0,0 0 0,-1 0 0,1 1 0,-1-1 0,1 0 0,0 0 0,-1 0 0,1 1 0,0-1 0,-1 0 0,1 1 0,0-1 0,0 0 0,-1 0 0,1 1 0,0-1 0,0 1 0,-1-1 0,1 0 0,0 1 0,0-1 0,0 0 0,0 1 0,0-1 0,0 1 0,0-1 0,0 1 0,11 4 0,33-5 0,-30 0 0,16 0 0,-1 2 0,58 12 0,-78-11 0,1-1 0,0 1 0,-1 1 0,1-1 0,-1 2 0,0-1 0,0 1 0,-1 1 0,0 0 0,0 0 0,0 0 0,9 11 0,-15-15 0,0 0 0,0 0 0,-1 0 0,1 1 0,-1-1 0,1 0 0,-1 1 0,0-1 0,0 1 0,0 0 0,-1-1 0,1 1 0,-1 0 0,1-1 0,-1 1 0,0 0 0,0 0 0,0-1 0,0 1 0,0 0 0,-1 0 0,1-1 0,-1 1 0,0 0 0,0-1 0,0 1 0,0-1 0,0 1 0,-1-1 0,1 0 0,-1 1 0,1-1 0,-1 0 0,0 0 0,0 0 0,-2 2 0,-5 4 0,-1 0 0,0-1 0,0 0 0,0-1 0,-1 0 0,-21 8 0,8-5-455,0-2 0,-33 6 0,7-5-6371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20.784"/>
    </inkml:context>
    <inkml:brush xml:id="br0">
      <inkml:brushProperty name="width" value="0.05" units="cm"/>
      <inkml:brushProperty name="height" value="0.05" units="cm"/>
    </inkml:brush>
  </inkml:definitions>
  <inkml:trace contextRef="#ctx0" brushRef="#br0">1 27 24575,'13'-7'0,"-8"4"0,0 0 0,1 0 0,0 1 0,0 0 0,-1 0 0,10-2 0,-14 4 0,0 0 0,0 0 0,0 0 0,1 0 0,-1 0 0,0 0 0,0 0 0,0 1 0,0-1 0,0 0 0,0 1 0,0-1 0,0 0 0,0 1 0,0 0 0,-1-1 0,3 2 0,-2-1 0,0 1 0,0-1 0,0 1 0,0-1 0,0 1 0,0-1 0,-1 1 0,1 0 0,-1 0 0,1-1 0,-1 1 0,1 0 0,-1 0 0,0 1 0,1 17 0,-1-1 0,-2 1 0,-3 24 0,0-5 0,-3 33 0,-7 94 0,14-133 0,1-1 0,2 1 0,5 33 0,-5-56 0,0 0 0,1 0 0,0-1 0,1 1 0,-1-1 0,2 1 0,-1-1 0,2 0 0,-1-1 0,1 1 0,9 9 0,-11-14 0,1 1 0,0-1 0,0 0 0,1 0 0,-1 0 0,1-1 0,0 0 0,-1 0 0,2 0 0,-1-1 0,0 0 0,0 0 0,1-1 0,-1 1 0,1-1 0,-1-1 0,1 1 0,9-2 0,-5 0-114,1-1 1,0 0-1,-1-1 0,1 0 0,-1-1 1,0 0-1,0-1 0,-1 0 0,1-1 1,-1 0-1,16-13 0,4-6-6712</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21.332"/>
    </inkml:context>
    <inkml:brush xml:id="br0">
      <inkml:brushProperty name="width" value="0.05" units="cm"/>
      <inkml:brushProperty name="height" value="0.05" units="cm"/>
    </inkml:brush>
  </inkml:definitions>
  <inkml:trace contextRef="#ctx0" brushRef="#br0">361 99 24575,'0'-5'0,"0"1"0,0 0 0,-1 0 0,1 0 0,-1 0 0,0 0 0,-1 0 0,1 0 0,-1 0 0,0 0 0,0 0 0,0 1 0,0-1 0,0 1 0,-1-1 0,0 1 0,1 0 0,-1 0 0,-1 0 0,1 1 0,0-1 0,-1 1 0,1-1 0,-1 1 0,0 0 0,1 1 0,-1-1 0,0 0 0,0 1 0,0 0 0,0 0 0,-1 1 0,1-1 0,0 1 0,0-1 0,0 1 0,0 1 0,-1-1 0,1 1 0,0-1 0,0 1 0,0 0 0,-4 2 0,-4 3 0,0-1 0,1 2 0,0 0 0,0 0 0,1 1 0,0 0 0,-15 15 0,10-6 0,0 0 0,1 1 0,-17 30 0,23-34 0,0 1 0,1 0 0,1 0 0,1 0 0,0 1 0,1-1 0,1 1 0,0 1 0,1-1 0,1 0 0,1 24 0,1-28 0,0 0 0,1 0 0,1 0 0,0 0 0,0 0 0,1-1 0,1 1 0,0-1 0,0 0 0,1 0 0,1-1 0,0 0 0,0 0 0,1 0 0,16 15 0,-8-12-114,1-1 1,0-1-1,1 0 0,0-1 0,0-1 1,1-1-1,1 0 0,-1-2 0,1 0 1,0-1-1,35 4 0,6-2-6712</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21.505"/>
    </inkml:context>
    <inkml:brush xml:id="br0">
      <inkml:brushProperty name="width" value="0.05" units="cm"/>
      <inkml:brushProperty name="height" value="0.05" units="cm"/>
    </inkml:brush>
  </inkml:definitions>
  <inkml:trace contextRef="#ctx0" brushRef="#br0">104 0 24575,'-10'0'0,"-9"0"0,-4 0 0,-1 0 0,5 0 0,11 0 0,15 3 0,16 2 0,16 2 0,15 0 0,10-1 0,7-1 0,4-2 0,1-5 0,-11-1-8191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22.472"/>
    </inkml:context>
    <inkml:brush xml:id="br0">
      <inkml:brushProperty name="width" value="0.05" units="cm"/>
      <inkml:brushProperty name="height" value="0.05" units="cm"/>
    </inkml:brush>
  </inkml:definitions>
  <inkml:trace contextRef="#ctx0" brushRef="#br0">16 54 24575,'-2'-4'0,"0"0"0,0 0 0,0 0 0,0 0 0,1-1 0,0 1 0,0 0 0,-1-7 0,1 2 0,7 34 0,100 526 0,-93-465-1365,-10-55-5461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22.644"/>
    </inkml:context>
    <inkml:brush xml:id="br0">
      <inkml:brushProperty name="width" value="0.05" units="cm"/>
      <inkml:brushProperty name="height" value="0.05" units="cm"/>
    </inkml:brush>
  </inkml:definitions>
  <inkml:trace contextRef="#ctx0" brushRef="#br0">15 443 24575,'0'-12'0,"-3"-14"0,-1-15 0,0-10 0,0-5 0,5 0 0,5 4 0,8 7 0,10 8 0,11 11 0,9 6 0,10 7 0,7 6 0,7 6 0,4 8 0,2 4 0,-2 5 0,-13-1-8191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23.114"/>
    </inkml:context>
    <inkml:brush xml:id="br0">
      <inkml:brushProperty name="width" value="0.05" units="cm"/>
      <inkml:brushProperty name="height" value="0.05" units="cm"/>
    </inkml:brush>
  </inkml:definitions>
  <inkml:trace contextRef="#ctx0" brushRef="#br0">150 271 24575,'-17'2'0,"1"0"0,0 1 0,-1 0 0,2 2 0,-1 0 0,-21 10 0,36-15 0,0 0 0,0 0 0,0 1 0,1-1 0,-1 0 0,0 1 0,0-1 0,0 1 0,1-1 0,-1 1 0,0-1 0,1 1 0,-1-1 0,0 1 0,1 0 0,-1-1 0,1 1 0,-1 0 0,1-1 0,-2 3 0,3-3 0,-1 1 0,1-1 0,-1 1 0,1-1 0,-1 1 0,0-1 0,1 0 0,0 1 0,-1-1 0,1 0 0,-1 1 0,1-1 0,-1 0 0,1 0 0,0 1 0,-1-1 0,1 0 0,0 0 0,-1 0 0,2 0 0,47 3 0,-45-2 0,113-1 0,120-15 0,-171 7 0,-1-3 0,-1-3 0,86-30 0,-134 39 0,32-17 0,-44 20 0,-1 0 0,0 0 0,1-1 0,-1 1 0,0-1 0,0 1 0,0-1 0,0 0 0,-1 0 0,1 0 0,-1 0 0,0-1 0,0 1 0,3-7 0,-5 9 0,1 0 0,-1-1 0,0 1 0,1 0 0,-1 0 0,0-1 0,0 1 0,0 0 0,0-1 0,0 1 0,0 0 0,0-1 0,-1 1 0,1 0 0,0-1 0,-1 1 0,1 0 0,-1 0 0,1 0 0,-1-1 0,0 1 0,0-1 0,-1 0 0,1 1 0,-1-1 0,0 1 0,0 0 0,0-1 0,0 1 0,0 0 0,0 0 0,0 0 0,0 1 0,0-1 0,-2 0 0,-3-1 0,1 1 0,0 1 0,-1-1 0,1 1 0,-1 0 0,1 0 0,0 1 0,-9 1 0,5 2 0,0 0 0,0 0 0,0 1 0,0 0 0,1 1 0,0 0 0,0 0 0,1 1 0,0 0 0,0 0 0,0 1 0,1 0 0,0 1 0,1 0 0,0 0 0,0 0 0,-8 19 0,9-17 0,0 0 0,1 0 0,1 0 0,0 1 0,0-1 0,1 1 0,1 0 0,0 0 0,0 0 0,1-1 0,1 1 0,0 0 0,0 0 0,1 0 0,1-1 0,5 15 0,-6-19 0,1-1 0,0 0 0,0 0 0,1-1 0,0 1 0,0-1 0,0 0 0,1 0 0,-1 0 0,1 0 0,0-1 0,1 0 0,-1 0 0,12 6 0,-9-6 0,-1-1 0,2 0 0,-1-1 0,0 0 0,0 0 0,1-1 0,-1 0 0,1 0 0,-1-1 0,16-1 0,-13 0 0,1-1 0,-1 0 0,0-1 0,0 0 0,0-1 0,-1 0 0,1-1 0,-1 0 0,0 0 0,0-1 0,-1 0 0,1-1 0,-2 0 0,1-1 0,-1 0 0,0 0 0,12-16 0,-14 13 0,0-1 0,-1 1 0,0-1 0,-1 1 0,0-1 0,-1-1 0,0 1 0,-1 0 0,-1-1 0,0 1 0,0-1 0,-2 0 0,1 1 0,-4-16 0,1 7 0,-2 0 0,0 0 0,-1 0 0,-1 1 0,-2 0 0,1 1 0,-18-28 0,23 41 0,-1-1 0,0 1 0,0 1 0,0-1 0,-1 1 0,0-1 0,0 1 0,0 0 0,-1 1 0,0 0 0,0-1 0,-7-2 0,1 5-1365</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23.627"/>
    </inkml:context>
    <inkml:brush xml:id="br0">
      <inkml:brushProperty name="width" value="0.05" units="cm"/>
      <inkml:brushProperty name="height" value="0.05" units="cm"/>
    </inkml:brush>
  </inkml:definitions>
  <inkml:trace contextRef="#ctx0" brushRef="#br0">107 272 24575,'-1'-2'0,"1"0"0,0-1 0,-1 1 0,1 0 0,-1 0 0,0 0 0,0 0 0,0 0 0,0 0 0,-1-2 0,-3 2 0,4 16 0,42 167 0,-25-124 0,13 97 0,-27-134 0,0-10 0,0 0 0,-1-1 0,-1 1 0,0 0 0,0 0 0,-1 0 0,0 0 0,-3 10 0,4-19 0,0-1 0,-1 1 0,1-1 0,0 1 0,-1 0 0,1-1 0,-1 1 0,1-1 0,-1 1 0,1-1 0,-1 1 0,1-1 0,-1 1 0,1-1 0,-1 0 0,0 1 0,1-1 0,-1 0 0,0 1 0,1-1 0,-1 0 0,0 0 0,1 0 0,-1 1 0,0-1 0,0 0 0,1 0 0,-1 0 0,0 0 0,1 0 0,-1-1 0,0 1 0,0 0 0,1 0 0,-1 0 0,0-1 0,1 1 0,-1 0 0,0-1 0,1 1 0,-1 0 0,1-1 0,-2 0 0,-26-22 0,15 9 0,0-1 0,2-1 0,-1 0 0,2-1 0,0 0 0,1-1 0,1 0 0,0 0 0,2 0 0,0-1 0,1 0 0,0-1 0,2 1 0,1-1 0,0 1 0,1-1 0,3-25 0,-1 23 0,1 0 0,1 1 0,1-1 0,1 1 0,1 0 0,1 1 0,1-1 0,1 1 0,0 1 0,2-1 0,0 2 0,1-1 0,0 2 0,2 0 0,22-22 0,-28 31 0,0 2 0,1-1 0,-1 1 0,1 0 0,1 1 0,-1 0 0,1 1 0,0 0 0,0 0 0,0 1 0,13-2 0,-18 4 0,1 0 0,-1 1 0,1 0 0,-1 0 0,0 0 0,1 1 0,-1-1 0,0 2 0,1-1 0,-1 0 0,0 1 0,0 0 0,0 0 0,0 0 0,0 1 0,-1 0 0,1 0 0,-1 0 0,0 0 0,1 1 0,-1 0 0,-1-1 0,6 8 0,-4-4 0,0 1 0,0-1 0,-1 1 0,0 0 0,-1 0 0,1 1 0,-2-1 0,1 1 0,-1-1 0,-1 1 0,1 0 0,-1-1 0,-1 1 0,0 0 0,0 0 0,-1 0 0,0 0 0,0-1 0,-1 1 0,0 0 0,-1-1 0,0 1 0,-5 9 0,0 0 0,-1-1 0,-1 0 0,-1-1 0,0 0 0,-1 0 0,-1-1 0,-1-1 0,0 0 0,-23 17 0,24-21 0,3-4 0,1 1 0,0 0 0,-10 11 0,18-17 0,-1 1 0,1-1 0,0 0 0,0 0 0,0 1 0,0-1 0,0 0 0,0 1 0,1-1 0,-1 1 0,0-1 0,1 1 0,-1 0 0,1-1 0,0 1 0,-1-1 0,1 1 0,0 0 0,0-1 0,0 1 0,0 0 0,0-1 0,0 1 0,1 0 0,-1-1 0,0 1 0,1-1 0,-1 1 0,2 2 0,6 5 0,-1-1 0,1-1 0,0 1 0,1-1 0,0 0 0,0-1 0,1 0 0,12 5 0,6 6 0,214 124-1365,-205-119-5461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24.049"/>
    </inkml:context>
    <inkml:brush xml:id="br0">
      <inkml:brushProperty name="width" value="0.05" units="cm"/>
      <inkml:brushProperty name="height" value="0.05" units="cm"/>
    </inkml:brush>
  </inkml:definitions>
  <inkml:trace contextRef="#ctx0" brushRef="#br0">93 458 24575,'37'-84'0,"50"-167"0,-82 234 0,-1 9 0,-2-1 0,1 0 0,-1 0 0,0 0 0,-1 0 0,0 0 0,-1 0 0,0-13 0,0 21 0,0 1 0,0-1 0,0 1 0,0-1 0,0 1 0,0-1 0,0 1 0,-1-1 0,1 1 0,0-1 0,0 1 0,0-1 0,-1 1 0,1 0 0,0-1 0,0 1 0,-1-1 0,1 1 0,0 0 0,-1-1 0,1 1 0,0 0 0,-1-1 0,1 1 0,-1 0 0,1-1 0,-1 1 0,1 0 0,-1 0 0,1 0 0,0-1 0,-1 1 0,1 0 0,-1 0 0,1 0 0,-1 0 0,1 0 0,-1 0 0,1 0 0,-1 0 0,0 0 0,1 0 0,0 0 0,-1 1 0,1-1 0,-1 0 0,1 0 0,-1 0 0,1 0 0,-1 1 0,1-1 0,-1 0 0,1 1 0,-4 1 0,1 1 0,0-1 0,1 0 0,-1 1 0,0 0 0,-2 4 0,-21 32 0,3 2 0,1 0 0,2 2 0,-29 88 0,35-85 0,2 0 0,3 0 0,1 1 0,2 0 0,1 58 0,7-37 0,2 0 0,4-1 0,16 69 0,-11-70-1365,-10-43-5461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24.239"/>
    </inkml:context>
    <inkml:brush xml:id="br0">
      <inkml:brushProperty name="width" value="0.05" units="cm"/>
      <inkml:brushProperty name="height" value="0.05" units="cm"/>
    </inkml:brush>
  </inkml:definitions>
  <inkml:trace contextRef="#ctx0" brushRef="#br0">1 185 24575,'3'-7'0,"4"-7"0,4-6 0,4-1 0,1-2 0,3 5 0,-1 1 0,5 1 0,0 2 0,3 2 0,1 2 0,1 2 0,2 4 0,3 5 0,2 5 0,-6 2-8191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24.407"/>
    </inkml:context>
    <inkml:brush xml:id="br0">
      <inkml:brushProperty name="width" value="0.05" units="cm"/>
      <inkml:brushProperty name="height" value="0.05" units="cm"/>
    </inkml:brush>
  </inkml:definitions>
  <inkml:trace contextRef="#ctx0" brushRef="#br0">112 1 24575,'-6'3'0,"-8"4"0,-9 1 0,-3 2 0,0 0 0,10-3 0,15-1 0,13-3 0,14-2 0,16 0 0,15-4 0,12-1 0,-7-1-8191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24.610"/>
    </inkml:context>
    <inkml:brush xml:id="br0">
      <inkml:brushProperty name="width" value="0.05" units="cm"/>
      <inkml:brushProperty name="height" value="0.05" units="cm"/>
    </inkml:brush>
  </inkml:definitions>
  <inkml:trace contextRef="#ctx0" brushRef="#br0">45 23 24575,'-3'-3'0,"-1"-5"0,-3 0 0,-1 4 0,2 9 0,1 10 0,2 8 0,1 11 0,1 8 0,1 6 0,0 5 0,1 2 0,-1 2 0,-3-3 0,-1-10-8191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24.861"/>
    </inkml:context>
    <inkml:brush xml:id="br0">
      <inkml:brushProperty name="width" value="0.05" units="cm"/>
      <inkml:brushProperty name="height" value="0.05" units="cm"/>
    </inkml:brush>
  </inkml:definitions>
  <inkml:trace contextRef="#ctx0" brushRef="#br0">1 489 24575,'0'-2'0,"5"-197"0,-2 163 0,1 0 0,2 0 0,15-47 0,-19 75 0,1 0 0,0 1 0,0-1 0,1 1 0,0 0 0,0 0 0,11-12 0,-13 16 0,0 1 0,1 0 0,-1 0 0,1 0 0,0 0 0,-1 0 0,1 0 0,0 1 0,0-1 0,0 1 0,0 0 0,0 0 0,1 0 0,-1 1 0,0-1 0,0 1 0,1-1 0,-1 1 0,0 0 0,0 0 0,1 0 0,2 2 0,5 0 0,0 2 0,-1 0 0,0 0 0,0 1 0,0 0 0,0 1 0,-1 0 0,0 0 0,0 1 0,-1 0 0,11 12 0,8 10 0,42 58 0,-49-59 0,-1 1 0,-2 0 0,25 61 0,-37-77 0,0 0 0,-1 1 0,0-1 0,-1 1 0,-1 0 0,0 0 0,-1 1 0,0-1 0,-1 0 0,-1 0 0,0 0 0,-4 16 0,2-22 20,0 0 0,0 0 0,-1 0 1,0 0-1,0-1 0,-1 0 0,1 0 0,-2 0 0,1 0 0,-1-1 0,0 0 0,0 0 0,-1-1 0,0 1 0,0-1 0,-13 6 1,-2 0-363,0-1 1,-1-1 0,0 0-1,-36 6 1,-16 1-6485</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28.376"/>
    </inkml:context>
    <inkml:brush xml:id="br0">
      <inkml:brushProperty name="width" value="0.05" units="cm"/>
      <inkml:brushProperty name="height" value="0.05" units="cm"/>
    </inkml:brush>
  </inkml:definitions>
  <inkml:trace contextRef="#ctx0" brushRef="#br0">1068 186 24575,'0'-4'0,"1"-17"0,1 18 0,3 13 0,83 287-247,-22 8-225,-62-284 440,47 271-877,18 391 0,-59 301-1366,-86 70 2085,54-817-505,21-226 679,-22 339 32,23-292 48,2 0 0,3 0 0,24 114 0,-24-152 140,2 0-1,0-1 1,1 1 0,0-1 0,2-1 0,21 32 0,-21-37-6,0-1 1,1 0-1,0-1 1,1 0-1,1-1 1,-1 0-1,1-1 1,1 0 0,20 9-1,-7-6-117,1-1 1,-1-2-1,2-1 0,46 8 1,123 2-139,295-12-937,9-24-1094,-473 17 2036,345-17-2380,53-5 1208,49-5-1240,93-6 909,1527-87-1493,2 33 2271,1549 40 2046,-3525 49-962,642-15 3465,-728 12-3000,-3 1 15,1-1 0,0-2 0,-1-1 0,0-1 0,38-14 0,-67 19-635,-1 0-1,0-1 1,1 1-1,-1-1 1,0 0 0,0 0-1,0 0 1,0 0-1,0-1 1,-1 1-1,1-1 1,-1 1 0,1-1-1,-1 0 1,0 0-1,0 0 1,1-4 0,-1 2-29,-1 1 1,0 0-1,0-1 1,0 1-1,-1-1 1,1 1-1,-1-1 1,0 0-1,-1 1 1,1-1-1,-1 1 1,-1-5-1,-4-12 93,-1 1-1,-1 1 0,-1-1 0,-20-31 0,22 39-186,-137-231-64,-99-180-523,189 316 462,5-2 0,-39-126-1,61 138-137,4-1 0,4-1 0,-8-122 0,20 83-342,20-247 1,64-137-328,39 13 714,-64 313-58,50-232-441,-97 400 829,-1 0 0,-1 0 0,-2 0-1,-3-47 1,1 66 10,-1-1 0,1 1-1,-2 0 1,1 0 0,-1 0-1,0 0 1,-1 0 0,0 1-1,-1 0 1,0 0 0,0 0-1,0 0 1,-1 1 0,0-1-1,-1 1 1,0 1 0,-12-10 0,4 7 45,0 0-1,0 1 1,-1 1 0,0 0 0,-1 1 0,-30-7 0,-109-10 133,138 21-386,-828-67-991,630 55 713,-2262-82-8023,-1 86 4069,1878 11 4082,-1510 20-11,4 49-469,856 0 1785,421-14 5280,806-55-5553,11 0-199,1 0-1,-1 0 1,-16 5 0,28-6-570,0 0-1,1 0 1,-1 0-1,1 0 1,-1 0-1,1 1 1,-1-1-1,1 0 1,-1 0 0,1 0-1,-1 1 1,1-1-1,-1 0 1,1 1-1,-1-1 1,1 0 0,0 1-1,-1-1 1,1 1-1,-1-1 1,1 0-1,0 1 1,0-1-1,-1 1 1,1-1 0,0 1-1,0-1 1,-1 1-1,1-1 1,0 1-1,0 0 1,0-1 0,0 1-1,0-1 1,0 1-1,0-1 1,0 1-1,0-1 1,0 1-1,0 0 1,0-1 0,1 1-1,-1-1 1,0 1-1,0-1 1,0 1-1,1-1 1,-1 1 0,0-1-1,1 1 1,-1-1-1,0 0 1,1 1-1,-1-1 1,1 1-1,27 23 815,-25-22-821,152 112-1106,-127-91-5769</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28.751"/>
    </inkml:context>
    <inkml:brush xml:id="br0">
      <inkml:brushProperty name="width" value="0.05" units="cm"/>
      <inkml:brushProperty name="height" value="0.05" units="cm"/>
    </inkml:brush>
  </inkml:definitions>
  <inkml:trace contextRef="#ctx0" brushRef="#br0">75 165 24575,'-72'-28'0,"72"28"0,0 0 0,-1 0 0,1 0 0,0 0 0,0 0 0,0 0 0,0 0 0,0 0 0,0 0 0,-1-1 0,1 1 0,0 0 0,0 0 0,0 0 0,0 0 0,0 0 0,0 0 0,0-1 0,0 1 0,0 0 0,0 0 0,0 0 0,0 0 0,0-1 0,0 1 0,0 0 0,0 0 0,0 0 0,0 0 0,0 0 0,0-1 0,0 1 0,0 0 0,0 0 0,0 0 0,0 0 0,0 0 0,0-1 0,0 1 0,0 0 0,0 0 0,0 0 0,0 0 0,0 0 0,1 0 0,-1-1 0,0 1 0,0 0 0,0 0 0,0 0 0,0 0 0,0 0 0,0 0 0,1 0 0,-1 0 0,0 0 0,0 0 0,0 0 0,0 0 0,1 0 0,-1 0 0,0 0 0,0 0 0,13-5 0,19-1 0,1 2 0,45-1 0,-29 3 0,581-39-125,406-21-2087,-923 56-3642</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29.126"/>
    </inkml:context>
    <inkml:brush xml:id="br0">
      <inkml:brushProperty name="width" value="0.05" units="cm"/>
      <inkml:brushProperty name="height" value="0.05" units="cm"/>
    </inkml:brush>
  </inkml:definitions>
  <inkml:trace contextRef="#ctx0" brushRef="#br0">1 112 24575,'696'-52'-484,"-165"4"-148,337 39-409,1 38-145,-403-11 948,165-11 2586,-589-9-1846,72-14 1,-25 1-275,510-8-928,-538 23 35,45 0-6161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29.465"/>
    </inkml:context>
    <inkml:brush xml:id="br0">
      <inkml:brushProperty name="width" value="0.05" units="cm"/>
      <inkml:brushProperty name="height" value="0.05" units="cm"/>
    </inkml:brush>
  </inkml:definitions>
  <inkml:trace contextRef="#ctx0" brushRef="#br0">5 261 24575,'-3'0'0,"2"-3"0,4-4 0,11-4 0,16-4 0,19-5 0,22-2 0,24-4 0,25 0 0,22 0 0,23 2-1073,23 3 1073,20 3-1724,19 3 1724,12 3 0,5 4-2127,2 4 2127,-40 2-3267</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29.728"/>
    </inkml:context>
    <inkml:brush xml:id="br0">
      <inkml:brushProperty name="width" value="0.05" units="cm"/>
      <inkml:brushProperty name="height" value="0.05" units="cm"/>
    </inkml:brush>
  </inkml:definitions>
  <inkml:trace contextRef="#ctx0" brushRef="#br0">1 274 24575,'217'-26'0,"-90"13"0,575-65-1106,4 25 0,-201 33-370,786-52 779,-1218 66 735,-17 1-3882</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30.695"/>
    </inkml:context>
    <inkml:brush xml:id="br0">
      <inkml:brushProperty name="width" value="0.05" units="cm"/>
      <inkml:brushProperty name="height" value="0.05" units="cm"/>
    </inkml:brush>
  </inkml:definitions>
  <inkml:trace contextRef="#ctx0" brushRef="#br0">9 11 24575,'-3'0'0,"-1"4"0,3 0 0,5 0 0,8-1 0,8-1 0,8 0 0,4-1 0,7-4 0,2-2 0,5 1 0,0-2 0,-5-1 0,-9 2-8191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30.865"/>
    </inkml:context>
    <inkml:brush xml:id="br0">
      <inkml:brushProperty name="width" value="0.05" units="cm"/>
      <inkml:brushProperty name="height" value="0.05" units="cm"/>
    </inkml:brush>
  </inkml:definitions>
  <inkml:trace contextRef="#ctx0" brushRef="#br0">203 35 24575,'0'0'0,"-22"-8"0,-1 1 0,1 1 0,-1 1 0,-30-4 0,51 9 0,0 0 0,0 1 0,0-1 0,1 0 0,-1 0 0,0 1 0,0-1 0,1 1 0,-1-1 0,0 1 0,1 0 0,-1 0 0,1 0 0,-1 0 0,1 0 0,-1 0 0,1 0 0,-1 0 0,1 1 0,0-1 0,0 0 0,0 1 0,0-1 0,0 1 0,0-1 0,0 1 0,0 0 0,1-1 0,-1 1 0,1 0 0,-1 2 0,-2 7 0,1 0 0,1 0 0,0 0 0,0 13 0,0 1 0,-6 133-1365,6-128-5461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31.021"/>
    </inkml:context>
    <inkml:brush xml:id="br0">
      <inkml:brushProperty name="width" value="0.05" units="cm"/>
      <inkml:brushProperty name="height" value="0.05" units="cm"/>
    </inkml:brush>
  </inkml:definitions>
  <inkml:trace contextRef="#ctx0" brushRef="#br0">159 0 24575,'-3'3'0,"-4"5"0,-8 3 0,-4 6 0,-1 4 0,-5 2 0,0 2 0,0 0 0,5-3-8191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31.194"/>
    </inkml:context>
    <inkml:brush xml:id="br0">
      <inkml:brushProperty name="width" value="0.05" units="cm"/>
      <inkml:brushProperty name="height" value="0.05" units="cm"/>
    </inkml:brush>
  </inkml:definitions>
  <inkml:trace contextRef="#ctx0" brushRef="#br0">9 37 24575,'-4'-6'0,"0"-5"0,3-1 0,5 4 0,9 8 0,7 6 0,13 9 0,14 8 0,11 6 0,15 5 0,-5-4-8191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31.676"/>
    </inkml:context>
    <inkml:brush xml:id="br0">
      <inkml:brushProperty name="width" value="0.05" units="cm"/>
      <inkml:brushProperty name="height" value="0.05" units="cm"/>
    </inkml:brush>
  </inkml:definitions>
  <inkml:trace contextRef="#ctx0" brushRef="#br0">35 19 24575,'-3'-3'0,"-4"-1"0,-4-3 0,3 3 0,3 8 0,5 7 0,3 10 0,4 9 0,0 8 0,3 7 0,0 5 0,0 4 0,0 2 0,-3-3 0,1 0 0,-1-9-8191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31.987"/>
    </inkml:context>
    <inkml:brush xml:id="br0">
      <inkml:brushProperty name="width" value="0.05" units="cm"/>
      <inkml:brushProperty name="height" value="0.05" units="cm"/>
    </inkml:brush>
  </inkml:definitions>
  <inkml:trace contextRef="#ctx0" brushRef="#br0">35 230 24575,'-26'-60'0,"24"55"0,0-1 0,1 0 0,0 0 0,0 0 0,0 0 0,0 0 0,1 0 0,1-9 0,-1 14 0,0 1 0,0-1 0,0 1 0,1-1 0,-1 0 0,0 1 0,0-1 0,0 1 0,1-1 0,-1 1 0,0-1 0,1 1 0,-1-1 0,0 1 0,1 0 0,-1-1 0,1 1 0,-1-1 0,1 1 0,-1 0 0,1 0 0,-1-1 0,1 1 0,-1 0 0,1 0 0,-1-1 0,1 1 0,-1 0 0,1 0 0,-1 0 0,1 0 0,0 0 0,-1 0 0,1 0 0,-1 0 0,1 0 0,-1 0 0,1 0 0,1 1 0,25 8 0,-23-7 0,32 14 0,77 31 0,-96-41 0,0-1 0,0-1 0,0-1 0,35 2 0,-49-4 0,1-1 0,0 0 0,-1-1 0,1 1 0,-1 0 0,1-1 0,-1 0 0,1 0 0,-1 0 0,0 0 0,1-1 0,-1 1 0,0-1 0,0 0 0,0 0 0,0 0 0,0 0 0,-1-1 0,1 1 0,-1-1 0,1 1 0,2-6 0,-3 5 0,0-1 0,-1 0 0,1 1 0,-1-1 0,0 0 0,0 0 0,0 0 0,-1 0 0,1 0 0,-1 0 0,0 0 0,0 1 0,-1-1 0,1 0 0,-1 0 0,0 0 0,0 0 0,0 0 0,0 0 0,-3-4 0,2 4 0,0-1 0,0 0 0,-1 0 0,0 1 0,0-1 0,0 1 0,-1 0 0,1 0 0,-1 0 0,0 1 0,0-1 0,0 1 0,-1 0 0,1 0 0,-7-3 0,7 5 0,0 0 0,0-1 0,0 2 0,0-1 0,0 0 0,0 1 0,0 0 0,0 0 0,0 0 0,0 0 0,0 1 0,0-1 0,0 1 0,0 0 0,0 0 0,0 1 0,0-1 0,1 1 0,-1 0 0,-5 3 0,-5 6-118,1 0 0,0 0 0,1 1 0,0 1-1,1 0 1,0 0 0,-10 19 0,16-24-302,-17 23-6406</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32.176"/>
    </inkml:context>
    <inkml:brush xml:id="br0">
      <inkml:brushProperty name="width" value="0.05" units="cm"/>
      <inkml:brushProperty name="height" value="0.05" units="cm"/>
    </inkml:brush>
  </inkml:definitions>
  <inkml:trace contextRef="#ctx0" brushRef="#br0">0 49 24575,'0'-6'0,"0"-5"0,0-5 0,0 5 0,4 7 0,3 7 0,4 9 0,3 13 0,6 7 0,9 9 0,5 2 0,7 5 0,-4-7-8191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37.164"/>
    </inkml:context>
    <inkml:brush xml:id="br0">
      <inkml:brushProperty name="width" value="0.05" units="cm"/>
      <inkml:brushProperty name="height" value="0.05" units="cm"/>
    </inkml:brush>
  </inkml:definitions>
  <inkml:trace contextRef="#ctx0" brushRef="#br0">20 19 24575,'-1'0'0,"0"0"0,-1 0 0,1 0 0,-1 0 0,1 1 0,0-1 0,-1 0 0,1 1 0,0-1 0,-1 1 0,-1 1 0,2 3 0,12-1 0,26 0 0,0-2 0,49-2 0,-44-1 0,451-17-446,11 0-12,260 17-757,-738 1-4857</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37.626"/>
    </inkml:context>
    <inkml:brush xml:id="br0">
      <inkml:brushProperty name="width" value="0.05" units="cm"/>
      <inkml:brushProperty name="height" value="0.05" units="cm"/>
    </inkml:brush>
  </inkml:definitions>
  <inkml:trace contextRef="#ctx0" brushRef="#br0">1 19 24575,'815'21'-662,"-774"-19"624,343 11-67,-4-33 115,-362 19-113,25-5 322,-40 5-323,-1 1 1,1-1-1,-1 0 0,1 0 0,-1 0 1,1 0-1,-1 0 0,1-1 0,-1 1 1,0-1-1,0 1 0,3-4 0,0-5-6059</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42.621"/>
    </inkml:context>
    <inkml:brush xml:id="br0">
      <inkml:brushProperty name="width" value="0.05" units="cm"/>
      <inkml:brushProperty name="height" value="0.05" units="cm"/>
    </inkml:brush>
  </inkml:definitions>
  <inkml:trace contextRef="#ctx0" brushRef="#br0">6370 1480 24575,'-1'-8'0,"-1"0"0,1 0 0,-1 0 0,-1 1 0,1-1 0,-1 0 0,-1 1 0,1 0 0,-1 0 0,-1 0 0,1 0 0,-1 0 0,-8-8 0,-11-11 0,-52-44 0,-1 9-144,-3 4 0,-155-84 0,-193-62-288,50 48-457,-531-144 1,-429 22-888,973 235 1477,-389 6 1,-367 73 27,711-10 5017,309-16-5572,79-8-6000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42.980"/>
    </inkml:context>
    <inkml:brush xml:id="br0">
      <inkml:brushProperty name="width" value="0.05" units="cm"/>
      <inkml:brushProperty name="height" value="0.05" units="cm"/>
    </inkml:brush>
  </inkml:definitions>
  <inkml:trace contextRef="#ctx0" brushRef="#br0">415 107 24575,'1'-33'0,"0"19"0,-1 0 0,-3-27 0,3 41 0,0 0 0,0 0 0,0-1 0,0 1 0,0 0 0,0 0 0,0 0 0,0-1 0,0 1 0,0 0 0,0 0 0,-1 0 0,1-1 0,0 1 0,0 0 0,0 0 0,0 0 0,0 0 0,-1 0 0,1-1 0,0 1 0,0 0 0,0 0 0,-1 0 0,1 0 0,0 0 0,0 0 0,0 0 0,-1 0 0,1 0 0,0 0 0,0 0 0,0 0 0,-1 0 0,1 0 0,0 0 0,0 0 0,0 0 0,-1 0 0,1 0 0,0 0 0,0 0 0,0 0 0,-1 0 0,1 0 0,0 0 0,0 0 0,0 0 0,-1 1 0,1-1 0,0 0 0,0 0 0,0 0 0,0 0 0,0 0 0,-1 1 0,1-1 0,-12 12 0,11-10 0,-41 41 0,-1-2 0,-2-2 0,-1-2 0,-2-2 0,-90 50 0,135-84 0,0 1 0,-1 0 0,1 0 0,0 1 0,1-1 0,-6 5 0,8-7 0,-1 1 0,1 0 0,0-1 0,-1 1 0,1 0 0,0-1 0,-1 1 0,1 0 0,0-1 0,0 1 0,-1 0 0,1 0 0,0-1 0,0 1 0,0 0 0,0 0 0,0-1 0,0 1 0,0 0 0,0 0 0,1-1 0,-1 1 0,0 0 0,0 0 0,1-1 0,-1 1 0,0 0 0,1-1 0,-1 1 0,0-1 0,1 1 0,-1 0 0,1-1 0,-1 1 0,1-1 0,0 1 0,-1-1 0,1 1 0,0 0 0,19 12 0,0 0 0,0-1 0,26 11 0,-5-3 0,167 82-1365,-142-70-5461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43.853"/>
    </inkml:context>
    <inkml:brush xml:id="br0">
      <inkml:brushProperty name="width" value="0.05" units="cm"/>
      <inkml:brushProperty name="height" value="0.05" units="cm"/>
    </inkml:brush>
  </inkml:definitions>
  <inkml:trace contextRef="#ctx0" brushRef="#br0">2980 276 24575,'1'-10'0,"-1"1"0,-1-1 0,1 0 0,-2 1 0,1-1 0,-1 1 0,-1-1 0,1 1 0,-2 0 0,1 0 0,-1 0 0,-1 0 0,0 1 0,0 0 0,0 0 0,-8-8 0,3 5 0,-1 1 0,0 1 0,-1-1 0,0 2 0,0 0 0,-1 0 0,0 1 0,0 1 0,-1 0 0,0 1 0,0 0 0,0 1 0,-1 1 0,-16-2 0,-13 0 0,0 3 0,1 1 0,-68 7 0,-134 24-445,-459 118-1,546-106 446,-284 120 0,374-131 0,1 4 0,2 2 0,2 3 0,1 3 0,2 3 0,-76 75 0,87-69 1,2 2-1,3 1 0,-67 113 1,86-124-4,2 2-1,2 0 1,2 2 0,2 0 0,3 1-1,-10 55 1,19-77-5,2 1-1,1 0 1,2 0-1,0 0 1,2-1-1,1 1 1,11 45-1,-9-52 6,2-1-1,0-1 1,2 1 0,0-2-1,1 1 1,0-1 0,2 0-1,0-1 1,1-1 0,27 27 0,-10-17-55,0-2 1,2-1-1,0-2 1,1 0-1,1-3 1,1-1-1,42 14 1,-8-7-96,1-4-1,137 22 1,-48-24-94,1-7-1,197-11 1,319-66-1673,29-66 1553,-492 77 266,256-104 1,-371 120-263,-1-5 0,130-81 0,-185 97 422,-1-2 1,59-57-1,-75 62-59,-1-1-1,-2-1 0,-1-1 0,28-48 1,-38 56 81,-1-1 0,-2 1 1,0-1-1,-1-1 1,-1 0-1,0 0 0,-2 0 1,-1 0-1,-1-1 0,-1 1 1,0-1-1,-2 1 1,-1-1-1,-5-24 0,2 22-74,-2 0 0,-1 0 0,-1 0 0,-1 1 0,-1 1 0,-1 0 0,-1 0 0,-1 1 0,-1 1 0,-1 0 0,-1 1-1,-20-18 1,7 11 107,-1 1 0,-1 1 0,-1 2 0,-55-29 0,33 25 20,-1 2 0,-82-23 0,12 15-635,-1 6 0,-135-11 0,9 12-2389</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49.404"/>
    </inkml:context>
    <inkml:brush xml:id="br0">
      <inkml:brushProperty name="width" value="0.05" units="cm"/>
      <inkml:brushProperty name="height" value="0.05" units="cm"/>
    </inkml:brush>
  </inkml:definitions>
  <inkml:trace contextRef="#ctx0" brushRef="#br0">670 160 24575,'1'0'0,"0"0"0,1-1 0,-1 1 0,0-1 0,0 1 0,0-1 0,0 1 0,0-1 0,0 0 0,0 0 0,0 1 0,0-1 0,0 0 0,0 0 0,0 0 0,-1 0 0,1 0 0,0 0 0,-1 0 0,1 0 0,-1 0 0,1-1 0,-1 1 0,1 0 0,-1-2 0,7-30 0,-7 29 0,0 0 0,0 0 0,0 0 0,-1-1 0,0 2 0,1-1 0,-1 0 0,-1 0 0,1 0 0,-1 0 0,1 1 0,-1-1 0,0 0 0,0 1 0,-1 0 0,1 0 0,-1-1 0,1 1 0,-1 1 0,0-1 0,0 0 0,0 1 0,-1-1 0,-6-2 0,4 2 0,-1 0 0,1 1 0,-1 0 0,0 1 0,0-1 0,0 1 0,1 1 0,-1-1 0,0 1 0,0 0 0,0 1 0,0 0 0,-13 3 0,-4 3 0,1 1 0,0 1 0,0 1 0,1 1 0,0 1 0,1 1 0,0 1 0,1 0 0,1 2 0,-24 24 0,14-10 0,2 2 0,1 0 0,1 2 0,2 0 0,-27 55 0,33-53 0,1 0 0,2 2 0,2-1 0,1 2 0,2-1 0,2 1 0,-4 49 0,10-61 0,1 1 0,1-1 0,1 0 0,1 0 0,2 0 0,1 0 0,0-1 0,2 0 0,2 0 0,0-1 0,19 34 0,-13-34 0,1 0 0,1-1 0,0-1 0,2-1 0,1 0 0,1-2 0,0 0 0,39 24 0,-30-24 0,1-2 0,1-1 0,1-2 0,0-1 0,1-1 0,59 12 0,-57-18 0,0-1 0,0-3 0,0 0 0,1-3 0,-1-1 0,58-9 0,-65 5 0,0-2 0,-1-1 0,0-1 0,0-2 0,-1-1 0,0-1 0,-1-1 0,32-23 0,-40 23 0,-1-1 0,0 0 0,-1-2 0,-1 0 0,-1-1 0,0 0 0,-1-1 0,-1-1 0,-1 0 0,-1-1 0,-1 0 0,12-33 0,-13 24 0,-1 0 0,-2-1 0,-1 0 0,-1 0 0,-1 0 0,-2 0 0,-1 0 0,-9-61 0,2 52 0,-1 0 0,-2 0 0,-3 1 0,0 0 0,-38-72 0,38 88 0,0 1 0,-1 0 0,-1 1 0,-1 1 0,-1 1 0,-1 0 0,-1 1 0,0 1 0,-1 1 0,-36-22 0,41 30-195,0 0 0,-1 2 0,1 0 0,-2 0 0,1 2 0,-29-5 0,-13 4-6631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49.947"/>
    </inkml:context>
    <inkml:brush xml:id="br0">
      <inkml:brushProperty name="width" value="0.05" units="cm"/>
      <inkml:brushProperty name="height" value="0.05" units="cm"/>
    </inkml:brush>
  </inkml:definitions>
  <inkml:trace contextRef="#ctx0" brushRef="#br0">328 1 24575,'-5'5'0,"1"0"0,0 1 0,0-1 0,0 1 0,1 0 0,0 0 0,0 0 0,1 1 0,0-1 0,-2 9 0,-2 11 0,-2 34 0,4-21 0,-28 155 0,-81 271 0,102-431 0,-2-2 0,-1 1 0,-1-2 0,-1 0 0,-33 44 0,48-74 0,0 0 0,0 0 0,1 1 0,-1-1 0,0 0 0,1 0 0,-1 0 0,1 0 0,-1 1 0,1-1 0,-1 0 0,1 1 0,0-1 0,0 0 0,0 3 0,0-4 0,0 1 0,0-1 0,1 1 0,-1-1 0,0 1 0,0-1 0,1 1 0,-1-1 0,0 1 0,1-1 0,-1 0 0,1 1 0,-1-1 0,0 0 0,1 1 0,-1-1 0,1 0 0,-1 0 0,1 1 0,-1-1 0,1 0 0,-1 0 0,1 0 0,0 0 0,0 1 0,6-1 0,-1 0 0,1 0 0,0 0 0,12-2 0,-8 0 0,58-4 0,0 2 0,1 4 0,-1 3 0,1 3 0,104 22 0,37 26 0,-104-24 0,113 15 0,-203-42 0,-1-2 0,1 1 0,0-2 0,0-1 0,21-3 0,-32 4 0,-1-1 0,0-1 0,0 1 0,0-1 0,0 0 0,0 0 0,-1 0 0,1-1 0,-1 1 0,1-1 0,-1 0 0,0-1 0,0 1 0,0-1 0,-1 0 0,1 0 0,-1 0 0,0 0 0,0 0 0,5-10 0,-3 1 0,-1-1 0,0 0 0,-1 0 0,0 0 0,-1 0 0,-1 0 0,0 0 0,-2-24 0,-19-116 0,17 138 0,-23-114 0,-5 1 0,-77-200 0,105 322 0,-6-15 0,0 0 0,-17-27 0,23 44 0,0 0 0,0 1 0,0-1 0,-1 1 0,1 0 0,-1 0 0,0 0 0,0 1 0,-1-1 0,1 1 0,-1 0 0,0 0 0,1 1 0,-1-1 0,-1 1 0,-4-2 0,8 4-41,-1-1 0,1 1-1,0 0 1,-1 0-1,1 0 1,0 0 0,-1 0-1,1 0 1,0 1 0,-1-1-1,1 1 1,0 0-1,0-1 1,0 1 0,-1 0-1,1 0 1,0 1 0,0-1-1,0 0 1,1 1-1,-1-1 1,0 1 0,0-1-1,1 1 1,-1 0 0,1 0-1,0 0 1,-1 0-1,1 0 1,0 0 0,0 0-1,-1 3 1,-3 11-6785</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50.569"/>
    </inkml:context>
    <inkml:brush xml:id="br0">
      <inkml:brushProperty name="width" value="0.05" units="cm"/>
      <inkml:brushProperty name="height" value="0.05" units="cm"/>
    </inkml:brush>
  </inkml:definitions>
  <inkml:trace contextRef="#ctx0" brushRef="#br0">12 3108 24575,'-1'0'0,"1"0"0,-1 0 0,1 0 0,-1 0 0,1 0 0,0 0 0,-1 0 0,1 0 0,-1 0 0,1 0 0,-1 0 0,1 1 0,0-1 0,-1 0 0,1 0 0,-1 0 0,1 1 0,0-1 0,-1 0 0,1 1 0,0-1 0,-1 0 0,1 1 0,0-1 0,0 0 0,-1 1 0,1-1 0,0 0 0,0 1 0,0-1 0,-1 2 0,3 15 0,14 15 0,-10-24 0,1-1 0,1 1 0,-1-2 0,1 1 0,0-1 0,0 0 0,1-1 0,0 1 0,16 5 0,4 1 0,57 15 0,-5-10 0,1-2 0,0-5 0,1-3 0,86-3 0,-36-10 0,233-40 0,-296 32 0,0-2 0,-1-3 0,-1-3 0,115-55 0,-150 60 0,-1-2 0,0-1 0,-2-1 0,0-2 0,-2-1 0,0-1 0,-2-2 0,0 0 0,-2-2 0,39-61 0,-38 44-51,-2-1 0,-3-1 1,-1-1-1,-2-1 0,-3-1 0,-2 0 0,6-52 0,-7 1-218,-5 0 0,-10-168 0,-11 102-7,-7 1 0,-8 2-1,-62-199 1,25 158 41,-9 4-1,-108-205 1,171 380 254,-4-7 152,-1 0 1,-1 1 0,-31-40 0,50 73-144,0 0 1,-1 0 0,1-1 0,0 1-1,0 0 1,0-1 0,0 1 0,0 0-1,-1 0 1,1-1 0,0 1 0,0 0-1,-1 0 1,1 0 0,0-1 0,0 1-1,-1 0 1,1 0 0,0 0 0,0 0-1,-1-1 1,1 1 0,0 0 0,-1 0-1,1 0 1,0 0 0,-1 0 0,1 0-1,0 0 1,-1 0 0,1 0 0,-1 0 0,1 11 796,8 15-1736,-2-7-5824</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50.974"/>
    </inkml:context>
    <inkml:brush xml:id="br0">
      <inkml:brushProperty name="width" value="0.05" units="cm"/>
      <inkml:brushProperty name="height" value="0.05" units="cm"/>
    </inkml:brush>
  </inkml:definitions>
  <inkml:trace contextRef="#ctx0" brushRef="#br0">113 235 24575,'0'-1'0,"0"1"0,0 0 0,0-1 0,0 1 0,0 0 0,0 0 0,0-1 0,0 1 0,0 0 0,0 0 0,0-1 0,0 1 0,0 0 0,0-1 0,0 1 0,0 0 0,0 0 0,-1-1 0,1 1 0,0 0 0,0 0 0,0-1 0,0 1 0,0 0 0,-1 0 0,1 0 0,0-1 0,0 1 0,0 0 0,-1 0 0,1 0 0,0 0 0,0-1 0,-1 1 0,1 0 0,0 0 0,0 0 0,-1 0 0,-10 6 0,-7 15 0,5 11 0,1 1 0,1-1 0,2 2 0,-4 33 0,8-46 0,-10 95 0,24-182 0,3 1 0,2 0 0,4 1 0,48-116 0,-59 163 0,1 1 0,1 0 0,0 1 0,1 0 0,14-17 0,-21 29 0,0 0 0,-1 0 0,1 0 0,1 0 0,-1 1 0,0-1 0,1 1 0,-1 0 0,1 0 0,0 0 0,-1 0 0,1 1 0,0 0 0,0 0 0,0 0 0,0 0 0,0 0 0,0 1 0,1 0 0,-1 0 0,0 0 0,0 0 0,0 1 0,0-1 0,0 1 0,0 0 0,0 0 0,7 3 0,-1 2 0,1 0 0,-1 0 0,-1 1 0,1 0 0,-1 0 0,0 1 0,-1 1 0,13 14 0,4 12 0,23 37 0,-43-64 0,94 163-1365,-54-88-5461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51.364"/>
    </inkml:context>
    <inkml:brush xml:id="br0">
      <inkml:brushProperty name="width" value="0.05" units="cm"/>
      <inkml:brushProperty name="height" value="0.05" units="cm"/>
    </inkml:brush>
  </inkml:definitions>
  <inkml:trace contextRef="#ctx0" brushRef="#br0">51 147 24575,'-3'-3'0,"-7"-4"0,-6-4 0,1-3 0,9 0 0,11 3 0,15 4 0,16 2 0,18-1 0,18 1 0,16 1 0,9-2 0,6 0 0,2-1 0,-5-1 0,-10-1 0,-17-3 0,-21 1-8191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51.535"/>
    </inkml:context>
    <inkml:brush xml:id="br0">
      <inkml:brushProperty name="width" value="0.05" units="cm"/>
      <inkml:brushProperty name="height" value="0.05" units="cm"/>
    </inkml:brush>
  </inkml:definitions>
  <inkml:trace contextRef="#ctx0" brushRef="#br0">46 0 24575,'-6'3'0,"-6"4"0,0 8 0,2 9 0,5 12 0,7 11 0,7 10 0,4 12 0,3 12 0,6 11 0,5 6 0,1 5 0,1 1 0,4-2 0,-3-3 0,2-8 0,-3-11 0,-6-18-8191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51.740"/>
    </inkml:context>
    <inkml:brush xml:id="br0">
      <inkml:brushProperty name="width" value="0.05" units="cm"/>
      <inkml:brushProperty name="height" value="0.05" units="cm"/>
    </inkml:brush>
  </inkml:definitions>
  <inkml:trace contextRef="#ctx0" brushRef="#br0">1 45 24575,'3'-6'0,"4"-6"0,7 0 0,5 2 0,2 5 0,0 10 0,0 14 0,3 13 0,3 10 0,4 10 0,2 10 0,3 3 0,0 0 0,1-2 0,1-5 0,0-10 0,-4-12 0,-8-13-8191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51.879"/>
    </inkml:context>
    <inkml:brush xml:id="br0">
      <inkml:brushProperty name="width" value="0.05" units="cm"/>
      <inkml:brushProperty name="height" value="0.05" units="cm"/>
    </inkml:brush>
  </inkml:definitions>
  <inkml:trace contextRef="#ctx0" brushRef="#br0">371 50 24575,'-3'-6'0,"-4"-9"0,-4-1 0,-4 4 0,-5 12 0,-2 17 0,-4 19 0,-4 16 0,-6 14 0,-3 12 0,-1 8 0,3 3 0,1-6 0,7-6 0,9-17-8191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52.018"/>
    </inkml:context>
    <inkml:brush xml:id="br0">
      <inkml:brushProperty name="width" value="0.05" units="cm"/>
      <inkml:brushProperty name="height" value="0.05" units="cm"/>
    </inkml:brush>
  </inkml:definitions>
  <inkml:trace contextRef="#ctx0" brushRef="#br0">0 11 24575,'3'-3'0,"5"-1"0,3 0 0,0 4 0,2 5 0,-3 5 0,-1 4 0,-4-1-8191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55.632"/>
    </inkml:context>
    <inkml:brush xml:id="br0">
      <inkml:brushProperty name="width" value="0.05" units="cm"/>
      <inkml:brushProperty name="height" value="0.05" units="cm"/>
    </inkml:brush>
  </inkml:definitions>
  <inkml:trace contextRef="#ctx0" brushRef="#br0">120 145 24575,'-6'0'0,"-6"-3"0,-6-1 0,-7 0 0,-5 1 0,9 0 0,13-1 0,19-1 0,19-3 0,17 1 0,17-2 0,12-3 0,10 1 0,2-1 0,-1-1 0,-9-2 0,-12-2 0,-17 3-8191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55.773"/>
    </inkml:context>
    <inkml:brush xml:id="br0">
      <inkml:brushProperty name="width" value="0.05" units="cm"/>
      <inkml:brushProperty name="height" value="0.05" units="cm"/>
    </inkml:brush>
  </inkml:definitions>
  <inkml:trace contextRef="#ctx0" brushRef="#br0">111 0 24575,'-6'6'0,"-9"9"0,-4 7 0,-3 11 0,3 7 0,5 11 0,4 9 0,5 6 0,5 5 0,6 3 0,6 1 0,3 0 0,-1-2 0,1-9 0,-2-4 0,-1-11 0,-2-12-8191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55.961"/>
    </inkml:context>
    <inkml:brush xml:id="br0">
      <inkml:brushProperty name="width" value="0.05" units="cm"/>
      <inkml:brushProperty name="height" value="0.05" units="cm"/>
    </inkml:brush>
  </inkml:definitions>
  <inkml:trace contextRef="#ctx0" brushRef="#br0">0 185 24575,'3'-9'0,"1"-13"0,3-8 0,4-6 0,5 0 0,5 6 0,0 12 0,4 15 0,3 14 0,1 15 0,1 11 0,2 11 0,2 2 0,1 2 0,-2 2 0,-1-2 0,2-7 0,-7-11-8191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56.131"/>
    </inkml:context>
    <inkml:brush xml:id="br0">
      <inkml:brushProperty name="width" value="0.05" units="cm"/>
      <inkml:brushProperty name="height" value="0.05" units="cm"/>
    </inkml:brush>
  </inkml:definitions>
  <inkml:trace contextRef="#ctx0" brushRef="#br0">227 1 24575,'-3'0'0,"-4"0"0,-5 6 0,-2 8 0,-3 9 0,-4 8 0,-2 10 0,-3 7 0,-1 4 0,2 3 0,5 2 0,2-3 0,5-11-8191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56.290"/>
    </inkml:context>
    <inkml:brush xml:id="br0">
      <inkml:brushProperty name="width" value="0.05" units="cm"/>
      <inkml:brushProperty name="height" value="0.05" units="cm"/>
    </inkml:brush>
  </inkml:definitions>
  <inkml:trace contextRef="#ctx0" brushRef="#br0">0 24 24575,'7'-3'0,"4"-5"0,5 0 0,-2 4 0,-2 6 0,-4 5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57.002"/>
    </inkml:context>
    <inkml:brush xml:id="br0">
      <inkml:brushProperty name="width" value="0.05" units="cm"/>
      <inkml:brushProperty name="height" value="0.05" units="cm"/>
    </inkml:brush>
  </inkml:definitions>
  <inkml:trace contextRef="#ctx0" brushRef="#br0">1 316 24575,'1'0'0,"1"1"0,-1-1 0,1 1 0,-1-1 0,1 1 0,-1-1 0,1 1 0,-1 0 0,0 0 0,1 0 0,-1 0 0,0 0 0,0 0 0,1 0 0,-1 0 0,0 1 0,0-1 0,0 0 0,-1 1 0,1-1 0,0 0 0,0 1 0,0 2 0,12 38 0,22 170 0,-9-46 0,-2-24 0,-48-265 0,4 0 0,-4-172 0,22 245 0,8-62 0,-5 97 0,1 0 0,1 0 0,0 0 0,1 1 0,1-1 0,0 1 0,1 0 0,13-21 0,-17 31 0,0 1 0,1-1 0,0 1 0,-1 0 0,1 0 0,1 0 0,-1 0 0,0 0 0,1 1 0,-1-1 0,1 1 0,0 0 0,-1 0 0,1 1 0,0-1 0,0 1 0,0 0 0,1 0 0,-1 0 0,0 0 0,0 1 0,1-1 0,4 2 0,-1 0 0,0 0 0,-1 1 0,1 0 0,0 0 0,-1 1 0,1 0 0,-1 0 0,0 1 0,0 0 0,0 0 0,9 8 0,0 0 0,-1 2 0,0 0 0,-1 1 0,0 0 0,-1 1 0,-1 0 0,15 28 0,-22-36 0,-1 0 0,0 0 0,-1 0 0,0 0 0,0 1 0,-1 0 0,0-1 0,0 1 0,-1 0 0,0 0 0,-1 0 0,0 0 0,0 0 0,-1 0 0,0 0 0,-1 0 0,1 0 0,-2-1 0,-4 13 0,2-11 0,0 0 0,-1 0 0,0-1 0,-1 0 0,0 0 0,-1 0 0,0-1 0,-15 13 0,-2-3 0,-51 29 0,76-47 0,0 0 0,0 0 0,0 0 0,0 0 0,0 0 0,0 0 0,0 0 0,0 0 0,0 0 0,-1 1 0,1-1 0,0 0 0,0 0 0,0 0 0,0 0 0,0 0 0,0 0 0,0 0 0,0 0 0,0 0 0,0 0 0,0 1 0,0-1 0,0 0 0,0 0 0,0 0 0,0 0 0,0 0 0,0 0 0,0 0 0,0 0 0,0 0 0,0 0 0,0 1 0,0-1 0,0 0 0,0 0 0,0 0 0,0 0 0,1 0 0,-1 0 0,0 0 0,0 0 0,0 0 0,0 0 0,0 0 0,0 0 0,0 0 0,0 0 0,0 1 0,0-1 0,0 0 0,0 0 0,1 0 0,-1 0 0,0 0 0,0 0 0,0 0 0,0 0 0,0 0 0,0 0 0,0 0 0,0 0 0,12 4 0,19 2 0,-29-6 0,31 6 0,-1 1 0,43 17 0,-62-19 0,-1 0 0,1 1 0,-2 0 0,1 1 0,-1 0 0,0 1 0,0 0 0,16 17 0,-25-22 0,1 0 0,-1 0 0,0 0 0,1 0 0,-1 0 0,-1 1 0,1-1 0,-1 1 0,1-1 0,-1 1 0,0 0 0,0-1 0,0 1 0,-1 0 0,1 0 0,-1 0 0,0-1 0,0 1 0,-1 6 0,-1-5 0,1-1 0,-1 1 0,1 0 0,-1-1 0,-1 1 0,1-1 0,-1 0 0,1 0 0,-1 0 0,0 0 0,-1 0 0,1-1 0,-1 1 0,1-1 0,-5 3 0,-6 3 49,1 0 0,-1-1 0,-1-1-1,0 0 1,0-1 0,-18 5 0,4-3-618,-1-2 0,-40 4 0,21-6-6257</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57.364"/>
    </inkml:context>
    <inkml:brush xml:id="br0">
      <inkml:brushProperty name="width" value="0.05" units="cm"/>
      <inkml:brushProperty name="height" value="0.05" units="cm"/>
    </inkml:brush>
  </inkml:definitions>
  <inkml:trace contextRef="#ctx0" brushRef="#br0">60 1 24575,'-1'23'0,"-2"1"0,0 0 0,-1-1 0,-1 0 0,-12 33 0,10-33 0,1 0 0,1 1 0,-2 34 0,6-49 0,1-1 0,0 1 0,0 0 0,1-1 0,0 1 0,1 0 0,0-1 0,0 1 0,0-1 0,1 0 0,1 0 0,7 14 0,-9-19 0,0 0 0,0-1 0,0 1 0,1 0 0,-1-1 0,1 0 0,-1 1 0,1-1 0,0 0 0,0 0 0,0-1 0,0 1 0,0-1 0,0 1 0,1-1 0,-1 0 0,0 0 0,1 0 0,-1-1 0,1 1 0,-1-1 0,1 0 0,-1 0 0,1 0 0,4-1 0,-3 0 0,0 0 0,0-1 0,0 0 0,0 0 0,0 0 0,0 0 0,-1-1 0,1 0 0,-1 0 0,0 0 0,0 0 0,0-1 0,0 0 0,0 0 0,-1 0 0,4-5 0,2-6 0,0-1 0,-1 0 0,0-1 0,-2 0 0,10-34 0,-11 26 0,0-1 0,-1 1 0,0-41 0,-4 62-151,0-1-1,-1 1 0,1-1 0,-1 0 1,0 1-1,0 0 0,0-1 1,-3-5-1,-4-4-6674</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57.627"/>
    </inkml:context>
    <inkml:brush xml:id="br0">
      <inkml:brushProperty name="width" value="0.05" units="cm"/>
      <inkml:brushProperty name="height" value="0.05" units="cm"/>
    </inkml:brush>
  </inkml:definitions>
  <inkml:trace contextRef="#ctx0" brushRef="#br0">113 269 24575,'0'-44'0,"-3"0"0,-1 0 0,-14-64 0,9 84 0,1 19 0,7 5 0,1 1 0,-1-1 0,1 1 0,-1-1 0,1 0 0,-1 1 0,1-1 0,-1 1 0,1-1 0,-1 1 0,1 0 0,-1-1 0,1 1 0,0-1 0,-1 1 0,1 0 0,0-1 0,-1 2 0,-7 23 0,1 0 0,2 1 0,0 0 0,1 0 0,0 28 0,0-3 0,-19 243 0,21-222 0,4 0 0,11 79 0,-8-115 114,2 0 0,23 70 0,-26-96-228,0 0 0,0 0 0,1 0 0,0 0 1,1-1-1,0 0 0,0 0 0,1 0 1,1-1-1,-1 0 0,1 0 0,1-1 1,-1 0-1,13 7 0,5-2-6712</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57.830"/>
    </inkml:context>
    <inkml:brush xml:id="br0">
      <inkml:brushProperty name="width" value="0.05" units="cm"/>
      <inkml:brushProperty name="height" value="0.05" units="cm"/>
    </inkml:brush>
  </inkml:definitions>
  <inkml:trace contextRef="#ctx0" brushRef="#br0">31 238 24575,'32'-224'0,"-32"210"0,-4 18 0,-5 23 0,-9 71 0,4 1 0,4 0 0,4 1 0,5 0 0,4 0 0,5-1 0,22 113 0,-12-116-1365,-13-65-5461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58.156"/>
    </inkml:context>
    <inkml:brush xml:id="br0">
      <inkml:brushProperty name="width" value="0.05" units="cm"/>
      <inkml:brushProperty name="height" value="0.05" units="cm"/>
    </inkml:brush>
  </inkml:definitions>
  <inkml:trace contextRef="#ctx0" brushRef="#br0">123 457 24575,'-15'-11'0,"0"0"0,1-1 0,1-1 0,-1 0 0,2-1 0,-21-28 0,33 41 0,-1 1 0,0-1 0,1 0 0,-1 1 0,1-1 0,-1 0 0,1 1 0,0-1 0,-1 0 0,1 0 0,0 1 0,-1-1 0,1 0 0,0 0 0,0 0 0,0 0 0,0 1 0,0-1 0,-1 0 0,2 0 0,-1 0 0,0 0 0,0 1 0,0-1 0,0 0 0,0 0 0,1 0 0,-1 1 0,0-1 0,1 0 0,-1 0 0,1 1 0,-1-1 0,1 0 0,-1 1 0,1-1 0,-1 0 0,1 1 0,-1-1 0,1 1 0,0-1 0,-1 1 0,1-1 0,0 1 0,0 0 0,-1-1 0,1 1 0,0 0 0,0 0 0,0-1 0,-1 1 0,3 0 0,6-2 0,0 1 0,1 1 0,-1-1 0,10 2 0,-6 0 0,404-23 0,-342 12 0,-1-4 0,0-3 0,108-38 0,-177 53 0,21-8 0,41-22 0,-61 29 0,-1 0 0,0 0 0,0-1 0,0 0 0,0 0 0,0 0 0,-1 0 0,0-1 0,0 0 0,0 0 0,0 0 0,-1 0 0,5-9 0,-8 12 0,1 0 0,0 0 0,-1 0 0,1 0 0,-1 0 0,0 0 0,1 0 0,-1 0 0,0 0 0,0 0 0,0 0 0,-1 0 0,1 0 0,0 0 0,-1 0 0,1 0 0,-1 1 0,0-1 0,0 0 0,0 0 0,0 0 0,0 1 0,0-1 0,0 0 0,0 1 0,-1-1 0,1 1 0,-1-1 0,1 1 0,-1 0 0,1 0 0,-1 0 0,0-1 0,1 2 0,-1-1 0,0 0 0,-2-1 0,-3 0 0,1 0 0,-1 0 0,1 0 0,-1 1 0,0 0 0,0 1 0,0-1 0,0 1 0,-12 2 0,1 1 0,1 1 0,0 1 0,1 1 0,-1 0 0,1 2 0,0-1 0,1 2 0,0 0 0,-23 18 0,22-14 0,1 1 0,0 0 0,0 1 0,2 1 0,0 0 0,1 1 0,-20 35 0,28-44 0,0 1 0,1 0 0,0-1 0,1 1 0,0 0 0,0 0 0,1 0 0,0 0 0,0 0 0,1 11 0,1-14 0,-1-1 0,1 1 0,0-1 0,1 1 0,-1-1 0,1 0 0,0 0 0,1 0 0,-1 0 0,1 0 0,0 0 0,0-1 0,0 1 0,1-1 0,-1 0 0,1 0 0,0 0 0,5 3 0,29 15-1365,0-5-5461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7:58.486"/>
    </inkml:context>
    <inkml:brush xml:id="br0">
      <inkml:brushProperty name="width" value="0.05" units="cm"/>
      <inkml:brushProperty name="height" value="0.05" units="cm"/>
    </inkml:brush>
  </inkml:definitions>
  <inkml:trace contextRef="#ctx0" brushRef="#br0">23 351 24575,'-2'-24'0,"0"0"0,-1 0 0,-9-28 0,10 40 0,0-4 0,2 16 0,0 0 0,0 0 0,0-1 0,0 1 0,0 0 0,0 0 0,0 0 0,0 0 0,0 0 0,0 0 0,0 0 0,0-1 0,0 1 0,1 0 0,-1 0 0,0 0 0,0 0 0,0 0 0,0 0 0,0 0 0,0 0 0,0 0 0,0 0 0,0-1 0,1 1 0,-1 0 0,0 0 0,0 0 0,0 0 0,0 0 0,0 0 0,0 0 0,0 0 0,1 0 0,-1 0 0,0 0 0,0 0 0,0 0 0,0 0 0,0 0 0,0 0 0,1 0 0,-1 0 0,0 0 0,0 0 0,0 0 0,0 0 0,0 0 0,0 1 0,0-1 0,1 0 0,1 2 0,0 0 0,0 0 0,0 0 0,0 0 0,0 0 0,-1 1 0,3 4 0,16 27 0,65 119 0,-71-124 0,-2 1 0,0 0 0,10 44 0,-22-71 0,1 1 0,0-1 0,-1 0 0,0 1 0,0-1 0,0 1 0,0-1 0,-1 0 0,1 1 0,-2 3 0,2-6 0,-1-1 0,1 1 0,0-1 0,0 1 0,0-1 0,-1 1 0,1-1 0,0 0 0,-1 1 0,1-1 0,0 0 0,-1 1 0,1-1 0,0 0 0,-1 1 0,1-1 0,-1 0 0,1 0 0,-1 1 0,1-1 0,-1 0 0,1 0 0,0 0 0,-1 0 0,1 0 0,-1 0 0,0 1 0,-1-2 0,1 1 0,0-1 0,-1 1 0,1-1 0,-1 1 0,1-1 0,0 0 0,-1 0 0,1 0 0,0 0 0,0 1 0,0-2 0,-2-1 0,-3-3 0,1-1 0,0 0 0,0 0 0,1 0 0,0 0 0,0-1 0,1 0 0,0 1 0,0-1 0,1-1 0,0 1 0,0 0 0,1 0 0,0-1 0,1-12 0,0 0 0,1 0 0,2 0 0,0 1 0,0-1 0,9-23 0,-3 17 0,1 0 0,1 0 0,1 1 0,2 0 0,17-25 0,-23 39 0,1 0 0,0 1 0,0 0 0,1 1 0,1 0 0,0 1 0,0 0 0,1 0 0,0 1 0,0 1 0,1 0 0,14-6 0,-22 11-44,0 1 0,-1-1 0,1 1 0,0-1 0,0 2 0,0-1 0,0 0 0,1 1 0,-1 0 0,0 0 0,0 1 0,0-1 0,0 1 0,0 0 0,0 0 0,0 1 0,-1-1 0,1 1-1,0 0 1,-1 1 0,1-1 0,-1 1 0,0 0 0,0 0 0,0 0 0,0 0 0,0 1 0,-1 0 0,1 0 0,4 8 0,10 19-6782</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8:03.564"/>
    </inkml:context>
    <inkml:brush xml:id="br0">
      <inkml:brushProperty name="width" value="0.05" units="cm"/>
      <inkml:brushProperty name="height" value="0.05" units="cm"/>
    </inkml:brush>
  </inkml:definitions>
  <inkml:trace contextRef="#ctx0" brushRef="#br0">410 370 24575,'5'-4'0,"0"0"0,1 0 0,-1 0 0,9-3 0,16-12 0,-3-4 0,0 0 0,28-33 0,-49 49 0,1-1 0,-1 0 0,-1 0 0,1 0 0,-2 0 0,1-1 0,-1 0 0,0 0 0,-1 0 0,0 0 0,0-1 0,-1 1 0,1-12 0,-3 17 0,0 1 0,0-1 0,-1 1 0,1-1 0,-1 1 0,0 0 0,0-1 0,0 1 0,0 0 0,-1 0 0,1 0 0,-1 0 0,0 0 0,0 0 0,0 0 0,0 0 0,-1 1 0,1-1 0,-1 1 0,1 0 0,-1-1 0,0 1 0,0 0 0,0 1 0,0-1 0,0 1 0,0-1 0,0 1 0,-7-2 0,-4 0 0,0 0 0,0 0 0,0 1 0,0 1 0,0 1 0,-16 1 0,6 0 0,1 1 0,-1 1 0,0 2 0,1 0 0,0 1 0,0 2 0,0 0 0,1 1 0,0 2 0,1 0 0,0 1 0,-37 29 0,54-37 0,-1 0 0,1 0 0,0 0 0,0 1 0,0-1 0,1 1 0,0 0 0,0 0 0,0 0 0,0 1 0,1-1 0,0 1 0,0-1 0,0 1 0,0 6 0,1-6 0,1 1 0,0-1 0,1 0 0,0 0 0,0 1 0,0-1 0,1 0 0,-1 0 0,1 0 0,1-1 0,-1 1 0,1 0 0,0-1 0,5 7 0,5 6 0,1-1 0,0 0 0,1-1 0,27 22 0,76 52 0,-85-66 0,17 11 0,-7-5 0,61 55 0,-100-81 0,0 0 0,0 0 0,0 1 0,5 9 0,-8-14 0,0 1 0,-1 0 0,1 0 0,-1 0 0,0 0 0,1 1 0,-1-1 0,0 0 0,1 0 0,-1 0 0,0 0 0,0 0 0,0 0 0,0 0 0,0 0 0,0 1 0,0-1 0,-1 0 0,1 0 0,0 0 0,-1 0 0,1 0 0,-1 0 0,1 0 0,-1 0 0,1 0 0,-1 0 0,1 0 0,-1 0 0,0-1 0,0 1 0,-1 1 0,-2 1 0,0 0 0,-1 0 0,1-1 0,-1 1 0,0-1 0,1 0 0,-1-1 0,0 1 0,-6 0 0,-49 6 0,50-7 0,-198 7 342,166-10-911,0-1 0,-80-17 0,79 8-6257</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8:04.530"/>
    </inkml:context>
    <inkml:brush xml:id="br0">
      <inkml:brushProperty name="width" value="0.05" units="cm"/>
      <inkml:brushProperty name="height" value="0.05" units="cm"/>
    </inkml:brush>
  </inkml:definitions>
  <inkml:trace contextRef="#ctx0" brushRef="#br0">129 237 24575,'27'-7'0,"49"-18"0,-68 22 0,-1-1 0,1 0 0,0 0 0,-1 0 0,0-1 0,0 0 0,-1-1 0,1 0 0,-1 0 0,7-8 0,-11 11 0,0 0 0,0 0 0,0-1 0,0 1 0,-1 0 0,1-1 0,-1 1 0,0-1 0,0 0 0,-1 1 0,1-1 0,-1 0 0,1 1 0,-1-1 0,0 0 0,0 0 0,-1 1 0,1-1 0,-1 0 0,0 1 0,0-1 0,0 1 0,-1-1 0,1 1 0,-1-1 0,0 1 0,1 0 0,-2 0 0,1 0 0,-3-4 0,2 4 0,-1 0 0,1 0 0,0 0 0,-1 1 0,1-1 0,-1 1 0,1 0 0,-1 0 0,0 0 0,0 1 0,0-1 0,0 1 0,-1 0 0,1 0 0,0 0 0,0 1 0,-1 0 0,1-1 0,0 2 0,0-1 0,-1 0 0,1 1 0,0 0 0,0 0 0,0 0 0,-6 2 0,-1 3 0,-1 0 0,1 1 0,1 0 0,-1 1 0,1 0 0,1 1 0,-1 0 0,1 0 0,1 1 0,0 0 0,0 1 0,1 0 0,-8 16 0,5-7 0,1 0 0,0 1 0,2 0 0,0 0 0,2 1 0,-6 44 0,10-54 0,0 0 0,1 0 0,1 0 0,0 0 0,1 0 0,0 0 0,1 0 0,7 19 0,-9-27 0,1 0 0,-1-1 0,1 1 0,0-1 0,0 0 0,0 0 0,0 1 0,1-2 0,-1 1 0,1 0 0,0 0 0,0-1 0,0 1 0,0-1 0,0 0 0,0 0 0,1 0 0,-1 0 0,1-1 0,-1 0 0,1 1 0,0-1 0,-1 0 0,1-1 0,0 1 0,0-1 0,0 1 0,-1-1 0,1 0 0,7-2 0,-2 0 0,-1 0 0,0-1 0,0 0 0,-1 0 0,1-1 0,-1 0 0,1 0 0,-1-1 0,0 0 0,-1 0 0,1-1 0,-1 0 0,0 0 0,-1 0 0,6-8 0,8-13 0,0-1 0,19-41 0,-15 23 0,-10 19 0,21-34 0,-33 60 0,-1 1 0,0-1 0,0 0 0,1 1 0,-1-1 0,1 1 0,-1-1 0,0 1 0,1-1 0,-1 0 0,1 1 0,-1-1 0,1 1 0,0 0 0,-1-1 0,1 1 0,-1 0 0,1-1 0,0 1 0,-1 0 0,1-1 0,0 1 0,0 0 0,-1 0 0,1 0 0,1 0 0,-2 0 0,1 1 0,0-1 0,-1 1 0,1 0 0,-1-1 0,1 1 0,-1 0 0,1-1 0,-1 1 0,1 0 0,-1 0 0,0 0 0,1-1 0,-1 1 0,0 0 0,0 0 0,0 0 0,0 1 0,4 48 0,-4-45 0,-2 40 0,1-22 0,1 0 0,3 31 0,-2-48 0,-1-1 0,2 1 0,-1-1 0,1 1 0,-1-1 0,2 0 0,-1 0 0,0 0 0,1 0 0,0 0 0,0 0 0,1-1 0,-1 1 0,8 6 0,-9-9 0,1 0 0,0 0 0,0 0 0,0-1 0,0 1 0,0-1 0,0 1 0,1-1 0,-1 0 0,0-1 0,1 1 0,-1 0 0,1-1 0,-1 0 0,1 0 0,-1 0 0,1 0 0,-1 0 0,0-1 0,1 1 0,-1-1 0,0 0 0,1 0 0,-1-1 0,0 1 0,0-1 0,0 1 0,5-4 0,1-1 0,-1 0 0,1-1 0,-2 0 0,1 0 0,-1-1 0,0 0 0,0 0 0,7-12 0,0-8 0,0 0 0,-1-1 0,-2-1 0,8-34 0,-12 39 0,-1 0 0,-1 0 0,-1 0 0,0-28 0,12 208 0,-16-151 0,1 0 0,-1 1 0,1-1 0,0 0 0,1 0 0,-1 0 0,1 1 0,3 5 0,-4-9 0,0 0 0,-1 0 0,1 0 0,0 0 0,0 0 0,-1-1 0,1 1 0,0 0 0,0-1 0,0 1 0,0-1 0,0 1 0,0-1 0,0 1 0,0-1 0,0 1 0,1-1 0,-1 0 0,0 0 0,0 0 0,0 0 0,0 0 0,0 0 0,0 0 0,1 0 0,-1 0 0,0 0 0,0 0 0,0-1 0,0 1 0,0-1 0,0 1 0,0-1 0,0 1 0,0-1 0,0 1 0,0-1 0,1-1 0,4-2 0,0-1 0,0-1 0,0 1 0,-1-1 0,0 0 0,0 0 0,7-13 0,10-11 0,-21 30 0,-1-1 0,1 0 0,-1 1 0,1-1 0,-1 1 0,1-1 0,0 1 0,-1 0 0,1-1 0,0 1 0,-1-1 0,1 1 0,0 0 0,0 0 0,-1-1 0,1 1 0,0 0 0,0 0 0,-1 0 0,1 0 0,0 0 0,0 0 0,-1 0 0,1 0 0,0 0 0,0 1 0,-1-1 0,1 0 0,0 0 0,0 1 0,-1-1 0,1 0 0,0 1 0,-1-1 0,1 1 0,0-1 0,-1 0 0,1 1 0,-1 0 0,1-1 0,0 1 0,4 5 0,0-1 0,-1 1 0,7 11 0,-3-5 0,4 4 0,1-1 0,0 0 0,1 0 0,25 19 0,-32-29 0,0-1 0,0 0 0,0 0 0,1 0 0,-1-1 0,1 0 0,0 0 0,0-1 0,0 0 0,0-1 0,0 0 0,1 0 0,15-1 0,-9-1 0,-1-1 0,1-1 0,-1 0 0,0-1 0,0-1 0,-1 0 0,1-1 0,-1 0 0,0-1 0,-1-1 0,0 0 0,18-15 0,-22 17 0,-1-1 0,0 1 0,0-1 0,-1 0 0,0-1 0,-1 0 0,1 0 0,-1 0 0,-1 0 0,1-1 0,-2 0 0,1 0 0,-1 0 0,0 0 0,-1 0 0,0-1 0,-1 1 0,0-1 0,0 1 0,-1-11 0,-1 17 0,1-1 0,0 1 0,-1-1 0,0 0 0,0 1 0,0-1 0,0 1 0,0 0 0,-1-1 0,0 1 0,1 0 0,-1 0 0,0 0 0,-1 0 0,1 0 0,0 1 0,-1-1 0,0 1 0,0-1 0,1 1 0,-5-2 0,3 2 0,0 0 0,0 1 0,0 0 0,0 0 0,-1 0 0,1 0 0,0 1 0,0 0 0,-1 0 0,1 0 0,0 0 0,0 1 0,-1-1 0,1 1 0,0 0 0,0 0 0,-7 4 0,3-2 0,0 1 0,1 0 0,0 0 0,0 1 0,0 0 0,0 0 0,1 1 0,-1 0 0,2 0 0,-1 0 0,1 1 0,0 0 0,0 0 0,0 0 0,1 0 0,1 1 0,-4 8 0,3-6 0,1-1 0,1 1 0,0 0 0,0 0 0,1 0 0,0 0 0,0 0 0,2 0 0,-1 0 0,1 0 0,0 0 0,1-1 0,0 1 0,5 13 0,-4-17 17,-1 0-1,1-1 0,0 1 0,0-1 1,0 0-1,1 0 0,0 0 0,0 0 1,0-1-1,1 1 0,0-1 0,-1 0 1,1-1-1,1 1 0,-1-1 0,0 0 1,1 0-1,0-1 0,0 0 0,7 3 1,1-2-231,0-1 1,0 0 0,1 0-1,-1-1 1,0-1 0,1-1-1,22-3 1,12-4-6613</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8:04.917"/>
    </inkml:context>
    <inkml:brush xml:id="br0">
      <inkml:brushProperty name="width" value="0.05" units="cm"/>
      <inkml:brushProperty name="height" value="0.05" units="cm"/>
    </inkml:brush>
  </inkml:definitions>
  <inkml:trace contextRef="#ctx0" brushRef="#br0">3180 416 24575,'0'-14'0,"-2"1"0,1 0 0,-2 0 0,0 0 0,0 0 0,-1 0 0,-1 1 0,0 0 0,-1 0 0,0 0 0,-1 1 0,0-1 0,-1 2 0,0-1 0,-1 1 0,-19-17 0,8 9 0,-1 1 0,-1 1 0,0 1 0,-1 1 0,-1 1 0,0 1 0,-36-12 0,8 8-97,-1 2-1,-1 3 1,1 2-1,-89-4 1,25 11-452,-131 15 0,68 8-212,1 8 0,2 8-1,2 8 1,1 8 0,-218 97 0,275-98 424,-160 100 1,228-121 225,1 3 0,1 2 1,3 1-1,0 3 0,-56 68 0,83-87 110,1 1-1,1 0 1,1 1-1,2 1 1,0 0 0,1 1-1,1 0 1,-9 41-1,15-49 94,2 1 0,-1-1 0,2 1 0,1 0 0,0-1 0,1 1 0,1 0 0,0-1 0,2 1 0,0-1 0,1 0 0,0 0 0,15 30 0,-6-23-66,1 0 1,1-1-1,0-1 0,2 0 1,1-2-1,1 0 1,0-1-1,1-1 1,1 0-1,31 17 1,0-4 166,2-2 0,1-2 0,95 31 1,-45-26-247,1-5 0,2-4 1,207 16-1,-168-32-99,0-8 1,210-26-1,-237 9 102,-1-4 0,0-6 0,-3-5 0,154-64 0,-201 66-2,-1-3 1,-2-2-1,-1-4 1,-2-3-1,-2-2 0,-2-3 1,-2-2-1,54-63 1,-80 77-11,-2-2 1,-2-1 0,-1-1 0,-3-2 0,-1 0-1,-2-1 1,24-71 0,-37 85 28,-1 1 0,-1-1 1,-1 0-1,-2 0 0,-1-50 1,-3 56 23,-1 1 0,-1-1 0,-1 1 0,-1 0 0,-2 0 1,0 1-1,-1 0 0,-11-22 0,6 20 11,-1 2-1,-1-1 1,0 2 0,-2 0-1,0 1 1,-1 1-1,-1 0 1,-1 2-1,0 0 1,-1 1 0,-1 1-1,0 1 1,-25-10-1,-4 1-19,-1 3-1,-1 1 1,0 3-1,-1 3 1,-61-7-1,0 8-150,0 6 1,-182 13-1,49 15-130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8:08.033"/>
    </inkml:context>
    <inkml:brush xml:id="br0">
      <inkml:brushProperty name="width" value="0.05" units="cm"/>
      <inkml:brushProperty name="height" value="0.05" units="cm"/>
    </inkml:brush>
  </inkml:definitions>
  <inkml:trace contextRef="#ctx0" brushRef="#br0">2 109 24575,'-1'-28'0,"1"18"0,-1-1 0,1 1 0,1 0 0,0 0 0,3-14 0,0 19 0,-1 11 0,1 15 0,12 249 0,13 110 0,-11-283-1365,0-13-5461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8:08.445"/>
    </inkml:context>
    <inkml:brush xml:id="br0">
      <inkml:brushProperty name="width" value="0.05" units="cm"/>
      <inkml:brushProperty name="height" value="0.05" units="cm"/>
    </inkml:brush>
  </inkml:definitions>
  <inkml:trace contextRef="#ctx0" brushRef="#br0">12 177 24575,'1'-7'0,"-1"-1"0,1 1 0,0 0 0,1 0 0,0 0 0,3-7 0,-2 11 0,-1 8 0,0 10 0,-1 47 0,-3-1 0,-19 118 0,13-136 0,43-147 0,-20 65 0,3-14 0,3 0 0,2 2 0,45-73 0,-63 116 0,0 1 0,0 1 0,1-1 0,12-11 0,-17 17 0,1 0 0,-1 0 0,0 0 0,1 0 0,-1 0 0,1 0 0,-1 0 0,1 1 0,-1-1 0,1 0 0,-1 1 0,1 0 0,0-1 0,-1 1 0,1 0 0,0 0 0,-1 0 0,1 0 0,0 0 0,-1 0 0,1 0 0,-1 0 0,1 1 0,0-1 0,-1 1 0,1-1 0,-1 1 0,1 0 0,-1 0 0,1 0 0,-1-1 0,2 3 0,3 2 0,-1 1 0,0-1 0,-1 1 0,1 0 0,-1 1 0,0-1 0,-1 1 0,3 7 0,21 60 0,-22-60 0,22 87 0,-18-62 0,2 0 0,18 42 0,-20-68-1365</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8:08.770"/>
    </inkml:context>
    <inkml:brush xml:id="br0">
      <inkml:brushProperty name="width" value="0.05" units="cm"/>
      <inkml:brushProperty name="height" value="0.05" units="cm"/>
    </inkml:brush>
  </inkml:definitions>
  <inkml:trace contextRef="#ctx0" brushRef="#br0">0 483 24575,'7'0'0,"0"2"0,0-1 0,-1 1 0,1 0 0,0 0 0,-1 1 0,8 4 0,13 5 0,-3-5 0,1-1 0,-1-1 0,1-1 0,42 1 0,100-10 0,-147 4 0,1-2 0,-1 0 0,0 0 0,30-12 0,-46 14 0,0 0 0,0-1 0,0 0 0,0 0 0,0 0 0,0-1 0,0 1 0,-1-1 0,1 0 0,-1 0 0,0 0 0,0-1 0,0 1 0,0-1 0,0 1 0,-1-1 0,0 0 0,0 0 0,0 0 0,0 0 0,0-1 0,-1 1 0,0 0 0,0-1 0,0 1 0,0-9 0,-2 0 0,0 0 0,-1 0 0,0 0 0,-1 0 0,0 0 0,-2 1 0,1-1 0,-11-18 0,-5-7 0,-33-45 0,36 59 0,0 0 0,-28-27 0,39 45 0,1 0 0,-2 1 0,1-1 0,-1 1 0,1 1 0,-2-1 0,1 1 0,0 1 0,-1-1 0,1 1 0,-1 0 0,0 1 0,-8-2 0,14 4-39,0 0 0,0 0 0,1 0 0,-1 0 0,0 0 0,0 0 0,0 1 0,1-1 0,-1 0 0,0 1 0,1 0 0,-1-1 0,0 1 0,1 0 0,-1 0 0,1 0 0,-1 0 0,1 0 0,-1 0 0,1 0 0,0 1 0,0-1 0,0 0 0,-1 1 0,1-1 0,0 1 0,1-1 0,-1 1 0,0-1 0,0 1 0,1 0 0,-1 0 0,1-1 0,-1 3 0,0 11-6787</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8:09.176"/>
    </inkml:context>
    <inkml:brush xml:id="br0">
      <inkml:brushProperty name="width" value="0.05" units="cm"/>
      <inkml:brushProperty name="height" value="0.05" units="cm"/>
    </inkml:brush>
  </inkml:definitions>
  <inkml:trace contextRef="#ctx0" brushRef="#br0">480 138 24575,'0'-5'0,"0"0"0,-1 0 0,1 0 0,-1 0 0,0 0 0,0 0 0,-1 0 0,0 0 0,0 0 0,0 0 0,0 1 0,-1-1 0,0 1 0,1-1 0,-6-4 0,3 4 0,0 0 0,0 1 0,-1 0 0,0 0 0,0 0 0,0 0 0,0 1 0,0 0 0,-1 0 0,-8-2 0,2 2 0,-1 0 0,0 1 0,1 0 0,-1 1 0,0 0 0,0 1 0,0 1 0,0 0 0,1 1 0,-27 7 0,27-5 0,0 1 0,0 0 0,0 1 0,1 1 0,-1 0 0,2 0 0,-1 2 0,1-1 0,0 1 0,-15 17 0,20-19 0,1 0 0,0 0 0,0 1 0,0-1 0,1 1 0,0 0 0,1 1 0,0-1 0,0 0 0,1 1 0,0 0 0,0 0 0,1-1 0,0 1 0,1 0 0,0 0 0,2 16 0,0-9 0,2 0 0,0-1 0,1 0 0,0 0 0,2 0 0,-1-1 0,2 1 0,0-2 0,0 1 0,2-1 0,-1-1 0,21 21 0,10 4 0,1-1 0,63 40 0,-63-46 0,-34-26 0,-1 2 0,1-1 0,-1 0 0,0 1 0,8 9 0,-13-13 0,0-1 0,-1 0 0,1 1 0,0-1 0,0 1 0,-1-1 0,1 0 0,0 1 0,-1-1 0,0 1 0,1 0 0,-1-1 0,0 1 0,0-1 0,0 1 0,0 0 0,0-1 0,0 1 0,0-1 0,-1 1 0,1-1 0,-1 1 0,1-1 0,-1 1 0,1-1 0,-1 1 0,0-1 0,0 1 0,1-1 0,-1 0 0,0 0 0,0 1 0,-1-1 0,1 0 0,-1 1 0,-7 5 0,0 0 0,0-1 0,-1 0 0,1-1 0,-1 0 0,0-1 0,-1 0 0,1 0 0,-13 2 0,-1 0 0,-1-2 0,-48 3 0,66-7-195,0 0 0,-1-1 0,1 1 0,0-1 0,0-1 0,-11-2 0,-1-4-6631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8:10.033"/>
    </inkml:context>
    <inkml:brush xml:id="br0">
      <inkml:brushProperty name="width" value="0.05" units="cm"/>
      <inkml:brushProperty name="height" value="0.05" units="cm"/>
    </inkml:brush>
  </inkml:definitions>
  <inkml:trace contextRef="#ctx0" brushRef="#br0">150 304 24575,'28'-17'0,"16"-10"0,-41 25 0,0-1 0,1 1 0,-1-1 0,-1 0 0,1 0 0,0 0 0,-1 0 0,1-1 0,1-3 0,-4 7 0,0 0 0,0 0 0,0 0 0,0-1 0,0 1 0,1 0 0,-1 0 0,0 0 0,0 0 0,0 0 0,0 0 0,0 0 0,0 0 0,0-1 0,0 1 0,0 0 0,0 0 0,0 0 0,0 0 0,0 0 0,0 0 0,0 0 0,0-1 0,0 1 0,0 0 0,0 0 0,-1 0 0,1 0 0,0 0 0,0 0 0,0 0 0,0 0 0,0 0 0,0 0 0,0-1 0,0 1 0,0 0 0,0 0 0,0 0 0,0 0 0,-1 0 0,1 0 0,0 0 0,0 0 0,0 0 0,0 0 0,0 0 0,0 0 0,0 0 0,-1 0 0,1 0 0,0 0 0,0 0 0,0 0 0,0 0 0,-10 2 0,-11 5 0,7 0 0,1 0 0,0 1 0,1 0 0,-1 1 0,1 1 0,1 0 0,0 0 0,1 1 0,0 1 0,0-1 0,-9 16 0,9-10 0,1 0 0,0 1 0,1 0 0,1 0 0,0 0 0,2 1 0,0 0 0,-3 27 0,7-28 0,-1 1 0,2-1 0,0 0 0,2 0 0,0 1 0,1-1 0,0 0 0,2-1 0,6 19 0,-6-23 0,1 0 0,0-1 0,1 0 0,0 0 0,1 0 0,0-1 0,1 0 0,1 0 0,-1-1 0,2-1 0,-1 1 0,17 9 0,-18-13 0,1 0 0,0-1 0,1 0 0,-1-1 0,1 0 0,0-1 0,0 0 0,0-1 0,16 2 0,-23-4 0,1 0 0,-1 0 0,0-1 0,1 1 0,-1-1 0,0 0 0,1 0 0,-1 0 0,0 0 0,0-1 0,7-3 0,-8 3 0,0 0 0,-1 0 0,1 0 0,-1-1 0,0 1 0,0-1 0,0 1 0,0-1 0,0 0 0,0 0 0,-1 1 0,1-1 0,-1 0 0,0-1 0,0 1 0,0 0 0,0-5 0,0 2 0,-1-1 0,0 1 0,0 0 0,0 0 0,-1 0 0,0 0 0,0 0 0,-1 0 0,0 0 0,0 1 0,0-1 0,-1 0 0,0 1 0,-6-10 0,-2-1 0,-1 0 0,-1 1 0,-19-18 0,12 15 0,-1 1 0,-36-21 0,31 21 0,-26-21 0,52 38 0,-1-1 0,0 1 0,0-1 0,0 0 0,0 1 0,1-1 0,-1 0 0,0 0 0,1 0 0,-1 0 0,1 0 0,-1 1 0,1-1 0,-1 0 0,1 0 0,-1 0 0,1 0 0,0 0 0,0-1 0,0 1 0,-1 0 0,1 0 0,0-2 0,1 2 0,0 0 0,-1 0 0,1-1 0,0 1 0,-1 0 0,1 0 0,0 0 0,0 0 0,0 0 0,0 0 0,0 1 0,0-1 0,0 0 0,0 0 0,0 1 0,2-2 0,8-2 0,0 0 0,1 0 0,17-3 0,-17 4 0,55-13 0,111-32 0,-153 39 0,1-1 0,-1-1 0,-1-1 0,38-25 0,-50 29 0,-1-1 0,-1-1 0,0 1 0,0-2 0,-1 1 0,10-15 0,-15 20 0,-1 0 0,1-1 0,-1 0 0,-1 0 0,1 0 0,-1 0 0,0 0 0,0 0 0,-1 0 0,0-1 0,0 1 0,0-1 0,-1 1 0,0-1 0,-1-8 0,1 13 0,-1 0 0,1 0 0,0 0 0,-1 0 0,0 0 0,1 1 0,-1-1 0,0 0 0,0 1 0,0-1 0,0 0 0,0 1 0,-1-1 0,1 1 0,-2-2 0,2 2 0,0 1 0,0 0 0,0-1 0,1 1 0,-1 0 0,0 0 0,0 0 0,0 0 0,0 0 0,1 0 0,-1 0 0,0 0 0,0 0 0,0 0 0,0 0 0,1 0 0,-1 0 0,0 1 0,0-1 0,0 0 0,1 1 0,-1-1 0,0 1 0,1-1 0,-1 1 0,0-1 0,1 1 0,-1-1 0,0 1 0,1 0 0,-1-1 0,1 1 0,-1 0 0,1-1 0,0 1 0,-1 1 0,-5 6 0,1 1 0,1 0 0,-1 0 0,2 0 0,-6 19 0,-9 53 0,14-58 0,-20 126 0,-5 157 0,28-292 0,0-8 0,0 0 0,1 0 0,0 0 0,0 0 0,0 1 0,1-1 0,0 0 0,0 0 0,0 0 0,5 10 0,-6-15 0,0-1 0,0 1 0,1-1 0,-1 0 0,0 1 0,0-1 0,1 0 0,-1 1 0,0-1 0,0 0 0,1 0 0,-1 1 0,0-1 0,1 0 0,-1 0 0,0 1 0,1-1 0,-1 0 0,0 0 0,1 0 0,-1 0 0,0 1 0,1-1 0,-1 0 0,1 0 0,-1 0 0,0 0 0,1 0 0,-1 0 0,1 0 0,-1 0 0,0 0 0,1 0 0,-1 0 0,1-1 0,0 1 0,12-14 0,8-24 0,-21 37 0,22-51 0,-3-1 0,-2-1 0,-3-1 0,8-60 0,12-226 0,-33 325 0,-1 3 0,0 1 0,2-1 0,-1 1 0,1-1 0,1 1 0,0 0 0,1 0 0,8-17 0,-12 27 0,1 1 0,0-1 0,0 1 0,0-1 0,0 1 0,0 0 0,0-1 0,0 1 0,0 0 0,1 0 0,-1 0 0,0 0 0,1 0 0,-1 0 0,1 0 0,-1 0 0,1 1 0,-1-1 0,1 0 0,0 1 0,-1 0 0,1-1 0,0 1 0,2 0 0,-1 0 0,0 1 0,0-1 0,0 1 0,0 0 0,0 0 0,-1 1 0,1-1 0,0 1 0,-1-1 0,1 1 0,-1 0 0,5 3 0,3 5 0,-1 1 0,0 0 0,0 0 0,12 23 0,-13-21 0,-1 0 0,-1 0 0,-1 1 0,0-1 0,0 1 0,-2 1 0,3 13 0,-5-19 0,0-1 0,-1 0 0,0 0 0,-1 0 0,0 0 0,0 0 0,-1 0 0,0 0 0,0 0 0,-1 0 0,1-1 0,-2 1 0,1-1 0,-7 9 0,-3 2 0,-1-1 0,0 0 0,-1 0 0,-1-2 0,-1 0 0,-1-1 0,-22 15 0,35-27 0,1 1 0,1 0 0,-1 0 0,0 0 0,1 0 0,-4 5 0,6-7 0,0 0 0,1 0 0,-1 0 0,1 0 0,-1 0 0,1 1 0,0-1 0,-1 0 0,1 0 0,0 0 0,0 0 0,0 0 0,0 0 0,0 0 0,0 1 0,0-1 0,0 0 0,0 0 0,1 0 0,-1 0 0,0 0 0,1 0 0,-1 0 0,1 0 0,-1 0 0,1 0 0,-1 0 0,1 0 0,0 0 0,-1 0 0,2 1 0,8 8 0,1-1 0,-1 0 0,2 0 0,12 7 0,13 11 0,176 157-1365,-184-157-5461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8:10.545"/>
    </inkml:context>
    <inkml:brush xml:id="br0">
      <inkml:brushProperty name="width" value="0.05" units="cm"/>
      <inkml:brushProperty name="height" value="0.05" units="cm"/>
    </inkml:brush>
  </inkml:definitions>
  <inkml:trace contextRef="#ctx0" brushRef="#br0">30 209 24575,'0'-16'0,"0"-9"0,0 43 0,-1-19 0,1 1 0,0-1 0,0 0 0,-1 1 0,1-1 0,0 1 0,-1-1 0,1 1 0,0-1 0,-1 1 0,1-1 0,-1 1 0,1-1 0,-1 1 0,1 0 0,-1-1 0,1 1 0,-1 0 0,0 0 0,1-1 0,-1 1 0,1 0 0,-1 0 0,0 0 0,1-1 0,-1 1 0,0 0 0,1 0 0,-1 0 0,1 0 0,-1 0 0,0 0 0,1 1 0,-1-1 0,0 0 0,1 0 0,-1 0 0,1 1 0,-1-1 0,1 0 0,-1 0 0,0 1 0,1-1 0,-1 1 0,1-1 0,-1 0 0,1 1 0,0-1 0,-1 1 0,1-1 0,-1 1 0,1-1 0,0 1 0,-1 0 0,1-1 0,0 1 0,0-1 0,0 1 0,-1 0 0,1-1 0,0 1 0,0-1 0,0 1 0,0 0 0,0-1 0,0 1 0,0 1 0,0-3 0,0 0 0,0 1 0,0-1 0,0 0 0,0 1 0,0-1 0,0 0 0,0 0 0,0 1 0,0-1 0,0 0 0,0 1 0,1-1 0,-1 0 0,0 1 0,0-1 0,1 0 0,-1 1 0,0-1 0,1 1 0,-1-1 0,1 0 0,-1 1 0,1-1 0,-1 1 0,1-1 0,-1 1 0,2-1 0,18-11 0,-18 11 0,228-94 0,-128 56 0,-97 37 0,11-4 0,1 0 0,21-5 0,-37 11 0,-1-1 0,1 1 0,0 0 0,-1 0 0,1-1 0,0 1 0,0 0 0,0 0 0,-1 0 0,1 0 0,0 0 0,0 0 0,-1 0 0,1 0 0,0 0 0,0 1 0,-1-1 0,1 0 0,0 0 0,0 1 0,-1-1 0,1 0 0,0 1 0,-1-1 0,2 1 0,-2 0 0,0 0 0,0 0 0,0 0 0,-1-1 0,1 1 0,0 0 0,0 0 0,0 0 0,-1-1 0,1 1 0,0 0 0,-1 0 0,1-1 0,0 1 0,-1 0 0,1-1 0,-1 1 0,-1 1 0,-31 30 0,-47 31 0,32-27 0,-55 53 0,90-75 0,-1 1 0,2 0 0,0 0 0,1 1 0,1 1 0,0-1 0,1 2 0,-7 19 0,4-1 0,2 1 0,-9 65 0,2 78 0,15-161 0,-7 153-1365,7-99-5461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8:11.167"/>
    </inkml:context>
    <inkml:brush xml:id="br0">
      <inkml:brushProperty name="width" value="0.05" units="cm"/>
      <inkml:brushProperty name="height" value="0.05" units="cm"/>
    </inkml:brush>
  </inkml:definitions>
  <inkml:trace contextRef="#ctx0" brushRef="#br0">112 325 24575,'-1'1'0,"-1"-1"0,1 0 0,0 0 0,0 1 0,0-1 0,0 1 0,0-1 0,0 1 0,0 0 0,0-1 0,0 1 0,0 0 0,0 0 0,0-1 0,0 1 0,1 0 0,-1 0 0,0 0 0,1 0 0,-1 0 0,1 0 0,-1 0 0,1 0 0,-1 1 0,0 0 0,-7 32 0,-17 152 0,-6 29 0,7-46 0,27-282 0,-2 55 0,10-82 0,1 70 0,3 1 0,3 0 0,3 2 0,3 0 0,53-104 0,-69 155 0,1 2 0,1-1 0,0 1 0,1 1 0,15-15 0,-23 26 0,0-1 0,0 0 0,1 1 0,-1 0 0,1 0 0,-1 0 0,1 0 0,0 0 0,0 1 0,0-1 0,8 0 0,-10 1 0,1 1 0,0 1 0,-1-1 0,1 0 0,-1 0 0,1 1 0,0 0 0,-1-1 0,1 1 0,-1 0 0,0 0 0,1 1 0,-1-1 0,0 0 0,0 1 0,1-1 0,-1 1 0,0 0 0,0 0 0,2 3 0,1 2 0,0-1 0,0 2 0,-1-1 0,0 0 0,0 1 0,-1 0 0,0 0 0,0 0 0,-1 0 0,2 14 0,1 11 0,0 45 0,-5-68 0,0 74 0,-4 0 0,-4-1 0,-21 96 0,40-223 0,29-77 0,38-56 0,-9 50 0,-56 107 0,1 0 0,1 1 0,33-33 0,-44 48 0,0 0 0,0 1 0,0 0 0,1 0 0,-1 0 0,1 0 0,-1 1 0,1 0 0,0 0 0,0 0 0,0 0 0,8-1 0,-10 3 0,0 0 0,0 0 0,0 1 0,-1-1 0,1 0 0,0 1 0,0 0 0,-1 0 0,1 0 0,0 0 0,-1 0 0,1 0 0,-1 0 0,0 1 0,1 0 0,-1-1 0,0 1 0,0 0 0,0 0 0,0 0 0,0 0 0,0 0 0,-1 1 0,1-1 0,0 3 0,6 9 0,-2-1 0,0 1 0,0 0 0,-1 1 0,-1 0 0,4 24 0,6 96 0,-13-120 0,4 193 340,2 17-2045,-4-189-5121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8:11.538"/>
    </inkml:context>
    <inkml:brush xml:id="br0">
      <inkml:brushProperty name="width" value="0.05" units="cm"/>
      <inkml:brushProperty name="height" value="0.05" units="cm"/>
    </inkml:brush>
  </inkml:definitions>
  <inkml:trace contextRef="#ctx0" brushRef="#br0">222 22 24575,'25'-19'0,"-25"18"0,0 1 0,0 0 0,0 0 0,1 0 0,-1-1 0,0 1 0,0 0 0,1 0 0,-1 0 0,0 0 0,0 0 0,1 0 0,-1 0 0,0 0 0,0 0 0,1 0 0,-1 0 0,0 0 0,0 0 0,1 0 0,-1 0 0,0 0 0,0 0 0,1 0 0,-1 0 0,0 0 0,0 0 0,1 0 0,-1 0 0,0 0 0,0 1 0,1-1 0,-5 15 0,-72 134 0,-68 158 0,141-299 0,-4 11 0,-10 40 0,16-55 0,0 0 0,1 1 0,-1-1 0,1 0 0,0 0 0,0 1 0,0-1 0,1 0 0,-1 0 0,1 0 0,0 1 0,0-1 0,1 0 0,-1 0 0,1-1 0,2 5 0,-3-6 0,1 0 0,0-1 0,0 1 0,0 0 0,0-1 0,0 0 0,0 1 0,0-1 0,0 0 0,0 0 0,1 0 0,-1 0 0,0-1 0,1 1 0,-1-1 0,1 1 0,-1-1 0,1 0 0,-1 0 0,1 0 0,-1 0 0,0 0 0,5-2 0,4 0 0,0 0 0,-1-1 0,1-1 0,10-5 0,-3 0 0,0-1 0,0 0 0,-1-2 0,-1 0 0,0-1 0,0-1 0,-1 0 0,-1-1 0,19-26 0,-22 27 0,-1-1 0,0-1 0,-2 1 0,0-1 0,0-1 0,-1 0 0,-1 0 0,-1 0 0,-1-1 0,0 0 0,1-19 0,-4 28 0,-1 0 0,-1 0 0,1 0 0,-1 0 0,-1 0 0,1 0 0,-2 0 0,1 1 0,-1-1 0,0 1 0,-1 0 0,-8-14 0,9 18 0,0-1 0,-1 1 0,1 0 0,-1 1 0,0-1 0,0 1 0,0 0 0,-1 0 0,1 0 0,-1 0 0,1 1 0,-1 0 0,0-1 0,0 2 0,0-1 0,0 1 0,0 0 0,0 0 0,0 0 0,-1 1 0,1-1 0,-10 2 0,4 0-227,0 1-1,0 0 1,0 1-1,0 0 1,-14 6-1,-7 6-6598</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8:11.757"/>
    </inkml:context>
    <inkml:brush xml:id="br0">
      <inkml:brushProperty name="width" value="0.05" units="cm"/>
      <inkml:brushProperty name="height" value="0.05" units="cm"/>
    </inkml:brush>
  </inkml:definitions>
  <inkml:trace contextRef="#ctx0" brushRef="#br0">0 49 24575,'0'-44'0,"0"39"0,0 29 0,0 488-1365,0-484-5461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8:12.004"/>
    </inkml:context>
    <inkml:brush xml:id="br0">
      <inkml:brushProperty name="width" value="0.05" units="cm"/>
      <inkml:brushProperty name="height" value="0.05" units="cm"/>
    </inkml:brush>
  </inkml:definitions>
  <inkml:trace contextRef="#ctx0" brushRef="#br0">115 363 24575,'20'-107'0,"4"-14"0,-20 109 0,0-1 0,1 0 0,0 1 0,1 0 0,1 0 0,0 1 0,9-12 0,-15 21 0,1 0 0,-1 0 0,1 0 0,0 0 0,0 0 0,0 1 0,0-1 0,0 1 0,0-1 0,1 1 0,-1 0 0,0-1 0,1 1 0,-1 0 0,1 1 0,-1-1 0,1 0 0,-1 1 0,1 0 0,4-1 0,-3 2 0,-1-1 0,1 1 0,0 0 0,-1 0 0,1 1 0,-1-1 0,1 1 0,-1 0 0,0-1 0,1 1 0,-1 1 0,5 3 0,4 7 0,0 0 0,0 0 0,-1 1 0,17 29 0,-9-11 0,-1 1 0,-2 1 0,-1 1 0,-2 0 0,-1 0 0,-2 1 0,8 48 0,-16-67 0,-1 1 0,0 0 0,-1 0 0,-1-1 0,-1 1 0,-1 0 0,-6 26 0,5-31 0,-1-1 0,0 0 0,-1-1 0,0 1 0,0-1 0,-1 0 0,-1-1 0,0 1 0,0-1 0,-1-1 0,-14 12 0,5-7-85,0-2 0,0 0-1,-2-1 1,1-1 0,-1-1-1,-1-1 1,0-1 0,0 0-1,0-2 1,-1 0 0,1-2-1,-1 0 1,0-1 0,0-1-1,-35-4 1,17-4-6741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8:12.210"/>
    </inkml:context>
    <inkml:brush xml:id="br0">
      <inkml:brushProperty name="width" value="0.05" units="cm"/>
      <inkml:brushProperty name="height" value="0.05" units="cm"/>
    </inkml:brush>
  </inkml:definitions>
  <inkml:trace contextRef="#ctx0" brushRef="#br0">0 44 24575,'46'-29'0,"-41"27"0,-1 0 0,0 0 0,1 0 0,0 0 0,-1 1 0,1 0 0,0 0 0,9-1 0,-13 3 0,0-1 0,1 0 0,-1 0 0,0 1 0,1-1 0,-1 0 0,0 1 0,1 0 0,-1-1 0,0 1 0,0 0 0,0-1 0,0 1 0,1 0 0,-1 0 0,0 0 0,-1 0 0,1 0 0,0 0 0,0 0 0,0 0 0,-1 1 0,1-1 0,0 0 0,-1 0 0,1 1 0,-1-1 0,1 0 0,-1 1 0,0 1 0,2 4 0,-1 0 0,-1 0 0,1 0 0,-2 12 0,-5 74 0,-4 110 0,10-147 0,11 90 0,-10-134 31,20 101-1427,-14-87-5430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8:12.365"/>
    </inkml:context>
    <inkml:brush xml:id="br0">
      <inkml:brushProperty name="width" value="0.05" units="cm"/>
      <inkml:brushProperty name="height" value="0.05" units="cm"/>
    </inkml:brush>
  </inkml:definitions>
  <inkml:trace contextRef="#ctx0" brushRef="#br0">1 505 24575,'0'-19'0,"3"-21"0,4-17 0,8-12 0,3-2 0,3 1 0,0 5 0,0 15 0,3 15 0,0 14 0,0 14 0,1 11 0,0 14 0,-1 10 0,1 7 0,0 7 0,-1 5 0,-5-4-8191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8:13.113"/>
    </inkml:context>
    <inkml:brush xml:id="br0">
      <inkml:brushProperty name="width" value="0.05" units="cm"/>
      <inkml:brushProperty name="height" value="0.05" units="cm"/>
    </inkml:brush>
  </inkml:definitions>
  <inkml:trace contextRef="#ctx0" brushRef="#br0">87 317 24575,'-14'7'0,"-1"-1"0,-1 0 0,-26 5 0,57-18 0,18-7 0,334-91 0,-346 99 0,1-2 0,-2 0 0,1-1 0,-1-2 0,27-17 0,-41 23 0,-1 1 0,0-1 0,1 0 0,-1 0 0,-1 0 0,1-1 0,-1 0 0,0 0 0,4-8 0,-6 10 0,-1-1 0,1 1 0,-1-1 0,0 0 0,0 0 0,0 1 0,-1-1 0,1 0 0,-1 0 0,-1 0 0,1 1 0,0-1 0,-1 0 0,0 0 0,-2-5 0,3 10 0,0 0 0,0-1 0,0 1 0,0 0 0,0-1 0,0 1 0,0-1 0,-1 1 0,1 0 0,0-1 0,0 1 0,0 0 0,0-1 0,-1 1 0,1 0 0,0 0 0,0-1 0,-1 1 0,1 0 0,0 0 0,0-1 0,-1 1 0,1 0 0,0 0 0,-1 0 0,1-1 0,0 1 0,-1 0 0,1 0 0,0 0 0,-1 0 0,1 0 0,-1 0 0,0 0 0,-9 9 0,-6 22 0,3 1 0,3 1 0,0 0 0,2 1 0,2 0 0,1 0 0,0 53 0,4-80 0,2-1 0,-1 1 0,1-1 0,-1 1 0,2-1 0,-1 0 0,1 1 0,0-1 0,0 0 0,4 7 0,-4-11 0,-1 0 0,1 0 0,-1 0 0,1 0 0,0 0 0,0 0 0,0-1 0,0 1 0,0-1 0,0 1 0,0-1 0,0 0 0,1 0 0,-1 0 0,0 0 0,1 0 0,-1 0 0,1-1 0,-1 1 0,1-1 0,-1 0 0,1 1 0,0-1 0,-1 0 0,1-1 0,-1 1 0,1 0 0,4-2 0,4-1 0,0-1 0,-1 0 0,1-1 0,-1 0 0,0 0 0,0-1 0,0-1 0,-1 1 0,0-2 0,12-11 0,0-3 0,-1 0 0,31-46 0,-39 48 0,-1 0 0,12-33 0,8-13 0,-24 58 0,-7 18 0,-6 18 0,-99 356 0,50-167 0,36-144 0,-22 78 0,31-121 0,-2-1 0,-27 52 0,39-81 0,-23 32 0,23-31 0,-1 0 0,1-1 0,-1 1 0,1 0 0,-1-1 0,0 1 0,1-1 0,-1 1 0,0-1 0,1 1 0,-1-1 0,0 0 0,0 1 0,1-1 0,-1 0 0,0 1 0,0-1 0,0 0 0,0 0 0,1 0 0,-1 0 0,0 0 0,0 0 0,0 0 0,0 0 0,1 0 0,-1 0 0,0 0 0,0-1 0,0 1 0,1 0 0,-1-1 0,0 1 0,0 0 0,1-1 0,-1 1 0,0-1 0,1 1 0,-1-1 0,0 1 0,0-2 0,-2-2 0,1 0 0,0 0 0,0-1 0,0 1 0,0-1 0,1 1 0,-1-1 0,1 0 0,0 0 0,1 1 0,-1-1 0,1 0 0,0 0 0,0 0 0,2-5 0,0-10 0,1 1 0,8-28 0,-1 14 0,2 1 0,0 0 0,3 1 0,29-49 0,-32 61 0,1 1 0,0 1 0,1 0 0,1 1 0,1 0 0,0 1 0,1 1 0,25-16 0,-35 26-114,0 0 1,-1 0-1,1 1 0,1-1 0,-1 2 1,0-1-1,1 1 0,-1 0 0,1 1 1,0 0-1,14-1 0,-3 5-6712</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8:13.843"/>
    </inkml:context>
    <inkml:brush xml:id="br0">
      <inkml:brushProperty name="width" value="0.05" units="cm"/>
      <inkml:brushProperty name="height" value="0.05" units="cm"/>
    </inkml:brush>
  </inkml:definitions>
  <inkml:trace contextRef="#ctx0" brushRef="#br0">315 371 24575,'-28'-65'0,"20"45"0,-1 0 0,-18-31 0,27 50 0,-1 0 0,1 0 0,-1 1 0,1-1 0,-1 0 0,0 0 0,1 1 0,-1-1 0,0 0 0,1 1 0,-1-1 0,0 0 0,0 1 0,0-1 0,1 1 0,-1 0 0,0-1 0,0 1 0,0 0 0,0-1 0,0 1 0,0 0 0,0 0 0,0 0 0,0 0 0,0 0 0,0 0 0,0 0 0,0 0 0,0 0 0,0 0 0,0 0 0,0 1 0,1-1 0,-1 0 0,0 1 0,0-1 0,0 1 0,0-1 0,-1 2 0,-2 2 0,-1 0 0,1 0 0,0 0 0,1 0 0,-1 1 0,-2 5 0,-21 33 0,3 2 0,1 1 0,2 1 0,3 0 0,1 2 0,3 0 0,-12 71 0,25-113 0,-1 9 0,-1 0 0,2 0 0,0 0 0,2 18 0,-1-31 0,1 1 0,0 0 0,-1-1 0,1 1 0,1-1 0,-1 0 0,0 1 0,1-1 0,0 0 0,3 5 0,-4-6 0,1-1 0,-1 1 0,1-1 0,-1 1 0,1-1 0,0 0 0,0 0 0,0 0 0,0 0 0,0 0 0,0 0 0,0 0 0,0-1 0,0 1 0,0-1 0,0 0 0,0 1 0,1-1 0,1 0 0,4-1 0,-1 0 0,0 0 0,0-1 0,0 1 0,0-2 0,0 1 0,0-1 0,0 0 0,-1 0 0,1-1 0,-1 0 0,8-6 0,6-6 0,-1-1 0,22-24 0,-7 3 0,-2-3 0,-1 0 0,-3-2 0,-1-1 0,24-56 0,-26 43 0,-2-2 0,-2 0 0,22-116 0,-40 163 0,-1 0 0,-1 0 0,0 0 0,-1-14 0,0 26 0,0-1 0,0 1 0,0-1 0,0 1 0,0-1 0,0 1 0,0 0 0,0-1 0,0 1 0,0-1 0,0 1 0,0-1 0,-1 1 0,1 0 0,0-1 0,0 1 0,0 0 0,-1-1 0,1 1 0,0-1 0,-1 1 0,1 0 0,-1-1 0,-6 6 0,-8 20 0,15-23 0,-20 41 0,3 1 0,1 1 0,-17 82 0,19-49 0,-5 116 0,17-161 114,2-1 0,7 49 0,-5-65-328,1 0 1,1-1 0,0 1-1,1-1 1,1 0 0,0-1-1,9 15 1,11 9-6613</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8:14.219"/>
    </inkml:context>
    <inkml:brush xml:id="br0">
      <inkml:brushProperty name="width" value="0.05" units="cm"/>
      <inkml:brushProperty name="height" value="0.05" units="cm"/>
    </inkml:brush>
  </inkml:definitions>
  <inkml:trace contextRef="#ctx0" brushRef="#br0">94 79 24575,'2'-20'0,"8"-38"0,-10 57 0,-43 208 0,-20 262 0,64-466 0,1-7 0,5-17 0,8-35 0,-14 53 0,6-23 0,1 1 0,2-1 0,0 2 0,2-1 0,0 1 0,2 1 0,33-43 0,-40 57 0,2 0 0,-1 0 0,1 1 0,1 0 0,-1 1 0,1 0 0,0 0 0,1 1 0,0 0 0,0 1 0,0 1 0,0-1 0,1 2 0,0 0 0,0 0 0,0 1 0,0 0 0,0 1 0,0 1 0,13 0 0,-13 2 0,1 0 0,-1 1 0,0 0 0,0 0 0,0 2 0,0-1 0,-1 2 0,0-1 0,0 2 0,0-1 0,-1 2 0,0-1 0,0 1 0,-1 1 0,15 17 0,-18-20 0,-1 0 0,0 1 0,0 0 0,-1-1 0,0 2 0,0-1 0,-1 0 0,0 1 0,0 0 0,-1 0 0,0-1 0,0 1 0,-1 1 0,0-1 0,0 0 0,-1 0 0,0 0 0,-1 0 0,1 0 0,-2 1 0,1-1 0,-1 0 0,0-1 0,-1 1 0,-3 9 0,1-9 0,-1 0 0,1 0 0,-1 0 0,-1-1 0,1 0 0,-1 0 0,0-1 0,-1 1 0,1-2 0,-1 1 0,-1-1 0,1 0 0,-1-1 0,0 0 0,0 0 0,0-1 0,-14 3 0,-3 1 0,0-2 0,-1-2 0,1 0 0,-1-1 0,-30-3 0,-11-5-1365,10-3-5461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8:14.532"/>
    </inkml:context>
    <inkml:brush xml:id="br0">
      <inkml:brushProperty name="width" value="0.05" units="cm"/>
      <inkml:brushProperty name="height" value="0.05" units="cm"/>
    </inkml:brush>
  </inkml:definitions>
  <inkml:trace contextRef="#ctx0" brushRef="#br0">150 469 24575,'18'-29'0,"-1"-1"0,-1-1 0,17-49 0,23-99 0,-50 159 0,-3 10 0,0 0 0,0-1 0,-1 0 0,0 1 0,-1-1 0,0-12 0,-1 22 0,0 1 0,1 0 0,-1-1 0,0 1 0,0 0 0,0-1 0,0 1 0,0-1 0,0 1 0,0 0 0,0-1 0,0 1 0,0-1 0,0 1 0,0 0 0,0-1 0,-1 1 0,1-1 0,0 1 0,0 0 0,0-1 0,-1 1 0,1 0 0,0-1 0,0 1 0,-1 0 0,1-1 0,0 1 0,0 0 0,-1 0 0,1-1 0,0 1 0,-1 0 0,1 0 0,0 0 0,-1-1 0,1 1 0,-1 0 0,1 0 0,0 0 0,-1 0 0,1 0 0,-1 0 0,1 0 0,0 0 0,-1 0 0,1 0 0,-1 0 0,1 0 0,0 0 0,-1 0 0,1 0 0,0 0 0,-1 1 0,1-1 0,-1 0 0,1 0 0,0 0 0,-1 1 0,1-1 0,0 0 0,-1 0 0,1 1 0,-1-1 0,-19 24 0,6-1 0,1 1 0,1 1 0,-11 30 0,-22 85 0,42-128 0,-32 120-95,7 1 0,-13 144 1,1 274-191,38-513-350,-9 45-1,4-50-5715</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8:14.686"/>
    </inkml:context>
    <inkml:brush xml:id="br0">
      <inkml:brushProperty name="width" value="0.05" units="cm"/>
      <inkml:brushProperty name="height" value="0.05" units="cm"/>
    </inkml:brush>
  </inkml:definitions>
  <inkml:trace contextRef="#ctx0" brushRef="#br0">1 333 24575,'3'-16'0,"4"-14"0,4-12 0,4-4 0,1-2 0,3 5 0,3 7 0,4 9 0,8 9 0,3 5 0,6 4 0,4 4 0,4 6 0,0 6 0,-10 2-8191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8:15.597"/>
    </inkml:context>
    <inkml:brush xml:id="br0">
      <inkml:brushProperty name="width" value="0.05" units="cm"/>
      <inkml:brushProperty name="height" value="0.05" units="cm"/>
    </inkml:brush>
  </inkml:definitions>
  <inkml:trace contextRef="#ctx0" brushRef="#br0">95 413 24575,'-11'4'0,"0"1"0,1 0 0,0 1 0,0 0 0,0 0 0,1 1 0,-12 11 0,21-18 0,0 0 0,0 0 0,0 0 0,0 0 0,-1 0 0,1 0 0,0 0 0,0 1 0,0-1 0,0 0 0,-1 0 0,1 0 0,0 0 0,0 1 0,0-1 0,0 0 0,0 0 0,0 0 0,0 1 0,0-1 0,0 0 0,0 0 0,0 0 0,0 1 0,0-1 0,0 0 0,0 0 0,0 0 0,0 1 0,0-1 0,0 0 0,0 0 0,0 0 0,0 1 0,0-1 0,0 0 0,0 0 0,0 0 0,0 1 0,0-1 0,1 0 0,-1 0 0,0 0 0,0 0 0,0 0 0,0 1 0,14 1 0,17-5 0,238-41 0,73-12 0,-327 53 0,-10 3 0,0-1 0,0 0 0,0 0 0,0 0 0,0 0 0,-1-1 0,1 0 0,0 0 0,-1 0 0,1 0 0,5-5 0,-10 7 0,0-1 0,0 1 0,0-1 0,1 1 0,-1 0 0,0-1 0,0 1 0,0-1 0,0 1 0,0-1 0,0 1 0,0-1 0,0 1 0,0-1 0,0 1 0,0-1 0,-1 1 0,1-1 0,0 1 0,0-1 0,0 1 0,-1 0 0,1-1 0,0 1 0,0-1 0,-1 1 0,1 0 0,0-1 0,-1 1 0,1 0 0,0-1 0,-1 1 0,1 0 0,-1-1 0,1 1 0,0 0 0,-1 0 0,1 0 0,-1 0 0,1-1 0,-1 1 0,0 0 0,-20-8 0,17 8 0,1 0 0,0 0 0,-1 0 0,1 0 0,0 1 0,0 0 0,0 0 0,0 0 0,-1 0 0,1 0 0,0 0 0,1 1 0,-1-1 0,0 1 0,0 0 0,1 0 0,-1 0 0,1 0 0,-1 1 0,1-1 0,0 1 0,-2 3 0,-7 8 0,1 0 0,-14 30 0,20-37 0,-18 35 0,2 1 0,3 1 0,1 1 0,2 0 0,-9 49 0,21-83 0,1-1 0,0 1 0,0 0 0,1 0 0,1-1 0,2 18 0,-2-25 0,-1 0 0,1 0 0,0 0 0,0 0 0,0 0 0,0-1 0,1 1 0,-1 0 0,1-1 0,-1 1 0,1-1 0,0 1 0,0-1 0,0 0 0,0 0 0,1 0 0,-1 0 0,1 0 0,-1-1 0,1 1 0,-1-1 0,1 1 0,0-1 0,0 0 0,0 0 0,-1 0 0,7 0 0,1 0 0,-1-1 0,1 0 0,-1-1 0,0 0 0,1 0 0,-1-1 0,0 0 0,0-1 0,0 0 0,0-1 0,0 0 0,-1 0 0,1 0 0,8-7 0,4-4 0,-1-1 0,0 0 0,-1-1 0,17-21 0,-18 18 0,-1-2 0,-1 0 0,-1 0 0,-1-2 0,20-46 0,-26 50 0,-1 0 0,-1 0 0,-1 0 0,-1 0 0,-1-1 0,0 0 0,-2 0 0,-1-24 0,0 39 0,-1 1 0,1 0 0,-1 0 0,-1 0 0,-1-5 0,3 9 0,0 1 0,-1-1 0,1 1 0,0-1 0,0 1 0,-1-1 0,1 1 0,0-1 0,-1 1 0,1-1 0,0 1 0,-1 0 0,1-1 0,-1 1 0,1 0 0,-1-1 0,1 1 0,-1 0 0,1 0 0,-1-1 0,1 1 0,-1 0 0,0 0 0,0 0 0,1 0 0,-1 1 0,0-1 0,0 0 0,1 1 0,-1-1 0,0 1 0,1-1 0,-1 1 0,1-1 0,-1 1 0,0-1 0,1 1 0,-1-1 0,1 1 0,-1 0 0,1-1 0,0 1 0,-1 0 0,1 0 0,-33 68 0,33-69 0,0 0 0,0 1 0,0-1 0,0 0 0,0 1 0,0-1 0,-1 0 0,1 0 0,0 1 0,0-1 0,0 0 0,0 0 0,-1 1 0,1-1 0,0 0 0,0 0 0,0 0 0,-1 1 0,1-1 0,0 0 0,0 0 0,-1 0 0,1 0 0,0 0 0,0 0 0,-1 1 0,1-1 0,0 0 0,-1 0 0,1 0 0,0 0 0,0 0 0,-1 0 0,1 0 0,0 0 0,-1 0 0,1 0 0,0 0 0,-1 0 0,1 0 0,0-1 0,0 1 0,-1 0 0,1 0 0,-1 0 0,-4-17 0,2-22 0,3 23 0,2 1 0,0 0 0,0 0 0,1 0 0,1 0 0,1 1 0,0-1 0,1 1 0,0 0 0,1 0 0,10-14 0,-6 11 0,1 1 0,1 1 0,0-1 0,1 2 0,1 0 0,0 1 0,34-23 0,-42 32 0,0 0 0,0 0 0,0 1 0,1 0 0,-1 1 0,1-1 0,0 1 0,-1 1 0,1 0 0,0 0 0,0 0 0,9 1 0,-12 0 0,0 1 0,0 0 0,0 0 0,0 0 0,0 0 0,-1 1 0,1 0 0,0 0 0,-1 0 0,0 1 0,1-1 0,-1 1 0,0 0 0,0 0 0,-1 0 0,1 1 0,-1 0 0,1-1 0,-1 1 0,4 7 0,-2-2 0,-1 0 0,0 0 0,0 1 0,-1 0 0,0 0 0,0 0 0,-1 0 0,-1 0 0,0 0 0,0 0 0,-1 1 0,0-1 0,-1 0 0,0 1 0,-1-1 0,0 0 0,-6 16 0,4-12 0,-2 0 0,1-1 0,-2 0 0,0 0 0,0 0 0,-1-1 0,-1 0 0,0-1 0,-1 0 0,0 0 0,-21 16 0,12-13 0,-1 0 0,0-2 0,-1-1 0,0 0 0,-1-2 0,0 0 0,-1-2 0,1 0 0,-2-1 0,-28 2 0,46-7 0,-1-1 0,1 0 0,0-1 0,0 0 0,0 0 0,0 0 0,-6-2 0,11 2 0,-1 1 0,1 0 0,0-1 0,0 1 0,-1-1 0,1 1 0,0-1 0,0 1 0,0-1 0,0 0 0,0 0 0,0 0 0,0 0 0,0 0 0,0 0 0,0 0 0,1 0 0,-1 0 0,0 0 0,0 0 0,1 0 0,-1 0 0,1-1 0,-1 1 0,1 0 0,0 0 0,0-1 0,-1 1 0,1 0 0,0-1 0,0 1 0,0 0 0,0 0 0,0-1 0,0 1 0,1 0 0,-1-1 0,1-1 0,1 0 0,0-1 0,0 1 0,0 0 0,0 0 0,1 1 0,-1-1 0,1 0 0,0 1 0,0 0 0,0-1 0,0 1 0,0 0 0,0 0 0,0 1 0,1-1 0,-1 1 0,5-2 0,1 0 0,-1 1 0,0 0 0,1 0 0,-1 1 0,1 0 0,11 0 0,-10 2 0,-1 1 0,0 0 0,0 0 0,0 0 0,0 1 0,-1 1 0,1 0 0,-1 0 0,0 0 0,0 1 0,0 0 0,0 1 0,-1-1 0,0 2 0,0-1 0,-1 1 0,8 10 0,3 5 0,-1 2 0,-1 0 0,-1 0 0,15 38 0,-26-54-170,0 0-1,1 1 0,1-1 1,-1-1-1,1 1 0,1-1 1,7 9-1,1-5-6655</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8:16.446"/>
    </inkml:context>
    <inkml:brush xml:id="br0">
      <inkml:brushProperty name="width" value="0.05" units="cm"/>
      <inkml:brushProperty name="height" value="0.05" units="cm"/>
    </inkml:brush>
  </inkml:definitions>
  <inkml:trace contextRef="#ctx0" brushRef="#br0">330 235 24575,'0'-6'0,"0"-9"0,0 1 0,-1-1 0,0 0 0,-7-26 0,7 37 0,-1 0 0,1 0 0,-1 0 0,0 0 0,0 1 0,0-1 0,0 1 0,-1-1 0,0 1 0,1 0 0,-1 0 0,0 0 0,-1 0 0,1 1 0,0-1 0,-1 1 0,1 0 0,-1 0 0,0 0 0,0 0 0,-7-2 0,5 3 0,1 0 0,-1 0 0,1 1 0,-1 0 0,0 0 0,1 0 0,-1 0 0,1 1 0,-1 0 0,0 0 0,1 1 0,0-1 0,-1 1 0,1 0 0,0 1 0,0-1 0,0 1 0,0 0 0,1 0 0,-1 1 0,1-1 0,-7 9 0,-1 0 0,2 0 0,0 0 0,0 1 0,1 0 0,1 1 0,-13 28 0,12-21 0,1 1 0,1 1 0,1-1 0,1 1 0,-3 39 0,7-50 0,0 0 0,1 1 0,1-1 0,0 0 0,1 0 0,0 1 0,1-1 0,1-1 0,0 1 0,0 0 0,1-1 0,8 15 0,-9-21 0,0 1 0,0-1 0,0-1 0,1 1 0,-1-1 0,1 0 0,0 0 0,1 0 0,-1 0 0,0-1 0,1 0 0,0 0 0,0-1 0,0 0 0,0 0 0,0 0 0,0 0 0,1-1 0,-1 0 0,0-1 0,1 1 0,9-2 0,-8 1 0,-1-1 0,1 0 0,-1-1 0,1 1 0,-1-1 0,0-1 0,0 1 0,0-1 0,0-1 0,-1 1 0,1-1 0,-1 0 0,0-1 0,0 1 0,0-1 0,-1 0 0,0-1 0,9-11 0,-7 6 0,-1-1 0,0-1 0,-1 1 0,0-1 0,-1 0 0,0 0 0,-1-1 0,-1 1 0,2-18 0,-2-3 0,-2 0 0,-6-53 0,2 53 0,-10-35 0,11 55 0,-1 1 0,0 1 0,-1-1 0,-1 1 0,-11-20 0,9 24 0,18 22 0,-6-10 0,0-1 0,1 1 0,-1-1 0,1 0 0,-1 0 0,1 0 0,0-1 0,0 1 0,1-1 0,-1-1 0,0 1 0,1-1 0,-1 0 0,0 0 0,1 0 0,-1-1 0,1 0 0,0 0 0,-1 0 0,1-1 0,-1 0 0,1 0 0,-1 0 0,0-1 0,0 1 0,1-1 0,-1-1 0,0 1 0,6-4 0,-9 4 0,2 0 0,0-1 0,-1 1 0,1 0 0,0 1 0,0-1 0,0 0 0,7 0 0,-11 2 0,1 0 0,0 0 0,-1 0 0,1 0 0,0 0 0,-1 0 0,1 0 0,0 0 0,-1 0 0,1 1 0,0-1 0,-1 0 0,1 1 0,0-1 0,-1 0 0,1 1 0,-1-1 0,1 1 0,-1-1 0,2 1 0,-1 1 0,-1-1 0,1 1 0,0-1 0,0 1 0,-1-1 0,1 1 0,0 0 0,-1-1 0,0 1 0,1 0 0,-1 3 0,2 41 0,-2 1 0,-13 89 0,4-45 0,13-111 0,0 0 0,1 0 0,2 1 0,0 0 0,10-20 0,59-107 0,-64 125 0,-7 9 0,2 1 0,-1-1 0,1 2 0,1-1 0,0 1 0,1 0 0,12-12 0,-20 22 0,0-1 0,0 0 0,0 0 0,-1 1 0,1-1 0,0 1 0,0-1 0,0 1 0,1-1 0,-1 1 0,0-1 0,0 1 0,0 0 0,0 0 0,0 0 0,0 0 0,0-1 0,0 1 0,1 1 0,-1-1 0,1 0 0,-1 1 0,0-1 0,0 1 0,0-1 0,0 1 0,-1 0 0,1 0 0,0-1 0,-1 1 0,1 0 0,0 0 0,-1 0 0,1 0 0,-1 0 0,1 0 0,-1-1 0,0 1 0,1 0 0,-1 2 0,2 5 0,-1 1 0,0 0 0,0 0 0,-1 10 0,-1-13 0,0 16 0,-7 35 0,0 2 0,8-58 0,-1 0 0,1 0 0,0 0 0,0 0 0,0 0 0,0 0 0,0 1 0,0-1 0,0 0 0,1 0 0,-1 0 0,0 0 0,0 0 0,1 0 0,-1 0 0,1 0 0,-1 0 0,1 0 0,-1 0 0,1 0 0,1 1 0,-1-2 0,-1 1 0,1-1 0,0 0 0,0 0 0,0 0 0,0 0 0,-1 0 0,1 0 0,0 0 0,0 0 0,0 0 0,0 0 0,-1 0 0,1 0 0,0 0 0,0-1 0,0 1 0,-1 0 0,1-1 0,0 1 0,0-1 0,7-4 0,-1 0 0,1-1 0,10-11 0,-18 17 0,18-18 0,-8 7 0,0 1 0,14-11 0,-21 19 0,-1 0 0,1 0 0,0 0 0,0 1 0,0-1 0,0 1 0,0 0 0,0 0 0,0 0 0,0 0 0,1 0 0,-1 1 0,0 0 0,1-1 0,2 1 0,-4 1 0,1-1 0,-1 1 0,0 0 0,0-1 0,0 1 0,0 0 0,0 0 0,0 1 0,0-1 0,-1 0 0,1 0 0,0 1 0,-1-1 0,1 1 0,-1 0 0,1-1 0,-1 1 0,0 0 0,0 0 0,1 0 0,-2 0 0,1 0 0,1 3 0,2 7 0,0 0 0,-1 0 0,1 13 0,-1-8 0,11 49-682,24 67-1,-24-92-6143</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8:16.664"/>
    </inkml:context>
    <inkml:brush xml:id="br0">
      <inkml:brushProperty name="width" value="0.05" units="cm"/>
      <inkml:brushProperty name="height" value="0.05" units="cm"/>
    </inkml:brush>
  </inkml:definitions>
  <inkml:trace contextRef="#ctx0" brushRef="#br0">0 77 24575,'3'-6'0,"8"-5"0,4-5 0,1-1 0,0 1 0,-3 7 0,-3 8 0,-7 7 0,-6 9 0,-4 8 0,-3 10 0,0 8 0,2 4 0,-1 0 0,1 2 0,1-4 0,3-3 0,2-8-8191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8:16.807"/>
    </inkml:context>
    <inkml:brush xml:id="br0">
      <inkml:brushProperty name="width" value="0.05" units="cm"/>
      <inkml:brushProperty name="height" value="0.05" units="cm"/>
    </inkml:brush>
  </inkml:definitions>
  <inkml:trace contextRef="#ctx0" brushRef="#br0">0 118 24575,'0'-9'0,"0"-10"0,0-7 0,0-3 0,0 7 0,0 10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8:16.990"/>
    </inkml:context>
    <inkml:brush xml:id="br0">
      <inkml:brushProperty name="width" value="0.05" units="cm"/>
      <inkml:brushProperty name="height" value="0.05" units="cm"/>
    </inkml:brush>
  </inkml:definitions>
  <inkml:trace contextRef="#ctx0" brushRef="#br0">1 1 24575,'3'0'0,"1"3"0,3 4 0,0 7 0,0 8 0,-3 6 0,-1 8 0,2 7 0,0 9 0,-1 10 0,-1 9 0,-1 0 0,2 2 0,1-6 0,-1-5 0,0-10 0,-2-13-8191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8:17.863"/>
    </inkml:context>
    <inkml:brush xml:id="br0">
      <inkml:brushProperty name="width" value="0.05" units="cm"/>
      <inkml:brushProperty name="height" value="0.05" units="cm"/>
    </inkml:brush>
  </inkml:definitions>
  <inkml:trace contextRef="#ctx0" brushRef="#br0">31 314 24575,'-8'-16'0,"4"10"0,1-1 0,-1 1 0,2 0 0,-1-1 0,-3-12 0,6 17 0,0 1 0,0-1 0,0 1 0,0 0 0,0-1 0,0 1 0,0-1 0,1 1 0,-1 0 0,1-1 0,-1 1 0,0 0 0,1-1 0,0 1 0,-1 0 0,1 0 0,0-1 0,0 1 0,0 0 0,0 0 0,0 0 0,0 0 0,0 0 0,0 0 0,0 0 0,0 1 0,0-1 0,0 0 0,1 1 0,-1-1 0,0 1 0,1-1 0,-1 1 0,3-1 0,20-4 0,0 1 0,0 1 0,1 2 0,-1 0 0,38 4 0,-9-1 0,-13-1 0,3 0 0,-1-1 0,0-2 0,60-10 0,-97 11 0,-1 0 0,1-1 0,-1 1 0,0-1 0,1 0 0,-1-1 0,0 1 0,0-1 0,0 1 0,-1-1 0,1 0 0,-1 0 0,1-1 0,-1 1 0,0-1 0,2-4 0,-3 5 0,-1 1 0,1-1 0,-1 0 0,0 1 0,0-1 0,0 0 0,-1 0 0,1 0 0,-1 0 0,1 0 0,-1 0 0,0 0 0,0 0 0,-1 0 0,1 0 0,-1 0 0,1 0 0,-1 0 0,0 0 0,0 1 0,0-1 0,0 0 0,-1 0 0,1 1 0,-1-1 0,-1-2 0,1 3 0,1 0 0,0 0 0,-1 0 0,1 0 0,-1 1 0,0-1 0,1 1 0,-1-1 0,0 1 0,0-1 0,0 1 0,0 0 0,0 0 0,-1 0 0,1 0 0,0 0 0,0 1 0,-1-1 0,1 1 0,0-1 0,-1 1 0,1 0 0,0 0 0,-1 0 0,1 0 0,0 0 0,-1 0 0,1 1 0,0-1 0,-1 1 0,1 0 0,0 0 0,0 0 0,0 0 0,0 0 0,0 0 0,-3 2 0,-2 2 0,1 0 0,-1 1 0,1 0 0,0 0 0,1 0 0,-1 0 0,1 1 0,1 0 0,-6 10 0,0 3 0,2-1 0,0 2 0,1-1 0,-6 35 0,11-44 0,0 1 0,1 0 0,0 0 0,1 0 0,0 0 0,1 0 0,1-1 0,0 1 0,6 21 0,-7-30 0,-1 0 0,1 0 0,1-1 0,-1 1 0,0-1 0,0 1 0,1-1 0,0 1 0,-1-1 0,1 0 0,0 0 0,0 0 0,0 0 0,0 0 0,1 0 0,-1 0 0,0-1 0,1 1 0,-1-1 0,1 0 0,0 0 0,-1 0 0,1 0 0,0 0 0,0-1 0,-1 1 0,1-1 0,0 1 0,0-1 0,4 0 0,0-1 0,-1-1 0,0 1 0,0-1 0,0 0 0,0-1 0,0 1 0,-1-1 0,1 0 0,-1 0 0,1-1 0,-1 0 0,8-8 0,4-5 0,-2-2 0,0 0 0,-1-1 0,0 0 0,-2-1 0,-1 0 0,0-1 0,8-26 0,-8 28 0,-11 20 0,0 0 0,0 0 0,1 0 0,-1 0 0,0 0 0,0 0 0,0 0 0,1 0 0,-1 0 0,0 0 0,0 0 0,0 0 0,0 0 0,1 0 0,-1 0 0,0 0 0,0 0 0,0 0 0,0 0 0,1 0 0,-1 0 0,0 1 0,0-1 0,0 0 0,0 0 0,1 0 0,-1 0 0,0 0 0,0 0 0,0 1 0,0-1 0,0 0 0,0 0 0,0 0 0,0 0 0,0 1 0,1-1 0,-1 0 0,0 0 0,0 0 0,0 1 0,0-1 0,0 0 0,0 0 0,0 0 0,0 1 0,0-1 0,-1 0 0,4 43 0,-3-29 0,0-4 0,1-1 0,0 0 0,1 1 0,0-1 0,0 0 0,1 0 0,0 0 0,6 10 0,-8-17 0,0 1 0,1-1 0,0 0 0,-1 1 0,1-1 0,0 0 0,0 0 0,0 0 0,0 0 0,0-1 0,1 1 0,-1-1 0,1 1 0,-1-1 0,1 0 0,-1 0 0,1 0 0,0 0 0,-1 0 0,1 0 0,0-1 0,0 1 0,0-1 0,-1 0 0,1 0 0,0 0 0,0 0 0,0-1 0,-1 1 0,1-1 0,3-1 0,5-2 0,1 0 0,-1-1 0,0 0 0,0-1 0,-1 0 0,1-1 0,-2 0 0,1-1 0,-1 0 0,0 0 0,0-1 0,-1 0 0,-1-1 0,1 0 0,5-11 0,9-16 0,-2-2 0,28-73 0,-46 107 0,-1 0 0,2-1 0,-1 1 0,1 0 0,-1-1 0,5-4 0,-7 9 0,0 1 0,0 0 0,0 0 0,1 0 0,-1 0 0,0 0 0,0 0 0,0 0 0,0-1 0,0 1 0,0 0 0,0 0 0,0 0 0,0 0 0,0 0 0,0 0 0,1 0 0,-1 0 0,0 0 0,0 0 0,0 0 0,0 0 0,0 0 0,0-1 0,0 1 0,1 0 0,-1 0 0,0 0 0,0 0 0,0 0 0,0 0 0,0 0 0,0 0 0,1 0 0,-1 0 0,0 1 0,0-1 0,0 0 0,0 0 0,0 0 0,0 0 0,0 0 0,1 0 0,-1 0 0,0 0 0,0 0 0,0 0 0,0 0 0,0 0 0,0 0 0,0 1 0,0-1 0,0 0 0,0 0 0,1 0 0,0 11 0,-2 15 0,-16 119 0,3 188 0,14-323 0,3 34 0,-3-41 0,1-1 0,-1 1 0,1-1 0,-1 0 0,1 1 0,0-1 0,0 0 0,0 1 0,0-1 0,0 0 0,0 0 0,1 0 0,-1 0 0,3 2 0,-3-4 0,-1 1 0,0-1 0,1 0 0,-1 0 0,1 0 0,-1 0 0,1 1 0,0-1 0,-1 0 0,1 0 0,-1 0 0,1 0 0,-1 0 0,1 0 0,-1 0 0,1-1 0,-1 1 0,1 0 0,-1 0 0,1 0 0,-1 0 0,1-1 0,-1 1 0,1 0 0,-1 0 0,0-1 0,1 1 0,-1 0 0,1-1 0,-1 1 0,0-1 0,1 1 0,-1 0 0,0-1 0,1 1 0,-1-1 0,0 1 0,1-1 0,11-23 0,-11 20 0,9-17 0,0-1 0,0 1 0,1 0 0,1 1 0,17-22 0,-25 37 0,0 0 0,0 1 0,1-1 0,0 1 0,-1 0 0,1 0 0,1 1 0,-1 0 0,0 0 0,1 0 0,0 0 0,-1 1 0,1 0 0,0 0 0,0 1 0,1-1 0,-1 1 0,0 1 0,0-1 0,13 2 0,-8 0 0,1 2 0,-1-1 0,0 2 0,0-1 0,0 1 0,0 1 0,-1 0 0,15 10 0,76 58 0,-94-68 0,0 1 0,70 58 0,-66-54 0,0 1 0,-1 1 0,0-1 0,10 18 0,-19-28 0,0 0 0,-1 0 0,1 0 0,0 0 0,-1 0 0,1 0 0,-1 0 0,1 0 0,-1 0 0,1 0 0,-1 0 0,0 0 0,0 0 0,1 1 0,-1-1 0,0 0 0,0 0 0,0 0 0,0 1 0,0-1 0,-1 0 0,1 0 0,0 0 0,-1 0 0,1 0 0,0 1 0,-1-1 0,1 0 0,-1 0 0,0 0 0,1 0 0,-1 0 0,0 0 0,0 0 0,1-1 0,-1 1 0,0 0 0,0 0 0,0-1 0,0 1 0,0 0 0,0-1 0,0 1 0,0-1 0,0 1 0,0-1 0,-1 0 0,-1 1 0,-8 1 0,1 0 0,-1 0 0,0-1 0,-15 0 0,21-1 0,-393-26-1163,388 25 961,-101-10-6624</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8:19.323"/>
    </inkml:context>
    <inkml:brush xml:id="br0">
      <inkml:brushProperty name="width" value="0.05" units="cm"/>
      <inkml:brushProperty name="height" value="0.05" units="cm"/>
    </inkml:brush>
  </inkml:definitions>
  <inkml:trace contextRef="#ctx0" brushRef="#br0">17 148 24575,'-2'-1'0,"1"0"0,0-1 0,-1 1 0,1-1 0,0 1 0,0-1 0,0 0 0,0 1 0,0-1 0,0 0 0,0 0 0,1 0 0,-1 1 0,1-1 0,-1 0 0,1 0 0,0 0 0,0 0 0,-1 0 0,1 0 0,1 0 0,-1 0 0,0 0 0,0 0 0,1 0 0,-1 0 0,1 1 0,0-1 0,-1 0 0,3-3 0,-1 2 0,1-1 0,-1 1 0,1-1 0,0 1 0,0 0 0,0 0 0,0 0 0,1 1 0,-1-1 0,1 1 0,-1-1 0,1 1 0,5-1 0,15-6 0,0 2 0,1 0 0,0 2 0,29-3 0,106-1 0,-124 8 0,217-1-517,0 11-1,-1 10 0,-1 12 1,-2 11-1,445 134 0,-530-120 148,-2 7 0,284 155 0,-354-164 185,-3 4 0,-3 4 0,-2 4 0,-3 4-1,135 151 1,-173-168 58,-2 2 0,-2 1 0,-3 2 0,-3 2 0,-2 1 0,-3 1 0,-3 2 0,-2 0 0,26 127-1,-33-85 146,-4 0-1,-5 1 0,-4 1 1,-5-1-1,-5 0 0,-24 126 0,8-116 4,-5-1-1,-6-1 0,-4-2 0,-6-1 0,-76 141 0,77-177 765,-3-1 0,-3-2-1,-3-3 1,-4-2-1,-2-3 1,-3-2 0,-83 66-1,141-126-779,0-1 1,-1 0-1,1 1 0,-1-1 0,1-1 0,-1 1 0,0 0 0,1-1 0,-8 2 1,10-3-6,0 0 1,0 0 0,-1 0 0,1 0-1,0 0 1,0 0 0,0-1-1,0 1 1,0 0 0,0-1 0,-1 1-1,1-1 1,0 1 0,0-1 0,0 1-1,1-1 1,-1 0 0,0 0-1,0 1 1,0-1 0,0 0 0,1 0-1,-1 0 1,0 0 0,1 0 0,-1 0-1,1 0 1,-1 0 0,1 0-1,-1 0 1,1 0 0,0 0 0,0 0-1,-1-1 1,1 1 0,0 0 0,0-2-1,-1-7 0,1 7 0,0 0 0,-1 0 0,1 1 0,-1-1 0,0 0 0,1 1 0,-1-1 0,0 1 0,-2-4 0,3 6 4,-1 0 0,1 0 0,0 0 0,0 0 0,0-1 0,0 1 0,-1 0 0,1 0 0,0 0 0,0 0 0,0 0 0,-1 0 0,1 0 0,0 0 0,0 0 0,0 0 0,-1 0 0,1 0 0,0 0 0,0 0 0,0 0 0,-1 1 0,1-1 0,0 0 0,0 0 0,0 0 0,0 0 0,-1 0 0,1 0 0,0 0 0,0 1 0,0-1 0,0 0 0,0 0 0,0 0 0,-1 0 0,1 0 0,0 1-1,0-1 1,0 0 0,0 0 0,0 0 0,0 1 0,0-1 0,0 0 0,0 0 0,0 0 0,0 1 0,0-1 0,0 0 0,0 0 0,0 0 0,0 0 0,0 1 0,0-1 0,0 0 0,0 0 0,0 1 0,-2 4-1604</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4:28:19.650"/>
    </inkml:context>
    <inkml:brush xml:id="br0">
      <inkml:brushProperty name="width" value="0.05" units="cm"/>
      <inkml:brushProperty name="height" value="0.05" units="cm"/>
    </inkml:brush>
  </inkml:definitions>
  <inkml:trace contextRef="#ctx0" brushRef="#br0">75 20 24575,'0'-1'0,"0"1"0,0-1 0,0 0 0,0 0 0,0 1 0,0-1 0,0 0 0,0 1 0,0-1 0,0 0 0,0 0 0,0 1 0,-1-1 0,1 0 0,0 1 0,0-1 0,-1 0 0,1 1 0,-1-1 0,1 1 0,0-1 0,-1 1 0,1-1 0,-1 1 0,1-1 0,-1 1 0,0-1 0,1 1 0,-1-1 0,1 1 0,-2-1 0,1 2 0,0-1 0,0 0 0,0 0 0,0 1 0,0-1 0,0 0 0,0 1 0,0-1 0,0 1 0,0-1 0,1 1 0,-1 0 0,0-1 0,0 1 0,0 0 0,1-1 0,-1 1 0,0 0 0,1 0 0,-1 0 0,1 0 0,-1 1 0,-6 10 0,1 1 0,1-1 0,0 1 0,1 0 0,0 1 0,1-1 0,-2 23 0,-1 102 0,5-100 0,9 183 0,-3-180 0,2 0 0,2 0 0,16 51 0,-20-78 0,1 0 0,0 0 0,1-1 0,13 21 0,-18-31 0,1 1 0,0-1 0,-1 0 0,1 0 0,0 0 0,0 0 0,1 0 0,-1-1 0,0 1 0,1-1 0,0 0 0,-1 0 0,1 0 0,0-1 0,0 1 0,0-1 0,0 0 0,0 0 0,1 0 0,-1-1 0,5 1 0,8-4 0,0-1 0,0 0 0,0-1 0,-1-1 0,1 0 0,29-18 0,-13 8 0,-10 5 24,116-50 286,-114 52-734,1 0-1,0 2 0,41-6 0,-42 11-6401</inkml:trace>
</inkml:ink>
</file>

<file path=ppt/ink/ink116.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2-16T06:47:26.214"/>
    </inkml:context>
    <inkml:brush xml:id="br0">
      <inkml:brushProperty name="width" value="0.05292" units="cm"/>
      <inkml:brushProperty name="height" value="0.05292" units="cm"/>
    </inkml:brush>
  </inkml:definitions>
  <inkml:trace contextRef="#ctx0" brushRef="#br0">846 2539 0,'0'0'0,"-13"0"31,26 0 47,1 0-47,-14 14 32,0 25-32,-14 27-15,-25 67-1,26-94 1,13 67 0,13-79-1,0 12 1</inkml:trace>
  <inkml:trace contextRef="#ctx0" brushRef="#br0" timeOffset="545.84">1151 2658 0,'13'0'16,"-26"14"0,-14 12-1,14-13 1,-40 80 0,40-67-16,13-12 15,26 52 1,1-53-1,79 0 1,-67-26 0,-12-13-1,-14-41 1,-13 41 0,-53-67-1,27 93 1,-27-13-1,39 13 1,1 0 0,26 0-1</inkml:trace>
  <inkml:trace contextRef="#ctx0" brushRef="#br0" timeOffset="1068.54">1508 2738 0,'0'0'0,"0"-13"16,0-1-16,26-25 31,14 25-15,0 1 0,26 53 15,-53-27-31,-13 14 15,0 52 1,-40-39 0,-26 13-1,-26-1 17,92-38-17,13-14 1,159-14 15,-27 14 0,-79 14 1,-52-14-32</inkml:trace>
  <inkml:trace contextRef="#ctx0" brushRef="#br0" timeOffset="1590.06">2050 2725 0,'-53'-14'31,"106"28"-31,-66-67 32,66 39-17,92 14 17,-105 53-1,-106 40 0,26-53-15,-53 26 15,80-53 0,106-13 0,79 0 1,-93 0-17,-26 0 17,-93 0-1,27 0-31</inkml:trace>
  <inkml:trace contextRef="#ctx0" brushRef="#br0" timeOffset="2585.53">2830 2632 0,'-26'-13'31,"52"26"-31,14-66 31,0 40-31,65 0 16,120-1 15,-198 14-15</inkml:trace>
  <inkml:trace contextRef="#ctx0" brushRef="#br0" timeOffset="2766.67">2976 2553 0,'-13'0'15,"26"0"-15,-13 26 32,26 93-1,14 27 0,-40-120-31,26 27 16</inkml:trace>
  <inkml:trace contextRef="#ctx0" brushRef="#br0" timeOffset="3098.79">3187 2738 0,'0'-992'0,"0"1971"16,27-993 15,92 67 0,-93-39-31,40 52 31,-118-27 1,12-78-1,53-14-15,80-27 15,-67 67-31</inkml:trace>
  <inkml:trace contextRef="#ctx0" brushRef="#br0" timeOffset="3583.62">3743 2764 0,'-27'-26'47,"-25"-14"-15,-28 53-1,40 27-16,14 66 17,39-80-17,-13-12-15,80-1 32,-14-79-1,-27-14 0,-12 80 0,-27 14-31,26 78 32,40-52-1</inkml:trace>
  <inkml:trace contextRef="#ctx0" brushRef="#br0" timeOffset="3909.44">3875 2764 0,'0'0'0,"-13"-53"31,26 80 0,40 79 1,-13-53-1,-14-80 0,-13-13-15,27-65 15,-13 78 0,-14 27-31</inkml:trace>
  <inkml:trace contextRef="#ctx0" brushRef="#br0" timeOffset="4514.83">4153 2751 0,'-13'13'32,"-1"-13"-1,28 0 0,25 14 0,1-14-15,-40-14 0,13-25 15,-39 12 0,-27 67 0,40 13-15,52 39 15,54-65 1,-14-93-17,-66 52 1,1-12-16,-1-80 15,-13 80-15,0-107 32,0 120-17,-13 40 17,13 105-1,13-106-31,13 80 31,-26-93-31,27 27 16</inkml:trace>
  <inkml:trace contextRef="#ctx0" brushRef="#br0" timeOffset="4819.89">4894 2566 0,'-14'0'31,"28"0"-31,-14 26 32,13 80-17,0-40 17,-13 27-17</inkml:trace>
  <inkml:trace contextRef="#ctx0" brushRef="#br0" timeOffset="5319.28">4735 2711 0,'0'-991'0,"26"1982"31,120-1004 0,-107 13-15,80-13-1,-92 13 1,-1 0 0,-52 0 15,-1 53 0,54 13 0,-1-53-15,67 0 0,-67-13-1,41-39 1,-54 12-1,-26-39 1,-27 40 0,-53-1-1,14 54 17,79-14-17</inkml:trace>
  <inkml:trace contextRef="#ctx0" brushRef="#br0" timeOffset="5870.08">5700 2592 0,'0'0'0,"-13"-26"16,0-1 15,0 27-15,-1 40-1,1-13 1,13-1-16,-13 67 16,13-54-1,13 67 1,40-66 0,66-67 15,-92 14-16,-14 0-15,26-53 16,-39-40 15,-13 93-15,13 39 0,0 106 15,13-118-16,27 39 1</inkml:trace>
  <inkml:trace contextRef="#ctx0" brushRef="#br0" timeOffset="6254.7">6044 2778 0,'0'0'0,"-26"0"32,52 0-1,67 0 0,-40-14 0,-53-12-15,-40-27 15,-13 40 1,40 13-32,13 79 31,26 14 0,14-80-15</inkml:trace>
  <inkml:trace contextRef="#ctx0" brushRef="#br0" timeOffset="6588.62">6282 2672 0,'40'53'31,"-80"-106"-31,133 198 31,-93-132-31,13 1 31,-26-54 1,52-53-1,28 54 0,-54 39-31,-13 13 16</inkml:trace>
  <inkml:trace contextRef="#ctx0" brushRef="#br0" timeOffset="10107.03">6824 2685 0,'14'0'47,"39"0"-32,119 0 17,-120 0-1,-78 0-16</inkml:trace>
  <inkml:trace contextRef="#ctx0" brushRef="#br0" timeOffset="10773.08">7565 2632 0,'0'-13'31,"0"0"1,-13 39-1,-53 67 0,26-1 0,27-65 1,13-41-1,13 1-31,27-79 31,-14 65-31,54-145 31,12 119 1,-39 119-1,-27-13-16,27 133 17,-26-134-17</inkml:trace>
  <inkml:trace contextRef="#ctx0" brushRef="#br0" timeOffset="10977.67">7592 2751 0,'-40'0'15,"80"0"-15,-80-13 32,119-14-17,1 14 1,-41 13-16,67-13 15</inkml:trace>
  <inkml:trace contextRef="#ctx0" brushRef="#br0" timeOffset="11424.53">7935 2672 0,'0'0'0,"14"-27"16,25 14 31,14 92-16,-26 14-15,-27-80-1,0 27 1,0-80 15,39-79 1,-25 106-17,52-40 16,-53 53-31,27 53 16,-27-27 0,13 67-1,-26-67 1</inkml:trace>
  <inkml:trace contextRef="#ctx0" brushRef="#br0" timeOffset="11769.35">8385 2725 0,'0'0'0,"0"-14"16,0 1 0,13 40 30,27 52-30,-40-53 0,40 14-1,-1-53 17,-25-14-17,38-78 1,-78 38 15,-14 67 0</inkml:trace>
  <inkml:trace contextRef="#ctx0" brushRef="#br0" timeOffset="12261.15">8703 2619 0,'0'0'0,"0"-53"32,0 26-17,13 120 16,0 26 1,-13-92-17,0 39 1,0-53 0,0 0-1,0-26 1,40-53-1,39 0 32,-39 92-15,-27-13-32,-13 53 31,-40-39 0,27-27-31,-53-13 16</inkml:trace>
  <inkml:trace contextRef="#ctx0" brushRef="#br0" timeOffset="12722.72">9007 2606 0,'0'0'0,"0"-14"32,0 54-17,26 66 16,-13-80-15,-13 40 0,0-52-1,-13-1 1,0-13 0,13-27-1,0 1 1,26-27-1,-12 40 1,-1 0-16,27-14 16,-27 40-1,26 40 1,-39-26 0,27 39-1,-14-66 1,-13 13-16,0 0 0</inkml:trace>
  <inkml:trace contextRef="#ctx0" brushRef="#br0" timeOffset="13027.18">9443 2738 0,'0'-27'15,"-13"27"1,-27-39 0,14 25-1,-1 14 1,14 14 0,-27 78-1,40-52 1,14 26 15,-1-66-31,0 0 16</inkml:trace>
  <inkml:trace contextRef="#ctx0" brushRef="#br0" timeOffset="13176.66">9443 2711 0,'0'0'16,"0"-13"-16,13-13 15,-13 39 1,14 40 0,-1-40-1,0 14-15,14 25 16,-14-52-16</inkml:trace>
  <inkml:trace contextRef="#ctx0" brushRef="#br0" timeOffset="13571.21">9589 2672 0,'0'0'16,"0"-14"-1,13 54 16,0 0-15,14 13 0,-14-27-1,13 14 1,1-53 15,-1-40-15,-13 40-1,40-67 1,-40 67 0,1-14-1,-1 41 17,-26-1-17</inkml:trace>
  <inkml:trace contextRef="#ctx0" brushRef="#br0" timeOffset="16841.8">1759 3399 0,'0'0'0,"0"-13"47,13 13 16,-13-13-63,0 26 78,-13 27-47,13-27-31,0 40 31,0-40-31,0 79 16,0-52 15,0 39-15,0 54-1,0-107 1,0 93 0,0-92-1,0 92 1,-13-27 15,13-79-15,-13 40-1,13-13 17,0-27-17,0 0 1,0 1 0,0-1 30,13 0-30,13-13 15,-26 13-15,13-13-16,1 0 16,118 14-1,-92-14 1,145 0-1,-132 0 1,198 0 0,-198 0-1,132 0 1,-145 0 0,132 0-1,-133 0 1,120 0-1,-119 0 1,92 0 0,-119 0-1,80 0 1,-54 13 15,-25-13 0,-1 0-15,-13-13 78</inkml:trace>
  <inkml:trace contextRef="#ctx0" brushRef="#br0" timeOffset="18318.03">1719 4391 0,'0'13'47,"14"27"-16,-14-14-15,13 67-1,-13-67 1,0 14-16,13 39 15,-13-52 1,13-1-16,-13 80 16,0-80-1,0 41 1,0-41 0,0 27-1,0-40 1,-13 0-16,13 14 15,0-14 1,0 0-16,0 14 16,13-1 15,0-13 0,1 1 0,-1-14-15,40 13 0,-40-13-1,0 0-15,53 0 16,-39 0 0,-1 0-16,107 0 15,-94 0 1,160-13-1,-133 13 1,185 0 0,-185 0-1,0 0-15,106 0 16,-119 0 0,0 0-16,93 0 15,-80 0 1,26 13-1,-79-13 1,14 0 0,-14 0-1,14 0 1,-14 0 0,53 0-1,-26 0 1,-14 0 15,-39 0 0,-14 0-15,14 0 0,0 0-16</inkml:trace>
  <inkml:trace contextRef="#ctx0" brushRef="#br0" timeOffset="19601.09">1746 5237 0,'0'14'16,"0"-28"-16,26 107 31,-26-67-31,27 54 31,-14 39 0,-13-93-31,0 80 32,0-80-32,-13 93 31,13-26 0,0-67-31,13 27 31,13 27 1,-12-41-1,25-12 0,27-14 0,40-13 1,-66 0-32,185-13 31,39 0 0,-184 13-15,105 26 15,-40-13 0,1 14 1,-14-27-1,0 13 0,-119-13-31,14 0 16,-14 0 15,-26 0-15,0 0 15,-1 0-16</inkml:trace>
  <inkml:trace contextRef="#ctx0" brushRef="#br0" timeOffset="21495.38">3809 4232 0,'0'13'47,"0"120"-16,0-94-15,0 80-1,0-66 1</inkml:trace>
  <inkml:trace contextRef="#ctx0" brushRef="#br0" timeOffset="21813.87">3743 4364 0,'0'0'0,"-13"-26"16,13 0-16,-14-54 15,14 54 1,0 13-16,27-27 16,92 27 15,-27 52-15,-25 27-1,-81 67 16,-118-28 1,0-78-1,105-67-15</inkml:trace>
  <inkml:trace contextRef="#ctx0" brushRef="#br0" timeOffset="22125.63">4232 4232 0,'0'0'0,"27"-13"15,-41-27 16,-12 40-15,-40 53 15,39 0-15,27-26-16,14 118 31,91-66 0,-25-92-15</inkml:trace>
  <inkml:trace contextRef="#ctx0" brushRef="#br0" timeOffset="22285.6">4272 4404 0,'0'0'0,"-53"-26"31,66 26 0,80-27 0,-67 27-31</inkml:trace>
  <inkml:trace contextRef="#ctx0" brushRef="#br0" timeOffset="22604.77">4523 4206 0,'-26'-27'31,"52"54"-31,-39-40 32,13 26-32,0 40 15,0 26 1,0 27 15,0-67 0,53-25 1,53 12-1,-40-39-16</inkml:trace>
  <inkml:trace contextRef="#ctx0" brushRef="#br0" timeOffset="22913.82">4999 4351 0,'-39'-13'32,"65"13"-1,53 13 0,-12-13 0,-67-13-15</inkml:trace>
  <inkml:trace contextRef="#ctx0" brushRef="#br0" timeOffset="23177.91">5370 4232 0,'-14'0'31,"28"40"0,12 92 1,1 40-1,-27-159-31</inkml:trace>
  <inkml:trace contextRef="#ctx0" brushRef="#br0" timeOffset="23480.1">5383 4404 0,'0'0'0,"-13"-79"15,26-1 17,106 54-1,0 92 0,-93 106 0,-92-79 1,-53-67-1,80-79-16</inkml:trace>
  <inkml:trace contextRef="#ctx0" brushRef="#br0" timeOffset="23735.44">5740 4298 0,'0'0'31,"0"-39"-31,13 39 31,14 26-15,92 106 15,-53-39-15,-27-40-1</inkml:trace>
  <inkml:trace contextRef="#ctx0" brushRef="#br0" timeOffset="23931.09">5952 4272 0,'0'0'31,"0"13"-31,0-26 0,-27 119 32,27-80-32,-53 93 31,14-53-15</inkml:trace>
  <inkml:trace contextRef="#ctx0" brushRef="#br0" timeOffset="24668.74">6097 4338 0,'0'0'16,"0"-13"0,27 52 15,12 54 0,-26-67-31,14 27 31,-27-39-31,0-993 32,-27 1891-1,14-978-16,26-119 17,54 146-1,-28 39-15,67 66 15,-119 13 0,-53-26 0,39-40 1,54-26-1,78 26 0,-25 53 0,-107 14 1,-78-41-17,91-39 1,-78-26 15,79 26-31,-1-27 16,14 14 15</inkml:trace>
  <inkml:trace contextRef="#ctx0" brushRef="#br0" timeOffset="25583.05">3862 5224 0,'0'0'0,"0"-26"31,0 39 0,0 0-15,13 93-1,-13-80 1,0 1-16,0 52 16,0-26-1,0-40-15</inkml:trace>
  <inkml:trace contextRef="#ctx0" brushRef="#br0" timeOffset="25957.95">3783 5356 0,'0'0'0,"-14"-53"16,41-39 15,65 26 0,-65 66-15,39 66 0,-53-40-1,27 120 1,-40-120-1,-66 54 1,-40-54 15,79-26-15,-39-40 0,53 40-1,0-13-15,13 0 0</inkml:trace>
  <inkml:trace contextRef="#ctx0" brushRef="#br0" timeOffset="26241.44">4193 5237 0,'0'0'0,"-14"0"15,14-13 1,27 53 15,-14-27-15,0 13-16,40 41 16,-40-54-1,14 13-15,-1 14 16,-26-27-1</inkml:trace>
  <inkml:trace contextRef="#ctx0" brushRef="#br0" timeOffset="26422.16">4298 5211 0,'0'-13'0,"0"26"0,-13-40 15,0 80 16,-14 80 1,14-107-17,0 53 1,13-65-16</inkml:trace>
  <inkml:trace contextRef="#ctx0" brushRef="#br0" timeOffset="27102.15">4431 5264 0,'0'0'15,"13"0"1,0 26 15,14 54 0,-14-67-31,-13 0 16,13 27 15,-26-67 1,13-92-1,0 80-16,66-54 17,0 119-1,-26 27 0,-80 13 0,-13-39 1,53-27-1,66 0 0,27 53 0,-54 0 1,-91-14-1,-81-52 0,107-27 0</inkml:trace>
  <inkml:trace contextRef="#ctx0" brushRef="#br0" timeOffset="27347.3">5013 5330 0,'0'0'16,"-14"13"15,54-13 1,79 0-1,-106 0-31</inkml:trace>
  <inkml:trace contextRef="#ctx0" brushRef="#br0" timeOffset="27610.43">5290 5251 0,'0'13'15,"14"40"17,12 39-1,-26-65-15,0 39-1,0-40 16</inkml:trace>
  <inkml:trace contextRef="#ctx0" brushRef="#br0" timeOffset="27786.76">5304 5290 0,'0'-26'0,"0"52"0,0-79 15,0 40-15,0-13 16,79-1-1,-53 27 1,27 13 0,27 14-1,-67-27-15</inkml:trace>
  <inkml:trace contextRef="#ctx0" brushRef="#br0" timeOffset="27941.03">5343 5356 0,'0'0'0,"53"14"31,-26-14-15,12-14-16</inkml:trace>
  <inkml:trace contextRef="#ctx0" brushRef="#br0" timeOffset="28536.66">5674 5290 0,'0'-13'16,"0"26"15,0 0-15,0 54-1,0-41 1,0 40 0,0-53-1,-13 14 1,13-40 15,0-1-15,0 1-16,-14-79 15,14 65 1,14-79 0,-1 93-1,53-13 1,-13 39 0,0 40 15,-53-27-16,-40 27 1,-26-26 0,53-27-1,-27 13 1,53-13 15,1 0-15,52-979-1,-27 1997 1,41-938 15</inkml:trace>
  <inkml:trace contextRef="#ctx0" brushRef="#br0" timeOffset="28982.95">6004 5303 0,'0'0'0,"0"-39"15,0 26 1,14 39 15,-14 0-31,0-12 16,13 52-1,-13-53-15,0 66 32,0-65-17,0-28 1,0-65 15,13 53-31,-13 12 16,27-65-1,26 13 17,-27 66-17,0 66 1,41 53 15,-41-66-15,-26-40-16,13 14 15</inkml:trace>
  <inkml:trace contextRef="#ctx0" brushRef="#br0" timeOffset="29163.48">6084 5396 0,'0'0'0,"-13"0"15,26-13 16,79 13 1,27 0-1</inkml:trace>
  <inkml:trace contextRef="#ctx0" brushRef="#br0" timeOffset="29961.9">3716 6308 0,'0'0'0,"-13"-39"31,0 39-16,26 26 17,0 93-1,14 0 0,-14-79-15</inkml:trace>
  <inkml:trace contextRef="#ctx0" brushRef="#br0" timeOffset="30154.35">3703 6295 0,'0'0'0,"13"-92"31,67 78 0,12 41 1,-65-14-17</inkml:trace>
  <inkml:trace contextRef="#ctx0" brushRef="#br0" timeOffset="30322.87">3756 6361 0,'0'0'0,"-13"0"16,13 14-16,0-1 31,66-13 1,-53 0-32,27-13 15</inkml:trace>
  <inkml:trace contextRef="#ctx0" brushRef="#br0" timeOffset="30941.22">4100 6308 0,'-13'14'31,"0"12"0,13 80 1,0-13-1,0-67 0,0-66 0,0-26-15,-14-79 15,41 92-15,39 26 15,-13 93 0,-53 14 1,-66-27-1,52-53-31,-38 13 31,65 0 0,53 40 1,0 0-1,-53-40-31</inkml:trace>
  <inkml:trace contextRef="#ctx0" brushRef="#br0" timeOffset="31398.36">4338 6348 0,'-13'-26'32,"26"52"-32,0-13 31,27 80 0,-27-27 0,-13-53 1,-13-52-1,13 25-31,0-12 0,13-80 31,53 14 0,-13 131 1,-40-26-32,67 93 31,-54-13 0</inkml:trace>
  <inkml:trace contextRef="#ctx0" brushRef="#br0" timeOffset="31582.96">4470 6454 0,'-13'0'15,"40"-13"17,25-1-17,67 1 17,-92 0-32</inkml:trace>
  <inkml:trace contextRef="#ctx0" brushRef="#br0" timeOffset="31876.51">4907 6375 0,'0'13'31,"79"-13"1,0 0-17,-12 0 16</inkml:trace>
  <inkml:trace contextRef="#ctx0" brushRef="#br0" timeOffset="32528.98">5356 6242 0,'0'-13'31,"0"40"-15,14-14-1,-14 106 17,0-93-32,13 67 15,-13-53 32,26-80-31,-12 27-1,25-67 1,-26 67 0,1-13-16,12 12 15,-13 14 1,14 53 0,-1-13-1,1 0 1,-1-14-1,27-26 1,-40 0 0,40-53-1,-40 27 1,14-54 0,-27 41-1,-27-1 1,14 27-1,0 13-15,-13-13 16</inkml:trace>
  <inkml:trace contextRef="#ctx0" brushRef="#br0" timeOffset="32755.34">5938 6269 0,'-13'13'31,"13"0"-15,13 40-1,1-40 1,-14 14-16,26 39 15,-26-26 1,0-14-16</inkml:trace>
  <inkml:trace contextRef="#ctx0" brushRef="#br0" timeOffset="33060.24">5872 6282 0,'0'-26'16,"0"52"-16,66-79 31,-39 66-31,92 40 32,-27 40-1,-92-80-31,0 0 15,-52 40 1,25-40-16,-132 40 31,133-39-15,-27-14 0</inkml:trace>
  <inkml:trace contextRef="#ctx0" brushRef="#br0" timeOffset="33322.75">6269 6295 0,'0'0'0,"0"13"16,13 1 15,0 12-16,-13-13 1,40 67 0,-40-67-1,13 53 1,-13-26 15</inkml:trace>
  <inkml:trace contextRef="#ctx0" brushRef="#br0" timeOffset="33519.07">6309 6427 0,'0'0'0,"13"-158"31,27 65 1,26 106-1,53 40 0,-80-39 0</inkml:trace>
  <inkml:trace contextRef="#ctx0" brushRef="#br0" timeOffset="33716.98">6256 6388 0,'0'0'0,"39"26"31,41-26-15,65 0 15,-92-26-15</inkml:trace>
  <inkml:trace contextRef="#ctx0" brushRef="#br0" timeOffset="38085.51">1217 2024 0,'0'0'0,"-13"26"15,-1-26 1,107 13 0,92-13 15,-158-13-15,52 0-1</inkml:trace>
  <inkml:trace contextRef="#ctx0" brushRef="#br0" timeOffset="38310.67">1336 2037 0,'13'13'16,"0"0"-1,0 14 1,-13-14-16,14 0 0,-14 80 31,13 52 0,-13-118-15,0-14-16</inkml:trace>
  <inkml:trace contextRef="#ctx0" brushRef="#br0" timeOffset="38846.05">1653 2222 0,'0'0'0,"13"-26"16,1 52 15,-14 80 0,0-53 1,0-53-1,-27-106 0,27 13-15,66-52 15,14 132 0,-41 105 1,-92 14-1,-26-79 0,79-14 0,27 0-15,25 13 0,54 27 15,-79-39-31</inkml:trace>
  <inkml:trace contextRef="#ctx0" brushRef="#br0" timeOffset="39051.79">2024 2130 0,'0'0'0,"26"-40"31,14 159 1,-40 26-1,-40-105-31</inkml:trace>
  <inkml:trace contextRef="#ctx0" brushRef="#br0" timeOffset="39385.53">1217 1905 0,'-93'26'32,"186"-52"-32,-278 184 31,171-118-31,1 0 16,40 105-1,26-26 1,105-13 15,-118-93-31,13-13 16</inkml:trace>
  <inkml:trace contextRef="#ctx0" brushRef="#br0" timeOffset="40343.75">2010 3518 0,'0'0'16,"0"13"15,0 1-15,0 65 15,-13-39-31,0 65 16</inkml:trace>
  <inkml:trace contextRef="#ctx0" brushRef="#br0" timeOffset="41279.17">2341 4034 0,'0'-13'31,"13"-14"-15,27 14 15,13 13 0,-14 53 0,-39-40-15,14 40 0,-14-40-1,-14 40 1,1-40 0,0 1-1,13-28 16,0 1-15,13 0-16,27-66 16,-14 39-1,27-26 1,-40 53 0,40 13-1,-39 26 1,-14-13-16,26 40 31,-13-13-15,-13 26-1,13-40 1,1 1 0,-1-14-1,27-39 16,-27 26-15,0-14 0,-13 1-1</inkml:trace>
  <inkml:trace contextRef="#ctx0" brushRef="#br0" timeOffset="45404.5">2619 2130 0,'0'0'0,"0"-14"31,0 1-15,0-13 0,-27 12-1,-12 14 1,25 0 0,-12 0-16,-67 40 15,80-27 1,-13 40-1,39-40 1,53 40 0,-40-39-1,-12-14-15,65 39 16,-53-26 0,-12 27-1,-28-27 1,-25 14-1,-1-27 1,-26 0 0,0-40-1</inkml:trace>
  <inkml:trace contextRef="#ctx0" brushRef="#br0" timeOffset="45908.23">2804 2116 0,'0'0'0,"13"-13"15,-66 26 17,13 53-1,40 1-16,14-28 1,-14-26-16,66 27 31,-13-80 1,-27-12-17,-65-41 16,-28 67 1,41 52-1,39 0 0,0-26 0,-13-13 16</inkml:trace>
  <inkml:trace contextRef="#ctx0" brushRef="#br0" timeOffset="54147.11">6811 4312 0,'-13'0'31,"0"0"-15,26 0 30,0 0-30,67 0 0,-41 0-1,67-14 1,-79 14 0,12 0-1</inkml:trace>
  <inkml:trace contextRef="#ctx0" brushRef="#br0" timeOffset="54849.6">7089 4312 0,'13'0'31,"0"26"16,-13 93-16,0-79-15,-13 132-1,13-133-15,0 27 16,0-26 0,0 53-1,0-40 17,0-40-1,27-13 63,-1 0-79,133 0 1,26 13-1,93 13 17,-225-26-17,-27 0 1,-39 0 15,13-13-15</inkml:trace>
  <inkml:trace contextRef="#ctx0" brushRef="#br0" timeOffset="55216.73">7803 4933 0,'0'0'0,"-40"-13"32,54 26 15,-1 0-32,40 1 1,-27-1-1,-12-13-15,25 26 32,-52 1-1,-13-1-15,12-13-1,-39 14 1</inkml:trace>
  <inkml:trace contextRef="#ctx0" brushRef="#br0" timeOffset="55852.6">8187 4880 0,'0'-13'32,"13"-13"-1,-13 65 0,26 93 0,1-26 1,-14-93-17,14-39 16,52-106 1,-66 105-32,14-26 15,-14 1 17,-13 78 14</inkml:trace>
  <inkml:trace contextRef="#ctx0" brushRef="#br0" timeOffset="56286.73">8663 4867 0,'0'0'0,"13"-13"16,0-14 15,-39 27 0,-67 66 0,54 1-15,39-54-16,13 53 31,0-53-31,93 27 32,-14-40-1,-78-13-16,-14-14 17</inkml:trace>
  <inkml:trace contextRef="#ctx0" brushRef="#br0" timeOffset="57473.68">7129 5079 0,'0'0'0,"0"-27"16,0 1 15,26 26 1,-13 0-1,-13 26 0,0-13-15,-13 93-1,13-66 1,-13 105 0,13-105-1,0 119 1,0-133-1,0 40 1,40-39 15,-27-27-15,119-14 0,-92 14-1,171 0 1,-158 14-1,-13-14-15,52 13 16,-78-13 0,39 13-1,-40-26 17,0 13-17,-13-13 1</inkml:trace>
  <inkml:trace contextRef="#ctx0" brushRef="#br0" timeOffset="58222.58">8187 5568 0,'13'0'62,"0"53"-31,-13-27-15,13 80 0,-13-80-1,0 1-15,0 13 16,0-27-16</inkml:trace>
  <inkml:trace contextRef="#ctx0" brushRef="#br0" timeOffset="58540.61">8200 5687 0,'0'0'0,"-27"-79"15,27 65-15,-13-52 31,40 53-15,26 13 0,-14 13-1,80 27 1,-105-14 0,25 67-1,-39-80 1,-39 66-1,12-65 1,-39-1 0,40-13-1,12-13-15,-25-27 16</inkml:trace>
  <inkml:trace contextRef="#ctx0" brushRef="#br0" timeOffset="58928.69">8729 5581 0,'0'0'0,"13"-26"16,-39 12 15,13 14-16,-27 14 1,27-14 0,-14 53-1,14 39 17,66-26-1,66-53 0,-40-52 0,-79 26 1</inkml:trace>
  <inkml:trace contextRef="#ctx0" brushRef="#br0" timeOffset="62636.79">5661 5608 0,'13'0'62,"-13"13"-15,0 0-31,-13 40 0,13-40-1,-14 80 1,1-80-1,13 66 1,0-65 0,0 12-1,0-13 1,0 0 0,66-13 77,-39 0-77,250 0 0,-184 0-1,0 0-15,211 14 16,-212-14-1,-12 0-15,158 0 16,-198 0 0,12 13-1,-38-13 1,-1 0 109,0 0-94,0 0 0,1 0-15,25 13 15,-12-13 1,-14 13-1,-13 1 47,0-1-62,0-886 15,0 1944-16,0-886 1,0 40 15,0-185-15,0 52 0,0-39 15,-13-53 31,39 0 204,120 0-235,78 13 0,-12 1 1,-146-14-17,-39 0 17,-27 13 14,0-26-14</inkml:trace>
  <inkml:trace contextRef="#ctx0" brushRef="#br0" timeOffset="65566.78">8266 6732 0,'27'-40'31,"-1"14"0,-66 12 1,-92 41-1,66 26-16,79 13 17,80-13-1,-67-40-15,67 13-1,-80-12 1,13 25-1,-78 1 17,38-27-17,1-13-15,-53 0 16,53 0 0,-1 0-16,-25-26 15,26 12-15,-1 14 16,1-26-1,13 13 17,13 26-1</inkml:trace>
  <inkml:trace contextRef="#ctx0" brushRef="#br0" timeOffset="66605.66">7129 6864 0,'13'13'63,"0"66"-32,-26 67 0,13-53-15,0-41-1,13 67 17,0-105-17,80 12 16,-67-26-31,173 0 32,12 0-1,-171 0 0,-53-13-15,0 0-1</inkml:trace>
  <inkml:trace contextRef="#ctx0" brushRef="#br0" timeOffset="67050.14">8041 7274 0,'0'0'0,"0"-13"32,13 39-1,27 80 16,-40-80-47,27 80 15,-14-79 1,-13-980 15</inkml:trace>
  <inkml:trace contextRef="#ctx0" brushRef="#br0" timeOffset="67426.53">8134 7393 0,'0'0'0,"13"13"31,66 0 1,-26-13-17,-13 0-15,39-13 16,-65 13-1,-1-53 17,-40 0-17,27 40 32,0 66-16,0-40-31,14 67 32,12-1-1,-26-66-31</inkml:trace>
  <inkml:trace contextRef="#ctx0" brushRef="#br0" timeOffset="67786.61">8835 7327 0,'0'0'0,"-13"-40"16,-67 40 15,14 66 0,53-39-15,-14 52-1,27-66 1,53 40 0,-26-40-1,79 1 1,-80-14-1,67-14 1,-80 14-16,0 0 16,0-26-1</inkml:trace>
  <inkml:trace contextRef="#ctx0" brushRef="#br0" timeOffset="68785.64">7115 7393 0,'0'-13'15,"14"13"1,-1 26 15,-13 14-15,-13 39-1,13-39 1,0-14-16,-14 93 16,14-26-1,27 26 16,-14-93-15,0-12 0,106-1 15,-79-13-31,211 0 31,-132 0 0,-105 0-31,-14-13 47</inkml:trace>
  <inkml:trace contextRef="#ctx0" brushRef="#br0" timeOffset="69263.85">8081 7816 0,'13'0'16,"-26"0"31,-80 0-16,1 66 0,79 14 0,13-67-31,92 40 32,40-14-1,-105-39-31,12 14 31,-39-54-15</inkml:trace>
  <inkml:trace contextRef="#ctx0" brushRef="#br0" timeOffset="69833.73">8385 7948 0,'13'-13'31,"-26"26"-31,53-52 32,-93 25-1,-13 28 0,53-1-31,-14 27 31,27 12 1,40-25-1,13-54 0,-40 27-31,27-52 31,-1 25 1,-39 67-1,13 26 0,1-53-31</inkml:trace>
  <inkml:trace contextRef="#ctx0" brushRef="#br0" timeOffset="70235.87">8729 7909 0,'0'0'0,"26"-27"15,-52 27 32,-40 0-31,66 13-1,-13-13-15,-1 27 16,41 13 15,52 12 0,-39 15 1,-40-54-17,-13 13 1,-1-26 0,-25 0-1,26-13 1,13 0-16,-27-40 15</inkml:trace>
  <inkml:trace contextRef="#ctx0" brushRef="#br0" timeOffset="70784.92">8914 7922 0,'0'-53'15,"13"27"17,-13 78-1,0-25-15,14 65-1,-14-65 1,0 26-1,0-40 1,0 0 0,13-52 15,-13 25-15,13-12-16,27-14 15,-27 40 1,27 27-1,-27-14 1,13 27 0,-26-27-1,0 0-15</inkml:trace>
  <inkml:trace contextRef="#ctx0" brushRef="#br0" timeOffset="71629.32">9192 8028 0,'0'0'0,"0"-14"16,13 28 47,0-14-48,14 0 1,-14 0-1,13-27 1,-12 14 0,-14-27-1,0 27-15,-14 0 16,1 0 0,0 13-16,0 0 15,-14 53 1,14-27-1,13 40 1,0-53 0,53 14-1,-40-27 1,0 0-16,27-13 16,-13-1-1,12-65 1,-12 0 15,-14 105 0,0 53 1,-13-52-17,13 13 1,1-40-1,12-14 1,-26 1-16,53-40 31,-13 14 1,-27 65-1,0 0-16,27 1 17,-27-27-17,13-13 1,-12-1 0,-1-52-1,-13 40 1,-27-27-1,1 53 1,0 0-16</inkml:trace>
  <inkml:trace contextRef="#ctx0" brushRef="#br0" timeOffset="73149.74">8531 3743 0,'0'0'0,"13"-13"16,53-53 15,-53-1 0,-132 67 1,-13 80-1,119-54-31,26 80 31,119 0 0,27-14 1,-146 1-1,-132-40 0,-26-93 0,118 1-15,27-41 15,13 80-31</inkml:trace>
  <inkml:trace contextRef="#ctx0" brushRef="#br0" timeOffset="73503.03">8808 3968 0,'0'0'31,"-13"0"1,26 79-1,53 14 0,-26-67-15,79-52 15,-79-67 0,-53-13 0,-14 93-15</inkml:trace>
  <inkml:trace contextRef="#ctx0" brushRef="#br0" timeOffset="73964.69">9311 3994 0,'-13'0'32,"13"27"-1,26 92 0,-13-80-31,1 94 31,-14-94 1,-14-145-1,1-79 0,53 93 0,66 145 1,-67 39-1,-131-52 0,-1-40-15</inkml:trace>
  <inkml:trace contextRef="#ctx0" brushRef="#br0" timeOffset="74424.7">9589 3981 0,'13'26'31,"-26"-52"-31,39 105 32,14 40-17,-40-92 1,26 52 0,-26-66-1,0 1 16,-39-120 1,52-53-1,66 80-15,0 132 15,-65 39 0,-28-79-15,-52 14-1,53-27 1,-13 0-16</inkml:trace>
  <inkml:trace contextRef="#ctx0" brushRef="#br0" timeOffset="74638.53">9906 3796 0,'0'0'0,"13"13"16,1 0-16,-1 53 31,-13-39-15,0 118-1,0-105 1,0 66 0</inkml:trace>
  <inkml:trace contextRef="#ctx0" brushRef="#br0" timeOffset="75005.67">10131 4100 0,'0'0'0,"13"-13"16,0 13 15,14 26 1,26-26-17,-14-13 1,-25 0-16,25-53 31,-39 52-15,-66-38-1,0 65 1,53 0 0,-27 80-1,40-67 1,40 67-1,-27-80 1,66 13-16</inkml:trace>
  <inkml:trace contextRef="#ctx0" brushRef="#br0" timeOffset="76427.31">10448 4060 0,'0'0'0,"-13"-66"16,13 53 15,13 39-15,14 54-1,-14-27 1,-13-27 0,0 27-1,-13-79 16,13 12-15,26-78 0,40 26 15,-52 66-15,12 39-1,-13-25-15,-13 12 16,0 14-1,0-27-15,0 13 32,27-52-1,-27-1-15,79-25-1,-13 12 16,-53 66-15,14 93 15,-27-105-15,13-1-16,14 13 16,52-39 15,-26-27-16,13-65 17,-93 25-1,-25 93 0,38 1-31,14 65 31,0-66-31,40 80 32,53-93-1,-27-80 0,-40-39 0,-39 40 1,26 79-1,0 0-31,14 66 31,13 66 0,-40-79 1,0-66-1,52-79 0,-12 25-15,0 28 15,-27 118 0,-13-52-31,13 39 32,67-66-1,12-106 0,-52-13-15,-67-66 15,-39 171 0,40 160 0,39 26 1,0-146-32,40 40 31,0-52-15</inkml:trace>
  <inkml:trace contextRef="#ctx0" brushRef="#br0" timeOffset="76705.64">11573 3928 0,'0'0'16,"-14"0"15,94 0 0,39 0 1,-93 0-17,-26 0 17,-26 0-32</inkml:trace>
  <inkml:trace contextRef="#ctx0" brushRef="#br0" timeOffset="79459.11">7221 3928 0,'0'-26'31,"0"52"-31,0-26 63,0 40-48,0 92 17,0-39-1,0-67 0,0-52-15</inkml:trace>
  <inkml:trace contextRef="#ctx0" brushRef="#br0" timeOffset="80394.38">7605 4576 0,'0'-13'16,"26"-14"31,27-26-31,-40 53-1,40 0 16,-13 93 1,-27 0-17,-13-67 1,-13 27 0,0-27 15,13-12-16,-14-14 1,14-40 15,0 27-15,14 0-16,12-93 16,40 0 15,-13 79 0,-40 27-15,1 27-1,-1-14 1,0 53 0,-13-52-1,0 91 1,0-91-1,0 38 1,0-38 0,27-1-1,-14-13 1,26-13 0,-25-1-16,25-12 31,-39 13-16,0 0 1,0-1 0</inkml:trace>
  <inkml:trace contextRef="#ctx0" brushRef="#br0" timeOffset="94641.04">4774 9390 0,'0'0'0,"-13"0"47,40 0-1,131 0-14,-91 0-17,237-13 1,-225 13 0,172-14-1,-184 1 16,-107 13 1</inkml:trace>
  <inkml:trace contextRef="#ctx0" brushRef="#br0" timeOffset="95005.67">4999 9443 0,'0'0'0,"-53"13"16,40-13-16,0 13 31,211 0 0,-118-13-15,224 0-1,-225 0 1,120-13 0,-186 13-1,27-13 1,-54 13 15</inkml:trace>
  <inkml:trace contextRef="#ctx0" brushRef="#br0" timeOffset="98808.23">3690 9350 0,'40'0'63,"-1"-13"-48,54 13 1,79-13 15,-159 13-15,0 0 0</inkml:trace>
  <inkml:trace contextRef="#ctx0" brushRef="#br0" timeOffset="99035.55">3756 9429 0,'13'14'16,"80"-28"15,-27 14-15,93-26 15</inkml:trace>
  <inkml:trace contextRef="#ctx0" brushRef="#br0" timeOffset="102142.96">7671 9694 0,'13'13'15,"0"-13"32,14 0-16,-14 0-31,13 0 16,94 13 0,-68-13-16,438 27 31,-345-27-15,464 26-1,-318-12 1,79-1-1,-185-13 1,40 0 0,-27 0 15,-184 0-31,-1 0 16,13 13 171,1-13-156,-14 0-31,0 0 16,14 13 15,12-13 0,67 0 1,0 0-1,-93 0-31,27 0 31,-27 0 0,-26 0 1</inkml:trace>
  <inkml:trace contextRef="#ctx0" brushRef="#br0" timeOffset="103036.88">13980 9297 0,'0'0'0,"13"0"47,40 0-16,-27 0-31,27 0 15,79-13 17,-79 13-17</inkml:trace>
  <inkml:trace contextRef="#ctx0" brushRef="#br0" timeOffset="103271.17">14019 9429 0,'0'0'0,"0"14"15,66-14 17,-39 0-17,79-14 1,-67 14-1,41 0 1,-67-13 15</inkml:trace>
  <inkml:trace contextRef="#ctx0" brushRef="#br0" timeOffset="108183.8">13728 10911 0,'0'0'0,"0"53"125,-13 185-93,13-172-32,0 106 15,-13 224 16,13-78 1,0-41-1,0-224-31,0 106 31,0-133-31,0 41 31,13-41 1,-13-39-1,0-40-15</inkml:trace>
  <inkml:trace contextRef="#ctx0" brushRef="#br0" timeOffset="108590.93">13715 11096 0,'-13'0'47,"-27"66"-16,27-53-15,-27 53 0,27-66-1,0 27 1</inkml:trace>
  <inkml:trace contextRef="#ctx0" brushRef="#br0" timeOffset="108803.02">13675 10884 0,'0'0'0,"14"-26"16,-14 39-1,26 80 1,-13-67 0,53 146-1,-26-80 1,-13-52-16</inkml:trace>
  <inkml:trace contextRef="#ctx0" brushRef="#br0" timeOffset="109637.87">13861 13569 0,'0'0'0,"-27"-27"16,120 14 15,12 13-15,186 13-1,-224-13 1,105 0-1,-159 0 1,-13-13 0</inkml:trace>
  <inkml:trace contextRef="#ctx0" brushRef="#br0" timeOffset="118724.77">18820 13780 0,'0'0'16,"0"14"62,-13-14 0,-27 0-46,-92-14-1,-93-12 0,-39 13 0,-93-27 1,119 14-17,13-1 1,-79 1 15,118 12 0,133 14 1,27 0 77,-14 14-78,27-14-31,-13 13 31,12-13-31,14 13 16,0-26 62,14 0-47</inkml:trace>
  <inkml:trace contextRef="#ctx0" brushRef="#br0" timeOffset="119170.04">16797 13476 0,'0'0'0,"0"-13"15,13 13 1,-26 26 46,-1-12-46,-65 52 0,53-40-1,-80 54 1,93-67-1,-1 0-15,-12 13 16,92 14 15,-39-27-15,78 40 0,-78-40-1,-14 1-15,40 25 16,-40-25-1,0 12 1,-13-39 31</inkml:trace>
  <inkml:trace contextRef="#ctx0" brushRef="#br0" timeOffset="123989.26">21994 9337 0,'14'0'63,"-1"0"-48,0 0-15,40 0 16,13 0 0,13-13-1,-52 13-15,39-14 31</inkml:trace>
  <inkml:trace contextRef="#ctx0" brushRef="#br0" timeOffset="124221.56">22074 9429 0,'0'14'16,"39"-14"0,-25 0-1,91 0 1,-78 0 0,-1 0-16,54 0 15,-27 0 1</inkml:trace>
  <inkml:trace contextRef="#ctx0" brushRef="#br0" timeOffset="128111.73">5039 3664 0,'0'0'0,"26"-27"31,-26 1-15,14-27 15,-67 40 1,-132 79-1,39 26 0,133-39 0,145-13 1,-105-27-32,39-13 15,13 0 16,-119 0 16,-92 13-15,106 0-32,-54 54 31,107-28 0,132-25 0,-27-28 1,-119 1-1</inkml:trace>
  <inkml:trace contextRef="#ctx0" brushRef="#br0" timeOffset="128763.64">5184 3664 0,'14'0'32,"-14"13"-1,-14 13 0,1-13-15,-13 67-1,26-54 1,-27 27 0,27-40-1,-13-13 1,40-1031 15,-14 1996-15,26-1031-1,-25 13 1,39-13 0,-27 79 15,-13 1-15,27 65-1,0 40 16,-14-79-15,-26-27 0</inkml:trace>
  <inkml:trace contextRef="#ctx0" brushRef="#br0" timeOffset="129011.6">5145 3822 0,'0'0'31,"13"0"-31,66 0 32,54-26-1,-107 26-16,1-13 17</inkml:trace>
  <inkml:trace contextRef="#ctx0" brushRef="#br0" timeOffset="129555.64">5727 3624 0,'0'13'63,"0"66"-32,0-52-31,0-1 16,0 107 15,13-107-15</inkml:trace>
  <inkml:trace contextRef="#ctx0" brushRef="#br0" timeOffset="130232.75">5978 3664 0,'0'-27'31,"0"54"-31,0-80 16,-26 26 15,-54 67 0,27 52 0,93-39 1,39-39-1,-26-54 0,-40-13 0,-13 40 1,0 26-32,0 13 15,0 41 1,14-1 0,-1 26 15,0-65-16</inkml:trace>
  <inkml:trace contextRef="#ctx0" brushRef="#br0" timeOffset="130762.88">6229 3690 0,'-13'-13'31,"26"26"-31,1-53 31,65 27 0,-13 79 1,-106 40-1,-52-27 0,65-65-31,14 12 31,132-26 1,132-26-1,-132 26 0,-132-14-15</inkml:trace>
  <inkml:trace contextRef="#ctx0" brushRef="#br0" timeOffset="133894.76">20421 9760 0,'-14'0'31,"-12"13"0,13 1 0,66-14 1,66 0-1,-53-14 0,-53 14-15</inkml:trace>
  <inkml:trace contextRef="#ctx0" brushRef="#br0" timeOffset="134358.88">21042 9853 0,'0'0'0,"-13"0"15,39 13 17,107-26-1,-107-1-15,67 1-1,-80 13 1</inkml:trace>
  <inkml:trace contextRef="#ctx0" brushRef="#br0" timeOffset="137505.74">21743 8689 0,'0'-13'32,"0"-14"77,13-39-78,-13 40-31,27-107 32,-1-52-1,14-13 0,-14 92-15,-12-79 15,25-13 0,-12 26 0,-27 66 1,0 79-32,0-25 31,0 38-15,-14-39 15,1-26 0,0 66-15,13-40 15,0 40 0,0-1-15,0 1 46,0 0-30,-26-13-1,12 12 0</inkml:trace>
  <inkml:trace contextRef="#ctx0" brushRef="#br0" timeOffset="139269.92">22259 5647 0,'26'0'16,"-26"-13"0,27 0-1,-67 0 17,14 13-17,-107 13 1,94-13-1,-1 13-15,-26 27 16,53-27 0,13 0-16,39 80 15,-12-80 1,105 53 0,-92-66-1,26 13 1,-93-13 15,1 0-15,0 0-16,-54 14 15,27-1 1,14 26 0,39-12-1,39 26 1,133 0 15,-132-67-15,79-52-1,-66-39 17,-53-1-1,0 79 0,13 80-15,0 66 15,-13-92-15,0-1-16,0 27 15,0-40 16,0-39-15,13-54 0,40-92 15,-39 159-15,-14 0-16,26 0 15,14 132 16,-27-66-15,13 26 0,-26-66-16,0 1 0</inkml:trace>
  <inkml:trace contextRef="#ctx0" brushRef="#br0" timeOffset="139446.51">22484 5951 0,'-27'-26'31,"54"52"-31,-14-52 31,27 26-15,-14 0-16,93-13 31,-106 13-31</inkml:trace>
  <inkml:trace contextRef="#ctx0" brushRef="#br0" timeOffset="140046.94">23013 5819 0,'0'0'0,"0"-40"16,39 1 15,-12 78 1,13 41-17,26 92 16,-53-119-15,13-14 15,1-144 1,12-107-1,-25 146-16,-14 13 17,13 66-17,0 66 1</inkml:trace>
  <inkml:trace contextRef="#ctx0" brushRef="#br0" timeOffset="140489.88">23449 5766 0,'0'0'0,"0"-13"0,13 0 16,-39 79 15,26-40-15,-40 80-1,40-79 1,-26 52 0,26-66-1,-13-13 1,66-106 15,-40 67-15,66-94-1,-66 107 1,40 0 0,-26 131 15,-14-65-15,27 92-1,-40-92 1,13 26-1</inkml:trace>
  <inkml:trace contextRef="#ctx0" brushRef="#br0" timeOffset="140716.75">23462 5938 0,'0'0'0,"-26"-13"16,66 13 15,-27 0-15,119 0-1,-105 0 1,65 0 0,-92-13-1</inkml:trace>
  <inkml:trace contextRef="#ctx0" brushRef="#br0" timeOffset="141145.48">23674 6375 0,'13'-14'16,"-26"28"-16,39-41 16,-12 14-1,-14 53 17,0-27-17,13 106 1,0-93-16,-13 80 31,0-93-15</inkml:trace>
  <inkml:trace contextRef="#ctx0" brushRef="#br0" timeOffset="141634.41">23925 6414 0,'-13'-13'32,"13"26"-1,0 67 0,0-27-15,-13 39 15,13-92 0,40-119 0,39-40 1,-13 133-1,-53 39-31,0 40 16,27 79 15,-27-66-16,1-26 17</inkml:trace>
  <inkml:trace contextRef="#ctx0" brushRef="#br0" timeOffset="141849.21">23978 6520 0,'0'0'15,"-13"0"1,26 13 15,133-26 1,-54-13-1,-78 26-16</inkml:trace>
  <inkml:trace contextRef="#ctx0" brushRef="#br0" timeOffset="143411.6">23476 7036 0,'0'0'0,"-40"0"15,40 13 17,119 0-1,-79-13-15,79 0-1,-106 0 1,13 0-1,-65 40 17,12 39-1,14-26-15,13 40-1,0-80 1,0 27-1,0-54 17,-53-25-1,27 39-15,12-13-16,-65 13 15,53 0 1,-1 0-16,-26 39 15,40-26 1,13 27 0,13-40-1,27 13-15</inkml:trace>
  <inkml:trace contextRef="#ctx0" brushRef="#br0" timeOffset="143796.72">23912 7181 0,'0'0'0,"13"-13"15,-13 0-15,0 26 47,0 0-31,-26 27-1,26-27 1,-27 93 0,14-93-1,0 53 1,13-52 0,26 12-1,-12-26 1,52 13-1,-40-13 1,54-13 0,-67 13-1,0-13 1,-13 0-16</inkml:trace>
  <inkml:trace contextRef="#ctx0" brushRef="#br0" timeOffset="144958.01">24494 7142 0,'0'0'0,"0"-14"16,0 1-1,0 26 1,-13 80 15,0-67-15,-14 80-1,14-79 1,0-1 0,-1-26-1,14-66 1,14 40 0,39-133-1,-27 119 1,67-79-1,-80 106 1,0 13-16,27 66 16,-1 119 15,-39-158-15,27 65-1,-27-79 1</inkml:trace>
  <inkml:trace contextRef="#ctx0" brushRef="#br0" timeOffset="145533.04">24507 7208 0,'0'0'0,"-26"-27"16,79 27 15,-27 0-16,1 0-15,65-26 16,-65 26 0,-1 0-16,40-27 15,-53 1 17,-13 39-1,0 0-16,14 93 1,-14-79 0,0 65-1,0-65 1,0-54 15,0 14-15,0-13-16,13-80 15,13 13 1,40-66 0,-52 133-1,39-14 1,-40 67 0,0-1-16,14 80 15,-14-53 1,13 106-1,-13-106 1,1-1 0,-14-65-1</inkml:trace>
  <inkml:trace contextRef="#ctx0" brushRef="#br0" timeOffset="145708.89">24917 7168 0,'-13'0'0,"26"0"0,14 0 47,-1 0-31,93-40 0,0 14 15</inkml:trace>
  <inkml:trace contextRef="#ctx0" brushRef="#br0" timeOffset="147785.76">24243 5872 0,'0'0'0,"26"0"31,-13 0 0,-79 27 1,-13 78-1,79 1 0,13-93-31,119 53 31,-65-66-15,25-39 15,-92 12-31</inkml:trace>
  <inkml:trace contextRef="#ctx0" brushRef="#br0" timeOffset="148305.22">24481 6044 0,'0'0'15,"13"0"17,-13 13-17,13-13 1,0 66-1,1 0 17,-14-52 15,0-67-16,0 40-31,0-54 15,0-104 17,0 131-32,13-40 31,0 80-31,27 27 16,-27-14-16,53 80 46,-66-40-30,-13-53 0,-27 0-1,27 0 1,-13-14 0</inkml:trace>
  <inkml:trace contextRef="#ctx0" brushRef="#br0" timeOffset="153320.57">26319 5991 0,'0'13'31,"-13"-13"1,-13 0-1,-1 0-16,-198 0 1,-238-39 15,371 25-15,-212-25 0,92 26 15,172 13 0,27 0 78,-13 13-77,12 0-17,14-26 32</inkml:trace>
  <inkml:trace contextRef="#ctx0" brushRef="#br0" timeOffset="153656.54">25023 5793 0,'13'0'0,"-26"0"0,40-14 31,-54 41 0,1-1-15,-1 1-16,-65 52 31,25 14 0,134-27 0,131-13 1,-39-14-17</inkml:trace>
  <inkml:trace contextRef="#ctx0" brushRef="#br0" timeOffset="154332.01">28422 5700 0,'13'0'63,"53"-13"-32,53 0 0,-39 13 1</inkml:trace>
  <inkml:trace contextRef="#ctx0" brushRef="#br0" timeOffset="154567.51">28329 5912 0,'0'0'0,"-13"26"31,66-13 0,-26-13-31,105 14 16,-106-14-1,54 0 1,-80-14 0</inkml:trace>
  <inkml:trace contextRef="#ctx0" brushRef="#br0" timeOffset="159592.71">26650 11254 0,'0'-13'31,"13"0"0,-13 66 0,13 119 1,-13-106-17,0 27 1</inkml:trace>
  <inkml:trace contextRef="#ctx0" brushRef="#br0" timeOffset="160049.82">26941 11294 0,'0'0'0,"0"-26"31,0 39 0,-66 93 1,26 26-1,66-39 0,80-93 0,-53-53-15,-40 39-16,14-65 31,-27 79 0,13 93 1,14-14-1,-14-66-31</inkml:trace>
  <inkml:trace contextRef="#ctx0" brushRef="#br0" timeOffset="160488.75">27933 11387 0,'13'0'31,"-26"0"-31,26 13 47,13 80-16,-26 39 0,14-79-15,-14-40-16</inkml:trace>
  <inkml:trace contextRef="#ctx0" brushRef="#br0" timeOffset="160978.01">28290 11387 0,'39'-27'31,"-78"54"-31,78-107 31,-52 67-31,-53 13 31,-26 106 1,78-66-17,54 26 17,79-66-1,-53-80 0,-66 54 0,-13 119 1,13-1-1,0-79-31,26 1 15</inkml:trace>
  <inkml:trace contextRef="#ctx0" brushRef="#br0" timeOffset="161430.96">28634 11413 0,'0'0'16,"0"-13"-16,13-14 31,0 14-31,0-66 16,-13 66-1,-39-27 1,25 40 0,-78 106-1,65-80 1,14 67-1,53-40 17,-27-53-17,53-40 1,-39 27 0,26-67-1,-40 67 1,0 0-16,0 0 15,-13 26 1,-13 93 0,13-93-1,26 53 1,-12-53 0</inkml:trace>
  <inkml:trace contextRef="#ctx0" brushRef="#br0" timeOffset="161675.82">29533 11321 0,'0'0'0,"-26"-14"16,12 14-16,28 53 31,-1-26-15,13 79-1,-26-80 1,13 14-16</inkml:trace>
  <inkml:trace contextRef="#ctx0" brushRef="#br0" timeOffset="161990.75">29493 11268 0,'0'0'0,"-13"-27"16,-13-12-1,39 39 1,53 13-1,-40 0 1,1 13-16,92 54 16,-93-54-1,14 93 1,-40-92 0,-79 39-1,39-66 1,14 0-16,-67 0 15,80 0 1,-14-13-16</inkml:trace>
  <inkml:trace contextRef="#ctx0" brushRef="#br0" timeOffset="162352.72">29956 11307 0,'0'0'0,"-13"-13"16,13 26 15,0 1-15,-26 65-1,12-53 1,14 80-1,0-93 1,53 54 0,-40-54-1,80 0 1,-80-13 0,40 0-1,-53-13 1,-13 0-1</inkml:trace>
  <inkml:trace contextRef="#ctx0" brushRef="#br0" timeOffset="162611.93">29903 11479 0,'0'0'0,"-13"14"16,106-14 15,-54 0-16,14-14-15</inkml:trace>
  <inkml:trace contextRef="#ctx0" brushRef="#br0" timeOffset="162816.74">29890 11281 0,'-26'-13'16,"52"26"-16,-13-26 31,80 13-15,-53 0 0,52 13-16</inkml:trace>
  <inkml:trace contextRef="#ctx0" brushRef="#br0" timeOffset="163089.9">30260 11466 0,'0'0'0,"0"13"15,40-13 17,39 0-17,1 0 1</inkml:trace>
  <inkml:trace contextRef="#ctx0" brushRef="#br0" timeOffset="163799.56">30313 11307 0,'0'0'0,"-13"-13"15,13 26 32,0 1-31,0 38-1,-26 28 1,12 39 15,14-106-15,67 40-1,-41-53 1,80 13 0,-27-26 15,-79 0-31</inkml:trace>
  <inkml:trace contextRef="#ctx0" brushRef="#br0" timeOffset="164242.74">30750 11466 0,'0'0'0,"-13"0"16,52 13 15,120-13 0,-119 0-15</inkml:trace>
  <inkml:trace contextRef="#ctx0" brushRef="#br0" timeOffset="164675.69">31173 11294 0,'0'13'15,"0"-26"-15,0 53 31,13-27-31,-13 93 32,13-80-32,-13 120 31,0-93-31</inkml:trace>
  <inkml:trace contextRef="#ctx0" brushRef="#br0" timeOffset="165021.96">31120 11545 0,'0'0'16,"53"0"15,93 0 0,-80-13-15,-13-79 15,-93 12 1,13 146-1,27 93 0,40-53 0</inkml:trace>
  <inkml:trace contextRef="#ctx0" brushRef="#br0" timeOffset="165432.76">31530 11426 0,'0'-13'31,"0"26"-31,0 27 32,0-27-32,13 67 31,14-54-16,12-13 1,28-66 15,-67 40-31,39-53 32,-39 93-1,-53 131 0,53-131-31,-13 65 31,13-79-31</inkml:trace>
  <inkml:trace contextRef="#ctx0" brushRef="#br0" timeOffset="165662.94">31874 11479 0,'0'0'0,"-13"27"31,0 65 0,13 14 0,0-79-31,0-1 32</inkml:trace>
  <inkml:trace contextRef="#ctx0" brushRef="#br0" timeOffset="165855.59">31861 11453 0,'0'0'0,"-13"-27"15,-1-26 17,120 120-1,-79-41-31,25 40 16,-38 93 15,-54-133-31,-158 14 15</inkml:trace>
  <inkml:trace contextRef="#ctx0" brushRef="#br0" timeOffset="166665.6">26597 12088 0,'0'-27'32,"0"54"-32,0-67 31,0 53-31,13 67 31,14 78 0,-14-118-31,0 26 16</inkml:trace>
  <inkml:trace contextRef="#ctx0" brushRef="#br0" timeOffset="167047.68">26822 12088 0,'0'0'0,"13"-67"31,-26 134 0,0 78 0,-1-105-31,28 52 32,78-92-1,-52-53-15,13-52-1,-67 144 16,14-25-15,0 65 0,0-66-1,27 0-15</inkml:trace>
  <inkml:trace contextRef="#ctx0" brushRef="#br0" timeOffset="167414.69">27642 12101 0,'0'0'0,"39"-66"31,107 26 0,-120 40-15,80 40 0,-93-14-1,-39 54 1,13-54 0,-106 40-1,92-53 1,-12 27-1,131-14 17,-65-26-17,105-13 1</inkml:trace>
  <inkml:trace contextRef="#ctx0" brushRef="#br0" timeOffset="167768.2">28250 12035 0,'0'0'0,"-13"0"16,0 53 15,-1-27-15,14 40-1,0-53 1,14 54 0,-1-54-1,0 0-15,40-26 16,-40 0 0,14-67-1,-27 54 1,0-1-16,-40-12 15,27 25 1,0 14-16,-27 0 16,27 0-16</inkml:trace>
  <inkml:trace contextRef="#ctx0" brushRef="#br0" timeOffset="168039.99">28607 12048 0,'0'0'0,"0"-13"16,-13-1-16,-27 1 31,40 26-15,0 54-1,14-54 1,-1 13-16,26 27 15,-39-26 1,14-14-16,-1 40 16,-40-27-1,1-26 1</inkml:trace>
  <inkml:trace contextRef="#ctx0" brushRef="#br0" timeOffset="168165.12">28620 12021 0,'0'0'16,"93"-52"0,-53 52-1,-14 0 1</inkml:trace>
  <inkml:trace contextRef="#ctx0" brushRef="#br0" timeOffset="168598.91">29639 12154 0,'-13'-27'15,"13"1"17,0 52-1,13 1-31,-13 26 16,26 79 15,-26-119-31</inkml:trace>
  <inkml:trace contextRef="#ctx0" brushRef="#br0" timeOffset="168848.57">29612 12141 0,'0'0'0,"14"-106"15,65 26 16,-53 80-15,67 93 0,-67 66 15,-92-93-15,-66-53 15,119-13-31</inkml:trace>
  <inkml:trace contextRef="#ctx0" brushRef="#br0" timeOffset="169083.65">30062 12048 0,'13'-13'15,"-26"26"-15,26 13 47,-26 1-31,0-1-16,0 54 31,39 25 0,14-78-15</inkml:trace>
  <inkml:trace contextRef="#ctx0" brushRef="#br0" timeOffset="169232.82">30115 12180 0,'-40'-39'32,"80"78"-32,-40-65 31,145 39-16</inkml:trace>
  <inkml:trace contextRef="#ctx0" brushRef="#br0" timeOffset="169497.91">30327 12048 0,'0'0'0,"-14"-13"31,14 26-15,14 27 0,-14 79 15,26-14 0,67-65 0,26-66-15</inkml:trace>
  <inkml:trace contextRef="#ctx0" brushRef="#br0" timeOffset="169798.96">30895 12220 0,'0'0'31,"66"-13"0,27-1-15,-67 14-16</inkml:trace>
  <inkml:trace contextRef="#ctx0" brushRef="#br0" timeOffset="170266.6">31358 12061 0,'0'0'0,"-13"-13"16,-27 26-1,27 0 1,-27 54 0,27-41-1,-13 106 1,26-105 0,0-1-16,79 53 15,80-105 16,-67-93 1,-78 93-17,-28-1 1,1 27 0,0 27-16,-14 52 15,27-53 1,14 93-1,12-92 1,-13-14-16</inkml:trace>
  <inkml:trace contextRef="#ctx0" brushRef="#br0" timeOffset="170621.61">31861 12141 0,'-27'-14'16,"54"28"-16,-67-28 16,0 28-1,27-1 1,13 13-16,-26 40 16,26-39-16,26 79 31,1-67-16,52-26 1,-53-26 0,27-66-1,-53 52 1,-13-78 0,0 91-1,-40-12 1</inkml:trace>
  <inkml:trace contextRef="#ctx0" brushRef="#br0" timeOffset="171028.94">32125 12207 0,'0'0'0,"-26"-27"15,26 54 17,0-14-17,-13 106 1,-1-79 0,14 65-1,0-91 1,-13-1-16,13-26 15,0-1 1,27-105 0,-14 40-1,53-66 1,13 92 15,-65 53-15,12 132-1,-26 13 1,0-92 0,0 66-1</inkml:trace>
  <inkml:trace contextRef="#ctx0" brushRef="#br0" timeOffset="171177.86">32112 12392 0,'0'0'16,"13"-27"0,14 27-1,92 0 1,-80 0-16,1 0 16</inkml:trace>
  <inkml:trace contextRef="#ctx0" brushRef="#br0" timeOffset="171896.51">26795 12868 0,'0'-27'31,"0"54"-31,0-40 47,14 158-16,12-13 1,-13-118-32</inkml:trace>
  <inkml:trace contextRef="#ctx0" brushRef="#br0" timeOffset="172276.68">27100 12736 0,'0'0'0,"13"-14"31,-13 67-15,-27 40 0,14 79 15,92-93 0,27-145 0,-26-66 1,-80 132-1,-40 119 0,40-80-31,40 54 31,-27-80-31</inkml:trace>
  <inkml:trace contextRef="#ctx0" brushRef="#br0" timeOffset="172752.99">28025 12868 0,'-13'-13'31,"26"26"-31,-26-40 16,13 54 15,13 105 0,-13-92-31,0 66 31,0-80-31</inkml:trace>
  <inkml:trace contextRef="#ctx0" brushRef="#br0" timeOffset="173050.95">28224 12855 0,'0'0'31,"0"-14"-31,0 28 47,-14 65-16,28 27 0,39-14 1,-27-39-1,-39-53-31</inkml:trace>
  <inkml:trace contextRef="#ctx0" brushRef="#br0" timeOffset="173176.53">28210 12934 0,'67'-79'32,"-134"158"-32,266-198 31,-173 119-31,1 13 16</inkml:trace>
  <inkml:trace contextRef="#ctx0" brushRef="#br0" timeOffset="173541.38">28634 12841 0,'0'-13'32,"0"0"-32,-27 53 15,-39 92 16,40 0 1,39-119-17,53 27 17,-53-40-32,80-53 15,-80 40 1,-39-66-1,-80 65 32,53 54-31</inkml:trace>
  <inkml:trace contextRef="#ctx0" brushRef="#br0" timeOffset="173915.38">29612 12934 0,'0'-13'16,"0"39"31,0 54-16,0-54-15,0 93-1,0-106 1,0 14-16</inkml:trace>
  <inkml:trace contextRef="#ctx0" brushRef="#br0" timeOffset="175251.51">29626 13000 0,'0'0'0,"0"-26"15,0 12 1</inkml:trace>
  <inkml:trace contextRef="#ctx0" brushRef="#br0" timeOffset="175524.65">29573 13132 0,'13'14'15,"80"-54"16,39 53 1,-106-13-17,1 0-15</inkml:trace>
  <inkml:trace contextRef="#ctx0" brushRef="#br0" timeOffset="175731">29837 12960 0,'0'0'16,"0"14"15,0 91 1,13-78-17,1 52 1,-14-52-16,26 26 15</inkml:trace>
  <inkml:trace contextRef="#ctx0" brushRef="#br0" timeOffset="176134.65">30036 12974 0,'0'0'0,"0"-27"31,0 107 0,26 12 1,27-52-1,-13-67 0,-40 1-31,66-93 31,-40 79 1,-39 172-1,-13 14 0,26-93-15</inkml:trace>
  <inkml:trace contextRef="#ctx0" brushRef="#br0" timeOffset="176341.99">30432 13027 0,'14'-27'16,"-28"54"-16,41-54 31,-27 54-15,0 118 15,0-66-15</inkml:trace>
  <inkml:trace contextRef="#ctx0" brushRef="#br0" timeOffset="176612.69">30406 13040 0,'0'0'0,"-27"-80"31,80 67-15,80 53 15,-41 105 1,-184-12-1,-80-120 0</inkml:trace>
  <inkml:trace contextRef="#ctx0" brushRef="#br0" timeOffset="176811.03">30895 13079 0,'0'0'0,"-13"14"16,79-14 15,66 0-15</inkml:trace>
  <inkml:trace contextRef="#ctx0" brushRef="#br0" timeOffset="177513.63">31160 12947 0,'-27'13'16,"41"54"15,12 38 0,-13-52-15,-13 0 15,0-79 0,0-93 1,53-27-1,-13 80 0,13 93 0,-27 25 1,-39-12-1,-53-27 0,26 1 0,40-1-15,66 40 15,53 26 1,-105-66-32,-1 40 31,-40-40-31,-118-13 31,13-53-15</inkml:trace>
  <inkml:trace contextRef="#ctx0" brushRef="#br0" timeOffset="177819.58">31464 12987 0,'26'0'32,"-52"0"-32,66 26 31,-27-12-31,27 52 16,-40-40-1,13 53 16,-13-39-15,0 0 0,13-40-1,53 0 17,-39-13-32,65-27 15</inkml:trace>
  <inkml:trace contextRef="#ctx0" brushRef="#br0" timeOffset="178428.77">31861 13040 0,'-27'-13'31,"54"26"-31,-40-13 31,26 13-31,26 66 32,1 40-1,-40-105-31,0-1 31,0-26 0,0-106 1,13-27-1,-13 93 0,27 66 0,39 54 1,-40-54-32,-26 26 31,-119 1 0,27-27 0,131 40 1,-12-26-32,65 65 31,-52-52-15</inkml:trace>
  <inkml:trace contextRef="#ctx0" brushRef="#br0" timeOffset="179848.58">26332 11294 0,'0'-26'31,"0"12"0,-52 14 1,-68 93-1,1 185 0,93-212-31,-14 198 16,27-198-1,0 212 17,13-198-32,26 290 15,54-79 16,65-119 1,-118-146-17,92 67 1,-93-80 0,40 13-1,-53-26 1,1-26-16</inkml:trace>
  <inkml:trace contextRef="#ctx0" brushRef="#br0" timeOffset="181067.93">28515 10845 0,'0'0'16,"-238"-27"0,185 27-1,-225 66 1,212-39-1,-199 184 1,212-131 0,1-1-16,-94 172 15,106-158 1,14-1-16,-40 160 16,53-160-16,-1-12 15,1 171 1,13-172-1,27 278 1,12-251 0,-26-53-1,27-13-15,79 92 16,-66-93-16,13-12 16,225 52-1,-198-65 1,237-1-1,-250-26 1,211-40 0,-238 39-16,119-78 31,-106 26-15,26-67-1,-65 67 1,-1 13-16,40-158 15,14-199 17,-80 344-17,-27-159 1,-65-92 15,25 184-15,-144-197 15,65 250 0,54 94 1,79-1-32</inkml:trace>
  <inkml:trace contextRef="#ctx0" brushRef="#br0" timeOffset="181564.89">28475 11122 0,'0'0'0,"0"-26"31,79-67 0,67-79 0,26 0 1,-27-13-1,-79 0 0,-92 93 0,26 78 1</inkml:trace>
  <inkml:trace contextRef="#ctx0" brushRef="#br0" timeOffset="182021.59">28885 10236 0,'0'0'31,"13"-26"-15,14-14 31,12 14-31,-12 12 15,-27 41 0,13-14-31,0 40 31,-13-40-31</inkml:trace>
  <inkml:trace contextRef="#ctx0" brushRef="#br0" timeOffset="185728.95">26650 9681 0,'0'0'0,"-66"-27"32,-80 1-1,-118 13 0,105 13-15,-449-53 15,343 39-15,-396-12 15,555 26-31,-211 0 31,317 0 0,52 0-15</inkml:trace>
  <inkml:trace contextRef="#ctx0" brushRef="#br0" timeOffset="186050.61">24269 9337 0,'0'0'0,"-13"13"47,0 0-31,-67 53 0,54-52-1,13 12-15,-40 27 16,79 0 15,-13-27-15,107-925-1,-81 1917 1,14-978-16</inkml:trace>
  <inkml:trace contextRef="#ctx0" brushRef="#br0" timeOffset="192298.6">22166 9958 0,'0'-13'31,"14"13"16,-14 13-16,0 40 1,13 40-1,0-67 0,0-52 0,67-67 1,65-65-1,-105 131-31,13-12 15,13 12 17</inkml:trace>
  <inkml:trace contextRef="#ctx0" brushRef="#br0" timeOffset="198676.54">18661 9694 0,'14'0'47,"-28"0"31,-12 0-62,0 0-16,-212 0 31,-159 0 0,-119 0 0,0-13 1,410 13-32,-277-13 31,12-14 0,292 14 0</inkml:trace>
  <inkml:trace contextRef="#ctx0" brushRef="#br0" timeOffset="199106.64">16162 9535 0,'0'0'31,"26"0"-31,1-13 31,-40 26 0,-1 0-31,-65 80 16,52-66 0,-65 65-1,79-79 1,-14 14-1,54-40 17,-14 13-17,66 0 1,-66 13 0,67 66-1,-54-39 1,27 66-1</inkml:trace>
  <inkml:trace contextRef="#ctx0" brushRef="#br0" timeOffset="203535.76">13517 8596 0,'0'0'0,"0"14"32,0-28 30,0-12-46,26-106-1,-13-159 17,-13 211-17,14-197 1,-1-107 15,0 225-15,-13-39-1,-13 0 17,0 171-1,13 40 47</inkml:trace>
  <inkml:trace contextRef="#ctx0" brushRef="#br0" timeOffset="203967.73">13477 6837 0,'0'14'31,"-40"91"0,1-12-15,-1 13 15,40-1085-31,-13 1971 31,13-1005-31,39-53 31,54-106 1,-14-820-1,27 2090 0,-26-953-15</inkml:trace>
  <inkml:trace contextRef="#ctx0" brushRef="#br0" timeOffset="204739.32">14575 5489 0,'13'0'32,"66"0"-1,239-14 0,-1-12 0,-277 26-31,-27 0 0</inkml:trace>
  <inkml:trace contextRef="#ctx0" brushRef="#br0" timeOffset="204972.7">14760 5634 0,'0'13'31,"0"-26"-31,92 26 31,-65-13-31,171-26 32,27-1-1,-198 27-31,-14 0 0</inkml:trace>
  <inkml:trace contextRef="#ctx0" brushRef="#br0" timeOffset="208336.94">8861 4907 0,'13'0'15,"1"0"64,-14 26-48,26-965 0,1 1971 0,-1-1032 1,-26-14-17,13 1-15,53-40 16,-39 27-1,79-80 1,-67 66 0,-12 14-1,-14 26 1,-13 13 31</inkml:trace>
  <inkml:trace contextRef="#ctx0" brushRef="#br0" timeOffset="209654.52">9046 5568 0,'14'0'31,"-1"0"0,0 13 0,-13 0-15,40 40 15,-40-26-15,13-14-1,0-13 17,-13-13-32,53-53 31,53-53 0,-14 39 0,-78 80 1,-14 13-17</inkml:trace>
  <inkml:trace contextRef="#ctx0" brushRef="#br0" timeOffset="-211002.99">18463 3875 0,'0'0'16,"-26"-40"-1,-27 27 17,-53 79-1,-79 120 0,39 118 0,120-225-31,-93 318 32,0-27-1,26 40 0,40 66 0,40-383-31,-13 264 32,-1-93-17,-39 212 17,13-13-1,53-370-31,0 383 31,53 40 0,13-54 1,-39-263-17,-27-107-15,39 411 31,-78-53 1,-120-40-1,-79-27 0,-119-105 0,92-159-15,-290 13 15,-93-79 1,-225-106-1,159-26 0,-40-1 0,13 27 1,40 53-1,-106 67 0,186 65 0,131 106 1,107 172-1,132 79 0,211-396-31,27 317 31,26-305-31,146 345 32,370 158-1,-278-409-16,781 343 17,12-198-1,200-80 0,197-92 0,1-53 1,-1-79-1,332-80 0,-1205 1-15,940-186 15,-529-66 0,-146-93 1,-172-79-1,-79-185 0,-238 14 0,-146 65 1,-145 27-1,-39 238-16,91-120 17,173 107-1,-198 264-31,449-158 31,224 105 0,147 66 1,26 53-1,-741-13-31,714 27 31,-52-40 0,-67-106 1,-26-53-1,-53-40 0,26-171 0,-370 92-15</inkml:trace>
  <inkml:trace contextRef="#ctx0" brushRef="#br0" timeOffset="-210351.02">33831 7300 0,'-515'-687'31,"1030"1374"-31,-1784-2062 31,1110 1243-31,-26-1 0,-357-197 31,356 224-31,-541-238 16,542 265 0,-529-146 15,529 172-31,13 27 0,-582-27 31,-199 145 0,-12 67 1,-106-27-1,859-105-31,-595 79 16,609-67-1,-688 107 16,92 12-15,662-131 0,-331 52-1,-13 1 17,397-67-17,-252 26 1,265-39-1,-133 14 1,173-14 0,0 0-16,12 0 0</inkml:trace>
  <inkml:trace contextRef="#ctx0" brushRef="#br0" timeOffset="-209576.02">23529 3941 0,'26'-53'15,"-13"40"1,80-27-1,-67 40 1,93 40 0,-105-13-1,-1-1-15,26 40 16,-39-39 0,0-1-16,0 27 15,-13-66 16,13 0-15,40-120 0,-14 80-1,-12 0-15,65-92 16,-53 119 0,80-1-1,-79 67 1,-1 52-1,-13-12 1,-26-1 0,13-66-1,0-13 1,0-13 0,53-106-1,0 53 1,26-13-1,-52 79 1,-1 0-16,27 105 16,-40-65-1,40 92 1</inkml:trace>
  <inkml:trace contextRef="#ctx0" brushRef="#br0" timeOffset="-208803.68">24864 3703 0,'0'0'0,"14"-13"16,12-13 0,-26 12-1,-13-12 1,-67 26 15,54 13-15,-14 80-1,27-67 1,40 93 0,-14-106-1,0 14-15,13-14 16,1-13-1,13-79 1,-27 52 0,26-105-1,-25 119 1,12 0 0,-13 26-1,1 93 1,-14-80-1,39 80 1,-25-93 0,65-39-1,-53-1 1,93-92 0,-92 79-1,26-92 1,-53 106-1,-53 13 1,40 26 0,-14 0-16,-39 53 15,40-26 1,65 26 0,-12-53-1,78 27 1,-78-40-1,39 26 1,-66-13 0,0 1-16,-40 25 15,27-39 1,-66 27 0,66-27-16</inkml:trace>
  <inkml:trace contextRef="#ctx0" brushRef="#br0" timeOffset="-208582.21">25565 3412 0,'0'0'16,"40"-53"0,-40 67-1,-13 91 1,13-65-1,0 172 1,0-159-16,26 105 31,-26-131-31,13-14 0</inkml:trace>
  <inkml:trace contextRef="#ctx0" brushRef="#br0" timeOffset="-208233.09">25592 3796 0,'0'-27'16,"0"54"-16,39-54 31,80 27 1,27-53-1,-80-39 0,-132 65 0,40 41-15,-41 78 0,120 54 15,106-107 0,-119-39-31,39-53 16</inkml:trace>
  <inkml:trace contextRef="#ctx0" brushRef="#br0" timeOffset="-207913.59">26187 3611 0,'0'0'16,"0"-106"-1,0 93-15,0 66 31,13-1-15,0-25-16,67 132 31,-54-107 1,-39-91-1,13 26-16,-13-14-15,13-65 16,53-1 0,39 40 15,-52 53-15,0 27-1,-27-14-15</inkml:trace>
  <inkml:trace contextRef="#ctx0" brushRef="#br0" timeOffset="-203701.32">10528 4655 0,'0'0'0,"-53"-26"31,40 26-16,-67 26 1,-12 120 15,65-93-15,-52 172 0,52-159-1,-52 198 1,53-198-1,-93 358 1,39 25 15,27-26 1,40-343-17,-66 264 1,65-265-1,-105 199 1,80-212 0,-146 185-1,-14-106 17,146-118-17,-185 26 16,172-53-31,-225 0 16,212 0 0,-278 0-1,264-13 1,-462 13 0,-107 13 15,517-13-16,-477 0 1,464-13 0,-491-14-1,478 27 1,-491-992 0,490 1984-1,-502-965 1,502-14-1,-675 66 1,689-39 0,-715 211-1,767-198 1,-383 238 0,356-185-1,-210 211 1,250-198-1,-105 278 1,171-318 0,1 411-1,52-424 1,318 238 0,-265-278-1,464 133 1,52-66 15,-437-80-15,557 13-1,-517-26 1,0-13-16,398-27 16,-385 40-1,583-26 1,-411 26-1,411 26 1,-596-12 0,635 25-1,-634-39 1,594 40 0,-594-40-1,819 26 1,53-52 15,-859 13-15,648-27-1,-662 40 1,582 0 0,-594 0-1,567 40 1,-567-27-1,739 40 1,-105-80 15,-674 14-15,343-93 0,-370 80-1,291-106 1,-317 105-1,277-184 1,-105-67 15,-226 199-15,133-212 0,-119 211-1,132-237 1,-145 224-1,92-237 1,-118 237 0,25-317-1,-39 304 1,0-13-16,0-344 16,0 344-1,-39-330 1,-67-80 15,79 436-15,-65-264-1,78 265 1,-12-292 0,13 305-1,0-199 1,-14 185-1,-65-65 1,52 131 0,-159-105-1,147 92 1,-15 14-16,-118-80 16,119 66-1,-225-79 1,132 67-1,-118 12 1,184 27 0,1-1-16,-318-12 15,304 13 1,-344-27 0,344 27-1,-304 0 1,331 13-1,0 0-15,-146 13 16,159 0 0,-1 0-16,-144 14 15,65-1 1,-171 27 0,224-40-1,-264 40 1,172-26-1,93-1-15,-358 27 32,371-40-17,-212 40 1,224-40 0,-171 27-1,172-40 1,13 13-16,-79 14 15,106-27-15,-27 13 32</inkml:trace>
  <inkml:trace contextRef="#ctx0" brushRef="#br0" timeOffset="-203333.89">12035 3915 0,'0'-13'16,"0"26"-16,40-40 31,66 14-16,-66 0 1,171-14 0,-171 14-1,26 0 1</inkml:trace>
  <inkml:trace contextRef="#ctx0" brushRef="#br0" timeOffset="-203164.88">12141 3888 0,'0'0'0,"40"146"15,-14-106 1,27 171 0,-40-171-1,1 39-15</inkml:trace>
  <inkml:trace contextRef="#ctx0" brushRef="#br0" timeOffset="-202951.17">12485 4060 0,'0'0'0,"13"-13"16,-13 26-16,66 106 31,-39-92-15,65 92-1,-39-80 1</inkml:trace>
  <inkml:trace contextRef="#ctx0" brushRef="#br0" timeOffset="-202788.96">12683 4060 0,'0'0'0,"-39"0"15,26 27-15,-67 158 32,67-106-17,13-26 1</inkml:trace>
  <inkml:trace contextRef="#ctx0" brushRef="#br0" timeOffset="-202650.23">13001 4113 0,'40'-26'31,"-80"52"-31,80-26 16</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03T07:17:13.387"/>
    </inkml:context>
    <inkml:brush xml:id="br0">
      <inkml:brushProperty name="width" value="0.05" units="cm"/>
      <inkml:brushProperty name="height" value="0.05" units="cm"/>
    </inkml:brush>
  </inkml:definitions>
  <inkml:trace contextRef="#ctx0" brushRef="#br0">0 1 24575,'3'0'0,"4"0"0,3 0 0,1 0-8191</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7:23:46.925"/>
    </inkml:context>
    <inkml:brush xml:id="br0">
      <inkml:brushProperty name="width" value="0.05" units="cm"/>
      <inkml:brushProperty name="height" value="0.05" units="cm"/>
    </inkml:brush>
  </inkml:definitions>
  <inkml:trace contextRef="#ctx0" brushRef="#br0">0 140 24575,'1'8'0,"-1"0"0,2 0 0,-1 0 0,1 0 0,0-1 0,1 1 0,-1 0 0,2-1 0,6 13 0,-3-9 0,0 0 0,1 0 0,1-1 0,0 0 0,10 10 0,-16-18 0,0 1 0,0-1 0,-1 0 0,1-1 0,0 1 0,1-1 0,-1 1 0,0-1 0,0 0 0,1 0 0,-1 0 0,0 0 0,1-1 0,-1 1 0,1-1 0,-1 0 0,1 0 0,-1-1 0,0 1 0,1 0 0,-1-1 0,1 0 0,-1 0 0,0 0 0,0 0 0,6-3 0,5-4 0,0-1 0,-1 1 0,0-2 0,17-15 0,-22 18 0,19-17-227,0-2-1,-1-1 1,-2-2-1,-1 0 1,32-53-1,-38 53-6598</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7:24:57.631"/>
    </inkml:context>
    <inkml:brush xml:id="br0">
      <inkml:brushProperty name="width" value="0.05" units="cm"/>
      <inkml:brushProperty name="height" value="0.05" units="cm"/>
    </inkml:brush>
  </inkml:definitions>
  <inkml:trace contextRef="#ctx0" brushRef="#br0">225 12 24575,'-1'-1'0,"0"0"0,0 0 0,0 0 0,0 0 0,0 0 0,0 1 0,0-1 0,0 0 0,0 1 0,0-1 0,-1 1 0,1-1 0,0 1 0,0 0 0,-1-1 0,1 1 0,0 0 0,-1 0 0,1 0 0,0 0 0,-3 0 0,2 1 0,0 0 0,0 0 0,0 0 0,0 0 0,0 0 0,0 0 0,0 0 0,0 1 0,0-1 0,0 1 0,-2 2 0,-4 6 0,0 0 0,1 1 0,-10 19 0,10-18 0,-20 34 0,-31 79 0,42-94 0,13-26 0,0 0 0,0 0 0,0 0 0,1 1 0,0 0 0,0-1 0,0 1 0,-1 9 0,3-14 0,0 1 0,0-1 0,1 0 0,-1 0 0,0 0 0,1 1 0,-1-1 0,1 0 0,-1 0 0,1 0 0,-1 0 0,1 0 0,0 0 0,0 0 0,-1 0 0,1 0 0,0 0 0,0-1 0,0 1 0,0 0 0,0 0 0,0-1 0,0 1 0,0-1 0,0 1 0,1-1 0,-1 1 0,0-1 0,0 0 0,2 1 0,5 1 0,1-1 0,-1 0 0,12 1 0,-9-2 0,27 3 81,71 8 151,-98-9-441,-1 0-1,1 1 0,0 0 0,-1 1 0,0 1 1,1-1-1,13 10 0,-6 0-6616</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7:24:58.389"/>
    </inkml:context>
    <inkml:brush xml:id="br0">
      <inkml:brushProperty name="width" value="0.05" units="cm"/>
      <inkml:brushProperty name="height" value="0.05" units="cm"/>
    </inkml:brush>
  </inkml:definitions>
  <inkml:trace contextRef="#ctx0" brushRef="#br0">1 262 24575,'0'-1'0,"0"1"0,0-1 0,1 1 0,-1-1 0,0 1 0,1-1 0,-1 1 0,1-1 0,-1 1 0,0-1 0,1 1 0,-1-1 0,1 1 0,-1 0 0,1-1 0,0 1 0,-1 0 0,1-1 0,-1 1 0,1 0 0,0 0 0,-1-1 0,1 1 0,4-2 0,66-28 0,140-38 0,-103 36 0,125-33 0,-170 52 0,114-10 0,-168 23-227,0-1-1,0 0 1,0-1-1,0 0 1,10-4-1,-4-1-6598</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7:24:59.587"/>
    </inkml:context>
    <inkml:brush xml:id="br0">
      <inkml:brushProperty name="width" value="0.05" units="cm"/>
      <inkml:brushProperty name="height" value="0.05" units="cm"/>
    </inkml:brush>
  </inkml:definitions>
  <inkml:trace contextRef="#ctx0" brushRef="#br0">1 0 24575,'0'19'0,"-1"-9"0,1 0 0,0 0 0,1 0 0,0 0 0,3 11 0,-4-19 0,1 0 0,-1-1 0,1 1 0,-1 0 0,1-1 0,0 1 0,0 0 0,0-1 0,0 1 0,0-1 0,0 0 0,1 1 0,-1-1 0,0 0 0,1 0 0,-1 0 0,1 1 0,-1-2 0,1 1 0,0 0 0,-1 0 0,1 0 0,0-1 0,-1 1 0,1-1 0,0 1 0,0-1 0,0 0 0,-1 0 0,1 0 0,0 0 0,0 0 0,0 0 0,2-1 0,79-12 0,35-3 0,-107 15 0,8 0 0,-1 0 0,1 1 0,-1 1 0,35 5 0,-48-5 0,-1 0 0,0 1 0,0-1 0,0 1 0,0 0 0,0 0 0,0 0 0,0 0 0,-1 1 0,1 0 0,-1-1 0,0 1 0,1 1 0,-1-1 0,-1 0 0,1 1 0,0-1 0,-1 1 0,0 0 0,0 0 0,0 0 0,0 0 0,-1 0 0,1 0 0,-1 0 0,1 5 0,-2-5 0,1-1 0,-1 1 0,0 0 0,0 0 0,0-1 0,0 1 0,0 0 0,-1 0 0,0-1 0,1 1 0,-2-1 0,1 1 0,0-1 0,-1 1 0,1-1 0,-4 5 0,1-3 0,0 0 0,0 0 0,0-1 0,-1 0 0,0 1 0,0-2 0,0 1 0,0 0 0,-7 2 0,-3 1 0,-1 0 0,1-1 0,-1-1 0,-1-1 0,1 0 0,-27 2 0,-128-3-948,161-4 531,-7 1-6409</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7:25:00.702"/>
    </inkml:context>
    <inkml:brush xml:id="br0">
      <inkml:brushProperty name="width" value="0.05" units="cm"/>
      <inkml:brushProperty name="height" value="0.05" units="cm"/>
    </inkml:brush>
  </inkml:definitions>
  <inkml:trace contextRef="#ctx0" brushRef="#br0">0 21 24575,'0'3'0,"3"5"0,4 0 0,11-4 0,2-6 0,0-6 0,7-1 0,2 1 0,-2 1 0,2 2 0,-1 3 0,-3 0 0,-5 2-8191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6T07:28:26.399"/>
    </inkml:context>
    <inkml:brush xml:id="br0">
      <inkml:brushProperty name="width" value="0.05" units="cm"/>
      <inkml:brushProperty name="height" value="0.05" units="cm"/>
    </inkml:brush>
  </inkml:definitions>
  <inkml:trace contextRef="#ctx0" brushRef="#br0">1312 130 24575,'0'-2'0,"0"1"0,0-1 0,-1 0 0,1 0 0,-1 1 0,1-1 0,-1 0 0,1 1 0,-1-1 0,0 0 0,0 1 0,0-1 0,0 1 0,0-1 0,0 1 0,0 0 0,-1-1 0,1 1 0,0 0 0,-1 0 0,1 0 0,-1 0 0,1 0 0,-1 0 0,-1 0 0,-6-3 0,0 1 0,0 0 0,-16-2 0,5 0 0,-7-1 0,0 2 0,-35-2 0,-30-5 0,-177-29 0,221 36 0,0 2 0,-1 3 0,-78 10 0,111-9 0,1 1 0,-1 1 0,0 1 0,1 0 0,-27 14 0,33-14 0,0 0 0,1 1 0,-1 1 0,1-1 0,0 1 0,1 1 0,0-1 0,0 1 0,0 1 0,-5 8 0,-54 96 0,-33 49 0,88-144 0,1 1 0,1 0 0,0 1 0,-10 41 0,14-47 0,-2 13 0,1 0 0,1 0 0,1 0 0,0 29 0,9 112 0,-2-142 0,2 0 0,0-1 0,11 29 0,-6-21 0,6 36 0,-12-50 0,1 0 0,1 0 0,0 0 0,1-1 0,1 0 0,1-1 0,1 0 0,0 0 0,1-1 0,1 0 0,16 17 0,-8-13 0,1 0 0,1-1 0,1-1 0,0-1 0,1-1 0,1-1 0,28 12 0,-41-22 0,1 0 0,0-1 0,0-1 0,0 0 0,23 2 0,70-2 0,8 1 0,-53 7 0,-39-7 0,0 0 0,1-1 0,-1-2 0,29 0 0,-42-3 0,0 0 0,0 0 0,0-1 0,0 0 0,0 0 0,-1-1 0,1-1 0,13-8 0,6-7 0,25-24 0,-39 32 0,51-44 0,77-84 0,-111 100 0,35-56 0,-22 30 0,-32 46 0,-1 1 0,-1-2 0,0 0 0,-2 0 0,0-1 0,-2 1 0,0-2 0,-1 1 0,1-25 0,0-30 0,-5-105 0,-2 96 0,1 73 0,-1 0 0,0 0 0,-1 0 0,-1 0 0,0 0 0,-1 0 0,0 1 0,-1 0 0,0 0 0,-1 0 0,-1 0 0,1 1 0,-2 0 0,0 0 0,-13-13 0,-9-15 326,21 26-890,0 1 1,-12-12-1,9 13-6262</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8"/>
        <p:cNvGrpSpPr/>
        <p:nvPr/>
      </p:nvGrpSpPr>
      <p:grpSpPr>
        <a:xfrm>
          <a:off x="0" y="0"/>
          <a:ext cx="0" cy="0"/>
          <a:chOff x="0" y="0"/>
          <a:chExt cx="0" cy="0"/>
        </a:xfrm>
      </p:grpSpPr>
      <p:sp>
        <p:nvSpPr>
          <p:cNvPr id="1089" name="Google Shape;1089;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0" name="Google Shape;1090;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1" name="Google Shape;1091;p4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4</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4"/>
        <p:cNvGrpSpPr/>
        <p:nvPr/>
      </p:nvGrpSpPr>
      <p:grpSpPr>
        <a:xfrm>
          <a:off x="0" y="0"/>
          <a:ext cx="0" cy="0"/>
          <a:chOff x="0" y="0"/>
          <a:chExt cx="0" cy="0"/>
        </a:xfrm>
      </p:grpSpPr>
      <p:sp>
        <p:nvSpPr>
          <p:cNvPr id="1125" name="Google Shape;1125;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6" name="Google Shape;1126;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2"/>
        <p:cNvGrpSpPr/>
        <p:nvPr/>
      </p:nvGrpSpPr>
      <p:grpSpPr>
        <a:xfrm>
          <a:off x="0" y="0"/>
          <a:ext cx="0" cy="0"/>
          <a:chOff x="0" y="0"/>
          <a:chExt cx="0" cy="0"/>
        </a:xfrm>
      </p:grpSpPr>
      <p:sp>
        <p:nvSpPr>
          <p:cNvPr id="1133" name="Google Shape;1133;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4" name="Google Shape;1134;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0"/>
        <p:cNvGrpSpPr/>
        <p:nvPr/>
      </p:nvGrpSpPr>
      <p:grpSpPr>
        <a:xfrm>
          <a:off x="0" y="0"/>
          <a:ext cx="0" cy="0"/>
          <a:chOff x="0" y="0"/>
          <a:chExt cx="0" cy="0"/>
        </a:xfrm>
      </p:grpSpPr>
      <p:sp>
        <p:nvSpPr>
          <p:cNvPr id="1141" name="Google Shape;1141;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42" name="Google Shape;1142;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8"/>
        <p:cNvGrpSpPr/>
        <p:nvPr/>
      </p:nvGrpSpPr>
      <p:grpSpPr>
        <a:xfrm>
          <a:off x="0" y="0"/>
          <a:ext cx="0" cy="0"/>
          <a:chOff x="0" y="0"/>
          <a:chExt cx="0" cy="0"/>
        </a:xfrm>
      </p:grpSpPr>
      <p:sp>
        <p:nvSpPr>
          <p:cNvPr id="1149" name="Google Shape;1149;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0" name="Google Shape;1150;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7"/>
        <p:cNvGrpSpPr/>
        <p:nvPr/>
      </p:nvGrpSpPr>
      <p:grpSpPr>
        <a:xfrm>
          <a:off x="0" y="0"/>
          <a:ext cx="0" cy="0"/>
          <a:chOff x="0" y="0"/>
          <a:chExt cx="0" cy="0"/>
        </a:xfrm>
      </p:grpSpPr>
      <p:sp>
        <p:nvSpPr>
          <p:cNvPr id="1158" name="Google Shape;1158;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9" name="Google Shape;1159;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4"/>
        <p:cNvGrpSpPr/>
        <p:nvPr/>
      </p:nvGrpSpPr>
      <p:grpSpPr>
        <a:xfrm>
          <a:off x="0" y="0"/>
          <a:ext cx="0" cy="0"/>
          <a:chOff x="0" y="0"/>
          <a:chExt cx="0" cy="0"/>
        </a:xfrm>
      </p:grpSpPr>
      <p:sp>
        <p:nvSpPr>
          <p:cNvPr id="1175" name="Google Shape;1175;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6" name="Google Shape;1176;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0"/>
        <p:cNvGrpSpPr/>
        <p:nvPr/>
      </p:nvGrpSpPr>
      <p:grpSpPr>
        <a:xfrm>
          <a:off x="0" y="0"/>
          <a:ext cx="0" cy="0"/>
          <a:chOff x="0" y="0"/>
          <a:chExt cx="0" cy="0"/>
        </a:xfrm>
      </p:grpSpPr>
      <p:sp>
        <p:nvSpPr>
          <p:cNvPr id="1191" name="Google Shape;1191;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2" name="Google Shape;1192;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2"/>
        <p:cNvGrpSpPr/>
        <p:nvPr/>
      </p:nvGrpSpPr>
      <p:grpSpPr>
        <a:xfrm>
          <a:off x="0" y="0"/>
          <a:ext cx="0" cy="0"/>
          <a:chOff x="0" y="0"/>
          <a:chExt cx="0" cy="0"/>
        </a:xfrm>
      </p:grpSpPr>
      <p:sp>
        <p:nvSpPr>
          <p:cNvPr id="1203" name="Google Shape;1203;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4" name="Google Shape;1204;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3" name="Google Shape;1223;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9"/>
        <p:cNvGrpSpPr/>
        <p:nvPr/>
      </p:nvGrpSpPr>
      <p:grpSpPr>
        <a:xfrm>
          <a:off x="0" y="0"/>
          <a:ext cx="0" cy="0"/>
          <a:chOff x="0" y="0"/>
          <a:chExt cx="0" cy="0"/>
        </a:xfrm>
      </p:grpSpPr>
      <p:sp>
        <p:nvSpPr>
          <p:cNvPr id="1230" name="Google Shape;1230;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1" name="Google Shape;1231;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2"/>
        <p:cNvGrpSpPr/>
        <p:nvPr/>
      </p:nvGrpSpPr>
      <p:grpSpPr>
        <a:xfrm>
          <a:off x="0" y="0"/>
          <a:ext cx="0" cy="0"/>
          <a:chOff x="0" y="0"/>
          <a:chExt cx="0" cy="0"/>
        </a:xfrm>
      </p:grpSpPr>
      <p:sp>
        <p:nvSpPr>
          <p:cNvPr id="1243" name="Google Shape;1243;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4" name="Google Shape;1244;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1"/>
        <p:cNvGrpSpPr/>
        <p:nvPr/>
      </p:nvGrpSpPr>
      <p:grpSpPr>
        <a:xfrm>
          <a:off x="0" y="0"/>
          <a:ext cx="0" cy="0"/>
          <a:chOff x="0" y="0"/>
          <a:chExt cx="0" cy="0"/>
        </a:xfrm>
      </p:grpSpPr>
      <p:sp>
        <p:nvSpPr>
          <p:cNvPr id="1252" name="Google Shape;1252;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3" name="Google Shape;1253;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5"/>
        <p:cNvGrpSpPr/>
        <p:nvPr/>
      </p:nvGrpSpPr>
      <p:grpSpPr>
        <a:xfrm>
          <a:off x="0" y="0"/>
          <a:ext cx="0" cy="0"/>
          <a:chOff x="0" y="0"/>
          <a:chExt cx="0" cy="0"/>
        </a:xfrm>
      </p:grpSpPr>
      <p:sp>
        <p:nvSpPr>
          <p:cNvPr id="1266" name="Google Shape;1266;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7" name="Google Shape;1267;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4"/>
        <p:cNvGrpSpPr/>
        <p:nvPr/>
      </p:nvGrpSpPr>
      <p:grpSpPr>
        <a:xfrm>
          <a:off x="0" y="0"/>
          <a:ext cx="0" cy="0"/>
          <a:chOff x="0" y="0"/>
          <a:chExt cx="0" cy="0"/>
        </a:xfrm>
      </p:grpSpPr>
      <p:sp>
        <p:nvSpPr>
          <p:cNvPr id="1275" name="Google Shape;1275;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6" name="Google Shape;1276;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2/15/2026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23596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382"/>
        <p:cNvGrpSpPr/>
        <p:nvPr/>
      </p:nvGrpSpPr>
      <p:grpSpPr>
        <a:xfrm>
          <a:off x="0" y="0"/>
          <a:ext cx="0" cy="0"/>
          <a:chOff x="0" y="0"/>
          <a:chExt cx="0" cy="0"/>
        </a:xfrm>
      </p:grpSpPr>
      <p:sp>
        <p:nvSpPr>
          <p:cNvPr id="383" name="Google Shape;383;p161"/>
          <p:cNvSpPr txBox="1">
            <a:spLocks noGrp="1"/>
          </p:cNvSpPr>
          <p:nvPr>
            <p:ph type="title"/>
          </p:nvPr>
        </p:nvSpPr>
        <p:spPr>
          <a:xfrm>
            <a:off x="837982" y="365125"/>
            <a:ext cx="10512862"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3599"/>
              <a:buFont typeface="Calibri"/>
              <a:buNone/>
              <a:defRPr sz="35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4" name="Google Shape;384;p161"/>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385" name="Google Shape;385;p161"/>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386" name="Google Shape;386;p161"/>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387" name="Google Shape;387;p161"/>
          <p:cNvSpPr txBox="1">
            <a:spLocks noGrp="1"/>
          </p:cNvSpPr>
          <p:nvPr>
            <p:ph type="body" idx="1"/>
          </p:nvPr>
        </p:nvSpPr>
        <p:spPr>
          <a:xfrm>
            <a:off x="608013" y="932701"/>
            <a:ext cx="10972800" cy="484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2199"/>
              <a:buFont typeface="Calibri"/>
              <a:buNone/>
              <a:defRPr sz="2199"/>
            </a:lvl1pPr>
            <a:lvl2pPr marL="914400" lvl="1" indent="-228600" algn="l">
              <a:lnSpc>
                <a:spcPct val="90000"/>
              </a:lnSpc>
              <a:spcBef>
                <a:spcPts val="500"/>
              </a:spcBef>
              <a:spcAft>
                <a:spcPts val="0"/>
              </a:spcAft>
              <a:buClr>
                <a:schemeClr val="dk1"/>
              </a:buClr>
              <a:buSzPts val="2000"/>
              <a:buFont typeface="Calibri"/>
              <a:buNone/>
              <a:defRPr sz="2000"/>
            </a:lvl2pPr>
            <a:lvl3pPr marL="1371600" lvl="2" indent="-228600" algn="l">
              <a:lnSpc>
                <a:spcPct val="90000"/>
              </a:lnSpc>
              <a:spcBef>
                <a:spcPts val="500"/>
              </a:spcBef>
              <a:spcAft>
                <a:spcPts val="0"/>
              </a:spcAft>
              <a:buClr>
                <a:schemeClr val="dk1"/>
              </a:buClr>
              <a:buSzPts val="1600"/>
              <a:buFont typeface="Calibri"/>
              <a:buNone/>
              <a:defRPr sz="1600"/>
            </a:lvl3pPr>
            <a:lvl4pPr marL="1828800" lvl="3" indent="-228600" algn="l">
              <a:lnSpc>
                <a:spcPct val="90000"/>
              </a:lnSpc>
              <a:spcBef>
                <a:spcPts val="500"/>
              </a:spcBef>
              <a:spcAft>
                <a:spcPts val="0"/>
              </a:spcAft>
              <a:buClr>
                <a:schemeClr val="dk1"/>
              </a:buClr>
              <a:buSzPts val="1400"/>
              <a:buFont typeface="Calibri"/>
              <a:buNone/>
              <a:defRPr sz="1400"/>
            </a:lvl4pPr>
            <a:lvl5pPr marL="2286000" lvl="4" indent="-228600" algn="l">
              <a:lnSpc>
                <a:spcPct val="90000"/>
              </a:lnSpc>
              <a:spcBef>
                <a:spcPts val="500"/>
              </a:spcBef>
              <a:spcAft>
                <a:spcPts val="0"/>
              </a:spcAft>
              <a:buClr>
                <a:schemeClr val="dk1"/>
              </a:buClr>
              <a:buSzPts val="1400"/>
              <a:buFont typeface="Calibri"/>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96938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lide">
  <p:cSld name="slide">
    <p:spTree>
      <p:nvGrpSpPr>
        <p:cNvPr id="1" name="Shape 375"/>
        <p:cNvGrpSpPr/>
        <p:nvPr/>
      </p:nvGrpSpPr>
      <p:grpSpPr>
        <a:xfrm>
          <a:off x="0" y="0"/>
          <a:ext cx="0" cy="0"/>
          <a:chOff x="0" y="0"/>
          <a:chExt cx="0" cy="0"/>
        </a:xfrm>
      </p:grpSpPr>
      <p:sp>
        <p:nvSpPr>
          <p:cNvPr id="376" name="Google Shape;376;p159"/>
          <p:cNvSpPr>
            <a:spLocks noGrp="1"/>
          </p:cNvSpPr>
          <p:nvPr>
            <p:ph type="pic" idx="2"/>
          </p:nvPr>
        </p:nvSpPr>
        <p:spPr>
          <a:xfrm>
            <a:off x="3977670" y="-174172"/>
            <a:ext cx="8410275" cy="7206343"/>
          </a:xfrm>
          <a:prstGeom prst="rect">
            <a:avLst/>
          </a:prstGeom>
          <a:solidFill>
            <a:srgbClr val="F2F2F2"/>
          </a:solidFill>
          <a:ln>
            <a:noFill/>
          </a:ln>
        </p:spPr>
        <p:txBody>
          <a:bodyPr/>
          <a:lstStyle/>
          <a:p>
            <a:endParaRPr lang="en-IN"/>
          </a:p>
        </p:txBody>
      </p:sp>
    </p:spTree>
    <p:extLst>
      <p:ext uri="{BB962C8B-B14F-4D97-AF65-F5344CB8AC3E}">
        <p14:creationId xmlns:p14="http://schemas.microsoft.com/office/powerpoint/2010/main" val="280489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2/15/2026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18" Type="http://schemas.openxmlformats.org/officeDocument/2006/relationships/slideLayout" Target="../slideLayouts/slideLayout2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slideLayout" Target="../slideLayouts/slideLayout27.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20" Type="http://schemas.openxmlformats.org/officeDocument/2006/relationships/theme" Target="../theme/theme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10" Type="http://schemas.openxmlformats.org/officeDocument/2006/relationships/slideLayout" Target="../slideLayouts/slideLayout20.xml"/><Relationship Id="rId19" Type="http://schemas.openxmlformats.org/officeDocument/2006/relationships/slideLayout" Target="../slideLayouts/slideLayout29.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image" Target="../media/image1.png"/><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3.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 id="2147483745" r:id="rId8"/>
    <p:sldLayoutId id="2147483746" r:id="rId9"/>
    <p:sldLayoutId id="214748374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2/15/2026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12.png"/><Relationship Id="rId5" Type="http://schemas.openxmlformats.org/officeDocument/2006/relationships/customXml" Target="../ink/ink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9.xml"/><Relationship Id="rId5" Type="http://schemas.openxmlformats.org/officeDocument/2006/relationships/image" Target="../media/image13.png"/><Relationship Id="rId4" Type="http://schemas.openxmlformats.org/officeDocument/2006/relationships/customXml" Target="../ink/ink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customXml" Target="../ink/ink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customXml" Target="../ink/ink4.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customXml" Target="../ink/ink5.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9.xml"/><Relationship Id="rId5" Type="http://schemas.openxmlformats.org/officeDocument/2006/relationships/image" Target="../media/image21.png"/><Relationship Id="rId4" Type="http://schemas.openxmlformats.org/officeDocument/2006/relationships/customXml" Target="../ink/ink6.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9.xml"/><Relationship Id="rId6" Type="http://schemas.openxmlformats.org/officeDocument/2006/relationships/image" Target="../media/image23.png"/><Relationship Id="rId5" Type="http://schemas.openxmlformats.org/officeDocument/2006/relationships/customXml" Target="../ink/ink7.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117" Type="http://schemas.openxmlformats.org/officeDocument/2006/relationships/image" Target="../media/image81.png"/><Relationship Id="rId21" Type="http://schemas.openxmlformats.org/officeDocument/2006/relationships/image" Target="../media/image33.png"/><Relationship Id="rId42" Type="http://schemas.openxmlformats.org/officeDocument/2006/relationships/customXml" Target="../ink/ink28.xml"/><Relationship Id="rId63" Type="http://schemas.openxmlformats.org/officeDocument/2006/relationships/image" Target="../media/image54.png"/><Relationship Id="rId84" Type="http://schemas.openxmlformats.org/officeDocument/2006/relationships/customXml" Target="../ink/ink49.xml"/><Relationship Id="rId138" Type="http://schemas.openxmlformats.org/officeDocument/2006/relationships/customXml" Target="../ink/ink76.xml"/><Relationship Id="rId159" Type="http://schemas.openxmlformats.org/officeDocument/2006/relationships/image" Target="../media/image102.png"/><Relationship Id="rId170" Type="http://schemas.openxmlformats.org/officeDocument/2006/relationships/customXml" Target="../ink/ink92.xml"/><Relationship Id="rId191" Type="http://schemas.openxmlformats.org/officeDocument/2006/relationships/image" Target="../media/image118.png"/><Relationship Id="rId205" Type="http://schemas.openxmlformats.org/officeDocument/2006/relationships/image" Target="../media/image125.png"/><Relationship Id="rId107" Type="http://schemas.openxmlformats.org/officeDocument/2006/relationships/image" Target="../media/image76.png"/><Relationship Id="rId11" Type="http://schemas.openxmlformats.org/officeDocument/2006/relationships/image" Target="../media/image28.png"/><Relationship Id="rId32" Type="http://schemas.openxmlformats.org/officeDocument/2006/relationships/customXml" Target="../ink/ink23.xml"/><Relationship Id="rId53" Type="http://schemas.openxmlformats.org/officeDocument/2006/relationships/image" Target="../media/image49.png"/><Relationship Id="rId74" Type="http://schemas.openxmlformats.org/officeDocument/2006/relationships/customXml" Target="../ink/ink44.xml"/><Relationship Id="rId128" Type="http://schemas.openxmlformats.org/officeDocument/2006/relationships/customXml" Target="../ink/ink71.xml"/><Relationship Id="rId149" Type="http://schemas.openxmlformats.org/officeDocument/2006/relationships/image" Target="../media/image97.png"/><Relationship Id="rId5" Type="http://schemas.openxmlformats.org/officeDocument/2006/relationships/image" Target="../media/image25.png"/><Relationship Id="rId95" Type="http://schemas.openxmlformats.org/officeDocument/2006/relationships/image" Target="../media/image70.png"/><Relationship Id="rId160" Type="http://schemas.openxmlformats.org/officeDocument/2006/relationships/customXml" Target="../ink/ink87.xml"/><Relationship Id="rId181" Type="http://schemas.openxmlformats.org/officeDocument/2006/relationships/image" Target="../media/image113.png"/><Relationship Id="rId216" Type="http://schemas.openxmlformats.org/officeDocument/2006/relationships/customXml" Target="../ink/ink115.xml"/><Relationship Id="rId22" Type="http://schemas.openxmlformats.org/officeDocument/2006/relationships/customXml" Target="../ink/ink18.xml"/><Relationship Id="rId43" Type="http://schemas.openxmlformats.org/officeDocument/2006/relationships/image" Target="../media/image44.png"/><Relationship Id="rId64" Type="http://schemas.openxmlformats.org/officeDocument/2006/relationships/customXml" Target="../ink/ink39.xml"/><Relationship Id="rId118" Type="http://schemas.openxmlformats.org/officeDocument/2006/relationships/customXml" Target="../ink/ink66.xml"/><Relationship Id="rId139" Type="http://schemas.openxmlformats.org/officeDocument/2006/relationships/image" Target="../media/image92.png"/><Relationship Id="rId85" Type="http://schemas.openxmlformats.org/officeDocument/2006/relationships/image" Target="../media/image65.png"/><Relationship Id="rId150" Type="http://schemas.openxmlformats.org/officeDocument/2006/relationships/customXml" Target="../ink/ink82.xml"/><Relationship Id="rId171" Type="http://schemas.openxmlformats.org/officeDocument/2006/relationships/image" Target="../media/image108.png"/><Relationship Id="rId192" Type="http://schemas.openxmlformats.org/officeDocument/2006/relationships/customXml" Target="../ink/ink103.xml"/><Relationship Id="rId206" Type="http://schemas.openxmlformats.org/officeDocument/2006/relationships/customXml" Target="../ink/ink110.xml"/><Relationship Id="rId12" Type="http://schemas.openxmlformats.org/officeDocument/2006/relationships/customXml" Target="../ink/ink13.xml"/><Relationship Id="rId33" Type="http://schemas.openxmlformats.org/officeDocument/2006/relationships/image" Target="../media/image39.png"/><Relationship Id="rId108" Type="http://schemas.openxmlformats.org/officeDocument/2006/relationships/customXml" Target="../ink/ink61.xml"/><Relationship Id="rId129" Type="http://schemas.openxmlformats.org/officeDocument/2006/relationships/image" Target="../media/image87.png"/><Relationship Id="rId54" Type="http://schemas.openxmlformats.org/officeDocument/2006/relationships/customXml" Target="../ink/ink34.xml"/><Relationship Id="rId75" Type="http://schemas.openxmlformats.org/officeDocument/2006/relationships/image" Target="../media/image60.png"/><Relationship Id="rId96" Type="http://schemas.openxmlformats.org/officeDocument/2006/relationships/customXml" Target="../ink/ink55.xml"/><Relationship Id="rId140" Type="http://schemas.openxmlformats.org/officeDocument/2006/relationships/customXml" Target="../ink/ink77.xml"/><Relationship Id="rId161" Type="http://schemas.openxmlformats.org/officeDocument/2006/relationships/image" Target="../media/image103.png"/><Relationship Id="rId182" Type="http://schemas.openxmlformats.org/officeDocument/2006/relationships/customXml" Target="../ink/ink98.xml"/><Relationship Id="rId217" Type="http://schemas.openxmlformats.org/officeDocument/2006/relationships/image" Target="../media/image131.png"/><Relationship Id="rId6" Type="http://schemas.openxmlformats.org/officeDocument/2006/relationships/customXml" Target="../ink/ink10.xml"/><Relationship Id="rId23" Type="http://schemas.openxmlformats.org/officeDocument/2006/relationships/image" Target="../media/image34.png"/><Relationship Id="rId119" Type="http://schemas.openxmlformats.org/officeDocument/2006/relationships/image" Target="../media/image82.png"/><Relationship Id="rId44" Type="http://schemas.openxmlformats.org/officeDocument/2006/relationships/customXml" Target="../ink/ink29.xml"/><Relationship Id="rId65" Type="http://schemas.openxmlformats.org/officeDocument/2006/relationships/image" Target="../media/image55.png"/><Relationship Id="rId86" Type="http://schemas.openxmlformats.org/officeDocument/2006/relationships/customXml" Target="../ink/ink50.xml"/><Relationship Id="rId130" Type="http://schemas.openxmlformats.org/officeDocument/2006/relationships/customXml" Target="../ink/ink72.xml"/><Relationship Id="rId151" Type="http://schemas.openxmlformats.org/officeDocument/2006/relationships/image" Target="../media/image98.png"/><Relationship Id="rId172" Type="http://schemas.openxmlformats.org/officeDocument/2006/relationships/customXml" Target="../ink/ink93.xml"/><Relationship Id="rId193" Type="http://schemas.openxmlformats.org/officeDocument/2006/relationships/image" Target="../media/image119.png"/><Relationship Id="rId207" Type="http://schemas.openxmlformats.org/officeDocument/2006/relationships/image" Target="../media/image126.png"/><Relationship Id="rId13" Type="http://schemas.openxmlformats.org/officeDocument/2006/relationships/image" Target="../media/image29.png"/><Relationship Id="rId109" Type="http://schemas.openxmlformats.org/officeDocument/2006/relationships/image" Target="../media/image77.png"/><Relationship Id="rId34" Type="http://schemas.openxmlformats.org/officeDocument/2006/relationships/customXml" Target="../ink/ink24.xml"/><Relationship Id="rId55" Type="http://schemas.openxmlformats.org/officeDocument/2006/relationships/image" Target="../media/image50.png"/><Relationship Id="rId76" Type="http://schemas.openxmlformats.org/officeDocument/2006/relationships/customXml" Target="../ink/ink45.xml"/><Relationship Id="rId97" Type="http://schemas.openxmlformats.org/officeDocument/2006/relationships/image" Target="../media/image71.png"/><Relationship Id="rId120" Type="http://schemas.openxmlformats.org/officeDocument/2006/relationships/customXml" Target="../ink/ink67.xml"/><Relationship Id="rId141" Type="http://schemas.openxmlformats.org/officeDocument/2006/relationships/image" Target="../media/image93.png"/><Relationship Id="rId7" Type="http://schemas.openxmlformats.org/officeDocument/2006/relationships/image" Target="../media/image26.png"/><Relationship Id="rId162" Type="http://schemas.openxmlformats.org/officeDocument/2006/relationships/customXml" Target="../ink/ink88.xml"/><Relationship Id="rId183" Type="http://schemas.openxmlformats.org/officeDocument/2006/relationships/image" Target="../media/image114.png"/><Relationship Id="rId24" Type="http://schemas.openxmlformats.org/officeDocument/2006/relationships/customXml" Target="../ink/ink19.xml"/><Relationship Id="rId45" Type="http://schemas.openxmlformats.org/officeDocument/2006/relationships/image" Target="../media/image45.png"/><Relationship Id="rId66" Type="http://schemas.openxmlformats.org/officeDocument/2006/relationships/customXml" Target="../ink/ink40.xml"/><Relationship Id="rId87" Type="http://schemas.openxmlformats.org/officeDocument/2006/relationships/image" Target="../media/image66.png"/><Relationship Id="rId110" Type="http://schemas.openxmlformats.org/officeDocument/2006/relationships/customXml" Target="../ink/ink62.xml"/><Relationship Id="rId131" Type="http://schemas.openxmlformats.org/officeDocument/2006/relationships/image" Target="../media/image88.png"/><Relationship Id="rId152" Type="http://schemas.openxmlformats.org/officeDocument/2006/relationships/customXml" Target="../ink/ink83.xml"/><Relationship Id="rId173" Type="http://schemas.openxmlformats.org/officeDocument/2006/relationships/image" Target="../media/image109.png"/><Relationship Id="rId194" Type="http://schemas.openxmlformats.org/officeDocument/2006/relationships/customXml" Target="../ink/ink104.xml"/><Relationship Id="rId208" Type="http://schemas.openxmlformats.org/officeDocument/2006/relationships/customXml" Target="../ink/ink111.xml"/><Relationship Id="rId14" Type="http://schemas.openxmlformats.org/officeDocument/2006/relationships/customXml" Target="../ink/ink14.xml"/><Relationship Id="rId30" Type="http://schemas.openxmlformats.org/officeDocument/2006/relationships/customXml" Target="../ink/ink22.xml"/><Relationship Id="rId35" Type="http://schemas.openxmlformats.org/officeDocument/2006/relationships/image" Target="../media/image40.png"/><Relationship Id="rId56" Type="http://schemas.openxmlformats.org/officeDocument/2006/relationships/customXml" Target="../ink/ink35.xml"/><Relationship Id="rId77" Type="http://schemas.openxmlformats.org/officeDocument/2006/relationships/image" Target="../media/image61.png"/><Relationship Id="rId100" Type="http://schemas.openxmlformats.org/officeDocument/2006/relationships/customXml" Target="../ink/ink57.xml"/><Relationship Id="rId105" Type="http://schemas.openxmlformats.org/officeDocument/2006/relationships/image" Target="../media/image75.png"/><Relationship Id="rId126" Type="http://schemas.openxmlformats.org/officeDocument/2006/relationships/customXml" Target="../ink/ink70.xml"/><Relationship Id="rId147" Type="http://schemas.openxmlformats.org/officeDocument/2006/relationships/image" Target="../media/image96.png"/><Relationship Id="rId168" Type="http://schemas.openxmlformats.org/officeDocument/2006/relationships/customXml" Target="../ink/ink91.xml"/><Relationship Id="rId8" Type="http://schemas.openxmlformats.org/officeDocument/2006/relationships/customXml" Target="../ink/ink11.xml"/><Relationship Id="rId51" Type="http://schemas.openxmlformats.org/officeDocument/2006/relationships/image" Target="../media/image48.png"/><Relationship Id="rId72" Type="http://schemas.openxmlformats.org/officeDocument/2006/relationships/customXml" Target="../ink/ink43.xml"/><Relationship Id="rId93" Type="http://schemas.openxmlformats.org/officeDocument/2006/relationships/image" Target="../media/image69.png"/><Relationship Id="rId98" Type="http://schemas.openxmlformats.org/officeDocument/2006/relationships/customXml" Target="../ink/ink56.xml"/><Relationship Id="rId121" Type="http://schemas.openxmlformats.org/officeDocument/2006/relationships/image" Target="../media/image83.png"/><Relationship Id="rId142" Type="http://schemas.openxmlformats.org/officeDocument/2006/relationships/customXml" Target="../ink/ink78.xml"/><Relationship Id="rId163" Type="http://schemas.openxmlformats.org/officeDocument/2006/relationships/image" Target="../media/image104.png"/><Relationship Id="rId184" Type="http://schemas.openxmlformats.org/officeDocument/2006/relationships/customXml" Target="../ink/ink99.xml"/><Relationship Id="rId189" Type="http://schemas.openxmlformats.org/officeDocument/2006/relationships/image" Target="../media/image117.png"/><Relationship Id="rId3" Type="http://schemas.openxmlformats.org/officeDocument/2006/relationships/image" Target="../media/image24.png"/><Relationship Id="rId214" Type="http://schemas.openxmlformats.org/officeDocument/2006/relationships/customXml" Target="../ink/ink114.xml"/><Relationship Id="rId25" Type="http://schemas.openxmlformats.org/officeDocument/2006/relationships/image" Target="../media/image35.png"/><Relationship Id="rId46" Type="http://schemas.openxmlformats.org/officeDocument/2006/relationships/customXml" Target="../ink/ink30.xml"/><Relationship Id="rId67" Type="http://schemas.openxmlformats.org/officeDocument/2006/relationships/image" Target="../media/image56.png"/><Relationship Id="rId116" Type="http://schemas.openxmlformats.org/officeDocument/2006/relationships/customXml" Target="../ink/ink65.xml"/><Relationship Id="rId137" Type="http://schemas.openxmlformats.org/officeDocument/2006/relationships/image" Target="../media/image91.png"/><Relationship Id="rId158" Type="http://schemas.openxmlformats.org/officeDocument/2006/relationships/customXml" Target="../ink/ink86.xml"/><Relationship Id="rId20" Type="http://schemas.openxmlformats.org/officeDocument/2006/relationships/customXml" Target="../ink/ink17.xml"/><Relationship Id="rId41" Type="http://schemas.openxmlformats.org/officeDocument/2006/relationships/image" Target="../media/image43.png"/><Relationship Id="rId62" Type="http://schemas.openxmlformats.org/officeDocument/2006/relationships/customXml" Target="../ink/ink38.xml"/><Relationship Id="rId83" Type="http://schemas.openxmlformats.org/officeDocument/2006/relationships/image" Target="../media/image64.png"/><Relationship Id="rId88" Type="http://schemas.openxmlformats.org/officeDocument/2006/relationships/customXml" Target="../ink/ink51.xml"/><Relationship Id="rId111" Type="http://schemas.openxmlformats.org/officeDocument/2006/relationships/image" Target="../media/image78.png"/><Relationship Id="rId132" Type="http://schemas.openxmlformats.org/officeDocument/2006/relationships/customXml" Target="../ink/ink73.xml"/><Relationship Id="rId153" Type="http://schemas.openxmlformats.org/officeDocument/2006/relationships/image" Target="../media/image99.png"/><Relationship Id="rId174" Type="http://schemas.openxmlformats.org/officeDocument/2006/relationships/customXml" Target="../ink/ink94.xml"/><Relationship Id="rId179" Type="http://schemas.openxmlformats.org/officeDocument/2006/relationships/image" Target="../media/image112.png"/><Relationship Id="rId195" Type="http://schemas.openxmlformats.org/officeDocument/2006/relationships/image" Target="../media/image120.png"/><Relationship Id="rId209" Type="http://schemas.openxmlformats.org/officeDocument/2006/relationships/image" Target="../media/image127.png"/><Relationship Id="rId190" Type="http://schemas.openxmlformats.org/officeDocument/2006/relationships/customXml" Target="../ink/ink102.xml"/><Relationship Id="rId204" Type="http://schemas.openxmlformats.org/officeDocument/2006/relationships/customXml" Target="../ink/ink109.xml"/><Relationship Id="rId15" Type="http://schemas.openxmlformats.org/officeDocument/2006/relationships/image" Target="../media/image30.png"/><Relationship Id="rId36" Type="http://schemas.openxmlformats.org/officeDocument/2006/relationships/customXml" Target="../ink/ink25.xml"/><Relationship Id="rId57" Type="http://schemas.openxmlformats.org/officeDocument/2006/relationships/image" Target="../media/image51.png"/><Relationship Id="rId106" Type="http://schemas.openxmlformats.org/officeDocument/2006/relationships/customXml" Target="../ink/ink60.xml"/><Relationship Id="rId127" Type="http://schemas.openxmlformats.org/officeDocument/2006/relationships/image" Target="../media/image86.png"/><Relationship Id="rId10" Type="http://schemas.openxmlformats.org/officeDocument/2006/relationships/customXml" Target="../ink/ink12.xml"/><Relationship Id="rId31" Type="http://schemas.openxmlformats.org/officeDocument/2006/relationships/image" Target="../media/image38.png"/><Relationship Id="rId52" Type="http://schemas.openxmlformats.org/officeDocument/2006/relationships/customXml" Target="../ink/ink33.xml"/><Relationship Id="rId73" Type="http://schemas.openxmlformats.org/officeDocument/2006/relationships/image" Target="../media/image59.png"/><Relationship Id="rId78" Type="http://schemas.openxmlformats.org/officeDocument/2006/relationships/customXml" Target="../ink/ink46.xml"/><Relationship Id="rId94" Type="http://schemas.openxmlformats.org/officeDocument/2006/relationships/customXml" Target="../ink/ink54.xml"/><Relationship Id="rId99" Type="http://schemas.openxmlformats.org/officeDocument/2006/relationships/image" Target="../media/image72.png"/><Relationship Id="rId101" Type="http://schemas.openxmlformats.org/officeDocument/2006/relationships/image" Target="../media/image73.png"/><Relationship Id="rId122" Type="http://schemas.openxmlformats.org/officeDocument/2006/relationships/customXml" Target="../ink/ink68.xml"/><Relationship Id="rId143" Type="http://schemas.openxmlformats.org/officeDocument/2006/relationships/image" Target="../media/image94.png"/><Relationship Id="rId148" Type="http://schemas.openxmlformats.org/officeDocument/2006/relationships/customXml" Target="../ink/ink81.xml"/><Relationship Id="rId164" Type="http://schemas.openxmlformats.org/officeDocument/2006/relationships/customXml" Target="../ink/ink89.xml"/><Relationship Id="rId169" Type="http://schemas.openxmlformats.org/officeDocument/2006/relationships/image" Target="../media/image107.png"/><Relationship Id="rId185" Type="http://schemas.openxmlformats.org/officeDocument/2006/relationships/image" Target="../media/image115.png"/><Relationship Id="rId4" Type="http://schemas.openxmlformats.org/officeDocument/2006/relationships/customXml" Target="../ink/ink9.xml"/><Relationship Id="rId9" Type="http://schemas.openxmlformats.org/officeDocument/2006/relationships/image" Target="../media/image27.png"/><Relationship Id="rId180" Type="http://schemas.openxmlformats.org/officeDocument/2006/relationships/customXml" Target="../ink/ink97.xml"/><Relationship Id="rId210" Type="http://schemas.openxmlformats.org/officeDocument/2006/relationships/customXml" Target="../ink/ink112.xml"/><Relationship Id="rId215" Type="http://schemas.openxmlformats.org/officeDocument/2006/relationships/image" Target="../media/image130.png"/><Relationship Id="rId26" Type="http://schemas.openxmlformats.org/officeDocument/2006/relationships/customXml" Target="../ink/ink20.xml"/><Relationship Id="rId47" Type="http://schemas.openxmlformats.org/officeDocument/2006/relationships/image" Target="../media/image46.png"/><Relationship Id="rId68" Type="http://schemas.openxmlformats.org/officeDocument/2006/relationships/customXml" Target="../ink/ink41.xml"/><Relationship Id="rId89" Type="http://schemas.openxmlformats.org/officeDocument/2006/relationships/image" Target="../media/image67.png"/><Relationship Id="rId112" Type="http://schemas.openxmlformats.org/officeDocument/2006/relationships/customXml" Target="../ink/ink63.xml"/><Relationship Id="rId133" Type="http://schemas.openxmlformats.org/officeDocument/2006/relationships/image" Target="../media/image89.png"/><Relationship Id="rId154" Type="http://schemas.openxmlformats.org/officeDocument/2006/relationships/customXml" Target="../ink/ink84.xml"/><Relationship Id="rId175" Type="http://schemas.openxmlformats.org/officeDocument/2006/relationships/image" Target="../media/image110.png"/><Relationship Id="rId196" Type="http://schemas.openxmlformats.org/officeDocument/2006/relationships/customXml" Target="../ink/ink105.xml"/><Relationship Id="rId200" Type="http://schemas.openxmlformats.org/officeDocument/2006/relationships/customXml" Target="../ink/ink107.xml"/><Relationship Id="rId16" Type="http://schemas.openxmlformats.org/officeDocument/2006/relationships/customXml" Target="../ink/ink15.xml"/><Relationship Id="rId37" Type="http://schemas.openxmlformats.org/officeDocument/2006/relationships/image" Target="../media/image41.png"/><Relationship Id="rId58" Type="http://schemas.openxmlformats.org/officeDocument/2006/relationships/customXml" Target="../ink/ink36.xml"/><Relationship Id="rId79" Type="http://schemas.openxmlformats.org/officeDocument/2006/relationships/image" Target="../media/image62.png"/><Relationship Id="rId102" Type="http://schemas.openxmlformats.org/officeDocument/2006/relationships/customXml" Target="../ink/ink58.xml"/><Relationship Id="rId123" Type="http://schemas.openxmlformats.org/officeDocument/2006/relationships/image" Target="../media/image84.png"/><Relationship Id="rId144" Type="http://schemas.openxmlformats.org/officeDocument/2006/relationships/customXml" Target="../ink/ink79.xml"/><Relationship Id="rId90" Type="http://schemas.openxmlformats.org/officeDocument/2006/relationships/customXml" Target="../ink/ink52.xml"/><Relationship Id="rId165" Type="http://schemas.openxmlformats.org/officeDocument/2006/relationships/image" Target="../media/image105.png"/><Relationship Id="rId186" Type="http://schemas.openxmlformats.org/officeDocument/2006/relationships/customXml" Target="../ink/ink100.xml"/><Relationship Id="rId211" Type="http://schemas.openxmlformats.org/officeDocument/2006/relationships/image" Target="../media/image128.png"/><Relationship Id="rId27" Type="http://schemas.openxmlformats.org/officeDocument/2006/relationships/image" Target="../media/image36.png"/><Relationship Id="rId48" Type="http://schemas.openxmlformats.org/officeDocument/2006/relationships/customXml" Target="../ink/ink31.xml"/><Relationship Id="rId69" Type="http://schemas.openxmlformats.org/officeDocument/2006/relationships/image" Target="../media/image57.png"/><Relationship Id="rId113" Type="http://schemas.openxmlformats.org/officeDocument/2006/relationships/image" Target="../media/image79.png"/><Relationship Id="rId134" Type="http://schemas.openxmlformats.org/officeDocument/2006/relationships/customXml" Target="../ink/ink74.xml"/><Relationship Id="rId80" Type="http://schemas.openxmlformats.org/officeDocument/2006/relationships/customXml" Target="../ink/ink47.xml"/><Relationship Id="rId155" Type="http://schemas.openxmlformats.org/officeDocument/2006/relationships/image" Target="../media/image100.png"/><Relationship Id="rId176" Type="http://schemas.openxmlformats.org/officeDocument/2006/relationships/customXml" Target="../ink/ink95.xml"/><Relationship Id="rId197" Type="http://schemas.openxmlformats.org/officeDocument/2006/relationships/image" Target="../media/image121.png"/><Relationship Id="rId201" Type="http://schemas.openxmlformats.org/officeDocument/2006/relationships/image" Target="../media/image123.png"/><Relationship Id="rId17" Type="http://schemas.openxmlformats.org/officeDocument/2006/relationships/image" Target="../media/image31.png"/><Relationship Id="rId38" Type="http://schemas.openxmlformats.org/officeDocument/2006/relationships/customXml" Target="../ink/ink26.xml"/><Relationship Id="rId59" Type="http://schemas.openxmlformats.org/officeDocument/2006/relationships/image" Target="../media/image52.png"/><Relationship Id="rId103" Type="http://schemas.openxmlformats.org/officeDocument/2006/relationships/image" Target="../media/image74.png"/><Relationship Id="rId124" Type="http://schemas.openxmlformats.org/officeDocument/2006/relationships/customXml" Target="../ink/ink69.xml"/><Relationship Id="rId70" Type="http://schemas.openxmlformats.org/officeDocument/2006/relationships/customXml" Target="../ink/ink42.xml"/><Relationship Id="rId91" Type="http://schemas.openxmlformats.org/officeDocument/2006/relationships/image" Target="../media/image68.png"/><Relationship Id="rId145" Type="http://schemas.openxmlformats.org/officeDocument/2006/relationships/image" Target="../media/image95.png"/><Relationship Id="rId166" Type="http://schemas.openxmlformats.org/officeDocument/2006/relationships/customXml" Target="../ink/ink90.xml"/><Relationship Id="rId187" Type="http://schemas.openxmlformats.org/officeDocument/2006/relationships/image" Target="../media/image116.png"/><Relationship Id="rId1" Type="http://schemas.openxmlformats.org/officeDocument/2006/relationships/slideLayout" Target="../slideLayouts/slideLayout9.xml"/><Relationship Id="rId212" Type="http://schemas.openxmlformats.org/officeDocument/2006/relationships/customXml" Target="../ink/ink113.xml"/><Relationship Id="rId28" Type="http://schemas.openxmlformats.org/officeDocument/2006/relationships/customXml" Target="../ink/ink21.xml"/><Relationship Id="rId49" Type="http://schemas.openxmlformats.org/officeDocument/2006/relationships/image" Target="../media/image47.png"/><Relationship Id="rId114" Type="http://schemas.openxmlformats.org/officeDocument/2006/relationships/customXml" Target="../ink/ink64.xml"/><Relationship Id="rId60" Type="http://schemas.openxmlformats.org/officeDocument/2006/relationships/customXml" Target="../ink/ink37.xml"/><Relationship Id="rId81" Type="http://schemas.openxmlformats.org/officeDocument/2006/relationships/image" Target="../media/image63.png"/><Relationship Id="rId135" Type="http://schemas.openxmlformats.org/officeDocument/2006/relationships/image" Target="../media/image90.png"/><Relationship Id="rId156" Type="http://schemas.openxmlformats.org/officeDocument/2006/relationships/customXml" Target="../ink/ink85.xml"/><Relationship Id="rId177" Type="http://schemas.openxmlformats.org/officeDocument/2006/relationships/image" Target="../media/image111.png"/><Relationship Id="rId198" Type="http://schemas.openxmlformats.org/officeDocument/2006/relationships/customXml" Target="../ink/ink106.xml"/><Relationship Id="rId202" Type="http://schemas.openxmlformats.org/officeDocument/2006/relationships/customXml" Target="../ink/ink108.xml"/><Relationship Id="rId18" Type="http://schemas.openxmlformats.org/officeDocument/2006/relationships/customXml" Target="../ink/ink16.xml"/><Relationship Id="rId39" Type="http://schemas.openxmlformats.org/officeDocument/2006/relationships/image" Target="../media/image42.png"/><Relationship Id="rId50" Type="http://schemas.openxmlformats.org/officeDocument/2006/relationships/customXml" Target="../ink/ink32.xml"/><Relationship Id="rId104" Type="http://schemas.openxmlformats.org/officeDocument/2006/relationships/customXml" Target="../ink/ink59.xml"/><Relationship Id="rId125" Type="http://schemas.openxmlformats.org/officeDocument/2006/relationships/image" Target="../media/image85.png"/><Relationship Id="rId146" Type="http://schemas.openxmlformats.org/officeDocument/2006/relationships/customXml" Target="../ink/ink80.xml"/><Relationship Id="rId167" Type="http://schemas.openxmlformats.org/officeDocument/2006/relationships/image" Target="../media/image106.png"/><Relationship Id="rId188" Type="http://schemas.openxmlformats.org/officeDocument/2006/relationships/customXml" Target="../ink/ink101.xml"/><Relationship Id="rId71" Type="http://schemas.openxmlformats.org/officeDocument/2006/relationships/image" Target="../media/image58.png"/><Relationship Id="rId92" Type="http://schemas.openxmlformats.org/officeDocument/2006/relationships/customXml" Target="../ink/ink53.xml"/><Relationship Id="rId213" Type="http://schemas.openxmlformats.org/officeDocument/2006/relationships/image" Target="../media/image129.png"/><Relationship Id="rId2" Type="http://schemas.openxmlformats.org/officeDocument/2006/relationships/customXml" Target="../ink/ink8.xml"/><Relationship Id="rId29" Type="http://schemas.openxmlformats.org/officeDocument/2006/relationships/image" Target="../media/image37.png"/><Relationship Id="rId40" Type="http://schemas.openxmlformats.org/officeDocument/2006/relationships/customXml" Target="../ink/ink27.xml"/><Relationship Id="rId115" Type="http://schemas.openxmlformats.org/officeDocument/2006/relationships/image" Target="../media/image80.png"/><Relationship Id="rId136" Type="http://schemas.openxmlformats.org/officeDocument/2006/relationships/customXml" Target="../ink/ink75.xml"/><Relationship Id="rId157" Type="http://schemas.openxmlformats.org/officeDocument/2006/relationships/image" Target="../media/image101.png"/><Relationship Id="rId178" Type="http://schemas.openxmlformats.org/officeDocument/2006/relationships/customXml" Target="../ink/ink96.xml"/><Relationship Id="rId61" Type="http://schemas.openxmlformats.org/officeDocument/2006/relationships/image" Target="../media/image53.png"/><Relationship Id="rId82" Type="http://schemas.openxmlformats.org/officeDocument/2006/relationships/customXml" Target="../ink/ink48.xml"/><Relationship Id="rId199" Type="http://schemas.openxmlformats.org/officeDocument/2006/relationships/image" Target="../media/image122.png"/><Relationship Id="rId203" Type="http://schemas.openxmlformats.org/officeDocument/2006/relationships/image" Target="../media/image124.png"/><Relationship Id="rId19"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132.png"/><Relationship Id="rId7" Type="http://schemas.openxmlformats.org/officeDocument/2006/relationships/image" Target="../media/image134.png"/><Relationship Id="rId2" Type="http://schemas.openxmlformats.org/officeDocument/2006/relationships/notesSlide" Target="../notesSlides/notesSlide13.xml"/><Relationship Id="rId1" Type="http://schemas.openxmlformats.org/officeDocument/2006/relationships/slideLayout" Target="../slideLayouts/slideLayout9.xml"/><Relationship Id="rId6" Type="http://schemas.openxmlformats.org/officeDocument/2006/relationships/customXml" Target="../ink/ink116.xml"/><Relationship Id="rId5" Type="http://schemas.openxmlformats.org/officeDocument/2006/relationships/image" Target="../media/image133.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35.jp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4.png"/><Relationship Id="rId5" Type="http://schemas.openxmlformats.org/officeDocument/2006/relationships/image" Target="../media/image137.png"/><Relationship Id="rId4" Type="http://schemas.openxmlformats.org/officeDocument/2006/relationships/image" Target="../media/image136.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customXml" Target="../ink/ink121.xml"/><Relationship Id="rId18" Type="http://schemas.openxmlformats.org/officeDocument/2006/relationships/image" Target="../media/image143.png"/><Relationship Id="rId3" Type="http://schemas.openxmlformats.org/officeDocument/2006/relationships/image" Target="../media/image4.png"/><Relationship Id="rId7" Type="http://schemas.openxmlformats.org/officeDocument/2006/relationships/customXml" Target="../ink/ink118.xml"/><Relationship Id="rId12" Type="http://schemas.openxmlformats.org/officeDocument/2006/relationships/image" Target="../media/image140.png"/><Relationship Id="rId17" Type="http://schemas.openxmlformats.org/officeDocument/2006/relationships/customXml" Target="../ink/ink123.xml"/><Relationship Id="rId2" Type="http://schemas.openxmlformats.org/officeDocument/2006/relationships/notesSlide" Target="../notesSlides/notesSlide17.xml"/><Relationship Id="rId16" Type="http://schemas.openxmlformats.org/officeDocument/2006/relationships/image" Target="../media/image142.png"/><Relationship Id="rId1" Type="http://schemas.openxmlformats.org/officeDocument/2006/relationships/slideLayout" Target="../slideLayouts/slideLayout8.xml"/><Relationship Id="rId6" Type="http://schemas.openxmlformats.org/officeDocument/2006/relationships/image" Target="../media/image661.png"/><Relationship Id="rId11" Type="http://schemas.openxmlformats.org/officeDocument/2006/relationships/customXml" Target="../ink/ink120.xml"/><Relationship Id="rId15" Type="http://schemas.openxmlformats.org/officeDocument/2006/relationships/customXml" Target="../ink/ink122.xml"/><Relationship Id="rId10" Type="http://schemas.openxmlformats.org/officeDocument/2006/relationships/image" Target="../media/image139.png"/><Relationship Id="rId4" Type="http://schemas.openxmlformats.org/officeDocument/2006/relationships/customXml" Target="../ink/ink117.xml"/><Relationship Id="rId9" Type="http://schemas.openxmlformats.org/officeDocument/2006/relationships/customXml" Target="../ink/ink119.xml"/><Relationship Id="rId14" Type="http://schemas.openxmlformats.org/officeDocument/2006/relationships/image" Target="../media/image141.png"/></Relationships>
</file>

<file path=ppt/slides/_rels/slide20.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1711.png"/><Relationship Id="rId5" Type="http://schemas.openxmlformats.org/officeDocument/2006/relationships/customXml" Target="../ink/ink124.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3.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22.xml.rels><?xml version="1.0" encoding="UTF-8" standalone="yes"?>
<Relationships xmlns="http://schemas.openxmlformats.org/package/2006/relationships"><Relationship Id="rId8" Type="http://schemas.openxmlformats.org/officeDocument/2006/relationships/image" Target="../media/image150.jpeg"/><Relationship Id="rId3" Type="http://schemas.openxmlformats.org/officeDocument/2006/relationships/image" Target="../media/image145.jpeg"/><Relationship Id="rId7" Type="http://schemas.openxmlformats.org/officeDocument/2006/relationships/image" Target="../media/image149.tiff"/><Relationship Id="rId2" Type="http://schemas.openxmlformats.org/officeDocument/2006/relationships/notesSlide" Target="../notesSlides/notesSlide19.xml"/><Relationship Id="rId1" Type="http://schemas.openxmlformats.org/officeDocument/2006/relationships/slideLayout" Target="../slideLayouts/slideLayout40.xml"/><Relationship Id="rId6" Type="http://schemas.openxmlformats.org/officeDocument/2006/relationships/image" Target="../media/image148.tiff"/><Relationship Id="rId5" Type="http://schemas.openxmlformats.org/officeDocument/2006/relationships/image" Target="../media/image147.tiff"/><Relationship Id="rId4" Type="http://schemas.openxmlformats.org/officeDocument/2006/relationships/image" Target="../media/image146.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DAY-20</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937725"/>
            <a:ext cx="2597506" cy="646331"/>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Challenges in ABAP Development</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373010"/>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Evolution of ABAP</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RAP introduction</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848171"/>
            <a:ext cx="2597506" cy="646331"/>
          </a:xfrm>
          <a:prstGeom prst="rect">
            <a:avLst/>
          </a:prstGeom>
        </p:spPr>
        <p:txBody>
          <a:bodyPr wrap="square" lIns="0" rIns="0" anchor="ctr">
            <a:spAutoFit/>
          </a:bodyPr>
          <a:lstStyle/>
          <a:p>
            <a:r>
              <a:rPr lang="en-IN" sz="1800" b="1">
                <a:solidFill>
                  <a:schemeClr val="accent4"/>
                </a:solidFill>
                <a:latin typeface="Open Sans" panose="020B0606030504020204" pitchFamily="34" charset="0"/>
                <a:ea typeface="Open Sans" panose="020B0606030504020204" pitchFamily="34" charset="0"/>
                <a:cs typeface="Open Sans" panose="020B0606030504020204" pitchFamily="34" charset="0"/>
              </a:rPr>
              <a:t>Business Object and Data Model</a:t>
            </a:r>
            <a:endPar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2"/>
        <p:cNvGrpSpPr/>
        <p:nvPr/>
      </p:nvGrpSpPr>
      <p:grpSpPr>
        <a:xfrm>
          <a:off x="0" y="0"/>
          <a:ext cx="0" cy="0"/>
          <a:chOff x="0" y="0"/>
          <a:chExt cx="0" cy="0"/>
        </a:xfrm>
      </p:grpSpPr>
      <p:sp>
        <p:nvSpPr>
          <p:cNvPr id="1093" name="Google Shape;1093;p40"/>
          <p:cNvSpPr/>
          <p:nvPr/>
        </p:nvSpPr>
        <p:spPr>
          <a:xfrm flipH="1">
            <a:off x="1588" y="286458"/>
            <a:ext cx="560127" cy="27021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798" b="0" i="0" u="none" strike="noStrike" kern="0" cap="none" spc="0" normalizeH="0" baseline="0" noProof="0">
              <a:ln>
                <a:noFill/>
              </a:ln>
              <a:solidFill>
                <a:srgbClr val="FFFFFF"/>
              </a:solidFill>
              <a:effectLst/>
              <a:uLnTx/>
              <a:uFillTx/>
              <a:latin typeface="Arial"/>
              <a:ea typeface="Arial"/>
              <a:cs typeface="Arial"/>
              <a:sym typeface="Arial"/>
            </a:endParaRPr>
          </a:p>
        </p:txBody>
      </p:sp>
      <p:pic>
        <p:nvPicPr>
          <p:cNvPr id="1094" name="Google Shape;1094;p40"/>
          <p:cNvPicPr preferRelativeResize="0"/>
          <p:nvPr/>
        </p:nvPicPr>
        <p:blipFill rotWithShape="1">
          <a:blip r:embed="rId3">
            <a:alphaModFix/>
          </a:blip>
          <a:srcRect/>
          <a:stretch/>
        </p:blipFill>
        <p:spPr>
          <a:xfrm>
            <a:off x="10856018" y="421565"/>
            <a:ext cx="892034" cy="790981"/>
          </a:xfrm>
          <a:prstGeom prst="rect">
            <a:avLst/>
          </a:prstGeom>
          <a:noFill/>
          <a:ln>
            <a:noFill/>
          </a:ln>
        </p:spPr>
      </p:pic>
      <p:sp>
        <p:nvSpPr>
          <p:cNvPr id="1097" name="Google Shape;1097;p40"/>
          <p:cNvSpPr txBox="1"/>
          <p:nvPr/>
        </p:nvSpPr>
        <p:spPr>
          <a:xfrm>
            <a:off x="606056" y="146659"/>
            <a:ext cx="10510125" cy="64038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90000"/>
              </a:lnSpc>
              <a:spcBef>
                <a:spcPts val="0"/>
              </a:spcBef>
              <a:spcAft>
                <a:spcPts val="0"/>
              </a:spcAft>
              <a:buClr>
                <a:srgbClr val="000000"/>
              </a:buClr>
              <a:buSzPts val="3599"/>
              <a:buFont typeface="Corben"/>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Challenges in ABAP development</a:t>
            </a:r>
            <a:endParaRPr kumimoji="0" sz="3598"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1098" name="Google Shape;1098;p40" descr="Programmer Avatar High Res Stock Images | Shutterstock"/>
          <p:cNvPicPr preferRelativeResize="0"/>
          <p:nvPr/>
        </p:nvPicPr>
        <p:blipFill rotWithShape="1">
          <a:blip r:embed="rId4">
            <a:alphaModFix/>
          </a:blip>
          <a:srcRect b="9913"/>
          <a:stretch/>
        </p:blipFill>
        <p:spPr>
          <a:xfrm>
            <a:off x="351809" y="1272919"/>
            <a:ext cx="1959204" cy="1900748"/>
          </a:xfrm>
          <a:prstGeom prst="rect">
            <a:avLst/>
          </a:prstGeom>
          <a:noFill/>
          <a:ln>
            <a:noFill/>
          </a:ln>
        </p:spPr>
      </p:pic>
      <p:sp>
        <p:nvSpPr>
          <p:cNvPr id="1099" name="Google Shape;1099;p40"/>
          <p:cNvSpPr txBox="1"/>
          <p:nvPr/>
        </p:nvSpPr>
        <p:spPr>
          <a:xfrm>
            <a:off x="351809" y="3066664"/>
            <a:ext cx="2686959" cy="64569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000000"/>
                </a:solidFill>
                <a:effectLst/>
                <a:uLnTx/>
                <a:uFillTx/>
                <a:latin typeface="Calibri"/>
                <a:ea typeface="Calibri"/>
                <a:cs typeface="Calibri"/>
                <a:sym typeface="Calibri"/>
              </a:rPr>
              <a:t>Alex, ABAP Developer,</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1" i="0" u="none" strike="noStrike" kern="0" cap="none" spc="0" normalizeH="0" baseline="0" noProof="0">
                <a:ln>
                  <a:noFill/>
                </a:ln>
                <a:solidFill>
                  <a:srgbClr val="000000"/>
                </a:solidFill>
                <a:effectLst/>
                <a:uLnTx/>
                <a:uFillTx/>
                <a:latin typeface="Calibri"/>
                <a:ea typeface="Calibri"/>
                <a:cs typeface="Calibri"/>
                <a:sym typeface="Calibri"/>
              </a:rPr>
              <a:t>SAP FICO</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1100" name="Google Shape;1100;p40" descr="Woman Avatar Programmer Vector Images (over 300)"/>
          <p:cNvPicPr preferRelativeResize="0"/>
          <p:nvPr/>
        </p:nvPicPr>
        <p:blipFill rotWithShape="1">
          <a:blip r:embed="rId5">
            <a:alphaModFix/>
          </a:blip>
          <a:srcRect/>
          <a:stretch/>
        </p:blipFill>
        <p:spPr>
          <a:xfrm>
            <a:off x="351809" y="3932032"/>
            <a:ext cx="1971357" cy="2070753"/>
          </a:xfrm>
          <a:prstGeom prst="rect">
            <a:avLst/>
          </a:prstGeom>
          <a:noFill/>
          <a:ln>
            <a:noFill/>
          </a:ln>
        </p:spPr>
      </p:pic>
      <p:sp>
        <p:nvSpPr>
          <p:cNvPr id="1101" name="Google Shape;1101;p40"/>
          <p:cNvSpPr txBox="1"/>
          <p:nvPr/>
        </p:nvSpPr>
        <p:spPr>
          <a:xfrm>
            <a:off x="283239" y="6002787"/>
            <a:ext cx="2686959" cy="64569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000000"/>
                </a:solidFill>
                <a:effectLst/>
                <a:uLnTx/>
                <a:uFillTx/>
                <a:latin typeface="Calibri"/>
                <a:ea typeface="Calibri"/>
                <a:cs typeface="Calibri"/>
                <a:sym typeface="Calibri"/>
              </a:rPr>
              <a:t>Stella, ABAP Developer,</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1" i="0" u="none" strike="noStrike" kern="0" cap="none" spc="0" normalizeH="0" baseline="0" noProof="0">
                <a:ln>
                  <a:noFill/>
                </a:ln>
                <a:solidFill>
                  <a:srgbClr val="000000"/>
                </a:solidFill>
                <a:effectLst/>
                <a:uLnTx/>
                <a:uFillTx/>
                <a:latin typeface="Calibri"/>
                <a:ea typeface="Calibri"/>
                <a:cs typeface="Calibri"/>
                <a:sym typeface="Calibri"/>
              </a:rPr>
              <a:t>SAP SD</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2" name="Google Shape;1102;p40"/>
          <p:cNvSpPr/>
          <p:nvPr/>
        </p:nvSpPr>
        <p:spPr>
          <a:xfrm>
            <a:off x="3232632" y="1349593"/>
            <a:ext cx="2529446" cy="36003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FFFFFF"/>
                </a:solidFill>
                <a:effectLst/>
                <a:uLnTx/>
                <a:uFillTx/>
                <a:latin typeface="Calibri"/>
                <a:ea typeface="Calibri"/>
                <a:cs typeface="Calibri"/>
                <a:sym typeface="Calibri"/>
              </a:rPr>
              <a:t>Create A/c documents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3" name="Google Shape;1103;p40"/>
          <p:cNvSpPr/>
          <p:nvPr/>
        </p:nvSpPr>
        <p:spPr>
          <a:xfrm>
            <a:off x="3232632" y="1834251"/>
            <a:ext cx="2529446" cy="36003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FFFFFF"/>
                </a:solidFill>
                <a:effectLst/>
                <a:uLnTx/>
                <a:uFillTx/>
                <a:latin typeface="Calibri"/>
                <a:ea typeface="Calibri"/>
                <a:cs typeface="Calibri"/>
                <a:sym typeface="Calibri"/>
              </a:rPr>
              <a:t>Manage Documents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4" name="Google Shape;1104;p40"/>
          <p:cNvSpPr/>
          <p:nvPr/>
        </p:nvSpPr>
        <p:spPr>
          <a:xfrm>
            <a:off x="3232632" y="2323522"/>
            <a:ext cx="2529446" cy="36003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FFFFFF"/>
                </a:solidFill>
                <a:effectLst/>
                <a:uLnTx/>
                <a:uFillTx/>
                <a:latin typeface="Calibri"/>
                <a:ea typeface="Calibri"/>
                <a:cs typeface="Calibri"/>
                <a:sym typeface="Calibri"/>
              </a:rPr>
              <a:t>Search Documents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5" name="Google Shape;1105;p40"/>
          <p:cNvSpPr/>
          <p:nvPr/>
        </p:nvSpPr>
        <p:spPr>
          <a:xfrm>
            <a:off x="3232632" y="2813636"/>
            <a:ext cx="2529446" cy="36003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FFFFFF"/>
                </a:solidFill>
                <a:effectLst/>
                <a:uLnTx/>
                <a:uFillTx/>
                <a:latin typeface="Calibri"/>
                <a:ea typeface="Calibri"/>
                <a:cs typeface="Calibri"/>
                <a:sym typeface="Calibri"/>
              </a:rPr>
              <a:t>Validate before save</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6" name="Google Shape;1106;p40"/>
          <p:cNvSpPr/>
          <p:nvPr/>
        </p:nvSpPr>
        <p:spPr>
          <a:xfrm>
            <a:off x="3232632" y="4044366"/>
            <a:ext cx="2529446" cy="36003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FFFFFF"/>
                </a:solidFill>
                <a:effectLst/>
                <a:uLnTx/>
                <a:uFillTx/>
                <a:latin typeface="Calibri"/>
                <a:ea typeface="Calibri"/>
                <a:cs typeface="Calibri"/>
                <a:sym typeface="Calibri"/>
              </a:rPr>
              <a:t>Create Sales Orders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7" name="Google Shape;1107;p40"/>
          <p:cNvSpPr/>
          <p:nvPr/>
        </p:nvSpPr>
        <p:spPr>
          <a:xfrm>
            <a:off x="3232632" y="4529021"/>
            <a:ext cx="2529446" cy="36003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FFFFFF"/>
                </a:solidFill>
                <a:effectLst/>
                <a:uLnTx/>
                <a:uFillTx/>
                <a:latin typeface="Calibri"/>
                <a:ea typeface="Calibri"/>
                <a:cs typeface="Calibri"/>
                <a:sym typeface="Calibri"/>
              </a:rPr>
              <a:t>Manage Sales Orders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8" name="Google Shape;1108;p40"/>
          <p:cNvSpPr/>
          <p:nvPr/>
        </p:nvSpPr>
        <p:spPr>
          <a:xfrm>
            <a:off x="3232632" y="5018293"/>
            <a:ext cx="2529446" cy="36003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FFFFFF"/>
                </a:solidFill>
                <a:effectLst/>
                <a:uLnTx/>
                <a:uFillTx/>
                <a:latin typeface="Calibri"/>
                <a:ea typeface="Calibri"/>
                <a:cs typeface="Calibri"/>
                <a:sym typeface="Calibri"/>
              </a:rPr>
              <a:t>Search/Filter Sales Order</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9" name="Google Shape;1109;p40"/>
          <p:cNvSpPr/>
          <p:nvPr/>
        </p:nvSpPr>
        <p:spPr>
          <a:xfrm>
            <a:off x="3232632" y="5508408"/>
            <a:ext cx="2529446" cy="36003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FFFFFF"/>
                </a:solidFill>
                <a:effectLst/>
                <a:uLnTx/>
                <a:uFillTx/>
                <a:latin typeface="Calibri"/>
                <a:ea typeface="Calibri"/>
                <a:cs typeface="Calibri"/>
                <a:sym typeface="Calibri"/>
              </a:rPr>
              <a:t>Compute Sales total</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10" name="Google Shape;1110;p40"/>
          <p:cNvSpPr/>
          <p:nvPr/>
        </p:nvSpPr>
        <p:spPr>
          <a:xfrm>
            <a:off x="6858615" y="868030"/>
            <a:ext cx="2054546" cy="64038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FFFFFF"/>
                </a:solidFill>
                <a:effectLst/>
                <a:uLnTx/>
                <a:uFillTx/>
                <a:latin typeface="Calibri"/>
                <a:ea typeface="Calibri"/>
                <a:cs typeface="Calibri"/>
                <a:sym typeface="Calibri"/>
              </a:rPr>
              <a:t>UI</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11" name="Google Shape;1111;p40"/>
          <p:cNvSpPr/>
          <p:nvPr/>
        </p:nvSpPr>
        <p:spPr>
          <a:xfrm>
            <a:off x="6760194" y="1771226"/>
            <a:ext cx="2251391" cy="939546"/>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FFFFFF"/>
                </a:solidFill>
                <a:effectLst/>
                <a:uLnTx/>
                <a:uFillTx/>
                <a:latin typeface="Calibri"/>
                <a:ea typeface="Calibri"/>
                <a:cs typeface="Calibri"/>
                <a:sym typeface="Calibri"/>
              </a:rPr>
              <a:t>Application Code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FFFFFF"/>
                </a:solidFill>
                <a:effectLst/>
                <a:uLnTx/>
                <a:uFillTx/>
                <a:latin typeface="Calibri"/>
                <a:ea typeface="Calibri"/>
                <a:cs typeface="Calibri"/>
                <a:sym typeface="Calibri"/>
              </a:rPr>
              <a:t>I, U, D, S, V</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12" name="Google Shape;1112;p40"/>
          <p:cNvSpPr/>
          <p:nvPr/>
        </p:nvSpPr>
        <p:spPr>
          <a:xfrm>
            <a:off x="7447389" y="3018454"/>
            <a:ext cx="876998" cy="615365"/>
          </a:xfrm>
          <a:prstGeom prst="flowChartMagneticDisk">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798" b="0" i="0" u="none" strike="noStrike" kern="0" cap="none" spc="0" normalizeH="0" baseline="0" noProof="0">
              <a:ln>
                <a:noFill/>
              </a:ln>
              <a:solidFill>
                <a:srgbClr val="FFFFFF"/>
              </a:solidFill>
              <a:effectLst/>
              <a:uLnTx/>
              <a:uFillTx/>
              <a:latin typeface="Calibri"/>
              <a:ea typeface="Calibri"/>
              <a:cs typeface="Calibri"/>
              <a:sym typeface="Calibri"/>
            </a:endParaRPr>
          </a:p>
        </p:txBody>
      </p:sp>
      <p:cxnSp>
        <p:nvCxnSpPr>
          <p:cNvPr id="1113" name="Google Shape;1113;p40"/>
          <p:cNvCxnSpPr>
            <a:stCxn id="1110" idx="2"/>
            <a:endCxn id="1111" idx="0"/>
          </p:cNvCxnSpPr>
          <p:nvPr/>
        </p:nvCxnSpPr>
        <p:spPr>
          <a:xfrm>
            <a:off x="7885888" y="1508410"/>
            <a:ext cx="0" cy="262800"/>
          </a:xfrm>
          <a:prstGeom prst="straightConnector1">
            <a:avLst/>
          </a:prstGeom>
          <a:noFill/>
          <a:ln w="9525" cap="flat" cmpd="sng">
            <a:solidFill>
              <a:schemeClr val="accent1"/>
            </a:solidFill>
            <a:prstDash val="solid"/>
            <a:miter lim="800000"/>
            <a:headEnd type="triangle" w="med" len="med"/>
            <a:tailEnd type="triangle" w="med" len="med"/>
          </a:ln>
        </p:spPr>
      </p:cxnSp>
      <p:cxnSp>
        <p:nvCxnSpPr>
          <p:cNvPr id="1114" name="Google Shape;1114;p40"/>
          <p:cNvCxnSpPr>
            <a:stCxn id="1111" idx="2"/>
            <a:endCxn id="1112" idx="1"/>
          </p:cNvCxnSpPr>
          <p:nvPr/>
        </p:nvCxnSpPr>
        <p:spPr>
          <a:xfrm>
            <a:off x="7885890" y="2710772"/>
            <a:ext cx="0" cy="307800"/>
          </a:xfrm>
          <a:prstGeom prst="straightConnector1">
            <a:avLst/>
          </a:prstGeom>
          <a:noFill/>
          <a:ln w="9525" cap="flat" cmpd="sng">
            <a:solidFill>
              <a:schemeClr val="accent1"/>
            </a:solidFill>
            <a:prstDash val="solid"/>
            <a:miter lim="800000"/>
            <a:headEnd type="triangle" w="med" len="med"/>
            <a:tailEnd type="triangle" w="med" len="med"/>
          </a:ln>
        </p:spPr>
      </p:cxnSp>
      <p:pic>
        <p:nvPicPr>
          <p:cNvPr id="1115" name="Google Shape;1115;p40" descr="Gear icon - Free download on Iconfinder"/>
          <p:cNvPicPr preferRelativeResize="0"/>
          <p:nvPr/>
        </p:nvPicPr>
        <p:blipFill rotWithShape="1">
          <a:blip r:embed="rId6">
            <a:alphaModFix/>
          </a:blip>
          <a:srcRect/>
          <a:stretch/>
        </p:blipFill>
        <p:spPr>
          <a:xfrm>
            <a:off x="8382994" y="2156769"/>
            <a:ext cx="847838" cy="847838"/>
          </a:xfrm>
          <a:prstGeom prst="rect">
            <a:avLst/>
          </a:prstGeom>
          <a:noFill/>
          <a:ln>
            <a:noFill/>
          </a:ln>
        </p:spPr>
      </p:pic>
      <p:sp>
        <p:nvSpPr>
          <p:cNvPr id="1116" name="Google Shape;1116;p40"/>
          <p:cNvSpPr/>
          <p:nvPr/>
        </p:nvSpPr>
        <p:spPr>
          <a:xfrm>
            <a:off x="6858615" y="3882992"/>
            <a:ext cx="2054546" cy="640380"/>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FFFFFF"/>
                </a:solidFill>
                <a:effectLst/>
                <a:uLnTx/>
                <a:uFillTx/>
                <a:latin typeface="Calibri"/>
                <a:ea typeface="Calibri"/>
                <a:cs typeface="Calibri"/>
                <a:sym typeface="Calibri"/>
              </a:rPr>
              <a:t>UI</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17" name="Google Shape;1117;p40"/>
          <p:cNvSpPr/>
          <p:nvPr/>
        </p:nvSpPr>
        <p:spPr>
          <a:xfrm>
            <a:off x="6760194" y="4786188"/>
            <a:ext cx="2251391" cy="939546"/>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FFFFFF"/>
                </a:solidFill>
                <a:effectLst/>
                <a:uLnTx/>
                <a:uFillTx/>
                <a:latin typeface="Calibri"/>
                <a:ea typeface="Calibri"/>
                <a:cs typeface="Calibri"/>
                <a:sym typeface="Calibri"/>
              </a:rPr>
              <a:t>Application Code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0" i="0" u="none" strike="noStrike" kern="0" cap="none" spc="0" normalizeH="0" baseline="0" noProof="0">
                <a:ln>
                  <a:noFill/>
                </a:ln>
                <a:solidFill>
                  <a:srgbClr val="FFFFFF"/>
                </a:solidFill>
                <a:effectLst/>
                <a:uLnTx/>
                <a:uFillTx/>
                <a:latin typeface="Calibri"/>
                <a:ea typeface="Calibri"/>
                <a:cs typeface="Calibri"/>
                <a:sym typeface="Calibri"/>
              </a:rPr>
              <a:t>I, U, D, S, V</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18" name="Google Shape;1118;p40"/>
          <p:cNvSpPr/>
          <p:nvPr/>
        </p:nvSpPr>
        <p:spPr>
          <a:xfrm>
            <a:off x="7447389" y="6033416"/>
            <a:ext cx="876998" cy="615365"/>
          </a:xfrm>
          <a:prstGeom prst="flowChartMagneticDisk">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798" b="0" i="0" u="none" strike="noStrike" kern="0" cap="none" spc="0" normalizeH="0" baseline="0" noProof="0">
              <a:ln>
                <a:noFill/>
              </a:ln>
              <a:solidFill>
                <a:srgbClr val="FFFFFF"/>
              </a:solidFill>
              <a:effectLst/>
              <a:uLnTx/>
              <a:uFillTx/>
              <a:latin typeface="Calibri"/>
              <a:ea typeface="Calibri"/>
              <a:cs typeface="Calibri"/>
              <a:sym typeface="Calibri"/>
            </a:endParaRPr>
          </a:p>
        </p:txBody>
      </p:sp>
      <p:cxnSp>
        <p:nvCxnSpPr>
          <p:cNvPr id="1119" name="Google Shape;1119;p40"/>
          <p:cNvCxnSpPr>
            <a:stCxn id="1116" idx="2"/>
            <a:endCxn id="1117" idx="0"/>
          </p:cNvCxnSpPr>
          <p:nvPr/>
        </p:nvCxnSpPr>
        <p:spPr>
          <a:xfrm>
            <a:off x="7885888" y="4523372"/>
            <a:ext cx="0" cy="262800"/>
          </a:xfrm>
          <a:prstGeom prst="straightConnector1">
            <a:avLst/>
          </a:prstGeom>
          <a:noFill/>
          <a:ln w="9525" cap="flat" cmpd="sng">
            <a:solidFill>
              <a:schemeClr val="accent1"/>
            </a:solidFill>
            <a:prstDash val="solid"/>
            <a:miter lim="800000"/>
            <a:headEnd type="triangle" w="med" len="med"/>
            <a:tailEnd type="triangle" w="med" len="med"/>
          </a:ln>
        </p:spPr>
      </p:cxnSp>
      <p:cxnSp>
        <p:nvCxnSpPr>
          <p:cNvPr id="1120" name="Google Shape;1120;p40"/>
          <p:cNvCxnSpPr>
            <a:stCxn id="1117" idx="2"/>
            <a:endCxn id="1118" idx="1"/>
          </p:cNvCxnSpPr>
          <p:nvPr/>
        </p:nvCxnSpPr>
        <p:spPr>
          <a:xfrm>
            <a:off x="7885890" y="5725734"/>
            <a:ext cx="0" cy="307800"/>
          </a:xfrm>
          <a:prstGeom prst="straightConnector1">
            <a:avLst/>
          </a:prstGeom>
          <a:noFill/>
          <a:ln w="9525" cap="flat" cmpd="sng">
            <a:solidFill>
              <a:schemeClr val="accent1"/>
            </a:solidFill>
            <a:prstDash val="solid"/>
            <a:miter lim="800000"/>
            <a:headEnd type="triangle" w="med" len="med"/>
            <a:tailEnd type="triangle" w="med" len="med"/>
          </a:ln>
        </p:spPr>
      </p:cxnSp>
      <p:pic>
        <p:nvPicPr>
          <p:cNvPr id="1121" name="Google Shape;1121;p40" descr="Gear icon - Free download on Iconfinder"/>
          <p:cNvPicPr preferRelativeResize="0"/>
          <p:nvPr/>
        </p:nvPicPr>
        <p:blipFill rotWithShape="1">
          <a:blip r:embed="rId6">
            <a:alphaModFix/>
          </a:blip>
          <a:srcRect/>
          <a:stretch/>
        </p:blipFill>
        <p:spPr>
          <a:xfrm>
            <a:off x="8382994" y="5171730"/>
            <a:ext cx="847838" cy="847838"/>
          </a:xfrm>
          <a:prstGeom prst="rect">
            <a:avLst/>
          </a:prstGeom>
          <a:noFill/>
          <a:ln>
            <a:noFill/>
          </a:ln>
        </p:spPr>
      </p:pic>
      <p:sp>
        <p:nvSpPr>
          <p:cNvPr id="1122" name="Google Shape;1122;p40"/>
          <p:cNvSpPr txBox="1"/>
          <p:nvPr/>
        </p:nvSpPr>
        <p:spPr>
          <a:xfrm>
            <a:off x="9351659" y="1210442"/>
            <a:ext cx="2620195" cy="212301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1" i="0" u="none" strike="noStrike" kern="0" cap="none" spc="0" normalizeH="0" baseline="0" noProof="0">
                <a:ln>
                  <a:noFill/>
                </a:ln>
                <a:solidFill>
                  <a:srgbClr val="000000"/>
                </a:solidFill>
                <a:effectLst/>
                <a:uLnTx/>
                <a:uFillTx/>
                <a:latin typeface="Calibri"/>
                <a:ea typeface="Calibri"/>
                <a:cs typeface="Calibri"/>
                <a:sym typeface="Calibri"/>
              </a:rPr>
              <a:t>Common needs</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798" b="0" i="0" u="none" strike="noStrike" kern="0" cap="none" spc="0" normalizeH="0" baseline="0" noProof="0">
              <a:ln>
                <a:noFill/>
              </a:ln>
              <a:solidFill>
                <a:srgbClr val="000000"/>
              </a:solidFill>
              <a:effectLst/>
              <a:uLnTx/>
              <a:uFillTx/>
              <a:latin typeface="Calibri"/>
              <a:ea typeface="Calibri"/>
              <a:cs typeface="Calibri"/>
              <a:sym typeface="Calibri"/>
            </a:endParaRPr>
          </a:p>
          <a:p>
            <a:pPr marL="285593" marR="0" lvl="0" indent="-285593"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a:ln>
                  <a:noFill/>
                </a:ln>
                <a:solidFill>
                  <a:srgbClr val="000000"/>
                </a:solidFill>
                <a:effectLst/>
                <a:uLnTx/>
                <a:uFillTx/>
                <a:latin typeface="Calibri"/>
                <a:ea typeface="Calibri"/>
                <a:cs typeface="Calibri"/>
                <a:sym typeface="Calibri"/>
              </a:rPr>
              <a:t>Create application logic</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593" marR="0" lvl="0" indent="-285593"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a:ln>
                  <a:noFill/>
                </a:ln>
                <a:solidFill>
                  <a:srgbClr val="000000"/>
                </a:solidFill>
                <a:effectLst/>
                <a:uLnTx/>
                <a:uFillTx/>
                <a:latin typeface="Calibri"/>
                <a:ea typeface="Calibri"/>
                <a:cs typeface="Calibri"/>
                <a:sym typeface="Calibri"/>
              </a:rPr>
              <a:t>Insert, update, delete, validate, select data</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593" marR="0" lvl="0" indent="-285593"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a:ln>
                  <a:noFill/>
                </a:ln>
                <a:solidFill>
                  <a:srgbClr val="000000"/>
                </a:solidFill>
                <a:effectLst/>
                <a:uLnTx/>
                <a:uFillTx/>
                <a:latin typeface="Calibri"/>
                <a:ea typeface="Calibri"/>
                <a:cs typeface="Calibri"/>
                <a:sym typeface="Calibri"/>
              </a:rPr>
              <a:t>Perform validations</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593" marR="0" lvl="0" indent="-285593"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a:ln>
                  <a:noFill/>
                </a:ln>
                <a:solidFill>
                  <a:srgbClr val="000000"/>
                </a:solidFill>
                <a:effectLst/>
                <a:uLnTx/>
                <a:uFillTx/>
                <a:latin typeface="Calibri"/>
                <a:ea typeface="Calibri"/>
                <a:cs typeface="Calibri"/>
                <a:sym typeface="Calibri"/>
              </a:rPr>
              <a:t>Check customizing</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593" marR="0" lvl="0" indent="-285593"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a:ln>
                  <a:noFill/>
                </a:ln>
                <a:solidFill>
                  <a:srgbClr val="000000"/>
                </a:solidFill>
                <a:effectLst/>
                <a:uLnTx/>
                <a:uFillTx/>
                <a:latin typeface="Calibri"/>
                <a:ea typeface="Calibri"/>
                <a:cs typeface="Calibri"/>
                <a:sym typeface="Calibri"/>
              </a:rPr>
              <a:t>Handle locks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23" name="Google Shape;1123;p40"/>
          <p:cNvSpPr/>
          <p:nvPr/>
        </p:nvSpPr>
        <p:spPr>
          <a:xfrm>
            <a:off x="9351660" y="3762966"/>
            <a:ext cx="2740999" cy="212301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798" b="1" i="0" u="none" strike="noStrike" kern="0" cap="none" spc="0" normalizeH="0" baseline="0" noProof="0">
                <a:ln>
                  <a:noFill/>
                </a:ln>
                <a:solidFill>
                  <a:srgbClr val="000000"/>
                </a:solidFill>
                <a:effectLst/>
                <a:uLnTx/>
                <a:uFillTx/>
                <a:latin typeface="Calibri"/>
                <a:ea typeface="Calibri"/>
                <a:cs typeface="Calibri"/>
                <a:sym typeface="Calibri"/>
              </a:rPr>
              <a:t>Challenges</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798" b="0" i="0" u="none" strike="noStrike" kern="0" cap="none" spc="0" normalizeH="0" baseline="0" noProof="0">
              <a:ln>
                <a:noFill/>
              </a:ln>
              <a:solidFill>
                <a:srgbClr val="000000"/>
              </a:solidFill>
              <a:effectLst/>
              <a:uLnTx/>
              <a:uFillTx/>
              <a:latin typeface="Calibri"/>
              <a:ea typeface="Calibri"/>
              <a:cs typeface="Calibri"/>
              <a:sym typeface="Calibri"/>
            </a:endParaRPr>
          </a:p>
          <a:p>
            <a:pPr marL="285593" marR="0" lvl="0" indent="-285593"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a:ln>
                  <a:noFill/>
                </a:ln>
                <a:solidFill>
                  <a:srgbClr val="000000"/>
                </a:solidFill>
                <a:effectLst/>
                <a:uLnTx/>
                <a:uFillTx/>
                <a:latin typeface="Calibri"/>
                <a:ea typeface="Calibri"/>
                <a:cs typeface="Calibri"/>
                <a:sym typeface="Calibri"/>
              </a:rPr>
              <a:t>Thinks differently</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593" marR="0" lvl="0" indent="-285593"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a:ln>
                  <a:noFill/>
                </a:ln>
                <a:solidFill>
                  <a:srgbClr val="000000"/>
                </a:solidFill>
                <a:effectLst/>
                <a:uLnTx/>
                <a:uFillTx/>
                <a:latin typeface="Calibri"/>
                <a:ea typeface="Calibri"/>
                <a:cs typeface="Calibri"/>
                <a:sym typeface="Calibri"/>
              </a:rPr>
              <a:t>Adapt application code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593" marR="0" lvl="0" indent="-285593"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a:ln>
                  <a:noFill/>
                </a:ln>
                <a:solidFill>
                  <a:srgbClr val="000000"/>
                </a:solidFill>
                <a:effectLst/>
                <a:uLnTx/>
                <a:uFillTx/>
                <a:latin typeface="Calibri"/>
                <a:ea typeface="Calibri"/>
                <a:cs typeface="Calibri"/>
                <a:sym typeface="Calibri"/>
              </a:rPr>
              <a:t>High maintenance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593" marR="0" lvl="0" indent="-285593"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a:ln>
                  <a:noFill/>
                </a:ln>
                <a:solidFill>
                  <a:srgbClr val="000000"/>
                </a:solidFill>
                <a:effectLst/>
                <a:uLnTx/>
                <a:uFillTx/>
                <a:latin typeface="Calibri"/>
                <a:ea typeface="Calibri"/>
                <a:cs typeface="Calibri"/>
                <a:sym typeface="Calibri"/>
              </a:rPr>
              <a:t>No standardization</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593" marR="0" lvl="0" indent="-285593"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a:ln>
                  <a:noFill/>
                </a:ln>
                <a:solidFill>
                  <a:srgbClr val="000000"/>
                </a:solidFill>
                <a:effectLst/>
                <a:uLnTx/>
                <a:uFillTx/>
                <a:latin typeface="Calibri"/>
                <a:ea typeface="Calibri"/>
                <a:cs typeface="Calibri"/>
                <a:sym typeface="Calibri"/>
              </a:rPr>
              <a:t>Different coding practices</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593" marR="0" lvl="0" indent="-285593" algn="l" defTabSz="914400" rtl="0" eaLnBrk="1" fontAlgn="auto" latinLnBrk="0" hangingPunct="1">
              <a:lnSpc>
                <a:spcPct val="100000"/>
              </a:lnSpc>
              <a:spcBef>
                <a:spcPts val="0"/>
              </a:spcBef>
              <a:spcAft>
                <a:spcPts val="0"/>
              </a:spcAft>
              <a:buClr>
                <a:srgbClr val="000000"/>
              </a:buClr>
              <a:buSzPts val="1600"/>
              <a:buFont typeface="Arial"/>
              <a:buChar char="•"/>
              <a:tabLst/>
              <a:defRPr/>
            </a:pPr>
            <a:r>
              <a:rPr kumimoji="0" lang="en-US" sz="1600" b="0" i="0" u="none" strike="noStrike" kern="0" cap="none" spc="0" normalizeH="0" baseline="0" noProof="0">
                <a:ln>
                  <a:noFill/>
                </a:ln>
                <a:solidFill>
                  <a:srgbClr val="000000"/>
                </a:solidFill>
                <a:effectLst/>
                <a:uLnTx/>
                <a:uFillTx/>
                <a:latin typeface="Calibri"/>
                <a:ea typeface="Calibri"/>
                <a:cs typeface="Calibri"/>
                <a:sym typeface="Calibri"/>
              </a:rPr>
              <a:t>Lack of standard</a:t>
            </a:r>
            <a:endParaRPr kumimoji="0" sz="1798"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3" name="Google Shape;552;p2"/>
          <p:cNvSpPr txBox="1"/>
          <p:nvPr/>
        </p:nvSpPr>
        <p:spPr>
          <a:xfrm>
            <a:off x="9527526" y="6551489"/>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endParaRPr>
          </a:p>
        </p:txBody>
      </p:sp>
      <p:pic>
        <p:nvPicPr>
          <p:cNvPr id="34"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98"/>
                                        </p:tgtEl>
                                        <p:attrNameLst>
                                          <p:attrName>style.visibility</p:attrName>
                                        </p:attrNameLst>
                                      </p:cBhvr>
                                      <p:to>
                                        <p:strVal val="visible"/>
                                      </p:to>
                                    </p:set>
                                    <p:anim calcmode="lin" valueType="num">
                                      <p:cBhvr additive="base">
                                        <p:cTn id="7" dur="500"/>
                                        <p:tgtEl>
                                          <p:spTgt spid="1098"/>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099"/>
                                        </p:tgtEl>
                                        <p:attrNameLst>
                                          <p:attrName>style.visibility</p:attrName>
                                        </p:attrNameLst>
                                      </p:cBhvr>
                                      <p:to>
                                        <p:strVal val="visible"/>
                                      </p:to>
                                    </p:set>
                                    <p:anim calcmode="lin" valueType="num">
                                      <p:cBhvr additive="base">
                                        <p:cTn id="10" dur="500"/>
                                        <p:tgtEl>
                                          <p:spTgt spid="1099"/>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100"/>
                                        </p:tgtEl>
                                        <p:attrNameLst>
                                          <p:attrName>style.visibility</p:attrName>
                                        </p:attrNameLst>
                                      </p:cBhvr>
                                      <p:to>
                                        <p:strVal val="visible"/>
                                      </p:to>
                                    </p:set>
                                    <p:anim calcmode="lin" valueType="num">
                                      <p:cBhvr additive="base">
                                        <p:cTn id="15" dur="500"/>
                                        <p:tgtEl>
                                          <p:spTgt spid="1100"/>
                                        </p:tgtEl>
                                        <p:attrNameLst>
                                          <p:attrName>ppt_y</p:attrName>
                                        </p:attrNameLst>
                                      </p:cBhvr>
                                      <p:tavLst>
                                        <p:tav tm="0">
                                          <p:val>
                                            <p:strVal val="#ppt_y+1"/>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1101"/>
                                        </p:tgtEl>
                                        <p:attrNameLst>
                                          <p:attrName>style.visibility</p:attrName>
                                        </p:attrNameLst>
                                      </p:cBhvr>
                                      <p:to>
                                        <p:strVal val="visible"/>
                                      </p:to>
                                    </p:set>
                                    <p:anim calcmode="lin" valueType="num">
                                      <p:cBhvr additive="base">
                                        <p:cTn id="18" dur="500"/>
                                        <p:tgtEl>
                                          <p:spTgt spid="1101"/>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0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0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0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0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0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0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0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0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1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11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11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11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11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11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116"/>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117"/>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118"/>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119"/>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120"/>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12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3" presetClass="entr" presetSubtype="16" fill="hold" nodeType="clickEffect">
                                  <p:stCondLst>
                                    <p:cond delay="0"/>
                                  </p:stCondLst>
                                  <p:childTnLst>
                                    <p:set>
                                      <p:cBhvr>
                                        <p:cTn id="82" dur="1" fill="hold">
                                          <p:stCondLst>
                                            <p:cond delay="0"/>
                                          </p:stCondLst>
                                        </p:cTn>
                                        <p:tgtEl>
                                          <p:spTgt spid="1122"/>
                                        </p:tgtEl>
                                        <p:attrNameLst>
                                          <p:attrName>style.visibility</p:attrName>
                                        </p:attrNameLst>
                                      </p:cBhvr>
                                      <p:to>
                                        <p:strVal val="visible"/>
                                      </p:to>
                                    </p:set>
                                    <p:anim calcmode="lin" valueType="num">
                                      <p:cBhvr additive="base">
                                        <p:cTn id="83" dur="500"/>
                                        <p:tgtEl>
                                          <p:spTgt spid="1122"/>
                                        </p:tgtEl>
                                        <p:attrNameLst>
                                          <p:attrName>ppt_w</p:attrName>
                                        </p:attrNameLst>
                                      </p:cBhvr>
                                      <p:tavLst>
                                        <p:tav tm="0">
                                          <p:val>
                                            <p:strVal val="0"/>
                                          </p:val>
                                        </p:tav>
                                        <p:tav tm="100000">
                                          <p:val>
                                            <p:strVal val="#ppt_w"/>
                                          </p:val>
                                        </p:tav>
                                      </p:tavLst>
                                    </p:anim>
                                    <p:anim calcmode="lin" valueType="num">
                                      <p:cBhvr additive="base">
                                        <p:cTn id="84" dur="500"/>
                                        <p:tgtEl>
                                          <p:spTgt spid="1122"/>
                                        </p:tgtEl>
                                        <p:attrNameLst>
                                          <p:attrName>ppt_h</p:attrName>
                                        </p:attrNameLst>
                                      </p:cBhvr>
                                      <p:tavLst>
                                        <p:tav tm="0">
                                          <p:val>
                                            <p:strVal val="0"/>
                                          </p:val>
                                        </p:tav>
                                        <p:tav tm="100000">
                                          <p:val>
                                            <p:strVal val="#ppt_h"/>
                                          </p:val>
                                        </p:tav>
                                      </p:tavLst>
                                    </p:anim>
                                  </p:childTnLst>
                                </p:cTn>
                              </p:par>
                            </p:childTnLst>
                          </p:cTn>
                        </p:par>
                      </p:childTnLst>
                    </p:cTn>
                  </p:par>
                  <p:par>
                    <p:cTn id="85" fill="hold">
                      <p:stCondLst>
                        <p:cond delay="indefinite"/>
                      </p:stCondLst>
                      <p:childTnLst>
                        <p:par>
                          <p:cTn id="86" fill="hold">
                            <p:stCondLst>
                              <p:cond delay="0"/>
                            </p:stCondLst>
                            <p:childTnLst>
                              <p:par>
                                <p:cTn id="87" presetID="23" presetClass="entr" presetSubtype="16" fill="hold" nodeType="clickEffect">
                                  <p:stCondLst>
                                    <p:cond delay="0"/>
                                  </p:stCondLst>
                                  <p:childTnLst>
                                    <p:set>
                                      <p:cBhvr>
                                        <p:cTn id="88" dur="1" fill="hold">
                                          <p:stCondLst>
                                            <p:cond delay="0"/>
                                          </p:stCondLst>
                                        </p:cTn>
                                        <p:tgtEl>
                                          <p:spTgt spid="1123"/>
                                        </p:tgtEl>
                                        <p:attrNameLst>
                                          <p:attrName>style.visibility</p:attrName>
                                        </p:attrNameLst>
                                      </p:cBhvr>
                                      <p:to>
                                        <p:strVal val="visible"/>
                                      </p:to>
                                    </p:set>
                                    <p:anim calcmode="lin" valueType="num">
                                      <p:cBhvr additive="base">
                                        <p:cTn id="89" dur="500"/>
                                        <p:tgtEl>
                                          <p:spTgt spid="1123"/>
                                        </p:tgtEl>
                                        <p:attrNameLst>
                                          <p:attrName>ppt_w</p:attrName>
                                        </p:attrNameLst>
                                      </p:cBhvr>
                                      <p:tavLst>
                                        <p:tav tm="0">
                                          <p:val>
                                            <p:strVal val="0"/>
                                          </p:val>
                                        </p:tav>
                                        <p:tav tm="100000">
                                          <p:val>
                                            <p:strVal val="#ppt_w"/>
                                          </p:val>
                                        </p:tav>
                                      </p:tavLst>
                                    </p:anim>
                                    <p:anim calcmode="lin" valueType="num">
                                      <p:cBhvr additive="base">
                                        <p:cTn id="90" dur="500"/>
                                        <p:tgtEl>
                                          <p:spTgt spid="1123"/>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7"/>
        <p:cNvGrpSpPr/>
        <p:nvPr/>
      </p:nvGrpSpPr>
      <p:grpSpPr>
        <a:xfrm>
          <a:off x="0" y="0"/>
          <a:ext cx="0" cy="0"/>
          <a:chOff x="0" y="0"/>
          <a:chExt cx="0" cy="0"/>
        </a:xfrm>
      </p:grpSpPr>
      <p:pic>
        <p:nvPicPr>
          <p:cNvPr id="1128" name="Google Shape;1128;p41" descr="Evolution of the ABAP Programming Model | SAP Blogs"/>
          <p:cNvPicPr preferRelativeResize="0"/>
          <p:nvPr/>
        </p:nvPicPr>
        <p:blipFill rotWithShape="1">
          <a:blip r:embed="rId3">
            <a:alphaModFix/>
          </a:blip>
          <a:srcRect t="10345" b="4325"/>
          <a:stretch/>
        </p:blipFill>
        <p:spPr>
          <a:xfrm>
            <a:off x="618692" y="1269322"/>
            <a:ext cx="10874914" cy="5111237"/>
          </a:xfrm>
          <a:prstGeom prst="rect">
            <a:avLst/>
          </a:prstGeom>
          <a:noFill/>
          <a:ln>
            <a:noFill/>
          </a:ln>
        </p:spPr>
      </p:pic>
      <p:sp>
        <p:nvSpPr>
          <p:cNvPr id="1129" name="Google Shape;1129;p41"/>
          <p:cNvSpPr txBox="1">
            <a:spLocks noGrp="1"/>
          </p:cNvSpPr>
          <p:nvPr>
            <p:ph type="title"/>
          </p:nvPr>
        </p:nvSpPr>
        <p:spPr>
          <a:xfrm>
            <a:off x="191296" y="261474"/>
            <a:ext cx="10967086" cy="71089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300"/>
              <a:buFont typeface="Corben"/>
              <a:buNone/>
            </a:pPr>
            <a:r>
              <a:rPr lang="en-US" sz="3600" dirty="0">
                <a:solidFill>
                  <a:srgbClr val="FFC000"/>
                </a:solidFill>
                <a:latin typeface="Cooper Black" panose="0208090404030B020404" pitchFamily="18" charset="0"/>
                <a:ea typeface="Corben"/>
                <a:cs typeface="Corben"/>
                <a:sym typeface="Corben"/>
              </a:rPr>
              <a:t>Evolution of ABAP Programming Model</a:t>
            </a:r>
            <a:endParaRPr sz="3600" dirty="0">
              <a:solidFill>
                <a:srgbClr val="FFC000"/>
              </a:solidFill>
              <a:latin typeface="Cooper Black" panose="0208090404030B020404" pitchFamily="18" charset="0"/>
            </a:endParaRPr>
          </a:p>
        </p:txBody>
      </p:sp>
      <p:sp>
        <p:nvSpPr>
          <p:cNvPr id="6" name="Google Shape;552;p2"/>
          <p:cNvSpPr txBox="1"/>
          <p:nvPr/>
        </p:nvSpPr>
        <p:spPr>
          <a:xfrm>
            <a:off x="9527526" y="6551489"/>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28"/>
                                        </p:tgtEl>
                                        <p:attrNameLst>
                                          <p:attrName>style.visibility</p:attrName>
                                        </p:attrNameLst>
                                      </p:cBhvr>
                                      <p:to>
                                        <p:strVal val="visible"/>
                                      </p:to>
                                    </p:set>
                                    <p:animEffect transition="in" filter="barn(inVertical)">
                                      <p:cBhvr>
                                        <p:cTn id="7" dur="500"/>
                                        <p:tgtEl>
                                          <p:spTgt spid="1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5"/>
        <p:cNvGrpSpPr/>
        <p:nvPr/>
      </p:nvGrpSpPr>
      <p:grpSpPr>
        <a:xfrm>
          <a:off x="0" y="0"/>
          <a:ext cx="0" cy="0"/>
          <a:chOff x="0" y="0"/>
          <a:chExt cx="0" cy="0"/>
        </a:xfrm>
      </p:grpSpPr>
      <p:sp>
        <p:nvSpPr>
          <p:cNvPr id="1136" name="Google Shape;1136;p42"/>
          <p:cNvSpPr txBox="1">
            <a:spLocks noGrp="1"/>
          </p:cNvSpPr>
          <p:nvPr>
            <p:ph type="title"/>
          </p:nvPr>
        </p:nvSpPr>
        <p:spPr>
          <a:xfrm>
            <a:off x="16385" y="894"/>
            <a:ext cx="10967086" cy="71089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500"/>
              <a:buFont typeface="Corben"/>
              <a:buNone/>
            </a:pPr>
            <a:r>
              <a:rPr lang="en-US" dirty="0">
                <a:solidFill>
                  <a:srgbClr val="FFC000"/>
                </a:solidFill>
                <a:latin typeface="Cooper Black" panose="0208090404030B020404" pitchFamily="18" charset="0"/>
                <a:ea typeface="Corben"/>
                <a:cs typeface="Corben"/>
                <a:sym typeface="Corben"/>
              </a:rPr>
              <a:t>Restful ABAP Programming</a:t>
            </a:r>
            <a:endParaRPr dirty="0">
              <a:solidFill>
                <a:srgbClr val="FFC000"/>
              </a:solidFill>
              <a:latin typeface="Cooper Black" panose="0208090404030B020404" pitchFamily="18" charset="0"/>
            </a:endParaRPr>
          </a:p>
        </p:txBody>
      </p:sp>
      <p:pic>
        <p:nvPicPr>
          <p:cNvPr id="1139" name="Google Shape;1139;p42" descr="C:\Users\Anubhav\AppData\Local\Temp\SNAGHTMLb41d92c.PNG"/>
          <p:cNvPicPr preferRelativeResize="0"/>
          <p:nvPr/>
        </p:nvPicPr>
        <p:blipFill rotWithShape="1">
          <a:blip r:embed="rId3">
            <a:alphaModFix/>
          </a:blip>
          <a:srcRect/>
          <a:stretch/>
        </p:blipFill>
        <p:spPr>
          <a:xfrm>
            <a:off x="263283" y="699897"/>
            <a:ext cx="10657639" cy="5882661"/>
          </a:xfrm>
          <a:prstGeom prst="rect">
            <a:avLst/>
          </a:prstGeom>
          <a:noFill/>
          <a:ln>
            <a:noFill/>
          </a:ln>
        </p:spPr>
      </p:pic>
      <p:sp>
        <p:nvSpPr>
          <p:cNvPr id="6" name="Google Shape;552;p2"/>
          <p:cNvSpPr txBox="1"/>
          <p:nvPr/>
        </p:nvSpPr>
        <p:spPr>
          <a:xfrm>
            <a:off x="9527526" y="6551489"/>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5972C904-B0C7-D753-5F8F-E536E3BCB997}"/>
                  </a:ext>
                </a:extLst>
              </p14:cNvPr>
              <p14:cNvContentPartPr/>
              <p14:nvPr/>
            </p14:nvContentPartPr>
            <p14:xfrm>
              <a:off x="4785120" y="1185480"/>
              <a:ext cx="4718880" cy="3732840"/>
            </p14:xfrm>
          </p:contentPart>
        </mc:Choice>
        <mc:Fallback>
          <p:pic>
            <p:nvPicPr>
              <p:cNvPr id="2" name="Ink 1">
                <a:extLst>
                  <a:ext uri="{FF2B5EF4-FFF2-40B4-BE49-F238E27FC236}">
                    <a16:creationId xmlns:a16="http://schemas.microsoft.com/office/drawing/2014/main" id="{5972C904-B0C7-D753-5F8F-E536E3BCB997}"/>
                  </a:ext>
                </a:extLst>
              </p:cNvPr>
              <p:cNvPicPr/>
              <p:nvPr/>
            </p:nvPicPr>
            <p:blipFill>
              <a:blip r:embed="rId6"/>
              <a:stretch>
                <a:fillRect/>
              </a:stretch>
            </p:blipFill>
            <p:spPr>
              <a:xfrm>
                <a:off x="4775760" y="1176120"/>
                <a:ext cx="4737600" cy="3751560"/>
              </a:xfrm>
              <a:prstGeom prst="rect">
                <a:avLst/>
              </a:prstGeom>
            </p:spPr>
          </p:pic>
        </mc:Fallback>
      </mc:AlternateContent>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39"/>
                                        </p:tgtEl>
                                        <p:attrNameLst>
                                          <p:attrName>style.visibility</p:attrName>
                                        </p:attrNameLst>
                                      </p:cBhvr>
                                      <p:to>
                                        <p:strVal val="visible"/>
                                      </p:to>
                                    </p:set>
                                    <p:animEffect transition="in" filter="barn(inVertical)">
                                      <p:cBhvr>
                                        <p:cTn id="7" dur="500"/>
                                        <p:tgtEl>
                                          <p:spTgt spid="1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3"/>
        <p:cNvGrpSpPr/>
        <p:nvPr/>
      </p:nvGrpSpPr>
      <p:grpSpPr>
        <a:xfrm>
          <a:off x="0" y="0"/>
          <a:ext cx="0" cy="0"/>
          <a:chOff x="0" y="0"/>
          <a:chExt cx="0" cy="0"/>
        </a:xfrm>
      </p:grpSpPr>
      <p:sp>
        <p:nvSpPr>
          <p:cNvPr id="1144" name="Google Shape;1144;p43"/>
          <p:cNvSpPr txBox="1">
            <a:spLocks noGrp="1"/>
          </p:cNvSpPr>
          <p:nvPr>
            <p:ph type="title"/>
          </p:nvPr>
        </p:nvSpPr>
        <p:spPr>
          <a:xfrm>
            <a:off x="191296" y="166653"/>
            <a:ext cx="10967086" cy="71089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500"/>
              <a:buFont typeface="Corben"/>
              <a:buNone/>
            </a:pPr>
            <a:r>
              <a:rPr lang="en-US" dirty="0">
                <a:solidFill>
                  <a:srgbClr val="FFC000"/>
                </a:solidFill>
                <a:latin typeface="Cooper Black" panose="0208090404030B020404" pitchFamily="18" charset="0"/>
                <a:ea typeface="Corben"/>
                <a:cs typeface="Corben"/>
                <a:sym typeface="Corben"/>
              </a:rPr>
              <a:t>Restful Application Programming</a:t>
            </a:r>
            <a:endParaRPr dirty="0">
              <a:solidFill>
                <a:srgbClr val="FFC000"/>
              </a:solidFill>
              <a:latin typeface="Cooper Black" panose="0208090404030B020404" pitchFamily="18" charset="0"/>
            </a:endParaRPr>
          </a:p>
        </p:txBody>
      </p:sp>
      <p:sp>
        <p:nvSpPr>
          <p:cNvPr id="1147" name="Google Shape;1147;p43"/>
          <p:cNvSpPr/>
          <p:nvPr/>
        </p:nvSpPr>
        <p:spPr>
          <a:xfrm>
            <a:off x="265715" y="963321"/>
            <a:ext cx="11661345" cy="1754326"/>
          </a:xfrm>
          <a:prstGeom prst="rect">
            <a:avLst/>
          </a:prstGeom>
          <a:noFill/>
          <a:ln>
            <a:noFill/>
          </a:ln>
        </p:spPr>
        <p:txBody>
          <a:bodyPr spcFirstLastPara="1" wrap="square" lIns="91425" tIns="45700" rIns="91425" bIns="45700" anchor="t" anchorCtr="0">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The ABAP RAP (Restful Application Programming) Model defines the architecture for efficient application development for HANA optimized ABAP applications. It supports development of</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Greenfield applications – A completely new application from scratch</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Brownfield applications – A new/extension of application using OLD code</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It is based on proven technologies and frameworks such as CDS entities to define semantically rich data model and service model infrastructure for creating and binding OData services for different use cases e.g. Fiori App, </a:t>
            </a:r>
            <a:r>
              <a:rPr kumimoji="0" lang="en-US" sz="1800" b="0" i="0" u="none" strike="noStrike" kern="0" cap="none" spc="0" normalizeH="0" baseline="0" noProof="0" dirty="0" err="1">
                <a:ln>
                  <a:noFill/>
                </a:ln>
                <a:solidFill>
                  <a:srgbClr val="000000"/>
                </a:solidFill>
                <a:effectLst/>
                <a:uLnTx/>
                <a:uFillTx/>
                <a:latin typeface="Calibri"/>
                <a:ea typeface="Calibri"/>
                <a:cs typeface="Calibri"/>
                <a:sym typeface="Calibri"/>
              </a:rPr>
              <a:t>WebAPI</a:t>
            </a: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 </a:t>
            </a:r>
            <a:r>
              <a:rPr kumimoji="0" lang="en-US" sz="1800" b="0" i="0" u="none" strike="noStrike" kern="0" cap="none" spc="0" normalizeH="0" baseline="0" noProof="0" dirty="0" err="1">
                <a:ln>
                  <a:noFill/>
                </a:ln>
                <a:solidFill>
                  <a:srgbClr val="000000"/>
                </a:solidFill>
                <a:effectLst/>
                <a:uLnTx/>
                <a:uFillTx/>
                <a:latin typeface="Calibri"/>
                <a:ea typeface="Calibri"/>
                <a:cs typeface="Calibri"/>
                <a:sym typeface="Calibri"/>
              </a:rPr>
              <a:t>InA</a:t>
            </a:r>
            <a:endParaRPr kumimoji="0" sz="18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6" name="Google Shape;552;p2"/>
          <p:cNvSpPr txBox="1"/>
          <p:nvPr/>
        </p:nvSpPr>
        <p:spPr>
          <a:xfrm>
            <a:off x="9527526" y="6551489"/>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8B058715-4EDF-106E-5A28-933D05DBB081}"/>
                  </a:ext>
                </a:extLst>
              </p14:cNvPr>
              <p14:cNvContentPartPr/>
              <p14:nvPr/>
            </p14:nvContentPartPr>
            <p14:xfrm>
              <a:off x="395280" y="1157040"/>
              <a:ext cx="10560600" cy="5261040"/>
            </p14:xfrm>
          </p:contentPart>
        </mc:Choice>
        <mc:Fallback>
          <p:pic>
            <p:nvPicPr>
              <p:cNvPr id="2" name="Ink 1">
                <a:extLst>
                  <a:ext uri="{FF2B5EF4-FFF2-40B4-BE49-F238E27FC236}">
                    <a16:creationId xmlns:a16="http://schemas.microsoft.com/office/drawing/2014/main" id="{8B058715-4EDF-106E-5A28-933D05DBB081}"/>
                  </a:ext>
                </a:extLst>
              </p:cNvPr>
              <p:cNvPicPr/>
              <p:nvPr/>
            </p:nvPicPr>
            <p:blipFill>
              <a:blip r:embed="rId5"/>
              <a:stretch>
                <a:fillRect/>
              </a:stretch>
            </p:blipFill>
            <p:spPr>
              <a:xfrm>
                <a:off x="385920" y="1147680"/>
                <a:ext cx="10579320" cy="5279760"/>
              </a:xfrm>
              <a:prstGeom prst="rect">
                <a:avLst/>
              </a:prstGeom>
            </p:spPr>
          </p:pic>
        </mc:Fallback>
      </mc:AlternateContent>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7"/>
                                        </p:tgtEl>
                                        <p:attrNameLst>
                                          <p:attrName>style.visibility</p:attrName>
                                        </p:attrNameLst>
                                      </p:cBhvr>
                                      <p:to>
                                        <p:strVal val="visible"/>
                                      </p:to>
                                    </p:set>
                                    <p:animEffect transition="in" filter="barn(inVertical)">
                                      <p:cBhvr>
                                        <p:cTn id="7" dur="500"/>
                                        <p:tgtEl>
                                          <p:spTgt spid="1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1"/>
        <p:cNvGrpSpPr/>
        <p:nvPr/>
      </p:nvGrpSpPr>
      <p:grpSpPr>
        <a:xfrm>
          <a:off x="0" y="0"/>
          <a:ext cx="0" cy="0"/>
          <a:chOff x="0" y="0"/>
          <a:chExt cx="0" cy="0"/>
        </a:xfrm>
      </p:grpSpPr>
      <p:sp>
        <p:nvSpPr>
          <p:cNvPr id="1153" name="Google Shape;1153;p44"/>
          <p:cNvSpPr txBox="1"/>
          <p:nvPr/>
        </p:nvSpPr>
        <p:spPr>
          <a:xfrm>
            <a:off x="191293" y="728002"/>
            <a:ext cx="11806237" cy="2308324"/>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CDS entities – To develop our RAP BO (Business Object)</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Business Object here is a TREE data structure which is composed of multiple nodes (parent, child), The tree starts from a </a:t>
            </a:r>
            <a:r>
              <a:rPr lang="en-US" sz="1800" b="1" dirty="0">
                <a:solidFill>
                  <a:schemeClr val="dk1"/>
                </a:solidFill>
                <a:latin typeface="Calibri"/>
                <a:ea typeface="Calibri"/>
                <a:cs typeface="Calibri"/>
                <a:sym typeface="Calibri"/>
              </a:rPr>
              <a:t>root node. </a:t>
            </a:r>
            <a:endParaRPr sz="1800" dirty="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Once the business object is ready, we define the behavior of the business object like can this object be created, updated, deleted. Business object is a static structure (like a class) and the records of actual data is the instance of BO (object of a class).</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Finally we can create service definition and service binding</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UI layer to consume the service to build application.</a:t>
            </a:r>
            <a:endParaRPr sz="1800" dirty="0">
              <a:solidFill>
                <a:schemeClr val="dk1"/>
              </a:solidFill>
              <a:latin typeface="Calibri"/>
              <a:ea typeface="Calibri"/>
              <a:cs typeface="Calibri"/>
              <a:sym typeface="Calibri"/>
            </a:endParaRPr>
          </a:p>
        </p:txBody>
      </p:sp>
      <p:sp>
        <p:nvSpPr>
          <p:cNvPr id="1154" name="Google Shape;1154;p44"/>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Components in RAP app – Technical Level</a:t>
            </a:r>
            <a:endParaRPr sz="3599" dirty="0">
              <a:solidFill>
                <a:srgbClr val="FFC000"/>
              </a:solidFill>
              <a:latin typeface="Cooper Black" panose="0208090404030B020404" pitchFamily="18" charset="0"/>
              <a:ea typeface="Corben"/>
              <a:cs typeface="Corben"/>
              <a:sym typeface="Corben"/>
            </a:endParaRPr>
          </a:p>
        </p:txBody>
      </p:sp>
      <p:sp>
        <p:nvSpPr>
          <p:cNvPr id="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1CE5DBB0-0337-3716-46F1-08228DE35680}"/>
                  </a:ext>
                </a:extLst>
              </p14:cNvPr>
              <p14:cNvContentPartPr/>
              <p14:nvPr/>
            </p14:nvContentPartPr>
            <p14:xfrm>
              <a:off x="814320" y="1304640"/>
              <a:ext cx="10860480" cy="4989600"/>
            </p14:xfrm>
          </p:contentPart>
        </mc:Choice>
        <mc:Fallback>
          <p:pic>
            <p:nvPicPr>
              <p:cNvPr id="2" name="Ink 1">
                <a:extLst>
                  <a:ext uri="{FF2B5EF4-FFF2-40B4-BE49-F238E27FC236}">
                    <a16:creationId xmlns:a16="http://schemas.microsoft.com/office/drawing/2014/main" id="{1CE5DBB0-0337-3716-46F1-08228DE35680}"/>
                  </a:ext>
                </a:extLst>
              </p:cNvPr>
              <p:cNvPicPr/>
              <p:nvPr/>
            </p:nvPicPr>
            <p:blipFill>
              <a:blip r:embed="rId5"/>
              <a:stretch>
                <a:fillRect/>
              </a:stretch>
            </p:blipFill>
            <p:spPr>
              <a:xfrm>
                <a:off x="804960" y="1295280"/>
                <a:ext cx="10879200" cy="500832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60"/>
        <p:cNvGrpSpPr/>
        <p:nvPr/>
      </p:nvGrpSpPr>
      <p:grpSpPr>
        <a:xfrm>
          <a:off x="0" y="0"/>
          <a:ext cx="0" cy="0"/>
          <a:chOff x="0" y="0"/>
          <a:chExt cx="0" cy="0"/>
        </a:xfrm>
      </p:grpSpPr>
      <p:sp>
        <p:nvSpPr>
          <p:cNvPr id="1162" name="Google Shape;1162;p45"/>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Development Approach</a:t>
            </a:r>
            <a:endParaRPr sz="3599" dirty="0">
              <a:solidFill>
                <a:srgbClr val="FFC000"/>
              </a:solidFill>
              <a:latin typeface="Cooper Black" panose="0208090404030B020404" pitchFamily="18" charset="0"/>
              <a:ea typeface="Corben"/>
              <a:cs typeface="Corben"/>
              <a:sym typeface="Corben"/>
            </a:endParaRPr>
          </a:p>
        </p:txBody>
      </p:sp>
      <p:sp>
        <p:nvSpPr>
          <p:cNvPr id="1165" name="Google Shape;1165;p45"/>
          <p:cNvSpPr/>
          <p:nvPr/>
        </p:nvSpPr>
        <p:spPr>
          <a:xfrm>
            <a:off x="837828" y="5805264"/>
            <a:ext cx="10863274" cy="6857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SE11 – Data Dictionary – Tables, Views, Data Elements, Domains, LO, MC…</a:t>
            </a:r>
            <a:endParaRPr/>
          </a:p>
        </p:txBody>
      </p:sp>
      <p:sp>
        <p:nvSpPr>
          <p:cNvPr id="1166" name="Google Shape;1166;p45"/>
          <p:cNvSpPr/>
          <p:nvPr/>
        </p:nvSpPr>
        <p:spPr>
          <a:xfrm>
            <a:off x="824939" y="4846890"/>
            <a:ext cx="10863274" cy="85403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Database Layer – (function modules and classes to interact with database)</a:t>
            </a:r>
            <a:endParaRPr/>
          </a:p>
          <a:p>
            <a:pPr marL="0" marR="0" lvl="0" indent="0" algn="ctr" rtl="0">
              <a:spcBef>
                <a:spcPts val="0"/>
              </a:spcBef>
              <a:spcAft>
                <a:spcPts val="0"/>
              </a:spcAft>
              <a:buNone/>
            </a:pPr>
            <a:r>
              <a:rPr lang="en-US" sz="2400">
                <a:solidFill>
                  <a:schemeClr val="lt1"/>
                </a:solidFill>
                <a:latin typeface="Calibri"/>
                <a:ea typeface="Calibri"/>
                <a:cs typeface="Calibri"/>
                <a:sym typeface="Calibri"/>
              </a:rPr>
              <a:t>LUW, Update FM, BAPIs – SELECT INSERT MODIFY UPDATE DELETE, EQ, DQ</a:t>
            </a:r>
            <a:endParaRPr/>
          </a:p>
        </p:txBody>
      </p:sp>
      <p:sp>
        <p:nvSpPr>
          <p:cNvPr id="1167" name="Google Shape;1167;p45"/>
          <p:cNvSpPr/>
          <p:nvPr/>
        </p:nvSpPr>
        <p:spPr>
          <a:xfrm>
            <a:off x="837828" y="4143457"/>
            <a:ext cx="10863274" cy="577117"/>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Customizing layer (SPRO, SM30)</a:t>
            </a:r>
            <a:endParaRPr/>
          </a:p>
        </p:txBody>
      </p:sp>
      <p:sp>
        <p:nvSpPr>
          <p:cNvPr id="1168" name="Google Shape;1168;p45"/>
          <p:cNvSpPr/>
          <p:nvPr/>
        </p:nvSpPr>
        <p:spPr>
          <a:xfrm>
            <a:off x="837828" y="2735330"/>
            <a:ext cx="10863274" cy="1281811"/>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API Layer</a:t>
            </a:r>
            <a:endParaRPr/>
          </a:p>
          <a:p>
            <a:pPr marL="0" marR="0" lvl="0" indent="0" algn="ctr" rtl="0">
              <a:spcBef>
                <a:spcPts val="0"/>
              </a:spcBef>
              <a:spcAft>
                <a:spcPts val="0"/>
              </a:spcAft>
              <a:buNone/>
            </a:pPr>
            <a:r>
              <a:rPr lang="en-US" sz="2400">
                <a:solidFill>
                  <a:schemeClr val="lt1"/>
                </a:solidFill>
                <a:latin typeface="Calibri"/>
                <a:ea typeface="Calibri"/>
                <a:cs typeface="Calibri"/>
                <a:sym typeface="Calibri"/>
              </a:rPr>
              <a:t>Business logic, Data validations, Lock Unlock, Sync. Points, Branches, Manipulation logic, data flow logic, processing logic - RICEF</a:t>
            </a:r>
            <a:endParaRPr/>
          </a:p>
        </p:txBody>
      </p:sp>
      <p:sp>
        <p:nvSpPr>
          <p:cNvPr id="1169" name="Google Shape;1169;p45"/>
          <p:cNvSpPr/>
          <p:nvPr/>
        </p:nvSpPr>
        <p:spPr>
          <a:xfrm>
            <a:off x="837828" y="1799226"/>
            <a:ext cx="10863274" cy="831762"/>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Service layer (expose data over HTTP/HTTPS protocol) – OData Services (V2, V4)</a:t>
            </a:r>
            <a:endParaRPr/>
          </a:p>
          <a:p>
            <a:pPr marL="0" marR="0" lvl="0" indent="0" algn="ctr" rtl="0">
              <a:spcBef>
                <a:spcPts val="0"/>
              </a:spcBef>
              <a:spcAft>
                <a:spcPts val="0"/>
              </a:spcAft>
              <a:buNone/>
            </a:pPr>
            <a:r>
              <a:rPr lang="en-US" sz="2400">
                <a:solidFill>
                  <a:schemeClr val="lt1"/>
                </a:solidFill>
                <a:latin typeface="Calibri"/>
                <a:ea typeface="Calibri"/>
                <a:cs typeface="Calibri"/>
                <a:sym typeface="Calibri"/>
              </a:rPr>
              <a:t>SEGW, SADL, @OData, Serv. Definition and Binding</a:t>
            </a:r>
            <a:endParaRPr/>
          </a:p>
        </p:txBody>
      </p:sp>
      <p:sp>
        <p:nvSpPr>
          <p:cNvPr id="1170" name="Google Shape;1170;p45"/>
          <p:cNvSpPr/>
          <p:nvPr/>
        </p:nvSpPr>
        <p:spPr>
          <a:xfrm>
            <a:off x="837828" y="714536"/>
            <a:ext cx="4968552" cy="98034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Application UI (Fiori Apps)</a:t>
            </a:r>
            <a:endParaRPr/>
          </a:p>
          <a:p>
            <a:pPr marL="0" marR="0" lvl="0" indent="0" algn="ctr" rtl="0">
              <a:spcBef>
                <a:spcPts val="0"/>
              </a:spcBef>
              <a:spcAft>
                <a:spcPts val="0"/>
              </a:spcAft>
              <a:buNone/>
            </a:pPr>
            <a:r>
              <a:rPr lang="en-US" sz="2400">
                <a:solidFill>
                  <a:schemeClr val="lt1"/>
                </a:solidFill>
                <a:latin typeface="Calibri"/>
                <a:ea typeface="Calibri"/>
                <a:cs typeface="Calibri"/>
                <a:sym typeface="Calibri"/>
              </a:rPr>
              <a:t>Transactional | Analytical | Factsheet</a:t>
            </a:r>
            <a:endParaRPr/>
          </a:p>
        </p:txBody>
      </p:sp>
      <p:sp>
        <p:nvSpPr>
          <p:cNvPr id="1171" name="Google Shape;1171;p45"/>
          <p:cNvSpPr/>
          <p:nvPr/>
        </p:nvSpPr>
        <p:spPr>
          <a:xfrm>
            <a:off x="5878388" y="710866"/>
            <a:ext cx="3312368" cy="98034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Analytical Tools</a:t>
            </a:r>
            <a:endParaRPr/>
          </a:p>
          <a:p>
            <a:pPr marL="0" marR="0" lvl="0" indent="0" algn="ctr" rtl="0">
              <a:spcBef>
                <a:spcPts val="0"/>
              </a:spcBef>
              <a:spcAft>
                <a:spcPts val="0"/>
              </a:spcAft>
              <a:buNone/>
            </a:pPr>
            <a:r>
              <a:rPr lang="en-US" sz="2400">
                <a:solidFill>
                  <a:schemeClr val="lt1"/>
                </a:solidFill>
                <a:latin typeface="Calibri"/>
                <a:ea typeface="Calibri"/>
                <a:cs typeface="Calibri"/>
                <a:sym typeface="Calibri"/>
              </a:rPr>
              <a:t>Excel | SAC | Other..</a:t>
            </a:r>
            <a:endParaRPr/>
          </a:p>
        </p:txBody>
      </p:sp>
      <p:sp>
        <p:nvSpPr>
          <p:cNvPr id="1172" name="Google Shape;1172;p45"/>
          <p:cNvSpPr/>
          <p:nvPr/>
        </p:nvSpPr>
        <p:spPr>
          <a:xfrm>
            <a:off x="9335699" y="700015"/>
            <a:ext cx="2387066" cy="98034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Third Party</a:t>
            </a:r>
            <a:endParaRPr/>
          </a:p>
          <a:p>
            <a:pPr marL="0" marR="0" lvl="0" indent="0" algn="ctr" rtl="0">
              <a:spcBef>
                <a:spcPts val="0"/>
              </a:spcBef>
              <a:spcAft>
                <a:spcPts val="0"/>
              </a:spcAft>
              <a:buNone/>
            </a:pPr>
            <a:r>
              <a:rPr lang="en-US" sz="2400">
                <a:solidFill>
                  <a:schemeClr val="lt1"/>
                </a:solidFill>
                <a:latin typeface="Calibri"/>
                <a:ea typeface="Calibri"/>
                <a:cs typeface="Calibri"/>
                <a:sym typeface="Calibri"/>
              </a:rPr>
              <a:t>Your own ABAP code</a:t>
            </a:r>
            <a:endParaRPr/>
          </a:p>
        </p:txBody>
      </p:sp>
      <p:sp>
        <p:nvSpPr>
          <p:cNvPr id="1173" name="Google Shape;1173;p45"/>
          <p:cNvSpPr/>
          <p:nvPr/>
        </p:nvSpPr>
        <p:spPr>
          <a:xfrm>
            <a:off x="45740" y="1157078"/>
            <a:ext cx="792088" cy="5229624"/>
          </a:xfrm>
          <a:prstGeom prst="up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2"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13"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B9A1F356-685B-74F7-5B99-DB26FAD723BF}"/>
                  </a:ext>
                </a:extLst>
              </p14:cNvPr>
              <p14:cNvContentPartPr/>
              <p14:nvPr/>
            </p14:nvContentPartPr>
            <p14:xfrm>
              <a:off x="33480" y="466560"/>
              <a:ext cx="11598480" cy="5865840"/>
            </p14:xfrm>
          </p:contentPart>
        </mc:Choice>
        <mc:Fallback>
          <p:pic>
            <p:nvPicPr>
              <p:cNvPr id="2" name="Ink 1">
                <a:extLst>
                  <a:ext uri="{FF2B5EF4-FFF2-40B4-BE49-F238E27FC236}">
                    <a16:creationId xmlns:a16="http://schemas.microsoft.com/office/drawing/2014/main" id="{B9A1F356-685B-74F7-5B99-DB26FAD723BF}"/>
                  </a:ext>
                </a:extLst>
              </p:cNvPr>
              <p:cNvPicPr/>
              <p:nvPr/>
            </p:nvPicPr>
            <p:blipFill>
              <a:blip r:embed="rId5"/>
              <a:stretch>
                <a:fillRect/>
              </a:stretch>
            </p:blipFill>
            <p:spPr>
              <a:xfrm>
                <a:off x="24120" y="457200"/>
                <a:ext cx="11617200" cy="588456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7"/>
        <p:cNvGrpSpPr/>
        <p:nvPr/>
      </p:nvGrpSpPr>
      <p:grpSpPr>
        <a:xfrm>
          <a:off x="0" y="0"/>
          <a:ext cx="0" cy="0"/>
          <a:chOff x="0" y="0"/>
          <a:chExt cx="0" cy="0"/>
        </a:xfrm>
      </p:grpSpPr>
      <p:sp>
        <p:nvSpPr>
          <p:cNvPr id="1178" name="Google Shape;1178;p46"/>
          <p:cNvSpPr txBox="1">
            <a:spLocks noGrp="1"/>
          </p:cNvSpPr>
          <p:nvPr>
            <p:ph type="title"/>
          </p:nvPr>
        </p:nvSpPr>
        <p:spPr>
          <a:xfrm>
            <a:off x="191296" y="189485"/>
            <a:ext cx="10967086" cy="71089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500"/>
              <a:buFont typeface="Corben"/>
              <a:buNone/>
            </a:pPr>
            <a:r>
              <a:rPr lang="en-US" dirty="0">
                <a:solidFill>
                  <a:srgbClr val="FFC000"/>
                </a:solidFill>
                <a:latin typeface="Cooper Black" panose="0208090404030B020404" pitchFamily="18" charset="0"/>
                <a:ea typeface="Corben"/>
                <a:cs typeface="Corben"/>
                <a:sym typeface="Corben"/>
              </a:rPr>
              <a:t>RAP – The Big picture</a:t>
            </a:r>
            <a:endParaRPr dirty="0">
              <a:solidFill>
                <a:srgbClr val="FFC000"/>
              </a:solidFill>
              <a:latin typeface="Cooper Black" panose="0208090404030B020404" pitchFamily="18" charset="0"/>
            </a:endParaRPr>
          </a:p>
        </p:txBody>
      </p:sp>
      <p:pic>
        <p:nvPicPr>
          <p:cNvPr id="1179" name="Google Shape;1179;p46"/>
          <p:cNvPicPr preferRelativeResize="0"/>
          <p:nvPr/>
        </p:nvPicPr>
        <p:blipFill rotWithShape="1">
          <a:blip r:embed="rId3">
            <a:alphaModFix/>
          </a:blip>
          <a:srcRect/>
          <a:stretch/>
        </p:blipFill>
        <p:spPr>
          <a:xfrm>
            <a:off x="11379302" y="57696"/>
            <a:ext cx="716512" cy="707702"/>
          </a:xfrm>
          <a:prstGeom prst="rect">
            <a:avLst/>
          </a:prstGeom>
          <a:noFill/>
          <a:ln>
            <a:noFill/>
          </a:ln>
        </p:spPr>
      </p:pic>
      <p:pic>
        <p:nvPicPr>
          <p:cNvPr id="1181" name="Google Shape;1181;p46"/>
          <p:cNvPicPr preferRelativeResize="0"/>
          <p:nvPr/>
        </p:nvPicPr>
        <p:blipFill rotWithShape="1">
          <a:blip r:embed="rId4">
            <a:alphaModFix/>
          </a:blip>
          <a:srcRect/>
          <a:stretch/>
        </p:blipFill>
        <p:spPr>
          <a:xfrm>
            <a:off x="633319" y="1020497"/>
            <a:ext cx="10644834" cy="5419663"/>
          </a:xfrm>
          <a:prstGeom prst="rect">
            <a:avLst/>
          </a:prstGeom>
          <a:noFill/>
          <a:ln>
            <a:noFill/>
          </a:ln>
        </p:spPr>
      </p:pic>
      <p:sp>
        <p:nvSpPr>
          <p:cNvPr id="1182" name="Google Shape;1182;p46"/>
          <p:cNvSpPr/>
          <p:nvPr/>
        </p:nvSpPr>
        <p:spPr>
          <a:xfrm rot="-5400000">
            <a:off x="1350009" y="2774212"/>
            <a:ext cx="480062" cy="637813"/>
          </a:xfrm>
          <a:prstGeom prst="chevron">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dk1"/>
              </a:solidFill>
              <a:latin typeface="Calibri"/>
              <a:ea typeface="Calibri"/>
              <a:cs typeface="Calibri"/>
              <a:sym typeface="Calibri"/>
            </a:endParaRPr>
          </a:p>
        </p:txBody>
      </p:sp>
      <p:sp>
        <p:nvSpPr>
          <p:cNvPr id="1183" name="Google Shape;1183;p46"/>
          <p:cNvSpPr/>
          <p:nvPr/>
        </p:nvSpPr>
        <p:spPr>
          <a:xfrm rot="-5400000">
            <a:off x="1350008" y="5005878"/>
            <a:ext cx="480062" cy="637813"/>
          </a:xfrm>
          <a:prstGeom prst="chevron">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dk1"/>
              </a:solidFill>
              <a:latin typeface="Calibri"/>
              <a:ea typeface="Calibri"/>
              <a:cs typeface="Calibri"/>
              <a:sym typeface="Calibri"/>
            </a:endParaRPr>
          </a:p>
        </p:txBody>
      </p:sp>
      <p:pic>
        <p:nvPicPr>
          <p:cNvPr id="1184" name="Google Shape;1184;p46" descr="Want Clipart Consumer Market - Consumer Vs Industrial Marketing, HD Png  Download , Transparent Png Image - PNGitem"/>
          <p:cNvPicPr preferRelativeResize="0"/>
          <p:nvPr/>
        </p:nvPicPr>
        <p:blipFill rotWithShape="1">
          <a:blip r:embed="rId5">
            <a:alphaModFix/>
          </a:blip>
          <a:srcRect/>
          <a:stretch/>
        </p:blipFill>
        <p:spPr>
          <a:xfrm>
            <a:off x="6814305" y="76799"/>
            <a:ext cx="2735591" cy="943697"/>
          </a:xfrm>
          <a:prstGeom prst="rect">
            <a:avLst/>
          </a:prstGeom>
          <a:noFill/>
          <a:ln>
            <a:noFill/>
          </a:ln>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mc:AlternateContent xmlns:mc="http://schemas.openxmlformats.org/markup-compatibility/2006">
        <mc:Choice xmlns:p14="http://schemas.microsoft.com/office/powerpoint/2010/main" Requires="p14">
          <p:contentPart p14:bwMode="auto" r:id="rId6">
            <p14:nvContentPartPr>
              <p14:cNvPr id="2" name="Ink 1">
                <a:extLst>
                  <a:ext uri="{FF2B5EF4-FFF2-40B4-BE49-F238E27FC236}">
                    <a16:creationId xmlns:a16="http://schemas.microsoft.com/office/drawing/2014/main" id="{A55F2FF2-8DD5-D4E1-3246-4B454C0110FC}"/>
                  </a:ext>
                </a:extLst>
              </p14:cNvPr>
              <p14:cNvContentPartPr/>
              <p14:nvPr/>
            </p14:nvContentPartPr>
            <p14:xfrm>
              <a:off x="1123560" y="866520"/>
              <a:ext cx="9365760" cy="5856120"/>
            </p14:xfrm>
          </p:contentPart>
        </mc:Choice>
        <mc:Fallback>
          <p:pic>
            <p:nvPicPr>
              <p:cNvPr id="2" name="Ink 1">
                <a:extLst>
                  <a:ext uri="{FF2B5EF4-FFF2-40B4-BE49-F238E27FC236}">
                    <a16:creationId xmlns:a16="http://schemas.microsoft.com/office/drawing/2014/main" id="{A55F2FF2-8DD5-D4E1-3246-4B454C0110FC}"/>
                  </a:ext>
                </a:extLst>
              </p:cNvPr>
              <p:cNvPicPr/>
              <p:nvPr/>
            </p:nvPicPr>
            <p:blipFill>
              <a:blip r:embed="rId7"/>
              <a:stretch>
                <a:fillRect/>
              </a:stretch>
            </p:blipFill>
            <p:spPr>
              <a:xfrm>
                <a:off x="1114200" y="857160"/>
                <a:ext cx="9384480" cy="5874840"/>
              </a:xfrm>
              <a:prstGeom prst="rect">
                <a:avLst/>
              </a:prstGeom>
            </p:spPr>
          </p:pic>
        </mc:Fallback>
      </mc:AlternateContent>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3"/>
        <p:cNvGrpSpPr/>
        <p:nvPr/>
      </p:nvGrpSpPr>
      <p:grpSpPr>
        <a:xfrm>
          <a:off x="0" y="0"/>
          <a:ext cx="0" cy="0"/>
          <a:chOff x="0" y="0"/>
          <a:chExt cx="0" cy="0"/>
        </a:xfrm>
      </p:grpSpPr>
      <p:sp>
        <p:nvSpPr>
          <p:cNvPr id="1194" name="Google Shape;1194;p48"/>
          <p:cNvSpPr txBox="1">
            <a:spLocks noGrp="1"/>
          </p:cNvSpPr>
          <p:nvPr>
            <p:ph type="title"/>
          </p:nvPr>
        </p:nvSpPr>
        <p:spPr>
          <a:xfrm>
            <a:off x="191296" y="189485"/>
            <a:ext cx="10967086" cy="71089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500"/>
              <a:buFont typeface="Corben"/>
              <a:buNone/>
            </a:pPr>
            <a:r>
              <a:rPr lang="en-US" dirty="0">
                <a:solidFill>
                  <a:srgbClr val="FFC000"/>
                </a:solidFill>
                <a:latin typeface="Cooper Black" panose="0208090404030B020404" pitchFamily="18" charset="0"/>
                <a:ea typeface="Corben"/>
                <a:cs typeface="Corben"/>
                <a:sym typeface="Corben"/>
              </a:rPr>
              <a:t>What is a Business Object</a:t>
            </a:r>
            <a:endParaRPr dirty="0">
              <a:solidFill>
                <a:srgbClr val="FFC000"/>
              </a:solidFill>
              <a:latin typeface="Cooper Black" panose="0208090404030B020404" pitchFamily="18" charset="0"/>
            </a:endParaRPr>
          </a:p>
        </p:txBody>
      </p:sp>
      <p:pic>
        <p:nvPicPr>
          <p:cNvPr id="1195" name="Google Shape;1195;p48"/>
          <p:cNvPicPr preferRelativeResize="0"/>
          <p:nvPr/>
        </p:nvPicPr>
        <p:blipFill rotWithShape="1">
          <a:blip r:embed="rId3">
            <a:alphaModFix/>
          </a:blip>
          <a:srcRect/>
          <a:stretch/>
        </p:blipFill>
        <p:spPr>
          <a:xfrm>
            <a:off x="11379302" y="57696"/>
            <a:ext cx="716512" cy="707702"/>
          </a:xfrm>
          <a:prstGeom prst="rect">
            <a:avLst/>
          </a:prstGeom>
          <a:noFill/>
          <a:ln>
            <a:noFill/>
          </a:ln>
        </p:spPr>
      </p:pic>
      <p:pic>
        <p:nvPicPr>
          <p:cNvPr id="1197" name="Google Shape;1197;p48"/>
          <p:cNvPicPr preferRelativeResize="0"/>
          <p:nvPr/>
        </p:nvPicPr>
        <p:blipFill rotWithShape="1">
          <a:blip r:embed="rId4">
            <a:alphaModFix/>
          </a:blip>
          <a:srcRect/>
          <a:stretch/>
        </p:blipFill>
        <p:spPr>
          <a:xfrm>
            <a:off x="983176" y="1077355"/>
            <a:ext cx="9622388" cy="5394023"/>
          </a:xfrm>
          <a:prstGeom prst="rect">
            <a:avLst/>
          </a:prstGeom>
          <a:noFill/>
          <a:ln>
            <a:noFill/>
          </a:ln>
        </p:spPr>
      </p:pic>
      <p:sp>
        <p:nvSpPr>
          <p:cNvPr id="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05"/>
        <p:cNvGrpSpPr/>
        <p:nvPr/>
      </p:nvGrpSpPr>
      <p:grpSpPr>
        <a:xfrm>
          <a:off x="0" y="0"/>
          <a:ext cx="0" cy="0"/>
          <a:chOff x="0" y="0"/>
          <a:chExt cx="0" cy="0"/>
        </a:xfrm>
      </p:grpSpPr>
      <p:sp>
        <p:nvSpPr>
          <p:cNvPr id="1206" name="Google Shape;1206;p50"/>
          <p:cNvSpPr txBox="1">
            <a:spLocks noGrp="1"/>
          </p:cNvSpPr>
          <p:nvPr>
            <p:ph type="title"/>
          </p:nvPr>
        </p:nvSpPr>
        <p:spPr>
          <a:xfrm>
            <a:off x="263285" y="188368"/>
            <a:ext cx="10967086" cy="71089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500"/>
              <a:buFont typeface="Corben"/>
              <a:buNone/>
            </a:pPr>
            <a:r>
              <a:rPr lang="en-US" dirty="0">
                <a:solidFill>
                  <a:srgbClr val="FFC000"/>
                </a:solidFill>
                <a:latin typeface="Cooper Black" panose="0208090404030B020404" pitchFamily="18" charset="0"/>
                <a:ea typeface="Corben"/>
                <a:cs typeface="Corben"/>
                <a:sym typeface="Corben"/>
              </a:rPr>
              <a:t>Types of Implementation (Scenario) </a:t>
            </a:r>
            <a:endParaRPr dirty="0">
              <a:solidFill>
                <a:srgbClr val="FFC000"/>
              </a:solidFill>
              <a:latin typeface="Cooper Black" panose="0208090404030B020404" pitchFamily="18" charset="0"/>
            </a:endParaRPr>
          </a:p>
        </p:txBody>
      </p:sp>
      <p:pic>
        <p:nvPicPr>
          <p:cNvPr id="1207" name="Google Shape;1207;p50"/>
          <p:cNvPicPr preferRelativeResize="0"/>
          <p:nvPr/>
        </p:nvPicPr>
        <p:blipFill rotWithShape="1">
          <a:blip r:embed="rId3">
            <a:alphaModFix/>
          </a:blip>
          <a:srcRect/>
          <a:stretch/>
        </p:blipFill>
        <p:spPr>
          <a:xfrm>
            <a:off x="11379302" y="57696"/>
            <a:ext cx="716512" cy="707702"/>
          </a:xfrm>
          <a:prstGeom prst="rect">
            <a:avLst/>
          </a:prstGeom>
          <a:noFill/>
          <a:ln>
            <a:noFill/>
          </a:ln>
        </p:spPr>
      </p:pic>
      <p:sp>
        <p:nvSpPr>
          <p:cNvPr id="1209" name="Google Shape;1209;p50"/>
          <p:cNvSpPr/>
          <p:nvPr/>
        </p:nvSpPr>
        <p:spPr>
          <a:xfrm>
            <a:off x="5530898" y="1499784"/>
            <a:ext cx="4474962" cy="2348755"/>
          </a:xfrm>
          <a:custGeom>
            <a:avLst/>
            <a:gdLst/>
            <a:ahLst/>
            <a:cxnLst/>
            <a:rect l="l" t="t" r="r" b="b"/>
            <a:pathLst>
              <a:path w="2614" h="1372" extrusionOk="0">
                <a:moveTo>
                  <a:pt x="2446" y="906"/>
                </a:moveTo>
                <a:lnTo>
                  <a:pt x="2446" y="0"/>
                </a:lnTo>
                <a:lnTo>
                  <a:pt x="0" y="0"/>
                </a:lnTo>
                <a:lnTo>
                  <a:pt x="0" y="1203"/>
                </a:lnTo>
                <a:lnTo>
                  <a:pt x="601" y="1203"/>
                </a:lnTo>
                <a:lnTo>
                  <a:pt x="601" y="600"/>
                </a:lnTo>
                <a:lnTo>
                  <a:pt x="1845" y="600"/>
                </a:lnTo>
                <a:lnTo>
                  <a:pt x="1845" y="906"/>
                </a:lnTo>
                <a:lnTo>
                  <a:pt x="1681" y="906"/>
                </a:lnTo>
                <a:lnTo>
                  <a:pt x="2148" y="1372"/>
                </a:lnTo>
                <a:lnTo>
                  <a:pt x="2614" y="906"/>
                </a:lnTo>
                <a:lnTo>
                  <a:pt x="2446" y="906"/>
                </a:lnTo>
                <a:close/>
              </a:path>
            </a:pathLst>
          </a:custGeom>
          <a:gradFill>
            <a:gsLst>
              <a:gs pos="0">
                <a:schemeClr val="accent5"/>
              </a:gs>
              <a:gs pos="100000">
                <a:schemeClr val="accent6"/>
              </a:gs>
            </a:gsLst>
            <a:lin ang="10800000" scaled="0"/>
          </a:gradFill>
          <a:ln>
            <a:noFill/>
          </a:ln>
          <a:effectLst>
            <a:outerShdw blurRad="177800" dist="215900" dir="5400000" algn="t" rotWithShape="0">
              <a:srgbClr val="000000">
                <a:alpha val="14901"/>
              </a:srgbClr>
            </a:outerShdw>
          </a:effectLst>
        </p:spPr>
        <p:txBody>
          <a:bodyPr spcFirstLastPara="1" wrap="square" lIns="91400" tIns="45700" rIns="91400" bIns="45700" anchor="t" anchorCtr="0">
            <a:noAutofit/>
          </a:bodyPr>
          <a:lstStyle/>
          <a:p>
            <a:pPr marL="0" marR="0" lvl="0" indent="0" algn="l" rtl="0">
              <a:spcBef>
                <a:spcPts val="0"/>
              </a:spcBef>
              <a:spcAft>
                <a:spcPts val="0"/>
              </a:spcAft>
              <a:buNone/>
            </a:pPr>
            <a:endParaRPr sz="2399">
              <a:solidFill>
                <a:schemeClr val="lt1"/>
              </a:solidFill>
              <a:latin typeface="Calibri"/>
              <a:ea typeface="Calibri"/>
              <a:cs typeface="Calibri"/>
              <a:sym typeface="Calibri"/>
            </a:endParaRPr>
          </a:p>
        </p:txBody>
      </p:sp>
      <p:sp>
        <p:nvSpPr>
          <p:cNvPr id="1210" name="Google Shape;1210;p50"/>
          <p:cNvSpPr txBox="1"/>
          <p:nvPr/>
        </p:nvSpPr>
        <p:spPr>
          <a:xfrm>
            <a:off x="656737" y="1124429"/>
            <a:ext cx="2946688" cy="400110"/>
          </a:xfrm>
          <a:prstGeom prst="rect">
            <a:avLst/>
          </a:prstGeom>
          <a:noFill/>
          <a:ln>
            <a:noFill/>
          </a:ln>
        </p:spPr>
        <p:txBody>
          <a:bodyPr spcFirstLastPara="1" wrap="square" lIns="0" tIns="45700" rIns="0" bIns="45700" anchor="ctr" anchorCtr="0">
            <a:spAutoFit/>
          </a:bodyPr>
          <a:lstStyle/>
          <a:p>
            <a:pPr marL="0" marR="0" lvl="0" indent="0" algn="just" rtl="0">
              <a:spcBef>
                <a:spcPts val="0"/>
              </a:spcBef>
              <a:spcAft>
                <a:spcPts val="0"/>
              </a:spcAft>
              <a:buNone/>
            </a:pPr>
            <a:r>
              <a:rPr lang="en-US" sz="2000" b="1">
                <a:solidFill>
                  <a:schemeClr val="dk1"/>
                </a:solidFill>
                <a:latin typeface="Calibri"/>
                <a:ea typeface="Calibri"/>
                <a:cs typeface="Calibri"/>
                <a:sym typeface="Calibri"/>
              </a:rPr>
              <a:t>Brownfield Implementation</a:t>
            </a:r>
            <a:endParaRPr/>
          </a:p>
        </p:txBody>
      </p:sp>
      <p:sp>
        <p:nvSpPr>
          <p:cNvPr id="1211" name="Google Shape;1211;p50"/>
          <p:cNvSpPr/>
          <p:nvPr/>
        </p:nvSpPr>
        <p:spPr>
          <a:xfrm>
            <a:off x="656737" y="1535836"/>
            <a:ext cx="4265446" cy="2062103"/>
          </a:xfrm>
          <a:prstGeom prst="rect">
            <a:avLst/>
          </a:prstGeom>
          <a:noFill/>
          <a:ln>
            <a:noFill/>
          </a:ln>
        </p:spPr>
        <p:txBody>
          <a:bodyPr spcFirstLastPara="1" wrap="square" lIns="0" tIns="45700" rIns="0" bIns="45700" anchor="t" anchorCtr="0">
            <a:spAutoFit/>
          </a:bodyPr>
          <a:lstStyle/>
          <a:p>
            <a:pPr marL="342814" marR="0" lvl="0" indent="-342814" algn="just" rtl="0">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Is used when we want to create a transactional application which can insert, update, delete data from the system by writing your own logic</a:t>
            </a:r>
            <a:endParaRPr/>
          </a:p>
          <a:p>
            <a:pPr marL="342814" marR="0" lvl="0" indent="-342814" algn="just" rtl="0">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You already have Business logic with you and you want to use that business logic to perform transactional capability</a:t>
            </a:r>
            <a:endParaRPr/>
          </a:p>
          <a:p>
            <a:pPr marL="342814" marR="0" lvl="0" indent="-342814" algn="just" rtl="0">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You are own your own to manage your implementation.</a:t>
            </a:r>
            <a:endParaRPr sz="1600">
              <a:solidFill>
                <a:schemeClr val="dk1"/>
              </a:solidFill>
              <a:latin typeface="Calibri"/>
              <a:ea typeface="Calibri"/>
              <a:cs typeface="Calibri"/>
              <a:sym typeface="Calibri"/>
            </a:endParaRPr>
          </a:p>
        </p:txBody>
      </p:sp>
      <p:sp>
        <p:nvSpPr>
          <p:cNvPr id="1212" name="Google Shape;1212;p50"/>
          <p:cNvSpPr txBox="1"/>
          <p:nvPr/>
        </p:nvSpPr>
        <p:spPr>
          <a:xfrm>
            <a:off x="7575407" y="3848916"/>
            <a:ext cx="2910350" cy="400110"/>
          </a:xfrm>
          <a:prstGeom prst="rect">
            <a:avLst/>
          </a:prstGeom>
          <a:noFill/>
          <a:ln>
            <a:noFill/>
          </a:ln>
        </p:spPr>
        <p:txBody>
          <a:bodyPr spcFirstLastPara="1" wrap="square" lIns="0" tIns="45700" rIns="0" bIns="45700" anchor="ctr" anchorCtr="0">
            <a:spAutoFit/>
          </a:bodyPr>
          <a:lstStyle/>
          <a:p>
            <a:pPr marL="0" marR="0" lvl="0" indent="0" algn="l" rtl="0">
              <a:spcBef>
                <a:spcPts val="0"/>
              </a:spcBef>
              <a:spcAft>
                <a:spcPts val="0"/>
              </a:spcAft>
              <a:buNone/>
            </a:pPr>
            <a:r>
              <a:rPr lang="en-US" sz="2000" b="1">
                <a:solidFill>
                  <a:schemeClr val="dk1"/>
                </a:solidFill>
                <a:latin typeface="Calibri"/>
                <a:ea typeface="Calibri"/>
                <a:cs typeface="Calibri"/>
                <a:sym typeface="Calibri"/>
              </a:rPr>
              <a:t>Greenfield Implementation</a:t>
            </a:r>
            <a:endParaRPr/>
          </a:p>
        </p:txBody>
      </p:sp>
      <p:sp>
        <p:nvSpPr>
          <p:cNvPr id="1213" name="Google Shape;1213;p50"/>
          <p:cNvSpPr/>
          <p:nvPr/>
        </p:nvSpPr>
        <p:spPr>
          <a:xfrm>
            <a:off x="7516430" y="4255777"/>
            <a:ext cx="4234682" cy="1815882"/>
          </a:xfrm>
          <a:prstGeom prst="rect">
            <a:avLst/>
          </a:prstGeom>
          <a:noFill/>
          <a:ln>
            <a:noFill/>
          </a:ln>
        </p:spPr>
        <p:txBody>
          <a:bodyPr spcFirstLastPara="1" wrap="square" lIns="0" tIns="45700" rIns="0" bIns="45700" anchor="t" anchorCtr="0">
            <a:spAutoFit/>
          </a:bodyPr>
          <a:lstStyle/>
          <a:p>
            <a:pPr marL="342814" marR="0" lvl="0" indent="-342814" algn="just" rtl="0">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Is used when we want to create a transactional application which can insert, update, delete data from the system by using the framework provided implementation</a:t>
            </a:r>
            <a:endParaRPr/>
          </a:p>
          <a:p>
            <a:pPr marL="342814" marR="0" lvl="0" indent="-342814" algn="just" rtl="0">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You do not have Business logic with you and you want system to create business logic for you automatically.</a:t>
            </a:r>
            <a:endParaRPr sz="1600">
              <a:solidFill>
                <a:schemeClr val="dk1"/>
              </a:solidFill>
              <a:latin typeface="Calibri"/>
              <a:ea typeface="Calibri"/>
              <a:cs typeface="Calibri"/>
              <a:sym typeface="Calibri"/>
            </a:endParaRPr>
          </a:p>
        </p:txBody>
      </p:sp>
      <p:sp>
        <p:nvSpPr>
          <p:cNvPr id="1214" name="Google Shape;1214;p50"/>
          <p:cNvSpPr txBox="1"/>
          <p:nvPr/>
        </p:nvSpPr>
        <p:spPr>
          <a:xfrm>
            <a:off x="5856521" y="1775322"/>
            <a:ext cx="3484087" cy="461537"/>
          </a:xfrm>
          <a:prstGeom prst="rect">
            <a:avLst/>
          </a:prstGeom>
          <a:noFill/>
          <a:ln>
            <a:noFill/>
          </a:ln>
        </p:spPr>
        <p:txBody>
          <a:bodyPr spcFirstLastPara="1" wrap="square" lIns="0" tIns="45700" rIns="0" bIns="45700" anchor="ctr" anchorCtr="0">
            <a:spAutoFit/>
          </a:bodyPr>
          <a:lstStyle/>
          <a:p>
            <a:pPr marL="0" marR="0" lvl="0" indent="0" algn="ctr" rtl="0">
              <a:spcBef>
                <a:spcPts val="0"/>
              </a:spcBef>
              <a:spcAft>
                <a:spcPts val="0"/>
              </a:spcAft>
              <a:buNone/>
            </a:pPr>
            <a:r>
              <a:rPr lang="en-US" sz="2399" b="1">
                <a:solidFill>
                  <a:schemeClr val="lt1"/>
                </a:solidFill>
                <a:latin typeface="Open Sans"/>
                <a:ea typeface="Open Sans"/>
                <a:cs typeface="Open Sans"/>
                <a:sym typeface="Open Sans"/>
              </a:rPr>
              <a:t>02. Managed Scenario</a:t>
            </a:r>
            <a:endParaRPr/>
          </a:p>
        </p:txBody>
      </p:sp>
      <p:sp>
        <p:nvSpPr>
          <p:cNvPr id="1215" name="Google Shape;1215;p50"/>
          <p:cNvSpPr/>
          <p:nvPr/>
        </p:nvSpPr>
        <p:spPr>
          <a:xfrm>
            <a:off x="8986379" y="2883579"/>
            <a:ext cx="410768" cy="360134"/>
          </a:xfrm>
          <a:custGeom>
            <a:avLst/>
            <a:gdLst/>
            <a:ahLst/>
            <a:cxnLst/>
            <a:rect l="l" t="t" r="r" b="b"/>
            <a:pathLst>
              <a:path w="1536" h="1350" extrusionOk="0">
                <a:moveTo>
                  <a:pt x="1491" y="180"/>
                </a:moveTo>
                <a:cubicBezTo>
                  <a:pt x="1491" y="180"/>
                  <a:pt x="1491" y="180"/>
                  <a:pt x="1491" y="180"/>
                </a:cubicBezTo>
                <a:cubicBezTo>
                  <a:pt x="1083" y="180"/>
                  <a:pt x="1083" y="180"/>
                  <a:pt x="1083" y="180"/>
                </a:cubicBezTo>
                <a:cubicBezTo>
                  <a:pt x="1083" y="135"/>
                  <a:pt x="1083" y="135"/>
                  <a:pt x="1083" y="135"/>
                </a:cubicBezTo>
                <a:cubicBezTo>
                  <a:pt x="1083" y="61"/>
                  <a:pt x="1022" y="0"/>
                  <a:pt x="948" y="0"/>
                </a:cubicBezTo>
                <a:cubicBezTo>
                  <a:pt x="588" y="0"/>
                  <a:pt x="588" y="0"/>
                  <a:pt x="588" y="0"/>
                </a:cubicBezTo>
                <a:cubicBezTo>
                  <a:pt x="514" y="0"/>
                  <a:pt x="453" y="61"/>
                  <a:pt x="453" y="135"/>
                </a:cubicBezTo>
                <a:cubicBezTo>
                  <a:pt x="453" y="180"/>
                  <a:pt x="453" y="180"/>
                  <a:pt x="453" y="180"/>
                </a:cubicBezTo>
                <a:cubicBezTo>
                  <a:pt x="45" y="180"/>
                  <a:pt x="45" y="180"/>
                  <a:pt x="45" y="180"/>
                </a:cubicBezTo>
                <a:cubicBezTo>
                  <a:pt x="20" y="180"/>
                  <a:pt x="0" y="201"/>
                  <a:pt x="0" y="225"/>
                </a:cubicBezTo>
                <a:cubicBezTo>
                  <a:pt x="0" y="1215"/>
                  <a:pt x="0" y="1215"/>
                  <a:pt x="0" y="1215"/>
                </a:cubicBezTo>
                <a:cubicBezTo>
                  <a:pt x="0" y="1289"/>
                  <a:pt x="61" y="1350"/>
                  <a:pt x="135" y="1350"/>
                </a:cubicBezTo>
                <a:cubicBezTo>
                  <a:pt x="1401" y="1350"/>
                  <a:pt x="1401" y="1350"/>
                  <a:pt x="1401" y="1350"/>
                </a:cubicBezTo>
                <a:cubicBezTo>
                  <a:pt x="1475" y="1350"/>
                  <a:pt x="1536" y="1289"/>
                  <a:pt x="1536" y="1215"/>
                </a:cubicBezTo>
                <a:cubicBezTo>
                  <a:pt x="1536" y="226"/>
                  <a:pt x="1536" y="226"/>
                  <a:pt x="1536" y="226"/>
                </a:cubicBezTo>
                <a:cubicBezTo>
                  <a:pt x="1536" y="226"/>
                  <a:pt x="1536" y="226"/>
                  <a:pt x="1536" y="226"/>
                </a:cubicBezTo>
                <a:cubicBezTo>
                  <a:pt x="1534" y="196"/>
                  <a:pt x="1516" y="180"/>
                  <a:pt x="1491" y="180"/>
                </a:cubicBezTo>
                <a:close/>
                <a:moveTo>
                  <a:pt x="543" y="135"/>
                </a:moveTo>
                <a:cubicBezTo>
                  <a:pt x="543" y="110"/>
                  <a:pt x="563" y="90"/>
                  <a:pt x="588" y="90"/>
                </a:cubicBezTo>
                <a:cubicBezTo>
                  <a:pt x="948" y="90"/>
                  <a:pt x="948" y="90"/>
                  <a:pt x="948" y="90"/>
                </a:cubicBezTo>
                <a:cubicBezTo>
                  <a:pt x="973" y="90"/>
                  <a:pt x="993" y="110"/>
                  <a:pt x="993" y="135"/>
                </a:cubicBezTo>
                <a:cubicBezTo>
                  <a:pt x="993" y="180"/>
                  <a:pt x="993" y="180"/>
                  <a:pt x="993" y="180"/>
                </a:cubicBezTo>
                <a:cubicBezTo>
                  <a:pt x="543" y="180"/>
                  <a:pt x="543" y="180"/>
                  <a:pt x="543" y="180"/>
                </a:cubicBezTo>
                <a:lnTo>
                  <a:pt x="543" y="135"/>
                </a:lnTo>
                <a:close/>
                <a:moveTo>
                  <a:pt x="1429" y="270"/>
                </a:moveTo>
                <a:cubicBezTo>
                  <a:pt x="1289" y="689"/>
                  <a:pt x="1289" y="689"/>
                  <a:pt x="1289" y="689"/>
                </a:cubicBezTo>
                <a:cubicBezTo>
                  <a:pt x="1283" y="708"/>
                  <a:pt x="1266" y="720"/>
                  <a:pt x="1246" y="720"/>
                </a:cubicBezTo>
                <a:cubicBezTo>
                  <a:pt x="993" y="720"/>
                  <a:pt x="993" y="720"/>
                  <a:pt x="993" y="720"/>
                </a:cubicBezTo>
                <a:cubicBezTo>
                  <a:pt x="993" y="675"/>
                  <a:pt x="993" y="675"/>
                  <a:pt x="993" y="675"/>
                </a:cubicBezTo>
                <a:cubicBezTo>
                  <a:pt x="993" y="650"/>
                  <a:pt x="973" y="630"/>
                  <a:pt x="948" y="630"/>
                </a:cubicBezTo>
                <a:cubicBezTo>
                  <a:pt x="588" y="630"/>
                  <a:pt x="588" y="630"/>
                  <a:pt x="588" y="630"/>
                </a:cubicBezTo>
                <a:cubicBezTo>
                  <a:pt x="563" y="630"/>
                  <a:pt x="543" y="650"/>
                  <a:pt x="543" y="675"/>
                </a:cubicBezTo>
                <a:cubicBezTo>
                  <a:pt x="543" y="720"/>
                  <a:pt x="543" y="720"/>
                  <a:pt x="543" y="720"/>
                </a:cubicBezTo>
                <a:cubicBezTo>
                  <a:pt x="290" y="720"/>
                  <a:pt x="290" y="720"/>
                  <a:pt x="290" y="720"/>
                </a:cubicBezTo>
                <a:cubicBezTo>
                  <a:pt x="270" y="720"/>
                  <a:pt x="253" y="708"/>
                  <a:pt x="247" y="689"/>
                </a:cubicBezTo>
                <a:cubicBezTo>
                  <a:pt x="107" y="270"/>
                  <a:pt x="107" y="270"/>
                  <a:pt x="107" y="270"/>
                </a:cubicBezTo>
                <a:lnTo>
                  <a:pt x="1429" y="270"/>
                </a:lnTo>
                <a:close/>
                <a:moveTo>
                  <a:pt x="903" y="720"/>
                </a:moveTo>
                <a:cubicBezTo>
                  <a:pt x="903" y="810"/>
                  <a:pt x="903" y="810"/>
                  <a:pt x="903" y="810"/>
                </a:cubicBezTo>
                <a:cubicBezTo>
                  <a:pt x="633" y="810"/>
                  <a:pt x="633" y="810"/>
                  <a:pt x="633" y="810"/>
                </a:cubicBezTo>
                <a:cubicBezTo>
                  <a:pt x="633" y="720"/>
                  <a:pt x="633" y="720"/>
                  <a:pt x="633" y="720"/>
                </a:cubicBezTo>
                <a:lnTo>
                  <a:pt x="903" y="720"/>
                </a:lnTo>
                <a:close/>
                <a:moveTo>
                  <a:pt x="1446" y="1215"/>
                </a:moveTo>
                <a:cubicBezTo>
                  <a:pt x="1446" y="1240"/>
                  <a:pt x="1426" y="1260"/>
                  <a:pt x="1401" y="1260"/>
                </a:cubicBezTo>
                <a:cubicBezTo>
                  <a:pt x="135" y="1260"/>
                  <a:pt x="135" y="1260"/>
                  <a:pt x="135" y="1260"/>
                </a:cubicBezTo>
                <a:cubicBezTo>
                  <a:pt x="110" y="1260"/>
                  <a:pt x="90" y="1240"/>
                  <a:pt x="90" y="1215"/>
                </a:cubicBezTo>
                <a:cubicBezTo>
                  <a:pt x="90" y="502"/>
                  <a:pt x="90" y="502"/>
                  <a:pt x="90" y="502"/>
                </a:cubicBezTo>
                <a:cubicBezTo>
                  <a:pt x="162" y="718"/>
                  <a:pt x="162" y="718"/>
                  <a:pt x="162" y="718"/>
                </a:cubicBezTo>
                <a:cubicBezTo>
                  <a:pt x="180" y="773"/>
                  <a:pt x="232" y="810"/>
                  <a:pt x="290" y="810"/>
                </a:cubicBezTo>
                <a:cubicBezTo>
                  <a:pt x="543" y="810"/>
                  <a:pt x="543" y="810"/>
                  <a:pt x="543" y="810"/>
                </a:cubicBezTo>
                <a:cubicBezTo>
                  <a:pt x="543" y="855"/>
                  <a:pt x="543" y="855"/>
                  <a:pt x="543" y="855"/>
                </a:cubicBezTo>
                <a:cubicBezTo>
                  <a:pt x="543" y="880"/>
                  <a:pt x="563" y="900"/>
                  <a:pt x="588" y="900"/>
                </a:cubicBezTo>
                <a:cubicBezTo>
                  <a:pt x="948" y="900"/>
                  <a:pt x="948" y="900"/>
                  <a:pt x="948" y="900"/>
                </a:cubicBezTo>
                <a:cubicBezTo>
                  <a:pt x="973" y="900"/>
                  <a:pt x="993" y="880"/>
                  <a:pt x="993" y="855"/>
                </a:cubicBezTo>
                <a:cubicBezTo>
                  <a:pt x="993" y="810"/>
                  <a:pt x="993" y="810"/>
                  <a:pt x="993" y="810"/>
                </a:cubicBezTo>
                <a:cubicBezTo>
                  <a:pt x="1246" y="810"/>
                  <a:pt x="1246" y="810"/>
                  <a:pt x="1246" y="810"/>
                </a:cubicBezTo>
                <a:cubicBezTo>
                  <a:pt x="1304" y="810"/>
                  <a:pt x="1356" y="773"/>
                  <a:pt x="1374" y="718"/>
                </a:cubicBezTo>
                <a:cubicBezTo>
                  <a:pt x="1446" y="502"/>
                  <a:pt x="1446" y="502"/>
                  <a:pt x="1446" y="502"/>
                </a:cubicBezTo>
                <a:lnTo>
                  <a:pt x="1446" y="1215"/>
                </a:lnTo>
                <a:close/>
                <a:moveTo>
                  <a:pt x="1446" y="1215"/>
                </a:moveTo>
                <a:cubicBezTo>
                  <a:pt x="1446" y="1215"/>
                  <a:pt x="1446" y="1215"/>
                  <a:pt x="1446" y="1215"/>
                </a:cubicBezTo>
              </a:path>
            </a:pathLst>
          </a:custGeom>
          <a:solidFill>
            <a:schemeClr val="lt1"/>
          </a:solidFill>
          <a:ln>
            <a:noFill/>
          </a:ln>
        </p:spPr>
        <p:txBody>
          <a:bodyPr spcFirstLastPara="1" wrap="square" lIns="91400" tIns="45700" rIns="91400" bIns="45700" anchor="t" anchorCtr="0">
            <a:noAutofit/>
          </a:bodyPr>
          <a:lstStyle/>
          <a:p>
            <a:pPr marL="0" marR="0" lvl="0" indent="0" algn="l" rtl="0">
              <a:spcBef>
                <a:spcPts val="0"/>
              </a:spcBef>
              <a:spcAft>
                <a:spcPts val="0"/>
              </a:spcAft>
              <a:buNone/>
            </a:pPr>
            <a:endParaRPr sz="2399">
              <a:solidFill>
                <a:schemeClr val="lt1"/>
              </a:solidFill>
              <a:latin typeface="Calibri"/>
              <a:ea typeface="Calibri"/>
              <a:cs typeface="Calibri"/>
              <a:sym typeface="Calibri"/>
            </a:endParaRPr>
          </a:p>
        </p:txBody>
      </p:sp>
      <p:sp>
        <p:nvSpPr>
          <p:cNvPr id="1216" name="Google Shape;1216;p50"/>
          <p:cNvSpPr/>
          <p:nvPr/>
        </p:nvSpPr>
        <p:spPr>
          <a:xfrm>
            <a:off x="2076240" y="3293876"/>
            <a:ext cx="4483523" cy="2384707"/>
          </a:xfrm>
          <a:custGeom>
            <a:avLst/>
            <a:gdLst/>
            <a:ahLst/>
            <a:cxnLst/>
            <a:rect l="l" t="t" r="r" b="b"/>
            <a:pathLst>
              <a:path w="2619" h="1393" extrusionOk="0">
                <a:moveTo>
                  <a:pt x="2018" y="191"/>
                </a:moveTo>
                <a:lnTo>
                  <a:pt x="2018" y="794"/>
                </a:lnTo>
                <a:lnTo>
                  <a:pt x="773" y="794"/>
                </a:lnTo>
                <a:lnTo>
                  <a:pt x="773" y="467"/>
                </a:lnTo>
                <a:lnTo>
                  <a:pt x="933" y="467"/>
                </a:lnTo>
                <a:lnTo>
                  <a:pt x="467" y="0"/>
                </a:lnTo>
                <a:lnTo>
                  <a:pt x="0" y="467"/>
                </a:lnTo>
                <a:lnTo>
                  <a:pt x="172" y="467"/>
                </a:lnTo>
                <a:lnTo>
                  <a:pt x="172" y="1393"/>
                </a:lnTo>
                <a:lnTo>
                  <a:pt x="2619" y="1393"/>
                </a:lnTo>
                <a:lnTo>
                  <a:pt x="2619" y="191"/>
                </a:lnTo>
                <a:lnTo>
                  <a:pt x="2018" y="191"/>
                </a:lnTo>
                <a:close/>
              </a:path>
            </a:pathLst>
          </a:custGeom>
          <a:gradFill>
            <a:gsLst>
              <a:gs pos="0">
                <a:schemeClr val="accent3"/>
              </a:gs>
              <a:gs pos="76000">
                <a:schemeClr val="accent4"/>
              </a:gs>
              <a:gs pos="100000">
                <a:schemeClr val="accent4"/>
              </a:gs>
            </a:gsLst>
            <a:lin ang="0" scaled="0"/>
          </a:gradFill>
          <a:ln>
            <a:noFill/>
          </a:ln>
          <a:effectLst>
            <a:outerShdw blurRad="177800" dist="215900" dir="5400000" algn="t" rotWithShape="0">
              <a:srgbClr val="000000">
                <a:alpha val="14901"/>
              </a:srgbClr>
            </a:outerShdw>
          </a:effectLst>
        </p:spPr>
        <p:txBody>
          <a:bodyPr spcFirstLastPara="1" wrap="square" lIns="91400" tIns="45700" rIns="91400" bIns="45700" anchor="t" anchorCtr="0">
            <a:noAutofit/>
          </a:bodyPr>
          <a:lstStyle/>
          <a:p>
            <a:pPr marL="0" marR="0" lvl="0" indent="0" algn="l" rtl="0">
              <a:spcBef>
                <a:spcPts val="0"/>
              </a:spcBef>
              <a:spcAft>
                <a:spcPts val="0"/>
              </a:spcAft>
              <a:buNone/>
            </a:pPr>
            <a:endParaRPr sz="2399">
              <a:solidFill>
                <a:schemeClr val="lt1"/>
              </a:solidFill>
              <a:latin typeface="Calibri"/>
              <a:ea typeface="Calibri"/>
              <a:cs typeface="Calibri"/>
              <a:sym typeface="Calibri"/>
            </a:endParaRPr>
          </a:p>
        </p:txBody>
      </p:sp>
      <p:sp>
        <p:nvSpPr>
          <p:cNvPr id="1217" name="Google Shape;1217;p50"/>
          <p:cNvSpPr txBox="1"/>
          <p:nvPr/>
        </p:nvSpPr>
        <p:spPr>
          <a:xfrm>
            <a:off x="2744933" y="4724221"/>
            <a:ext cx="3484087" cy="830740"/>
          </a:xfrm>
          <a:prstGeom prst="rect">
            <a:avLst/>
          </a:prstGeom>
          <a:noFill/>
          <a:ln>
            <a:noFill/>
          </a:ln>
        </p:spPr>
        <p:txBody>
          <a:bodyPr spcFirstLastPara="1" wrap="square" lIns="0" tIns="45700" rIns="0" bIns="45700" anchor="ctr" anchorCtr="0">
            <a:spAutoFit/>
          </a:bodyPr>
          <a:lstStyle/>
          <a:p>
            <a:pPr marL="0" marR="0" lvl="0" indent="0" algn="ctr" rtl="0">
              <a:spcBef>
                <a:spcPts val="0"/>
              </a:spcBef>
              <a:spcAft>
                <a:spcPts val="0"/>
              </a:spcAft>
              <a:buNone/>
            </a:pPr>
            <a:r>
              <a:rPr lang="en-US" sz="2399" b="1">
                <a:solidFill>
                  <a:schemeClr val="lt1"/>
                </a:solidFill>
                <a:latin typeface="Open Sans"/>
                <a:ea typeface="Open Sans"/>
                <a:cs typeface="Open Sans"/>
                <a:sym typeface="Open Sans"/>
              </a:rPr>
              <a:t>01. Un-Managed Scenario</a:t>
            </a:r>
            <a:endParaRPr/>
          </a:p>
        </p:txBody>
      </p:sp>
      <p:grpSp>
        <p:nvGrpSpPr>
          <p:cNvPr id="1218" name="Google Shape;1218;p50"/>
          <p:cNvGrpSpPr/>
          <p:nvPr/>
        </p:nvGrpSpPr>
        <p:grpSpPr>
          <a:xfrm>
            <a:off x="2640029" y="3909061"/>
            <a:ext cx="470524" cy="527087"/>
            <a:chOff x="120651" y="2266950"/>
            <a:chExt cx="2944813" cy="3298825"/>
          </a:xfrm>
        </p:grpSpPr>
        <p:sp>
          <p:nvSpPr>
            <p:cNvPr id="1219" name="Google Shape;1219;p50"/>
            <p:cNvSpPr/>
            <p:nvPr/>
          </p:nvSpPr>
          <p:spPr>
            <a:xfrm>
              <a:off x="1219201" y="3508375"/>
              <a:ext cx="747713" cy="1436688"/>
            </a:xfrm>
            <a:custGeom>
              <a:avLst/>
              <a:gdLst/>
              <a:ahLst/>
              <a:cxnLst/>
              <a:rect l="l" t="t" r="r" b="b"/>
              <a:pathLst>
                <a:path w="347" h="669" extrusionOk="0">
                  <a:moveTo>
                    <a:pt x="206" y="290"/>
                  </a:moveTo>
                  <a:cubicBezTo>
                    <a:pt x="141" y="290"/>
                    <a:pt x="141" y="290"/>
                    <a:pt x="141" y="290"/>
                  </a:cubicBezTo>
                  <a:cubicBezTo>
                    <a:pt x="113" y="290"/>
                    <a:pt x="90" y="267"/>
                    <a:pt x="90" y="238"/>
                  </a:cubicBezTo>
                  <a:cubicBezTo>
                    <a:pt x="90" y="210"/>
                    <a:pt x="113" y="187"/>
                    <a:pt x="141" y="187"/>
                  </a:cubicBezTo>
                  <a:cubicBezTo>
                    <a:pt x="270" y="187"/>
                    <a:pt x="270" y="187"/>
                    <a:pt x="270" y="187"/>
                  </a:cubicBezTo>
                  <a:cubicBezTo>
                    <a:pt x="295" y="187"/>
                    <a:pt x="315" y="167"/>
                    <a:pt x="315" y="142"/>
                  </a:cubicBezTo>
                  <a:cubicBezTo>
                    <a:pt x="315" y="117"/>
                    <a:pt x="295" y="97"/>
                    <a:pt x="270" y="97"/>
                  </a:cubicBezTo>
                  <a:cubicBezTo>
                    <a:pt x="219" y="97"/>
                    <a:pt x="219" y="97"/>
                    <a:pt x="219" y="97"/>
                  </a:cubicBezTo>
                  <a:cubicBezTo>
                    <a:pt x="219" y="45"/>
                    <a:pt x="219" y="45"/>
                    <a:pt x="219" y="45"/>
                  </a:cubicBezTo>
                  <a:cubicBezTo>
                    <a:pt x="219" y="21"/>
                    <a:pt x="198" y="0"/>
                    <a:pt x="174" y="0"/>
                  </a:cubicBezTo>
                  <a:cubicBezTo>
                    <a:pt x="149" y="0"/>
                    <a:pt x="129" y="21"/>
                    <a:pt x="129" y="45"/>
                  </a:cubicBezTo>
                  <a:cubicBezTo>
                    <a:pt x="129" y="97"/>
                    <a:pt x="129" y="97"/>
                    <a:pt x="129" y="97"/>
                  </a:cubicBezTo>
                  <a:cubicBezTo>
                    <a:pt x="57" y="104"/>
                    <a:pt x="0" y="165"/>
                    <a:pt x="0" y="238"/>
                  </a:cubicBezTo>
                  <a:cubicBezTo>
                    <a:pt x="0" y="316"/>
                    <a:pt x="63" y="380"/>
                    <a:pt x="141" y="380"/>
                  </a:cubicBezTo>
                  <a:cubicBezTo>
                    <a:pt x="206" y="380"/>
                    <a:pt x="206" y="380"/>
                    <a:pt x="206" y="380"/>
                  </a:cubicBezTo>
                  <a:cubicBezTo>
                    <a:pt x="234" y="380"/>
                    <a:pt x="257" y="403"/>
                    <a:pt x="257" y="431"/>
                  </a:cubicBezTo>
                  <a:cubicBezTo>
                    <a:pt x="257" y="459"/>
                    <a:pt x="234" y="482"/>
                    <a:pt x="206" y="482"/>
                  </a:cubicBezTo>
                  <a:cubicBezTo>
                    <a:pt x="77" y="482"/>
                    <a:pt x="77" y="482"/>
                    <a:pt x="77" y="482"/>
                  </a:cubicBezTo>
                  <a:cubicBezTo>
                    <a:pt x="52" y="482"/>
                    <a:pt x="32" y="503"/>
                    <a:pt x="32" y="527"/>
                  </a:cubicBezTo>
                  <a:cubicBezTo>
                    <a:pt x="32" y="552"/>
                    <a:pt x="52" y="572"/>
                    <a:pt x="77" y="572"/>
                  </a:cubicBezTo>
                  <a:cubicBezTo>
                    <a:pt x="129" y="572"/>
                    <a:pt x="129" y="572"/>
                    <a:pt x="129" y="572"/>
                  </a:cubicBezTo>
                  <a:cubicBezTo>
                    <a:pt x="129" y="624"/>
                    <a:pt x="129" y="624"/>
                    <a:pt x="129" y="624"/>
                  </a:cubicBezTo>
                  <a:cubicBezTo>
                    <a:pt x="129" y="649"/>
                    <a:pt x="149" y="669"/>
                    <a:pt x="174" y="669"/>
                  </a:cubicBezTo>
                  <a:cubicBezTo>
                    <a:pt x="198" y="669"/>
                    <a:pt x="219" y="649"/>
                    <a:pt x="219" y="624"/>
                  </a:cubicBezTo>
                  <a:cubicBezTo>
                    <a:pt x="219" y="572"/>
                    <a:pt x="219" y="572"/>
                    <a:pt x="219" y="572"/>
                  </a:cubicBezTo>
                  <a:cubicBezTo>
                    <a:pt x="291" y="565"/>
                    <a:pt x="347" y="505"/>
                    <a:pt x="347" y="431"/>
                  </a:cubicBezTo>
                  <a:cubicBezTo>
                    <a:pt x="347" y="353"/>
                    <a:pt x="284" y="290"/>
                    <a:pt x="206" y="290"/>
                  </a:cubicBezTo>
                  <a:close/>
                  <a:moveTo>
                    <a:pt x="206" y="290"/>
                  </a:moveTo>
                  <a:cubicBezTo>
                    <a:pt x="206" y="290"/>
                    <a:pt x="206" y="290"/>
                    <a:pt x="206" y="290"/>
                  </a:cubicBezTo>
                </a:path>
              </a:pathLst>
            </a:custGeom>
            <a:solidFill>
              <a:schemeClr val="lt1"/>
            </a:solidFill>
            <a:ln>
              <a:noFill/>
            </a:ln>
          </p:spPr>
          <p:txBody>
            <a:bodyPr spcFirstLastPara="1" wrap="square" lIns="91400" tIns="45700" rIns="91400" bIns="45700" anchor="t" anchorCtr="0">
              <a:noAutofit/>
            </a:bodyPr>
            <a:lstStyle/>
            <a:p>
              <a:pPr marL="0" marR="0" lvl="0" indent="0" algn="l" rtl="0">
                <a:spcBef>
                  <a:spcPts val="0"/>
                </a:spcBef>
                <a:spcAft>
                  <a:spcPts val="0"/>
                </a:spcAft>
                <a:buNone/>
              </a:pPr>
              <a:endParaRPr sz="2399">
                <a:solidFill>
                  <a:schemeClr val="lt1"/>
                </a:solidFill>
                <a:latin typeface="Calibri"/>
                <a:ea typeface="Calibri"/>
                <a:cs typeface="Calibri"/>
                <a:sym typeface="Calibri"/>
              </a:endParaRPr>
            </a:p>
          </p:txBody>
        </p:sp>
        <p:sp>
          <p:nvSpPr>
            <p:cNvPr id="1220" name="Google Shape;1220;p50"/>
            <p:cNvSpPr/>
            <p:nvPr/>
          </p:nvSpPr>
          <p:spPr>
            <a:xfrm>
              <a:off x="120651" y="2266950"/>
              <a:ext cx="2944813" cy="3298825"/>
            </a:xfrm>
            <a:custGeom>
              <a:avLst/>
              <a:gdLst/>
              <a:ahLst/>
              <a:cxnLst/>
              <a:rect l="l" t="t" r="r" b="b"/>
              <a:pathLst>
                <a:path w="1367" h="1536" extrusionOk="0">
                  <a:moveTo>
                    <a:pt x="1125" y="472"/>
                  </a:moveTo>
                  <a:cubicBezTo>
                    <a:pt x="1125" y="472"/>
                    <a:pt x="1125" y="472"/>
                    <a:pt x="1124" y="472"/>
                  </a:cubicBezTo>
                  <a:cubicBezTo>
                    <a:pt x="1032" y="379"/>
                    <a:pt x="1032" y="379"/>
                    <a:pt x="1032" y="379"/>
                  </a:cubicBezTo>
                  <a:cubicBezTo>
                    <a:pt x="1212" y="379"/>
                    <a:pt x="1212" y="379"/>
                    <a:pt x="1212" y="379"/>
                  </a:cubicBezTo>
                  <a:cubicBezTo>
                    <a:pt x="1237" y="379"/>
                    <a:pt x="1257" y="359"/>
                    <a:pt x="1257" y="334"/>
                  </a:cubicBezTo>
                  <a:cubicBezTo>
                    <a:pt x="1257" y="309"/>
                    <a:pt x="1237" y="289"/>
                    <a:pt x="1212" y="289"/>
                  </a:cubicBezTo>
                  <a:cubicBezTo>
                    <a:pt x="996" y="289"/>
                    <a:pt x="996" y="289"/>
                    <a:pt x="996" y="289"/>
                  </a:cubicBezTo>
                  <a:cubicBezTo>
                    <a:pt x="1108" y="65"/>
                    <a:pt x="1108" y="65"/>
                    <a:pt x="1108" y="65"/>
                  </a:cubicBezTo>
                  <a:cubicBezTo>
                    <a:pt x="1115" y="51"/>
                    <a:pt x="1114" y="35"/>
                    <a:pt x="1106" y="21"/>
                  </a:cubicBezTo>
                  <a:cubicBezTo>
                    <a:pt x="1098" y="8"/>
                    <a:pt x="1083" y="0"/>
                    <a:pt x="1068" y="0"/>
                  </a:cubicBezTo>
                  <a:cubicBezTo>
                    <a:pt x="299" y="0"/>
                    <a:pt x="299" y="0"/>
                    <a:pt x="299" y="0"/>
                  </a:cubicBezTo>
                  <a:cubicBezTo>
                    <a:pt x="284" y="0"/>
                    <a:pt x="269" y="8"/>
                    <a:pt x="261" y="21"/>
                  </a:cubicBezTo>
                  <a:cubicBezTo>
                    <a:pt x="253" y="35"/>
                    <a:pt x="252" y="51"/>
                    <a:pt x="259" y="65"/>
                  </a:cubicBezTo>
                  <a:cubicBezTo>
                    <a:pt x="389" y="325"/>
                    <a:pt x="389" y="325"/>
                    <a:pt x="389" y="325"/>
                  </a:cubicBezTo>
                  <a:cubicBezTo>
                    <a:pt x="243" y="472"/>
                    <a:pt x="243" y="472"/>
                    <a:pt x="243" y="472"/>
                  </a:cubicBezTo>
                  <a:cubicBezTo>
                    <a:pt x="243" y="472"/>
                    <a:pt x="242" y="472"/>
                    <a:pt x="242" y="472"/>
                  </a:cubicBezTo>
                  <a:cubicBezTo>
                    <a:pt x="0" y="715"/>
                    <a:pt x="0" y="1110"/>
                    <a:pt x="243" y="1353"/>
                  </a:cubicBezTo>
                  <a:cubicBezTo>
                    <a:pt x="360" y="1471"/>
                    <a:pt x="517" y="1536"/>
                    <a:pt x="684" y="1536"/>
                  </a:cubicBezTo>
                  <a:cubicBezTo>
                    <a:pt x="850" y="1536"/>
                    <a:pt x="1007" y="1471"/>
                    <a:pt x="1124" y="1353"/>
                  </a:cubicBezTo>
                  <a:cubicBezTo>
                    <a:pt x="1367" y="1110"/>
                    <a:pt x="1367" y="715"/>
                    <a:pt x="1125" y="472"/>
                  </a:cubicBezTo>
                  <a:close/>
                  <a:moveTo>
                    <a:pt x="372" y="90"/>
                  </a:moveTo>
                  <a:cubicBezTo>
                    <a:pt x="995" y="90"/>
                    <a:pt x="995" y="90"/>
                    <a:pt x="995" y="90"/>
                  </a:cubicBezTo>
                  <a:cubicBezTo>
                    <a:pt x="895" y="289"/>
                    <a:pt x="895" y="289"/>
                    <a:pt x="895" y="289"/>
                  </a:cubicBezTo>
                  <a:cubicBezTo>
                    <a:pt x="472" y="289"/>
                    <a:pt x="472" y="289"/>
                    <a:pt x="472" y="289"/>
                  </a:cubicBezTo>
                  <a:lnTo>
                    <a:pt x="372" y="90"/>
                  </a:lnTo>
                  <a:close/>
                  <a:moveTo>
                    <a:pt x="1061" y="1290"/>
                  </a:moveTo>
                  <a:cubicBezTo>
                    <a:pt x="960" y="1391"/>
                    <a:pt x="826" y="1446"/>
                    <a:pt x="684" y="1446"/>
                  </a:cubicBezTo>
                  <a:cubicBezTo>
                    <a:pt x="541" y="1446"/>
                    <a:pt x="407" y="1391"/>
                    <a:pt x="306" y="1290"/>
                  </a:cubicBezTo>
                  <a:cubicBezTo>
                    <a:pt x="98" y="1082"/>
                    <a:pt x="98" y="743"/>
                    <a:pt x="306" y="535"/>
                  </a:cubicBezTo>
                  <a:cubicBezTo>
                    <a:pt x="307" y="535"/>
                    <a:pt x="307" y="535"/>
                    <a:pt x="307" y="535"/>
                  </a:cubicBezTo>
                  <a:cubicBezTo>
                    <a:pt x="463" y="379"/>
                    <a:pt x="463" y="379"/>
                    <a:pt x="463" y="379"/>
                  </a:cubicBezTo>
                  <a:cubicBezTo>
                    <a:pt x="905" y="379"/>
                    <a:pt x="905" y="379"/>
                    <a:pt x="905" y="379"/>
                  </a:cubicBezTo>
                  <a:cubicBezTo>
                    <a:pt x="1060" y="535"/>
                    <a:pt x="1060" y="535"/>
                    <a:pt x="1060" y="535"/>
                  </a:cubicBezTo>
                  <a:cubicBezTo>
                    <a:pt x="1060" y="535"/>
                    <a:pt x="1061" y="535"/>
                    <a:pt x="1061" y="535"/>
                  </a:cubicBezTo>
                  <a:cubicBezTo>
                    <a:pt x="1269" y="743"/>
                    <a:pt x="1269" y="1082"/>
                    <a:pt x="1061" y="1290"/>
                  </a:cubicBezTo>
                  <a:close/>
                  <a:moveTo>
                    <a:pt x="1061" y="1290"/>
                  </a:moveTo>
                  <a:cubicBezTo>
                    <a:pt x="1061" y="1290"/>
                    <a:pt x="1061" y="1290"/>
                    <a:pt x="1061" y="1290"/>
                  </a:cubicBezTo>
                </a:path>
              </a:pathLst>
            </a:custGeom>
            <a:solidFill>
              <a:schemeClr val="lt1"/>
            </a:solidFill>
            <a:ln>
              <a:noFill/>
            </a:ln>
          </p:spPr>
          <p:txBody>
            <a:bodyPr spcFirstLastPara="1" wrap="square" lIns="91400" tIns="45700" rIns="91400" bIns="45700" anchor="t" anchorCtr="0">
              <a:noAutofit/>
            </a:bodyPr>
            <a:lstStyle/>
            <a:p>
              <a:pPr marL="0" marR="0" lvl="0" indent="0" algn="l" rtl="0">
                <a:spcBef>
                  <a:spcPts val="0"/>
                </a:spcBef>
                <a:spcAft>
                  <a:spcPts val="0"/>
                </a:spcAft>
                <a:buNone/>
              </a:pPr>
              <a:endParaRPr sz="2399">
                <a:solidFill>
                  <a:schemeClr val="lt1"/>
                </a:solidFill>
                <a:latin typeface="Calibri"/>
                <a:ea typeface="Calibri"/>
                <a:cs typeface="Calibri"/>
                <a:sym typeface="Calibri"/>
              </a:endParaRPr>
            </a:p>
          </p:txBody>
        </p:sp>
      </p:grpSp>
      <p:sp>
        <p:nvSpPr>
          <p:cNvPr id="17"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75858FC4-2493-B77E-87EC-3466D1176E9E}"/>
                  </a:ext>
                </a:extLst>
              </p14:cNvPr>
              <p14:cNvContentPartPr/>
              <p14:nvPr/>
            </p14:nvContentPartPr>
            <p14:xfrm>
              <a:off x="1299960" y="1847160"/>
              <a:ext cx="10332000" cy="4342320"/>
            </p14:xfrm>
          </p:contentPart>
        </mc:Choice>
        <mc:Fallback>
          <p:pic>
            <p:nvPicPr>
              <p:cNvPr id="2" name="Ink 1">
                <a:extLst>
                  <a:ext uri="{FF2B5EF4-FFF2-40B4-BE49-F238E27FC236}">
                    <a16:creationId xmlns:a16="http://schemas.microsoft.com/office/drawing/2014/main" id="{75858FC4-2493-B77E-87EC-3466D1176E9E}"/>
                  </a:ext>
                </a:extLst>
              </p:cNvPr>
              <p:cNvPicPr/>
              <p:nvPr/>
            </p:nvPicPr>
            <p:blipFill>
              <a:blip r:embed="rId5"/>
              <a:stretch>
                <a:fillRect/>
              </a:stretch>
            </p:blipFill>
            <p:spPr>
              <a:xfrm>
                <a:off x="1290600" y="1837800"/>
                <a:ext cx="10350720" cy="4361040"/>
              </a:xfrm>
              <a:prstGeom prst="rect">
                <a:avLst/>
              </a:prstGeom>
            </p:spPr>
          </p:pic>
        </mc:Fallback>
      </mc:AlternateContent>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51"/>
          <p:cNvSpPr txBox="1">
            <a:spLocks noGrp="1"/>
          </p:cNvSpPr>
          <p:nvPr>
            <p:ph type="title"/>
          </p:nvPr>
        </p:nvSpPr>
        <p:spPr>
          <a:xfrm>
            <a:off x="391076" y="162752"/>
            <a:ext cx="10967086" cy="71089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500"/>
              <a:buFont typeface="Corben"/>
              <a:buNone/>
            </a:pPr>
            <a:r>
              <a:rPr lang="en-US" dirty="0">
                <a:solidFill>
                  <a:srgbClr val="FFC000"/>
                </a:solidFill>
                <a:latin typeface="Cooper Black" panose="0208090404030B020404" pitchFamily="18" charset="0"/>
                <a:ea typeface="Corben"/>
                <a:cs typeface="Corben"/>
                <a:sym typeface="Corben"/>
              </a:rPr>
              <a:t>BO Runtime Implementation Types</a:t>
            </a:r>
            <a:endParaRPr dirty="0">
              <a:solidFill>
                <a:srgbClr val="FFC000"/>
              </a:solidFill>
              <a:latin typeface="Cooper Black" panose="0208090404030B020404" pitchFamily="18" charset="0"/>
            </a:endParaRPr>
          </a:p>
        </p:txBody>
      </p:sp>
      <p:pic>
        <p:nvPicPr>
          <p:cNvPr id="1226" name="Google Shape;1226;p51"/>
          <p:cNvPicPr preferRelativeResize="0"/>
          <p:nvPr/>
        </p:nvPicPr>
        <p:blipFill rotWithShape="1">
          <a:blip r:embed="rId3">
            <a:alphaModFix/>
          </a:blip>
          <a:srcRect/>
          <a:stretch/>
        </p:blipFill>
        <p:spPr>
          <a:xfrm>
            <a:off x="11379302" y="57696"/>
            <a:ext cx="716512" cy="707702"/>
          </a:xfrm>
          <a:prstGeom prst="rect">
            <a:avLst/>
          </a:prstGeom>
          <a:noFill/>
          <a:ln>
            <a:noFill/>
          </a:ln>
        </p:spPr>
      </p:pic>
      <p:pic>
        <p:nvPicPr>
          <p:cNvPr id="1228" name="Google Shape;1228;p51"/>
          <p:cNvPicPr preferRelativeResize="0"/>
          <p:nvPr/>
        </p:nvPicPr>
        <p:blipFill rotWithShape="1">
          <a:blip r:embed="rId4">
            <a:alphaModFix/>
          </a:blip>
          <a:srcRect/>
          <a:stretch/>
        </p:blipFill>
        <p:spPr>
          <a:xfrm>
            <a:off x="616585" y="1325166"/>
            <a:ext cx="10955657" cy="4586444"/>
          </a:xfrm>
          <a:prstGeom prst="rect">
            <a:avLst/>
          </a:prstGeom>
          <a:noFill/>
          <a:ln>
            <a:noFill/>
          </a:ln>
        </p:spPr>
      </p:pic>
      <p:sp>
        <p:nvSpPr>
          <p:cNvPr id="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DD236850-E490-3284-8021-5DC2541CB414}"/>
                  </a:ext>
                </a:extLst>
              </p14:cNvPr>
              <p14:cNvContentPartPr/>
              <p14:nvPr/>
            </p14:nvContentPartPr>
            <p14:xfrm>
              <a:off x="0" y="1604520"/>
              <a:ext cx="9718200" cy="3623400"/>
            </p14:xfrm>
          </p:contentPart>
        </mc:Choice>
        <mc:Fallback>
          <p:pic>
            <p:nvPicPr>
              <p:cNvPr id="2" name="Ink 1">
                <a:extLst>
                  <a:ext uri="{FF2B5EF4-FFF2-40B4-BE49-F238E27FC236}">
                    <a16:creationId xmlns:a16="http://schemas.microsoft.com/office/drawing/2014/main" id="{DD236850-E490-3284-8021-5DC2541CB414}"/>
                  </a:ext>
                </a:extLst>
              </p:cNvPr>
              <p:cNvPicPr/>
              <p:nvPr/>
            </p:nvPicPr>
            <p:blipFill>
              <a:blip r:embed="rId6"/>
              <a:stretch>
                <a:fillRect/>
              </a:stretch>
            </p:blipFill>
            <p:spPr>
              <a:xfrm>
                <a:off x="-9360" y="1595160"/>
                <a:ext cx="9736920" cy="3642120"/>
              </a:xfrm>
              <a:prstGeom prst="rect">
                <a:avLst/>
              </a:prstGeom>
            </p:spPr>
          </p:pic>
        </mc:Fallback>
      </mc:AlternateContent>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F2595-1DC6-DC77-DAB0-7A959C76A9D9}"/>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601CD53D-5D25-E529-ED08-2E80833E5D4E}"/>
              </a:ext>
            </a:extLst>
          </p:cNvPr>
          <p:cNvSpPr>
            <a:spLocks noGrp="1"/>
          </p:cNvSpPr>
          <p:nvPr>
            <p:ph type="body" idx="1"/>
          </p:nvPr>
        </p:nvSpPr>
        <p:spPr/>
        <p:txBody>
          <a:bodyPr/>
          <a:lstStyle/>
          <a:p>
            <a:endParaRPr lang="en-IN"/>
          </a:p>
        </p:txBody>
      </p:sp>
      <p:grpSp>
        <p:nvGrpSpPr>
          <p:cNvPr id="128" name="Group 127">
            <a:extLst>
              <a:ext uri="{FF2B5EF4-FFF2-40B4-BE49-F238E27FC236}">
                <a16:creationId xmlns:a16="http://schemas.microsoft.com/office/drawing/2014/main" id="{D02F2B8A-72DD-B09D-5DAE-5E51C7DFAC8C}"/>
              </a:ext>
            </a:extLst>
          </p:cNvPr>
          <p:cNvGrpSpPr/>
          <p:nvPr/>
        </p:nvGrpSpPr>
        <p:grpSpPr>
          <a:xfrm>
            <a:off x="645944" y="1831602"/>
            <a:ext cx="11109600" cy="4083480"/>
            <a:chOff x="645944" y="1831602"/>
            <a:chExt cx="11109600" cy="4083480"/>
          </a:xfrm>
        </p:grpSpPr>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7BA40F26-B67C-88EB-3A44-8533F27CA3CB}"/>
                    </a:ext>
                  </a:extLst>
                </p14:cNvPr>
                <p14:cNvContentPartPr/>
                <p14:nvPr/>
              </p14:nvContentPartPr>
              <p14:xfrm>
                <a:off x="725144" y="2281242"/>
                <a:ext cx="158760" cy="44640"/>
              </p14:xfrm>
            </p:contentPart>
          </mc:Choice>
          <mc:Fallback>
            <p:pic>
              <p:nvPicPr>
                <p:cNvPr id="4" name="Ink 3">
                  <a:extLst>
                    <a:ext uri="{FF2B5EF4-FFF2-40B4-BE49-F238E27FC236}">
                      <a16:creationId xmlns:a16="http://schemas.microsoft.com/office/drawing/2014/main" id="{7BA40F26-B67C-88EB-3A44-8533F27CA3CB}"/>
                    </a:ext>
                  </a:extLst>
                </p:cNvPr>
                <p:cNvPicPr/>
                <p:nvPr/>
              </p:nvPicPr>
              <p:blipFill>
                <a:blip r:embed="rId3"/>
                <a:stretch>
                  <a:fillRect/>
                </a:stretch>
              </p:blipFill>
              <p:spPr>
                <a:xfrm>
                  <a:off x="716504" y="2272602"/>
                  <a:ext cx="176400" cy="622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98A325E7-6BA6-DA00-B23C-90B3A2C12245}"/>
                    </a:ext>
                  </a:extLst>
                </p14:cNvPr>
                <p14:cNvContentPartPr/>
                <p14:nvPr/>
              </p14:nvContentPartPr>
              <p14:xfrm>
                <a:off x="883904" y="2212482"/>
                <a:ext cx="48600" cy="154800"/>
              </p14:xfrm>
            </p:contentPart>
          </mc:Choice>
          <mc:Fallback>
            <p:pic>
              <p:nvPicPr>
                <p:cNvPr id="5" name="Ink 4">
                  <a:extLst>
                    <a:ext uri="{FF2B5EF4-FFF2-40B4-BE49-F238E27FC236}">
                      <a16:creationId xmlns:a16="http://schemas.microsoft.com/office/drawing/2014/main" id="{98A325E7-6BA6-DA00-B23C-90B3A2C12245}"/>
                    </a:ext>
                  </a:extLst>
                </p:cNvPr>
                <p:cNvPicPr/>
                <p:nvPr/>
              </p:nvPicPr>
              <p:blipFill>
                <a:blip r:embed="rId5"/>
                <a:stretch>
                  <a:fillRect/>
                </a:stretch>
              </p:blipFill>
              <p:spPr>
                <a:xfrm>
                  <a:off x="875264" y="2203842"/>
                  <a:ext cx="66240" cy="1724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8102847F-663D-6AE5-D9E5-63D115EF17BA}"/>
                    </a:ext>
                  </a:extLst>
                </p14:cNvPr>
                <p14:cNvContentPartPr/>
                <p14:nvPr/>
              </p14:nvContentPartPr>
              <p14:xfrm>
                <a:off x="1212224" y="2210322"/>
                <a:ext cx="58320" cy="160200"/>
              </p14:xfrm>
            </p:contentPart>
          </mc:Choice>
          <mc:Fallback>
            <p:pic>
              <p:nvPicPr>
                <p:cNvPr id="6" name="Ink 5">
                  <a:extLst>
                    <a:ext uri="{FF2B5EF4-FFF2-40B4-BE49-F238E27FC236}">
                      <a16:creationId xmlns:a16="http://schemas.microsoft.com/office/drawing/2014/main" id="{8102847F-663D-6AE5-D9E5-63D115EF17BA}"/>
                    </a:ext>
                  </a:extLst>
                </p:cNvPr>
                <p:cNvPicPr/>
                <p:nvPr/>
              </p:nvPicPr>
              <p:blipFill>
                <a:blip r:embed="rId7"/>
                <a:stretch>
                  <a:fillRect/>
                </a:stretch>
              </p:blipFill>
              <p:spPr>
                <a:xfrm>
                  <a:off x="1203224" y="2201682"/>
                  <a:ext cx="75960" cy="1778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28B6DDE5-E53B-ACBF-E776-E1EBE3B1B03D}"/>
                    </a:ext>
                  </a:extLst>
                </p14:cNvPr>
                <p14:cNvContentPartPr/>
                <p14:nvPr/>
              </p14:nvContentPartPr>
              <p14:xfrm>
                <a:off x="1222664" y="2030682"/>
                <a:ext cx="43200" cy="63360"/>
              </p14:xfrm>
            </p:contentPart>
          </mc:Choice>
          <mc:Fallback>
            <p:pic>
              <p:nvPicPr>
                <p:cNvPr id="7" name="Ink 6">
                  <a:extLst>
                    <a:ext uri="{FF2B5EF4-FFF2-40B4-BE49-F238E27FC236}">
                      <a16:creationId xmlns:a16="http://schemas.microsoft.com/office/drawing/2014/main" id="{28B6DDE5-E53B-ACBF-E776-E1EBE3B1B03D}"/>
                    </a:ext>
                  </a:extLst>
                </p:cNvPr>
                <p:cNvPicPr/>
                <p:nvPr/>
              </p:nvPicPr>
              <p:blipFill>
                <a:blip r:embed="rId9"/>
                <a:stretch>
                  <a:fillRect/>
                </a:stretch>
              </p:blipFill>
              <p:spPr>
                <a:xfrm>
                  <a:off x="1214024" y="2022042"/>
                  <a:ext cx="60840" cy="81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7A6AF243-65EE-BC18-4B92-86A067C669CA}"/>
                    </a:ext>
                  </a:extLst>
                </p14:cNvPr>
                <p14:cNvContentPartPr/>
                <p14:nvPr/>
              </p14:nvContentPartPr>
              <p14:xfrm>
                <a:off x="1394024" y="2123922"/>
                <a:ext cx="50400" cy="183960"/>
              </p14:xfrm>
            </p:contentPart>
          </mc:Choice>
          <mc:Fallback>
            <p:pic>
              <p:nvPicPr>
                <p:cNvPr id="8" name="Ink 7">
                  <a:extLst>
                    <a:ext uri="{FF2B5EF4-FFF2-40B4-BE49-F238E27FC236}">
                      <a16:creationId xmlns:a16="http://schemas.microsoft.com/office/drawing/2014/main" id="{7A6AF243-65EE-BC18-4B92-86A067C669CA}"/>
                    </a:ext>
                  </a:extLst>
                </p:cNvPr>
                <p:cNvPicPr/>
                <p:nvPr/>
              </p:nvPicPr>
              <p:blipFill>
                <a:blip r:embed="rId11"/>
                <a:stretch>
                  <a:fillRect/>
                </a:stretch>
              </p:blipFill>
              <p:spPr>
                <a:xfrm>
                  <a:off x="1385024" y="2114922"/>
                  <a:ext cx="68040" cy="2016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D7FB9C4B-DCE5-E794-178F-5EC4ECCBE0EE}"/>
                    </a:ext>
                  </a:extLst>
                </p14:cNvPr>
                <p14:cNvContentPartPr/>
                <p14:nvPr/>
              </p14:nvContentPartPr>
              <p14:xfrm>
                <a:off x="1361984" y="2162082"/>
                <a:ext cx="312840" cy="149400"/>
              </p14:xfrm>
            </p:contentPart>
          </mc:Choice>
          <mc:Fallback>
            <p:pic>
              <p:nvPicPr>
                <p:cNvPr id="9" name="Ink 8">
                  <a:extLst>
                    <a:ext uri="{FF2B5EF4-FFF2-40B4-BE49-F238E27FC236}">
                      <a16:creationId xmlns:a16="http://schemas.microsoft.com/office/drawing/2014/main" id="{D7FB9C4B-DCE5-E794-178F-5EC4ECCBE0EE}"/>
                    </a:ext>
                  </a:extLst>
                </p:cNvPr>
                <p:cNvPicPr/>
                <p:nvPr/>
              </p:nvPicPr>
              <p:blipFill>
                <a:blip r:embed="rId13"/>
                <a:stretch>
                  <a:fillRect/>
                </a:stretch>
              </p:blipFill>
              <p:spPr>
                <a:xfrm>
                  <a:off x="1352984" y="2153442"/>
                  <a:ext cx="330480" cy="1670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0" name="Ink 9">
                  <a:extLst>
                    <a:ext uri="{FF2B5EF4-FFF2-40B4-BE49-F238E27FC236}">
                      <a16:creationId xmlns:a16="http://schemas.microsoft.com/office/drawing/2014/main" id="{F0DB3226-F168-5AD2-07E6-25FA0E82B114}"/>
                    </a:ext>
                  </a:extLst>
                </p14:cNvPr>
                <p14:cNvContentPartPr/>
                <p14:nvPr/>
              </p14:nvContentPartPr>
              <p14:xfrm>
                <a:off x="1736744" y="2105922"/>
                <a:ext cx="176040" cy="201240"/>
              </p14:xfrm>
            </p:contentPart>
          </mc:Choice>
          <mc:Fallback>
            <p:pic>
              <p:nvPicPr>
                <p:cNvPr id="10" name="Ink 9">
                  <a:extLst>
                    <a:ext uri="{FF2B5EF4-FFF2-40B4-BE49-F238E27FC236}">
                      <a16:creationId xmlns:a16="http://schemas.microsoft.com/office/drawing/2014/main" id="{F0DB3226-F168-5AD2-07E6-25FA0E82B114}"/>
                    </a:ext>
                  </a:extLst>
                </p:cNvPr>
                <p:cNvPicPr/>
                <p:nvPr/>
              </p:nvPicPr>
              <p:blipFill>
                <a:blip r:embed="rId15"/>
                <a:stretch>
                  <a:fillRect/>
                </a:stretch>
              </p:blipFill>
              <p:spPr>
                <a:xfrm>
                  <a:off x="1727744" y="2096922"/>
                  <a:ext cx="19368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29485D35-FD8E-5914-C913-6548B28D502C}"/>
                    </a:ext>
                  </a:extLst>
                </p14:cNvPr>
                <p14:cNvContentPartPr/>
                <p14:nvPr/>
              </p14:nvContentPartPr>
              <p14:xfrm>
                <a:off x="645944" y="2718282"/>
                <a:ext cx="231480" cy="151560"/>
              </p14:xfrm>
            </p:contentPart>
          </mc:Choice>
          <mc:Fallback>
            <p:pic>
              <p:nvPicPr>
                <p:cNvPr id="11" name="Ink 10">
                  <a:extLst>
                    <a:ext uri="{FF2B5EF4-FFF2-40B4-BE49-F238E27FC236}">
                      <a16:creationId xmlns:a16="http://schemas.microsoft.com/office/drawing/2014/main" id="{29485D35-FD8E-5914-C913-6548B28D502C}"/>
                    </a:ext>
                  </a:extLst>
                </p:cNvPr>
                <p:cNvPicPr/>
                <p:nvPr/>
              </p:nvPicPr>
              <p:blipFill>
                <a:blip r:embed="rId17"/>
                <a:stretch>
                  <a:fillRect/>
                </a:stretch>
              </p:blipFill>
              <p:spPr>
                <a:xfrm>
                  <a:off x="637304" y="2709282"/>
                  <a:ext cx="24912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5A0C2E85-A2A7-8138-1640-04BD0A84F1A2}"/>
                    </a:ext>
                  </a:extLst>
                </p14:cNvPr>
                <p14:cNvContentPartPr/>
                <p14:nvPr/>
              </p14:nvContentPartPr>
              <p14:xfrm>
                <a:off x="1139144" y="2662482"/>
                <a:ext cx="212760" cy="266760"/>
              </p14:xfrm>
            </p:contentPart>
          </mc:Choice>
          <mc:Fallback>
            <p:pic>
              <p:nvPicPr>
                <p:cNvPr id="12" name="Ink 11">
                  <a:extLst>
                    <a:ext uri="{FF2B5EF4-FFF2-40B4-BE49-F238E27FC236}">
                      <a16:creationId xmlns:a16="http://schemas.microsoft.com/office/drawing/2014/main" id="{5A0C2E85-A2A7-8138-1640-04BD0A84F1A2}"/>
                    </a:ext>
                  </a:extLst>
                </p:cNvPr>
                <p:cNvPicPr/>
                <p:nvPr/>
              </p:nvPicPr>
              <p:blipFill>
                <a:blip r:embed="rId19"/>
                <a:stretch>
                  <a:fillRect/>
                </a:stretch>
              </p:blipFill>
              <p:spPr>
                <a:xfrm>
                  <a:off x="1130504" y="2653482"/>
                  <a:ext cx="230400" cy="2844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 name="Ink 12">
                  <a:extLst>
                    <a:ext uri="{FF2B5EF4-FFF2-40B4-BE49-F238E27FC236}">
                      <a16:creationId xmlns:a16="http://schemas.microsoft.com/office/drawing/2014/main" id="{C2C10DC5-9EDE-AC88-1564-2D55BCBC6129}"/>
                    </a:ext>
                  </a:extLst>
                </p14:cNvPr>
                <p14:cNvContentPartPr/>
                <p14:nvPr/>
              </p14:nvContentPartPr>
              <p14:xfrm>
                <a:off x="1390064" y="2651682"/>
                <a:ext cx="267840" cy="258480"/>
              </p14:xfrm>
            </p:contentPart>
          </mc:Choice>
          <mc:Fallback>
            <p:pic>
              <p:nvPicPr>
                <p:cNvPr id="13" name="Ink 12">
                  <a:extLst>
                    <a:ext uri="{FF2B5EF4-FFF2-40B4-BE49-F238E27FC236}">
                      <a16:creationId xmlns:a16="http://schemas.microsoft.com/office/drawing/2014/main" id="{C2C10DC5-9EDE-AC88-1564-2D55BCBC6129}"/>
                    </a:ext>
                  </a:extLst>
                </p:cNvPr>
                <p:cNvPicPr/>
                <p:nvPr/>
              </p:nvPicPr>
              <p:blipFill>
                <a:blip r:embed="rId21"/>
                <a:stretch>
                  <a:fillRect/>
                </a:stretch>
              </p:blipFill>
              <p:spPr>
                <a:xfrm>
                  <a:off x="1381424" y="2642682"/>
                  <a:ext cx="285480" cy="2761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379E489F-EB87-F873-F5DC-7B83EDD22F21}"/>
                    </a:ext>
                  </a:extLst>
                </p14:cNvPr>
                <p14:cNvContentPartPr/>
                <p14:nvPr/>
              </p14:nvContentPartPr>
              <p14:xfrm>
                <a:off x="1725944" y="2604162"/>
                <a:ext cx="469440" cy="290160"/>
              </p14:xfrm>
            </p:contentPart>
          </mc:Choice>
          <mc:Fallback>
            <p:pic>
              <p:nvPicPr>
                <p:cNvPr id="14" name="Ink 13">
                  <a:extLst>
                    <a:ext uri="{FF2B5EF4-FFF2-40B4-BE49-F238E27FC236}">
                      <a16:creationId xmlns:a16="http://schemas.microsoft.com/office/drawing/2014/main" id="{379E489F-EB87-F873-F5DC-7B83EDD22F21}"/>
                    </a:ext>
                  </a:extLst>
                </p:cNvPr>
                <p:cNvPicPr/>
                <p:nvPr/>
              </p:nvPicPr>
              <p:blipFill>
                <a:blip r:embed="rId23"/>
                <a:stretch>
                  <a:fillRect/>
                </a:stretch>
              </p:blipFill>
              <p:spPr>
                <a:xfrm>
                  <a:off x="1717304" y="2595162"/>
                  <a:ext cx="487080" cy="3078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635B2FF0-57F4-D269-3BF2-3CFD7F12356C}"/>
                    </a:ext>
                  </a:extLst>
                </p14:cNvPr>
                <p14:cNvContentPartPr/>
                <p14:nvPr/>
              </p14:nvContentPartPr>
              <p14:xfrm>
                <a:off x="2189624" y="2761482"/>
                <a:ext cx="166680" cy="41760"/>
              </p14:xfrm>
            </p:contentPart>
          </mc:Choice>
          <mc:Fallback>
            <p:pic>
              <p:nvPicPr>
                <p:cNvPr id="15" name="Ink 14">
                  <a:extLst>
                    <a:ext uri="{FF2B5EF4-FFF2-40B4-BE49-F238E27FC236}">
                      <a16:creationId xmlns:a16="http://schemas.microsoft.com/office/drawing/2014/main" id="{635B2FF0-57F4-D269-3BF2-3CFD7F12356C}"/>
                    </a:ext>
                  </a:extLst>
                </p:cNvPr>
                <p:cNvPicPr/>
                <p:nvPr/>
              </p:nvPicPr>
              <p:blipFill>
                <a:blip r:embed="rId25"/>
                <a:stretch>
                  <a:fillRect/>
                </a:stretch>
              </p:blipFill>
              <p:spPr>
                <a:xfrm>
                  <a:off x="2180624" y="2752482"/>
                  <a:ext cx="184320" cy="594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6" name="Ink 15">
                  <a:extLst>
                    <a:ext uri="{FF2B5EF4-FFF2-40B4-BE49-F238E27FC236}">
                      <a16:creationId xmlns:a16="http://schemas.microsoft.com/office/drawing/2014/main" id="{72CFB1E0-336B-CEE0-CAEB-3CA814227363}"/>
                    </a:ext>
                  </a:extLst>
                </p14:cNvPr>
                <p14:cNvContentPartPr/>
                <p14:nvPr/>
              </p14:nvContentPartPr>
              <p14:xfrm>
                <a:off x="2723504" y="2595522"/>
                <a:ext cx="203760" cy="261720"/>
              </p14:xfrm>
            </p:contentPart>
          </mc:Choice>
          <mc:Fallback>
            <p:pic>
              <p:nvPicPr>
                <p:cNvPr id="16" name="Ink 15">
                  <a:extLst>
                    <a:ext uri="{FF2B5EF4-FFF2-40B4-BE49-F238E27FC236}">
                      <a16:creationId xmlns:a16="http://schemas.microsoft.com/office/drawing/2014/main" id="{72CFB1E0-336B-CEE0-CAEB-3CA814227363}"/>
                    </a:ext>
                  </a:extLst>
                </p:cNvPr>
                <p:cNvPicPr/>
                <p:nvPr/>
              </p:nvPicPr>
              <p:blipFill>
                <a:blip r:embed="rId27"/>
                <a:stretch>
                  <a:fillRect/>
                </a:stretch>
              </p:blipFill>
              <p:spPr>
                <a:xfrm>
                  <a:off x="2714504" y="2586882"/>
                  <a:ext cx="221400" cy="2793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7" name="Ink 16">
                  <a:extLst>
                    <a:ext uri="{FF2B5EF4-FFF2-40B4-BE49-F238E27FC236}">
                      <a16:creationId xmlns:a16="http://schemas.microsoft.com/office/drawing/2014/main" id="{DB47E1F4-CD44-42B4-1ED4-133321099542}"/>
                    </a:ext>
                  </a:extLst>
                </p14:cNvPr>
                <p14:cNvContentPartPr/>
                <p14:nvPr/>
              </p14:nvContentPartPr>
              <p14:xfrm>
                <a:off x="2988464" y="2601642"/>
                <a:ext cx="224280" cy="236160"/>
              </p14:xfrm>
            </p:contentPart>
          </mc:Choice>
          <mc:Fallback>
            <p:pic>
              <p:nvPicPr>
                <p:cNvPr id="17" name="Ink 16">
                  <a:extLst>
                    <a:ext uri="{FF2B5EF4-FFF2-40B4-BE49-F238E27FC236}">
                      <a16:creationId xmlns:a16="http://schemas.microsoft.com/office/drawing/2014/main" id="{DB47E1F4-CD44-42B4-1ED4-133321099542}"/>
                    </a:ext>
                  </a:extLst>
                </p:cNvPr>
                <p:cNvPicPr/>
                <p:nvPr/>
              </p:nvPicPr>
              <p:blipFill>
                <a:blip r:embed="rId29"/>
                <a:stretch>
                  <a:fillRect/>
                </a:stretch>
              </p:blipFill>
              <p:spPr>
                <a:xfrm>
                  <a:off x="2979464" y="2593002"/>
                  <a:ext cx="241920" cy="2538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8" name="Ink 17">
                  <a:extLst>
                    <a:ext uri="{FF2B5EF4-FFF2-40B4-BE49-F238E27FC236}">
                      <a16:creationId xmlns:a16="http://schemas.microsoft.com/office/drawing/2014/main" id="{CDF9C2A6-FBAD-5D00-F056-3B3DC34303EB}"/>
                    </a:ext>
                  </a:extLst>
                </p14:cNvPr>
                <p14:cNvContentPartPr/>
                <p14:nvPr/>
              </p14:nvContentPartPr>
              <p14:xfrm>
                <a:off x="3404264" y="2683362"/>
                <a:ext cx="346320" cy="39960"/>
              </p14:xfrm>
            </p:contentPart>
          </mc:Choice>
          <mc:Fallback>
            <p:pic>
              <p:nvPicPr>
                <p:cNvPr id="18" name="Ink 17">
                  <a:extLst>
                    <a:ext uri="{FF2B5EF4-FFF2-40B4-BE49-F238E27FC236}">
                      <a16:creationId xmlns:a16="http://schemas.microsoft.com/office/drawing/2014/main" id="{CDF9C2A6-FBAD-5D00-F056-3B3DC34303EB}"/>
                    </a:ext>
                  </a:extLst>
                </p:cNvPr>
                <p:cNvPicPr/>
                <p:nvPr/>
              </p:nvPicPr>
              <p:blipFill>
                <a:blip r:embed="rId31"/>
                <a:stretch>
                  <a:fillRect/>
                </a:stretch>
              </p:blipFill>
              <p:spPr>
                <a:xfrm>
                  <a:off x="3395264" y="2674362"/>
                  <a:ext cx="363960" cy="576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9" name="Ink 18">
                  <a:extLst>
                    <a:ext uri="{FF2B5EF4-FFF2-40B4-BE49-F238E27FC236}">
                      <a16:creationId xmlns:a16="http://schemas.microsoft.com/office/drawing/2014/main" id="{59E33E8C-3254-8B3D-EEA1-0B13F07A203F}"/>
                    </a:ext>
                  </a:extLst>
                </p14:cNvPr>
                <p14:cNvContentPartPr/>
                <p14:nvPr/>
              </p14:nvContentPartPr>
              <p14:xfrm>
                <a:off x="3631064" y="2584002"/>
                <a:ext cx="123840" cy="223560"/>
              </p14:xfrm>
            </p:contentPart>
          </mc:Choice>
          <mc:Fallback>
            <p:pic>
              <p:nvPicPr>
                <p:cNvPr id="19" name="Ink 18">
                  <a:extLst>
                    <a:ext uri="{FF2B5EF4-FFF2-40B4-BE49-F238E27FC236}">
                      <a16:creationId xmlns:a16="http://schemas.microsoft.com/office/drawing/2014/main" id="{59E33E8C-3254-8B3D-EEA1-0B13F07A203F}"/>
                    </a:ext>
                  </a:extLst>
                </p:cNvPr>
                <p:cNvPicPr/>
                <p:nvPr/>
              </p:nvPicPr>
              <p:blipFill>
                <a:blip r:embed="rId33"/>
                <a:stretch>
                  <a:fillRect/>
                </a:stretch>
              </p:blipFill>
              <p:spPr>
                <a:xfrm>
                  <a:off x="3622424" y="2575002"/>
                  <a:ext cx="141480" cy="2412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0" name="Ink 19">
                  <a:extLst>
                    <a:ext uri="{FF2B5EF4-FFF2-40B4-BE49-F238E27FC236}">
                      <a16:creationId xmlns:a16="http://schemas.microsoft.com/office/drawing/2014/main" id="{120667DE-D319-DA4F-117E-970F91E6A6BA}"/>
                    </a:ext>
                  </a:extLst>
                </p14:cNvPr>
                <p14:cNvContentPartPr/>
                <p14:nvPr/>
              </p14:nvContentPartPr>
              <p14:xfrm>
                <a:off x="3942464" y="2670042"/>
                <a:ext cx="22320" cy="162720"/>
              </p14:xfrm>
            </p:contentPart>
          </mc:Choice>
          <mc:Fallback>
            <p:pic>
              <p:nvPicPr>
                <p:cNvPr id="20" name="Ink 19">
                  <a:extLst>
                    <a:ext uri="{FF2B5EF4-FFF2-40B4-BE49-F238E27FC236}">
                      <a16:creationId xmlns:a16="http://schemas.microsoft.com/office/drawing/2014/main" id="{120667DE-D319-DA4F-117E-970F91E6A6BA}"/>
                    </a:ext>
                  </a:extLst>
                </p:cNvPr>
                <p:cNvPicPr/>
                <p:nvPr/>
              </p:nvPicPr>
              <p:blipFill>
                <a:blip r:embed="rId35"/>
                <a:stretch>
                  <a:fillRect/>
                </a:stretch>
              </p:blipFill>
              <p:spPr>
                <a:xfrm>
                  <a:off x="3933824" y="2661042"/>
                  <a:ext cx="3996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1" name="Ink 20">
                  <a:extLst>
                    <a:ext uri="{FF2B5EF4-FFF2-40B4-BE49-F238E27FC236}">
                      <a16:creationId xmlns:a16="http://schemas.microsoft.com/office/drawing/2014/main" id="{8C177593-0573-A6B6-8CFB-EA80FB4EB5DA}"/>
                    </a:ext>
                  </a:extLst>
                </p14:cNvPr>
                <p14:cNvContentPartPr/>
                <p14:nvPr/>
              </p14:nvContentPartPr>
              <p14:xfrm>
                <a:off x="3966944" y="2512002"/>
                <a:ext cx="22320" cy="26280"/>
              </p14:xfrm>
            </p:contentPart>
          </mc:Choice>
          <mc:Fallback>
            <p:pic>
              <p:nvPicPr>
                <p:cNvPr id="21" name="Ink 20">
                  <a:extLst>
                    <a:ext uri="{FF2B5EF4-FFF2-40B4-BE49-F238E27FC236}">
                      <a16:creationId xmlns:a16="http://schemas.microsoft.com/office/drawing/2014/main" id="{8C177593-0573-A6B6-8CFB-EA80FB4EB5DA}"/>
                    </a:ext>
                  </a:extLst>
                </p:cNvPr>
                <p:cNvPicPr/>
                <p:nvPr/>
              </p:nvPicPr>
              <p:blipFill>
                <a:blip r:embed="rId37"/>
                <a:stretch>
                  <a:fillRect/>
                </a:stretch>
              </p:blipFill>
              <p:spPr>
                <a:xfrm>
                  <a:off x="3957944" y="2503002"/>
                  <a:ext cx="3996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2" name="Ink 21">
                  <a:extLst>
                    <a:ext uri="{FF2B5EF4-FFF2-40B4-BE49-F238E27FC236}">
                      <a16:creationId xmlns:a16="http://schemas.microsoft.com/office/drawing/2014/main" id="{1F18DD8A-2F38-F4AB-0328-EF48FA71CBA3}"/>
                    </a:ext>
                  </a:extLst>
                </p14:cNvPr>
                <p14:cNvContentPartPr/>
                <p14:nvPr/>
              </p14:nvContentPartPr>
              <p14:xfrm>
                <a:off x="4101584" y="2549442"/>
                <a:ext cx="20160" cy="236880"/>
              </p14:xfrm>
            </p:contentPart>
          </mc:Choice>
          <mc:Fallback>
            <p:pic>
              <p:nvPicPr>
                <p:cNvPr id="22" name="Ink 21">
                  <a:extLst>
                    <a:ext uri="{FF2B5EF4-FFF2-40B4-BE49-F238E27FC236}">
                      <a16:creationId xmlns:a16="http://schemas.microsoft.com/office/drawing/2014/main" id="{1F18DD8A-2F38-F4AB-0328-EF48FA71CBA3}"/>
                    </a:ext>
                  </a:extLst>
                </p:cNvPr>
                <p:cNvPicPr/>
                <p:nvPr/>
              </p:nvPicPr>
              <p:blipFill>
                <a:blip r:embed="rId39"/>
                <a:stretch>
                  <a:fillRect/>
                </a:stretch>
              </p:blipFill>
              <p:spPr>
                <a:xfrm>
                  <a:off x="4092584" y="2540442"/>
                  <a:ext cx="3780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3" name="Ink 22">
                  <a:extLst>
                    <a:ext uri="{FF2B5EF4-FFF2-40B4-BE49-F238E27FC236}">
                      <a16:creationId xmlns:a16="http://schemas.microsoft.com/office/drawing/2014/main" id="{4CEBACFA-1BBB-8705-611F-FB0EFFF87A47}"/>
                    </a:ext>
                  </a:extLst>
                </p14:cNvPr>
                <p14:cNvContentPartPr/>
                <p14:nvPr/>
              </p14:nvContentPartPr>
              <p14:xfrm>
                <a:off x="4068104" y="2631882"/>
                <a:ext cx="387360" cy="164160"/>
              </p14:xfrm>
            </p:contentPart>
          </mc:Choice>
          <mc:Fallback>
            <p:pic>
              <p:nvPicPr>
                <p:cNvPr id="23" name="Ink 22">
                  <a:extLst>
                    <a:ext uri="{FF2B5EF4-FFF2-40B4-BE49-F238E27FC236}">
                      <a16:creationId xmlns:a16="http://schemas.microsoft.com/office/drawing/2014/main" id="{4CEBACFA-1BBB-8705-611F-FB0EFFF87A47}"/>
                    </a:ext>
                  </a:extLst>
                </p:cNvPr>
                <p:cNvPicPr/>
                <p:nvPr/>
              </p:nvPicPr>
              <p:blipFill>
                <a:blip r:embed="rId41"/>
                <a:stretch>
                  <a:fillRect/>
                </a:stretch>
              </p:blipFill>
              <p:spPr>
                <a:xfrm>
                  <a:off x="4059464" y="2622882"/>
                  <a:ext cx="405000" cy="1818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4" name="Ink 23">
                  <a:extLst>
                    <a:ext uri="{FF2B5EF4-FFF2-40B4-BE49-F238E27FC236}">
                      <a16:creationId xmlns:a16="http://schemas.microsoft.com/office/drawing/2014/main" id="{579A8DE9-6A98-8888-BB4A-BABF8EF70E93}"/>
                    </a:ext>
                  </a:extLst>
                </p14:cNvPr>
                <p14:cNvContentPartPr/>
                <p14:nvPr/>
              </p14:nvContentPartPr>
              <p14:xfrm>
                <a:off x="4525664" y="2503362"/>
                <a:ext cx="137520" cy="250920"/>
              </p14:xfrm>
            </p:contentPart>
          </mc:Choice>
          <mc:Fallback>
            <p:pic>
              <p:nvPicPr>
                <p:cNvPr id="24" name="Ink 23">
                  <a:extLst>
                    <a:ext uri="{FF2B5EF4-FFF2-40B4-BE49-F238E27FC236}">
                      <a16:creationId xmlns:a16="http://schemas.microsoft.com/office/drawing/2014/main" id="{579A8DE9-6A98-8888-BB4A-BABF8EF70E93}"/>
                    </a:ext>
                  </a:extLst>
                </p:cNvPr>
                <p:cNvPicPr/>
                <p:nvPr/>
              </p:nvPicPr>
              <p:blipFill>
                <a:blip r:embed="rId43"/>
                <a:stretch>
                  <a:fillRect/>
                </a:stretch>
              </p:blipFill>
              <p:spPr>
                <a:xfrm>
                  <a:off x="4516664" y="2494722"/>
                  <a:ext cx="155160" cy="2685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9" name="Ink 28">
                  <a:extLst>
                    <a:ext uri="{FF2B5EF4-FFF2-40B4-BE49-F238E27FC236}">
                      <a16:creationId xmlns:a16="http://schemas.microsoft.com/office/drawing/2014/main" id="{B271A96D-3D74-E0B3-A1B2-B559741D84C4}"/>
                    </a:ext>
                  </a:extLst>
                </p14:cNvPr>
                <p14:cNvContentPartPr/>
                <p14:nvPr/>
              </p14:nvContentPartPr>
              <p14:xfrm>
                <a:off x="697424" y="3310482"/>
                <a:ext cx="186480" cy="256680"/>
              </p14:xfrm>
            </p:contentPart>
          </mc:Choice>
          <mc:Fallback>
            <p:pic>
              <p:nvPicPr>
                <p:cNvPr id="29" name="Ink 28">
                  <a:extLst>
                    <a:ext uri="{FF2B5EF4-FFF2-40B4-BE49-F238E27FC236}">
                      <a16:creationId xmlns:a16="http://schemas.microsoft.com/office/drawing/2014/main" id="{B271A96D-3D74-E0B3-A1B2-B559741D84C4}"/>
                    </a:ext>
                  </a:extLst>
                </p:cNvPr>
                <p:cNvPicPr/>
                <p:nvPr/>
              </p:nvPicPr>
              <p:blipFill>
                <a:blip r:embed="rId45"/>
                <a:stretch>
                  <a:fillRect/>
                </a:stretch>
              </p:blipFill>
              <p:spPr>
                <a:xfrm>
                  <a:off x="688784" y="3301482"/>
                  <a:ext cx="204120" cy="2743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0" name="Ink 29">
                  <a:extLst>
                    <a:ext uri="{FF2B5EF4-FFF2-40B4-BE49-F238E27FC236}">
                      <a16:creationId xmlns:a16="http://schemas.microsoft.com/office/drawing/2014/main" id="{0B96FE0E-CC57-2725-D52B-7463FF895810}"/>
                    </a:ext>
                  </a:extLst>
                </p14:cNvPr>
                <p14:cNvContentPartPr/>
                <p14:nvPr/>
              </p14:nvContentPartPr>
              <p14:xfrm>
                <a:off x="1200344" y="3314802"/>
                <a:ext cx="256320" cy="290880"/>
              </p14:xfrm>
            </p:contentPart>
          </mc:Choice>
          <mc:Fallback>
            <p:pic>
              <p:nvPicPr>
                <p:cNvPr id="30" name="Ink 29">
                  <a:extLst>
                    <a:ext uri="{FF2B5EF4-FFF2-40B4-BE49-F238E27FC236}">
                      <a16:creationId xmlns:a16="http://schemas.microsoft.com/office/drawing/2014/main" id="{0B96FE0E-CC57-2725-D52B-7463FF895810}"/>
                    </a:ext>
                  </a:extLst>
                </p:cNvPr>
                <p:cNvPicPr/>
                <p:nvPr/>
              </p:nvPicPr>
              <p:blipFill>
                <a:blip r:embed="rId47"/>
                <a:stretch>
                  <a:fillRect/>
                </a:stretch>
              </p:blipFill>
              <p:spPr>
                <a:xfrm>
                  <a:off x="1191704" y="3305802"/>
                  <a:ext cx="273960" cy="3085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1" name="Ink 30">
                  <a:extLst>
                    <a:ext uri="{FF2B5EF4-FFF2-40B4-BE49-F238E27FC236}">
                      <a16:creationId xmlns:a16="http://schemas.microsoft.com/office/drawing/2014/main" id="{13826AAD-66BC-9A5D-5836-CF87E846672A}"/>
                    </a:ext>
                  </a:extLst>
                </p14:cNvPr>
                <p14:cNvContentPartPr/>
                <p14:nvPr/>
              </p14:nvContentPartPr>
              <p14:xfrm>
                <a:off x="1493024" y="3391482"/>
                <a:ext cx="133920" cy="236160"/>
              </p14:xfrm>
            </p:contentPart>
          </mc:Choice>
          <mc:Fallback>
            <p:pic>
              <p:nvPicPr>
                <p:cNvPr id="31" name="Ink 30">
                  <a:extLst>
                    <a:ext uri="{FF2B5EF4-FFF2-40B4-BE49-F238E27FC236}">
                      <a16:creationId xmlns:a16="http://schemas.microsoft.com/office/drawing/2014/main" id="{13826AAD-66BC-9A5D-5836-CF87E846672A}"/>
                    </a:ext>
                  </a:extLst>
                </p:cNvPr>
                <p:cNvPicPr/>
                <p:nvPr/>
              </p:nvPicPr>
              <p:blipFill>
                <a:blip r:embed="rId49"/>
                <a:stretch>
                  <a:fillRect/>
                </a:stretch>
              </p:blipFill>
              <p:spPr>
                <a:xfrm>
                  <a:off x="1484024" y="3382482"/>
                  <a:ext cx="151560" cy="2538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2" name="Ink 31">
                  <a:extLst>
                    <a:ext uri="{FF2B5EF4-FFF2-40B4-BE49-F238E27FC236}">
                      <a16:creationId xmlns:a16="http://schemas.microsoft.com/office/drawing/2014/main" id="{F4C634AD-BEE5-C855-4AAC-965FB60C392F}"/>
                    </a:ext>
                  </a:extLst>
                </p14:cNvPr>
                <p14:cNvContentPartPr/>
                <p14:nvPr/>
              </p14:nvContentPartPr>
              <p14:xfrm>
                <a:off x="1520384" y="3512802"/>
                <a:ext cx="161640" cy="32760"/>
              </p14:xfrm>
            </p:contentPart>
          </mc:Choice>
          <mc:Fallback>
            <p:pic>
              <p:nvPicPr>
                <p:cNvPr id="32" name="Ink 31">
                  <a:extLst>
                    <a:ext uri="{FF2B5EF4-FFF2-40B4-BE49-F238E27FC236}">
                      <a16:creationId xmlns:a16="http://schemas.microsoft.com/office/drawing/2014/main" id="{F4C634AD-BEE5-C855-4AAC-965FB60C392F}"/>
                    </a:ext>
                  </a:extLst>
                </p:cNvPr>
                <p:cNvPicPr/>
                <p:nvPr/>
              </p:nvPicPr>
              <p:blipFill>
                <a:blip r:embed="rId51"/>
                <a:stretch>
                  <a:fillRect/>
                </a:stretch>
              </p:blipFill>
              <p:spPr>
                <a:xfrm>
                  <a:off x="1511744" y="3503802"/>
                  <a:ext cx="179280" cy="504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3" name="Ink 32">
                  <a:extLst>
                    <a:ext uri="{FF2B5EF4-FFF2-40B4-BE49-F238E27FC236}">
                      <a16:creationId xmlns:a16="http://schemas.microsoft.com/office/drawing/2014/main" id="{E2EED441-48FC-0FB3-611F-0852E8CC9E86}"/>
                    </a:ext>
                  </a:extLst>
                </p14:cNvPr>
                <p14:cNvContentPartPr/>
                <p14:nvPr/>
              </p14:nvContentPartPr>
              <p14:xfrm>
                <a:off x="1695344" y="3405882"/>
                <a:ext cx="152640" cy="46800"/>
              </p14:xfrm>
            </p:contentPart>
          </mc:Choice>
          <mc:Fallback>
            <p:pic>
              <p:nvPicPr>
                <p:cNvPr id="33" name="Ink 32">
                  <a:extLst>
                    <a:ext uri="{FF2B5EF4-FFF2-40B4-BE49-F238E27FC236}">
                      <a16:creationId xmlns:a16="http://schemas.microsoft.com/office/drawing/2014/main" id="{E2EED441-48FC-0FB3-611F-0852E8CC9E86}"/>
                    </a:ext>
                  </a:extLst>
                </p:cNvPr>
                <p:cNvPicPr/>
                <p:nvPr/>
              </p:nvPicPr>
              <p:blipFill>
                <a:blip r:embed="rId53"/>
                <a:stretch>
                  <a:fillRect/>
                </a:stretch>
              </p:blipFill>
              <p:spPr>
                <a:xfrm>
                  <a:off x="1686704" y="3396882"/>
                  <a:ext cx="170280" cy="644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4" name="Ink 33">
                  <a:extLst>
                    <a:ext uri="{FF2B5EF4-FFF2-40B4-BE49-F238E27FC236}">
                      <a16:creationId xmlns:a16="http://schemas.microsoft.com/office/drawing/2014/main" id="{78D1A263-2680-3803-C6EF-B50E9E0A7AC5}"/>
                    </a:ext>
                  </a:extLst>
                </p14:cNvPr>
                <p14:cNvContentPartPr/>
                <p14:nvPr/>
              </p14:nvContentPartPr>
              <p14:xfrm>
                <a:off x="1782464" y="3355482"/>
                <a:ext cx="66600" cy="224640"/>
              </p14:xfrm>
            </p:contentPart>
          </mc:Choice>
          <mc:Fallback>
            <p:pic>
              <p:nvPicPr>
                <p:cNvPr id="34" name="Ink 33">
                  <a:extLst>
                    <a:ext uri="{FF2B5EF4-FFF2-40B4-BE49-F238E27FC236}">
                      <a16:creationId xmlns:a16="http://schemas.microsoft.com/office/drawing/2014/main" id="{78D1A263-2680-3803-C6EF-B50E9E0A7AC5}"/>
                    </a:ext>
                  </a:extLst>
                </p:cNvPr>
                <p:cNvPicPr/>
                <p:nvPr/>
              </p:nvPicPr>
              <p:blipFill>
                <a:blip r:embed="rId55"/>
                <a:stretch>
                  <a:fillRect/>
                </a:stretch>
              </p:blipFill>
              <p:spPr>
                <a:xfrm>
                  <a:off x="1773464" y="3346842"/>
                  <a:ext cx="84240" cy="2422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5" name="Ink 34">
                  <a:extLst>
                    <a:ext uri="{FF2B5EF4-FFF2-40B4-BE49-F238E27FC236}">
                      <a16:creationId xmlns:a16="http://schemas.microsoft.com/office/drawing/2014/main" id="{4778C3B5-6E55-C981-7C14-DFAE7B919CA2}"/>
                    </a:ext>
                  </a:extLst>
                </p14:cNvPr>
                <p14:cNvContentPartPr/>
                <p14:nvPr/>
              </p14:nvContentPartPr>
              <p14:xfrm>
                <a:off x="2137064" y="3289962"/>
                <a:ext cx="325440" cy="43200"/>
              </p14:xfrm>
            </p:contentPart>
          </mc:Choice>
          <mc:Fallback>
            <p:pic>
              <p:nvPicPr>
                <p:cNvPr id="35" name="Ink 34">
                  <a:extLst>
                    <a:ext uri="{FF2B5EF4-FFF2-40B4-BE49-F238E27FC236}">
                      <a16:creationId xmlns:a16="http://schemas.microsoft.com/office/drawing/2014/main" id="{4778C3B5-6E55-C981-7C14-DFAE7B919CA2}"/>
                    </a:ext>
                  </a:extLst>
                </p:cNvPr>
                <p:cNvPicPr/>
                <p:nvPr/>
              </p:nvPicPr>
              <p:blipFill>
                <a:blip r:embed="rId57"/>
                <a:stretch>
                  <a:fillRect/>
                </a:stretch>
              </p:blipFill>
              <p:spPr>
                <a:xfrm>
                  <a:off x="2128424" y="3281322"/>
                  <a:ext cx="343080" cy="608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6" name="Ink 35">
                  <a:extLst>
                    <a:ext uri="{FF2B5EF4-FFF2-40B4-BE49-F238E27FC236}">
                      <a16:creationId xmlns:a16="http://schemas.microsoft.com/office/drawing/2014/main" id="{F6141758-5615-5A4C-6C76-118D7E984525}"/>
                    </a:ext>
                  </a:extLst>
                </p14:cNvPr>
                <p14:cNvContentPartPr/>
                <p14:nvPr/>
              </p14:nvContentPartPr>
              <p14:xfrm>
                <a:off x="2290424" y="3265842"/>
                <a:ext cx="114840" cy="258480"/>
              </p14:xfrm>
            </p:contentPart>
          </mc:Choice>
          <mc:Fallback>
            <p:pic>
              <p:nvPicPr>
                <p:cNvPr id="36" name="Ink 35">
                  <a:extLst>
                    <a:ext uri="{FF2B5EF4-FFF2-40B4-BE49-F238E27FC236}">
                      <a16:creationId xmlns:a16="http://schemas.microsoft.com/office/drawing/2014/main" id="{F6141758-5615-5A4C-6C76-118D7E984525}"/>
                    </a:ext>
                  </a:extLst>
                </p:cNvPr>
                <p:cNvPicPr/>
                <p:nvPr/>
              </p:nvPicPr>
              <p:blipFill>
                <a:blip r:embed="rId59"/>
                <a:stretch>
                  <a:fillRect/>
                </a:stretch>
              </p:blipFill>
              <p:spPr>
                <a:xfrm>
                  <a:off x="2281424" y="3256842"/>
                  <a:ext cx="132480" cy="2761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7" name="Ink 36">
                  <a:extLst>
                    <a:ext uri="{FF2B5EF4-FFF2-40B4-BE49-F238E27FC236}">
                      <a16:creationId xmlns:a16="http://schemas.microsoft.com/office/drawing/2014/main" id="{B7A3DFA7-BDF8-EE3E-3024-5BDA30D299FB}"/>
                    </a:ext>
                  </a:extLst>
                </p14:cNvPr>
                <p14:cNvContentPartPr/>
                <p14:nvPr/>
              </p14:nvContentPartPr>
              <p14:xfrm>
                <a:off x="2563664" y="3248922"/>
                <a:ext cx="187920" cy="312120"/>
              </p14:xfrm>
            </p:contentPart>
          </mc:Choice>
          <mc:Fallback>
            <p:pic>
              <p:nvPicPr>
                <p:cNvPr id="37" name="Ink 36">
                  <a:extLst>
                    <a:ext uri="{FF2B5EF4-FFF2-40B4-BE49-F238E27FC236}">
                      <a16:creationId xmlns:a16="http://schemas.microsoft.com/office/drawing/2014/main" id="{B7A3DFA7-BDF8-EE3E-3024-5BDA30D299FB}"/>
                    </a:ext>
                  </a:extLst>
                </p:cNvPr>
                <p:cNvPicPr/>
                <p:nvPr/>
              </p:nvPicPr>
              <p:blipFill>
                <a:blip r:embed="rId61"/>
                <a:stretch>
                  <a:fillRect/>
                </a:stretch>
              </p:blipFill>
              <p:spPr>
                <a:xfrm>
                  <a:off x="2554664" y="3239922"/>
                  <a:ext cx="205560" cy="3297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8" name="Ink 37">
                  <a:extLst>
                    <a:ext uri="{FF2B5EF4-FFF2-40B4-BE49-F238E27FC236}">
                      <a16:creationId xmlns:a16="http://schemas.microsoft.com/office/drawing/2014/main" id="{8BD4059F-39F2-9705-C565-C559CCBB37A4}"/>
                    </a:ext>
                  </a:extLst>
                </p14:cNvPr>
                <p14:cNvContentPartPr/>
                <p14:nvPr/>
              </p14:nvContentPartPr>
              <p14:xfrm>
                <a:off x="2609744" y="3252522"/>
                <a:ext cx="475200" cy="290160"/>
              </p14:xfrm>
            </p:contentPart>
          </mc:Choice>
          <mc:Fallback>
            <p:pic>
              <p:nvPicPr>
                <p:cNvPr id="38" name="Ink 37">
                  <a:extLst>
                    <a:ext uri="{FF2B5EF4-FFF2-40B4-BE49-F238E27FC236}">
                      <a16:creationId xmlns:a16="http://schemas.microsoft.com/office/drawing/2014/main" id="{8BD4059F-39F2-9705-C565-C559CCBB37A4}"/>
                    </a:ext>
                  </a:extLst>
                </p:cNvPr>
                <p:cNvPicPr/>
                <p:nvPr/>
              </p:nvPicPr>
              <p:blipFill>
                <a:blip r:embed="rId63"/>
                <a:stretch>
                  <a:fillRect/>
                </a:stretch>
              </p:blipFill>
              <p:spPr>
                <a:xfrm>
                  <a:off x="2600744" y="3243522"/>
                  <a:ext cx="492840" cy="3078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9" name="Ink 38">
                  <a:extLst>
                    <a:ext uri="{FF2B5EF4-FFF2-40B4-BE49-F238E27FC236}">
                      <a16:creationId xmlns:a16="http://schemas.microsoft.com/office/drawing/2014/main" id="{BCCEC0C2-835E-0F8F-0D0B-F325EC142E6F}"/>
                    </a:ext>
                  </a:extLst>
                </p14:cNvPr>
                <p14:cNvContentPartPr/>
                <p14:nvPr/>
              </p14:nvContentPartPr>
              <p14:xfrm>
                <a:off x="3107264" y="3283482"/>
                <a:ext cx="152280" cy="268560"/>
              </p14:xfrm>
            </p:contentPart>
          </mc:Choice>
          <mc:Fallback>
            <p:pic>
              <p:nvPicPr>
                <p:cNvPr id="39" name="Ink 38">
                  <a:extLst>
                    <a:ext uri="{FF2B5EF4-FFF2-40B4-BE49-F238E27FC236}">
                      <a16:creationId xmlns:a16="http://schemas.microsoft.com/office/drawing/2014/main" id="{BCCEC0C2-835E-0F8F-0D0B-F325EC142E6F}"/>
                    </a:ext>
                  </a:extLst>
                </p:cNvPr>
                <p:cNvPicPr/>
                <p:nvPr/>
              </p:nvPicPr>
              <p:blipFill>
                <a:blip r:embed="rId65"/>
                <a:stretch>
                  <a:fillRect/>
                </a:stretch>
              </p:blipFill>
              <p:spPr>
                <a:xfrm>
                  <a:off x="3098624" y="3274842"/>
                  <a:ext cx="169920" cy="2862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0" name="Ink 39">
                  <a:extLst>
                    <a:ext uri="{FF2B5EF4-FFF2-40B4-BE49-F238E27FC236}">
                      <a16:creationId xmlns:a16="http://schemas.microsoft.com/office/drawing/2014/main" id="{6EDB82A6-57EA-2BD1-C6E3-4ABF1FD2D794}"/>
                    </a:ext>
                  </a:extLst>
                </p14:cNvPr>
                <p14:cNvContentPartPr/>
                <p14:nvPr/>
              </p14:nvContentPartPr>
              <p14:xfrm>
                <a:off x="3335504" y="3310482"/>
                <a:ext cx="147600" cy="250560"/>
              </p14:xfrm>
            </p:contentPart>
          </mc:Choice>
          <mc:Fallback>
            <p:pic>
              <p:nvPicPr>
                <p:cNvPr id="40" name="Ink 39">
                  <a:extLst>
                    <a:ext uri="{FF2B5EF4-FFF2-40B4-BE49-F238E27FC236}">
                      <a16:creationId xmlns:a16="http://schemas.microsoft.com/office/drawing/2014/main" id="{6EDB82A6-57EA-2BD1-C6E3-4ABF1FD2D794}"/>
                    </a:ext>
                  </a:extLst>
                </p:cNvPr>
                <p:cNvPicPr/>
                <p:nvPr/>
              </p:nvPicPr>
              <p:blipFill>
                <a:blip r:embed="rId67"/>
                <a:stretch>
                  <a:fillRect/>
                </a:stretch>
              </p:blipFill>
              <p:spPr>
                <a:xfrm>
                  <a:off x="3326864" y="3301482"/>
                  <a:ext cx="165240" cy="2682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1" name="Ink 40">
                  <a:extLst>
                    <a:ext uri="{FF2B5EF4-FFF2-40B4-BE49-F238E27FC236}">
                      <a16:creationId xmlns:a16="http://schemas.microsoft.com/office/drawing/2014/main" id="{726ADD94-218E-AFF8-C814-4B42BA67C397}"/>
                    </a:ext>
                  </a:extLst>
                </p14:cNvPr>
                <p14:cNvContentPartPr/>
                <p14:nvPr/>
              </p14:nvContentPartPr>
              <p14:xfrm>
                <a:off x="3394904" y="3445482"/>
                <a:ext cx="171000" cy="12960"/>
              </p14:xfrm>
            </p:contentPart>
          </mc:Choice>
          <mc:Fallback>
            <p:pic>
              <p:nvPicPr>
                <p:cNvPr id="41" name="Ink 40">
                  <a:extLst>
                    <a:ext uri="{FF2B5EF4-FFF2-40B4-BE49-F238E27FC236}">
                      <a16:creationId xmlns:a16="http://schemas.microsoft.com/office/drawing/2014/main" id="{726ADD94-218E-AFF8-C814-4B42BA67C397}"/>
                    </a:ext>
                  </a:extLst>
                </p:cNvPr>
                <p:cNvPicPr/>
                <p:nvPr/>
              </p:nvPicPr>
              <p:blipFill>
                <a:blip r:embed="rId69"/>
                <a:stretch>
                  <a:fillRect/>
                </a:stretch>
              </p:blipFill>
              <p:spPr>
                <a:xfrm>
                  <a:off x="3386264" y="3436482"/>
                  <a:ext cx="188640" cy="306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4" name="Ink 43">
                  <a:extLst>
                    <a:ext uri="{FF2B5EF4-FFF2-40B4-BE49-F238E27FC236}">
                      <a16:creationId xmlns:a16="http://schemas.microsoft.com/office/drawing/2014/main" id="{20F977B1-74CA-BBC7-AD85-E04C32B17DEB}"/>
                    </a:ext>
                  </a:extLst>
                </p14:cNvPr>
                <p14:cNvContentPartPr/>
                <p14:nvPr/>
              </p14:nvContentPartPr>
              <p14:xfrm>
                <a:off x="3883424" y="3326682"/>
                <a:ext cx="46440" cy="249840"/>
              </p14:xfrm>
            </p:contentPart>
          </mc:Choice>
          <mc:Fallback>
            <p:pic>
              <p:nvPicPr>
                <p:cNvPr id="44" name="Ink 43">
                  <a:extLst>
                    <a:ext uri="{FF2B5EF4-FFF2-40B4-BE49-F238E27FC236}">
                      <a16:creationId xmlns:a16="http://schemas.microsoft.com/office/drawing/2014/main" id="{20F977B1-74CA-BBC7-AD85-E04C32B17DEB}"/>
                    </a:ext>
                  </a:extLst>
                </p:cNvPr>
                <p:cNvPicPr/>
                <p:nvPr/>
              </p:nvPicPr>
              <p:blipFill>
                <a:blip r:embed="rId71"/>
                <a:stretch>
                  <a:fillRect/>
                </a:stretch>
              </p:blipFill>
              <p:spPr>
                <a:xfrm>
                  <a:off x="3874424" y="3318042"/>
                  <a:ext cx="64080" cy="2674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5" name="Ink 44">
                  <a:extLst>
                    <a:ext uri="{FF2B5EF4-FFF2-40B4-BE49-F238E27FC236}">
                      <a16:creationId xmlns:a16="http://schemas.microsoft.com/office/drawing/2014/main" id="{5A89E5E4-3D91-BF7B-9B7D-ADFB0EF70F1A}"/>
                    </a:ext>
                  </a:extLst>
                </p14:cNvPr>
                <p14:cNvContentPartPr/>
                <p14:nvPr/>
              </p14:nvContentPartPr>
              <p14:xfrm>
                <a:off x="3864344" y="3279162"/>
                <a:ext cx="210240" cy="159840"/>
              </p14:xfrm>
            </p:contentPart>
          </mc:Choice>
          <mc:Fallback>
            <p:pic>
              <p:nvPicPr>
                <p:cNvPr id="45" name="Ink 44">
                  <a:extLst>
                    <a:ext uri="{FF2B5EF4-FFF2-40B4-BE49-F238E27FC236}">
                      <a16:creationId xmlns:a16="http://schemas.microsoft.com/office/drawing/2014/main" id="{5A89E5E4-3D91-BF7B-9B7D-ADFB0EF70F1A}"/>
                    </a:ext>
                  </a:extLst>
                </p:cNvPr>
                <p:cNvPicPr/>
                <p:nvPr/>
              </p:nvPicPr>
              <p:blipFill>
                <a:blip r:embed="rId73"/>
                <a:stretch>
                  <a:fillRect/>
                </a:stretch>
              </p:blipFill>
              <p:spPr>
                <a:xfrm>
                  <a:off x="3855344" y="3270162"/>
                  <a:ext cx="22788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6" name="Ink 45">
                  <a:extLst>
                    <a:ext uri="{FF2B5EF4-FFF2-40B4-BE49-F238E27FC236}">
                      <a16:creationId xmlns:a16="http://schemas.microsoft.com/office/drawing/2014/main" id="{AA183A2F-1503-C405-8069-E0792BB3FC91}"/>
                    </a:ext>
                  </a:extLst>
                </p14:cNvPr>
                <p14:cNvContentPartPr/>
                <p14:nvPr/>
              </p14:nvContentPartPr>
              <p14:xfrm>
                <a:off x="3915104" y="3321282"/>
                <a:ext cx="367560" cy="205200"/>
              </p14:xfrm>
            </p:contentPart>
          </mc:Choice>
          <mc:Fallback>
            <p:pic>
              <p:nvPicPr>
                <p:cNvPr id="46" name="Ink 45">
                  <a:extLst>
                    <a:ext uri="{FF2B5EF4-FFF2-40B4-BE49-F238E27FC236}">
                      <a16:creationId xmlns:a16="http://schemas.microsoft.com/office/drawing/2014/main" id="{AA183A2F-1503-C405-8069-E0792BB3FC91}"/>
                    </a:ext>
                  </a:extLst>
                </p:cNvPr>
                <p:cNvPicPr/>
                <p:nvPr/>
              </p:nvPicPr>
              <p:blipFill>
                <a:blip r:embed="rId75"/>
                <a:stretch>
                  <a:fillRect/>
                </a:stretch>
              </p:blipFill>
              <p:spPr>
                <a:xfrm>
                  <a:off x="3906104" y="3312282"/>
                  <a:ext cx="385200" cy="22284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7" name="Ink 46">
                  <a:extLst>
                    <a:ext uri="{FF2B5EF4-FFF2-40B4-BE49-F238E27FC236}">
                      <a16:creationId xmlns:a16="http://schemas.microsoft.com/office/drawing/2014/main" id="{B833A4F8-7509-0B74-92D1-C88B4EEBB5F9}"/>
                    </a:ext>
                  </a:extLst>
                </p14:cNvPr>
                <p14:cNvContentPartPr/>
                <p14:nvPr/>
              </p14:nvContentPartPr>
              <p14:xfrm>
                <a:off x="4387784" y="3241722"/>
                <a:ext cx="218160" cy="281520"/>
              </p14:xfrm>
            </p:contentPart>
          </mc:Choice>
          <mc:Fallback>
            <p:pic>
              <p:nvPicPr>
                <p:cNvPr id="47" name="Ink 46">
                  <a:extLst>
                    <a:ext uri="{FF2B5EF4-FFF2-40B4-BE49-F238E27FC236}">
                      <a16:creationId xmlns:a16="http://schemas.microsoft.com/office/drawing/2014/main" id="{B833A4F8-7509-0B74-92D1-C88B4EEBB5F9}"/>
                    </a:ext>
                  </a:extLst>
                </p:cNvPr>
                <p:cNvPicPr/>
                <p:nvPr/>
              </p:nvPicPr>
              <p:blipFill>
                <a:blip r:embed="rId77"/>
                <a:stretch>
                  <a:fillRect/>
                </a:stretch>
              </p:blipFill>
              <p:spPr>
                <a:xfrm>
                  <a:off x="4378784" y="3233082"/>
                  <a:ext cx="235800" cy="29916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8" name="Ink 47">
                  <a:extLst>
                    <a:ext uri="{FF2B5EF4-FFF2-40B4-BE49-F238E27FC236}">
                      <a16:creationId xmlns:a16="http://schemas.microsoft.com/office/drawing/2014/main" id="{EF626704-CC41-8B6A-2912-3B0520D40488}"/>
                    </a:ext>
                  </a:extLst>
                </p14:cNvPr>
                <p14:cNvContentPartPr/>
                <p14:nvPr/>
              </p14:nvContentPartPr>
              <p14:xfrm>
                <a:off x="4896464" y="3187722"/>
                <a:ext cx="85320" cy="390960"/>
              </p14:xfrm>
            </p:contentPart>
          </mc:Choice>
          <mc:Fallback>
            <p:pic>
              <p:nvPicPr>
                <p:cNvPr id="48" name="Ink 47">
                  <a:extLst>
                    <a:ext uri="{FF2B5EF4-FFF2-40B4-BE49-F238E27FC236}">
                      <a16:creationId xmlns:a16="http://schemas.microsoft.com/office/drawing/2014/main" id="{EF626704-CC41-8B6A-2912-3B0520D40488}"/>
                    </a:ext>
                  </a:extLst>
                </p:cNvPr>
                <p:cNvPicPr/>
                <p:nvPr/>
              </p:nvPicPr>
              <p:blipFill>
                <a:blip r:embed="rId79"/>
                <a:stretch>
                  <a:fillRect/>
                </a:stretch>
              </p:blipFill>
              <p:spPr>
                <a:xfrm>
                  <a:off x="4887824" y="3178722"/>
                  <a:ext cx="102960" cy="4086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9" name="Ink 48">
                  <a:extLst>
                    <a:ext uri="{FF2B5EF4-FFF2-40B4-BE49-F238E27FC236}">
                      <a16:creationId xmlns:a16="http://schemas.microsoft.com/office/drawing/2014/main" id="{1293A026-DC05-941D-BF96-31800581ECD9}"/>
                    </a:ext>
                  </a:extLst>
                </p14:cNvPr>
                <p14:cNvContentPartPr/>
                <p14:nvPr/>
              </p14:nvContentPartPr>
              <p14:xfrm>
                <a:off x="4962704" y="3220122"/>
                <a:ext cx="123840" cy="66600"/>
              </p14:xfrm>
            </p:contentPart>
          </mc:Choice>
          <mc:Fallback>
            <p:pic>
              <p:nvPicPr>
                <p:cNvPr id="49" name="Ink 48">
                  <a:extLst>
                    <a:ext uri="{FF2B5EF4-FFF2-40B4-BE49-F238E27FC236}">
                      <a16:creationId xmlns:a16="http://schemas.microsoft.com/office/drawing/2014/main" id="{1293A026-DC05-941D-BF96-31800581ECD9}"/>
                    </a:ext>
                  </a:extLst>
                </p:cNvPr>
                <p:cNvPicPr/>
                <p:nvPr/>
              </p:nvPicPr>
              <p:blipFill>
                <a:blip r:embed="rId81"/>
                <a:stretch>
                  <a:fillRect/>
                </a:stretch>
              </p:blipFill>
              <p:spPr>
                <a:xfrm>
                  <a:off x="4954064" y="3211482"/>
                  <a:ext cx="14148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0" name="Ink 49">
                  <a:extLst>
                    <a:ext uri="{FF2B5EF4-FFF2-40B4-BE49-F238E27FC236}">
                      <a16:creationId xmlns:a16="http://schemas.microsoft.com/office/drawing/2014/main" id="{F4190882-5EE4-EA7E-8650-CF6C62B00DF7}"/>
                    </a:ext>
                  </a:extLst>
                </p14:cNvPr>
                <p14:cNvContentPartPr/>
                <p14:nvPr/>
              </p14:nvContentPartPr>
              <p14:xfrm>
                <a:off x="4935704" y="3399042"/>
                <a:ext cx="96840" cy="20520"/>
              </p14:xfrm>
            </p:contentPart>
          </mc:Choice>
          <mc:Fallback>
            <p:pic>
              <p:nvPicPr>
                <p:cNvPr id="50" name="Ink 49">
                  <a:extLst>
                    <a:ext uri="{FF2B5EF4-FFF2-40B4-BE49-F238E27FC236}">
                      <a16:creationId xmlns:a16="http://schemas.microsoft.com/office/drawing/2014/main" id="{F4190882-5EE4-EA7E-8650-CF6C62B00DF7}"/>
                    </a:ext>
                  </a:extLst>
                </p:cNvPr>
                <p:cNvPicPr/>
                <p:nvPr/>
              </p:nvPicPr>
              <p:blipFill>
                <a:blip r:embed="rId83"/>
                <a:stretch>
                  <a:fillRect/>
                </a:stretch>
              </p:blipFill>
              <p:spPr>
                <a:xfrm>
                  <a:off x="4926704" y="3390402"/>
                  <a:ext cx="11448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1" name="Ink 50">
                  <a:extLst>
                    <a:ext uri="{FF2B5EF4-FFF2-40B4-BE49-F238E27FC236}">
                      <a16:creationId xmlns:a16="http://schemas.microsoft.com/office/drawing/2014/main" id="{FDBBDDAE-DA41-38BE-2C7B-D4A77DC7BB91}"/>
                    </a:ext>
                  </a:extLst>
                </p14:cNvPr>
                <p14:cNvContentPartPr/>
                <p14:nvPr/>
              </p14:nvContentPartPr>
              <p14:xfrm>
                <a:off x="5244944" y="3298242"/>
                <a:ext cx="16560" cy="155160"/>
              </p14:xfrm>
            </p:contentPart>
          </mc:Choice>
          <mc:Fallback>
            <p:pic>
              <p:nvPicPr>
                <p:cNvPr id="51" name="Ink 50">
                  <a:extLst>
                    <a:ext uri="{FF2B5EF4-FFF2-40B4-BE49-F238E27FC236}">
                      <a16:creationId xmlns:a16="http://schemas.microsoft.com/office/drawing/2014/main" id="{FDBBDDAE-DA41-38BE-2C7B-D4A77DC7BB91}"/>
                    </a:ext>
                  </a:extLst>
                </p:cNvPr>
                <p:cNvPicPr/>
                <p:nvPr/>
              </p:nvPicPr>
              <p:blipFill>
                <a:blip r:embed="rId85"/>
                <a:stretch>
                  <a:fillRect/>
                </a:stretch>
              </p:blipFill>
              <p:spPr>
                <a:xfrm>
                  <a:off x="5235944" y="3289242"/>
                  <a:ext cx="34200" cy="1728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2" name="Ink 51">
                  <a:extLst>
                    <a:ext uri="{FF2B5EF4-FFF2-40B4-BE49-F238E27FC236}">
                      <a16:creationId xmlns:a16="http://schemas.microsoft.com/office/drawing/2014/main" id="{540E9E90-2EA8-9F21-83EF-7A2B292CB47E}"/>
                    </a:ext>
                  </a:extLst>
                </p14:cNvPr>
                <p14:cNvContentPartPr/>
                <p14:nvPr/>
              </p14:nvContentPartPr>
              <p14:xfrm>
                <a:off x="5188064" y="3216522"/>
                <a:ext cx="178560" cy="272160"/>
              </p14:xfrm>
            </p:contentPart>
          </mc:Choice>
          <mc:Fallback>
            <p:pic>
              <p:nvPicPr>
                <p:cNvPr id="52" name="Ink 51">
                  <a:extLst>
                    <a:ext uri="{FF2B5EF4-FFF2-40B4-BE49-F238E27FC236}">
                      <a16:creationId xmlns:a16="http://schemas.microsoft.com/office/drawing/2014/main" id="{540E9E90-2EA8-9F21-83EF-7A2B292CB47E}"/>
                    </a:ext>
                  </a:extLst>
                </p:cNvPr>
                <p:cNvPicPr/>
                <p:nvPr/>
              </p:nvPicPr>
              <p:blipFill>
                <a:blip r:embed="rId87"/>
                <a:stretch>
                  <a:fillRect/>
                </a:stretch>
              </p:blipFill>
              <p:spPr>
                <a:xfrm>
                  <a:off x="5179424" y="3207522"/>
                  <a:ext cx="196200" cy="28980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5" name="Ink 54">
                  <a:extLst>
                    <a:ext uri="{FF2B5EF4-FFF2-40B4-BE49-F238E27FC236}">
                      <a16:creationId xmlns:a16="http://schemas.microsoft.com/office/drawing/2014/main" id="{20472CE8-B1C1-CFA2-59BB-5B83D0A89B1F}"/>
                    </a:ext>
                  </a:extLst>
                </p14:cNvPr>
                <p14:cNvContentPartPr/>
                <p14:nvPr/>
              </p14:nvContentPartPr>
              <p14:xfrm>
                <a:off x="6785024" y="2464122"/>
                <a:ext cx="4970520" cy="1839600"/>
              </p14:xfrm>
            </p:contentPart>
          </mc:Choice>
          <mc:Fallback>
            <p:pic>
              <p:nvPicPr>
                <p:cNvPr id="55" name="Ink 54">
                  <a:extLst>
                    <a:ext uri="{FF2B5EF4-FFF2-40B4-BE49-F238E27FC236}">
                      <a16:creationId xmlns:a16="http://schemas.microsoft.com/office/drawing/2014/main" id="{20472CE8-B1C1-CFA2-59BB-5B83D0A89B1F}"/>
                    </a:ext>
                  </a:extLst>
                </p:cNvPr>
                <p:cNvPicPr/>
                <p:nvPr/>
              </p:nvPicPr>
              <p:blipFill>
                <a:blip r:embed="rId89"/>
                <a:stretch>
                  <a:fillRect/>
                </a:stretch>
              </p:blipFill>
              <p:spPr>
                <a:xfrm>
                  <a:off x="6776384" y="2455122"/>
                  <a:ext cx="4988160" cy="18572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6" name="Ink 55">
                  <a:extLst>
                    <a:ext uri="{FF2B5EF4-FFF2-40B4-BE49-F238E27FC236}">
                      <a16:creationId xmlns:a16="http://schemas.microsoft.com/office/drawing/2014/main" id="{607C5ECA-7065-C362-5B02-62DC1EDA9C97}"/>
                    </a:ext>
                  </a:extLst>
                </p14:cNvPr>
                <p14:cNvContentPartPr/>
                <p14:nvPr/>
              </p14:nvContentPartPr>
              <p14:xfrm>
                <a:off x="7520144" y="2889282"/>
                <a:ext cx="715680" cy="59400"/>
              </p14:xfrm>
            </p:contentPart>
          </mc:Choice>
          <mc:Fallback>
            <p:pic>
              <p:nvPicPr>
                <p:cNvPr id="56" name="Ink 55">
                  <a:extLst>
                    <a:ext uri="{FF2B5EF4-FFF2-40B4-BE49-F238E27FC236}">
                      <a16:creationId xmlns:a16="http://schemas.microsoft.com/office/drawing/2014/main" id="{607C5ECA-7065-C362-5B02-62DC1EDA9C97}"/>
                    </a:ext>
                  </a:extLst>
                </p:cNvPr>
                <p:cNvPicPr/>
                <p:nvPr/>
              </p:nvPicPr>
              <p:blipFill>
                <a:blip r:embed="rId91"/>
                <a:stretch>
                  <a:fillRect/>
                </a:stretch>
              </p:blipFill>
              <p:spPr>
                <a:xfrm>
                  <a:off x="7511504" y="2880282"/>
                  <a:ext cx="733320" cy="7704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7" name="Ink 56">
                  <a:extLst>
                    <a:ext uri="{FF2B5EF4-FFF2-40B4-BE49-F238E27FC236}">
                      <a16:creationId xmlns:a16="http://schemas.microsoft.com/office/drawing/2014/main" id="{BB4D7A43-6C85-F5E9-21C4-8656C5E5EEFD}"/>
                    </a:ext>
                  </a:extLst>
                </p14:cNvPr>
                <p14:cNvContentPartPr/>
                <p14:nvPr/>
              </p14:nvContentPartPr>
              <p14:xfrm>
                <a:off x="9110624" y="2848602"/>
                <a:ext cx="1826280" cy="40320"/>
              </p14:xfrm>
            </p:contentPart>
          </mc:Choice>
          <mc:Fallback>
            <p:pic>
              <p:nvPicPr>
                <p:cNvPr id="57" name="Ink 56">
                  <a:extLst>
                    <a:ext uri="{FF2B5EF4-FFF2-40B4-BE49-F238E27FC236}">
                      <a16:creationId xmlns:a16="http://schemas.microsoft.com/office/drawing/2014/main" id="{BB4D7A43-6C85-F5E9-21C4-8656C5E5EEFD}"/>
                    </a:ext>
                  </a:extLst>
                </p:cNvPr>
                <p:cNvPicPr/>
                <p:nvPr/>
              </p:nvPicPr>
              <p:blipFill>
                <a:blip r:embed="rId93"/>
                <a:stretch>
                  <a:fillRect/>
                </a:stretch>
              </p:blipFill>
              <p:spPr>
                <a:xfrm>
                  <a:off x="9101984" y="2839962"/>
                  <a:ext cx="1843920" cy="5796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8" name="Ink 57">
                  <a:extLst>
                    <a:ext uri="{FF2B5EF4-FFF2-40B4-BE49-F238E27FC236}">
                      <a16:creationId xmlns:a16="http://schemas.microsoft.com/office/drawing/2014/main" id="{5648032D-2FFA-8905-D327-951CCFA058A6}"/>
                    </a:ext>
                  </a:extLst>
                </p14:cNvPr>
                <p14:cNvContentPartPr/>
                <p14:nvPr/>
              </p14:nvContentPartPr>
              <p14:xfrm>
                <a:off x="7724264" y="3583362"/>
                <a:ext cx="809280" cy="93960"/>
              </p14:xfrm>
            </p:contentPart>
          </mc:Choice>
          <mc:Fallback>
            <p:pic>
              <p:nvPicPr>
                <p:cNvPr id="58" name="Ink 57">
                  <a:extLst>
                    <a:ext uri="{FF2B5EF4-FFF2-40B4-BE49-F238E27FC236}">
                      <a16:creationId xmlns:a16="http://schemas.microsoft.com/office/drawing/2014/main" id="{5648032D-2FFA-8905-D327-951CCFA058A6}"/>
                    </a:ext>
                  </a:extLst>
                </p:cNvPr>
                <p:cNvPicPr/>
                <p:nvPr/>
              </p:nvPicPr>
              <p:blipFill>
                <a:blip r:embed="rId95"/>
                <a:stretch>
                  <a:fillRect/>
                </a:stretch>
              </p:blipFill>
              <p:spPr>
                <a:xfrm>
                  <a:off x="7715624" y="3574722"/>
                  <a:ext cx="826920" cy="11160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9" name="Ink 58">
                  <a:extLst>
                    <a:ext uri="{FF2B5EF4-FFF2-40B4-BE49-F238E27FC236}">
                      <a16:creationId xmlns:a16="http://schemas.microsoft.com/office/drawing/2014/main" id="{C8F92DD9-5482-2033-AB83-4FA70A52C97B}"/>
                    </a:ext>
                  </a:extLst>
                </p14:cNvPr>
                <p14:cNvContentPartPr/>
                <p14:nvPr/>
              </p14:nvContentPartPr>
              <p14:xfrm>
                <a:off x="9660704" y="3492642"/>
                <a:ext cx="1324080" cy="98640"/>
              </p14:xfrm>
            </p:contentPart>
          </mc:Choice>
          <mc:Fallback>
            <p:pic>
              <p:nvPicPr>
                <p:cNvPr id="59" name="Ink 58">
                  <a:extLst>
                    <a:ext uri="{FF2B5EF4-FFF2-40B4-BE49-F238E27FC236}">
                      <a16:creationId xmlns:a16="http://schemas.microsoft.com/office/drawing/2014/main" id="{C8F92DD9-5482-2033-AB83-4FA70A52C97B}"/>
                    </a:ext>
                  </a:extLst>
                </p:cNvPr>
                <p:cNvPicPr/>
                <p:nvPr/>
              </p:nvPicPr>
              <p:blipFill>
                <a:blip r:embed="rId97"/>
                <a:stretch>
                  <a:fillRect/>
                </a:stretch>
              </p:blipFill>
              <p:spPr>
                <a:xfrm>
                  <a:off x="9652064" y="3484002"/>
                  <a:ext cx="1341720" cy="1162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61" name="Ink 60">
                  <a:extLst>
                    <a:ext uri="{FF2B5EF4-FFF2-40B4-BE49-F238E27FC236}">
                      <a16:creationId xmlns:a16="http://schemas.microsoft.com/office/drawing/2014/main" id="{DCCEE29C-27CD-2034-D576-B137D6D6F93C}"/>
                    </a:ext>
                  </a:extLst>
                </p14:cNvPr>
                <p14:cNvContentPartPr/>
                <p14:nvPr/>
              </p14:nvContentPartPr>
              <p14:xfrm>
                <a:off x="7676384" y="3494442"/>
                <a:ext cx="123120" cy="11160"/>
              </p14:xfrm>
            </p:contentPart>
          </mc:Choice>
          <mc:Fallback>
            <p:pic>
              <p:nvPicPr>
                <p:cNvPr id="61" name="Ink 60">
                  <a:extLst>
                    <a:ext uri="{FF2B5EF4-FFF2-40B4-BE49-F238E27FC236}">
                      <a16:creationId xmlns:a16="http://schemas.microsoft.com/office/drawing/2014/main" id="{DCCEE29C-27CD-2034-D576-B137D6D6F93C}"/>
                    </a:ext>
                  </a:extLst>
                </p:cNvPr>
                <p:cNvPicPr/>
                <p:nvPr/>
              </p:nvPicPr>
              <p:blipFill>
                <a:blip r:embed="rId99"/>
                <a:stretch>
                  <a:fillRect/>
                </a:stretch>
              </p:blipFill>
              <p:spPr>
                <a:xfrm>
                  <a:off x="7667744" y="3485802"/>
                  <a:ext cx="14076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62" name="Ink 61">
                  <a:extLst>
                    <a:ext uri="{FF2B5EF4-FFF2-40B4-BE49-F238E27FC236}">
                      <a16:creationId xmlns:a16="http://schemas.microsoft.com/office/drawing/2014/main" id="{611B38D4-B2C0-835A-F5EA-EE53733E1585}"/>
                    </a:ext>
                  </a:extLst>
                </p14:cNvPr>
                <p14:cNvContentPartPr/>
                <p14:nvPr/>
              </p14:nvContentPartPr>
              <p14:xfrm>
                <a:off x="7692584" y="3432882"/>
                <a:ext cx="73440" cy="114120"/>
              </p14:xfrm>
            </p:contentPart>
          </mc:Choice>
          <mc:Fallback>
            <p:pic>
              <p:nvPicPr>
                <p:cNvPr id="62" name="Ink 61">
                  <a:extLst>
                    <a:ext uri="{FF2B5EF4-FFF2-40B4-BE49-F238E27FC236}">
                      <a16:creationId xmlns:a16="http://schemas.microsoft.com/office/drawing/2014/main" id="{611B38D4-B2C0-835A-F5EA-EE53733E1585}"/>
                    </a:ext>
                  </a:extLst>
                </p:cNvPr>
                <p:cNvPicPr/>
                <p:nvPr/>
              </p:nvPicPr>
              <p:blipFill>
                <a:blip r:embed="rId101"/>
                <a:stretch>
                  <a:fillRect/>
                </a:stretch>
              </p:blipFill>
              <p:spPr>
                <a:xfrm>
                  <a:off x="7683584" y="3423882"/>
                  <a:ext cx="91080" cy="13176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3" name="Ink 62">
                  <a:extLst>
                    <a:ext uri="{FF2B5EF4-FFF2-40B4-BE49-F238E27FC236}">
                      <a16:creationId xmlns:a16="http://schemas.microsoft.com/office/drawing/2014/main" id="{AAB5C7CE-73A7-136B-AB7B-9FE69C23D015}"/>
                    </a:ext>
                  </a:extLst>
                </p14:cNvPr>
                <p14:cNvContentPartPr/>
                <p14:nvPr/>
              </p14:nvContentPartPr>
              <p14:xfrm>
                <a:off x="7735064" y="3478602"/>
                <a:ext cx="57600" cy="56160"/>
              </p14:xfrm>
            </p:contentPart>
          </mc:Choice>
          <mc:Fallback>
            <p:pic>
              <p:nvPicPr>
                <p:cNvPr id="63" name="Ink 62">
                  <a:extLst>
                    <a:ext uri="{FF2B5EF4-FFF2-40B4-BE49-F238E27FC236}">
                      <a16:creationId xmlns:a16="http://schemas.microsoft.com/office/drawing/2014/main" id="{AAB5C7CE-73A7-136B-AB7B-9FE69C23D015}"/>
                    </a:ext>
                  </a:extLst>
                </p:cNvPr>
                <p:cNvPicPr/>
                <p:nvPr/>
              </p:nvPicPr>
              <p:blipFill>
                <a:blip r:embed="rId103"/>
                <a:stretch>
                  <a:fillRect/>
                </a:stretch>
              </p:blipFill>
              <p:spPr>
                <a:xfrm>
                  <a:off x="7726064" y="3469602"/>
                  <a:ext cx="75240" cy="7380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4" name="Ink 63">
                  <a:extLst>
                    <a:ext uri="{FF2B5EF4-FFF2-40B4-BE49-F238E27FC236}">
                      <a16:creationId xmlns:a16="http://schemas.microsoft.com/office/drawing/2014/main" id="{B9C80C4F-899F-E61F-B4A2-7604B88FE99A}"/>
                    </a:ext>
                  </a:extLst>
                </p14:cNvPr>
                <p14:cNvContentPartPr/>
                <p14:nvPr/>
              </p14:nvContentPartPr>
              <p14:xfrm>
                <a:off x="7669904" y="3425322"/>
                <a:ext cx="114120" cy="49680"/>
              </p14:xfrm>
            </p:contentPart>
          </mc:Choice>
          <mc:Fallback>
            <p:pic>
              <p:nvPicPr>
                <p:cNvPr id="64" name="Ink 63">
                  <a:extLst>
                    <a:ext uri="{FF2B5EF4-FFF2-40B4-BE49-F238E27FC236}">
                      <a16:creationId xmlns:a16="http://schemas.microsoft.com/office/drawing/2014/main" id="{B9C80C4F-899F-E61F-B4A2-7604B88FE99A}"/>
                    </a:ext>
                  </a:extLst>
                </p:cNvPr>
                <p:cNvPicPr/>
                <p:nvPr/>
              </p:nvPicPr>
              <p:blipFill>
                <a:blip r:embed="rId105"/>
                <a:stretch>
                  <a:fillRect/>
                </a:stretch>
              </p:blipFill>
              <p:spPr>
                <a:xfrm>
                  <a:off x="7660904" y="3416322"/>
                  <a:ext cx="131760" cy="6732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5" name="Ink 64">
                  <a:extLst>
                    <a:ext uri="{FF2B5EF4-FFF2-40B4-BE49-F238E27FC236}">
                      <a16:creationId xmlns:a16="http://schemas.microsoft.com/office/drawing/2014/main" id="{A40463EB-48E9-9BBA-66C4-314ED3D3FC21}"/>
                    </a:ext>
                  </a:extLst>
                </p14:cNvPr>
                <p14:cNvContentPartPr/>
                <p14:nvPr/>
              </p14:nvContentPartPr>
              <p14:xfrm>
                <a:off x="9396104" y="3292842"/>
                <a:ext cx="28800" cy="165600"/>
              </p14:xfrm>
            </p:contentPart>
          </mc:Choice>
          <mc:Fallback>
            <p:pic>
              <p:nvPicPr>
                <p:cNvPr id="65" name="Ink 64">
                  <a:extLst>
                    <a:ext uri="{FF2B5EF4-FFF2-40B4-BE49-F238E27FC236}">
                      <a16:creationId xmlns:a16="http://schemas.microsoft.com/office/drawing/2014/main" id="{A40463EB-48E9-9BBA-66C4-314ED3D3FC21}"/>
                    </a:ext>
                  </a:extLst>
                </p:cNvPr>
                <p:cNvPicPr/>
                <p:nvPr/>
              </p:nvPicPr>
              <p:blipFill>
                <a:blip r:embed="rId107"/>
                <a:stretch>
                  <a:fillRect/>
                </a:stretch>
              </p:blipFill>
              <p:spPr>
                <a:xfrm>
                  <a:off x="9387464" y="3284202"/>
                  <a:ext cx="4644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6" name="Ink 65">
                  <a:extLst>
                    <a:ext uri="{FF2B5EF4-FFF2-40B4-BE49-F238E27FC236}">
                      <a16:creationId xmlns:a16="http://schemas.microsoft.com/office/drawing/2014/main" id="{D351DF51-E2EC-57EC-68CD-384AF459F997}"/>
                    </a:ext>
                  </a:extLst>
                </p14:cNvPr>
                <p14:cNvContentPartPr/>
                <p14:nvPr/>
              </p14:nvContentPartPr>
              <p14:xfrm>
                <a:off x="9376664" y="3382482"/>
                <a:ext cx="146520" cy="83160"/>
              </p14:xfrm>
            </p:contentPart>
          </mc:Choice>
          <mc:Fallback>
            <p:pic>
              <p:nvPicPr>
                <p:cNvPr id="66" name="Ink 65">
                  <a:extLst>
                    <a:ext uri="{FF2B5EF4-FFF2-40B4-BE49-F238E27FC236}">
                      <a16:creationId xmlns:a16="http://schemas.microsoft.com/office/drawing/2014/main" id="{D351DF51-E2EC-57EC-68CD-384AF459F997}"/>
                    </a:ext>
                  </a:extLst>
                </p:cNvPr>
                <p:cNvPicPr/>
                <p:nvPr/>
              </p:nvPicPr>
              <p:blipFill>
                <a:blip r:embed="rId109"/>
                <a:stretch>
                  <a:fillRect/>
                </a:stretch>
              </p:blipFill>
              <p:spPr>
                <a:xfrm>
                  <a:off x="9367664" y="3373842"/>
                  <a:ext cx="164160" cy="10080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7" name="Ink 66">
                  <a:extLst>
                    <a:ext uri="{FF2B5EF4-FFF2-40B4-BE49-F238E27FC236}">
                      <a16:creationId xmlns:a16="http://schemas.microsoft.com/office/drawing/2014/main" id="{2155B7D9-0AD1-F8C8-ADA0-0A20183A1A5A}"/>
                    </a:ext>
                  </a:extLst>
                </p14:cNvPr>
                <p14:cNvContentPartPr/>
                <p14:nvPr/>
              </p14:nvContentPartPr>
              <p14:xfrm>
                <a:off x="9382424" y="3368082"/>
                <a:ext cx="71280" cy="88560"/>
              </p14:xfrm>
            </p:contentPart>
          </mc:Choice>
          <mc:Fallback>
            <p:pic>
              <p:nvPicPr>
                <p:cNvPr id="67" name="Ink 66">
                  <a:extLst>
                    <a:ext uri="{FF2B5EF4-FFF2-40B4-BE49-F238E27FC236}">
                      <a16:creationId xmlns:a16="http://schemas.microsoft.com/office/drawing/2014/main" id="{2155B7D9-0AD1-F8C8-ADA0-0A20183A1A5A}"/>
                    </a:ext>
                  </a:extLst>
                </p:cNvPr>
                <p:cNvPicPr/>
                <p:nvPr/>
              </p:nvPicPr>
              <p:blipFill>
                <a:blip r:embed="rId111"/>
                <a:stretch>
                  <a:fillRect/>
                </a:stretch>
              </p:blipFill>
              <p:spPr>
                <a:xfrm>
                  <a:off x="9373424" y="3359442"/>
                  <a:ext cx="8892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69" name="Ink 68">
                  <a:extLst>
                    <a:ext uri="{FF2B5EF4-FFF2-40B4-BE49-F238E27FC236}">
                      <a16:creationId xmlns:a16="http://schemas.microsoft.com/office/drawing/2014/main" id="{FD42457F-CE9F-1341-0A9B-469C697704D3}"/>
                    </a:ext>
                  </a:extLst>
                </p14:cNvPr>
                <p14:cNvContentPartPr/>
                <p14:nvPr/>
              </p14:nvContentPartPr>
              <p14:xfrm>
                <a:off x="7838024" y="4054962"/>
                <a:ext cx="720720" cy="14400"/>
              </p14:xfrm>
            </p:contentPart>
          </mc:Choice>
          <mc:Fallback>
            <p:pic>
              <p:nvPicPr>
                <p:cNvPr id="69" name="Ink 68">
                  <a:extLst>
                    <a:ext uri="{FF2B5EF4-FFF2-40B4-BE49-F238E27FC236}">
                      <a16:creationId xmlns:a16="http://schemas.microsoft.com/office/drawing/2014/main" id="{FD42457F-CE9F-1341-0A9B-469C697704D3}"/>
                    </a:ext>
                  </a:extLst>
                </p:cNvPr>
                <p:cNvPicPr/>
                <p:nvPr/>
              </p:nvPicPr>
              <p:blipFill>
                <a:blip r:embed="rId113"/>
                <a:stretch>
                  <a:fillRect/>
                </a:stretch>
              </p:blipFill>
              <p:spPr>
                <a:xfrm>
                  <a:off x="7829384" y="4046322"/>
                  <a:ext cx="73836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70" name="Ink 69">
                  <a:extLst>
                    <a:ext uri="{FF2B5EF4-FFF2-40B4-BE49-F238E27FC236}">
                      <a16:creationId xmlns:a16="http://schemas.microsoft.com/office/drawing/2014/main" id="{56673F34-DBA7-D647-F393-E26FFA73E6CE}"/>
                    </a:ext>
                  </a:extLst>
                </p14:cNvPr>
                <p14:cNvContentPartPr/>
                <p14:nvPr/>
              </p14:nvContentPartPr>
              <p14:xfrm>
                <a:off x="9852584" y="3988722"/>
                <a:ext cx="619560" cy="20160"/>
              </p14:xfrm>
            </p:contentPart>
          </mc:Choice>
          <mc:Fallback>
            <p:pic>
              <p:nvPicPr>
                <p:cNvPr id="70" name="Ink 69">
                  <a:extLst>
                    <a:ext uri="{FF2B5EF4-FFF2-40B4-BE49-F238E27FC236}">
                      <a16:creationId xmlns:a16="http://schemas.microsoft.com/office/drawing/2014/main" id="{56673F34-DBA7-D647-F393-E26FFA73E6CE}"/>
                    </a:ext>
                  </a:extLst>
                </p:cNvPr>
                <p:cNvPicPr/>
                <p:nvPr/>
              </p:nvPicPr>
              <p:blipFill>
                <a:blip r:embed="rId115"/>
                <a:stretch>
                  <a:fillRect/>
                </a:stretch>
              </p:blipFill>
              <p:spPr>
                <a:xfrm>
                  <a:off x="9843944" y="3979722"/>
                  <a:ext cx="637200" cy="3780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71" name="Ink 70">
                  <a:extLst>
                    <a:ext uri="{FF2B5EF4-FFF2-40B4-BE49-F238E27FC236}">
                      <a16:creationId xmlns:a16="http://schemas.microsoft.com/office/drawing/2014/main" id="{598CFBE8-5BEE-DF99-9272-E391A08E19F1}"/>
                    </a:ext>
                  </a:extLst>
                </p14:cNvPr>
                <p14:cNvContentPartPr/>
                <p14:nvPr/>
              </p14:nvContentPartPr>
              <p14:xfrm>
                <a:off x="5174384" y="2819802"/>
                <a:ext cx="2293200" cy="533160"/>
              </p14:xfrm>
            </p:contentPart>
          </mc:Choice>
          <mc:Fallback>
            <p:pic>
              <p:nvPicPr>
                <p:cNvPr id="71" name="Ink 70">
                  <a:extLst>
                    <a:ext uri="{FF2B5EF4-FFF2-40B4-BE49-F238E27FC236}">
                      <a16:creationId xmlns:a16="http://schemas.microsoft.com/office/drawing/2014/main" id="{598CFBE8-5BEE-DF99-9272-E391A08E19F1}"/>
                    </a:ext>
                  </a:extLst>
                </p:cNvPr>
                <p:cNvPicPr/>
                <p:nvPr/>
              </p:nvPicPr>
              <p:blipFill>
                <a:blip r:embed="rId117"/>
                <a:stretch>
                  <a:fillRect/>
                </a:stretch>
              </p:blipFill>
              <p:spPr>
                <a:xfrm>
                  <a:off x="5165384" y="2811162"/>
                  <a:ext cx="2310840" cy="55080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2" name="Ink 71">
                  <a:extLst>
                    <a:ext uri="{FF2B5EF4-FFF2-40B4-BE49-F238E27FC236}">
                      <a16:creationId xmlns:a16="http://schemas.microsoft.com/office/drawing/2014/main" id="{2EBDE0C5-A8CE-4424-AFD8-7430E48BA315}"/>
                    </a:ext>
                  </a:extLst>
                </p14:cNvPr>
                <p14:cNvContentPartPr/>
                <p14:nvPr/>
              </p14:nvContentPartPr>
              <p14:xfrm>
                <a:off x="5039024" y="2711442"/>
                <a:ext cx="155160" cy="201240"/>
              </p14:xfrm>
            </p:contentPart>
          </mc:Choice>
          <mc:Fallback>
            <p:pic>
              <p:nvPicPr>
                <p:cNvPr id="72" name="Ink 71">
                  <a:extLst>
                    <a:ext uri="{FF2B5EF4-FFF2-40B4-BE49-F238E27FC236}">
                      <a16:creationId xmlns:a16="http://schemas.microsoft.com/office/drawing/2014/main" id="{2EBDE0C5-A8CE-4424-AFD8-7430E48BA315}"/>
                    </a:ext>
                  </a:extLst>
                </p:cNvPr>
                <p:cNvPicPr/>
                <p:nvPr/>
              </p:nvPicPr>
              <p:blipFill>
                <a:blip r:embed="rId119"/>
                <a:stretch>
                  <a:fillRect/>
                </a:stretch>
              </p:blipFill>
              <p:spPr>
                <a:xfrm>
                  <a:off x="5030024" y="2702802"/>
                  <a:ext cx="17280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3" name="Ink 72">
                  <a:extLst>
                    <a:ext uri="{FF2B5EF4-FFF2-40B4-BE49-F238E27FC236}">
                      <a16:creationId xmlns:a16="http://schemas.microsoft.com/office/drawing/2014/main" id="{67737ECF-925E-0696-1FDA-3A0A7CCEEF26}"/>
                    </a:ext>
                  </a:extLst>
                </p14:cNvPr>
                <p14:cNvContentPartPr/>
                <p14:nvPr/>
              </p14:nvContentPartPr>
              <p14:xfrm>
                <a:off x="3452864" y="2272962"/>
                <a:ext cx="1567800" cy="809280"/>
              </p14:xfrm>
            </p:contentPart>
          </mc:Choice>
          <mc:Fallback>
            <p:pic>
              <p:nvPicPr>
                <p:cNvPr id="73" name="Ink 72">
                  <a:extLst>
                    <a:ext uri="{FF2B5EF4-FFF2-40B4-BE49-F238E27FC236}">
                      <a16:creationId xmlns:a16="http://schemas.microsoft.com/office/drawing/2014/main" id="{67737ECF-925E-0696-1FDA-3A0A7CCEEF26}"/>
                    </a:ext>
                  </a:extLst>
                </p:cNvPr>
                <p:cNvPicPr/>
                <p:nvPr/>
              </p:nvPicPr>
              <p:blipFill>
                <a:blip r:embed="rId121"/>
                <a:stretch>
                  <a:fillRect/>
                </a:stretch>
              </p:blipFill>
              <p:spPr>
                <a:xfrm>
                  <a:off x="3444224" y="2264322"/>
                  <a:ext cx="1585440" cy="82692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5" name="Ink 74">
                  <a:extLst>
                    <a:ext uri="{FF2B5EF4-FFF2-40B4-BE49-F238E27FC236}">
                      <a16:creationId xmlns:a16="http://schemas.microsoft.com/office/drawing/2014/main" id="{B9AFF75B-049B-06E6-622B-A603030963B7}"/>
                    </a:ext>
                  </a:extLst>
                </p14:cNvPr>
                <p14:cNvContentPartPr/>
                <p14:nvPr/>
              </p14:nvContentPartPr>
              <p14:xfrm>
                <a:off x="8644424" y="4918602"/>
                <a:ext cx="515520" cy="533160"/>
              </p14:xfrm>
            </p:contentPart>
          </mc:Choice>
          <mc:Fallback>
            <p:pic>
              <p:nvPicPr>
                <p:cNvPr id="75" name="Ink 74">
                  <a:extLst>
                    <a:ext uri="{FF2B5EF4-FFF2-40B4-BE49-F238E27FC236}">
                      <a16:creationId xmlns:a16="http://schemas.microsoft.com/office/drawing/2014/main" id="{B9AFF75B-049B-06E6-622B-A603030963B7}"/>
                    </a:ext>
                  </a:extLst>
                </p:cNvPr>
                <p:cNvPicPr/>
                <p:nvPr/>
              </p:nvPicPr>
              <p:blipFill>
                <a:blip r:embed="rId123"/>
                <a:stretch>
                  <a:fillRect/>
                </a:stretch>
              </p:blipFill>
              <p:spPr>
                <a:xfrm>
                  <a:off x="8635784" y="4909602"/>
                  <a:ext cx="533160" cy="55080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6" name="Ink 75">
                  <a:extLst>
                    <a:ext uri="{FF2B5EF4-FFF2-40B4-BE49-F238E27FC236}">
                      <a16:creationId xmlns:a16="http://schemas.microsoft.com/office/drawing/2014/main" id="{53F398F9-0EC1-FAFD-054C-EE2F33BF7377}"/>
                    </a:ext>
                  </a:extLst>
                </p14:cNvPr>
                <p14:cNvContentPartPr/>
                <p14:nvPr/>
              </p14:nvContentPartPr>
              <p14:xfrm>
                <a:off x="8635064" y="5453202"/>
                <a:ext cx="492480" cy="461880"/>
              </p14:xfrm>
            </p:contentPart>
          </mc:Choice>
          <mc:Fallback>
            <p:pic>
              <p:nvPicPr>
                <p:cNvPr id="76" name="Ink 75">
                  <a:extLst>
                    <a:ext uri="{FF2B5EF4-FFF2-40B4-BE49-F238E27FC236}">
                      <a16:creationId xmlns:a16="http://schemas.microsoft.com/office/drawing/2014/main" id="{53F398F9-0EC1-FAFD-054C-EE2F33BF7377}"/>
                    </a:ext>
                  </a:extLst>
                </p:cNvPr>
                <p:cNvPicPr/>
                <p:nvPr/>
              </p:nvPicPr>
              <p:blipFill>
                <a:blip r:embed="rId125"/>
                <a:stretch>
                  <a:fillRect/>
                </a:stretch>
              </p:blipFill>
              <p:spPr>
                <a:xfrm>
                  <a:off x="8626424" y="5444562"/>
                  <a:ext cx="510120" cy="47952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7" name="Ink 76">
                  <a:extLst>
                    <a:ext uri="{FF2B5EF4-FFF2-40B4-BE49-F238E27FC236}">
                      <a16:creationId xmlns:a16="http://schemas.microsoft.com/office/drawing/2014/main" id="{50B395B8-AFC8-C411-9233-4A3459F195CF}"/>
                    </a:ext>
                  </a:extLst>
                </p14:cNvPr>
                <p14:cNvContentPartPr/>
                <p14:nvPr/>
              </p14:nvContentPartPr>
              <p14:xfrm>
                <a:off x="9458024" y="4301202"/>
                <a:ext cx="792720" cy="1197720"/>
              </p14:xfrm>
            </p:contentPart>
          </mc:Choice>
          <mc:Fallback>
            <p:pic>
              <p:nvPicPr>
                <p:cNvPr id="77" name="Ink 76">
                  <a:extLst>
                    <a:ext uri="{FF2B5EF4-FFF2-40B4-BE49-F238E27FC236}">
                      <a16:creationId xmlns:a16="http://schemas.microsoft.com/office/drawing/2014/main" id="{50B395B8-AFC8-C411-9233-4A3459F195CF}"/>
                    </a:ext>
                  </a:extLst>
                </p:cNvPr>
                <p:cNvPicPr/>
                <p:nvPr/>
              </p:nvPicPr>
              <p:blipFill>
                <a:blip r:embed="rId127"/>
                <a:stretch>
                  <a:fillRect/>
                </a:stretch>
              </p:blipFill>
              <p:spPr>
                <a:xfrm>
                  <a:off x="9449024" y="4292562"/>
                  <a:ext cx="810360" cy="121536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78" name="Ink 77">
                  <a:extLst>
                    <a:ext uri="{FF2B5EF4-FFF2-40B4-BE49-F238E27FC236}">
                      <a16:creationId xmlns:a16="http://schemas.microsoft.com/office/drawing/2014/main" id="{9975BCBA-5B0C-9021-4EDF-B264640F85F3}"/>
                    </a:ext>
                  </a:extLst>
                </p14:cNvPr>
                <p14:cNvContentPartPr/>
                <p14:nvPr/>
              </p14:nvContentPartPr>
              <p14:xfrm>
                <a:off x="9958064" y="4262322"/>
                <a:ext cx="223560" cy="212040"/>
              </p14:xfrm>
            </p:contentPart>
          </mc:Choice>
          <mc:Fallback>
            <p:pic>
              <p:nvPicPr>
                <p:cNvPr id="78" name="Ink 77">
                  <a:extLst>
                    <a:ext uri="{FF2B5EF4-FFF2-40B4-BE49-F238E27FC236}">
                      <a16:creationId xmlns:a16="http://schemas.microsoft.com/office/drawing/2014/main" id="{9975BCBA-5B0C-9021-4EDF-B264640F85F3}"/>
                    </a:ext>
                  </a:extLst>
                </p:cNvPr>
                <p:cNvPicPr/>
                <p:nvPr/>
              </p:nvPicPr>
              <p:blipFill>
                <a:blip r:embed="rId129"/>
                <a:stretch>
                  <a:fillRect/>
                </a:stretch>
              </p:blipFill>
              <p:spPr>
                <a:xfrm>
                  <a:off x="9949424" y="4253682"/>
                  <a:ext cx="241200" cy="22968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79" name="Ink 78">
                  <a:extLst>
                    <a:ext uri="{FF2B5EF4-FFF2-40B4-BE49-F238E27FC236}">
                      <a16:creationId xmlns:a16="http://schemas.microsoft.com/office/drawing/2014/main" id="{FD028488-7BDA-8F20-1328-9E268857C817}"/>
                    </a:ext>
                  </a:extLst>
                </p14:cNvPr>
                <p14:cNvContentPartPr/>
                <p14:nvPr/>
              </p14:nvContentPartPr>
              <p14:xfrm>
                <a:off x="10656104" y="4870002"/>
                <a:ext cx="322560" cy="52920"/>
              </p14:xfrm>
            </p:contentPart>
          </mc:Choice>
          <mc:Fallback>
            <p:pic>
              <p:nvPicPr>
                <p:cNvPr id="79" name="Ink 78">
                  <a:extLst>
                    <a:ext uri="{FF2B5EF4-FFF2-40B4-BE49-F238E27FC236}">
                      <a16:creationId xmlns:a16="http://schemas.microsoft.com/office/drawing/2014/main" id="{FD028488-7BDA-8F20-1328-9E268857C817}"/>
                    </a:ext>
                  </a:extLst>
                </p:cNvPr>
                <p:cNvPicPr/>
                <p:nvPr/>
              </p:nvPicPr>
              <p:blipFill>
                <a:blip r:embed="rId131"/>
                <a:stretch>
                  <a:fillRect/>
                </a:stretch>
              </p:blipFill>
              <p:spPr>
                <a:xfrm>
                  <a:off x="10647464" y="4861362"/>
                  <a:ext cx="340200" cy="7056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80" name="Ink 79">
                  <a:extLst>
                    <a:ext uri="{FF2B5EF4-FFF2-40B4-BE49-F238E27FC236}">
                      <a16:creationId xmlns:a16="http://schemas.microsoft.com/office/drawing/2014/main" id="{35DEAC7E-B607-24CE-566C-4C8683A28ACD}"/>
                    </a:ext>
                  </a:extLst>
                </p14:cNvPr>
                <p14:cNvContentPartPr/>
                <p14:nvPr/>
              </p14:nvContentPartPr>
              <p14:xfrm>
                <a:off x="10750784" y="4843722"/>
                <a:ext cx="105840" cy="421560"/>
              </p14:xfrm>
            </p:contentPart>
          </mc:Choice>
          <mc:Fallback>
            <p:pic>
              <p:nvPicPr>
                <p:cNvPr id="80" name="Ink 79">
                  <a:extLst>
                    <a:ext uri="{FF2B5EF4-FFF2-40B4-BE49-F238E27FC236}">
                      <a16:creationId xmlns:a16="http://schemas.microsoft.com/office/drawing/2014/main" id="{35DEAC7E-B607-24CE-566C-4C8683A28ACD}"/>
                    </a:ext>
                  </a:extLst>
                </p:cNvPr>
                <p:cNvPicPr/>
                <p:nvPr/>
              </p:nvPicPr>
              <p:blipFill>
                <a:blip r:embed="rId133"/>
                <a:stretch>
                  <a:fillRect/>
                </a:stretch>
              </p:blipFill>
              <p:spPr>
                <a:xfrm>
                  <a:off x="10742144" y="4834722"/>
                  <a:ext cx="123480" cy="43920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81" name="Ink 80">
                  <a:extLst>
                    <a:ext uri="{FF2B5EF4-FFF2-40B4-BE49-F238E27FC236}">
                      <a16:creationId xmlns:a16="http://schemas.microsoft.com/office/drawing/2014/main" id="{CAABF7E8-4861-5A01-669E-98B02B596FF4}"/>
                    </a:ext>
                  </a:extLst>
                </p14:cNvPr>
                <p14:cNvContentPartPr/>
                <p14:nvPr/>
              </p14:nvContentPartPr>
              <p14:xfrm>
                <a:off x="10972544" y="5052882"/>
                <a:ext cx="168480" cy="205560"/>
              </p14:xfrm>
            </p:contentPart>
          </mc:Choice>
          <mc:Fallback>
            <p:pic>
              <p:nvPicPr>
                <p:cNvPr id="81" name="Ink 80">
                  <a:extLst>
                    <a:ext uri="{FF2B5EF4-FFF2-40B4-BE49-F238E27FC236}">
                      <a16:creationId xmlns:a16="http://schemas.microsoft.com/office/drawing/2014/main" id="{CAABF7E8-4861-5A01-669E-98B02B596FF4}"/>
                    </a:ext>
                  </a:extLst>
                </p:cNvPr>
                <p:cNvPicPr/>
                <p:nvPr/>
              </p:nvPicPr>
              <p:blipFill>
                <a:blip r:embed="rId135"/>
                <a:stretch>
                  <a:fillRect/>
                </a:stretch>
              </p:blipFill>
              <p:spPr>
                <a:xfrm>
                  <a:off x="10963904" y="5043882"/>
                  <a:ext cx="186120" cy="22320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2" name="Ink 81">
                  <a:extLst>
                    <a:ext uri="{FF2B5EF4-FFF2-40B4-BE49-F238E27FC236}">
                      <a16:creationId xmlns:a16="http://schemas.microsoft.com/office/drawing/2014/main" id="{A2F964EC-9BF9-CB12-8B45-AEF00C0B74AE}"/>
                    </a:ext>
                  </a:extLst>
                </p14:cNvPr>
                <p14:cNvContentPartPr/>
                <p14:nvPr/>
              </p14:nvContentPartPr>
              <p14:xfrm>
                <a:off x="10964984" y="5084202"/>
                <a:ext cx="133920" cy="232200"/>
              </p14:xfrm>
            </p:contentPart>
          </mc:Choice>
          <mc:Fallback>
            <p:pic>
              <p:nvPicPr>
                <p:cNvPr id="82" name="Ink 81">
                  <a:extLst>
                    <a:ext uri="{FF2B5EF4-FFF2-40B4-BE49-F238E27FC236}">
                      <a16:creationId xmlns:a16="http://schemas.microsoft.com/office/drawing/2014/main" id="{A2F964EC-9BF9-CB12-8B45-AEF00C0B74AE}"/>
                    </a:ext>
                  </a:extLst>
                </p:cNvPr>
                <p:cNvPicPr/>
                <p:nvPr/>
              </p:nvPicPr>
              <p:blipFill>
                <a:blip r:embed="rId137"/>
                <a:stretch>
                  <a:fillRect/>
                </a:stretch>
              </p:blipFill>
              <p:spPr>
                <a:xfrm>
                  <a:off x="10955984" y="5075562"/>
                  <a:ext cx="151560" cy="24984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3" name="Ink 82">
                  <a:extLst>
                    <a:ext uri="{FF2B5EF4-FFF2-40B4-BE49-F238E27FC236}">
                      <a16:creationId xmlns:a16="http://schemas.microsoft.com/office/drawing/2014/main" id="{5415A9E5-512E-E597-2F2C-92859FBDA364}"/>
                    </a:ext>
                  </a:extLst>
                </p14:cNvPr>
                <p14:cNvContentPartPr/>
                <p14:nvPr/>
              </p14:nvContentPartPr>
              <p14:xfrm>
                <a:off x="11270984" y="5144322"/>
                <a:ext cx="25560" cy="15480"/>
              </p14:xfrm>
            </p:contentPart>
          </mc:Choice>
          <mc:Fallback>
            <p:pic>
              <p:nvPicPr>
                <p:cNvPr id="83" name="Ink 82">
                  <a:extLst>
                    <a:ext uri="{FF2B5EF4-FFF2-40B4-BE49-F238E27FC236}">
                      <a16:creationId xmlns:a16="http://schemas.microsoft.com/office/drawing/2014/main" id="{5415A9E5-512E-E597-2F2C-92859FBDA364}"/>
                    </a:ext>
                  </a:extLst>
                </p:cNvPr>
                <p:cNvPicPr/>
                <p:nvPr/>
              </p:nvPicPr>
              <p:blipFill>
                <a:blip r:embed="rId139"/>
                <a:stretch>
                  <a:fillRect/>
                </a:stretch>
              </p:blipFill>
              <p:spPr>
                <a:xfrm>
                  <a:off x="11261984" y="5135322"/>
                  <a:ext cx="4320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5" name="Ink 84">
                  <a:extLst>
                    <a:ext uri="{FF2B5EF4-FFF2-40B4-BE49-F238E27FC236}">
                      <a16:creationId xmlns:a16="http://schemas.microsoft.com/office/drawing/2014/main" id="{7C68475D-C2D6-847D-BF44-DFBA6F520FCA}"/>
                    </a:ext>
                  </a:extLst>
                </p14:cNvPr>
                <p14:cNvContentPartPr/>
                <p14:nvPr/>
              </p14:nvContentPartPr>
              <p14:xfrm>
                <a:off x="3773264" y="1935642"/>
                <a:ext cx="245880" cy="52560"/>
              </p14:xfrm>
            </p:contentPart>
          </mc:Choice>
          <mc:Fallback>
            <p:pic>
              <p:nvPicPr>
                <p:cNvPr id="85" name="Ink 84">
                  <a:extLst>
                    <a:ext uri="{FF2B5EF4-FFF2-40B4-BE49-F238E27FC236}">
                      <a16:creationId xmlns:a16="http://schemas.microsoft.com/office/drawing/2014/main" id="{7C68475D-C2D6-847D-BF44-DFBA6F520FCA}"/>
                    </a:ext>
                  </a:extLst>
                </p:cNvPr>
                <p:cNvPicPr/>
                <p:nvPr/>
              </p:nvPicPr>
              <p:blipFill>
                <a:blip r:embed="rId141"/>
                <a:stretch>
                  <a:fillRect/>
                </a:stretch>
              </p:blipFill>
              <p:spPr>
                <a:xfrm>
                  <a:off x="3764264" y="1927002"/>
                  <a:ext cx="26352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6" name="Ink 85">
                  <a:extLst>
                    <a:ext uri="{FF2B5EF4-FFF2-40B4-BE49-F238E27FC236}">
                      <a16:creationId xmlns:a16="http://schemas.microsoft.com/office/drawing/2014/main" id="{BCD6F977-5318-9F93-D711-E66629AAE5EE}"/>
                    </a:ext>
                  </a:extLst>
                </p14:cNvPr>
                <p14:cNvContentPartPr/>
                <p14:nvPr/>
              </p14:nvContentPartPr>
              <p14:xfrm>
                <a:off x="3869384" y="1908282"/>
                <a:ext cx="39960" cy="313560"/>
              </p14:xfrm>
            </p:contentPart>
          </mc:Choice>
          <mc:Fallback>
            <p:pic>
              <p:nvPicPr>
                <p:cNvPr id="86" name="Ink 85">
                  <a:extLst>
                    <a:ext uri="{FF2B5EF4-FFF2-40B4-BE49-F238E27FC236}">
                      <a16:creationId xmlns:a16="http://schemas.microsoft.com/office/drawing/2014/main" id="{BCD6F977-5318-9F93-D711-E66629AAE5EE}"/>
                    </a:ext>
                  </a:extLst>
                </p:cNvPr>
                <p:cNvPicPr/>
                <p:nvPr/>
              </p:nvPicPr>
              <p:blipFill>
                <a:blip r:embed="rId143"/>
                <a:stretch>
                  <a:fillRect/>
                </a:stretch>
              </p:blipFill>
              <p:spPr>
                <a:xfrm>
                  <a:off x="3860744" y="1899282"/>
                  <a:ext cx="57600" cy="33120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7" name="Ink 86">
                  <a:extLst>
                    <a:ext uri="{FF2B5EF4-FFF2-40B4-BE49-F238E27FC236}">
                      <a16:creationId xmlns:a16="http://schemas.microsoft.com/office/drawing/2014/main" id="{237B0750-9CD6-7AE0-6BAE-1B28D1DC2936}"/>
                    </a:ext>
                  </a:extLst>
                </p14:cNvPr>
                <p14:cNvContentPartPr/>
                <p14:nvPr/>
              </p14:nvContentPartPr>
              <p14:xfrm>
                <a:off x="3955784" y="2033562"/>
                <a:ext cx="152280" cy="147600"/>
              </p14:xfrm>
            </p:contentPart>
          </mc:Choice>
          <mc:Fallback>
            <p:pic>
              <p:nvPicPr>
                <p:cNvPr id="87" name="Ink 86">
                  <a:extLst>
                    <a:ext uri="{FF2B5EF4-FFF2-40B4-BE49-F238E27FC236}">
                      <a16:creationId xmlns:a16="http://schemas.microsoft.com/office/drawing/2014/main" id="{237B0750-9CD6-7AE0-6BAE-1B28D1DC2936}"/>
                    </a:ext>
                  </a:extLst>
                </p:cNvPr>
                <p:cNvPicPr/>
                <p:nvPr/>
              </p:nvPicPr>
              <p:blipFill>
                <a:blip r:embed="rId145"/>
                <a:stretch>
                  <a:fillRect/>
                </a:stretch>
              </p:blipFill>
              <p:spPr>
                <a:xfrm>
                  <a:off x="3946784" y="2024922"/>
                  <a:ext cx="169920" cy="16524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88" name="Ink 87">
                  <a:extLst>
                    <a:ext uri="{FF2B5EF4-FFF2-40B4-BE49-F238E27FC236}">
                      <a16:creationId xmlns:a16="http://schemas.microsoft.com/office/drawing/2014/main" id="{5F737B5C-1B2B-C473-E432-6697FB61C302}"/>
                    </a:ext>
                  </a:extLst>
                </p14:cNvPr>
                <p14:cNvContentPartPr/>
                <p14:nvPr/>
              </p14:nvContentPartPr>
              <p14:xfrm>
                <a:off x="3993224" y="2040762"/>
                <a:ext cx="81720" cy="153360"/>
              </p14:xfrm>
            </p:contentPart>
          </mc:Choice>
          <mc:Fallback>
            <p:pic>
              <p:nvPicPr>
                <p:cNvPr id="88" name="Ink 87">
                  <a:extLst>
                    <a:ext uri="{FF2B5EF4-FFF2-40B4-BE49-F238E27FC236}">
                      <a16:creationId xmlns:a16="http://schemas.microsoft.com/office/drawing/2014/main" id="{5F737B5C-1B2B-C473-E432-6697FB61C302}"/>
                    </a:ext>
                  </a:extLst>
                </p:cNvPr>
                <p:cNvPicPr/>
                <p:nvPr/>
              </p:nvPicPr>
              <p:blipFill>
                <a:blip r:embed="rId147"/>
                <a:stretch>
                  <a:fillRect/>
                </a:stretch>
              </p:blipFill>
              <p:spPr>
                <a:xfrm>
                  <a:off x="3984584" y="2032122"/>
                  <a:ext cx="99360" cy="17100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89" name="Ink 88">
                  <a:extLst>
                    <a:ext uri="{FF2B5EF4-FFF2-40B4-BE49-F238E27FC236}">
                      <a16:creationId xmlns:a16="http://schemas.microsoft.com/office/drawing/2014/main" id="{E52E082C-1F49-414D-4265-98464B9EFACD}"/>
                    </a:ext>
                  </a:extLst>
                </p14:cNvPr>
                <p14:cNvContentPartPr/>
                <p14:nvPr/>
              </p14:nvContentPartPr>
              <p14:xfrm>
                <a:off x="4147664" y="2105202"/>
                <a:ext cx="24840" cy="8640"/>
              </p14:xfrm>
            </p:contentPart>
          </mc:Choice>
          <mc:Fallback>
            <p:pic>
              <p:nvPicPr>
                <p:cNvPr id="89" name="Ink 88">
                  <a:extLst>
                    <a:ext uri="{FF2B5EF4-FFF2-40B4-BE49-F238E27FC236}">
                      <a16:creationId xmlns:a16="http://schemas.microsoft.com/office/drawing/2014/main" id="{E52E082C-1F49-414D-4265-98464B9EFACD}"/>
                    </a:ext>
                  </a:extLst>
                </p:cNvPr>
                <p:cNvPicPr/>
                <p:nvPr/>
              </p:nvPicPr>
              <p:blipFill>
                <a:blip r:embed="rId149"/>
                <a:stretch>
                  <a:fillRect/>
                </a:stretch>
              </p:blipFill>
              <p:spPr>
                <a:xfrm>
                  <a:off x="4138664" y="2096562"/>
                  <a:ext cx="4248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90" name="Ink 89">
                  <a:extLst>
                    <a:ext uri="{FF2B5EF4-FFF2-40B4-BE49-F238E27FC236}">
                      <a16:creationId xmlns:a16="http://schemas.microsoft.com/office/drawing/2014/main" id="{74EE6294-3247-CE42-A156-583AB6B0318F}"/>
                    </a:ext>
                  </a:extLst>
                </p14:cNvPr>
                <p14:cNvContentPartPr/>
                <p14:nvPr/>
              </p14:nvContentPartPr>
              <p14:xfrm>
                <a:off x="4366184" y="1887402"/>
                <a:ext cx="214920" cy="325440"/>
              </p14:xfrm>
            </p:contentPart>
          </mc:Choice>
          <mc:Fallback>
            <p:pic>
              <p:nvPicPr>
                <p:cNvPr id="90" name="Ink 89">
                  <a:extLst>
                    <a:ext uri="{FF2B5EF4-FFF2-40B4-BE49-F238E27FC236}">
                      <a16:creationId xmlns:a16="http://schemas.microsoft.com/office/drawing/2014/main" id="{74EE6294-3247-CE42-A156-583AB6B0318F}"/>
                    </a:ext>
                  </a:extLst>
                </p:cNvPr>
                <p:cNvPicPr/>
                <p:nvPr/>
              </p:nvPicPr>
              <p:blipFill>
                <a:blip r:embed="rId151"/>
                <a:stretch>
                  <a:fillRect/>
                </a:stretch>
              </p:blipFill>
              <p:spPr>
                <a:xfrm>
                  <a:off x="4357544" y="1878402"/>
                  <a:ext cx="232560" cy="34308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1" name="Ink 90">
                  <a:extLst>
                    <a:ext uri="{FF2B5EF4-FFF2-40B4-BE49-F238E27FC236}">
                      <a16:creationId xmlns:a16="http://schemas.microsoft.com/office/drawing/2014/main" id="{499CA939-32C4-97C6-5D7F-CC19F11C561C}"/>
                    </a:ext>
                  </a:extLst>
                </p14:cNvPr>
                <p14:cNvContentPartPr/>
                <p14:nvPr/>
              </p14:nvContentPartPr>
              <p14:xfrm>
                <a:off x="4630064" y="2007282"/>
                <a:ext cx="94680" cy="167040"/>
              </p14:xfrm>
            </p:contentPart>
          </mc:Choice>
          <mc:Fallback>
            <p:pic>
              <p:nvPicPr>
                <p:cNvPr id="91" name="Ink 90">
                  <a:extLst>
                    <a:ext uri="{FF2B5EF4-FFF2-40B4-BE49-F238E27FC236}">
                      <a16:creationId xmlns:a16="http://schemas.microsoft.com/office/drawing/2014/main" id="{499CA939-32C4-97C6-5D7F-CC19F11C561C}"/>
                    </a:ext>
                  </a:extLst>
                </p:cNvPr>
                <p:cNvPicPr/>
                <p:nvPr/>
              </p:nvPicPr>
              <p:blipFill>
                <a:blip r:embed="rId153"/>
                <a:stretch>
                  <a:fillRect/>
                </a:stretch>
              </p:blipFill>
              <p:spPr>
                <a:xfrm>
                  <a:off x="4621424" y="1998642"/>
                  <a:ext cx="112320" cy="18468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92" name="Ink 91">
                  <a:extLst>
                    <a:ext uri="{FF2B5EF4-FFF2-40B4-BE49-F238E27FC236}">
                      <a16:creationId xmlns:a16="http://schemas.microsoft.com/office/drawing/2014/main" id="{C914ECDA-0282-9E29-D248-87D618C7CA5A}"/>
                    </a:ext>
                  </a:extLst>
                </p14:cNvPr>
                <p14:cNvContentPartPr/>
                <p14:nvPr/>
              </p14:nvContentPartPr>
              <p14:xfrm>
                <a:off x="4809704" y="1831602"/>
                <a:ext cx="69120" cy="418320"/>
              </p14:xfrm>
            </p:contentPart>
          </mc:Choice>
          <mc:Fallback>
            <p:pic>
              <p:nvPicPr>
                <p:cNvPr id="92" name="Ink 91">
                  <a:extLst>
                    <a:ext uri="{FF2B5EF4-FFF2-40B4-BE49-F238E27FC236}">
                      <a16:creationId xmlns:a16="http://schemas.microsoft.com/office/drawing/2014/main" id="{C914ECDA-0282-9E29-D248-87D618C7CA5A}"/>
                    </a:ext>
                  </a:extLst>
                </p:cNvPr>
                <p:cNvPicPr/>
                <p:nvPr/>
              </p:nvPicPr>
              <p:blipFill>
                <a:blip r:embed="rId155"/>
                <a:stretch>
                  <a:fillRect/>
                </a:stretch>
              </p:blipFill>
              <p:spPr>
                <a:xfrm>
                  <a:off x="4800704" y="1822602"/>
                  <a:ext cx="86760" cy="43596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93" name="Ink 92">
                  <a:extLst>
                    <a:ext uri="{FF2B5EF4-FFF2-40B4-BE49-F238E27FC236}">
                      <a16:creationId xmlns:a16="http://schemas.microsoft.com/office/drawing/2014/main" id="{9F9F9399-519A-8618-1CEC-46B7FF882E84}"/>
                    </a:ext>
                  </a:extLst>
                </p14:cNvPr>
                <p14:cNvContentPartPr/>
                <p14:nvPr/>
              </p14:nvContentPartPr>
              <p14:xfrm>
                <a:off x="4964864" y="1848882"/>
                <a:ext cx="23400" cy="383760"/>
              </p14:xfrm>
            </p:contentPart>
          </mc:Choice>
          <mc:Fallback>
            <p:pic>
              <p:nvPicPr>
                <p:cNvPr id="93" name="Ink 92">
                  <a:extLst>
                    <a:ext uri="{FF2B5EF4-FFF2-40B4-BE49-F238E27FC236}">
                      <a16:creationId xmlns:a16="http://schemas.microsoft.com/office/drawing/2014/main" id="{9F9F9399-519A-8618-1CEC-46B7FF882E84}"/>
                    </a:ext>
                  </a:extLst>
                </p:cNvPr>
                <p:cNvPicPr/>
                <p:nvPr/>
              </p:nvPicPr>
              <p:blipFill>
                <a:blip r:embed="rId157"/>
                <a:stretch>
                  <a:fillRect/>
                </a:stretch>
              </p:blipFill>
              <p:spPr>
                <a:xfrm>
                  <a:off x="4956224" y="1839882"/>
                  <a:ext cx="41040" cy="40140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4" name="Ink 93">
                  <a:extLst>
                    <a:ext uri="{FF2B5EF4-FFF2-40B4-BE49-F238E27FC236}">
                      <a16:creationId xmlns:a16="http://schemas.microsoft.com/office/drawing/2014/main" id="{6136AE7E-7C3E-B3FC-9741-5FFD3B76D584}"/>
                    </a:ext>
                  </a:extLst>
                </p14:cNvPr>
                <p14:cNvContentPartPr/>
                <p14:nvPr/>
              </p14:nvContentPartPr>
              <p14:xfrm>
                <a:off x="4819064" y="1955802"/>
                <a:ext cx="388440" cy="174960"/>
              </p14:xfrm>
            </p:contentPart>
          </mc:Choice>
          <mc:Fallback>
            <p:pic>
              <p:nvPicPr>
                <p:cNvPr id="94" name="Ink 93">
                  <a:extLst>
                    <a:ext uri="{FF2B5EF4-FFF2-40B4-BE49-F238E27FC236}">
                      <a16:creationId xmlns:a16="http://schemas.microsoft.com/office/drawing/2014/main" id="{6136AE7E-7C3E-B3FC-9741-5FFD3B76D584}"/>
                    </a:ext>
                  </a:extLst>
                </p:cNvPr>
                <p:cNvPicPr/>
                <p:nvPr/>
              </p:nvPicPr>
              <p:blipFill>
                <a:blip r:embed="rId159"/>
                <a:stretch>
                  <a:fillRect/>
                </a:stretch>
              </p:blipFill>
              <p:spPr>
                <a:xfrm>
                  <a:off x="4810064" y="1946802"/>
                  <a:ext cx="406080" cy="19260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5" name="Ink 94">
                  <a:extLst>
                    <a:ext uri="{FF2B5EF4-FFF2-40B4-BE49-F238E27FC236}">
                      <a16:creationId xmlns:a16="http://schemas.microsoft.com/office/drawing/2014/main" id="{CDCC9BAB-0324-0868-AE0E-D7B39C12A563}"/>
                    </a:ext>
                  </a:extLst>
                </p14:cNvPr>
                <p14:cNvContentPartPr/>
                <p14:nvPr/>
              </p14:nvContentPartPr>
              <p14:xfrm>
                <a:off x="5266184" y="1881282"/>
                <a:ext cx="192240" cy="222840"/>
              </p14:xfrm>
            </p:contentPart>
          </mc:Choice>
          <mc:Fallback>
            <p:pic>
              <p:nvPicPr>
                <p:cNvPr id="95" name="Ink 94">
                  <a:extLst>
                    <a:ext uri="{FF2B5EF4-FFF2-40B4-BE49-F238E27FC236}">
                      <a16:creationId xmlns:a16="http://schemas.microsoft.com/office/drawing/2014/main" id="{CDCC9BAB-0324-0868-AE0E-D7B39C12A563}"/>
                    </a:ext>
                  </a:extLst>
                </p:cNvPr>
                <p:cNvPicPr/>
                <p:nvPr/>
              </p:nvPicPr>
              <p:blipFill>
                <a:blip r:embed="rId161"/>
                <a:stretch>
                  <a:fillRect/>
                </a:stretch>
              </p:blipFill>
              <p:spPr>
                <a:xfrm>
                  <a:off x="5257184" y="1872642"/>
                  <a:ext cx="209880" cy="24048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7" name="Ink 96">
                  <a:extLst>
                    <a:ext uri="{FF2B5EF4-FFF2-40B4-BE49-F238E27FC236}">
                      <a16:creationId xmlns:a16="http://schemas.microsoft.com/office/drawing/2014/main" id="{304E2A1C-6B43-BA3F-8A1C-36A7EEDE60B6}"/>
                    </a:ext>
                  </a:extLst>
                </p14:cNvPr>
                <p14:cNvContentPartPr/>
                <p14:nvPr/>
              </p14:nvContentPartPr>
              <p14:xfrm>
                <a:off x="6716984" y="4253322"/>
                <a:ext cx="232200" cy="280800"/>
              </p14:xfrm>
            </p:contentPart>
          </mc:Choice>
          <mc:Fallback>
            <p:pic>
              <p:nvPicPr>
                <p:cNvPr id="97" name="Ink 96">
                  <a:extLst>
                    <a:ext uri="{FF2B5EF4-FFF2-40B4-BE49-F238E27FC236}">
                      <a16:creationId xmlns:a16="http://schemas.microsoft.com/office/drawing/2014/main" id="{304E2A1C-6B43-BA3F-8A1C-36A7EEDE60B6}"/>
                    </a:ext>
                  </a:extLst>
                </p:cNvPr>
                <p:cNvPicPr/>
                <p:nvPr/>
              </p:nvPicPr>
              <p:blipFill>
                <a:blip r:embed="rId163"/>
                <a:stretch>
                  <a:fillRect/>
                </a:stretch>
              </p:blipFill>
              <p:spPr>
                <a:xfrm>
                  <a:off x="6708344" y="4244682"/>
                  <a:ext cx="249840" cy="29844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98" name="Ink 97">
                  <a:extLst>
                    <a:ext uri="{FF2B5EF4-FFF2-40B4-BE49-F238E27FC236}">
                      <a16:creationId xmlns:a16="http://schemas.microsoft.com/office/drawing/2014/main" id="{A551627E-4E91-7DF4-0332-1689451D2B35}"/>
                    </a:ext>
                  </a:extLst>
                </p14:cNvPr>
                <p14:cNvContentPartPr/>
                <p14:nvPr/>
              </p14:nvContentPartPr>
              <p14:xfrm>
                <a:off x="6923984" y="4307682"/>
                <a:ext cx="529200" cy="189360"/>
              </p14:xfrm>
            </p:contentPart>
          </mc:Choice>
          <mc:Fallback>
            <p:pic>
              <p:nvPicPr>
                <p:cNvPr id="98" name="Ink 97">
                  <a:extLst>
                    <a:ext uri="{FF2B5EF4-FFF2-40B4-BE49-F238E27FC236}">
                      <a16:creationId xmlns:a16="http://schemas.microsoft.com/office/drawing/2014/main" id="{A551627E-4E91-7DF4-0332-1689451D2B35}"/>
                    </a:ext>
                  </a:extLst>
                </p:cNvPr>
                <p:cNvPicPr/>
                <p:nvPr/>
              </p:nvPicPr>
              <p:blipFill>
                <a:blip r:embed="rId165"/>
                <a:stretch>
                  <a:fillRect/>
                </a:stretch>
              </p:blipFill>
              <p:spPr>
                <a:xfrm>
                  <a:off x="6914984" y="4298682"/>
                  <a:ext cx="54684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99" name="Ink 98">
                  <a:extLst>
                    <a:ext uri="{FF2B5EF4-FFF2-40B4-BE49-F238E27FC236}">
                      <a16:creationId xmlns:a16="http://schemas.microsoft.com/office/drawing/2014/main" id="{03F72DD3-6BD9-B4F6-20B1-B34FB684BA1D}"/>
                    </a:ext>
                  </a:extLst>
                </p14:cNvPr>
                <p14:cNvContentPartPr/>
                <p14:nvPr/>
              </p14:nvContentPartPr>
              <p14:xfrm>
                <a:off x="6561104" y="4051362"/>
                <a:ext cx="1268640" cy="677880"/>
              </p14:xfrm>
            </p:contentPart>
          </mc:Choice>
          <mc:Fallback>
            <p:pic>
              <p:nvPicPr>
                <p:cNvPr id="99" name="Ink 98">
                  <a:extLst>
                    <a:ext uri="{FF2B5EF4-FFF2-40B4-BE49-F238E27FC236}">
                      <a16:creationId xmlns:a16="http://schemas.microsoft.com/office/drawing/2014/main" id="{03F72DD3-6BD9-B4F6-20B1-B34FB684BA1D}"/>
                    </a:ext>
                  </a:extLst>
                </p:cNvPr>
                <p:cNvPicPr/>
                <p:nvPr/>
              </p:nvPicPr>
              <p:blipFill>
                <a:blip r:embed="rId167"/>
                <a:stretch>
                  <a:fillRect/>
                </a:stretch>
              </p:blipFill>
              <p:spPr>
                <a:xfrm>
                  <a:off x="6552464" y="4042722"/>
                  <a:ext cx="1286280" cy="69552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01" name="Ink 100">
                  <a:extLst>
                    <a:ext uri="{FF2B5EF4-FFF2-40B4-BE49-F238E27FC236}">
                      <a16:creationId xmlns:a16="http://schemas.microsoft.com/office/drawing/2014/main" id="{64EE3A9D-1D3D-00F4-533A-B49BD425294B}"/>
                    </a:ext>
                  </a:extLst>
                </p14:cNvPr>
                <p14:cNvContentPartPr/>
                <p14:nvPr/>
              </p14:nvContentPartPr>
              <p14:xfrm>
                <a:off x="2954264" y="4519362"/>
                <a:ext cx="35280" cy="309240"/>
              </p14:xfrm>
            </p:contentPart>
          </mc:Choice>
          <mc:Fallback>
            <p:pic>
              <p:nvPicPr>
                <p:cNvPr id="101" name="Ink 100">
                  <a:extLst>
                    <a:ext uri="{FF2B5EF4-FFF2-40B4-BE49-F238E27FC236}">
                      <a16:creationId xmlns:a16="http://schemas.microsoft.com/office/drawing/2014/main" id="{64EE3A9D-1D3D-00F4-533A-B49BD425294B}"/>
                    </a:ext>
                  </a:extLst>
                </p:cNvPr>
                <p:cNvPicPr/>
                <p:nvPr/>
              </p:nvPicPr>
              <p:blipFill>
                <a:blip r:embed="rId169"/>
                <a:stretch>
                  <a:fillRect/>
                </a:stretch>
              </p:blipFill>
              <p:spPr>
                <a:xfrm>
                  <a:off x="2945264" y="4510722"/>
                  <a:ext cx="52920" cy="32688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02" name="Ink 101">
                  <a:extLst>
                    <a:ext uri="{FF2B5EF4-FFF2-40B4-BE49-F238E27FC236}">
                      <a16:creationId xmlns:a16="http://schemas.microsoft.com/office/drawing/2014/main" id="{6DBD75AF-6167-7FFA-23BA-891670F2280C}"/>
                    </a:ext>
                  </a:extLst>
                </p14:cNvPr>
                <p14:cNvContentPartPr/>
                <p14:nvPr/>
              </p14:nvContentPartPr>
              <p14:xfrm>
                <a:off x="3176024" y="4647522"/>
                <a:ext cx="155160" cy="173880"/>
              </p14:xfrm>
            </p:contentPart>
          </mc:Choice>
          <mc:Fallback>
            <p:pic>
              <p:nvPicPr>
                <p:cNvPr id="102" name="Ink 101">
                  <a:extLst>
                    <a:ext uri="{FF2B5EF4-FFF2-40B4-BE49-F238E27FC236}">
                      <a16:creationId xmlns:a16="http://schemas.microsoft.com/office/drawing/2014/main" id="{6DBD75AF-6167-7FFA-23BA-891670F2280C}"/>
                    </a:ext>
                  </a:extLst>
                </p:cNvPr>
                <p:cNvPicPr/>
                <p:nvPr/>
              </p:nvPicPr>
              <p:blipFill>
                <a:blip r:embed="rId171"/>
                <a:stretch>
                  <a:fillRect/>
                </a:stretch>
              </p:blipFill>
              <p:spPr>
                <a:xfrm>
                  <a:off x="3167384" y="4638882"/>
                  <a:ext cx="17280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03" name="Ink 102">
                  <a:extLst>
                    <a:ext uri="{FF2B5EF4-FFF2-40B4-BE49-F238E27FC236}">
                      <a16:creationId xmlns:a16="http://schemas.microsoft.com/office/drawing/2014/main" id="{D30B8EAE-A4A9-F26E-CE1E-F1230C41CCDD}"/>
                    </a:ext>
                  </a:extLst>
                </p14:cNvPr>
                <p14:cNvContentPartPr/>
                <p14:nvPr/>
              </p14:nvContentPartPr>
              <p14:xfrm>
                <a:off x="3273224" y="4484442"/>
                <a:ext cx="225360" cy="195120"/>
              </p14:xfrm>
            </p:contentPart>
          </mc:Choice>
          <mc:Fallback>
            <p:pic>
              <p:nvPicPr>
                <p:cNvPr id="103" name="Ink 102">
                  <a:extLst>
                    <a:ext uri="{FF2B5EF4-FFF2-40B4-BE49-F238E27FC236}">
                      <a16:creationId xmlns:a16="http://schemas.microsoft.com/office/drawing/2014/main" id="{D30B8EAE-A4A9-F26E-CE1E-F1230C41CCDD}"/>
                    </a:ext>
                  </a:extLst>
                </p:cNvPr>
                <p:cNvPicPr/>
                <p:nvPr/>
              </p:nvPicPr>
              <p:blipFill>
                <a:blip r:embed="rId173"/>
                <a:stretch>
                  <a:fillRect/>
                </a:stretch>
              </p:blipFill>
              <p:spPr>
                <a:xfrm>
                  <a:off x="3264224" y="4475802"/>
                  <a:ext cx="243000" cy="21276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04" name="Ink 103">
                  <a:extLst>
                    <a:ext uri="{FF2B5EF4-FFF2-40B4-BE49-F238E27FC236}">
                      <a16:creationId xmlns:a16="http://schemas.microsoft.com/office/drawing/2014/main" id="{2A84D5E6-75FD-9ADB-D166-F6D4D6334775}"/>
                    </a:ext>
                  </a:extLst>
                </p14:cNvPr>
                <p14:cNvContentPartPr/>
                <p14:nvPr/>
              </p14:nvContentPartPr>
              <p14:xfrm>
                <a:off x="3557624" y="4469322"/>
                <a:ext cx="172800" cy="295560"/>
              </p14:xfrm>
            </p:contentPart>
          </mc:Choice>
          <mc:Fallback>
            <p:pic>
              <p:nvPicPr>
                <p:cNvPr id="104" name="Ink 103">
                  <a:extLst>
                    <a:ext uri="{FF2B5EF4-FFF2-40B4-BE49-F238E27FC236}">
                      <a16:creationId xmlns:a16="http://schemas.microsoft.com/office/drawing/2014/main" id="{2A84D5E6-75FD-9ADB-D166-F6D4D6334775}"/>
                    </a:ext>
                  </a:extLst>
                </p:cNvPr>
                <p:cNvPicPr/>
                <p:nvPr/>
              </p:nvPicPr>
              <p:blipFill>
                <a:blip r:embed="rId175"/>
                <a:stretch>
                  <a:fillRect/>
                </a:stretch>
              </p:blipFill>
              <p:spPr>
                <a:xfrm>
                  <a:off x="3548984" y="4460322"/>
                  <a:ext cx="190440" cy="31320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05" name="Ink 104">
                  <a:extLst>
                    <a:ext uri="{FF2B5EF4-FFF2-40B4-BE49-F238E27FC236}">
                      <a16:creationId xmlns:a16="http://schemas.microsoft.com/office/drawing/2014/main" id="{E4E7A693-B466-4F22-919C-E752A37400DD}"/>
                    </a:ext>
                  </a:extLst>
                </p14:cNvPr>
                <p14:cNvContentPartPr/>
                <p14:nvPr/>
              </p14:nvContentPartPr>
              <p14:xfrm>
                <a:off x="3762464" y="4416042"/>
                <a:ext cx="385560" cy="341280"/>
              </p14:xfrm>
            </p:contentPart>
          </mc:Choice>
          <mc:Fallback>
            <p:pic>
              <p:nvPicPr>
                <p:cNvPr id="105" name="Ink 104">
                  <a:extLst>
                    <a:ext uri="{FF2B5EF4-FFF2-40B4-BE49-F238E27FC236}">
                      <a16:creationId xmlns:a16="http://schemas.microsoft.com/office/drawing/2014/main" id="{E4E7A693-B466-4F22-919C-E752A37400DD}"/>
                    </a:ext>
                  </a:extLst>
                </p:cNvPr>
                <p:cNvPicPr/>
                <p:nvPr/>
              </p:nvPicPr>
              <p:blipFill>
                <a:blip r:embed="rId177"/>
                <a:stretch>
                  <a:fillRect/>
                </a:stretch>
              </p:blipFill>
              <p:spPr>
                <a:xfrm>
                  <a:off x="3753464" y="4407402"/>
                  <a:ext cx="403200" cy="35892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06" name="Ink 105">
                  <a:extLst>
                    <a:ext uri="{FF2B5EF4-FFF2-40B4-BE49-F238E27FC236}">
                      <a16:creationId xmlns:a16="http://schemas.microsoft.com/office/drawing/2014/main" id="{35012226-93E3-1B36-8D1E-AEA9C2139624}"/>
                    </a:ext>
                  </a:extLst>
                </p14:cNvPr>
                <p14:cNvContentPartPr/>
                <p14:nvPr/>
              </p14:nvContentPartPr>
              <p14:xfrm>
                <a:off x="4216784" y="4410642"/>
                <a:ext cx="165240" cy="368280"/>
              </p14:xfrm>
            </p:contentPart>
          </mc:Choice>
          <mc:Fallback>
            <p:pic>
              <p:nvPicPr>
                <p:cNvPr id="106" name="Ink 105">
                  <a:extLst>
                    <a:ext uri="{FF2B5EF4-FFF2-40B4-BE49-F238E27FC236}">
                      <a16:creationId xmlns:a16="http://schemas.microsoft.com/office/drawing/2014/main" id="{35012226-93E3-1B36-8D1E-AEA9C2139624}"/>
                    </a:ext>
                  </a:extLst>
                </p:cNvPr>
                <p:cNvPicPr/>
                <p:nvPr/>
              </p:nvPicPr>
              <p:blipFill>
                <a:blip r:embed="rId179"/>
                <a:stretch>
                  <a:fillRect/>
                </a:stretch>
              </p:blipFill>
              <p:spPr>
                <a:xfrm>
                  <a:off x="4208144" y="4401642"/>
                  <a:ext cx="182880" cy="38592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07" name="Ink 106">
                  <a:extLst>
                    <a:ext uri="{FF2B5EF4-FFF2-40B4-BE49-F238E27FC236}">
                      <a16:creationId xmlns:a16="http://schemas.microsoft.com/office/drawing/2014/main" id="{124DBE5C-5627-02A1-2030-404352817EC4}"/>
                    </a:ext>
                  </a:extLst>
                </p14:cNvPr>
                <p14:cNvContentPartPr/>
                <p14:nvPr/>
              </p14:nvContentPartPr>
              <p14:xfrm>
                <a:off x="4637624" y="4435122"/>
                <a:ext cx="309960" cy="342000"/>
              </p14:xfrm>
            </p:contentPart>
          </mc:Choice>
          <mc:Fallback>
            <p:pic>
              <p:nvPicPr>
                <p:cNvPr id="107" name="Ink 106">
                  <a:extLst>
                    <a:ext uri="{FF2B5EF4-FFF2-40B4-BE49-F238E27FC236}">
                      <a16:creationId xmlns:a16="http://schemas.microsoft.com/office/drawing/2014/main" id="{124DBE5C-5627-02A1-2030-404352817EC4}"/>
                    </a:ext>
                  </a:extLst>
                </p:cNvPr>
                <p:cNvPicPr/>
                <p:nvPr/>
              </p:nvPicPr>
              <p:blipFill>
                <a:blip r:embed="rId181"/>
                <a:stretch>
                  <a:fillRect/>
                </a:stretch>
              </p:blipFill>
              <p:spPr>
                <a:xfrm>
                  <a:off x="4628984" y="4426122"/>
                  <a:ext cx="327600" cy="35964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08" name="Ink 107">
                  <a:extLst>
                    <a:ext uri="{FF2B5EF4-FFF2-40B4-BE49-F238E27FC236}">
                      <a16:creationId xmlns:a16="http://schemas.microsoft.com/office/drawing/2014/main" id="{CF4EB018-2616-49E9-C57F-819498473011}"/>
                    </a:ext>
                  </a:extLst>
                </p14:cNvPr>
                <p14:cNvContentPartPr/>
                <p14:nvPr/>
              </p14:nvContentPartPr>
              <p14:xfrm>
                <a:off x="5028944" y="4497762"/>
                <a:ext cx="145080" cy="235440"/>
              </p14:xfrm>
            </p:contentPart>
          </mc:Choice>
          <mc:Fallback>
            <p:pic>
              <p:nvPicPr>
                <p:cNvPr id="108" name="Ink 107">
                  <a:extLst>
                    <a:ext uri="{FF2B5EF4-FFF2-40B4-BE49-F238E27FC236}">
                      <a16:creationId xmlns:a16="http://schemas.microsoft.com/office/drawing/2014/main" id="{CF4EB018-2616-49E9-C57F-819498473011}"/>
                    </a:ext>
                  </a:extLst>
                </p:cNvPr>
                <p:cNvPicPr/>
                <p:nvPr/>
              </p:nvPicPr>
              <p:blipFill>
                <a:blip r:embed="rId183"/>
                <a:stretch>
                  <a:fillRect/>
                </a:stretch>
              </p:blipFill>
              <p:spPr>
                <a:xfrm>
                  <a:off x="5020304" y="4489122"/>
                  <a:ext cx="162720" cy="25308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09" name="Ink 108">
                  <a:extLst>
                    <a:ext uri="{FF2B5EF4-FFF2-40B4-BE49-F238E27FC236}">
                      <a16:creationId xmlns:a16="http://schemas.microsoft.com/office/drawing/2014/main" id="{03F95EDA-ED6B-BF9E-12B6-27796F5278D1}"/>
                    </a:ext>
                  </a:extLst>
                </p14:cNvPr>
                <p14:cNvContentPartPr/>
                <p14:nvPr/>
              </p14:nvContentPartPr>
              <p14:xfrm>
                <a:off x="5234504" y="4507842"/>
                <a:ext cx="360" cy="203400"/>
              </p14:xfrm>
            </p:contentPart>
          </mc:Choice>
          <mc:Fallback>
            <p:pic>
              <p:nvPicPr>
                <p:cNvPr id="109" name="Ink 108">
                  <a:extLst>
                    <a:ext uri="{FF2B5EF4-FFF2-40B4-BE49-F238E27FC236}">
                      <a16:creationId xmlns:a16="http://schemas.microsoft.com/office/drawing/2014/main" id="{03F95EDA-ED6B-BF9E-12B6-27796F5278D1}"/>
                    </a:ext>
                  </a:extLst>
                </p:cNvPr>
                <p:cNvPicPr/>
                <p:nvPr/>
              </p:nvPicPr>
              <p:blipFill>
                <a:blip r:embed="rId185"/>
                <a:stretch>
                  <a:fillRect/>
                </a:stretch>
              </p:blipFill>
              <p:spPr>
                <a:xfrm>
                  <a:off x="5225504" y="4498842"/>
                  <a:ext cx="18000" cy="22104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10" name="Ink 109">
                  <a:extLst>
                    <a:ext uri="{FF2B5EF4-FFF2-40B4-BE49-F238E27FC236}">
                      <a16:creationId xmlns:a16="http://schemas.microsoft.com/office/drawing/2014/main" id="{9F2AC832-46E3-7223-81B3-48C8D5B3621E}"/>
                    </a:ext>
                  </a:extLst>
                </p14:cNvPr>
                <p14:cNvContentPartPr/>
                <p14:nvPr/>
              </p14:nvContentPartPr>
              <p14:xfrm>
                <a:off x="5173304" y="4414962"/>
                <a:ext cx="184680" cy="311040"/>
              </p14:xfrm>
            </p:contentPart>
          </mc:Choice>
          <mc:Fallback>
            <p:pic>
              <p:nvPicPr>
                <p:cNvPr id="110" name="Ink 109">
                  <a:extLst>
                    <a:ext uri="{FF2B5EF4-FFF2-40B4-BE49-F238E27FC236}">
                      <a16:creationId xmlns:a16="http://schemas.microsoft.com/office/drawing/2014/main" id="{9F2AC832-46E3-7223-81B3-48C8D5B3621E}"/>
                    </a:ext>
                  </a:extLst>
                </p:cNvPr>
                <p:cNvPicPr/>
                <p:nvPr/>
              </p:nvPicPr>
              <p:blipFill>
                <a:blip r:embed="rId187"/>
                <a:stretch>
                  <a:fillRect/>
                </a:stretch>
              </p:blipFill>
              <p:spPr>
                <a:xfrm>
                  <a:off x="5164304" y="4405962"/>
                  <a:ext cx="202320" cy="32868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11" name="Ink 110">
                  <a:extLst>
                    <a:ext uri="{FF2B5EF4-FFF2-40B4-BE49-F238E27FC236}">
                      <a16:creationId xmlns:a16="http://schemas.microsoft.com/office/drawing/2014/main" id="{0CF7BACF-3951-7DC2-050B-C4B047F4D58E}"/>
                    </a:ext>
                  </a:extLst>
                </p14:cNvPr>
                <p14:cNvContentPartPr/>
                <p14:nvPr/>
              </p14:nvContentPartPr>
              <p14:xfrm>
                <a:off x="5373824" y="4463562"/>
                <a:ext cx="55440" cy="261360"/>
              </p14:xfrm>
            </p:contentPart>
          </mc:Choice>
          <mc:Fallback>
            <p:pic>
              <p:nvPicPr>
                <p:cNvPr id="111" name="Ink 110">
                  <a:extLst>
                    <a:ext uri="{FF2B5EF4-FFF2-40B4-BE49-F238E27FC236}">
                      <a16:creationId xmlns:a16="http://schemas.microsoft.com/office/drawing/2014/main" id="{0CF7BACF-3951-7DC2-050B-C4B047F4D58E}"/>
                    </a:ext>
                  </a:extLst>
                </p:cNvPr>
                <p:cNvPicPr/>
                <p:nvPr/>
              </p:nvPicPr>
              <p:blipFill>
                <a:blip r:embed="rId189"/>
                <a:stretch>
                  <a:fillRect/>
                </a:stretch>
              </p:blipFill>
              <p:spPr>
                <a:xfrm>
                  <a:off x="5364824" y="4454562"/>
                  <a:ext cx="73080" cy="27900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12" name="Ink 111">
                  <a:extLst>
                    <a:ext uri="{FF2B5EF4-FFF2-40B4-BE49-F238E27FC236}">
                      <a16:creationId xmlns:a16="http://schemas.microsoft.com/office/drawing/2014/main" id="{142DBA49-EEDF-F47F-756E-B7DB2CBC4CC5}"/>
                    </a:ext>
                  </a:extLst>
                </p14:cNvPr>
                <p14:cNvContentPartPr/>
                <p14:nvPr/>
              </p14:nvContentPartPr>
              <p14:xfrm>
                <a:off x="5439704" y="4370322"/>
                <a:ext cx="124560" cy="182160"/>
              </p14:xfrm>
            </p:contentPart>
          </mc:Choice>
          <mc:Fallback>
            <p:pic>
              <p:nvPicPr>
                <p:cNvPr id="112" name="Ink 111">
                  <a:extLst>
                    <a:ext uri="{FF2B5EF4-FFF2-40B4-BE49-F238E27FC236}">
                      <a16:creationId xmlns:a16="http://schemas.microsoft.com/office/drawing/2014/main" id="{142DBA49-EEDF-F47F-756E-B7DB2CBC4CC5}"/>
                    </a:ext>
                  </a:extLst>
                </p:cNvPr>
                <p:cNvPicPr/>
                <p:nvPr/>
              </p:nvPicPr>
              <p:blipFill>
                <a:blip r:embed="rId191"/>
                <a:stretch>
                  <a:fillRect/>
                </a:stretch>
              </p:blipFill>
              <p:spPr>
                <a:xfrm>
                  <a:off x="5431064" y="4361682"/>
                  <a:ext cx="142200" cy="19980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13" name="Ink 112">
                  <a:extLst>
                    <a:ext uri="{FF2B5EF4-FFF2-40B4-BE49-F238E27FC236}">
                      <a16:creationId xmlns:a16="http://schemas.microsoft.com/office/drawing/2014/main" id="{E1DF29F3-3480-E0BE-8377-6FE7C7BDC824}"/>
                    </a:ext>
                  </a:extLst>
                </p14:cNvPr>
                <p14:cNvContentPartPr/>
                <p14:nvPr/>
              </p14:nvContentPartPr>
              <p14:xfrm>
                <a:off x="5401904" y="4490922"/>
                <a:ext cx="339840" cy="405000"/>
              </p14:xfrm>
            </p:contentPart>
          </mc:Choice>
          <mc:Fallback>
            <p:pic>
              <p:nvPicPr>
                <p:cNvPr id="113" name="Ink 112">
                  <a:extLst>
                    <a:ext uri="{FF2B5EF4-FFF2-40B4-BE49-F238E27FC236}">
                      <a16:creationId xmlns:a16="http://schemas.microsoft.com/office/drawing/2014/main" id="{E1DF29F3-3480-E0BE-8377-6FE7C7BDC824}"/>
                    </a:ext>
                  </a:extLst>
                </p:cNvPr>
                <p:cNvPicPr/>
                <p:nvPr/>
              </p:nvPicPr>
              <p:blipFill>
                <a:blip r:embed="rId193"/>
                <a:stretch>
                  <a:fillRect/>
                </a:stretch>
              </p:blipFill>
              <p:spPr>
                <a:xfrm>
                  <a:off x="5392904" y="4482282"/>
                  <a:ext cx="357480" cy="42264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14" name="Ink 113">
                  <a:extLst>
                    <a:ext uri="{FF2B5EF4-FFF2-40B4-BE49-F238E27FC236}">
                      <a16:creationId xmlns:a16="http://schemas.microsoft.com/office/drawing/2014/main" id="{3A04320C-29E8-8A83-0B43-8C9D331C6EB9}"/>
                    </a:ext>
                  </a:extLst>
                </p14:cNvPr>
                <p14:cNvContentPartPr/>
                <p14:nvPr/>
              </p14:nvContentPartPr>
              <p14:xfrm>
                <a:off x="4577864" y="4961802"/>
                <a:ext cx="200520" cy="318240"/>
              </p14:xfrm>
            </p:contentPart>
          </mc:Choice>
          <mc:Fallback>
            <p:pic>
              <p:nvPicPr>
                <p:cNvPr id="114" name="Ink 113">
                  <a:extLst>
                    <a:ext uri="{FF2B5EF4-FFF2-40B4-BE49-F238E27FC236}">
                      <a16:creationId xmlns:a16="http://schemas.microsoft.com/office/drawing/2014/main" id="{3A04320C-29E8-8A83-0B43-8C9D331C6EB9}"/>
                    </a:ext>
                  </a:extLst>
                </p:cNvPr>
                <p:cNvPicPr/>
                <p:nvPr/>
              </p:nvPicPr>
              <p:blipFill>
                <a:blip r:embed="rId195"/>
                <a:stretch>
                  <a:fillRect/>
                </a:stretch>
              </p:blipFill>
              <p:spPr>
                <a:xfrm>
                  <a:off x="4568864" y="4952802"/>
                  <a:ext cx="218160" cy="33588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15" name="Ink 114">
                  <a:extLst>
                    <a:ext uri="{FF2B5EF4-FFF2-40B4-BE49-F238E27FC236}">
                      <a16:creationId xmlns:a16="http://schemas.microsoft.com/office/drawing/2014/main" id="{ED4EB480-AC75-BB8C-486B-B047ACCCF102}"/>
                    </a:ext>
                  </a:extLst>
                </p14:cNvPr>
                <p14:cNvContentPartPr/>
                <p14:nvPr/>
              </p14:nvContentPartPr>
              <p14:xfrm>
                <a:off x="4862984" y="4980882"/>
                <a:ext cx="225360" cy="248760"/>
              </p14:xfrm>
            </p:contentPart>
          </mc:Choice>
          <mc:Fallback>
            <p:pic>
              <p:nvPicPr>
                <p:cNvPr id="115" name="Ink 114">
                  <a:extLst>
                    <a:ext uri="{FF2B5EF4-FFF2-40B4-BE49-F238E27FC236}">
                      <a16:creationId xmlns:a16="http://schemas.microsoft.com/office/drawing/2014/main" id="{ED4EB480-AC75-BB8C-486B-B047ACCCF102}"/>
                    </a:ext>
                  </a:extLst>
                </p:cNvPr>
                <p:cNvPicPr/>
                <p:nvPr/>
              </p:nvPicPr>
              <p:blipFill>
                <a:blip r:embed="rId197"/>
                <a:stretch>
                  <a:fillRect/>
                </a:stretch>
              </p:blipFill>
              <p:spPr>
                <a:xfrm>
                  <a:off x="4853984" y="4971882"/>
                  <a:ext cx="243000" cy="26640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16" name="Ink 115">
                  <a:extLst>
                    <a:ext uri="{FF2B5EF4-FFF2-40B4-BE49-F238E27FC236}">
                      <a16:creationId xmlns:a16="http://schemas.microsoft.com/office/drawing/2014/main" id="{34B31F24-B2CF-6D8D-7A12-0E429BE40059}"/>
                    </a:ext>
                  </a:extLst>
                </p14:cNvPr>
                <p14:cNvContentPartPr/>
                <p14:nvPr/>
              </p14:nvContentPartPr>
              <p14:xfrm>
                <a:off x="5359424" y="4820682"/>
                <a:ext cx="112320" cy="559800"/>
              </p14:xfrm>
            </p:contentPart>
          </mc:Choice>
          <mc:Fallback>
            <p:pic>
              <p:nvPicPr>
                <p:cNvPr id="116" name="Ink 115">
                  <a:extLst>
                    <a:ext uri="{FF2B5EF4-FFF2-40B4-BE49-F238E27FC236}">
                      <a16:creationId xmlns:a16="http://schemas.microsoft.com/office/drawing/2014/main" id="{34B31F24-B2CF-6D8D-7A12-0E429BE40059}"/>
                    </a:ext>
                  </a:extLst>
                </p:cNvPr>
                <p:cNvPicPr/>
                <p:nvPr/>
              </p:nvPicPr>
              <p:blipFill>
                <a:blip r:embed="rId199"/>
                <a:stretch>
                  <a:fillRect/>
                </a:stretch>
              </p:blipFill>
              <p:spPr>
                <a:xfrm>
                  <a:off x="5350784" y="4812042"/>
                  <a:ext cx="129960" cy="57744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17" name="Ink 116">
                  <a:extLst>
                    <a:ext uri="{FF2B5EF4-FFF2-40B4-BE49-F238E27FC236}">
                      <a16:creationId xmlns:a16="http://schemas.microsoft.com/office/drawing/2014/main" id="{63F8F1F6-38C4-64E1-678B-7D1672F42121}"/>
                    </a:ext>
                  </a:extLst>
                </p14:cNvPr>
                <p14:cNvContentPartPr/>
                <p14:nvPr/>
              </p14:nvContentPartPr>
              <p14:xfrm>
                <a:off x="5386784" y="4902762"/>
                <a:ext cx="152640" cy="119880"/>
              </p14:xfrm>
            </p:contentPart>
          </mc:Choice>
          <mc:Fallback>
            <p:pic>
              <p:nvPicPr>
                <p:cNvPr id="117" name="Ink 116">
                  <a:extLst>
                    <a:ext uri="{FF2B5EF4-FFF2-40B4-BE49-F238E27FC236}">
                      <a16:creationId xmlns:a16="http://schemas.microsoft.com/office/drawing/2014/main" id="{63F8F1F6-38C4-64E1-678B-7D1672F42121}"/>
                    </a:ext>
                  </a:extLst>
                </p:cNvPr>
                <p:cNvPicPr/>
                <p:nvPr/>
              </p:nvPicPr>
              <p:blipFill>
                <a:blip r:embed="rId201"/>
                <a:stretch>
                  <a:fillRect/>
                </a:stretch>
              </p:blipFill>
              <p:spPr>
                <a:xfrm>
                  <a:off x="5378144" y="4893762"/>
                  <a:ext cx="170280" cy="13752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19" name="Ink 118">
                  <a:extLst>
                    <a:ext uri="{FF2B5EF4-FFF2-40B4-BE49-F238E27FC236}">
                      <a16:creationId xmlns:a16="http://schemas.microsoft.com/office/drawing/2014/main" id="{E0D1CCAA-9C7A-892A-73B9-9150C21CF60F}"/>
                    </a:ext>
                  </a:extLst>
                </p14:cNvPr>
                <p14:cNvContentPartPr/>
                <p14:nvPr/>
              </p14:nvContentPartPr>
              <p14:xfrm>
                <a:off x="5379224" y="4926882"/>
                <a:ext cx="467640" cy="326520"/>
              </p14:xfrm>
            </p:contentPart>
          </mc:Choice>
          <mc:Fallback>
            <p:pic>
              <p:nvPicPr>
                <p:cNvPr id="119" name="Ink 118">
                  <a:extLst>
                    <a:ext uri="{FF2B5EF4-FFF2-40B4-BE49-F238E27FC236}">
                      <a16:creationId xmlns:a16="http://schemas.microsoft.com/office/drawing/2014/main" id="{E0D1CCAA-9C7A-892A-73B9-9150C21CF60F}"/>
                    </a:ext>
                  </a:extLst>
                </p:cNvPr>
                <p:cNvPicPr/>
                <p:nvPr/>
              </p:nvPicPr>
              <p:blipFill>
                <a:blip r:embed="rId203"/>
                <a:stretch>
                  <a:fillRect/>
                </a:stretch>
              </p:blipFill>
              <p:spPr>
                <a:xfrm>
                  <a:off x="5370584" y="4917882"/>
                  <a:ext cx="485280" cy="34416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20" name="Ink 119">
                  <a:extLst>
                    <a:ext uri="{FF2B5EF4-FFF2-40B4-BE49-F238E27FC236}">
                      <a16:creationId xmlns:a16="http://schemas.microsoft.com/office/drawing/2014/main" id="{EAE0C005-907D-57FD-1920-E0A4FCBE69B8}"/>
                    </a:ext>
                  </a:extLst>
                </p14:cNvPr>
                <p14:cNvContentPartPr/>
                <p14:nvPr/>
              </p14:nvContentPartPr>
              <p14:xfrm>
                <a:off x="5897624" y="4990962"/>
                <a:ext cx="369360" cy="226440"/>
              </p14:xfrm>
            </p:contentPart>
          </mc:Choice>
          <mc:Fallback>
            <p:pic>
              <p:nvPicPr>
                <p:cNvPr id="120" name="Ink 119">
                  <a:extLst>
                    <a:ext uri="{FF2B5EF4-FFF2-40B4-BE49-F238E27FC236}">
                      <a16:creationId xmlns:a16="http://schemas.microsoft.com/office/drawing/2014/main" id="{EAE0C005-907D-57FD-1920-E0A4FCBE69B8}"/>
                    </a:ext>
                  </a:extLst>
                </p:cNvPr>
                <p:cNvPicPr/>
                <p:nvPr/>
              </p:nvPicPr>
              <p:blipFill>
                <a:blip r:embed="rId205"/>
                <a:stretch>
                  <a:fillRect/>
                </a:stretch>
              </p:blipFill>
              <p:spPr>
                <a:xfrm>
                  <a:off x="5888624" y="4981962"/>
                  <a:ext cx="387000" cy="24408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21" name="Ink 120">
                  <a:extLst>
                    <a:ext uri="{FF2B5EF4-FFF2-40B4-BE49-F238E27FC236}">
                      <a16:creationId xmlns:a16="http://schemas.microsoft.com/office/drawing/2014/main" id="{5DFBDAC0-F610-BC3F-34BF-F37BF2425CF5}"/>
                    </a:ext>
                  </a:extLst>
                </p14:cNvPr>
                <p14:cNvContentPartPr/>
                <p14:nvPr/>
              </p14:nvContentPartPr>
              <p14:xfrm>
                <a:off x="6513224" y="5034522"/>
                <a:ext cx="31680" cy="133920"/>
              </p14:xfrm>
            </p:contentPart>
          </mc:Choice>
          <mc:Fallback>
            <p:pic>
              <p:nvPicPr>
                <p:cNvPr id="121" name="Ink 120">
                  <a:extLst>
                    <a:ext uri="{FF2B5EF4-FFF2-40B4-BE49-F238E27FC236}">
                      <a16:creationId xmlns:a16="http://schemas.microsoft.com/office/drawing/2014/main" id="{5DFBDAC0-F610-BC3F-34BF-F37BF2425CF5}"/>
                    </a:ext>
                  </a:extLst>
                </p:cNvPr>
                <p:cNvPicPr/>
                <p:nvPr/>
              </p:nvPicPr>
              <p:blipFill>
                <a:blip r:embed="rId207"/>
                <a:stretch>
                  <a:fillRect/>
                </a:stretch>
              </p:blipFill>
              <p:spPr>
                <a:xfrm>
                  <a:off x="6504224" y="5025882"/>
                  <a:ext cx="4932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22" name="Ink 121">
                  <a:extLst>
                    <a:ext uri="{FF2B5EF4-FFF2-40B4-BE49-F238E27FC236}">
                      <a16:creationId xmlns:a16="http://schemas.microsoft.com/office/drawing/2014/main" id="{4AE5684F-231F-39BA-186A-CC01E8F7BB03}"/>
                    </a:ext>
                  </a:extLst>
                </p14:cNvPr>
                <p14:cNvContentPartPr/>
                <p14:nvPr/>
              </p14:nvContentPartPr>
              <p14:xfrm>
                <a:off x="6566144" y="4873962"/>
                <a:ext cx="360" cy="42840"/>
              </p14:xfrm>
            </p:contentPart>
          </mc:Choice>
          <mc:Fallback>
            <p:pic>
              <p:nvPicPr>
                <p:cNvPr id="122" name="Ink 121">
                  <a:extLst>
                    <a:ext uri="{FF2B5EF4-FFF2-40B4-BE49-F238E27FC236}">
                      <a16:creationId xmlns:a16="http://schemas.microsoft.com/office/drawing/2014/main" id="{4AE5684F-231F-39BA-186A-CC01E8F7BB03}"/>
                    </a:ext>
                  </a:extLst>
                </p:cNvPr>
                <p:cNvPicPr/>
                <p:nvPr/>
              </p:nvPicPr>
              <p:blipFill>
                <a:blip r:embed="rId209"/>
                <a:stretch>
                  <a:fillRect/>
                </a:stretch>
              </p:blipFill>
              <p:spPr>
                <a:xfrm>
                  <a:off x="6557144" y="4865322"/>
                  <a:ext cx="18000" cy="6048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23" name="Ink 122">
                  <a:extLst>
                    <a:ext uri="{FF2B5EF4-FFF2-40B4-BE49-F238E27FC236}">
                      <a16:creationId xmlns:a16="http://schemas.microsoft.com/office/drawing/2014/main" id="{C492D118-6588-E9CD-5DCC-F2739AC91354}"/>
                    </a:ext>
                  </a:extLst>
                </p14:cNvPr>
                <p14:cNvContentPartPr/>
                <p14:nvPr/>
              </p14:nvContentPartPr>
              <p14:xfrm>
                <a:off x="6645704" y="4936242"/>
                <a:ext cx="26640" cy="253080"/>
              </p14:xfrm>
            </p:contentPart>
          </mc:Choice>
          <mc:Fallback>
            <p:pic>
              <p:nvPicPr>
                <p:cNvPr id="123" name="Ink 122">
                  <a:extLst>
                    <a:ext uri="{FF2B5EF4-FFF2-40B4-BE49-F238E27FC236}">
                      <a16:creationId xmlns:a16="http://schemas.microsoft.com/office/drawing/2014/main" id="{C492D118-6588-E9CD-5DCC-F2739AC91354}"/>
                    </a:ext>
                  </a:extLst>
                </p:cNvPr>
                <p:cNvPicPr/>
                <p:nvPr/>
              </p:nvPicPr>
              <p:blipFill>
                <a:blip r:embed="rId211"/>
                <a:stretch>
                  <a:fillRect/>
                </a:stretch>
              </p:blipFill>
              <p:spPr>
                <a:xfrm>
                  <a:off x="6637064" y="4927602"/>
                  <a:ext cx="44280" cy="27072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24" name="Ink 123">
                  <a:extLst>
                    <a:ext uri="{FF2B5EF4-FFF2-40B4-BE49-F238E27FC236}">
                      <a16:creationId xmlns:a16="http://schemas.microsoft.com/office/drawing/2014/main" id="{91D7269A-D02B-7706-3A05-22350F112CE5}"/>
                    </a:ext>
                  </a:extLst>
                </p14:cNvPr>
                <p14:cNvContentPartPr/>
                <p14:nvPr/>
              </p14:nvContentPartPr>
              <p14:xfrm>
                <a:off x="6594944" y="4969362"/>
                <a:ext cx="609840" cy="247320"/>
              </p14:xfrm>
            </p:contentPart>
          </mc:Choice>
          <mc:Fallback>
            <p:pic>
              <p:nvPicPr>
                <p:cNvPr id="124" name="Ink 123">
                  <a:extLst>
                    <a:ext uri="{FF2B5EF4-FFF2-40B4-BE49-F238E27FC236}">
                      <a16:creationId xmlns:a16="http://schemas.microsoft.com/office/drawing/2014/main" id="{91D7269A-D02B-7706-3A05-22350F112CE5}"/>
                    </a:ext>
                  </a:extLst>
                </p:cNvPr>
                <p:cNvPicPr/>
                <p:nvPr/>
              </p:nvPicPr>
              <p:blipFill>
                <a:blip r:embed="rId213"/>
                <a:stretch>
                  <a:fillRect/>
                </a:stretch>
              </p:blipFill>
              <p:spPr>
                <a:xfrm>
                  <a:off x="6586304" y="4960362"/>
                  <a:ext cx="627480" cy="26496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26" name="Ink 125">
                  <a:extLst>
                    <a:ext uri="{FF2B5EF4-FFF2-40B4-BE49-F238E27FC236}">
                      <a16:creationId xmlns:a16="http://schemas.microsoft.com/office/drawing/2014/main" id="{97C27412-BF8A-FA15-3AC0-6A8BFFB5299F}"/>
                    </a:ext>
                  </a:extLst>
                </p14:cNvPr>
                <p14:cNvContentPartPr/>
                <p14:nvPr/>
              </p14:nvContentPartPr>
              <p14:xfrm>
                <a:off x="4612424" y="2908362"/>
                <a:ext cx="1498680" cy="1515600"/>
              </p14:xfrm>
            </p:contentPart>
          </mc:Choice>
          <mc:Fallback>
            <p:pic>
              <p:nvPicPr>
                <p:cNvPr id="126" name="Ink 125">
                  <a:extLst>
                    <a:ext uri="{FF2B5EF4-FFF2-40B4-BE49-F238E27FC236}">
                      <a16:creationId xmlns:a16="http://schemas.microsoft.com/office/drawing/2014/main" id="{97C27412-BF8A-FA15-3AC0-6A8BFFB5299F}"/>
                    </a:ext>
                  </a:extLst>
                </p:cNvPr>
                <p:cNvPicPr/>
                <p:nvPr/>
              </p:nvPicPr>
              <p:blipFill>
                <a:blip r:embed="rId215"/>
                <a:stretch>
                  <a:fillRect/>
                </a:stretch>
              </p:blipFill>
              <p:spPr>
                <a:xfrm>
                  <a:off x="4603424" y="2899722"/>
                  <a:ext cx="1516320" cy="153324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27" name="Ink 126">
                  <a:extLst>
                    <a:ext uri="{FF2B5EF4-FFF2-40B4-BE49-F238E27FC236}">
                      <a16:creationId xmlns:a16="http://schemas.microsoft.com/office/drawing/2014/main" id="{7F95249E-8335-171E-BB1C-DA7797AB20F4}"/>
                    </a:ext>
                  </a:extLst>
                </p14:cNvPr>
                <p14:cNvContentPartPr/>
                <p14:nvPr/>
              </p14:nvContentPartPr>
              <p14:xfrm>
                <a:off x="5757584" y="4240002"/>
                <a:ext cx="249120" cy="320040"/>
              </p14:xfrm>
            </p:contentPart>
          </mc:Choice>
          <mc:Fallback>
            <p:pic>
              <p:nvPicPr>
                <p:cNvPr id="127" name="Ink 126">
                  <a:extLst>
                    <a:ext uri="{FF2B5EF4-FFF2-40B4-BE49-F238E27FC236}">
                      <a16:creationId xmlns:a16="http://schemas.microsoft.com/office/drawing/2014/main" id="{7F95249E-8335-171E-BB1C-DA7797AB20F4}"/>
                    </a:ext>
                  </a:extLst>
                </p:cNvPr>
                <p:cNvPicPr/>
                <p:nvPr/>
              </p:nvPicPr>
              <p:blipFill>
                <a:blip r:embed="rId217"/>
                <a:stretch>
                  <a:fillRect/>
                </a:stretch>
              </p:blipFill>
              <p:spPr>
                <a:xfrm>
                  <a:off x="5748584" y="4231002"/>
                  <a:ext cx="266760" cy="337680"/>
                </a:xfrm>
                <a:prstGeom prst="rect">
                  <a:avLst/>
                </a:prstGeom>
              </p:spPr>
            </p:pic>
          </mc:Fallback>
        </mc:AlternateContent>
      </p:grpSp>
    </p:spTree>
    <p:extLst>
      <p:ext uri="{BB962C8B-B14F-4D97-AF65-F5344CB8AC3E}">
        <p14:creationId xmlns:p14="http://schemas.microsoft.com/office/powerpoint/2010/main" val="27614055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32"/>
        <p:cNvGrpSpPr/>
        <p:nvPr/>
      </p:nvGrpSpPr>
      <p:grpSpPr>
        <a:xfrm>
          <a:off x="0" y="0"/>
          <a:ext cx="0" cy="0"/>
          <a:chOff x="0" y="0"/>
          <a:chExt cx="0" cy="0"/>
        </a:xfrm>
      </p:grpSpPr>
      <p:pic>
        <p:nvPicPr>
          <p:cNvPr id="1233" name="Google Shape;1233;p52" descr="File:Solid white.svg - Wikimedia Commons"/>
          <p:cNvPicPr preferRelativeResize="0"/>
          <p:nvPr/>
        </p:nvPicPr>
        <p:blipFill rotWithShape="1">
          <a:blip r:embed="rId3">
            <a:alphaModFix/>
          </a:blip>
          <a:srcRect/>
          <a:stretch/>
        </p:blipFill>
        <p:spPr>
          <a:xfrm rot="5400000">
            <a:off x="2652617" y="-2677513"/>
            <a:ext cx="6883591" cy="12185650"/>
          </a:xfrm>
          <a:prstGeom prst="rect">
            <a:avLst/>
          </a:prstGeom>
          <a:noFill/>
          <a:ln>
            <a:noFill/>
          </a:ln>
        </p:spPr>
      </p:pic>
      <p:sp>
        <p:nvSpPr>
          <p:cNvPr id="1234" name="Google Shape;1234;p52"/>
          <p:cNvSpPr txBox="1">
            <a:spLocks noGrp="1"/>
          </p:cNvSpPr>
          <p:nvPr>
            <p:ph type="title"/>
          </p:nvPr>
        </p:nvSpPr>
        <p:spPr>
          <a:xfrm>
            <a:off x="610870" y="202880"/>
            <a:ext cx="10967086" cy="71089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500"/>
              <a:buFont typeface="Corben"/>
              <a:buNone/>
            </a:pPr>
            <a:r>
              <a:rPr lang="en-US" dirty="0">
                <a:solidFill>
                  <a:srgbClr val="FFC000"/>
                </a:solidFill>
                <a:latin typeface="Cooper Black" panose="0208090404030B020404" pitchFamily="18" charset="0"/>
                <a:ea typeface="Corben"/>
                <a:cs typeface="Corben"/>
                <a:sym typeface="Corben"/>
              </a:rPr>
              <a:t>Explanation of Flight Data Model</a:t>
            </a:r>
            <a:endParaRPr dirty="0">
              <a:solidFill>
                <a:srgbClr val="FFC000"/>
              </a:solidFill>
              <a:latin typeface="Cooper Black" panose="0208090404030B020404" pitchFamily="18" charset="0"/>
            </a:endParaRPr>
          </a:p>
        </p:txBody>
      </p:sp>
      <p:pic>
        <p:nvPicPr>
          <p:cNvPr id="1235" name="Google Shape;1235;p52"/>
          <p:cNvPicPr preferRelativeResize="0"/>
          <p:nvPr/>
        </p:nvPicPr>
        <p:blipFill rotWithShape="1">
          <a:blip r:embed="rId4">
            <a:alphaModFix/>
          </a:blip>
          <a:srcRect/>
          <a:stretch/>
        </p:blipFill>
        <p:spPr>
          <a:xfrm>
            <a:off x="11379302" y="57696"/>
            <a:ext cx="716512" cy="707702"/>
          </a:xfrm>
          <a:prstGeom prst="rect">
            <a:avLst/>
          </a:prstGeom>
          <a:noFill/>
          <a:ln>
            <a:noFill/>
          </a:ln>
        </p:spPr>
      </p:pic>
      <p:pic>
        <p:nvPicPr>
          <p:cNvPr id="1237" name="Google Shape;1237;p52"/>
          <p:cNvPicPr preferRelativeResize="0"/>
          <p:nvPr/>
        </p:nvPicPr>
        <p:blipFill rotWithShape="1">
          <a:blip r:embed="rId5">
            <a:alphaModFix/>
          </a:blip>
          <a:srcRect/>
          <a:stretch/>
        </p:blipFill>
        <p:spPr>
          <a:xfrm>
            <a:off x="619151" y="1053355"/>
            <a:ext cx="11162414" cy="4384558"/>
          </a:xfrm>
          <a:prstGeom prst="rect">
            <a:avLst/>
          </a:prstGeom>
          <a:noFill/>
          <a:ln>
            <a:noFill/>
          </a:ln>
        </p:spPr>
      </p:pic>
      <p:sp>
        <p:nvSpPr>
          <p:cNvPr id="1238" name="Google Shape;1238;p52"/>
          <p:cNvSpPr/>
          <p:nvPr/>
        </p:nvSpPr>
        <p:spPr>
          <a:xfrm>
            <a:off x="610870" y="5466179"/>
            <a:ext cx="1076843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Data is not found in these Table’s please execute Data Generator Class “/dmo/cl_flight_data_generator”</a:t>
            </a:r>
            <a:endParaRPr/>
          </a:p>
        </p:txBody>
      </p:sp>
      <p:sp>
        <p:nvSpPr>
          <p:cNvPr id="1239" name="Google Shape;1239;p52"/>
          <p:cNvSpPr txBox="1"/>
          <p:nvPr/>
        </p:nvSpPr>
        <p:spPr>
          <a:xfrm>
            <a:off x="2205980" y="3114829"/>
            <a:ext cx="424012"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chemeClr val="lt1"/>
                </a:solidFill>
                <a:latin typeface="Calibri"/>
                <a:ea typeface="Calibri"/>
                <a:cs typeface="Calibri"/>
                <a:sym typeface="Calibri"/>
              </a:rPr>
              <a:t>_M</a:t>
            </a:r>
            <a:endParaRPr/>
          </a:p>
        </p:txBody>
      </p:sp>
      <p:sp>
        <p:nvSpPr>
          <p:cNvPr id="1240" name="Google Shape;1240;p52"/>
          <p:cNvSpPr txBox="1"/>
          <p:nvPr/>
        </p:nvSpPr>
        <p:spPr>
          <a:xfrm>
            <a:off x="5571074" y="1772816"/>
            <a:ext cx="424012"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chemeClr val="lt1"/>
                </a:solidFill>
                <a:latin typeface="Calibri"/>
                <a:ea typeface="Calibri"/>
                <a:cs typeface="Calibri"/>
                <a:sym typeface="Calibri"/>
              </a:rPr>
              <a:t>_M</a:t>
            </a:r>
            <a:endParaRPr/>
          </a:p>
        </p:txBody>
      </p:sp>
      <p:sp>
        <p:nvSpPr>
          <p:cNvPr id="1241" name="Google Shape;1241;p52"/>
          <p:cNvSpPr txBox="1"/>
          <p:nvPr/>
        </p:nvSpPr>
        <p:spPr>
          <a:xfrm>
            <a:off x="5518348" y="3114829"/>
            <a:ext cx="424012"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chemeClr val="lt1"/>
                </a:solidFill>
                <a:latin typeface="Calibri"/>
                <a:ea typeface="Calibri"/>
                <a:cs typeface="Calibri"/>
                <a:sym typeface="Calibri"/>
              </a:rPr>
              <a:t>_M</a:t>
            </a:r>
            <a:endParaRPr/>
          </a:p>
        </p:txBody>
      </p:sp>
      <p:sp>
        <p:nvSpPr>
          <p:cNvPr id="11"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mc:AlternateContent xmlns:mc="http://schemas.openxmlformats.org/markup-compatibility/2006">
        <mc:Choice xmlns:p14="http://schemas.microsoft.com/office/powerpoint/2010/main" Requires="p14">
          <p:contentPart p14:bwMode="auto" r:id="rId6">
            <p14:nvContentPartPr>
              <p14:cNvPr id="2" name="Ink 1">
                <a:extLst>
                  <a:ext uri="{FF2B5EF4-FFF2-40B4-BE49-F238E27FC236}">
                    <a16:creationId xmlns:a16="http://schemas.microsoft.com/office/drawing/2014/main" id="{66CD916A-6685-38F2-9203-5A0D52000AAC}"/>
                  </a:ext>
                </a:extLst>
              </p14:cNvPr>
              <p14:cNvContentPartPr/>
              <p14:nvPr/>
            </p14:nvContentPartPr>
            <p14:xfrm>
              <a:off x="14400" y="619200"/>
              <a:ext cx="12165120" cy="5265720"/>
            </p14:xfrm>
          </p:contentPart>
        </mc:Choice>
        <mc:Fallback>
          <p:pic>
            <p:nvPicPr>
              <p:cNvPr id="2" name="Ink 1">
                <a:extLst>
                  <a:ext uri="{FF2B5EF4-FFF2-40B4-BE49-F238E27FC236}">
                    <a16:creationId xmlns:a16="http://schemas.microsoft.com/office/drawing/2014/main" id="{66CD916A-6685-38F2-9203-5A0D52000AAC}"/>
                  </a:ext>
                </a:extLst>
              </p:cNvPr>
              <p:cNvPicPr/>
              <p:nvPr/>
            </p:nvPicPr>
            <p:blipFill>
              <a:blip r:embed="rId7"/>
              <a:stretch>
                <a:fillRect/>
              </a:stretch>
            </p:blipFill>
            <p:spPr>
              <a:xfrm>
                <a:off x="5040" y="609840"/>
                <a:ext cx="12183840" cy="5284440"/>
              </a:xfrm>
              <a:prstGeom prst="rect">
                <a:avLst/>
              </a:prstGeom>
            </p:spPr>
          </p:pic>
        </mc:Fallback>
      </mc:AlternateContent>
    </p:spTree>
  </p:cSld>
  <p:clrMapOvr>
    <a:masterClrMapping/>
  </p:clrMapOvr>
  <p:transition spd="slow">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45"/>
        <p:cNvGrpSpPr/>
        <p:nvPr/>
      </p:nvGrpSpPr>
      <p:grpSpPr>
        <a:xfrm>
          <a:off x="0" y="0"/>
          <a:ext cx="0" cy="0"/>
          <a:chOff x="0" y="0"/>
          <a:chExt cx="0" cy="0"/>
        </a:xfrm>
      </p:grpSpPr>
      <p:sp>
        <p:nvSpPr>
          <p:cNvPr id="1247" name="Google Shape;1247;p53"/>
          <p:cNvSpPr txBox="1"/>
          <p:nvPr/>
        </p:nvSpPr>
        <p:spPr>
          <a:xfrm>
            <a:off x="224979" y="788088"/>
            <a:ext cx="11806237" cy="28623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The managed RAP implementation addresses use cases where all the essential parts of the applications are to be developed from scratch. However, these new applications can highly benefit from out-of-box support for transactional processing. Standard operations like create, update, delete must only be specified in the behavior definition to obtain a ready-to-run business object. The provisioning of transaction buffer is also done automatically for us by the framework. The interaction phase and save sequence are also implemented generically. The application developer can focus on business part of app like adding custom validation, actions, determinations. The RAP transaction engine manages the life cycle of our Business object and covers all the aspects of our app development.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 managed implementation type is aimed for building new applications from scratch without having any prior coding exist.  The standard functionality that given in managed business objects is easily retrieved. The business logic implemented using predefined implementation methods that are integrated during the runtime in the interaction phase and save sequence. </a:t>
            </a:r>
            <a:endParaRPr sz="1800">
              <a:solidFill>
                <a:schemeClr val="dk1"/>
              </a:solidFill>
              <a:latin typeface="Calibri"/>
              <a:ea typeface="Calibri"/>
              <a:cs typeface="Calibri"/>
              <a:sym typeface="Calibri"/>
            </a:endParaRPr>
          </a:p>
        </p:txBody>
      </p:sp>
      <p:sp>
        <p:nvSpPr>
          <p:cNvPr id="1248" name="Google Shape;1248;p53"/>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Managed RAP implementation</a:t>
            </a:r>
            <a:endParaRPr sz="3599" dirty="0">
              <a:solidFill>
                <a:srgbClr val="FFC000"/>
              </a:solidFill>
              <a:latin typeface="Cooper Black" panose="0208090404030B020404" pitchFamily="18" charset="0"/>
              <a:ea typeface="Corben"/>
              <a:cs typeface="Corben"/>
              <a:sym typeface="Corben"/>
            </a:endParaRPr>
          </a:p>
        </p:txBody>
      </p:sp>
      <p:sp>
        <p:nvSpPr>
          <p:cNvPr id="7"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54"/>
        <p:cNvGrpSpPr/>
        <p:nvPr/>
      </p:nvGrpSpPr>
      <p:grpSpPr>
        <a:xfrm>
          <a:off x="0" y="0"/>
          <a:ext cx="0" cy="0"/>
          <a:chOff x="0" y="0"/>
          <a:chExt cx="0" cy="0"/>
        </a:xfrm>
      </p:grpSpPr>
      <p:sp>
        <p:nvSpPr>
          <p:cNvPr id="1256" name="Google Shape;1256;p54"/>
          <p:cNvSpPr txBox="1"/>
          <p:nvPr/>
        </p:nvSpPr>
        <p:spPr>
          <a:xfrm>
            <a:off x="224979" y="788088"/>
            <a:ext cx="11806237" cy="28623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We will implementing 2 different applications on travel data model. These applications will target different user groups. We will manage the travel requests and booking through our applications which are booked by agency for customer.</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Processor – a processor is an employee of our company who will request a new travel plan through the application. He/she will be allowed to create, update, delete, copy travel requests including bookings and supplements. They have full control to manage their travel.</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Approver – an approver is a manager who will only be able to view the travel requests created by employees, and can only change the booking fees and approval status of the request (approve/reject).</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285750" marR="0" lvl="0" indent="-171450" algn="l" rtl="0">
              <a:spcBef>
                <a:spcPts val="0"/>
              </a:spcBef>
              <a:spcAft>
                <a:spcPts val="0"/>
              </a:spcAft>
              <a:buClr>
                <a:schemeClr val="dk1"/>
              </a:buClr>
              <a:buSzPts val="1800"/>
              <a:buFont typeface="Arial"/>
              <a:buNone/>
            </a:pPr>
            <a:endParaRPr sz="1800" dirty="0">
              <a:solidFill>
                <a:schemeClr val="dk1"/>
              </a:solidFill>
              <a:latin typeface="Calibri"/>
              <a:ea typeface="Calibri"/>
              <a:cs typeface="Calibri"/>
              <a:sym typeface="Calibri"/>
            </a:endParaRPr>
          </a:p>
        </p:txBody>
      </p:sp>
      <p:sp>
        <p:nvSpPr>
          <p:cNvPr id="1257" name="Google Shape;1257;p54"/>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Business use case</a:t>
            </a:r>
            <a:endParaRPr sz="3599" dirty="0">
              <a:solidFill>
                <a:srgbClr val="FFC000"/>
              </a:solidFill>
              <a:latin typeface="Cooper Black" panose="0208090404030B020404" pitchFamily="18" charset="0"/>
              <a:ea typeface="Corben"/>
              <a:cs typeface="Corben"/>
              <a:sym typeface="Corben"/>
            </a:endParaRPr>
          </a:p>
        </p:txBody>
      </p:sp>
      <p:pic>
        <p:nvPicPr>
          <p:cNvPr id="1260" name="Google Shape;1260;p54" descr="Travel Around The World Png Clipart (#265026) is a creative clipart.  Download the transparent clipart and use it for f… | Travel clipart, Clip  art, Clip art library"/>
          <p:cNvPicPr preferRelativeResize="0"/>
          <p:nvPr/>
        </p:nvPicPr>
        <p:blipFill rotWithShape="1">
          <a:blip r:embed="rId3">
            <a:alphaModFix/>
          </a:blip>
          <a:srcRect/>
          <a:stretch/>
        </p:blipFill>
        <p:spPr>
          <a:xfrm>
            <a:off x="549796" y="4189727"/>
            <a:ext cx="2088232" cy="2301317"/>
          </a:xfrm>
          <a:prstGeom prst="rect">
            <a:avLst/>
          </a:prstGeom>
          <a:noFill/>
          <a:ln>
            <a:noFill/>
          </a:ln>
        </p:spPr>
      </p:pic>
      <p:sp>
        <p:nvSpPr>
          <p:cNvPr id="1261" name="Google Shape;1261;p54"/>
          <p:cNvSpPr/>
          <p:nvPr/>
        </p:nvSpPr>
        <p:spPr>
          <a:xfrm>
            <a:off x="2782044" y="4093871"/>
            <a:ext cx="4032448" cy="1589983"/>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MakeMyTrip.com- processor app</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Processor needs to create, update, delete a travel request through agency including all bookings and supplements</a:t>
            </a:r>
            <a:endParaRPr/>
          </a:p>
        </p:txBody>
      </p:sp>
      <p:pic>
        <p:nvPicPr>
          <p:cNvPr id="1262" name="Google Shape;1262;p54" descr="Managing Users In ETapestry And Blackbaud.com - Blackbaud Community"/>
          <p:cNvPicPr preferRelativeResize="0"/>
          <p:nvPr/>
        </p:nvPicPr>
        <p:blipFill rotWithShape="1">
          <a:blip r:embed="rId4">
            <a:alphaModFix/>
          </a:blip>
          <a:srcRect/>
          <a:stretch/>
        </p:blipFill>
        <p:spPr>
          <a:xfrm>
            <a:off x="4433242" y="5877272"/>
            <a:ext cx="1661170" cy="797362"/>
          </a:xfrm>
          <a:prstGeom prst="rect">
            <a:avLst/>
          </a:prstGeom>
          <a:noFill/>
          <a:ln>
            <a:noFill/>
          </a:ln>
        </p:spPr>
      </p:pic>
      <p:sp>
        <p:nvSpPr>
          <p:cNvPr id="1263" name="Google Shape;1263;p54"/>
          <p:cNvSpPr/>
          <p:nvPr/>
        </p:nvSpPr>
        <p:spPr>
          <a:xfrm>
            <a:off x="6958508" y="4077734"/>
            <a:ext cx="3950506" cy="1589983"/>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Approval App</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The manager would review the travel requests created by processor, can only change the booking fees and approve or reject the travel request</a:t>
            </a:r>
            <a:endParaRPr/>
          </a:p>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264" name="Google Shape;1264;p54" descr="A Guide to Automated Approval Processes | Cflow"/>
          <p:cNvPicPr preferRelativeResize="0"/>
          <p:nvPr/>
        </p:nvPicPr>
        <p:blipFill rotWithShape="1">
          <a:blip r:embed="rId5">
            <a:alphaModFix/>
          </a:blip>
          <a:srcRect/>
          <a:stretch/>
        </p:blipFill>
        <p:spPr>
          <a:xfrm>
            <a:off x="7633415" y="5752109"/>
            <a:ext cx="1661170" cy="934164"/>
          </a:xfrm>
          <a:prstGeom prst="rect">
            <a:avLst/>
          </a:prstGeom>
          <a:noFill/>
          <a:ln>
            <a:noFill/>
          </a:ln>
        </p:spPr>
      </p:pic>
      <p:sp>
        <p:nvSpPr>
          <p:cNvPr id="12"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13"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68"/>
        <p:cNvGrpSpPr/>
        <p:nvPr/>
      </p:nvGrpSpPr>
      <p:grpSpPr>
        <a:xfrm>
          <a:off x="0" y="0"/>
          <a:ext cx="0" cy="0"/>
          <a:chOff x="0" y="0"/>
          <a:chExt cx="0" cy="0"/>
        </a:xfrm>
      </p:grpSpPr>
      <p:sp>
        <p:nvSpPr>
          <p:cNvPr id="1270" name="Google Shape;1270;p55"/>
          <p:cNvSpPr txBox="1"/>
          <p:nvPr/>
        </p:nvSpPr>
        <p:spPr>
          <a:xfrm>
            <a:off x="224979" y="788088"/>
            <a:ext cx="11806237"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If we ever get requirement in our company to develop a use case where we want to reuse the data model (e.g. sales, purchase, accounting, finance) but develop many applications. We will go with RAP and projections. A projection takes part of the base functionality according the needs to user. This will reduce effort, increase reusability in our app.</a:t>
            </a:r>
            <a:endParaRPr sz="1800">
              <a:solidFill>
                <a:schemeClr val="dk1"/>
              </a:solidFill>
              <a:latin typeface="Calibri"/>
              <a:ea typeface="Calibri"/>
              <a:cs typeface="Calibri"/>
              <a:sym typeface="Calibri"/>
            </a:endParaRPr>
          </a:p>
        </p:txBody>
      </p:sp>
      <p:sp>
        <p:nvSpPr>
          <p:cNvPr id="1271" name="Google Shape;1271;p55"/>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Understanding projection</a:t>
            </a:r>
            <a:endParaRPr sz="3599" dirty="0">
              <a:solidFill>
                <a:srgbClr val="FFC000"/>
              </a:solidFill>
              <a:latin typeface="Cooper Black" panose="0208090404030B020404" pitchFamily="18" charset="0"/>
              <a:ea typeface="Corben"/>
              <a:cs typeface="Corben"/>
              <a:sym typeface="Corben"/>
            </a:endParaRPr>
          </a:p>
        </p:txBody>
      </p:sp>
      <p:sp>
        <p:nvSpPr>
          <p:cNvPr id="7"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77"/>
        <p:cNvGrpSpPr/>
        <p:nvPr/>
      </p:nvGrpSpPr>
      <p:grpSpPr>
        <a:xfrm>
          <a:off x="0" y="0"/>
          <a:ext cx="0" cy="0"/>
          <a:chOff x="0" y="0"/>
          <a:chExt cx="0" cy="0"/>
        </a:xfrm>
      </p:grpSpPr>
      <p:sp>
        <p:nvSpPr>
          <p:cNvPr id="1279" name="Google Shape;1279;p56"/>
          <p:cNvSpPr txBox="1"/>
          <p:nvPr/>
        </p:nvSpPr>
        <p:spPr>
          <a:xfrm>
            <a:off x="224979" y="788088"/>
            <a:ext cx="11806237"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From structural point of view, a business object consists of a tree of entities (cds) that are linked in compositions. Every entity in this composition tree is an element that is modeled with CDS view entities. For our demo travel scenario we will implement 3 level composition tree.</a:t>
            </a:r>
            <a:endParaRPr sz="1800">
              <a:solidFill>
                <a:schemeClr val="dk1"/>
              </a:solidFill>
              <a:latin typeface="Calibri"/>
              <a:ea typeface="Calibri"/>
              <a:cs typeface="Calibri"/>
              <a:sym typeface="Calibri"/>
            </a:endParaRPr>
          </a:p>
        </p:txBody>
      </p:sp>
      <p:sp>
        <p:nvSpPr>
          <p:cNvPr id="1280" name="Google Shape;1280;p56"/>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Business Object Definition</a:t>
            </a:r>
            <a:endParaRPr sz="3599" dirty="0">
              <a:solidFill>
                <a:srgbClr val="FFC000"/>
              </a:solidFill>
              <a:latin typeface="Cooper Black" panose="0208090404030B020404" pitchFamily="18" charset="0"/>
              <a:ea typeface="Corben"/>
              <a:cs typeface="Corben"/>
              <a:sym typeface="Corben"/>
            </a:endParaRPr>
          </a:p>
        </p:txBody>
      </p:sp>
      <p:sp>
        <p:nvSpPr>
          <p:cNvPr id="1283" name="Google Shape;1283;p56"/>
          <p:cNvSpPr/>
          <p:nvPr/>
        </p:nvSpPr>
        <p:spPr>
          <a:xfrm>
            <a:off x="3406050" y="2157172"/>
            <a:ext cx="2232248" cy="92333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a:t>
            </a:r>
            <a:r>
              <a:rPr lang="en-US" sz="2400" dirty="0" err="1">
                <a:solidFill>
                  <a:schemeClr val="lt1"/>
                </a:solidFill>
                <a:latin typeface="Calibri"/>
                <a:ea typeface="Calibri"/>
                <a:cs typeface="Calibri"/>
                <a:sym typeface="Calibri"/>
              </a:rPr>
              <a:t>dmo</a:t>
            </a:r>
            <a:r>
              <a:rPr lang="en-US" sz="2400" dirty="0">
                <a:solidFill>
                  <a:schemeClr val="lt1"/>
                </a:solidFill>
                <a:latin typeface="Calibri"/>
                <a:ea typeface="Calibri"/>
                <a:cs typeface="Calibri"/>
                <a:sym typeface="Calibri"/>
              </a:rPr>
              <a:t>/</a:t>
            </a:r>
            <a:r>
              <a:rPr lang="en-US" sz="2400" dirty="0" err="1">
                <a:solidFill>
                  <a:schemeClr val="lt1"/>
                </a:solidFill>
                <a:latin typeface="Calibri"/>
                <a:ea typeface="Calibri"/>
                <a:cs typeface="Calibri"/>
                <a:sym typeface="Calibri"/>
              </a:rPr>
              <a:t>travel_m</a:t>
            </a:r>
            <a:endParaRPr sz="2400" dirty="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(root entity)</a:t>
            </a:r>
            <a:endParaRPr dirty="0"/>
          </a:p>
        </p:txBody>
      </p:sp>
      <p:sp>
        <p:nvSpPr>
          <p:cNvPr id="1284" name="Google Shape;1284;p56"/>
          <p:cNvSpPr/>
          <p:nvPr/>
        </p:nvSpPr>
        <p:spPr>
          <a:xfrm>
            <a:off x="6118928" y="3429000"/>
            <a:ext cx="2927811" cy="92333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a:t>
            </a:r>
            <a:r>
              <a:rPr lang="en-US" sz="2400" dirty="0" err="1">
                <a:solidFill>
                  <a:schemeClr val="lt1"/>
                </a:solidFill>
                <a:latin typeface="Calibri"/>
                <a:ea typeface="Calibri"/>
                <a:cs typeface="Calibri"/>
                <a:sym typeface="Calibri"/>
              </a:rPr>
              <a:t>dmo</a:t>
            </a:r>
            <a:r>
              <a:rPr lang="en-US" sz="2400" dirty="0">
                <a:solidFill>
                  <a:schemeClr val="lt1"/>
                </a:solidFill>
                <a:latin typeface="Calibri"/>
                <a:ea typeface="Calibri"/>
                <a:cs typeface="Calibri"/>
                <a:sym typeface="Calibri"/>
              </a:rPr>
              <a:t>/</a:t>
            </a:r>
            <a:r>
              <a:rPr lang="en-US" sz="2400" dirty="0" err="1">
                <a:solidFill>
                  <a:schemeClr val="lt1"/>
                </a:solidFill>
                <a:latin typeface="Calibri"/>
                <a:ea typeface="Calibri"/>
                <a:cs typeface="Calibri"/>
                <a:sym typeface="Calibri"/>
              </a:rPr>
              <a:t>booking_m</a:t>
            </a:r>
            <a:endParaRPr sz="2400" dirty="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(child entity)</a:t>
            </a:r>
            <a:endParaRPr dirty="0"/>
          </a:p>
        </p:txBody>
      </p:sp>
      <p:sp>
        <p:nvSpPr>
          <p:cNvPr id="1285" name="Google Shape;1285;p56"/>
          <p:cNvSpPr/>
          <p:nvPr/>
        </p:nvSpPr>
        <p:spPr>
          <a:xfrm>
            <a:off x="8542684" y="4794633"/>
            <a:ext cx="3287851" cy="92333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a:t>
            </a:r>
            <a:r>
              <a:rPr lang="en-US" sz="2400" dirty="0" err="1">
                <a:solidFill>
                  <a:schemeClr val="lt1"/>
                </a:solidFill>
                <a:latin typeface="Calibri"/>
                <a:ea typeface="Calibri"/>
                <a:cs typeface="Calibri"/>
                <a:sym typeface="Calibri"/>
              </a:rPr>
              <a:t>dmo</a:t>
            </a:r>
            <a:r>
              <a:rPr lang="en-US" sz="2400" dirty="0">
                <a:solidFill>
                  <a:schemeClr val="lt1"/>
                </a:solidFill>
                <a:latin typeface="Calibri"/>
                <a:ea typeface="Calibri"/>
                <a:cs typeface="Calibri"/>
                <a:sym typeface="Calibri"/>
              </a:rPr>
              <a:t>/</a:t>
            </a:r>
            <a:r>
              <a:rPr lang="en-US" sz="2400" dirty="0" err="1">
                <a:solidFill>
                  <a:schemeClr val="lt1"/>
                </a:solidFill>
                <a:latin typeface="Calibri"/>
                <a:ea typeface="Calibri"/>
                <a:cs typeface="Calibri"/>
                <a:sym typeface="Calibri"/>
              </a:rPr>
              <a:t>bookingsuppl_m</a:t>
            </a:r>
            <a:endParaRPr sz="2400" dirty="0">
              <a:solidFill>
                <a:schemeClr val="lt1"/>
              </a:solidFill>
              <a:latin typeface="Calibri"/>
              <a:ea typeface="Calibri"/>
              <a:cs typeface="Calibri"/>
              <a:sym typeface="Calibri"/>
            </a:endParaRPr>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(child entity)</a:t>
            </a:r>
            <a:endParaRPr dirty="0"/>
          </a:p>
        </p:txBody>
      </p:sp>
      <p:cxnSp>
        <p:nvCxnSpPr>
          <p:cNvPr id="1286" name="Google Shape;1286;p56"/>
          <p:cNvCxnSpPr>
            <a:stCxn id="1287" idx="3"/>
            <a:endCxn id="1284" idx="0"/>
          </p:cNvCxnSpPr>
          <p:nvPr/>
        </p:nvCxnSpPr>
        <p:spPr>
          <a:xfrm>
            <a:off x="5900988" y="2618837"/>
            <a:ext cx="1681846" cy="810163"/>
          </a:xfrm>
          <a:prstGeom prst="bentConnector2">
            <a:avLst/>
          </a:prstGeom>
          <a:noFill/>
          <a:ln w="9525" cap="flat" cmpd="sng">
            <a:solidFill>
              <a:schemeClr val="accent1"/>
            </a:solidFill>
            <a:prstDash val="solid"/>
            <a:miter lim="800000"/>
            <a:headEnd type="none" w="sm" len="sm"/>
            <a:tailEnd type="none" w="sm" len="sm"/>
          </a:ln>
        </p:spPr>
      </p:cxnSp>
      <p:cxnSp>
        <p:nvCxnSpPr>
          <p:cNvPr id="1288" name="Google Shape;1288;p56"/>
          <p:cNvCxnSpPr>
            <a:stCxn id="1284" idx="3"/>
            <a:endCxn id="1285" idx="0"/>
          </p:cNvCxnSpPr>
          <p:nvPr/>
        </p:nvCxnSpPr>
        <p:spPr>
          <a:xfrm>
            <a:off x="9046739" y="3890665"/>
            <a:ext cx="1140000" cy="903900"/>
          </a:xfrm>
          <a:prstGeom prst="bentConnector2">
            <a:avLst/>
          </a:prstGeom>
          <a:noFill/>
          <a:ln w="9525" cap="flat" cmpd="sng">
            <a:solidFill>
              <a:schemeClr val="accent1"/>
            </a:solidFill>
            <a:prstDash val="solid"/>
            <a:miter lim="800000"/>
            <a:headEnd type="none" w="sm" len="sm"/>
            <a:tailEnd type="none" w="sm" len="sm"/>
          </a:ln>
        </p:spPr>
      </p:cxnSp>
      <p:sp>
        <p:nvSpPr>
          <p:cNvPr id="1287" name="Google Shape;1287;p56"/>
          <p:cNvSpPr/>
          <p:nvPr/>
        </p:nvSpPr>
        <p:spPr>
          <a:xfrm>
            <a:off x="5540948" y="2474821"/>
            <a:ext cx="360040" cy="288032"/>
          </a:xfrm>
          <a:prstGeom prst="flowChartDecision">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289" name="Google Shape;1289;p56"/>
          <p:cNvSpPr/>
          <p:nvPr/>
        </p:nvSpPr>
        <p:spPr>
          <a:xfrm>
            <a:off x="8974732" y="3746649"/>
            <a:ext cx="360040" cy="288032"/>
          </a:xfrm>
          <a:prstGeom prst="flowChartDecision">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290" name="Google Shape;1290;p56"/>
          <p:cNvSpPr/>
          <p:nvPr/>
        </p:nvSpPr>
        <p:spPr>
          <a:xfrm>
            <a:off x="2888090" y="1852392"/>
            <a:ext cx="9001000" cy="4056636"/>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291" name="Google Shape;1291;p56"/>
          <p:cNvSpPr/>
          <p:nvPr/>
        </p:nvSpPr>
        <p:spPr>
          <a:xfrm>
            <a:off x="2002215" y="3429000"/>
            <a:ext cx="923845" cy="648072"/>
          </a:xfrm>
          <a:prstGeom prst="right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292" name="Google Shape;1292;p56"/>
          <p:cNvSpPr txBox="1"/>
          <p:nvPr/>
        </p:nvSpPr>
        <p:spPr>
          <a:xfrm>
            <a:off x="609540" y="3331150"/>
            <a:ext cx="177723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Business Object</a:t>
            </a:r>
            <a:endParaRPr/>
          </a:p>
        </p:txBody>
      </p:sp>
      <p:sp>
        <p:nvSpPr>
          <p:cNvPr id="1293" name="Google Shape;1293;p56"/>
          <p:cNvSpPr txBox="1"/>
          <p:nvPr/>
        </p:nvSpPr>
        <p:spPr>
          <a:xfrm>
            <a:off x="6523718" y="2108543"/>
            <a:ext cx="129614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Calibri"/>
                <a:ea typeface="Calibri"/>
                <a:cs typeface="Calibri"/>
                <a:sym typeface="Calibri"/>
              </a:rPr>
              <a:t>1..N</a:t>
            </a:r>
            <a:endParaRPr dirty="0"/>
          </a:p>
        </p:txBody>
      </p:sp>
      <p:sp>
        <p:nvSpPr>
          <p:cNvPr id="1294" name="Google Shape;1294;p56"/>
          <p:cNvSpPr txBox="1"/>
          <p:nvPr/>
        </p:nvSpPr>
        <p:spPr>
          <a:xfrm>
            <a:off x="9429750" y="3506858"/>
            <a:ext cx="129614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1..N</a:t>
            </a:r>
            <a:endParaRPr/>
          </a:p>
        </p:txBody>
      </p:sp>
      <p:sp>
        <p:nvSpPr>
          <p:cNvPr id="19"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20"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39" name="Ink 38">
                <a:extLst>
                  <a:ext uri="{FF2B5EF4-FFF2-40B4-BE49-F238E27FC236}">
                    <a16:creationId xmlns:a16="http://schemas.microsoft.com/office/drawing/2014/main" id="{ECC93DCF-13D2-1C7C-853D-E27752467ACD}"/>
                  </a:ext>
                </a:extLst>
              </p14:cNvPr>
              <p14:cNvContentPartPr/>
              <p14:nvPr/>
            </p14:nvContentPartPr>
            <p14:xfrm>
              <a:off x="-527828" y="4995382"/>
              <a:ext cx="11520" cy="360"/>
            </p14:xfrm>
          </p:contentPart>
        </mc:Choice>
        <mc:Fallback xmlns="">
          <p:pic>
            <p:nvPicPr>
              <p:cNvPr id="39" name="Ink 38">
                <a:extLst>
                  <a:ext uri="{FF2B5EF4-FFF2-40B4-BE49-F238E27FC236}">
                    <a16:creationId xmlns:a16="http://schemas.microsoft.com/office/drawing/2014/main" id="{ECC93DCF-13D2-1C7C-853D-E27752467ACD}"/>
                  </a:ext>
                </a:extLst>
              </p:cNvPr>
              <p:cNvPicPr/>
              <p:nvPr/>
            </p:nvPicPr>
            <p:blipFill>
              <a:blip r:embed="rId6"/>
              <a:stretch>
                <a:fillRect/>
              </a:stretch>
            </p:blipFill>
            <p:spPr>
              <a:xfrm>
                <a:off x="-536828" y="4986742"/>
                <a:ext cx="2916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8" name="Ink 7">
                <a:extLst>
                  <a:ext uri="{FF2B5EF4-FFF2-40B4-BE49-F238E27FC236}">
                    <a16:creationId xmlns:a16="http://schemas.microsoft.com/office/drawing/2014/main" id="{4EBB9947-CD6D-A88A-03B0-FF306FA03E68}"/>
                  </a:ext>
                </a:extLst>
              </p14:cNvPr>
              <p14:cNvContentPartPr/>
              <p14:nvPr/>
            </p14:nvContentPartPr>
            <p14:xfrm>
              <a:off x="3611264" y="2872002"/>
              <a:ext cx="169560" cy="116640"/>
            </p14:xfrm>
          </p:contentPart>
        </mc:Choice>
        <mc:Fallback>
          <p:pic>
            <p:nvPicPr>
              <p:cNvPr id="8" name="Ink 7">
                <a:extLst>
                  <a:ext uri="{FF2B5EF4-FFF2-40B4-BE49-F238E27FC236}">
                    <a16:creationId xmlns:a16="http://schemas.microsoft.com/office/drawing/2014/main" id="{4EBB9947-CD6D-A88A-03B0-FF306FA03E68}"/>
                  </a:ext>
                </a:extLst>
              </p:cNvPr>
              <p:cNvPicPr/>
              <p:nvPr/>
            </p:nvPicPr>
            <p:blipFill>
              <a:blip r:embed="rId8"/>
              <a:stretch>
                <a:fillRect/>
              </a:stretch>
            </p:blipFill>
            <p:spPr>
              <a:xfrm>
                <a:off x="3602264" y="2863362"/>
                <a:ext cx="187200" cy="134280"/>
              </a:xfrm>
              <a:prstGeom prst="rect">
                <a:avLst/>
              </a:prstGeom>
            </p:spPr>
          </p:pic>
        </mc:Fallback>
      </mc:AlternateContent>
      <p:grpSp>
        <p:nvGrpSpPr>
          <p:cNvPr id="14" name="Group 13">
            <a:extLst>
              <a:ext uri="{FF2B5EF4-FFF2-40B4-BE49-F238E27FC236}">
                <a16:creationId xmlns:a16="http://schemas.microsoft.com/office/drawing/2014/main" id="{24A31FA3-A96B-24DF-F14F-C7D6FEB582B9}"/>
              </a:ext>
            </a:extLst>
          </p:cNvPr>
          <p:cNvGrpSpPr/>
          <p:nvPr/>
        </p:nvGrpSpPr>
        <p:grpSpPr>
          <a:xfrm>
            <a:off x="7605104" y="2556642"/>
            <a:ext cx="696600" cy="324000"/>
            <a:chOff x="7605104" y="2556642"/>
            <a:chExt cx="696600" cy="324000"/>
          </a:xfrm>
        </p:grpSpPr>
        <mc:AlternateContent xmlns:mc="http://schemas.openxmlformats.org/markup-compatibility/2006">
          <mc:Choice xmlns:p14="http://schemas.microsoft.com/office/powerpoint/2010/main" Requires="p14">
            <p:contentPart p14:bwMode="auto" r:id="rId9">
              <p14:nvContentPartPr>
                <p14:cNvPr id="9" name="Ink 8">
                  <a:extLst>
                    <a:ext uri="{FF2B5EF4-FFF2-40B4-BE49-F238E27FC236}">
                      <a16:creationId xmlns:a16="http://schemas.microsoft.com/office/drawing/2014/main" id="{D7FE0DBE-F509-8B34-F8F1-6E7EAEE0CAFF}"/>
                    </a:ext>
                  </a:extLst>
                </p14:cNvPr>
                <p14:cNvContentPartPr/>
                <p14:nvPr/>
              </p14:nvContentPartPr>
              <p14:xfrm>
                <a:off x="7605104" y="2719002"/>
                <a:ext cx="124200" cy="161640"/>
              </p14:xfrm>
            </p:contentPart>
          </mc:Choice>
          <mc:Fallback>
            <p:pic>
              <p:nvPicPr>
                <p:cNvPr id="9" name="Ink 8">
                  <a:extLst>
                    <a:ext uri="{FF2B5EF4-FFF2-40B4-BE49-F238E27FC236}">
                      <a16:creationId xmlns:a16="http://schemas.microsoft.com/office/drawing/2014/main" id="{D7FE0DBE-F509-8B34-F8F1-6E7EAEE0CAFF}"/>
                    </a:ext>
                  </a:extLst>
                </p:cNvPr>
                <p:cNvPicPr/>
                <p:nvPr/>
              </p:nvPicPr>
              <p:blipFill>
                <a:blip r:embed="rId10"/>
                <a:stretch>
                  <a:fillRect/>
                </a:stretch>
              </p:blipFill>
              <p:spPr>
                <a:xfrm>
                  <a:off x="7596104" y="2710362"/>
                  <a:ext cx="141840" cy="1792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0" name="Ink 9">
                  <a:extLst>
                    <a:ext uri="{FF2B5EF4-FFF2-40B4-BE49-F238E27FC236}">
                      <a16:creationId xmlns:a16="http://schemas.microsoft.com/office/drawing/2014/main" id="{43E3AA0B-95B1-17E7-E7BE-CAF83F4B162E}"/>
                    </a:ext>
                  </a:extLst>
                </p14:cNvPr>
                <p14:cNvContentPartPr/>
                <p14:nvPr/>
              </p14:nvContentPartPr>
              <p14:xfrm>
                <a:off x="7639664" y="2728362"/>
                <a:ext cx="345600" cy="94680"/>
              </p14:xfrm>
            </p:contentPart>
          </mc:Choice>
          <mc:Fallback>
            <p:pic>
              <p:nvPicPr>
                <p:cNvPr id="10" name="Ink 9">
                  <a:extLst>
                    <a:ext uri="{FF2B5EF4-FFF2-40B4-BE49-F238E27FC236}">
                      <a16:creationId xmlns:a16="http://schemas.microsoft.com/office/drawing/2014/main" id="{43E3AA0B-95B1-17E7-E7BE-CAF83F4B162E}"/>
                    </a:ext>
                  </a:extLst>
                </p:cNvPr>
                <p:cNvPicPr/>
                <p:nvPr/>
              </p:nvPicPr>
              <p:blipFill>
                <a:blip r:embed="rId12"/>
                <a:stretch>
                  <a:fillRect/>
                </a:stretch>
              </p:blipFill>
              <p:spPr>
                <a:xfrm>
                  <a:off x="7631024" y="2719362"/>
                  <a:ext cx="36324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2" name="Ink 11">
                  <a:extLst>
                    <a:ext uri="{FF2B5EF4-FFF2-40B4-BE49-F238E27FC236}">
                      <a16:creationId xmlns:a16="http://schemas.microsoft.com/office/drawing/2014/main" id="{1F998C26-67BD-A008-4941-ED122500FE63}"/>
                    </a:ext>
                  </a:extLst>
                </p14:cNvPr>
                <p14:cNvContentPartPr/>
                <p14:nvPr/>
              </p14:nvContentPartPr>
              <p14:xfrm>
                <a:off x="8129624" y="2584002"/>
                <a:ext cx="172080" cy="120240"/>
              </p14:xfrm>
            </p:contentPart>
          </mc:Choice>
          <mc:Fallback>
            <p:pic>
              <p:nvPicPr>
                <p:cNvPr id="12" name="Ink 11">
                  <a:extLst>
                    <a:ext uri="{FF2B5EF4-FFF2-40B4-BE49-F238E27FC236}">
                      <a16:creationId xmlns:a16="http://schemas.microsoft.com/office/drawing/2014/main" id="{1F998C26-67BD-A008-4941-ED122500FE63}"/>
                    </a:ext>
                  </a:extLst>
                </p:cNvPr>
                <p:cNvPicPr/>
                <p:nvPr/>
              </p:nvPicPr>
              <p:blipFill>
                <a:blip r:embed="rId14"/>
                <a:stretch>
                  <a:fillRect/>
                </a:stretch>
              </p:blipFill>
              <p:spPr>
                <a:xfrm>
                  <a:off x="8120624" y="2575002"/>
                  <a:ext cx="189720" cy="1378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3" name="Ink 12">
                  <a:extLst>
                    <a:ext uri="{FF2B5EF4-FFF2-40B4-BE49-F238E27FC236}">
                      <a16:creationId xmlns:a16="http://schemas.microsoft.com/office/drawing/2014/main" id="{16530E45-8A27-3E64-57A0-2953180335BB}"/>
                    </a:ext>
                  </a:extLst>
                </p14:cNvPr>
                <p14:cNvContentPartPr/>
                <p14:nvPr/>
              </p14:nvContentPartPr>
              <p14:xfrm>
                <a:off x="8136824" y="2556642"/>
                <a:ext cx="91440" cy="15840"/>
              </p14:xfrm>
            </p:contentPart>
          </mc:Choice>
          <mc:Fallback>
            <p:pic>
              <p:nvPicPr>
                <p:cNvPr id="13" name="Ink 12">
                  <a:extLst>
                    <a:ext uri="{FF2B5EF4-FFF2-40B4-BE49-F238E27FC236}">
                      <a16:creationId xmlns:a16="http://schemas.microsoft.com/office/drawing/2014/main" id="{16530E45-8A27-3E64-57A0-2953180335BB}"/>
                    </a:ext>
                  </a:extLst>
                </p:cNvPr>
                <p:cNvPicPr/>
                <p:nvPr/>
              </p:nvPicPr>
              <p:blipFill>
                <a:blip r:embed="rId16"/>
                <a:stretch>
                  <a:fillRect/>
                </a:stretch>
              </p:blipFill>
              <p:spPr>
                <a:xfrm>
                  <a:off x="8127824" y="2548002"/>
                  <a:ext cx="109080" cy="334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7">
            <p14:nvContentPartPr>
              <p14:cNvPr id="15" name="Ink 14">
                <a:extLst>
                  <a:ext uri="{FF2B5EF4-FFF2-40B4-BE49-F238E27FC236}">
                    <a16:creationId xmlns:a16="http://schemas.microsoft.com/office/drawing/2014/main" id="{47732F8C-6965-9674-4A8A-E2E208329779}"/>
                  </a:ext>
                </a:extLst>
              </p14:cNvPr>
              <p14:cNvContentPartPr/>
              <p14:nvPr/>
            </p14:nvContentPartPr>
            <p14:xfrm>
              <a:off x="5451584" y="2344962"/>
              <a:ext cx="552240" cy="562320"/>
            </p14:xfrm>
          </p:contentPart>
        </mc:Choice>
        <mc:Fallback>
          <p:pic>
            <p:nvPicPr>
              <p:cNvPr id="15" name="Ink 14">
                <a:extLst>
                  <a:ext uri="{FF2B5EF4-FFF2-40B4-BE49-F238E27FC236}">
                    <a16:creationId xmlns:a16="http://schemas.microsoft.com/office/drawing/2014/main" id="{47732F8C-6965-9674-4A8A-E2E208329779}"/>
                  </a:ext>
                </a:extLst>
              </p:cNvPr>
              <p:cNvPicPr/>
              <p:nvPr/>
            </p:nvPicPr>
            <p:blipFill>
              <a:blip r:embed="rId18"/>
              <a:stretch>
                <a:fillRect/>
              </a:stretch>
            </p:blipFill>
            <p:spPr>
              <a:xfrm>
                <a:off x="5442584" y="2335962"/>
                <a:ext cx="569880" cy="579960"/>
              </a:xfrm>
              <a:prstGeom prst="rect">
                <a:avLst/>
              </a:prstGeom>
            </p:spPr>
          </p:pic>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Development Flow – Processor and Approver</a:t>
            </a:r>
            <a:endParaRPr sz="3599" dirty="0">
              <a:solidFill>
                <a:srgbClr val="FFC000"/>
              </a:solidFill>
              <a:latin typeface="Cooper Black" panose="0208090404030B020404" pitchFamily="18" charset="0"/>
              <a:ea typeface="Corben"/>
              <a:cs typeface="Corben"/>
              <a:sym typeface="Corben"/>
            </a:endParaRPr>
          </a:p>
        </p:txBody>
      </p:sp>
      <p:sp>
        <p:nvSpPr>
          <p:cNvPr id="1316" name="Google Shape;1316;p59"/>
          <p:cNvSpPr/>
          <p:nvPr/>
        </p:nvSpPr>
        <p:spPr>
          <a:xfrm>
            <a:off x="4438228" y="4869160"/>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Business Object (definition)</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Includes the Travel, Booking and Booking Supplement CDS entities</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100 fields</a:t>
            </a:r>
            <a:endParaRPr dirty="0"/>
          </a:p>
        </p:txBody>
      </p:sp>
      <p:sp>
        <p:nvSpPr>
          <p:cNvPr id="1317" name="Google Shape;1317;p59"/>
          <p:cNvSpPr/>
          <p:nvPr/>
        </p:nvSpPr>
        <p:spPr>
          <a:xfrm>
            <a:off x="405780" y="647098"/>
            <a:ext cx="3096344" cy="646203"/>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Fiori App – Processor</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Create, update, delete, copy travel</a:t>
            </a:r>
            <a:endParaRPr/>
          </a:p>
        </p:txBody>
      </p:sp>
      <p:sp>
        <p:nvSpPr>
          <p:cNvPr id="1318" name="Google Shape;1318;p59"/>
          <p:cNvSpPr/>
          <p:nvPr/>
        </p:nvSpPr>
        <p:spPr>
          <a:xfrm>
            <a:off x="8882191" y="691641"/>
            <a:ext cx="3024336" cy="646203"/>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Fiori App – Approver</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Display the travel request data</a:t>
            </a:r>
            <a:endParaRPr/>
          </a:p>
        </p:txBody>
      </p:sp>
      <p:sp>
        <p:nvSpPr>
          <p:cNvPr id="1319" name="Google Shape;1319;p59"/>
          <p:cNvSpPr/>
          <p:nvPr/>
        </p:nvSpPr>
        <p:spPr>
          <a:xfrm>
            <a:off x="456151" y="4849657"/>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Business Object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30 fields to internet</a:t>
            </a:r>
            <a:endParaRPr dirty="0"/>
          </a:p>
        </p:txBody>
      </p:sp>
      <p:sp>
        <p:nvSpPr>
          <p:cNvPr id="1320" name="Google Shape;1320;p59"/>
          <p:cNvSpPr/>
          <p:nvPr/>
        </p:nvSpPr>
        <p:spPr>
          <a:xfrm>
            <a:off x="8882191" y="4869160"/>
            <a:ext cx="3024336" cy="108012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Business Object Projection </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25 fields</a:t>
            </a:r>
            <a:endParaRPr/>
          </a:p>
        </p:txBody>
      </p:sp>
      <p:cxnSp>
        <p:nvCxnSpPr>
          <p:cNvPr id="1321" name="Google Shape;1321;p59"/>
          <p:cNvCxnSpPr>
            <a:stCxn id="1316" idx="1"/>
            <a:endCxn id="1319" idx="3"/>
          </p:cNvCxnSpPr>
          <p:nvPr/>
        </p:nvCxnSpPr>
        <p:spPr>
          <a:xfrm flipH="1" flipV="1">
            <a:off x="3480487" y="5389717"/>
            <a:ext cx="957741" cy="19503"/>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2" name="Google Shape;1322;p59"/>
          <p:cNvCxnSpPr>
            <a:stCxn id="1316" idx="3"/>
            <a:endCxn id="1320" idx="1"/>
          </p:cNvCxnSpPr>
          <p:nvPr/>
        </p:nvCxnSpPr>
        <p:spPr>
          <a:xfrm>
            <a:off x="7534572" y="5409220"/>
            <a:ext cx="1347600" cy="0"/>
          </a:xfrm>
          <a:prstGeom prst="straightConnector1">
            <a:avLst/>
          </a:prstGeom>
          <a:noFill/>
          <a:ln w="9525" cap="flat" cmpd="sng">
            <a:solidFill>
              <a:schemeClr val="accent1"/>
            </a:solidFill>
            <a:prstDash val="solid"/>
            <a:miter lim="800000"/>
            <a:headEnd type="none" w="sm" len="sm"/>
            <a:tailEnd type="triangle" w="med" len="med"/>
          </a:ln>
        </p:spPr>
      </p:cxnSp>
      <p:sp>
        <p:nvSpPr>
          <p:cNvPr id="1323" name="Google Shape;1323;p59"/>
          <p:cNvSpPr/>
          <p:nvPr/>
        </p:nvSpPr>
        <p:spPr>
          <a:xfrm>
            <a:off x="405780" y="2132856"/>
            <a:ext cx="3024336" cy="72008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MDE for Processor Projection</a:t>
            </a:r>
            <a:endParaRPr dirty="0"/>
          </a:p>
        </p:txBody>
      </p:sp>
      <p:sp>
        <p:nvSpPr>
          <p:cNvPr id="1324" name="Google Shape;1324;p59"/>
          <p:cNvSpPr/>
          <p:nvPr/>
        </p:nvSpPr>
        <p:spPr>
          <a:xfrm>
            <a:off x="8882191" y="2155416"/>
            <a:ext cx="3024336"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MDE for approver Projection</a:t>
            </a:r>
            <a:endParaRPr/>
          </a:p>
        </p:txBody>
      </p:sp>
      <p:cxnSp>
        <p:nvCxnSpPr>
          <p:cNvPr id="1325" name="Google Shape;1325;p59"/>
          <p:cNvCxnSpPr>
            <a:stCxn id="1319" idx="0"/>
            <a:endCxn id="1323" idx="2"/>
          </p:cNvCxnSpPr>
          <p:nvPr/>
        </p:nvCxnSpPr>
        <p:spPr>
          <a:xfrm flipH="1" flipV="1">
            <a:off x="1917948" y="2852936"/>
            <a:ext cx="50371" cy="1996721"/>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6" name="Google Shape;1326;p59"/>
          <p:cNvCxnSpPr>
            <a:stCxn id="1320" idx="0"/>
            <a:endCxn id="1324" idx="2"/>
          </p:cNvCxnSpPr>
          <p:nvPr/>
        </p:nvCxnSpPr>
        <p:spPr>
          <a:xfrm rot="10800000">
            <a:off x="10394359" y="2875360"/>
            <a:ext cx="0" cy="1993800"/>
          </a:xfrm>
          <a:prstGeom prst="straightConnector1">
            <a:avLst/>
          </a:prstGeom>
          <a:noFill/>
          <a:ln w="9525" cap="flat" cmpd="sng">
            <a:solidFill>
              <a:schemeClr val="accent1"/>
            </a:solidFill>
            <a:prstDash val="solid"/>
            <a:miter lim="800000"/>
            <a:headEnd type="none" w="sm" len="sm"/>
            <a:tailEnd type="triangle" w="med" len="med"/>
          </a:ln>
        </p:spPr>
      </p:cxnSp>
      <p:sp>
        <p:nvSpPr>
          <p:cNvPr id="1327" name="Google Shape;1327;p59"/>
          <p:cNvSpPr/>
          <p:nvPr/>
        </p:nvSpPr>
        <p:spPr>
          <a:xfrm>
            <a:off x="405780" y="1412776"/>
            <a:ext cx="1584176"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Service definition</a:t>
            </a:r>
            <a:endParaRPr dirty="0"/>
          </a:p>
        </p:txBody>
      </p:sp>
      <p:sp>
        <p:nvSpPr>
          <p:cNvPr id="1328" name="Google Shape;1328;p59"/>
          <p:cNvSpPr/>
          <p:nvPr/>
        </p:nvSpPr>
        <p:spPr>
          <a:xfrm>
            <a:off x="2061964" y="1416237"/>
            <a:ext cx="1440160"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Service Binding</a:t>
            </a:r>
            <a:endParaRPr dirty="0"/>
          </a:p>
        </p:txBody>
      </p:sp>
      <p:sp>
        <p:nvSpPr>
          <p:cNvPr id="1329" name="Google Shape;1329;p59"/>
          <p:cNvSpPr/>
          <p:nvPr/>
        </p:nvSpPr>
        <p:spPr>
          <a:xfrm>
            <a:off x="8855026" y="1464670"/>
            <a:ext cx="1584176"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30" name="Google Shape;1330;p59"/>
          <p:cNvSpPr/>
          <p:nvPr/>
        </p:nvSpPr>
        <p:spPr>
          <a:xfrm>
            <a:off x="10511210" y="1468131"/>
            <a:ext cx="1440160"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Binding</a:t>
            </a:r>
            <a:endParaRPr/>
          </a:p>
        </p:txBody>
      </p:sp>
      <p:pic>
        <p:nvPicPr>
          <p:cNvPr id="1332" name="Google Shape;1332;p59" descr="A green circle with a white tick in it&#10;&#10;Description automatically generated"/>
          <p:cNvPicPr preferRelativeResize="0"/>
          <p:nvPr/>
        </p:nvPicPr>
        <p:blipFill rotWithShape="1">
          <a:blip r:embed="rId3">
            <a:alphaModFix/>
          </a:blip>
          <a:srcRect/>
          <a:stretch/>
        </p:blipFill>
        <p:spPr>
          <a:xfrm>
            <a:off x="66713" y="6379793"/>
            <a:ext cx="457206" cy="457206"/>
          </a:xfrm>
          <a:prstGeom prst="rect">
            <a:avLst/>
          </a:prstGeom>
          <a:noFill/>
          <a:ln>
            <a:noFill/>
          </a:ln>
        </p:spPr>
      </p:pic>
      <p:sp>
        <p:nvSpPr>
          <p:cNvPr id="1336" name="Google Shape;1336;p59"/>
          <p:cNvSpPr/>
          <p:nvPr/>
        </p:nvSpPr>
        <p:spPr>
          <a:xfrm>
            <a:off x="4418057" y="3560437"/>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Behavior Definition (BDEF)</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Tell RAP framework regarding our operations which needs to be supported for BO (managed)</a:t>
            </a:r>
            <a:endParaRPr dirty="0"/>
          </a:p>
        </p:txBody>
      </p:sp>
      <p:sp>
        <p:nvSpPr>
          <p:cNvPr id="1337" name="Google Shape;1337;p59"/>
          <p:cNvSpPr/>
          <p:nvPr/>
        </p:nvSpPr>
        <p:spPr>
          <a:xfrm>
            <a:off x="405780" y="3555658"/>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BDEF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Expose what is needed by a processor role in company</a:t>
            </a:r>
            <a:endParaRPr dirty="0"/>
          </a:p>
        </p:txBody>
      </p:sp>
      <p:cxnSp>
        <p:nvCxnSpPr>
          <p:cNvPr id="1338" name="Google Shape;1338;p59"/>
          <p:cNvCxnSpPr/>
          <p:nvPr/>
        </p:nvCxnSpPr>
        <p:spPr>
          <a:xfrm rot="10800000">
            <a:off x="3409945" y="4095718"/>
            <a:ext cx="1008112" cy="0"/>
          </a:xfrm>
          <a:prstGeom prst="straightConnector1">
            <a:avLst/>
          </a:prstGeom>
          <a:noFill/>
          <a:ln w="9525" cap="flat" cmpd="sng">
            <a:solidFill>
              <a:schemeClr val="accent1"/>
            </a:solidFill>
            <a:prstDash val="solid"/>
            <a:miter lim="800000"/>
            <a:headEnd type="none" w="sm" len="sm"/>
            <a:tailEnd type="triangle" w="med" len="med"/>
          </a:ln>
        </p:spPr>
      </p:cxnSp>
      <p:sp>
        <p:nvSpPr>
          <p:cNvPr id="1339" name="Google Shape;1339;p59"/>
          <p:cNvSpPr/>
          <p:nvPr/>
        </p:nvSpPr>
        <p:spPr>
          <a:xfrm>
            <a:off x="8853228" y="3557570"/>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BDEF Projection</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Expose what is needed by a approver role in company</a:t>
            </a:r>
            <a:endParaRPr/>
          </a:p>
        </p:txBody>
      </p:sp>
      <p:cxnSp>
        <p:nvCxnSpPr>
          <p:cNvPr id="1340" name="Google Shape;1340;p59"/>
          <p:cNvCxnSpPr/>
          <p:nvPr/>
        </p:nvCxnSpPr>
        <p:spPr>
          <a:xfrm>
            <a:off x="7462564" y="4095718"/>
            <a:ext cx="1347619" cy="0"/>
          </a:xfrm>
          <a:prstGeom prst="straightConnector1">
            <a:avLst/>
          </a:prstGeom>
          <a:noFill/>
          <a:ln w="9525" cap="flat" cmpd="sng">
            <a:solidFill>
              <a:schemeClr val="accent1"/>
            </a:solidFill>
            <a:prstDash val="solid"/>
            <a:miter lim="800000"/>
            <a:headEnd type="none" w="sm" len="sm"/>
            <a:tailEnd type="triangle" w="med" len="med"/>
          </a:ln>
        </p:spPr>
      </p:cxn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pic>
        <p:nvPicPr>
          <p:cNvPr id="2" name="Google Shape;1332;p59" descr="A green circle with a white tick in it&#10;&#10;Description automatically generated">
            <a:extLst>
              <a:ext uri="{FF2B5EF4-FFF2-40B4-BE49-F238E27FC236}">
                <a16:creationId xmlns:a16="http://schemas.microsoft.com/office/drawing/2014/main" id="{0429EB48-01CB-8827-1DBD-1E4A285610D4}"/>
              </a:ext>
            </a:extLst>
          </p:cNvPr>
          <p:cNvPicPr preferRelativeResize="0"/>
          <p:nvPr/>
        </p:nvPicPr>
        <p:blipFill rotWithShape="1">
          <a:blip r:embed="rId3">
            <a:alphaModFix/>
          </a:blip>
          <a:srcRect/>
          <a:stretch/>
        </p:blipFill>
        <p:spPr>
          <a:xfrm>
            <a:off x="4248150" y="4774394"/>
            <a:ext cx="457206" cy="457206"/>
          </a:xfrm>
          <a:prstGeom prst="rect">
            <a:avLst/>
          </a:prstGeom>
          <a:noFill/>
          <a:ln>
            <a:noFill/>
          </a:ln>
        </p:spPr>
      </p:pic>
      <p:pic>
        <p:nvPicPr>
          <p:cNvPr id="7" name="Google Shape;1332;p59" descr="A green circle with a white tick in it&#10;&#10;Description automatically generated">
            <a:extLst>
              <a:ext uri="{FF2B5EF4-FFF2-40B4-BE49-F238E27FC236}">
                <a16:creationId xmlns:a16="http://schemas.microsoft.com/office/drawing/2014/main" id="{275E11E7-EB7A-1F1D-2E19-F8932567AEA4}"/>
              </a:ext>
            </a:extLst>
          </p:cNvPr>
          <p:cNvPicPr preferRelativeResize="0"/>
          <p:nvPr/>
        </p:nvPicPr>
        <p:blipFill rotWithShape="1">
          <a:blip r:embed="rId3">
            <a:alphaModFix/>
          </a:blip>
          <a:srcRect/>
          <a:stretch/>
        </p:blipFill>
        <p:spPr>
          <a:xfrm>
            <a:off x="177177" y="4768047"/>
            <a:ext cx="457206" cy="457206"/>
          </a:xfrm>
          <a:prstGeom prst="rect">
            <a:avLst/>
          </a:prstGeom>
          <a:noFill/>
          <a:ln>
            <a:noFill/>
          </a:ln>
        </p:spPr>
      </p:pic>
      <p:pic>
        <p:nvPicPr>
          <p:cNvPr id="9" name="Google Shape;1332;p59" descr="A green circle with a white tick in it&#10;&#10;Description automatically generated">
            <a:extLst>
              <a:ext uri="{FF2B5EF4-FFF2-40B4-BE49-F238E27FC236}">
                <a16:creationId xmlns:a16="http://schemas.microsoft.com/office/drawing/2014/main" id="{848ED8E5-D248-DE40-B53A-A7365D159CED}"/>
              </a:ext>
            </a:extLst>
          </p:cNvPr>
          <p:cNvPicPr preferRelativeResize="0"/>
          <p:nvPr/>
        </p:nvPicPr>
        <p:blipFill rotWithShape="1">
          <a:blip r:embed="rId3">
            <a:alphaModFix/>
          </a:blip>
          <a:srcRect/>
          <a:stretch/>
        </p:blipFill>
        <p:spPr>
          <a:xfrm>
            <a:off x="218123" y="1374056"/>
            <a:ext cx="457206" cy="457206"/>
          </a:xfrm>
          <a:prstGeom prst="rect">
            <a:avLst/>
          </a:prstGeom>
          <a:noFill/>
          <a:ln>
            <a:noFill/>
          </a:ln>
        </p:spPr>
      </p:pic>
      <p:pic>
        <p:nvPicPr>
          <p:cNvPr id="10" name="Google Shape;1332;p59" descr="A green circle with a white tick in it&#10;&#10;Description automatically generated">
            <a:extLst>
              <a:ext uri="{FF2B5EF4-FFF2-40B4-BE49-F238E27FC236}">
                <a16:creationId xmlns:a16="http://schemas.microsoft.com/office/drawing/2014/main" id="{90224146-C94A-8972-411C-F07D48360555}"/>
              </a:ext>
            </a:extLst>
          </p:cNvPr>
          <p:cNvPicPr preferRelativeResize="0"/>
          <p:nvPr/>
        </p:nvPicPr>
        <p:blipFill rotWithShape="1">
          <a:blip r:embed="rId3">
            <a:alphaModFix/>
          </a:blip>
          <a:srcRect/>
          <a:stretch/>
        </p:blipFill>
        <p:spPr>
          <a:xfrm>
            <a:off x="3333799" y="1297242"/>
            <a:ext cx="457206" cy="45720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a:t>
            </a:r>
            <a:r>
              <a:rPr lang="en-US" sz="5400" b="1" dirty="0">
                <a:solidFill>
                  <a:srgbClr val="75C042"/>
                </a:solidFill>
                <a:latin typeface="Segoe UI" panose="020B0502040204020203" pitchFamily="34" charset="0"/>
                <a:ea typeface="Calibri Light" charset="0"/>
                <a:cs typeface="Segoe UI" panose="020B0502040204020203" pitchFamily="34" charset="0"/>
              </a:rPr>
              <a:t>8</a:t>
            </a:r>
            <a:endPar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2493</TotalTime>
  <Words>1536</Words>
  <Application>Microsoft Office PowerPoint</Application>
  <PresentationFormat>Custom</PresentationFormat>
  <Paragraphs>189</Paragraphs>
  <Slides>22</Slides>
  <Notes>19</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22</vt:i4>
      </vt:variant>
    </vt:vector>
  </HeadingPairs>
  <TitlesOfParts>
    <vt:vector size="35" baseType="lpstr">
      <vt:lpstr>Cooper Black</vt:lpstr>
      <vt:lpstr>Arial Black</vt:lpstr>
      <vt:lpstr>Open Sans</vt:lpstr>
      <vt:lpstr>Segoe UI</vt:lpstr>
      <vt:lpstr>Corben</vt:lpstr>
      <vt:lpstr>Segoe UI Light</vt:lpstr>
      <vt:lpstr>Cambria</vt:lpstr>
      <vt:lpstr>Arial</vt:lpstr>
      <vt:lpstr>Calibri</vt:lpstr>
      <vt:lpstr>Quattrocento Sans</vt:lpstr>
      <vt:lpstr>Office Theme</vt:lpstr>
      <vt:lpstr>2_Office Theme</vt:lpstr>
      <vt:lpstr>3_Office Theme</vt:lpstr>
      <vt:lpstr>SAP BTP ABAP  on Cloud / RAP  Training</vt:lpstr>
      <vt:lpstr>PowerPoint Presentation</vt:lpstr>
      <vt:lpstr>PowerPoint Presentation</vt:lpstr>
      <vt:lpstr>PowerPoint Presentation</vt:lpstr>
      <vt:lpstr>Evolution of ABAP Programming Model</vt:lpstr>
      <vt:lpstr>Restful ABAP Programming</vt:lpstr>
      <vt:lpstr>Restful Application Programming</vt:lpstr>
      <vt:lpstr>PowerPoint Presentation</vt:lpstr>
      <vt:lpstr>PowerPoint Presentation</vt:lpstr>
      <vt:lpstr>RAP – The Big picture</vt:lpstr>
      <vt:lpstr>What is a Business Object</vt:lpstr>
      <vt:lpstr>Types of Implementation (Scenario) </vt:lpstr>
      <vt:lpstr>BO Runtime Implementation Types</vt:lpstr>
      <vt:lpstr>PowerPoint Presentation</vt:lpstr>
      <vt:lpstr>Explanation of Flight Data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75</cp:revision>
  <dcterms:created xsi:type="dcterms:W3CDTF">2023-10-03T21:33:12Z</dcterms:created>
  <dcterms:modified xsi:type="dcterms:W3CDTF">2026-02-16T07:30:49Z</dcterms:modified>
</cp:coreProperties>
</file>