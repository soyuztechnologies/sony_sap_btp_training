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76" r:id="rId2"/>
    <p:sldId id="4122" r:id="rId3"/>
    <p:sldId id="4760" r:id="rId4"/>
    <p:sldId id="4792" r:id="rId5"/>
    <p:sldId id="4791" r:id="rId6"/>
    <p:sldId id="4779" r:id="rId7"/>
    <p:sldId id="4753" r:id="rId8"/>
    <p:sldId id="4781" r:id="rId9"/>
    <p:sldId id="4778" r:id="rId10"/>
    <p:sldId id="4752" r:id="rId11"/>
    <p:sldId id="4758" r:id="rId12"/>
    <p:sldId id="4774" r:id="rId13"/>
    <p:sldId id="4775" r:id="rId14"/>
    <p:sldId id="4788" r:id="rId15"/>
    <p:sldId id="4776" r:id="rId16"/>
    <p:sldId id="282" r:id="rId17"/>
    <p:sldId id="280" r:id="rId18"/>
    <p:sldId id="4711" r:id="rId19"/>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4D92"/>
    <a:srgbClr val="E8E8E8"/>
    <a:srgbClr val="E0E0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06" autoAdjust="0"/>
    <p:restoredTop sz="95250" autoAdjust="0"/>
  </p:normalViewPr>
  <p:slideViewPr>
    <p:cSldViewPr>
      <p:cViewPr varScale="1">
        <p:scale>
          <a:sx n="97" d="100"/>
          <a:sy n="97" d="100"/>
        </p:scale>
        <p:origin x="808" y="284"/>
      </p:cViewPr>
      <p:guideLst>
        <p:guide orient="horz" pos="2160"/>
        <p:guide pos="383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02.007"/>
    </inkml:context>
    <inkml:brush xml:id="br0">
      <inkml:brushProperty name="width" value="0.05" units="cm"/>
      <inkml:brushProperty name="height" value="0.05" units="cm"/>
      <inkml:brushProperty name="color" value="#FFFFFF"/>
    </inkml:brush>
  </inkml:definitions>
  <inkml:trace contextRef="#ctx0" brushRef="#br0">1150 178 24575,'-1'-4'0,"0"0"0,-1 0 0,1 0 0,-1 0 0,0 0 0,0 0 0,-1 0 0,1 1 0,-4-5 0,-1-1 0,2 1 0,0 0 0,-1 0 0,0 1 0,0 0 0,-1 0 0,0 0 0,0 1 0,-1 0 0,1 1 0,-1 0 0,-1 0 0,1 0 0,-1 1 0,1 0 0,-1 1 0,-18-5 0,-5 1 0,1 1 0,-1 2 0,0 1 0,-1 1 0,1 2 0,0 1 0,0 1 0,0 2 0,0 1 0,0 2 0,1 1 0,0 2 0,1 0 0,0 3 0,-38 20 0,28-10 0,1 1 0,2 2 0,1 1 0,0 2 0,-50 56 0,67-65 0,2 1 0,1 0 0,0 1 0,2 1 0,0 1 0,2 0 0,1 0 0,0 1 0,2 1 0,-11 48 0,18-60 0,1-1 0,0 1 0,1 0 0,1-1 0,0 1 0,0 0 0,1-1 0,1 1 0,0-1 0,1 0 0,1 0 0,0 0 0,1-1 0,0 0 0,0 0 0,2 0 0,-1-1 0,2 0 0,-1 0 0,1-1 0,1 0 0,0 0 0,0-2 0,1 1 0,0-1 0,1 0 0,-1-1 0,15 5 0,5 2 0,0-2 0,1-2 0,1-1 0,-1-1 0,2-2 0,-1-1 0,0-2 0,1-1 0,0-2 0,-1-1 0,1-1 0,-1-2 0,0-2 0,0-1 0,0-1 0,-1-2 0,0-1 0,31-16 0,-27 7-1365,-24 13-5461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02.752"/>
    </inkml:context>
    <inkml:brush xml:id="br0">
      <inkml:brushProperty name="width" value="0.05" units="cm"/>
      <inkml:brushProperty name="height" value="0.05" units="cm"/>
      <inkml:brushProperty name="color" value="#FFFFFF"/>
    </inkml:brush>
  </inkml:definitions>
  <inkml:trace contextRef="#ctx0" brushRef="#br0">37 549 24575,'-7'-18'0,"0"0"0,2-1 0,0 1 0,1-1 0,0 0 0,2 0 0,1 0 0,0 0 0,3-34 0,0 40 0,0-1 0,1 0 0,0 0 0,1 1 0,0 0 0,1 0 0,1 0 0,0 0 0,1 1 0,0 0 0,1 1 0,0-1 0,1 1 0,11-10 0,-6 8 0,0 1 0,0 1 0,1 0 0,1 2 0,0-1 0,0 2 0,1 0 0,0 1 0,0 0 0,23-4 0,-8 4 0,0 1 0,1 2 0,-1 1 0,1 1 0,0 2 0,0 1 0,-1 2 0,1 1 0,57 15 0,-68-12 0,1 0 0,-1 1 0,-1 2 0,1 0 0,-2 1 0,1 1 0,-2 1 0,1 1 0,-2 0 0,0 1 0,-1 2 0,0-1 0,-2 2 0,19 26 0,-13-10 0,-2 1 0,-2 0 0,-1 2 0,-2 0 0,-2 0 0,11 53 0,-6 2 0,7 145 0,-16-88 0,-7-1 0,-7 1 0,-47 285 0,28-313 0,-5-1 0,-52 134 0,76-239 0,-1 0 0,0-1 0,-1 0 0,-1-1 0,0 0 0,-1 0 0,0-1 0,-1 0 0,0-1 0,-1 0 0,-19 14 0,21-19 0,0 0 0,0 0 0,0-1 0,-1-1 0,0 0 0,1 0 0,-1-1 0,-1 0 0,1-1 0,0 0 0,-1-1 0,1 0 0,-1-1 0,1-1 0,-1 1 0,-19-5 0,-130-39 0,64 16 0,8 0-1365,69 19-5461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03.766"/>
    </inkml:context>
    <inkml:brush xml:id="br0">
      <inkml:brushProperty name="width" value="0.05" units="cm"/>
      <inkml:brushProperty name="height" value="0.05" units="cm"/>
      <inkml:brushProperty name="color" value="#FFFFFF"/>
    </inkml:brush>
  </inkml:definitions>
  <inkml:trace contextRef="#ctx0" brushRef="#br0">0 292 24575,'0'-9'0,"1"1"0,0 0 0,1 0 0,-1 0 0,2 0 0,-1 0 0,1 0 0,0 1 0,1-1 0,-1 1 0,2 0 0,-1 0 0,1 0 0,0 0 0,0 1 0,1 0 0,8-8 0,0 3 0,0 0 0,1 0 0,1 1 0,-1 1 0,1 1 0,33-12 0,-6 6 0,1 2 0,0 2 0,51-6 0,138-1 0,-93 15 0,176 20 0,138 42 0,-311-35 0,278 84 0,-330-76 0,-1 3 0,-2 4 0,163 103 0,-207-112 0,-1 3 0,-2 1 0,-2 2 0,-1 1 0,-2 2 0,-2 2 0,-1 1 0,-3 2 0,-1 0 0,-2 3 0,-3 0 0,-2 1 0,-1 1 0,-3 1 0,-3 1 0,-1 0 0,-3 1 0,6 65 0,-9 0 0,-6 0 0,-4 1 0,-32 212 0,25-285 0,-1-1 0,-2 0 0,-3-1 0,-1-1 0,-2 0 0,-2-1 0,-2-1 0,-2-1 0,-1-1 0,-2-2 0,-46 51 0,47-64 0,-1 0 0,-1-2 0,-1-1 0,-1-2 0,-50 25 0,4-9 0,-100 31 0,83-39 0,-2-3 0,0-5 0,-154 12 0,-295-23 0,216-24 0,286 13 0,-41-6 333,-15-1-2031,83 10-5128</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04.592"/>
    </inkml:context>
    <inkml:brush xml:id="br0">
      <inkml:brushProperty name="width" value="0.05" units="cm"/>
      <inkml:brushProperty name="height" value="0.05" units="cm"/>
      <inkml:brushProperty name="color" value="#FFFFFF"/>
    </inkml:brush>
  </inkml:definitions>
  <inkml:trace contextRef="#ctx0" brushRef="#br0">1 4 24575,'0'-3'0,"0"2"0,0 4 0,0 6 0,0 3 0,0 9 0,0 8 0,0 7 0,0 8 0,0 5 0,0 1 0,0 1 0,0-2 0,0-3 0,0-3 0,0-6 0,0-6 0,0-8-8191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04.995"/>
    </inkml:context>
    <inkml:brush xml:id="br0">
      <inkml:brushProperty name="width" value="0.05" units="cm"/>
      <inkml:brushProperty name="height" value="0.05" units="cm"/>
      <inkml:brushProperty name="color" value="#FFFFFF"/>
    </inkml:brush>
  </inkml:definitions>
  <inkml:trace contextRef="#ctx0" brushRef="#br0">34 274 24575,'-5'-11'0,"0"0"0,0 0 0,1 0 0,0-1 0,1 1 0,1-1 0,-1 0 0,0-21 0,3 27 0,1 0 0,-1 0 0,1-1 0,0 1 0,1 0 0,-1 0 0,1 0 0,0 0 0,1 0 0,-1 1 0,1-1 0,0 1 0,1 0 0,-1-1 0,1 2 0,0-1 0,1 0 0,6-5 0,-7 6 0,1 0 0,0 0 0,0 1 0,0 0 0,0 0 0,1 0 0,-1 1 0,1-1 0,0 1 0,0 1 0,-1-1 0,1 1 0,0 0 0,0 0 0,1 1 0,-1 0 0,0 0 0,6 1 0,-2 0 0,-1 2 0,0-1 0,0 1 0,0 1 0,-1-1 0,1 2 0,-1-1 0,0 1 0,0 0 0,0 1 0,7 6 0,-5-3 0,0 0 0,-1 0 0,1 1 0,-2 0 0,0 0 0,8 13 0,-13-18 0,-1 0 0,0 0 0,0 0 0,0 0 0,0 0 0,-1 0 0,0 1 0,0-1 0,-1 1 0,1-1 0,-1 0 0,0 1 0,0-1 0,-1 1 0,0-1 0,0 1 0,-3 7 0,-2 7 0,-2-1 0,0 0 0,-1-1 0,-1 1 0,-1-2 0,-1 0 0,0 0 0,-1-1 0,-1 0 0,-21 18 0,17-21-1365,2-4-5461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05.277"/>
    </inkml:context>
    <inkml:brush xml:id="br0">
      <inkml:brushProperty name="width" value="0.05" units="cm"/>
      <inkml:brushProperty name="height" value="0.05" units="cm"/>
      <inkml:brushProperty name="color" value="#FFFFFF"/>
    </inkml:brush>
  </inkml:definitions>
  <inkml:trace contextRef="#ctx0" brushRef="#br0">1 0 24575,'0'3'0,"3"1"0,1 4 0,0 2 0,2 4 0,1 1 0,-2 6 0,-1 4 0,2 2 0,-1 2 0,0 3 0,-2 1 0,-1-1 0,-1 0 0,0-2 0,-1-3 0,-1-7-8191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05.433"/>
    </inkml:context>
    <inkml:brush xml:id="br0">
      <inkml:brushProperty name="width" value="0.05" units="cm"/>
      <inkml:brushProperty name="height" value="0.05" units="cm"/>
      <inkml:brushProperty name="color" value="#FFFFFF"/>
    </inkml:brush>
  </inkml:definitions>
  <inkml:trace contextRef="#ctx0" brushRef="#br0">8 0 24575,'-3'0'0,"-2"3"0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05.685"/>
    </inkml:context>
    <inkml:brush xml:id="br0">
      <inkml:brushProperty name="width" value="0.05" units="cm"/>
      <inkml:brushProperty name="height" value="0.05" units="cm"/>
      <inkml:brushProperty name="color" value="#FFFFFF"/>
    </inkml:brush>
  </inkml:definitions>
  <inkml:trace contextRef="#ctx0" brushRef="#br0">0 1 24575,'3'0'0,"0"1"0,1 0 0,-1 0 0,0 0 0,0 0 0,0 0 0,-1 0 0,1 1 0,0 0 0,0-1 0,-1 1 0,1 0 0,-1 0 0,0 1 0,0-1 0,1 0 0,-1 1 0,-1-1 0,1 1 0,0 0 0,2 5 0,4 8 0,0 1 0,8 26 0,-14-37 0,17 58-273,-3 1 0,-2 1 0,-3 0 0,3 125 0,-13-167-6553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05.979"/>
    </inkml:context>
    <inkml:brush xml:id="br0">
      <inkml:brushProperty name="width" value="0.05" units="cm"/>
      <inkml:brushProperty name="height" value="0.05" units="cm"/>
      <inkml:brushProperty name="color" value="#FFFFFF"/>
    </inkml:brush>
  </inkml:definitions>
  <inkml:trace contextRef="#ctx0" brushRef="#br0">161 0 24575,'1'0'0,"-1"0"0,1 1 0,-1-1 0,1 0 0,-1 0 0,1 1 0,-1-1 0,1 0 0,-1 0 0,1 1 0,-1-1 0,1 1 0,-1-1 0,1 0 0,-1 1 0,1-1 0,-1 1 0,0-1 0,1 1 0,-1-1 0,0 1 0,0-1 0,1 1 0,-1-1 0,0 1 0,0 0 0,0-1 0,0 1 0,0-1 0,0 1 0,0 0 0,0-1 0,0 1 0,0-1 0,0 1 0,0 0 0,0-1 0,0 2 0,-6 23 0,2-16 0,0 0 0,-1 0 0,0-1 0,0 1 0,-1-1 0,-12 13 0,-47 39 0,26-26 0,38-33 0,0 0 0,-1 0 0,1 1 0,0-1 0,0 0 0,0 1 0,0-1 0,0 1 0,0-1 0,1 1 0,-1-1 0,0 1 0,1 0 0,-1-1 0,1 1 0,0 0 0,-1-1 0,1 1 0,0 0 0,0 0 0,0-1 0,0 1 0,1 0 0,-1-1 0,0 1 0,1 0 0,-1 0 0,1-1 0,-1 1 0,1-1 0,0 1 0,0-1 0,0 1 0,0-1 0,0 1 0,0-1 0,0 0 0,2 2 0,6 6 0,0-1 0,1 0 0,0 0 0,15 8 0,-11-6 0,95 54-1365,-86-52-5461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06.448"/>
    </inkml:context>
    <inkml:brush xml:id="br0">
      <inkml:brushProperty name="width" value="0.05" units="cm"/>
      <inkml:brushProperty name="height" value="0.05" units="cm"/>
      <inkml:brushProperty name="color" value="#FFFFFF"/>
    </inkml:brush>
  </inkml:definitions>
  <inkml:trace contextRef="#ctx0" brushRef="#br0">256 220 24575,'3'-7'0,"0"0"0,-1 0 0,0 0 0,0 0 0,0-1 0,-1 1 0,-1 0 0,1-1 0,-1 1 0,0-1 0,-1 1 0,0-1 0,-3-11 0,3 13 0,-1-1 0,1 1 0,-2 0 0,1 0 0,-1 0 0,0 0 0,0 1 0,0-1 0,-1 1 0,0 0 0,0 0 0,-1 0 0,1 0 0,-1 1 0,-9-7 0,12 9 0,-1 1 0,0-1 0,1 1 0,-1 0 0,0 0 0,1 0 0,-1 1 0,0-1 0,0 1 0,0-1 0,0 1 0,0 0 0,0 0 0,0 0 0,1 0 0,-6 2 0,4-1 0,-1 1 0,1-1 0,0 1 0,-1 0 0,1 1 0,0-1 0,0 1 0,1 0 0,-6 4 0,0 2 0,1 0 0,0 1 0,0 0 0,1 0 0,0 1 0,-9 22 0,5-10 0,2 2 0,-7 29 0,14-47 0,0 1 0,1-1 0,0 1 0,0 0 0,1-1 0,0 1 0,0 0 0,1-1 0,0 1 0,0-1 0,5 15 0,-5-19 0,0 0 0,1 0 0,0 0 0,0-1 0,0 1 0,0-1 0,0 1 0,0-1 0,1 0 0,-1 0 0,1 0 0,-1 0 0,1 0 0,0-1 0,0 1 0,-1-1 0,1 1 0,1-1 0,-1 0 0,0 0 0,0-1 0,0 1 0,0-1 0,0 1 0,1-1 0,-1 0 0,0 0 0,0-1 0,1 1 0,4-2 0,4 0 0,0-1 0,0-1 0,-1 0 0,1 0 0,-1-1 0,19-12 0,-13 6 0,0-1 0,-1 0 0,-1-2 0,0 1 0,-1-2 0,0 0 0,-1-1 0,21-33 0,-43 73 0,1 1 0,1 0 0,1 1 0,-3 38 0,8-56-151,1 0-1,-1 0 0,1-1 0,1 1 1,0 0-1,0 0 0,0 0 1,4 10-1,3 1-6674</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07.398"/>
    </inkml:context>
    <inkml:brush xml:id="br0">
      <inkml:brushProperty name="width" value="0.05" units="cm"/>
      <inkml:brushProperty name="height" value="0.05" units="cm"/>
      <inkml:brushProperty name="color" value="#FFFFFF"/>
    </inkml:brush>
  </inkml:definitions>
  <inkml:trace contextRef="#ctx0" brushRef="#br0">217 271 24575,'-1'-9'0,"1"0"0,-1 0 0,0 0 0,-1 0 0,0 0 0,-5-13 0,7 21 0,-1-1 0,1 0 0,-1 1 0,0-1 0,0 1 0,0-1 0,1 1 0,-1-1 0,0 1 0,-1-1 0,1 1 0,0 0 0,0 0 0,-1 0 0,1-1 0,0 1 0,-1 0 0,1 1 0,-1-1 0,0 0 0,1 0 0,-1 1 0,1-1 0,-1 1 0,0-1 0,0 1 0,1 0 0,-1 0 0,0-1 0,0 1 0,1 1 0,-1-1 0,0 0 0,1 0 0,-1 1 0,0-1 0,0 0 0,1 1 0,-1 0 0,-2 1 0,-3 2 0,0 0 0,0 1 0,1 0 0,-1 0 0,1 1 0,0-1 0,1 2 0,-1-1 0,1 0 0,0 1 0,1 0 0,-7 14 0,-2 6 0,2 1 0,-10 34 0,17-48 0,0 0 0,1 1 0,0-1 0,2 1 0,-1 0 0,2 28 0,0-40 0,1 0 0,-1 1 0,1-1 0,-1 0 0,1 0 0,0 1 0,0-1 0,0 0 0,1 0 0,-1 0 0,1 0 0,-1-1 0,1 1 0,0 0 0,0-1 0,0 1 0,1-1 0,-1 0 0,1 1 0,-1-1 0,1 0 0,0-1 0,-1 1 0,1 0 0,0-1 0,0 0 0,0 1 0,1-1 0,-1-1 0,0 1 0,0 0 0,0-1 0,1 1 0,-1-1 0,0 0 0,6-1 0,0 1 0,-1-2 0,0 1 0,0-1 0,0-1 0,0 1 0,0-1 0,0-1 0,-1 1 0,1-1 0,-1 0 0,0-1 0,0 0 0,-1 0 0,1-1 0,-1 0 0,0 0 0,-1 0 0,7-9 0,1-2 0,-1-2 0,-1 1 0,0-2 0,-2 1 0,14-39 0,-13 23 0,-1-1 0,-1-1 0,-2 1 0,-2-1 0,-1 0 0,-4-62 0,1 96 0,0 1 0,0-1 0,-1 0 0,0 1 0,1-1 0,-1 0 0,0 1 0,-1-3 0,2 5 0,-1 0 0,1-1 0,0 1 0,0 0 0,0 0 0,0 0 0,0 0 0,0 0 0,0 0 0,0 0 0,0 0 0,0-1 0,0 1 0,0 0 0,-1 0 0,1 0 0,0 0 0,0 0 0,0 0 0,0 0 0,0 0 0,0 0 0,0 0 0,-1 0 0,1 0 0,0 0 0,0 0 0,0 0 0,0 0 0,0 0 0,0 0 0,-1 0 0,1 0 0,0 0 0,0 0 0,0 0 0,0 0 0,0 0 0,0 0 0,-1 0 0,1 0 0,0 0 0,0 0 0,0 0 0,0 0 0,0 1 0,0-1 0,0 0 0,0 0 0,-5 15 0,-7 80 0,3 2 0,8 161 0,1-247 0,1 1 0,1 0 0,0 0 0,5 16 0,-6-26 0,0 1 0,0-1 0,0 0 0,0 0 0,0 0 0,0 0 0,1 0 0,-1 0 0,1 0 0,-1 0 0,1-1 0,3 4 0,-4-5 0,1 1 0,-1 0 0,1-1 0,-1 1 0,1-1 0,-1 0 0,1 1 0,-1-1 0,1 0 0,-1 0 0,1 0 0,-1 0 0,1 0 0,-1 0 0,1-1 0,-1 1 0,1 0 0,-1-1 0,1 1 0,-1-1 0,3-1 0,9-5 0,-1-1 0,-1 0 0,1-1 0,-2 0 0,20-21 0,4-4 0,-21 22 0,44-36 0,-50 43 0,0 0 0,0 1 0,0 0 0,1 0 0,-1 0 0,14-3 0,-19 6 0,-1 1 0,0 0 0,1-1 0,-1 1 0,0 0 0,1 0 0,-1 0 0,0 0 0,1 0 0,-1 0 0,1 0 0,-1 0 0,0 1 0,1-1 0,-1 0 0,0 1 0,1-1 0,-1 1 0,0 0 0,0-1 0,0 1 0,1 0 0,-1 0 0,0 0 0,0 0 0,0 0 0,0 0 0,0 0 0,-1 0 0,1 0 0,0 0 0,0 0 0,-1 0 0,1 1 0,-1-1 0,1 0 0,-1 1 0,1-1 0,-1 2 0,2 7 0,0 1 0,-1-1 0,-1 1 0,0 15 0,0 6 0,1-29 0,-1 0 0,1 0 0,-1-1 0,1 1 0,0 0 0,0 0 0,0-1 0,0 1 0,0-1 0,1 1 0,-1-1 0,4 4 0,-4-5 0,0 0 0,0-1 0,0 1 0,0 0 0,0-1 0,0 1 0,0-1 0,0 1 0,0-1 0,1 0 0,-1 1 0,0-1 0,0 0 0,0 0 0,1 0 0,-1 0 0,0 0 0,0 0 0,0 0 0,0 0 0,1-1 0,-1 1 0,0 0 0,0-1 0,0 1 0,0-1 0,0 1 0,0-1 0,0 1 0,0-1 0,0 0 0,1-1 0,6-4 0,-1 0 0,1-1 0,-2 1 0,1-2 0,-1 1 0,0-1 0,-1 0 0,0 0 0,0-1 0,0 1 0,3-12 0,-1 2 0,-1-1 0,-1 1 0,-1-1 0,4-31 0,-9 34 0,-6 23 0,-6 27 0,9-20 0,-22 95 0,24-98 0,1 0 0,0 0 0,0 0 0,1 0 0,0 0 0,1 0 0,5 20 0,-6-29 0,0 0 0,1-1 0,-1 1 0,1 0 0,-1 0 0,1 0 0,0-1 0,0 1 0,0 0 0,0-1 0,0 1 0,0 0 0,0-1 0,1 0 0,-1 1 0,1-1 0,-1 0 0,1 0 0,-1 1 0,1-1 0,-1 0 0,1-1 0,0 1 0,0 0 0,-1 0 0,1-1 0,0 1 0,0-1 0,0 0 0,0 1 0,0-1 0,0 0 0,0 0 0,0 0 0,-1 0 0,1-1 0,0 1 0,0 0 0,0-1 0,0 0 0,0 1 0,2-2 0,4-2 0,0 0 0,-1 0 0,0-1 0,1 1 0,-2-2 0,1 1 0,-1-1 0,8-7 0,6-14-1365,-11 15-5461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08.235"/>
    </inkml:context>
    <inkml:brush xml:id="br0">
      <inkml:brushProperty name="width" value="0.05" units="cm"/>
      <inkml:brushProperty name="height" value="0.05" units="cm"/>
      <inkml:brushProperty name="color" value="#FFFFFF"/>
    </inkml:brush>
  </inkml:definitions>
  <inkml:trace contextRef="#ctx0" brushRef="#br0">0 169 24575,'0'-46'0,"2"43"0,3 8 0,3 8 0,11 36 0,-2 0 0,-2 1 0,10 64 0,-25-121 0,0 0 0,1 0 0,0 1 0,0-1 0,4-12 0,13-42 0,2-6 0,13-38 0,-27 90 0,0 1 0,1 0 0,0 1 0,17-24 0,-23 35 0,0 1 0,0-1 0,1 1 0,-1-1 0,0 1 0,1 0 0,-1-1 0,1 1 0,-1 0 0,1 0 0,0 0 0,-1 0 0,1 1 0,0-1 0,0 0 0,-1 1 0,5-1 0,-5 1 0,1 0 0,-1 0 0,1 0 0,-1 1 0,1-1 0,-1 1 0,1-1 0,-1 1 0,1-1 0,-1 1 0,1 0 0,-1 0 0,0-1 0,1 1 0,-1 0 0,0 0 0,1 2 0,3 2 0,-1 1 0,1 0 0,-1 0 0,-1 1 0,1-1 0,-1 1 0,4 12 0,9 40-455,-2 1 0,8 94 0,-20-133-6371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08.716"/>
    </inkml:context>
    <inkml:brush xml:id="br0">
      <inkml:brushProperty name="width" value="0.05" units="cm"/>
      <inkml:brushProperty name="height" value="0.05" units="cm"/>
      <inkml:brushProperty name="color" value="#FFFFFF"/>
    </inkml:brush>
  </inkml:definitions>
  <inkml:trace contextRef="#ctx0" brushRef="#br0">148 153 24575,'1'-3'0,"-1"0"0,1 0 0,0 0 0,1 0 0,-1 0 0,0 0 0,1 1 0,-1-1 0,3-3 0,7-14 0,-8 12 0,0-1 0,-1 1 0,1-16 0,-2 21 0,-1 1 0,0-1 0,0 1 0,-1-1 0,1 1 0,0-1 0,-1 1 0,-1-4 0,2 6 0,0-1 0,-1 0 0,1 0 0,-1 1 0,1-1 0,0 0 0,-1 1 0,0-1 0,1 1 0,-1-1 0,1 1 0,-1-1 0,0 1 0,1-1 0,-1 1 0,0-1 0,1 1 0,-1 0 0,0-1 0,0 1 0,1 0 0,-1 0 0,0 0 0,0 0 0,-1-1 0,0 2 0,0-1 0,0 1 0,0-1 0,-1 1 0,1 0 0,0 0 0,0-1 0,0 2 0,0-1 0,0 0 0,0 0 0,0 1 0,1-1 0,-1 1 0,0-1 0,-1 3 0,-27 33 0,24-29 0,2-3 0,-15 21 0,-20 33 0,34-52 0,1 1 0,0 0 0,1 1 0,0-1 0,0 1 0,1-1 0,0 1 0,0 0 0,0 12 0,2-20 0,0 0 0,-1 1 0,1-1 0,0 0 0,0 0 0,0 1 0,1-1 0,-1 0 0,0 0 0,0 0 0,1 1 0,-1-1 0,0 0 0,1 0 0,0 0 0,-1 0 0,1 1 0,-1-1 0,1 0 0,0 0 0,0-1 0,0 1 0,0 0 0,0 0 0,0 0 0,0 0 0,0-1 0,0 1 0,0 0 0,0-1 0,0 1 0,0-1 0,0 1 0,1-1 0,-1 0 0,0 0 0,0 1 0,1-1 0,-1 0 0,0 0 0,0 0 0,1 0 0,-1 0 0,0-1 0,0 1 0,1 0 0,-1 0 0,0-1 0,2 0 0,5-2 0,-1 1 0,1-2 0,0 1 0,-1-1 0,0 0 0,8-6 0,15-15 0,-3-2 0,0 0 0,-1-2 0,24-35 0,-29 33 0,-18 24 0,2 0 0,-1 0 0,1 1 0,0-1 0,0 1 0,1 0 0,12-9 0,-18 15 0,0-1 0,0 1 0,1 0 0,-1 0 0,0 0 0,1 0 0,-1-1 0,0 1 0,1 0 0,-1 0 0,0 0 0,1 0 0,-1 0 0,0 0 0,1 0 0,-1 0 0,0 0 0,1 0 0,-1 0 0,0 0 0,1 0 0,-1 0 0,0 0 0,1 0 0,-1 0 0,0 1 0,1-1 0,-1 0 0,0 0 0,1 0 0,-1 0 0,0 1 0,0-1 0,1 0 0,-1 0 0,0 1 0,5 15 0,-6 19 0,-4 3 94,2-19-276,0-1-1,1 1 1,1 0 0,1 0-1,0-1 1,2 1-1,5 32 1,1-29-6644</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09.602"/>
    </inkml:context>
    <inkml:brush xml:id="br0">
      <inkml:brushProperty name="width" value="0.05" units="cm"/>
      <inkml:brushProperty name="height" value="0.05" units="cm"/>
      <inkml:brushProperty name="color" value="#FFFFFF"/>
    </inkml:brush>
  </inkml:definitions>
  <inkml:trace contextRef="#ctx0" brushRef="#br0">4 149 24575,'0'-24'0,"0"19"0,0 16 0,-2 39 0,1-28 0,0-1 0,5 43 0,-4-64 0,0 0 0,0-1 0,0 1 0,0 0 0,0 0 0,0 0 0,0 0 0,1 0 0,-1 0 0,0-1 0,0 1 0,0 0 0,0 0 0,0 0 0,0 0 0,0 0 0,0 0 0,0 0 0,1 0 0,-1 0 0,0 0 0,0-1 0,0 1 0,0 0 0,0 0 0,0 0 0,1 0 0,-1 0 0,0 0 0,0 0 0,0 0 0,0 0 0,0 0 0,1 0 0,-1 0 0,0 0 0,0 0 0,0 0 0,0 0 0,0 0 0,0 0 0,1 1 0,-1-1 0,0 0 0,0 0 0,0 0 0,0 0 0,0 0 0,0 0 0,0 0 0,0 0 0,1 0 0,-1 0 0,0 1 0,0-1 0,0 0 0,0 0 0,0 0 0,0 0 0,0 0 0,0 0 0,0 1 0,0-1 0,0 0 0,0 0 0,0 0 0,7-12 0,-6 11 0,26-55 0,10-20 0,-32 66 0,1 1 0,0 0 0,1 0 0,0 1 0,11-11 0,-18 18 0,1 0 0,0 1 0,-1-1 0,1 0 0,0 0 0,0 1 0,0-1 0,0 0 0,-1 1 0,1-1 0,0 1 0,0-1 0,0 1 0,0-1 0,0 1 0,0 0 0,0 0 0,0-1 0,0 1 0,1 0 0,-1 0 0,0 0 0,0 0 0,0 0 0,0 0 0,0 1 0,0-1 0,0 0 0,0 0 0,0 1 0,0-1 0,0 1 0,0-1 0,0 1 0,0-1 0,0 1 0,-1-1 0,1 1 0,0 0 0,0 0 0,0-1 0,-1 1 0,1 0 0,0 0 0,-1 0 0,1 0 0,-1 0 0,1 0 0,-1 0 0,0 0 0,1 0 0,-1 0 0,1 1 0,1 7 0,1 0 0,-1 0 0,0 0 0,0 17 0,-1-13 0,-1 10 0,2-1 0,0 0 0,10 36 0,-12-58 0,0 0 0,0 0 0,0 0 0,0 0 0,0 0 0,0 1 0,0-1 0,0 0 0,0 0 0,0 0 0,0 0 0,0 0 0,0 1 0,0-1 0,1 0 0,-1 0 0,0 0 0,0 0 0,0 0 0,0 0 0,0 1 0,0-1 0,0 0 0,1 0 0,-1 0 0,0 0 0,0 0 0,0 0 0,0 0 0,0 0 0,1 0 0,-1 0 0,0 0 0,0 0 0,0 0 0,0 0 0,1 0 0,-1 0 0,0 0 0,0 0 0,0 0 0,1 0 0,5-7 0,5-13 0,-10 19 0,7-15 0,0 0 0,1 0 0,1 1 0,0 1 0,19-21 0,-28 35 0,-1-1 0,1 0 0,0 0 0,-1 1 0,1-1 0,0 1 0,0-1 0,0 0 0,0 1 0,-1 0 0,1-1 0,0 1 0,0-1 0,0 1 0,0 0 0,0 0 0,0-1 0,0 1 0,0 0 0,0 0 0,0 0 0,0 0 0,0 0 0,0 1 0,0-1 0,0 0 0,2 1 0,-2 0 0,1 0 0,0 1 0,-1-1 0,1 0 0,-1 1 0,0-1 0,1 1 0,-1 0 0,0-1 0,0 1 0,0 0 0,1 3 0,3 8 0,-1-1 0,-1 1 0,2 16 0,-4-27 0,0 7 0,1-1 0,0 1 0,0 0 0,1-1 0,1 1 0,6 13 0,-9-21 0,0 1 0,0-1 0,0 0 0,0 0 0,0 1 0,0-1 0,1 0 0,-1 0 0,0 0 0,0 0 0,1 0 0,-1-1 0,1 1 0,-1 0 0,1 0 0,-1-1 0,4 1 0,-3-1 0,0 0 0,0 0 0,1 0 0,-1-1 0,0 1 0,0-1 0,0 0 0,0 1 0,0-1 0,0 0 0,0 0 0,0 0 0,-1 0 0,1-1 0,0 1 0,-1 0 0,3-3 0,7-7 0,0-1 0,-1 1 0,-1-1 0,11-19 0,28-58 0,-39 71 0,3-4 0,-7 14 0,0-1 0,0-1 0,-1 1 0,0-1 0,-1 1 0,5-20 0,-8 28 0,0 1 0,0-1 0,1 0 0,-1 1 0,0-1 0,0 0 0,0 1 0,0-1 0,0 0 0,0 1 0,0-1 0,0 0 0,0 0 0,0 1 0,0-1 0,-1 0 0,1 1 0,0-1 0,0 1 0,-1-1 0,1 0 0,0 1 0,-1-1 0,1 1 0,-1-1 0,1 1 0,-1-1 0,1 1 0,-1-1 0,1 1 0,-1-1 0,1 1 0,-1 0 0,1-1 0,-1 1 0,0 0 0,1-1 0,-1 1 0,0 0 0,1 0 0,-1 0 0,0 0 0,1 0 0,-1 0 0,0 0 0,1 0 0,-1 0 0,0 0 0,0 0 0,1 0 0,-1 0 0,0 0 0,1 1 0,-1-1 0,1 0 0,-1 0 0,-1 1 0,-2 1 0,-1 1 0,0-1 0,1 1 0,-1 0 0,-7 7 0,2-1 0,1 1 0,0 1 0,1-1 0,0 1 0,1 1 0,0 0 0,0 0 0,1 0 0,1 1 0,-7 23 0,10-30 0,1 1 0,0-1 0,0 0 0,0 0 0,1 1 0,-1-1 0,2 0 0,-1 1 0,1-1 0,0 0 0,0 0 0,1 1 0,-1-1 0,1 0 0,1 0 0,-1-1 0,1 1 0,0 0 0,1-1 0,-1 0 0,1 0 0,0 0 0,0 0 0,0 0 0,7 4 0,-6-6-72,0 0 1,0 0-1,0 0 0,0-1 0,1 0 0,-1 0 0,0-1 0,1 1 1,0-1-1,-1 0 0,1-1 0,0 1 0,-1-1 0,1 0 0,0-1 1,-1 1-1,1-1 0,5-2 0,6-1-6754</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10.658"/>
    </inkml:context>
    <inkml:brush xml:id="br0">
      <inkml:brushProperty name="width" value="0.05" units="cm"/>
      <inkml:brushProperty name="height" value="0.05" units="cm"/>
      <inkml:brushProperty name="color" value="#FFFFFF"/>
    </inkml:brush>
  </inkml:definitions>
  <inkml:trace contextRef="#ctx0" brushRef="#br0">645 239 24575,'39'-33'0,"-26"22"0,1 1 0,-2-2 0,13-13 0,-23 22 0,0 0 0,1 0 0,-1 0 0,0 0 0,0-1 0,-1 1 0,1-1 0,-1 1 0,1-1 0,-1 0 0,0 1 0,-1-1 0,1 0 0,0 0 0,-1 0 0,0 1 0,0-1 0,-1-6 0,0 6 0,0 0 0,-1 1 0,1-1 0,-1 0 0,0 1 0,0 0 0,0-1 0,-1 1 0,1 0 0,-1 0 0,1 0 0,-1 1 0,0-1 0,0 1 0,0-1 0,0 1 0,-1 0 0,1 0 0,-1 0 0,1 1 0,-1-1 0,0 1 0,1 0 0,-1 0 0,-4 0 0,-6-2 0,-1 0 0,1 2 0,0 0 0,-1 1 0,-21 1 0,16 2 0,0 0 0,1 2 0,-1 0 0,1 0 0,1 2 0,-36 18 0,29-11 0,1 1 0,1 1 0,1 1 0,-31 29 0,24-15 0,0 1 0,2 1 0,2 1 0,1 2 0,2 0 0,-27 60 0,37-69 0,1 1 0,1 1 0,2 0 0,1 0 0,1 1 0,1 0 0,-1 45 0,7-60 0,0-1 0,0 1 0,1-1 0,1 0 0,0 0 0,1 0 0,9 22 0,-8-26 0,0-1 0,0 0 0,1 0 0,1 0 0,-1-1 0,1 0 0,0 0 0,1-1 0,0 1 0,0-2 0,13 9 0,-3-5 31,1-1 0,0 0 0,0-1 0,1-1 0,0-1 0,0-1 0,0-1 0,1 0 1,-1-2-1,23 1 0,-15-3-275,0-1 0,0-1 0,0-1 0,0-2 1,0 0-1,50-18 0,-33 4-6582</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11.296"/>
    </inkml:context>
    <inkml:brush xml:id="br0">
      <inkml:brushProperty name="width" value="0.05" units="cm"/>
      <inkml:brushProperty name="height" value="0.05" units="cm"/>
      <inkml:brushProperty name="color" value="#FFFFFF"/>
    </inkml:brush>
  </inkml:definitions>
  <inkml:trace contextRef="#ctx0" brushRef="#br0">36 914 24575,'-9'-31'0,"1"0"0,2 0 0,1-1 0,1 1 0,2-1 0,1 0 0,1 0 0,2 0 0,1 0 0,2 0 0,1 1 0,19-59 0,-12 55 0,2 1 0,1 1 0,2 0 0,1 1 0,2 1 0,40-47 0,-47 62 0,1 0 0,0 2 0,1 0 0,0 0 0,1 2 0,1 0 0,0 1 0,1 1 0,0 0 0,0 2 0,1 0 0,0 1 0,23-5 0,-30 10 0,0 1 0,-1 0 0,1 0 0,0 1 0,0 1 0,-1 0 0,1 1 0,-1 0 0,1 1 0,-1 0 0,0 1 0,0 1 0,0 0 0,16 9 0,-12-4 0,-1 1 0,-1 0 0,0 1 0,0 0 0,-2 1 0,1 1 0,-1 0 0,-1 1 0,14 24 0,3 13-36,-3 1-1,-1 0 1,-4 2 0,-1 1-1,21 113 1,12 297-370,-39 96 250,-59-3 187,5-341 344,33-186-301,-2 0 1,-1-1 0,-2-1 0,-26 48 0,37-74-75,0 0 0,-1 0 0,1-1 0,-1 1 0,0-1 0,0 0 0,0 0 0,-1 0 0,1 0 0,-1 0 0,1-1 0,-1 1 0,0-1 0,-6 2 0,7-3 0,-1 0 0,1-1 0,-1 1 0,1-1 0,0 0 0,-1 0 0,1 0 0,-1-1 0,1 1 0,0-1 0,-1 0 0,1 0 0,0 0 0,0 0 0,-1-1 0,1 1 0,0-1 0,0 0 0,-3-2 0,-7-6 0,0-1 0,0 0 0,1-1 0,-17-21 0,-38-59 0,55 75 0,-331-549 0,336 555 32,-1-3-312,0-1 1,0 0 0,1-1-1,-9-30 1,14 30-6547</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12.029"/>
    </inkml:context>
    <inkml:brush xml:id="br0">
      <inkml:brushProperty name="width" value="0.05" units="cm"/>
      <inkml:brushProperty name="height" value="0.05" units="cm"/>
      <inkml:brushProperty name="color" value="#FFFFFF"/>
    </inkml:brush>
  </inkml:definitions>
  <inkml:trace contextRef="#ctx0" brushRef="#br0">52 454 24575,'-10'-23'0,"2"9"0,1-1 0,1 1 0,1-1 0,-7-29 0,11 37 0,0-1 0,0 1 0,1-1 0,0 0 0,0 1 0,1-1 0,0 1 0,0-1 0,0 1 0,1 0 0,1-1 0,-1 1 0,5-7 0,-2 5 0,0 1 0,1-1 0,0 1 0,1 1 0,0-1 0,0 1 0,0 0 0,1 1 0,13-9 0,2 1 0,0 1 0,2 1 0,0 1 0,0 1 0,47-12 0,-3 7 0,71-7 0,-31 12-34,0 5-1,0 5 0,0 4 1,-1 6-1,0 4 0,0 4 1,-2 5-1,173 62 0,-167-42-4,-2 5 0,-3 5 0,-1 4 0,-4 5 0,-2 4 0,-3 5 0,151 142 0,-185-148 39,-3 2 0,-3 3 0,-4 2 0,-2 3 0,-3 2 0,-4 2 0,-4 1 0,-3 3 0,-4 0 0,-3 3 0,-4 0 0,20 123 0,-38-157-1,-3-1-1,-2 2 0,-2-1 0,-9 79 0,3-96 16,-1-1 1,-2 0-1,-1-1 0,-2 0 0,-1 0 0,-2-1 0,-31 53 0,14-38 35,-2-2-1,-3-1 0,-1-1 0,-2-3 1,-2-1-1,-62 46 0,22-27 13,-1-4 0,-161 77-1,176-101-60,-2-3 0,-1-2 0,-1-4 0,0-3 0,-2-3 0,0-3 0,0-3 0,-90-1 0,66-11 0,-109-16 0,-94-30 0,-51-7 0,265 50-1365,67 6-5461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13.481"/>
    </inkml:context>
    <inkml:brush xml:id="br0">
      <inkml:brushProperty name="width" value="0.05" units="cm"/>
      <inkml:brushProperty name="height" value="0.05" units="cm"/>
      <inkml:brushProperty name="color" value="#FFFFFF"/>
    </inkml:brush>
  </inkml:definitions>
  <inkml:trace contextRef="#ctx0" brushRef="#br0">3 355 24575,'2'0'0,"0"1"0,0 0 0,1-1 0,-1 1 0,0 0 0,0 0 0,0 0 0,0 1 0,0-1 0,0 0 0,-1 1 0,1-1 0,0 1 0,-1-1 0,1 1 0,1 2 0,1 2 0,0-1 0,0 1 0,0-1 0,3 9 0,1 12 0,-1 0 0,-2 0 0,0 1 0,-1 0 0,-1 40 0,-2-52 0,0 8 0,-1 0 0,-1 0 0,-4 26 0,4-41 0,-1-1 0,0 1 0,0 0 0,0-1 0,-1 1 0,0-1 0,0 0 0,-1 0 0,0 0 0,0-1 0,-1 1 0,-9 9 0,13-15 0,1 0 0,-1 0 0,0-1 0,0 1 0,0 0 0,0-1 0,0 1 0,0 0 0,1-1 0,-1 0 0,0 1 0,-1-1 0,1 1 0,0-1 0,0 0 0,0 0 0,0 0 0,-2 0 0,3 0 0,-1 0 0,0 0 0,0-1 0,1 1 0,-1 0 0,1-1 0,-1 1 0,0-1 0,1 1 0,-1-1 0,1 1 0,-1-1 0,1 1 0,-1-1 0,1 1 0,0-1 0,-1 0 0,1 1 0,0-1 0,-1-1 0,-1-3 0,1-1 0,-1 1 0,1-1 0,1 1 0,-1-9 0,11-326 0,-1 203 0,-7 104 0,-1-8 0,1 0 0,3 0 0,18-78 0,-22 116 0,0 0 0,1 0 0,-1 0 0,0 0 0,1 1 0,0-1 0,-1 0 0,1 1 0,0-1 0,1 1 0,-1 0 0,0 0 0,0 0 0,1 0 0,-1 0 0,1 0 0,0 1 0,0-1 0,-1 1 0,1 0 0,0-1 0,0 1 0,0 1 0,0-1 0,1 0 0,-1 1 0,0 0 0,0 0 0,0 0 0,0 0 0,0 0 0,6 1 0,8 3 0,0-1 0,-1 2 0,1 0 0,25 13 0,-38-16 0,14 6 0,-1 0 0,0 2 0,-1 0 0,0 0 0,-1 2 0,0 0 0,0 0 0,17 22 0,-27-29 0,-1 0 0,1 1 0,-1 0 0,-1 0 0,1 0 0,-1 1 0,0-1 0,0 1 0,-1-1 0,0 1 0,0 0 0,0 0 0,-1 0 0,0 0 0,-1 0 0,1 1 0,-1-1 0,-1 0 0,1 0 0,-1 0 0,-1 0 0,1 0 0,-1 0 0,0 0 0,-5 10 0,0-4 0,-1-1 0,0 0 0,-1 0 0,0-1 0,-1 0 0,0 0 0,0-1 0,-1 0 0,-20 13 0,-13 5 0,-63 30 0,77-43 0,28-14 0,1-1 0,0 1 0,-1-1 0,1 1 0,-1 0 0,1 0 0,0 0 0,0 0 0,0 0 0,-1 0 0,1 0 0,0 0 0,0 0 0,0 1 0,1-1 0,-1 0 0,0 1 0,0-1 0,1 0 0,-1 1 0,0 2 0,1-3 0,1 1 0,-1 0 0,1-1 0,-1 1 0,1 0 0,0-1 0,-1 1 0,1-1 0,0 1 0,0-1 0,0 1 0,0-1 0,0 0 0,1 1 0,-1-1 0,0 0 0,1 0 0,-1 0 0,2 1 0,98 68 0,-21-16 0,-64-42 0,1-1 0,0-1 0,0 0 0,1-2 0,0 0 0,1-1 0,-1 0 0,27 4 0,-32-9 0,0 0 0,0-1 0,0-1 0,1 0 0,-1-1 0,0 0 0,0-1 0,-1-1 0,1 0 0,0 0 0,-1-2 0,1 1 0,18-11 0,-11 3 0,0-1 0,-1 0 0,-1-2 0,0 0 0,-1-1 0,0 0 0,-2-2 0,0 0 0,0 0 0,-2-2 0,-1 1 0,0-2 0,-1 1 0,-2-2 0,0 1 0,6-25 0,-13 41 0,-1-1 0,0 0 0,0 1 0,0-1 0,-1 0 0,0 0 0,0 1 0,0-1 0,-1 0 0,-1-6 0,1 11 0,1-1 0,-1 0 0,0 0 0,0 1 0,0-1 0,0 0 0,0 1 0,0-1 0,0 1 0,0-1 0,-1 1 0,1 0 0,-1-1 0,1 1 0,-1 0 0,1 0 0,-1 0 0,1 0 0,-1 0 0,0 0 0,0 1 0,0-1 0,1 1 0,-1-1 0,0 1 0,0 0 0,0-1 0,0 1 0,0 0 0,0 0 0,0 0 0,1 1 0,-4 0 0,-6 1 0,0 0 0,1 1 0,-1 0 0,1 1 0,0 0 0,0 1 0,0 0 0,1 1 0,-17 12 0,5-1 0,1 0 0,-34 40 0,47-48 0,0 0 0,0 0 0,1 1 0,0 0 0,1 0 0,0 0 0,1 1 0,0-1 0,-3 12 0,6-18 0,1 0 0,-1-1 0,1 1 0,-1-1 0,1 1 0,0 0 0,1-1 0,-1 1 0,1 0 0,-1-1 0,1 1 0,0-1 0,0 1 0,1-1 0,-1 1 0,1-1 0,-1 0 0,1 0 0,0 0 0,1 0 0,-1 0 0,0 0 0,1 0 0,-1-1 0,1 0 0,0 1 0,0-1 0,0 0 0,0 0 0,0 0 0,6 2 0,-3-2 0,0 1 0,0-1 0,1-1 0,-1 1 0,0-1 0,0 0 0,1 0 0,-1-1 0,1 0 0,-1 0 0,1 0 0,-1-1 0,0 0 0,1 0 0,-1-1 0,0 1 0,0-1 0,0-1 0,0 1 0,0-1 0,0 0 0,-1-1 0,0 1 0,10-9 0,-3 1 0,0-1 0,0 0 0,-1 0 0,0-2 0,-2 1 0,1-1 0,-2-1 0,10-20 0,8-22 0,-26 57 0,0 0 0,0 0 0,0 0 0,0 0 0,0 0 0,0 0 0,0 0 0,0 0 0,0 0 0,0 0 0,0 0 0,0 0 0,0 0 0,0 0 0,0-1 0,0 1 0,0 0 0,0 0 0,0 0 0,0 0 0,0 0 0,1 0 0,-1 0 0,0 0 0,0 0 0,0 0 0,0 0 0,0 0 0,0 0 0,0 0 0,0 0 0,0 0 0,0 0 0,0 0 0,0 0 0,1 0 0,-1 0 0,0 0 0,0 0 0,0 0 0,0 0 0,0 0 0,0 0 0,0 0 0,0 0 0,0 0 0,0 0 0,0 0 0,0 0 0,0 1 0,0-1 0,0 0 0,1 0 0,-1 0 0,0 0 0,0 0 0,0 0 0,0 0 0,0 0 0,0 0 0,0 0 0,0 0 0,0 0 0,0 0 0,0 0 0,0 1 0,2 8 0,2 21 0,-3-20 0,1 2 0,1 0 0,0 1 0,0-1 0,1 0 0,1-1 0,0 1 0,7 12 0,-9-20 0,-1 0 0,1-1 0,-1 1 0,1 0 0,0-1 0,0 0 0,0 0 0,1 0 0,-1 0 0,1 0 0,0-1 0,0 1 0,0-1 0,0 0 0,0 0 0,0-1 0,0 1 0,1-1 0,-1 0 0,1 0 0,-1-1 0,1 1 0,4-1 0,1-1-195,0 0 0,-1-1 0,1 0 0,0-1 0,-1 0 0,12-5 0,4-4-6631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13.652"/>
    </inkml:context>
    <inkml:brush xml:id="br0">
      <inkml:brushProperty name="width" value="0.05" units="cm"/>
      <inkml:brushProperty name="height" value="0.05" units="cm"/>
      <inkml:brushProperty name="color" value="#FFFFFF"/>
    </inkml:brush>
  </inkml:definitions>
  <inkml:trace contextRef="#ctx0" brushRef="#br0">55 8 24575,'0'-3'0,"-4"-1"0,0 3 0,0 5 0,-2 5 0,-1 7 0,2 4 0,-2 5 0,0 4 0,2 1 0,1 1 0,2-2 0,4-2 0,1-3 0,1-6-8191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13.838"/>
    </inkml:context>
    <inkml:brush xml:id="br0">
      <inkml:brushProperty name="width" value="0.05" units="cm"/>
      <inkml:brushProperty name="height" value="0.05" units="cm"/>
      <inkml:brushProperty name="color" value="#FFFFFF"/>
    </inkml:brush>
  </inkml:definitions>
  <inkml:trace contextRef="#ctx0" brushRef="#br0">42 0 24575,'-3'0'0,"-4"0"0,-4 0 0,0 3 0,1 2-8191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14.978"/>
    </inkml:context>
    <inkml:brush xml:id="br0">
      <inkml:brushProperty name="width" value="0.05" units="cm"/>
      <inkml:brushProperty name="height" value="0.05" units="cm"/>
      <inkml:brushProperty name="color" value="#FFFFFF"/>
    </inkml:brush>
  </inkml:definitions>
  <inkml:trace contextRef="#ctx0" brushRef="#br0">70 547 24575,'5'-2'0,"0"1"0,-1-1 0,1 0 0,-1 0 0,0 0 0,0-1 0,1 1 0,-2-1 0,5-4 0,-2 3 0,2-3 0,0 0 0,-1 0 0,0-1 0,0 0 0,0 0 0,-1-1 0,-1 0 0,7-13 0,-2 3 0,-2 0 0,-1-1 0,7-24 0,-13 39 0,0 1 0,0-1 0,-1 0 0,1 1 0,-1-1 0,0 0 0,-1-7 0,1 11 0,0 1 0,0-1 0,0 1 0,0 0 0,0-1 0,-1 1 0,1-1 0,0 1 0,0 0 0,0-1 0,-1 1 0,1-1 0,0 1 0,-1 0 0,1-1 0,0 1 0,-1 0 0,1 0 0,0-1 0,-1 1 0,1 0 0,0 0 0,-1-1 0,1 1 0,-1 0 0,1 0 0,0 0 0,-1 0 0,1 0 0,-2 0 0,1 0 0,-1 0 0,0 1 0,1-1 0,-1 1 0,1 0 0,-1 0 0,1-1 0,-1 1 0,1 0 0,-1 0 0,1 1 0,0-1 0,-2 1 0,-20 22 0,2 1 0,-37 53 0,46-61 0,-3 5 0,1 0 0,0 1 0,-14 36 0,25-51 0,0 0 0,1 0 0,0 0 0,0 1 0,1-1 0,-1 14 0,3-17 0,-1-1 0,0 1 0,1-1 0,0 0 0,0 1 0,0-1 0,1 0 0,-1 0 0,1 1 0,0-1 0,0-1 0,1 1 0,3 5 0,-4-6 0,1 0 0,-1-1 0,1 1 0,-1-1 0,1 1 0,0-1 0,0 0 0,0 0 0,0 0 0,0-1 0,1 1 0,-1-1 0,0 0 0,1 0 0,-1 0 0,1 0 0,6 0 0,-4-1 0,0 0 0,-1-1 0,1 1 0,0-1 0,0-1 0,0 1 0,-1-1 0,1 0 0,0 0 0,4-3 0,4-3 0,0-1 0,-1 0 0,-1-1 0,1 0 0,-2 0 0,1-2 0,12-15 0,-1-6 0,-1 0 0,-2-1 0,-1-2 0,-2 0 0,19-55 0,40-197 0,-75 288 0,1-12 0,1 0 0,-2 1 0,1-13 0,-4 20 0,-3 11 0,-3 15 0,-14 55 0,4 1 0,4 1 0,-5 90 0,11-98 0,-1 46 0,9-115 0,0 0 0,0-1 0,0 1 0,0 0 0,0-1 0,1 1 0,-1-1 0,0 1 0,1 0 0,-1-1 0,1 1 0,0-1 0,-1 1 0,1-1 0,0 1 0,0-1 0,0 0 0,0 1 0,1 0 0,0-1 0,-1-1 0,0 1 0,0-1 0,0 1 0,1-1 0,-1 1 0,0-1 0,1 0 0,-1 0 0,0 0 0,0 1 0,1-1 0,-1-1 0,0 1 0,1 0 0,-1 0 0,0 0 0,3-1 0,4-2 0,0-1 0,-1 1 0,1-2 0,0 1 0,10-9 0,27-23 0,-31 24 0,0 0 0,1 1 0,1 0 0,21-10 0,-36 20 0,0 0 0,0 1 0,1 0 0,-1-1 0,0 1 0,0-1 0,0 1 0,0 0 0,0 0 0,0 0 0,0 0 0,0 0 0,1 0 0,-1 0 0,0 0 0,0 0 0,0 0 0,0 1 0,0-1 0,0 0 0,0 1 0,0-1 0,0 1 0,0-1 0,0 1 0,0-1 0,0 1 0,0 0 0,0 0 0,0-1 0,0 1 0,-1 0 0,1 0 0,0 0 0,-1 0 0,1 0 0,-1 0 0,1 0 0,0 2 0,2 4 0,-1 1 0,0-1 0,-1 1 0,2 14 0,-1-4 0,0-9 0,0 0 0,0 1 0,1-1 0,0 0 0,1-1 0,-1 1 0,2 0 0,10 15 0,-13-22 0,0 1 0,0 0 0,1-1 0,-1 1 0,1-1 0,0 0 0,0 0 0,0 0 0,0 0 0,0-1 0,0 1 0,0-1 0,1 0 0,-1 0 0,1 0 0,-1 0 0,0 0 0,1-1 0,-1 1 0,1-1 0,-1 0 0,1 0 0,0-1 0,-1 1 0,0-1 0,1 0 0,4-1 0,0-1 0,0-1 0,-1 1 0,1-2 0,-1 1 0,0-1 0,0 0 0,-1 0 0,1-1 0,-1 0 0,0 0 0,9-14 0,-3 4 0,-1-1 0,-1 0 0,16-36 0,-13 16 0,-23 50 0,-5 15 0,11-16 0,1 0 0,0 1 0,-1 21 0,4-30 0,-1 0 0,1 0 0,0 0 0,0 0 0,1 0 0,-1 0 0,1 0 0,0 0 0,0 0 0,0-1 0,1 1 0,-1 0 0,1-1 0,0 1 0,0-1 0,2 4 0,-3-6 0,0 0 0,0 0 0,1 0 0,-1 0 0,0-1 0,0 1 0,0 0 0,0-1 0,1 1 0,-1-1 0,0 1 0,1-1 0,-1 1 0,0-1 0,1 0 0,-1 0 0,0 0 0,1 0 0,-1 0 0,3 0 0,0-1 0,-1 0 0,0 0 0,1 0 0,-1 0 0,0-1 0,0 0 0,0 1 0,4-3 0,3-4 0,0-1 0,0 1 0,12-16 0,52-75 0,-37 48 0,-37 50 0,0 1 0,1-1 0,-1 1 0,0-1 0,0 1 0,1-1 0,-1 1 0,1-1 0,-1 1 0,0 0 0,1-1 0,-1 1 0,1-1 0,-1 1 0,1 0 0,-1-1 0,1 1 0,-1 0 0,1 0 0,-1 0 0,1-1 0,-1 1 0,1 0 0,1 0 0,1 11 0,-6 22 0,3-33 0,-13 153-1365,13-125-5461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17.282"/>
    </inkml:context>
    <inkml:brush xml:id="br0">
      <inkml:brushProperty name="width" value="0.05" units="cm"/>
      <inkml:brushProperty name="height" value="0.05" units="cm"/>
      <inkml:brushProperty name="color" value="#FFFFFF"/>
    </inkml:brush>
  </inkml:definitions>
  <inkml:trace contextRef="#ctx0" brushRef="#br0">14 291 24575,'-1'0'0,"1"0"0,-1 0 0,0 0 0,1 0 0,-1-1 0,1 1 0,-1 0 0,0 0 0,1-1 0,-1 1 0,1-1 0,-1 1 0,1 0 0,-1-1 0,1 1 0,-1-1 0,1 1 0,-1-1 0,1 1 0,0-1 0,-1 1 0,1-1 0,0 0 0,-1 1 0,1-1 0,0 1 0,0-1 0,0 0 0,0 1 0,-1-1 0,1 0 0,0 1 0,0-1 0,0 0 0,1 0 0,-1-1 0,0-1 0,0 1 0,0 0 0,0 0 0,1 0 0,-1 0 0,1 0 0,-1 0 0,1 0 0,1-2 0,-1 2 0,0 0 0,0 1 0,0-1 0,0 1 0,0-1 0,1 1 0,-1-1 0,0 1 0,1 0 0,-1 0 0,1-1 0,-1 1 0,1 0 0,0 1 0,-1-1 0,1 0 0,0 0 0,0 1 0,-1-1 0,1 1 0,0-1 0,0 1 0,2 0 0,-2 0 0,0 1 0,0-1 0,0 1 0,0 0 0,0 0 0,0 0 0,0 0 0,0 0 0,0 1 0,0-1 0,0 1 0,-1-1 0,1 1 0,-1-1 0,1 1 0,1 2 0,4 7 0,-1-1 0,0 1 0,-1 0 0,0 1 0,6 20 0,-3-3 0,-2 0 0,-1 0 0,-2 1 0,0-1 0,-3 34 0,3-89 0,1 0 0,0 0 0,2 1 0,1 0 0,1 0 0,2 0 0,13-27 0,2 6 0,1 0 0,56-73 0,-81 117 0,11-13 0,1-1 0,25-23 0,-35 36 0,0 0 0,0 1 0,1-1 0,-1 1 0,0 0 0,1 0 0,-1 0 0,1 0 0,0 1 0,0-1 0,-1 1 0,1 0 0,0 0 0,0 0 0,0 1 0,0 0 0,0-1 0,0 1 0,0 1 0,7 0 0,-8 0 0,0 0 0,-1 1 0,1-1 0,0 1 0,-1 0 0,1-1 0,-1 1 0,1 0 0,-1 1 0,0-1 0,0 0 0,0 1 0,0-1 0,0 1 0,-1 0 0,1-1 0,-1 1 0,0 0 0,0 0 0,0 0 0,1 4 0,2 7 0,-1 0 0,-1 0 0,0 17 0,-2-30 0,17 284-1365,-16-257-5461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17.823"/>
    </inkml:context>
    <inkml:brush xml:id="br0">
      <inkml:brushProperty name="width" value="0.05" units="cm"/>
      <inkml:brushProperty name="height" value="0.05" units="cm"/>
      <inkml:brushProperty name="color" value="#FFFFFF"/>
    </inkml:brush>
  </inkml:definitions>
  <inkml:trace contextRef="#ctx0" brushRef="#br0">260 269 24575,'4'-6'0,"0"0"0,-1 0 0,0-1 0,0 1 0,0 0 0,-1-1 0,0 0 0,0 0 0,1-9 0,1-4 0,-1-1 0,1-31 0,-3 46 0,-1 1 0,-1-1 0,1 1 0,-1-1 0,0 1 0,0-1 0,0 1 0,-1-1 0,0 1 0,0 0 0,0 0 0,0 0 0,-1 0 0,-5-6 0,7 9 0,-1 1 0,1-1 0,0 1 0,-1 0 0,0 0 0,1 0 0,-1 0 0,1 0 0,-1 0 0,0 1 0,0-1 0,0 0 0,1 1 0,-1-1 0,0 1 0,0 0 0,0 0 0,0 0 0,-2 0 0,-1 0 0,1 1 0,0 0 0,0 0 0,0 0 0,0 1 0,0 0 0,0-1 0,-5 5 0,-6 3 0,1 2 0,0 0 0,-15 17 0,26-25 0,-17 17 0,1 1 0,-19 26 0,33-40 0,-1 1 0,1 0 0,1 0 0,0 1 0,0-1 0,0 1 0,1 0 0,1 0 0,-1 0 0,-1 12 0,4-19 0,0-1 0,0 0 0,0 1 0,0-1 0,0 0 0,0 1 0,0-1 0,1 0 0,-1 0 0,0 1 0,1-1 0,-1 0 0,1 0 0,-1 0 0,1 1 0,0-1 0,0 0 0,-1 0 0,1 0 0,0 0 0,0 0 0,0 0 0,2 1 0,-1-1 0,0 0 0,0 0 0,0-1 0,0 1 0,0-1 0,0 1 0,0-1 0,1 0 0,-1 1 0,0-1 0,0 0 0,5-1 0,1 0 0,0-1 0,0 0 0,0-1 0,0 1 0,0-1 0,11-7 0,-9 4 0,0-1 0,0-1 0,0 1 0,-1-2 0,-1 1 0,11-14 0,40-63 0,-23 29 0,-35 55 0,-1 0 0,1 0 0,0 0 0,0 0 0,-1 0 0,1 0 0,0 0 0,0 0 0,0 1 0,0-1 0,0 0 0,0 0 0,0 1 0,0-1 0,0 0 0,0 1 0,0 0 0,3-1 0,-4 1 0,1 0 0,-1 0 0,1 0 0,-1 1 0,1-1 0,-1 0 0,1 1 0,-1-1 0,1 1 0,-1-1 0,1 1 0,-1-1 0,0 0 0,1 1 0,-1-1 0,0 1 0,1 0 0,-1-1 0,0 1 0,0-1 0,1 1 0,-1-1 0,0 1 0,0 0 0,0 0 0,2 9 0,-1-1 0,0 1 0,-1 12 0,0-20 0,0 7-97,0 1-1,0 0 1,1-1-1,0 1 1,0-1-1,1 1 1,1-1-1,0 0 1,0 1-1,1-2 1,0 1-1,0 0 0,6 8 1,3-3-6729</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18.758"/>
    </inkml:context>
    <inkml:brush xml:id="br0">
      <inkml:brushProperty name="width" value="0.05" units="cm"/>
      <inkml:brushProperty name="height" value="0.05" units="cm"/>
      <inkml:brushProperty name="color" value="#FFFFFF"/>
    </inkml:brush>
  </inkml:definitions>
  <inkml:trace contextRef="#ctx0" brushRef="#br0">3 138 24575,'-1'-10'0,"1"7"0,-1 0 0,1 0 0,0 0 0,0 0 0,0 0 0,0 0 0,0 0 0,1 0 0,-1 0 0,1 1 0,2-6 0,-3 8 0,0 0 0,1 1 0,-1-1 0,1 0 0,-1 0 0,0 0 0,1 0 0,-1 1 0,0-1 0,0 0 0,1 0 0,-1 1 0,0-1 0,1 0 0,-1 0 0,0 1 0,0-1 0,0 0 0,1 1 0,-1-1 0,0 0 0,0 1 0,0-1 0,0 0 0,0 1 0,0-1 0,1 0 0,-1 1 0,0-1 0,0 1 0,0-1 0,0 1 0,3 15 0,2 31 0,-4 89 0,-3-82 0,20-110 0,-10 30 0,0 0 0,2 1 0,24-47 0,-30 65 0,0 0 0,1 0 0,0 0 0,0 1 0,1 0 0,0 0 0,0 0 0,0 1 0,1-1 0,-1 1 0,1 1 0,0 0 0,1 0 0,-1 0 0,1 1 0,0 0 0,9-3 0,-15 6 0,0-1 0,0 1 0,0 0 0,0 0 0,0 0 0,0 0 0,0 0 0,0 0 0,0 0 0,0 1 0,0-1 0,0 1 0,0-1 0,0 1 0,0 0 0,0 0 0,0 0 0,-1 0 0,1 0 0,0 0 0,1 2 0,0 0 0,-1 0 0,1 0 0,-1 0 0,0 0 0,0 1 0,0-1 0,-1 1 0,1 0 0,-1-1 0,2 6 0,0 8 0,0 1 0,-1 0 0,0 30 0,-2-46 0,-2 39 0,1-24 0,1 0 0,2 18 0,-2-35 0,0 0 0,0 0 0,0 0 0,0 0 0,0 0 0,0 0 0,0 0 0,0 1 0,0-1 0,0 0 0,0 0 0,0 0 0,0 0 0,0 0 0,0 0 0,0 0 0,0 1 0,0-1 0,0 0 0,0 0 0,0 0 0,1 0 0,-1 0 0,0 0 0,0 0 0,0 0 0,0 0 0,0 0 0,0 0 0,0 0 0,1 0 0,-1 0 0,0 0 0,0 0 0,0 1 0,0-1 0,0 0 0,0 0 0,0 0 0,1 0 0,-1 0 0,0-1 0,0 1 0,0 0 0,0 0 0,0 0 0,0 0 0,0 0 0,1 0 0,-1 0 0,8-6 0,9-14 0,-15 18 0,22-27 0,1 0 0,2 2 0,0 1 0,2 1 0,62-40 0,-90 64 0,0 0 0,0 1 0,1-1 0,-1 0 0,1 0 0,-1 1 0,0-1 0,1 1 0,-1 0 0,1-1 0,-1 1 0,1 0 0,0 0 0,-1 0 0,1 0 0,2 0 0,-4 1 0,1-1 0,0 0 0,0 1 0,0-1 0,-1 1 0,1 0 0,0-1 0,-1 1 0,1-1 0,0 1 0,-1 0 0,1-1 0,-1 1 0,1 0 0,-1 0 0,1 0 0,-1-1 0,0 1 0,1 0 0,-1 2 0,2 4 0,-1 1 0,-1-1 0,1 1 0,-1 0 0,-2 10 0,2-6 0,-3 33 0,2 84 0,1-127 0,0 1 0,0-1 0,1 0 0,-1 0 0,1 1 0,-1-1 0,1 0 0,0 0 0,-1 0 0,1 0 0,0 0 0,0 0 0,1 0 0,-1 0 0,0 0 0,1 0 0,-1-1 0,1 1 0,0 0 0,-1-1 0,1 0 0,0 1 0,0-1 0,0 0 0,0 0 0,0 0 0,0 0 0,0 0 0,3 0 0,-1 0 0,0-1 0,0 0 0,-1 1 0,1-2 0,0 1 0,0 0 0,0-1 0,0 0 0,-1 0 0,1 0 0,0 0 0,-1-1 0,1 1 0,-1-1 0,1 0 0,4-4 0,14-11 0,0-1 0,-2-1 0,23-26 0,49-71 0,-41 50 0,-39 53 0,-7 7 0,-1 1 0,1 0 0,-1-1 0,0 0 0,0 0 0,0-1 0,-1 1 0,0-1 0,3-10 0,-6 17 0,1-1 0,-1 1 0,0 0 0,0-1 0,0 1 0,0 0 0,0-1 0,0 1 0,0 0 0,-1-1 0,1 1 0,0 0 0,0-1 0,0 1 0,0 0 0,0-1 0,0 1 0,-1 0 0,1-1 0,0 1 0,0 0 0,-1 0 0,1-1 0,0 1 0,0 0 0,-1 0 0,1-1 0,0 1 0,0 0 0,-1 0 0,1 0 0,0 0 0,-1 0 0,1-1 0,-1 1 0,-16 1 0,-15 11 0,17-4 0,1 1 0,0 0 0,0 1 0,1 1 0,1 0 0,0 0 0,-16 20 0,24-26 0,0 1 0,0-1 0,0 1 0,0 0 0,1 1 0,0-1 0,0 0 0,1 1 0,0 0 0,0 0 0,0-1 0,1 1 0,0 0 0,0 0 0,1 0 0,0 0 0,0 0 0,1 0 0,0 0 0,2 9 0,-1-11 23,0 0 0,0 0 0,0 0-1,1-1 1,0 1 0,0-1 0,0 1-1,1-1 1,-1 0 0,1 0 0,0-1-1,0 1 1,0-1 0,6 3 0,-2-1-237,0 0 1,1-1 0,-1 0-1,1-1 1,0 0 0,0 0-1,10 1 1,9 0-6613</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18.972"/>
    </inkml:context>
    <inkml:brush xml:id="br0">
      <inkml:brushProperty name="width" value="0.05" units="cm"/>
      <inkml:brushProperty name="height" value="0.05" units="cm"/>
      <inkml:brushProperty name="color" value="#FFFFFF"/>
    </inkml:brush>
  </inkml:definitions>
  <inkml:trace contextRef="#ctx0" brushRef="#br0">1 0 24575,'0'3'0,"0"5"0,0 3 0,3 6 0,5 7 0,0 5 0,2 8 0,3 3 0,1 4 0,0 4 0,-4 3 0,-3 0 0,-6-1 0,-6 2 0,-8-3 0,-12-3 0,-1-9-8191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19.550"/>
    </inkml:context>
    <inkml:brush xml:id="br0">
      <inkml:brushProperty name="width" value="0.05" units="cm"/>
      <inkml:brushProperty name="height" value="0.05" units="cm"/>
      <inkml:brushProperty name="color" value="#FFFFFF"/>
    </inkml:brush>
  </inkml:definitions>
  <inkml:trace contextRef="#ctx0" brushRef="#br0">101 1 24575,'2'0'0,"-1"1"0,0-1 0,1 1 0,-1-1 0,0 1 0,0-1 0,0 1 0,0 0 0,1 0 0,-1 0 0,0 0 0,0-1 0,0 1 0,-1 0 0,1 1 0,0-1 0,0 0 0,-1 0 0,1 0 0,0 0 0,-1 1 0,1-1 0,-1 2 0,10 30 0,-10-23 0,0-1 0,0 1 0,-1-1 0,0 1 0,-1-1 0,-2 10 0,-22 57 0,13-39 0,7-19 3,-45 145 186,42-127-139,2 0-1,-6 62 1,12-81-96,1 1 1,1-1 0,0 1-1,1-1 1,1 0 0,1 0 0,7 23-1,-6-27-76,1-1 0,0-1 0,0 1 0,1-1 0,1 0 0,0 0-1,0-1 1,1 0 0,0 0 0,20 15 0,16 7-6704</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33.439"/>
    </inkml:context>
    <inkml:brush xml:id="br0">
      <inkml:brushProperty name="width" value="0.05" units="cm"/>
      <inkml:brushProperty name="height" value="0.05" units="cm"/>
      <inkml:brushProperty name="color" value="#FFFFFF"/>
    </inkml:brush>
  </inkml:definitions>
  <inkml:trace contextRef="#ctx0" brushRef="#br0">161 1 24575,'-1'0'0,"-1"0"0,1 0 0,0 1 0,0-1 0,-1 0 0,1 1 0,0-1 0,0 1 0,0 0 0,-1-1 0,1 1 0,0 0 0,0 0 0,0 0 0,0 0 0,0 0 0,1 0 0,-1 0 0,0 0 0,0 0 0,1 0 0,-1 0 0,0 0 0,1 1 0,-1-1 0,0 2 0,-8 37 0,8-32 0,1-6 0,-1 1 0,0 0 0,0-1 0,1 1 0,-1-1 0,-1 1 0,1-1 0,0 1 0,-1-1 0,1 0 0,-1 0 0,0 0 0,1 0 0,-1 0 0,0 0 0,0 0 0,0 0 0,-1-1 0,1 1 0,0-1 0,-1 0 0,1 1 0,-1-1 0,1 0 0,-1 0 0,1-1 0,-1 1 0,0-1 0,1 1 0,-1-1 0,0 0 0,0 0 0,1 0 0,-1 0 0,0 0 0,1-1 0,-1 1 0,0-1 0,1 0 0,-1 0 0,1 0 0,-1 0 0,1 0 0,-1-1 0,1 1 0,0-1 0,0 1 0,-1-1 0,1 0 0,0 0 0,1 0 0,-1 0 0,0 0 0,1 0 0,-1 0 0,1-1 0,-1 1 0,1-1 0,0 1 0,0-1 0,-1-2 0,2 2 43,0 0 0,-1 0-1,1 0 1,0 0 0,1 0-1,-1 0 1,1-4 0,-1 6-92,0 1 0,0-1 0,0 0 1,1 1-1,-1-1 0,0 0 0,0 1 0,0-1 1,1 0-1,-1 1 0,0-1 0,1 0 1,-1 1-1,1-1 0,-1 1 0,1-1 1,-1 1-1,1-1 0,-1 1 0,1-1 1,-1 1-1,1-1 0,-1 1 0,1 0 1,0-1-1,-1 1 0,1 0 0,0 0 1,-1-1-1,1 1 0,0 0 0,-1 0 0,1 0 1,1 0-1</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33.750"/>
    </inkml:context>
    <inkml:brush xml:id="br0">
      <inkml:brushProperty name="width" value="0.05" units="cm"/>
      <inkml:brushProperty name="height" value="0.05" units="cm"/>
      <inkml:brushProperty name="color" value="#FFFFFF"/>
    </inkml:brush>
  </inkml:definitions>
  <inkml:trace contextRef="#ctx0" brushRef="#br0">250 1 24575,'2'0'0,"0"1"0,-1-1 0,1 1 0,-1-1 0,1 1 0,-1 0 0,1 0 0,-1 0 0,0 0 0,0 0 0,1 0 0,-1 0 0,0 0 0,0 0 0,0 0 0,0 1 0,0-1 0,0 0 0,1 3 0,14 30 0,-11-13 0,-1 0 0,-1 0 0,-1 1 0,0-1 0,-2 1 0,-3 29 0,3-46 0,-1 15-57,-1 0 0,-1 0 1,-1 0-1,-1-1 0,-1 1 0,0-1 0,-1-1 0,-1 1 0,-1-1 0,-1-1 0,0 1 1,-1-2-1,-1 0 0,-1 0 0,0-1 0,-1 0 0,-1-1 0,0-1 0,0 0 1,-2-2-1,1 1 0,-1-2 0,-25 12 0,8-9-6769</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34.042"/>
    </inkml:context>
    <inkml:brush xml:id="br0">
      <inkml:brushProperty name="width" value="0.05" units="cm"/>
      <inkml:brushProperty name="height" value="0.05" units="cm"/>
      <inkml:brushProperty name="color" value="#FFFFFF"/>
    </inkml:brush>
  </inkml:definitions>
  <inkml:trace contextRef="#ctx0" brushRef="#br0">310 1 24575,'4'6'0,"0"0"0,0 0 0,0 1 0,-1 0 0,0-1 0,0 1 0,-1 0 0,0 0 0,0 0 0,1 10 0,0 7 0,-1 0 0,-1 0 0,-1 0 0,-1 0 0,-2 0 0,0 0 0,-1 0 0,-1 0 0,-2-1 0,-15 39 0,14-44 0,-1 0 0,-1 0 0,-1-1 0,0 0 0,-1 0 0,-1-2 0,0 0 0,-2 0 0,1-1 0,-2-1 0,1 0 0,-2-1 0,-20 11 0,-17 3-1365,4-4-5461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35.365"/>
    </inkml:context>
    <inkml:brush xml:id="br0">
      <inkml:brushProperty name="width" value="0.05" units="cm"/>
      <inkml:brushProperty name="height" value="0.05" units="cm"/>
      <inkml:brushProperty name="color" value="#FFFFFF"/>
    </inkml:brush>
  </inkml:definitions>
  <inkml:trace contextRef="#ctx0" brushRef="#br0">0 1 24575,'10'0'0,"0"0"0,0 0 0,1 1 0,-1 0 0,0 1 0,-1 0 0,1 1 0,0 0 0,-1 0 0,15 8 0,27 20 0,-2 2 0,78 68 0,77 94 0,-160-151 0,68 72 0,79 74 0,-172-174-1365,-4-4-5461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35.694"/>
    </inkml:context>
    <inkml:brush xml:id="br0">
      <inkml:brushProperty name="width" value="0.05" units="cm"/>
      <inkml:brushProperty name="height" value="0.05" units="cm"/>
      <inkml:brushProperty name="color" value="#FFFFFF"/>
    </inkml:brush>
  </inkml:definitions>
  <inkml:trace contextRef="#ctx0" brushRef="#br0">876 13 24575,'1'-1'0,"-1"0"0,0 1 0,0-1 0,0 1 0,0-1 0,0 1 0,0-1 0,0 0 0,-1 1 0,1-1 0,0 1 0,0-1 0,0 1 0,-1-1 0,1 1 0,0-1 0,0 1 0,-1-1 0,1 1 0,-1-2 0,-8 5 0,-13 23 0,16-18 0,-206 235 0,-302 267 0,488-486 0,-54 53 0,77-72-1365</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31.431"/>
    </inkml:context>
    <inkml:brush xml:id="br0">
      <inkml:brushProperty name="width" value="0.05" units="cm"/>
      <inkml:brushProperty name="height" value="0.05" units="cm"/>
      <inkml:brushProperty name="color" value="#FFFFFF"/>
    </inkml:brush>
  </inkml:definitions>
  <inkml:trace contextRef="#ctx0" brushRef="#br0">56 151 24575,'-1'-16'0,"0"12"0,1 0 0,0 0 0,0 0 0,0 0 0,0 0 0,0 0 0,1 1 0,-1-1 0,1 0 0,0 0 0,0 0 0,1 1 0,-1-1 0,4-5 0,-5 10 0,0-1 0,0 0 0,0 1 0,0-1 0,0 0 0,0 1 0,0-1 0,0 0 0,0 1 0,0-1 0,0 0 0,0 1 0,0-1 0,0 0 0,0 1 0,1-1 0,-1 0 0,0 1 0,0-1 0,0 0 0,1 0 0,-1 1 0,0-1 0,0 0 0,0 0 0,1 1 0,-1-1 0,0 0 0,1 0 0,-1 0 0,0 0 0,1 1 0,-1-1 0,0 0 0,0 0 0,1 0 0,-1 0 0,0 0 0,1 0 0,-1 0 0,0 0 0,1 0 0,-1 0 0,1 0 0,-1 0 0,0 0 0,1 0 0,-1 0 0,0 0 0,0 0 0,1-1 0,-1 1 0,0 0 0,1 0 0,-1 0 0,0 0 0,1-1 0,-1 1 0,0 0 0,0 0 0,0-1 0,1 1 0,-1 0 0,0 0 0,0-1 0,0 1 0,1-1 0,-1 4 0,0 0 0,0-1 0,0 1 0,-1 0 0,1-1 0,0 1 0,-1 0 0,-1 3 0,1-5 0,1 1 0,-1-1 0,0 0 0,0 1 0,0-1 0,0 0 0,0 0 0,0 0 0,0 1 0,0-1 0,-1 0 0,1-1 0,0 1 0,-1 0 0,1 0 0,0-1 0,-1 1 0,1 0 0,-1-1 0,1 1 0,-1-1 0,1 0 0,-1 0 0,1 0 0,-1 1 0,0-1 0,1 0 0,-1-1 0,1 1 0,-1 0 0,1 0 0,-1-1 0,-1 0 0,1 0 0,0 0 0,0 0 0,0 0 0,0 0 0,0-1 0,1 1 0,-1-1 0,1 1 0,-1-1 0,1 0 0,-1 1 0,1-1 0,0 0 0,0 0 0,0 0 0,0 0 0,0 0 0,0 0 0,1 0 0,-1 0 0,1 0 0,-1 0 0,1-4 0,0 2 0,1 0 0,-1 1 0,1-1 0,0 1 0,0-1 0,1 1 0,-1-1 0,1 1 0,-1 0 0,1 0 0,0 0 0,0 0 0,0 0 0,1 0 0,-1 0 0,1 1 0,0-1 0,0 1 0,-1 0 0,7-4 0,-7 5 0,0-1 0,0 1 0,0 0 0,-1 0 0,1 0 0,0 0 0,0 1 0,0-1 0,0 0 0,0 1 0,1 0 0,-1-1 0,0 1 0,0 0 0,0 0 0,0 0 0,0 0 0,0 0 0,1 1 0,-1-1 0,0 1 0,0-1 0,0 1 0,0 0 0,0 0 0,0 0 0,-1 0 0,1 0 0,0 0 0,0 1 0,-1-1 0,1 0 0,-1 1 0,1-1 0,-1 1 0,2 2 0,-2-2 13,0-1 0,-1 0-1,1 1 1,0-1-1,-1 1 1,1 0 0,-1-1-1,0 1 1,0-1 0,0 1-1,1-1 1,-1 1 0,-1 0-1,1-1 1,0 1 0,0-1-1,-1 1 1,1 0-1,0-1 1,-1 1 0,0-1-1,1 1 1,-1-1 0,0 0-1,0 1 1,-2 1 0,1 0-156,0 0 1,0-1 0,-1 1 0,1-1-1,-1 0 1,0 0 0,1 0 0,-1 0 0,0-1-1,0 1 1,-6 1 0,-5 1-6684</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31.757"/>
    </inkml:context>
    <inkml:brush xml:id="br0">
      <inkml:brushProperty name="width" value="0.05" units="cm"/>
      <inkml:brushProperty name="height" value="0.05" units="cm"/>
      <inkml:brushProperty name="color" value="#FFFFFF"/>
    </inkml:brush>
  </inkml:definitions>
  <inkml:trace contextRef="#ctx0" brushRef="#br0">240 1 24575,'3'1'0,"1"0"0,-1 1 0,0 0 0,0 0 0,1 0 0,-1 0 0,0 0 0,0 1 0,4 4 0,-6-6 0,4 3 0,-1 0 0,0 1 0,0-1 0,0 1 0,-1 0 0,1 0 0,-1 0 0,0 0 0,-1 1 0,1-1 0,-1 1 0,0 0 0,-1-1 0,1 1 0,-1 0 0,0 0 0,0 10 0,-2-9 0,0 1 0,0-1 0,0 0 0,-1 0 0,0 0 0,0 0 0,-1 0 0,0 0 0,0 0 0,-1-1 0,1 1 0,-2-1 0,1 0 0,-6 6 0,-9 7-151,0 0-1,-2-1 0,0-2 0,-1 0 1,-1-1-1,0-1 0,-1-1 1,-44 17-1,27-15-6674</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32.103"/>
    </inkml:context>
    <inkml:brush xml:id="br0">
      <inkml:brushProperty name="width" value="0.05" units="cm"/>
      <inkml:brushProperty name="height" value="0.05" units="cm"/>
      <inkml:brushProperty name="color" value="#FFFFFF"/>
    </inkml:brush>
  </inkml:definitions>
  <inkml:trace contextRef="#ctx0" brushRef="#br0">445 1 24575,'2'0'0,"1"0"0,0 0 0,-1 1 0,1 0 0,-1-1 0,1 1 0,-1 0 0,1 0 0,-1 0 0,1 1 0,-1-1 0,0 1 0,0-1 0,0 1 0,0 0 0,0-1 0,0 1 0,0 0 0,0 0 0,-1 1 0,1-1 0,-1 0 0,0 0 0,1 1 0,-1-1 0,0 1 0,-1-1 0,2 4 0,2 7 0,-1 1 0,0 0 0,1 27 0,-3-21 0,-1 0 0,0 0 0,-2 0 0,0 0 0,-2 0 0,0-1 0,-1 1 0,-1-1 0,0 0 0,-2-1 0,0 1 0,-1-1 0,-19 28 0,10-22 0,-1-1 0,0-1 0,-2-1 0,0 0 0,-2-2 0,0 0 0,-1-2 0,-46 26 0,-30 6-1365,3-9-5461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36.628"/>
    </inkml:context>
    <inkml:brush xml:id="br0">
      <inkml:brushProperty name="width" value="0.05" units="cm"/>
      <inkml:brushProperty name="height" value="0.05" units="cm"/>
      <inkml:brushProperty name="color" value="#FFFFFF"/>
    </inkml:brush>
  </inkml:definitions>
  <inkml:trace contextRef="#ctx0" brushRef="#br0">1 1 24575,'4'0'0,"0"1"0,0-1 0,0 1 0,1 0 0,-1 1 0,-1-1 0,1 1 0,0-1 0,0 1 0,-1 1 0,1-1 0,4 4 0,40 38 0,-35-31 0,37 41 0,-4 2 0,52 78 0,-60-79 0,19 31 0,21 29 0,-63-96 0,1-1 0,0 0 0,30 25 0,-32-34-1365,-5-6-5461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36.954"/>
    </inkml:context>
    <inkml:brush xml:id="br0">
      <inkml:brushProperty name="width" value="0.05" units="cm"/>
      <inkml:brushProperty name="height" value="0.05" units="cm"/>
      <inkml:brushProperty name="color" value="#FFFFFF"/>
    </inkml:brush>
  </inkml:definitions>
  <inkml:trace contextRef="#ctx0" brushRef="#br0">805 1 24575,'-4'4'0,"-53"50"0,-88 65 0,-30-3 0,-49 35 0,89-39 0,134-111-65,-1 1 0,0 0 0,0-1 0,0 1 0,0-1 0,0 0 0,-1 0 0,1 1 0,0-1 0,0-1 0,-1 1 0,1 0 0,-1-1 0,1 1 0,-1-1 0,1 0 0,-1 1 0,1-1 0,-1-1 0,-2 1 0,-9-5-6761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51.667"/>
    </inkml:context>
    <inkml:brush xml:id="br0">
      <inkml:brushProperty name="width" value="0.05" units="cm"/>
      <inkml:brushProperty name="height" value="0.05" units="cm"/>
      <inkml:brushProperty name="color" value="#FFFFFF"/>
    </inkml:brush>
  </inkml:definitions>
  <inkml:trace contextRef="#ctx0" brushRef="#br0">533 166 24575,'5'17'0,"-4"-16"0,0 0 0,-1 0 0,1 1 0,-1-1 0,1 0 0,-1 1 0,1-1 0,-1 0 0,0 1 0,1-1 0,-1 0 0,0 1 0,0-1 0,-1 3 0,-1 3 0,-1 0 0,0-1 0,-1 1 0,0-1 0,0 0 0,0 0 0,-1 0 0,0 0 0,0-1 0,-10 9 0,-7 8 0,-20 29 0,2 1 0,-63 112 0,53-68 0,-38 103 0,55-110 0,-43 181 0,63-201 0,3 0 0,3 1 0,2 95 0,8-102 0,3-1 0,3 1 0,2-1 0,3-1 0,3 0 0,2-1 0,3-1 0,3-1 0,34 61 0,-25-60 0,3-1 0,83 101 0,-88-124 0,1-1 0,2-2 0,2-1 0,0-2 0,45 26 0,-5-12 0,155 64 0,95 4 0,-127-59-155,359 49 0,214-33-155,348-19-1110,2-31 1581,-1060-17-203,461-4 42,656-89 0,-183-64-545,-665 68 930,-262 63-102,-1-3 0,110-63-1,-139 66-141,-1-1 1,-2-1-1,0-2 0,-2-2 1,41-46-1,-54 50-93,0-1 0,-2-1 0,-1-1 1,-2-1-1,0 0 0,-2-1 0,19-62 0,-23 53-48,-3-2 0,-1 1 0,-2-1 0,-2 0 0,-2-1 0,-2 1 0,-1 0 0,-12-58 0,-9-11 0,-72-209 0,46 189 0,-19-58 0,53 140 0,-33-69 0,37 97 0,-1 0 0,-1 0 0,-1 2 0,-1-1 0,-20-21 0,-8 0 0,-2 2 0,-2 2 0,-1 2 0,-1 2 0,-2 2 0,-2 2 0,-56-22 0,-19 0 0,-260-67 0,-143 9 0,-6 35 0,-67 30 0,-2 33 0,535 11 0,-960-37 0,471 12 0,-468 18 0,622 10 0,193 1 0,0 9 0,-403 76 0,523-68 0,0 5 0,2 4 0,-106 49 0,172-66 0,0 0 0,1 2 0,-27 20 0,44-28 0,-1 1 0,1 0 0,0 0 0,0 0 0,1 1 0,0 0 0,0 0 0,1 0 0,0 1 0,0 0 0,1 0 0,-4 13 0,-14 64-1365,18-69-5461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52.629"/>
    </inkml:context>
    <inkml:brush xml:id="br0">
      <inkml:brushProperty name="width" value="0.05" units="cm"/>
      <inkml:brushProperty name="height" value="0.05" units="cm"/>
      <inkml:brushProperty name="color" value="#FFFFFF"/>
    </inkml:brush>
  </inkml:definitions>
  <inkml:trace contextRef="#ctx0" brushRef="#br0">21 185 24575,'0'-1'0,"0"0"0,0 0 0,0 0 0,0 0 0,0 0 0,0 0 0,0 0 0,0 0 0,0 0 0,1 0 0,-1 1 0,0-1 0,1 0 0,-1 0 0,0 0 0,1 0 0,-1 1 0,1-1 0,-1 0 0,1 0 0,1 0 0,-2 1 0,1-1 0,0 1 0,-1 0 0,1 0 0,-1 0 0,1 0 0,0 0 0,-1 0 0,1 0 0,0 1 0,-1-1 0,1 0 0,0 0 0,-1 0 0,1 1 0,-1-1 0,1 0 0,0 1 0,-1-1 0,1 0 0,0 2 0,28 28 0,-27-27 0,0 0 0,0-1 0,0 1 0,0-1 0,1 0 0,-1 1 0,1-1 0,0 0 0,0-1 0,0 1 0,-1 0 0,2-1 0,-1 0 0,0 1 0,6 0 0,-7-2 0,0 0 0,1 0 0,-1 0 0,0-1 0,1 1 0,-1-1 0,0 1 0,1-1 0,-1 0 0,0 0 0,0 0 0,0 0 0,0 0 0,0 0 0,0-1 0,0 1 0,0-1 0,0 1 0,0-1 0,-1 0 0,1 1 0,1-5 0,5-4 0,-1 0 0,-1 0 0,1-1 0,-2 0 0,0 0 0,0-1 0,5-21 0,-9 29 0,0 0 0,-1 0 0,1 0 0,-1 0 0,0 0 0,0 0 0,-1 0 0,1 0 0,-1 0 0,0 0 0,0 0 0,-2-4 0,2 5 0,-1 0 0,1 1 0,-1-1 0,0 1 0,0-1 0,0 1 0,0 0 0,-1 0 0,1 0 0,0 0 0,-1 0 0,0 1 0,1-1 0,-1 1 0,0 0 0,0-1 0,-5 0 0,3 1 0,1 0 0,-1 0 0,1 0 0,-1 1 0,1 0 0,-1 0 0,1 0 0,-1 0 0,1 1 0,0 0 0,-1 0 0,1 0 0,0 0 0,-1 1 0,1-1 0,0 1 0,0 0 0,0 1 0,0-1 0,1 1 0,-1-1 0,1 1 0,-1 0 0,-3 6 0,0-2 0,1 1 0,0 0 0,0 0 0,1 1 0,0-1 0,1 1 0,0 0 0,0 0 0,1 1 0,-2 10 0,2-5 0,1-1 0,1 0 0,0 1 0,1-1 0,0 1 0,1 0 0,1-1 0,0 0 0,1 1 0,1-1 0,5 13 0,-6-19 0,0 0 0,1-1 0,-1 0 0,2 0 0,-1 0 0,1 0 0,0-1 0,0 1 0,1-1 0,0 0 0,0-1 0,0 0 0,0 0 0,1 0 0,0-1 0,0 0 0,1 0 0,-1 0 0,1-1 0,15 4 0,-15-6-195,-1 0 0,1 0 0,-1-1 0,1 0 0,-1 0 0,14-3 0,9-3-6631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53.003"/>
    </inkml:context>
    <inkml:brush xml:id="br0">
      <inkml:brushProperty name="width" value="0.05" units="cm"/>
      <inkml:brushProperty name="height" value="0.05" units="cm"/>
      <inkml:brushProperty name="color" value="#FFFFFF"/>
    </inkml:brush>
  </inkml:definitions>
  <inkml:trace contextRef="#ctx0" brushRef="#br0">6 6 24575,'0'0'0,"0"0"0,0 0 0,0 0 0,0 0 0,0 0 0,0 0 0,0 0 0,-1 0 0,1-1 0,0 1 0,0 0 0,0 0 0,0 0 0,0 0 0,0 0 0,0 0 0,0 0 0,0 0 0,0 0 0,0 0 0,0-1 0,0 1 0,0 0 0,-1 0 0,1 0 0,0 0 0,0 0 0,0 0 0,0 0 0,0 0 0,0 0 0,0 0 0,0 0 0,-1 0 0,1 0 0,0 0 0,0 0 0,0 0 0,0 0 0,0 0 0,0 0 0,0 0 0,0 0 0,-1 0 0,1 0 0,0 0 0,0 0 0,0 0 0,0 0 0,0 0 0,0 0 0,0 1 0,0-1 0,0 0 0,-1 0 0,1 0 0,0 0 0,0 0 0,0 0 0,0 0 0,0 0 0,0 0 0,0 0 0,0 1 0,0-1 0,0 0 0,0 0 0,0 0 0,2 12 0,6 15 0,37 131 0,-9-24 0,-36-133 0,1 1 0,-1-1 0,1 1 0,-1-1 0,1 1 0,0-1 0,0 1 0,-1-1 0,1 0 0,0 1 0,0-1 0,2 2 0,-2-3 0,-1 0 0,0 0 0,0 0 0,1 0 0,-1 0 0,0 0 0,1 0 0,-1 0 0,0 0 0,1 0 0,-1 0 0,0 0 0,1 0 0,-1 0 0,0 0 0,1 0 0,-1 0 0,0 0 0,1-1 0,-1 1 0,0 0 0,0 0 0,1 0 0,-1-1 0,0 1 0,0 0 0,1 0 0,-1-1 0,0 1 0,0 0 0,0 0 0,0-1 0,1 1 0,-1 0 0,0-1 0,3-6 0,0-1 0,0 0 0,3-13 0,-2 7 0,94-252 0,-97 263 38,0 0 0,1 1 0,-1-1 0,1 1 0,-1-1 0,1 1 0,0-1 0,4-2 0,-6 5-49,0 0 0,0-1 1,1 1-1,-1 0 0,0 0 1,0 0-1,1 0 0,-1 0 1,0 0-1,1 0 0,-1-1 1,0 1-1,0 0 0,1 0 1,-1 0-1,0 0 0,0 0 1,1 0-1,-1 0 0,0 0 1,1 0-1,-1 1 0,0-1 1,0 0-1,1 0 0,-1 0 1,0 0-1,0 0 0,1 0 1,-1 0-1,1 1 0,4 15-1354,-4-2-5461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53.455"/>
    </inkml:context>
    <inkml:brush xml:id="br0">
      <inkml:brushProperty name="width" value="0.05" units="cm"/>
      <inkml:brushProperty name="height" value="0.05" units="cm"/>
      <inkml:brushProperty name="color" value="#FFFFFF"/>
    </inkml:brush>
  </inkml:definitions>
  <inkml:trace contextRef="#ctx0" brushRef="#br0">59 208 24575,'1'-1'0,"-1"0"0,1 0 0,0 0 0,0 1 0,-1-1 0,1 0 0,0 1 0,0-1 0,0 0 0,0 1 0,0-1 0,0 1 0,0 0 0,0-1 0,0 1 0,0 0 0,0-1 0,0 1 0,0 0 0,0 0 0,0 0 0,2 0 0,12-4 0,-10 1 0,-1-1 0,1 1 0,-1-1 0,0 0 0,0 0 0,-1-1 0,1 1 0,-1-1 0,0 1 0,0-1 0,0 0 0,-1 0 0,0-1 0,0 1 0,0 0 0,0-1 0,-1 1 0,0-1 0,0 1 0,-1-1 0,0 0 0,0 1 0,0-1 0,0 0 0,-1 1 0,0-1 0,0 1 0,-1-1 0,1 1 0,-1 0 0,-4-9 0,5 12 0,1 1 0,-1-1 0,0 1 0,0 0 0,1-1 0,-1 1 0,0 0 0,0 0 0,0-1 0,-1 1 0,1 0 0,0 0 0,0 0 0,0 0 0,-1 1 0,1-1 0,-1 0 0,1 0 0,0 1 0,-1-1 0,1 1 0,-1-1 0,1 1 0,-1 0 0,0 0 0,1-1 0,-1 1 0,1 0 0,-1 1 0,1-1 0,-1 0 0,0 0 0,1 0 0,-1 1 0,1-1 0,-1 1 0,1 0 0,0-1 0,-1 1 0,1 0 0,-1 0 0,1-1 0,0 1 0,-2 2 0,-3 2 0,1 0 0,-1 1 0,1 0 0,0 0 0,0 1 0,1-1 0,-6 12 0,4-5 0,0 0 0,1 0 0,1 0 0,0 0 0,1 1 0,1-1 0,0 1 0,0 16 0,1-26 0,1 1 0,0 0 0,1 0 0,-1 0 0,1 0 0,0 0 0,0 0 0,1 0 0,-1-1 0,1 1 0,0 0 0,0-1 0,1 0 0,-1 1 0,1-1 0,0 0 0,0 0 0,0-1 0,1 1 0,-1 0 0,1-1 0,0 0 0,0 0 0,0 0 0,7 3 0,13 3-1365,0-3-5461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53.908"/>
    </inkml:context>
    <inkml:brush xml:id="br0">
      <inkml:brushProperty name="width" value="0.05" units="cm"/>
      <inkml:brushProperty name="height" value="0.05" units="cm"/>
      <inkml:brushProperty name="color" value="#FFFFFF"/>
    </inkml:brush>
  </inkml:definitions>
  <inkml:trace contextRef="#ctx0" brushRef="#br0">1 81 24575,'0'-81'0,"6"93"0,1 15 0,-3 19 0,-3 61 0,-1-96 0,1-22 0,0-1 0,1 1 0,1 0 0,0 0 0,1 0 0,0 0 0,0 0 0,8-11 0,-9 16 0,0 0 0,0 0 0,1 1 0,0-1 0,0 1 0,0 0 0,1 0 0,0 1 0,0-1 0,0 1 0,0 0 0,1 0 0,-1 1 0,1 0 0,0 0 0,0 0 0,8-2 0,-12 5 0,0-1 0,0 1 0,0 0 0,0 0 0,0 0 0,1 0 0,-1 0 0,0 0 0,0 1 0,0-1 0,0 1 0,0-1 0,0 1 0,0 0 0,0 0 0,0 0 0,0 0 0,2 2 0,-1 0 0,0-1 0,0 1 0,-1 0 0,1 1 0,-1-1 0,1 0 0,-1 1 0,4 7 0,-1 1 0,-1 1 0,0 0 0,-1 0 0,4 25 0,-1 0 246,-4-25-649,1 0 0,-2 0 1,0 27-1,-3-27-6423</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54.158"/>
    </inkml:context>
    <inkml:brush xml:id="br0">
      <inkml:brushProperty name="width" value="0.05" units="cm"/>
      <inkml:brushProperty name="height" value="0.05" units="cm"/>
      <inkml:brushProperty name="color" value="#FFFFFF"/>
    </inkml:brush>
  </inkml:definitions>
  <inkml:trace contextRef="#ctx0" brushRef="#br0">0 44 24575,'3'-5'0,"-1"0"0,0 1 0,0-1 0,1 1 0,0-1 0,5-4 0,-8 8 0,1 0 0,-1 1 0,1-1 0,0 1 0,-1-1 0,1 1 0,0 0 0,-1-1 0,1 1 0,0 0 0,0-1 0,-1 1 0,1 0 0,0 0 0,0-1 0,-1 1 0,1 0 0,0 0 0,0 0 0,0 0 0,-1 0 0,1 0 0,0 1 0,0-1 0,-1 0 0,1 0 0,0 0 0,0 1 0,-1-1 0,1 0 0,0 1 0,-1-1 0,1 1 0,0-1 0,-1 1 0,1-1 0,0 1 0,-1-1 0,1 1 0,-1 0 0,1-1 0,-1 1 0,1 0 0,8 14 0,0-1 0,-2 1 0,1 0 0,-2 1 0,0 0 0,6 24 0,-8-27 0,11 41 0,-2 0 0,8 76 0,-20-121-341,-1 0 0,0 1-1,-1 12 1,-3-2-6485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54.361"/>
    </inkml:context>
    <inkml:brush xml:id="br0">
      <inkml:brushProperty name="width" value="0.05" units="cm"/>
      <inkml:brushProperty name="height" value="0.05" units="cm"/>
      <inkml:brushProperty name="color" value="#FFFFFF"/>
    </inkml:brush>
  </inkml:definitions>
  <inkml:trace contextRef="#ctx0" brushRef="#br0">5 39 24575,'0'-3'0,"-4"-5"0,3 0 0,5 1 0,3 2 0,5 1 0,3 2 0,3 1 0,0 1 0,1 0 0,-3 0-8191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3:48.784"/>
    </inkml:context>
    <inkml:brush xml:id="br0">
      <inkml:brushProperty name="width" value="0.05" units="cm"/>
      <inkml:brushProperty name="height" value="0.05" units="cm"/>
      <inkml:brushProperty name="color" value="#FFFFFF"/>
    </inkml:brush>
  </inkml:definitions>
  <inkml:trace contextRef="#ctx0" brushRef="#br0">457 311 24575,'-3'0'0,"1"0"0,0-1 0,0 1 0,0-1 0,0 0 0,0 0 0,0 0 0,0 0 0,0 0 0,0 0 0,0-1 0,1 1 0,-1 0 0,0-1 0,-1-2 0,-23-28 0,22 27 0,-8-13 0,-27-32 0,37 47 0,-1 0 0,1 0 0,-1 0 0,0 1 0,0 0 0,-1-1 0,1 1 0,0 0 0,-1 1 0,1-1 0,-1 1 0,1-1 0,-5 0 0,6 2 0,0 0 0,1 0 0,-1 0 0,0 1 0,1-1 0,-1 0 0,1 1 0,-1-1 0,0 1 0,1 0 0,-1 0 0,1-1 0,0 1 0,-1 0 0,1 0 0,0 0 0,-1 0 0,1 0 0,0 1 0,0-1 0,0 0 0,0 1 0,0-1 0,0 0 0,0 1 0,1-1 0,-1 1 0,0 1 0,-3 7 0,0 0 0,1 1 0,-3 11 0,5-17 0,-21 117 0,-10 172 0,24-194 0,-63 684 0,36 28 0,15-237 0,-14-225 0,19-225 0,15-122 0,-1 0 0,1 0 0,0 0 0,0 0 0,0 0 0,0 0 0,1 0 0,-1 0 0,1-1 0,0 1 0,0 3 0,0-5 0,0 0 0,-1-1 0,1 1 0,0 0 0,0 0 0,0-1 0,0 1 0,-1-1 0,1 1 0,0 0 0,0-1 0,0 0 0,0 1 0,0-1 0,0 0 0,0 1 0,0-1 0,0 0 0,0 0 0,0 0 0,1 0 0,-1 0 0,0 0 0,0 0 0,0 0 0,0 0 0,0-1 0,0 1 0,0 0 0,0-1 0,0 1 0,1-1 0,60-17 14,0 4-1,0 2 0,96-5 1,194 10-196,-293 7 92,1500 49-5844,-1150-31 5937,2728 93-3124,-3072-109 3900,144 2 2467,-201-4-3077,-3 0 94,0 0 1,0 0-1,1 0 1,-1-1-1,0 1 1,0-1-1,0-1 1,0 1-1,8-4 1,-12 5-222,-1-1 0,1 1 0,-1-1 0,1 1 0,-1 0 0,1-1 0,-1 1 0,0-1 0,1 1 0,-1-1 0,0 1 0,1-1 0,-1 1 0,0-1 0,0 0 0,1 1 0,-1-1 0,0 1 0,0-1 0,0 0 0,0 1 0,0-1 0,0 1 0,0-1 0,0 0 0,0 1 0,0-1 0,0 1 0,0-1 0,-1 0 0,1 1 0,0-1 0,0 1 0,-1-1 0,1 1 0,0-1 0,-1 1 0,1-1 0,0 1 0,-1-1 0,1 1 0,-1-1 0,1 1 0,-1 0 0,0-1 0,-29-23 441,22 19-491,-16-14 22,0 0 1,-24-27-1,40 37-15,0 0 0,1 0 0,1-1 0,0 0 1,0 0-1,1 0 0,0-1 0,1 0 0,-4-12 0,3-2 1,0 0 0,2 0 0,1-1 0,1 1 0,3-36 0,22-127 0,87-363 0,-68 352 0,-40 184 0,115-568 0,-34-6 0,-46-73 0,-36 625 0,-1-1 0,-3-41 0,1 68 0,0 1 0,-1-1 0,0 1 0,-1 0 0,0 0 0,0 0 0,-1 0 0,-10-16 0,11 22 0,0 0 0,-1 0 0,1 0 0,-1 0 0,0 0 0,0 1 0,0 0 0,-1 0 0,1 0 0,-1 0 0,0 1 0,0 0 0,1 0 0,-1 0 0,-1 0 0,1 1 0,0 0 0,-6 0 0,-12-2 0,0 2 0,0 1 0,-23 3 0,-4-1 0,-978-11-1017,186 0-81,-238 13 885,1 29-405,875-23 554,-358 16 2032,284-26-926,260 1-1042,1 1 0,-1 1 0,0 0 0,-18 7 0,23-6 0,0 0 0,0-1 0,-1 0 0,1-1 0,0-1 0,-1 0 0,1-1 0,-25-3 0,15-1 0,-1 0 0,1 2 0,-1 0 0,1 2 0,-1 0 0,-39 7 0,13 1 0,9 0 0,-84 3 0,122-11 23,0 0 0,1 0 0,-1 0-1,0 0 1,0 1 0,1-1 0,-1 1-1,0 0 1,1 0 0,-1 0 0,0 0-1,1 0 1,0 0 0,-4 3 0,4-1-166,-1-1 1,1 1 0,0 0 0,0-1-1,0 1 1,1 0 0,-1 0 0,1 1 0,-1-1-1,1 0 1,-1 4 0,-2 9-6684</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3:50.013"/>
    </inkml:context>
    <inkml:brush xml:id="br0">
      <inkml:brushProperty name="width" value="0.05" units="cm"/>
      <inkml:brushProperty name="height" value="0.05" units="cm"/>
      <inkml:brushProperty name="color" value="#FFFFFF"/>
    </inkml:brush>
  </inkml:definitions>
  <inkml:trace contextRef="#ctx0" brushRef="#br0">1 20 24575,'436'-10'0,"-22"1"0,839 48-2960,-827-19 2081,-145-8 570,1116 57-612,-919-44 641,-1-25 3423,-379-9-2348,-73 5-593,0 2-1,1 0 1,-1 1-1,1 2 1,-1 0 0,35 7-1,-31-3-201,0-1 0,1-2 0,-1-1 0,37-3 0,-4 0 0,-38 1 0,45-9 0,-12 1 0,-6 2 0,-18 3 0,47-2 0,-63 7 184,-11-1-378,-1 0 1,0 1-1,1-2 0,-1 1 1,1-1-1,-1 1 1,6-3-1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3:50.575"/>
    </inkml:context>
    <inkml:brush xml:id="br0">
      <inkml:brushProperty name="width" value="0.05" units="cm"/>
      <inkml:brushProperty name="height" value="0.05" units="cm"/>
      <inkml:brushProperty name="color" value="#FFFFFF"/>
    </inkml:brush>
  </inkml:definitions>
  <inkml:trace contextRef="#ctx0" brushRef="#br0">115 0 24575,'-3'0'0,"-4"0"0,-4 4 0,-1 3 0,0 4 0,1 4 0,2 1 0,1 6 0,0 4 0,3 4 0,1 3 0,-1 0 0,0-1 0,-2 2 0,0-6-8191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3:50.983"/>
    </inkml:context>
    <inkml:brush xml:id="br0">
      <inkml:brushProperty name="width" value="0.05" units="cm"/>
      <inkml:brushProperty name="height" value="0.05" units="cm"/>
      <inkml:brushProperty name="color" value="#FFFFFF"/>
    </inkml:brush>
  </inkml:definitions>
  <inkml:trace contextRef="#ctx0" brushRef="#br0">3 439 24575,'-1'-73'0,"0"22"0,7-78 0,-4 119 0,0 1 0,0-1 0,1 0 0,1 1 0,-1 0 0,2-1 0,-1 1 0,1 1 0,1-1 0,-1 1 0,1 0 0,1 0 0,0 1 0,9-9 0,-10 11 0,-1 0 0,1 1 0,1 0 0,-1 0 0,1 0 0,-1 1 0,1 0 0,0 0 0,0 0 0,0 1 0,1 1 0,-1-1 0,0 1 0,1 0 0,-1 0 0,1 1 0,-1 0 0,1 1 0,12 2 0,-12-1 0,0 1 0,0 0 0,0 0 0,-1 1 0,1 1 0,-1-1 0,0 1 0,0 0 0,0 0 0,-1 1 0,0 0 0,11 13 0,-13-14 0,1 2 0,-1-1 0,1 0 0,-2 1 0,1 0 0,-1 0 0,0 0 0,0 0 0,-1 0 0,0 1 0,0-1 0,-1 1 0,0-1 0,0 13 0,-2-15 0,0 0 0,-1 1 0,1-1 0,-1 0 0,0 0 0,0-1 0,-1 1 0,1 0 0,-1-1 0,0 1 0,0-1 0,-1 0 0,1 0 0,-1 0 0,0-1 0,0 1 0,0-1 0,-7 4 0,-6 4 0,-1-1 0,0 0 0,-27 9 0,20-9-341,0-2 0,0 0-1,-27 3 1,31-8-6485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3:51.483"/>
    </inkml:context>
    <inkml:brush xml:id="br0">
      <inkml:brushProperty name="width" value="0.05" units="cm"/>
      <inkml:brushProperty name="height" value="0.05" units="cm"/>
      <inkml:brushProperty name="color" value="#FFFFFF"/>
    </inkml:brush>
  </inkml:definitions>
  <inkml:trace contextRef="#ctx0" brushRef="#br0">162 102 24575,'3'0'0,"-1"-1"0,0 1 0,0-1 0,0 0 0,1 0 0,-1 0 0,0 0 0,0 0 0,0 0 0,-1-1 0,1 1 0,0-1 0,0 1 0,-1-1 0,1 0 0,-1 1 0,2-4 0,22-34 0,-24 38 0,-1-1 0,1 1 0,0-1 0,-1 0 0,1 1 0,-1-1 0,1 0 0,-1 1 0,0-1 0,0 0 0,1 1 0,-1-1 0,-1 0 0,1 1 0,-1-4 0,1 4 0,0 0 0,-1 1 0,1-1 0,-1 0 0,1 1 0,-1-1 0,1 1 0,-1-1 0,0 1 0,1-1 0,-1 1 0,0-1 0,1 1 0,-1 0 0,0-1 0,1 1 0,-1 0 0,0 0 0,0-1 0,1 1 0,-1 0 0,0 0 0,0 0 0,0 0 0,1 0 0,-1 0 0,0 0 0,0 0 0,1 0 0,-1 1 0,0-1 0,0 0 0,1 0 0,-1 1 0,0-1 0,1 0 0,-2 2 0,-14 5 0,0 2 0,0-1 0,2 2 0,-1 0 0,1 1 0,0 1 0,1 0 0,1 0 0,0 1 0,0 1 0,-17 27 0,27-37 0,-1 1 0,1-1 0,0 1 0,0 0 0,1 0 0,-1 0 0,1 0 0,0 0 0,0 0 0,1 0 0,-1 9 0,2-12 0,-1 0 0,0-1 0,1 1 0,-1 0 0,1 0 0,0 0 0,-1-1 0,1 1 0,0 0 0,0-1 0,0 1 0,0-1 0,0 1 0,1-1 0,-1 1 0,0-1 0,1 0 0,-1 0 0,1 1 0,-1-1 0,1 0 0,0 0 0,-1-1 0,1 1 0,0 0 0,0-1 0,0 1 0,-1-1 0,1 1 0,0-1 0,0 0 0,0 0 0,0 0 0,2 0 0,4 0 0,-1-1 0,0 0 0,0 0 0,0 0 0,0-1 0,0 0 0,0-1 0,0 0 0,0 0 0,-1 0 0,9-6 0,1-1 0,-1-1 0,-1-1 0,17-17 0,-27 26 0,0-1 0,-1 0 0,0 0 0,0 0 0,0 0 0,-1-1 0,1 1 0,-1-1 0,0 0 0,0 1 0,-1-1 0,1 0 0,-1 0 0,0 0 0,0 0 0,-1-8 0,0 9 0,0 1 0,-1-1 0,0 1 0,1-1 0,-1 1 0,-1-1 0,1 1 0,0-1 0,-1 1 0,0 0 0,0 0 0,0 0 0,0 0 0,0 0 0,0 0 0,-1 1 0,0-1 0,1 1 0,-1 0 0,0-1 0,0 1 0,0 0 0,-6-2 0,6 3-59,1 0 0,0-1-1,-1 2 1,1-1-1,-1 0 1,0 0 0,1 1-1,-1 0 1,1-1 0,-1 1-1,0 0 1,1 0 0,-1 0-1,0 1 1,1-1-1,-1 1 1,0-1 0,1 1-1,-1 0 1,1 0 0,0 0-1,-4 2 1,-3 5-6767</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3:51.773"/>
    </inkml:context>
    <inkml:brush xml:id="br0">
      <inkml:brushProperty name="width" value="0.05" units="cm"/>
      <inkml:brushProperty name="height" value="0.05" units="cm"/>
      <inkml:brushProperty name="color" value="#FFFFFF"/>
    </inkml:brush>
  </inkml:definitions>
  <inkml:trace contextRef="#ctx0" brushRef="#br0">26 60 24575,'0'-60'0,"-11"373"0,1-223-1365,5-69-5461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3:52.102"/>
    </inkml:context>
    <inkml:brush xml:id="br0">
      <inkml:brushProperty name="width" value="0.05" units="cm"/>
      <inkml:brushProperty name="height" value="0.05" units="cm"/>
      <inkml:brushProperty name="color" value="#FFFFFF"/>
    </inkml:brush>
  </inkml:definitions>
  <inkml:trace contextRef="#ctx0" brushRef="#br0">159 21 24575,'2'-2'0,"11"-12"0,-7 9 0,-4 7 0,-3 2 0,-1 0 0,1-1 0,-1 1 0,0 0 0,-1-1 0,1 0 0,0 1 0,-1-1 0,0 0 0,0 0 0,-4 4 0,-1 0 0,-7 8 0,0-1 0,-35 23 0,12-10 0,36-26 0,0 1 0,1-1 0,-1 0 0,0 1 0,1-1 0,-1 1 0,1-1 0,0 1 0,-1 0 0,1 0 0,0 0 0,0 0 0,0 0 0,0 0 0,1 0 0,-1 0 0,0 0 0,1 0 0,-1 0 0,1 0 0,0 0 0,0 1 0,0 2 0,1-3 0,-1 1 0,1-1 0,0 1 0,1-1 0,-1 1 0,0-1 0,1 0 0,-1 0 0,1 1 0,-1-1 0,1 0 0,0 0 0,0-1 0,0 1 0,0 0 0,1-1 0,-1 1 0,3 1 0,33 19-1365,-25-14-5461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3:52.564"/>
    </inkml:context>
    <inkml:brush xml:id="br0">
      <inkml:brushProperty name="width" value="0.05" units="cm"/>
      <inkml:brushProperty name="height" value="0.05" units="cm"/>
      <inkml:brushProperty name="color" value="#FFFFFF"/>
    </inkml:brush>
  </inkml:definitions>
  <inkml:trace contextRef="#ctx0" brushRef="#br0">23 29 24575,'-9'-16'0,"2"4"0,5 14 0,1 8 0,0 8 0,0 6 0,0 1 0,1 0 0,7 41 0,-7-63 0,1 0 0,0 0 0,0 0 0,0 0 0,0 0 0,0-1 0,1 1 0,-1 0 0,1-1 0,0 1 0,-1-1 0,1 0 0,0 1 0,1-1 0,-1 0 0,0 0 0,1 0 0,-1-1 0,1 1 0,-1-1 0,1 1 0,0-1 0,-1 0 0,4 1 0,-2-1 0,0 0 0,0-1 0,0 0 0,0 0 0,0 0 0,0 0 0,0 0 0,0-1 0,0 0 0,-1 0 0,1 0 0,0 0 0,0 0 0,-1-1 0,1 0 0,-1 0 0,7-4 0,3-5 0,0 0 0,0-1 0,-2-1 0,1 0 0,-2 0 0,0-1 0,0-1 0,-1 1 0,-1-2 0,11-27 0,-35 79 0,-30 78 0,13-13-682,-30 163-1,59-233-6143</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3:53.298"/>
    </inkml:context>
    <inkml:brush xml:id="br0">
      <inkml:brushProperty name="width" value="0.05" units="cm"/>
      <inkml:brushProperty name="height" value="0.05" units="cm"/>
      <inkml:brushProperty name="color" value="#FFFFFF"/>
    </inkml:brush>
  </inkml:definitions>
  <inkml:trace contextRef="#ctx0" brushRef="#br0">92 104 24575,'-17'-1'0,"14"1"0,1-1 0,-1 1 0,1 0 0,-1 0 0,1 0 0,-1 0 0,0 0 0,-2 1 0,5 0 0,-1-1 0,0 1 0,0-1 0,0 1 0,0-1 0,1 1 0,-1 0 0,0-1 0,1 1 0,-1 0 0,0 0 0,1-1 0,-1 1 0,1 0 0,-1 0 0,1 0 0,-1 0 0,1 0 0,0 0 0,0 0 0,-1 0 0,1 0 0,0-1 0,0 1 0,0 2 0,-7 175 0,-21-18 0,28-157 0,24-63 0,1 0 0,72-228 0,-96 284 0,0 0 0,0 0 0,1 1 0,-1-1 0,1 1 0,-1-1 0,1 1 0,0 0 0,0-1 0,0 1 0,1 0 0,-1 0 0,1 1 0,0-1 0,5-4 0,-8 7 0,1 0 0,-1 0 0,1 0 0,-1 0 0,1 0 0,-1 0 0,1 0 0,-1 0 0,1 0 0,-1 0 0,1 0 0,-1 0 0,1 1 0,-1-1 0,1 0 0,-1 0 0,1 1 0,-1-1 0,0 0 0,1 0 0,-1 1 0,1-1 0,-1 0 0,0 1 0,1-1 0,-1 1 0,0-1 0,0 0 0,1 1 0,-1-1 0,0 1 0,0-1 0,0 1 0,1-1 0,-1 1 0,6 21 0,-5-19 0,7 45 0,-2 0 0,-2 0 0,-5 89 0,-1-77 0,4-75 0,0 1 0,0 0 0,1 0 0,1 0 0,1 0 0,9-19 0,-4 10 0,2 1 0,0 0 0,19-24 0,-27 40 0,1 0 0,0 0 0,1 1 0,-1 0 0,1 0 0,0 0 0,0 1 0,11-6 0,-16 9 0,1 0 0,0 0 0,0 0 0,0 1 0,0-1 0,0 1 0,0-1 0,0 1 0,0 0 0,0 0 0,0 0 0,0 0 0,1 0 0,-1 0 0,0 1 0,0-1 0,0 1 0,0-1 0,0 1 0,-1 0 0,1 0 0,0 0 0,0 0 0,0 0 0,-1 0 0,1 0 0,0 1 0,-1-1 0,1 1 0,-1-1 0,0 1 0,1-1 0,-1 1 0,0 0 0,1 2 0,4 6 0,-1 1 0,0 0 0,-1 0 0,0 0 0,-1 0 0,0 1 0,-1-1 0,2 21 0,-4 100 0,-1-87 0,0-2-1365,1-26-5461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3:53.624"/>
    </inkml:context>
    <inkml:brush xml:id="br0">
      <inkml:brushProperty name="width" value="0.05" units="cm"/>
      <inkml:brushProperty name="height" value="0.05" units="cm"/>
      <inkml:brushProperty name="color" value="#FFFFFF"/>
    </inkml:brush>
  </inkml:definitions>
  <inkml:trace contextRef="#ctx0" brushRef="#br0">95 24 24575,'-4'-3'0,"0"0"0,0 1 0,0-1 0,0 1 0,0 0 0,-8-3 0,11 4 0,0 1 0,0-1 0,0 1 0,0-1 0,0 1 0,0 0 0,0 0 0,0-1 0,0 1 0,0 0 0,-1 0 0,1 0 0,0 0 0,0 0 0,0 0 0,0 0 0,0 1 0,0-1 0,0 0 0,0 1 0,0-1 0,0 0 0,0 1 0,0 0 0,0-1 0,0 1 0,0-1 0,0 1 0,1 0 0,-1 0 0,0-1 0,0 1 0,0 1 0,-3 10 0,1-1 0,1 1 0,0 0 0,-1 22 0,1-11 0,0-2 0,-5 60 0,7-72 0,0 0 0,1 0 0,0 0 0,0 0 0,1 0 0,4 12 0,-6-19 11,1-1-1,-1 1 0,1-1 1,-1 0-1,1 1 0,0-1 1,0 0-1,0 0 0,0 1 1,0-1-1,0 0 0,0 0 1,0 0-1,0 0 0,0 0 1,1-1-1,-1 1 0,0 0 1,0-1-1,1 1 0,-1 0 1,1-1-1,-1 0 0,0 1 1,1-1-1,-1 0 1,1 0-1,-1 1 0,1-1 1,-1 0-1,1-1 0,1 1 1,2-1-201,0 0 0,-1-1 1,0 1-1,1-1 0,-1 0 1,0 0-1,0 0 1,7-6-1,9-8-6636</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3:54.249"/>
    </inkml:context>
    <inkml:brush xml:id="br0">
      <inkml:brushProperty name="width" value="0.05" units="cm"/>
      <inkml:brushProperty name="height" value="0.05" units="cm"/>
      <inkml:brushProperty name="color" value="#FFFFFF"/>
    </inkml:brush>
  </inkml:definitions>
  <inkml:trace contextRef="#ctx0" brushRef="#br0">1 34 24575,'0'0'0,"0"0"0,0 0 0,0 0 0,0-1 0,0 1 0,0 0 0,0 0 0,0-1 0,0 1 0,0 0 0,0 0 0,0-1 0,0 1 0,0 0 0,0 0 0,0 0 0,0-1 0,0 1 0,0 0 0,0 0 0,1 0 0,-1-1 0,0 1 0,0 0 0,0 0 0,0 0 0,0-1 0,1 1 0,-1 0 0,0 0 0,0 0 0,0 0 0,1 0 0,-1 0 0,0-1 0,0 1 0,0 0 0,1 0 0,-1 0 0,0 0 0,1 0 0,9 6 0,6 15 0,-6-4 0,-1 1 0,-1 1 0,0 0 0,-2 0 0,0 0 0,-1 1 0,-2 0 0,1 0 0,-1 28 0,-3-43 0,0 0 0,-1 1 0,0-1 0,0 0 0,0 0 0,0 0 0,-4 9 0,1-12 0,2-8 0,0-9 0,4-16 0,1 1 0,1-1 0,2 1 0,1 1 0,2-1 0,13-31 0,-20 55 0,1 0 0,0 1 0,0-1 0,0 1 0,1 0 0,-1 0 0,9-7 0,-11 11 0,0 0 0,0 0 0,0 0 0,0 0 0,0 0 0,0 0 0,1 1 0,-1-1 0,0 0 0,1 1 0,-1 0 0,0-1 0,1 1 0,-1-1 0,0 1 0,1 0 0,-1 0 0,1 0 0,-1 0 0,1 0 0,-1 0 0,0 0 0,1 1 0,-1-1 0,0 0 0,1 1 0,-1-1 0,0 1 0,1 0 0,-1-1 0,0 1 0,0 0 0,1 0 0,-1 0 0,0-1 0,0 1 0,0 0 0,0 1 0,1 0 0,3 4 0,-1 0 0,0 1 0,0-1 0,0 1 0,-1 0 0,0 0 0,0 0 0,2 8 0,11 65 0,-9-42 0,0-6 171,9 61-1707,-15-75-5290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3:54.717"/>
    </inkml:context>
    <inkml:brush xml:id="br0">
      <inkml:brushProperty name="width" value="0.05" units="cm"/>
      <inkml:brushProperty name="height" value="0.05" units="cm"/>
      <inkml:brushProperty name="color" value="#FFFFFF"/>
    </inkml:brush>
  </inkml:definitions>
  <inkml:trace contextRef="#ctx0" brushRef="#br0">0 1 24575,'10'0'0,"10"-1"0,0 2 0,0 0 0,0 1 0,0 1 0,24 6 0,-40-8 0,0 0 0,-1 1 0,1-1 0,0 1 0,-1 0 0,0 0 0,1 0 0,-1 0 0,0 1 0,0-1 0,0 1 0,0 0 0,-1-1 0,1 1 0,-1 1 0,1-1 0,-1 0 0,0 1 0,0-1 0,-1 1 0,1-1 0,-1 1 0,0 0 0,0 0 0,0-1 0,0 1 0,-1 0 0,1 0 0,-1 0 0,0 0 0,0 0 0,-1 0 0,-1 6 0,1 0 38,-2-1 0,1-1 0,-1 1 0,-1 0 0,1-1 0,-2 1 0,1-1 0,-11 15 0,-1-4-607,1 0 0,-22 18 0,3-5-6257</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3:57.346"/>
    </inkml:context>
    <inkml:brush xml:id="br0">
      <inkml:brushProperty name="width" value="0.05" units="cm"/>
      <inkml:brushProperty name="height" value="0.05" units="cm"/>
      <inkml:brushProperty name="color" value="#FFFFFF"/>
    </inkml:brush>
  </inkml:definitions>
  <inkml:trace contextRef="#ctx0" brushRef="#br0">1 109 24575,'1'-3'0,"1"-1"0,-1 1 0,1-1 0,0 1 0,0 0 0,1 0 0,-1 0 0,1 0 0,-1 0 0,1 1 0,6-5 0,-2 0 0,15-22 0,-19 24 0,0 0 0,1 0 0,0 0 0,6-6 0,-10 11 0,0 0 0,1 0 0,-1 0 0,0 0 0,0 0 0,0 0 0,0 0 0,0-1 0,1 1 0,-1 0 0,0 0 0,0 0 0,0 0 0,0 0 0,0 0 0,1 0 0,-1 0 0,0 1 0,0-1 0,0 0 0,0 0 0,0 0 0,1 0 0,-1 0 0,0 0 0,0 0 0,0 0 0,0 0 0,0 0 0,1 0 0,-1 1 0,0-1 0,0 0 0,0 0 0,0 0 0,0 0 0,0 0 0,0 0 0,0 1 0,0-1 0,0 0 0,0 0 0,0 0 0,1 0 0,-1 0 0,0 1 0,0-1 0,0 0 0,0 0 0,0 0 0,0 0 0,0 0 0,0 1 0,0-1 0,-1 0 0,1 0 0,0 0 0,0 0 0,0 0 0,0 1 0,0-1 0,0 0 0,0 0 0,-1 12 0,-12 35 0,7-29 0,-5 32 0,-4 114 0,7 180 0,8-340 0,0 1 0,0 0 0,1 0 0,0-1 0,2 7 0,-3-10 0,0-1 0,0 1 0,0-1 0,1 1 0,-1-1 0,0 1 0,0-1 0,1 1 0,-1-1 0,0 1 0,1-1 0,-1 0 0,1 1 0,-1-1 0,1 0 0,-1 1 0,0-1 0,1 0 0,-1 1 0,1-1 0,0 0 0,0 0 0,0 0 0,0 0 0,0 0 0,-1 0 0,1 0 0,0-1 0,0 1 0,0 0 0,-1-1 0,1 1 0,0-1 0,0 1 0,-1-1 0,1 1 0,0-1 0,-1 1 0,1-1 0,-1 1 0,2-2 0,7-11-1365,-1-1-5461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3:59.093"/>
    </inkml:context>
    <inkml:brush xml:id="br0">
      <inkml:brushProperty name="width" value="0.05" units="cm"/>
      <inkml:brushProperty name="height" value="0.05" units="cm"/>
      <inkml:brushProperty name="color" value="#FFFFFF"/>
    </inkml:brush>
  </inkml:definitions>
  <inkml:trace contextRef="#ctx0" brushRef="#br0">55 205 24575,'-4'-4'0,"0"0"0,-1 0 0,1 0 0,0 0 0,0 0 0,1-1 0,-1 1 0,1-1 0,0 0 0,0 0 0,1-1 0,-1 1 0,1 0 0,0-1 0,1 0 0,-2-8 0,3 10 0,-1 0 0,2-1 0,-1 1 0,0-1 0,1 1 0,0-1 0,0 1 0,0 0 0,1-1 0,-1 1 0,1 0 0,0 0 0,0 0 0,0 0 0,5-5 0,-5 6 0,0 0 0,1 1 0,-1-1 0,0 1 0,1-1 0,0 1 0,0 0 0,-1 0 0,1 0 0,0 1 0,0-1 0,1 1 0,-1 0 0,0-1 0,1 1 0,-1 1 0,0-1 0,1 0 0,-1 1 0,7 0 0,-7 1 0,0-1 0,-1 1 0,1 0 0,-1 1 0,1-1 0,-1 0 0,1 1 0,-1-1 0,0 1 0,0 0 0,0 0 0,0 0 0,0 0 0,0 0 0,-1 0 0,1 0 0,-1 1 0,1-1 0,-1 1 0,2 4 0,3 6 0,-1 0 0,6 25 0,-7-17 0,-1 0 0,-1 0 0,0 0 0,-2 0 0,0 1 0,-2-1 0,0 0 0,-1 0 0,-2 0 0,-7 24 0,4-28 0,3-12 0,3-13 0,3-5 0,1-1 0,1 1 0,0-1 0,1 1 0,0 0 0,1 0 0,6-12 0,1-3 0,0-2 0,31-54 0,-34 70 0,0 0 0,2 0 0,0 0 0,0 2 0,17-16 0,-24 25 0,-1 0 0,1 0 0,0 1 0,0-1 0,0 1 0,0 0 0,0 1 0,0-1 0,1 1 0,-1-1 0,0 1 0,1 0 0,-1 1 0,1-1 0,8 1 0,-10 0 0,0 1 0,0-1 0,0 1 0,0 0 0,0 0 0,0 0 0,0 1 0,-1-1 0,1 0 0,0 1 0,-1 0 0,1 0 0,-1-1 0,0 2 0,1-1 0,-1 0 0,0 0 0,0 1 0,-1-1 0,1 1 0,0-1 0,-1 1 0,3 5 0,1 9 0,0 1 0,-1 0 0,-1-1 0,2 30 0,0-8 0,-4-27-151,1-1-1,-1 1 0,-1 0 0,0 0 1,-1 0-1,0 0 0,-1-1 1,-4 16-1,2-15-6674</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3:59.665"/>
    </inkml:context>
    <inkml:brush xml:id="br0">
      <inkml:brushProperty name="width" value="0.05" units="cm"/>
      <inkml:brushProperty name="height" value="0.05" units="cm"/>
      <inkml:brushProperty name="color" value="#FFFFFF"/>
    </inkml:brush>
  </inkml:definitions>
  <inkml:trace contextRef="#ctx0" brushRef="#br0">242 182 24575,'1'-41'0,"0"27"0,0-1 0,-1 1 0,-1 0 0,0 0 0,-4-20 0,4 32 0,1 0 0,-1 0 0,1 0 0,-1 0 0,0 1 0,0-1 0,0 0 0,0 1 0,0-1 0,0 0 0,0 1 0,0-1 0,-1 1 0,1 0 0,-1-1 0,1 1 0,-1 0 0,1 0 0,-1 0 0,0 0 0,0 0 0,-2-1 0,1 2 0,0-1 0,0 1 0,0 0 0,0 0 0,0 0 0,0 1 0,0-1 0,0 1 0,1-1 0,-1 1 0,0 0 0,0 0 0,-3 2 0,-6 4 0,-1 0 0,2 1 0,-1 0 0,1 1 0,-10 10 0,12-10 0,0 1 0,1 0 0,-1 1 0,2-1 0,0 1 0,-7 14 0,10-17 0,1 0 0,0-1 0,1 1 0,0 0 0,0 0 0,0 0 0,1 1 0,0-1 0,1 0 0,1 17 0,-1-24 0,0 0 0,0 1 0,0-1 0,0 1 0,1-1 0,-1 0 0,0 1 0,1-1 0,-1 0 0,1 1 0,0-1 0,-1 0 0,1 0 0,0 1 0,0-1 0,0 0 0,0 0 0,0 0 0,0 0 0,0 0 0,0 0 0,0 0 0,0-1 0,0 1 0,3 1 0,-1-2 0,-1 1 0,1-1 0,-1 0 0,1 0 0,-1 0 0,1 0 0,0-1 0,-1 1 0,1-1 0,-1 1 0,1-1 0,-1 0 0,3-1 0,7-4 0,-1 0 0,0-1 0,0 0 0,16-13 0,-9 1 0,0 1 0,-2-2 0,25-36 0,-22 29 0,27-30 0,-46 56 0,1 1 0,-1-1 0,1 0 0,-1 1 0,0-1 0,1 1 0,0-1 0,-1 1 0,1-1 0,-1 1 0,1-1 0,-1 1 0,1 0 0,0-1 0,-1 1 0,1 0 0,0 0 0,0-1 0,-1 1 0,1 0 0,0 0 0,-1 0 0,1 0 0,0 0 0,0 0 0,-1 0 0,2 0 0,-1 1 0,0 0 0,0-1 0,-1 1 0,1 0 0,0 0 0,-1 0 0,1 0 0,-1 0 0,1 0 0,-1 0 0,0 0 0,1 0 0,-1 0 0,0 0 0,0 0 0,1 2 0,0 9 0,0 0 0,-2 19 0,1-24 0,-2 26 124,1-10-497,1-1 1,0 1 0,7 39 0,-3-45-6454</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00.777"/>
    </inkml:context>
    <inkml:brush xml:id="br0">
      <inkml:brushProperty name="width" value="0.05" units="cm"/>
      <inkml:brushProperty name="height" value="0.05" units="cm"/>
      <inkml:brushProperty name="color" value="#FFFFFF"/>
    </inkml:brush>
  </inkml:definitions>
  <inkml:trace contextRef="#ctx0" brushRef="#br0">3 65 24575,'-1'-12'0,"0"9"0,1 0 0,0 0 0,0 0 0,0 1 0,0-1 0,0 0 0,0 0 0,1 0 0,-1 0 0,1 0 0,0 0 0,1-2 0,-2 5 0,1 0 0,-1 0 0,1 0 0,-1 0 0,0 0 0,1 0 0,-1 1 0,1-1 0,-1 0 0,0 0 0,1 0 0,-1 0 0,1 1 0,-1-1 0,0 0 0,1 1 0,-1-1 0,0 0 0,0 0 0,1 1 0,-1-1 0,0 0 0,0 1 0,1-1 0,-1 1 0,0-1 0,0 0 0,0 1 0,0-1 0,0 1 0,1-1 0,-1 0 0,0 1 0,0-1 0,0 1 0,0 0 0,6 20 0,-5-20 0,9 41 0,-1 0 0,7 78 0,-16-116 0,1-1 0,-1 1 0,0 0 0,-1-1 0,1 1 0,-1-1 0,1 1 0,-1-1 0,0 1 0,0-1 0,-1 1 0,1-1 0,-3 5 0,4-8 0,0 0 0,-1 0 0,1 0 0,0 0 0,0 0 0,-1 0 0,1 0 0,0 0 0,0 0 0,0 0 0,-1 0 0,1 0 0,0-1 0,0 1 0,0 0 0,-1 0 0,1 0 0,0 0 0,0 0 0,0 0 0,0 0 0,-1 0 0,1-1 0,0 1 0,0 0 0,0 0 0,0 0 0,0 0 0,-1-1 0,1 1 0,0 0 0,0 0 0,0 0 0,0-1 0,0 1 0,0 0 0,0 0 0,0 0 0,0-1 0,0 1 0,0 0 0,0 0 0,0 0 0,0-1 0,0 1 0,0 0 0,0 0 0,0-1 0,0 1 0,0 0 0,0 0 0,-1-14 0,2 0 0,0 0 0,2 0 0,-1 0 0,2 0 0,6-17 0,32-65 0,-42 94 0,4-5 0,-1 0 0,1 1 0,0-1 0,1 1 0,-1 0 0,1 0 0,0 0 0,9-6 0,-13 10 0,1 1 0,0 0 0,-1 0 0,1 0 0,0 0 0,0 0 0,-1 0 0,1 1 0,0-1 0,0 1 0,0-1 0,0 1 0,0 0 0,0-1 0,0 1 0,0 0 0,0 0 0,0 1 0,0-1 0,0 0 0,-1 1 0,1-1 0,0 1 0,0-1 0,0 1 0,0 0 0,-1 0 0,1 0 0,0 0 0,-1 0 0,1 0 0,0 0 0,-1 1 0,0-1 0,1 0 0,-1 1 0,2 2 0,4 5 0,-1 0 0,0 1 0,-1 0 0,0 0 0,0 0 0,-1 1 0,0-1 0,3 15 0,-4-10 0,0 0 0,-1 1 0,0-1 0,-1 1 0,-2 23 0,-3-24 0,4-15 0,0 0 0,0 1 0,0-1 0,0 0 0,0 0 0,0 0 0,0 0 0,0 0 0,0 0 0,0 0 0,-1 1 0,1-1 0,0 0 0,0 0 0,0 0 0,0 0 0,0 0 0,0 0 0,0 0 0,-1 0 0,1 0 0,0 0 0,0 0 0,0 0 0,0 0 0,0 0 0,-1 0 0,1 0 0,0 0 0,0 0 0,0 0 0,0 0 0,0 0 0,0 0 0,-1 0 0,1 0 0,0 0 0,0 0 0,0 0 0,0 0 0,0 0 0,0 0 0,-1 0 0,1 0 0,0-1 0,-1 0 0,0-1 0,1 1 0,-1-1 0,0 1 0,1-1 0,0 1 0,-1-1 0,1 0 0,0 1 0,-1-1 0,1 1 0,0-1 0,0 0 0,1-2 0,1-11 0,1 0 0,0 1 0,1-1 0,1 1 0,0 0 0,1 1 0,0-1 0,1 1 0,0 0 0,2 1 0,17-22 0,-25 32 0,0 1 0,0 0 0,0 0 0,0-1 0,1 1 0,-1 0 0,0 0 0,1 0 0,-1 0 0,1 1 0,-1-1 0,1 0 0,-1 0 0,1 1 0,-1-1 0,1 1 0,0 0 0,-1-1 0,1 1 0,-1 0 0,3 0 0,-2 0 0,0 1 0,0 0 0,-1-1 0,1 1 0,-1 0 0,1 0 0,-1 0 0,1 0 0,-1 0 0,1 1 0,-1-1 0,0 0 0,0 1 0,1-1 0,-1 0 0,1 3 0,4 7 0,-1 0 0,0 1 0,0-1 0,3 18 0,-7-25 0,1 4 0,1-1 0,-1 0 0,1 0 0,0 0 0,1-1 0,-1 1 0,1-1 0,1 0 0,5 7 0,-8-11 0,0 0 0,1 0 0,0 0 0,0 0 0,-1 0 0,1 0 0,0-1 0,0 1 0,0-1 0,1 0 0,-1 0 0,0 0 0,0 0 0,1-1 0,-1 1 0,0-1 0,1 0 0,-1 0 0,0 0 0,1 0 0,-1-1 0,5 0 0,6-3 0,0 0 0,0 0 0,-1-1 0,0-1 0,0 0 0,0-1 0,-1-1 0,22-16 0,-28 20 0,-1-1 0,0 0 0,0 0 0,0 0 0,-1 0 0,0-1 0,0 0 0,0 0 0,-1 0 0,0 0 0,0 0 0,0-1 0,-1 0 0,0 1 0,0-1 0,0 0 0,-1 0 0,0 0 0,-1 0 0,0-7 0,0 12 0,0 1 0,0-1 0,0 1 0,-1-1 0,1 1 0,-1-1 0,1 0 0,-1 1 0,1 0 0,-1-1 0,0 1 0,-1-3 0,1 3 0,1 1 0,-1-1 0,1 1 0,-1-1 0,0 1 0,1 0 0,-1-1 0,0 1 0,1 0 0,-1-1 0,0 1 0,1 0 0,-1 0 0,0 0 0,1-1 0,-1 1 0,0 0 0,0 0 0,1 0 0,-2 0 0,0 1 0,0-1 0,0 1 0,0 0 0,0 0 0,0 0 0,0 0 0,1 0 0,-1 0 0,0 0 0,1 0 0,-1 1 0,1-1 0,-1 1 0,1-1 0,-1 1 0,1-1 0,-2 4 0,-4 8 0,0 0 0,1 1 0,-9 27 0,13-36 0,0 1 0,1 1 0,0-1 0,0 0 0,0 0 0,1 0 0,0 0 0,0 1 0,1-1 0,-1 0 0,2 0 0,1 7 0,-2-11 14,0 1-1,1 0 1,-1-1-1,1 1 0,0-1 1,0 0-1,0 0 1,0 0-1,0 0 0,0 0 1,1 0-1,-1 0 1,1-1-1,-1 1 1,1-1-1,-1 1 0,1-1 1,0 0-1,0 0 1,0-1-1,0 1 0,-1-1 1,5 1-1,8 1-199,1-1 0,-1-1-1,20-2 1,-12 1-756,-7 0-5884</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40.909"/>
    </inkml:context>
    <inkml:brush xml:id="br0">
      <inkml:brushProperty name="width" value="0.05" units="cm"/>
      <inkml:brushProperty name="height" value="0.05" units="cm"/>
      <inkml:brushProperty name="color" value="#FFFFFF"/>
    </inkml:brush>
  </inkml:definitions>
  <inkml:trace contextRef="#ctx0" brushRef="#br0">93 13 24575,'0'0'0,"-1"0"0,1 0 0,0 0 0,0 0 0,0 0 0,0 0 0,0-1 0,0 1 0,-1 0 0,1 0 0,0 0 0,0 0 0,0-1 0,0 1 0,0 0 0,0 0 0,0 0 0,0 0 0,0-1 0,0 1 0,0 0 0,0 0 0,0 0 0,0-1 0,0 1 0,0 0 0,0 0 0,0 0 0,0-1 0,0 1 0,0 0 0,0 0 0,0 0 0,0 0 0,0-1 0,0 1 0,0 0 0,0 0 0,0 0 0,1 0 0,-1-1 0,0 1 0,0 0 0,0 0 0,0 0 0,0 0 0,1 0 0,-1 0 0,0 0 0,0-1 0,0 1 0,0 0 0,1 0 0,-1 0 0,0 0 0,0 0 0,0 0 0,1 0 0,-1 0 0,0 0 0,0 0 0,0 0 0,1 0 0,-1 0 0,0 0 0,0 0 0,1 0 0,-2 0 0,0-1 0,1 1 0,-1-1 0,0 1 0,1 0 0,-1-1 0,0 1 0,0 0 0,1-1 0,-1 1 0,0 0 0,0 0 0,0 0 0,1-1 0,-1 1 0,0 0 0,0 0 0,0 0 0,1 1 0,-1-1 0,-1 0 0,0 1 0,1 0 0,-1 0 0,1 0 0,-1 0 0,1 0 0,0 1 0,-1-1 0,1 0 0,0 1 0,0-1 0,0 1 0,0-1 0,0 1 0,0 0 0,1-1 0,-1 1 0,1 0 0,-1-1 0,1 1 0,-1 0 0,1 3 0,-2 44 0,2-39 0,0 118 0,-13 283 0,3-325 0,-21 345 0,30-429 0,1 1 0,0-1 0,0 1 0,0-1 0,1 1 0,-1-1 0,0 1 0,1-1 0,0 0 0,-1 1 0,1-1 0,0 0 0,0 1 0,0-1 0,1 0 0,-1 0 0,0 0 0,1 0 0,0 0 0,-1 0 0,1-1 0,0 1 0,0 0 0,0-1 0,0 0 0,0 1 0,0-1 0,0 0 0,1 0 0,-1 0 0,0 0 0,1 0 0,-1-1 0,0 1 0,5 0 0,70 11 0,0-2 0,97-1 0,-101-6 0,4351 186-11205,-4120-176 11246,568 22-1706,-437-26 2775,3-9 3413,-415-1-2682,-26 1 357,-35-1-377,-64 1-1867,73 0-6763</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42.576"/>
    </inkml:context>
    <inkml:brush xml:id="br0">
      <inkml:brushProperty name="width" value="0.05" units="cm"/>
      <inkml:brushProperty name="height" value="0.05" units="cm"/>
      <inkml:brushProperty name="color" value="#FFFFFF"/>
    </inkml:brush>
  </inkml:definitions>
  <inkml:trace contextRef="#ctx0" brushRef="#br0">1 1 24575,'412'0'-134,"969"4"-1466,-2 34 428,-1165-27 1154,2160 95-922,-1449-99 4085,-576-8-2426,-346 0-719,0 1 0,-1 0 0,1 0 0,0 0 0,0 1 0,-1-1 0,1 1 0,0-1 0,-1 1 0,1 0 0,0 0 0,-1 0 0,1 0 0,-1 1 0,0-1 0,1 0 0,-1 1 0,0 0 0,0 0 0,0 0 0,0 0 0,0 0 0,0 0 0,-1 0 0,1 0 0,-1 1 0,1-1 0,-1 1 0,0-1 0,0 1 0,0-1 0,0 1 0,-1 0 0,1-1 0,0 6 0,7 42 0,1 51 0,-8-84 0,1 44 0,-2-1 0,-13 101 0,-42 118 0,2-5 0,51-257-273,0-1 0,1 1 0,0 0 0,4 29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43.635"/>
    </inkml:context>
    <inkml:brush xml:id="br0">
      <inkml:brushProperty name="width" value="0.05" units="cm"/>
      <inkml:brushProperty name="height" value="0.05" units="cm"/>
      <inkml:brushProperty name="color" value="#FFFFFF"/>
    </inkml:brush>
  </inkml:definitions>
  <inkml:trace contextRef="#ctx0" brushRef="#br0">529 164 24575,'0'-4'0,"1"-1"0,0 1 0,0-1 0,1 1 0,0-1 0,0 1 0,0 0 0,2-5 0,9-18 0,-12 25 0,-1-1 0,1 0 0,0 0 0,-1 1 0,0-1 0,1 0 0,-1 0 0,0 0 0,0 0 0,-1 0 0,1 1 0,-1-1 0,1 0 0,-1 0 0,0 1 0,0-1 0,0 0 0,0 1 0,-2-3 0,1 2 0,-1 0 0,1 1 0,-1-1 0,1 1 0,-1 0 0,0 0 0,0 0 0,0 0 0,0 1 0,0-1 0,0 1 0,0-1 0,-1 1 0,1 0 0,-5 0 0,-9-2 0,1 1 0,-1 1 0,1 1 0,-1 1 0,1 0 0,-1 1 0,1 0 0,-22 7 0,3 1 0,0 2 0,-56 28 0,76-33 0,1 2 0,0 0 0,1 0 0,0 1 0,0 1 0,1 0 0,1 1 0,0 0 0,-12 18 0,19-24 0,0 0 0,0 1 0,1-1 0,0 1 0,1 0 0,-1 0 0,1-1 0,1 2 0,-1-1 0,0 9 0,2-11 0,0 0 0,1 1 0,-1-1 0,1 0 0,0 0 0,0 0 0,1 0 0,0 0 0,0 0 0,0 0 0,0 0 0,1-1 0,0 1 0,0-1 0,5 6 0,-2-3 0,1-1 0,0 0 0,0-1 0,0 1 0,1-1 0,0-1 0,0 0 0,0 0 0,0 0 0,1-1 0,-1 0 0,1-1 0,10 2 0,14 1 0,0-1 0,38 0 0,-62-4 0,-6 1 0,0-1 0,1 0 0,-1 1 0,0-1 0,0-1 0,1 1 0,-1 0 0,0-1 0,0 1 0,0-1 0,1 0 0,-1 0 0,0-1 0,0 1 0,5-4 0,-8 5 0,1-1 0,-1 1 0,0 0 0,0-1 0,0 1 0,1-1 0,-1 1 0,0-1 0,0 1 0,0-1 0,0 1 0,0-1 0,0 1 0,0-1 0,0 1 0,0-1 0,0 1 0,0 0 0,0-1 0,0 1 0,0-1 0,0 1 0,-1-1 0,1 1 0,0-1 0,0 1 0,-1-1 0,1 1 0,0 0 0,0-1 0,-1 1 0,1 0 0,0-1 0,-1 1 0,1 0 0,-1-1 0,1 1 0,0 0 0,-1 0 0,1-1 0,-1 1 0,1 0 0,-1 0 0,1 0 0,-1 0 0,1 0 0,-1 0 0,0-1 0,-25-6 0,15 6 0,0 0 0,1 1 0,-1 1 0,0-1 0,0 2 0,0 0 0,0 0 0,-18 7 0,24-8 0,-1 1 0,1 0 0,-1 1 0,1 0 0,0-1 0,0 2 0,0-1 0,0 0 0,1 1 0,-1 0 0,1 0 0,0 1 0,0-1 0,1 1 0,-1-1 0,1 1 0,-5 10 0,7-13 0,1 0 0,-1 0 0,1-1 0,-1 1 0,1 0 0,0 0 0,-1 0 0,1 0 0,0 0 0,1 0 0,-1 0 0,0-1 0,0 1 0,1 0 0,-1 0 0,1 0 0,0 0 0,-1-1 0,3 4 0,-1-2 0,0 0 0,0-1 0,1 0 0,-1 1 0,0-1 0,1 0 0,0 0 0,-1 0 0,1-1 0,5 3 0,5 1 0,0-1 0,0 0 0,0-1 0,20 2 0,73 3-1365,-54-7-5461</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43.994"/>
    </inkml:context>
    <inkml:brush xml:id="br0">
      <inkml:brushProperty name="width" value="0.05" units="cm"/>
      <inkml:brushProperty name="height" value="0.05" units="cm"/>
      <inkml:brushProperty name="color" value="#FFFFFF"/>
    </inkml:brush>
  </inkml:definitions>
  <inkml:trace contextRef="#ctx0" brushRef="#br0">28 8 24575,'0'-1'0,"0"1"0,-1-1 0,1 1 0,0-1 0,-1 1 0,1-1 0,-1 1 0,1 0 0,-1-1 0,1 1 0,0 0 0,-1-1 0,1 1 0,-1 0 0,0-1 0,1 1 0,-1 0 0,1 0 0,-1 0 0,1-1 0,-1 1 0,0 0 0,1 0 0,-1 0 0,1 0 0,-1 0 0,0 0 0,1 0 0,-1 0 0,1 1 0,-1-1 0,1 0 0,-1 0 0,0 0 0,1 1 0,-1-1 0,1 0 0,-1 0 0,1 1 0,-1-1 0,0 1 0,1 0 0,-1 1 0,0-1 0,1 0 0,-1 1 0,0-1 0,1 1 0,0-1 0,-1 1 0,1-1 0,0 1 0,0-1 0,0 1 0,0-1 0,0 1 0,0 2 0,5 17 0,1-1 0,1 1 0,0-1 0,12 22 0,5 13 0,-21-46 0,1 3 0,1-1 0,0 0 0,0 1 0,1-1 0,11 14 0,-16-24 0,0 1 0,1 0 0,0-1 0,-1 1 0,1-1 0,0 0 0,-1 0 0,1 1 0,0-1 0,0 0 0,0 0 0,0-1 0,0 1 0,0 0 0,4 0 0,-3-1 0,-1 0 0,1-1 0,-1 1 0,1-1 0,-1 1 0,0-1 0,1 0 0,-1 0 0,0 0 0,0 0 0,1 0 0,-1 0 0,0 0 0,0-1 0,0 0 0,0 1 0,1-3 0,7-6 0,-1 0 0,0-1 0,-1 0 0,0-1 0,-1 0 0,11-25 0,-7 11 0,-2 0 0,10-40 0,-11 15-1365,-7 32-5461</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44.414"/>
    </inkml:context>
    <inkml:brush xml:id="br0">
      <inkml:brushProperty name="width" value="0.05" units="cm"/>
      <inkml:brushProperty name="height" value="0.05" units="cm"/>
      <inkml:brushProperty name="color" value="#FFFFFF"/>
    </inkml:brush>
  </inkml:definitions>
  <inkml:trace contextRef="#ctx0" brushRef="#br0">49 113 24575,'1'3'0,"-1"1"0,1-1 0,0 0 0,-1 0 0,1-1 0,1 1 0,-1 0 0,0 0 0,1 0 0,0-1 0,-1 1 0,1-1 0,0 1 0,0-1 0,1 0 0,-1 0 0,0 0 0,1 0 0,-1 0 0,1 0 0,-1-1 0,1 1 0,0-1 0,4 2 0,-4-2 0,-1 0 0,1 0 0,0 0 0,-1 0 0,1-1 0,0 1 0,0-1 0,0 1 0,0-1 0,0 0 0,-1 0 0,1 0 0,0-1 0,0 1 0,0-1 0,0 1 0,-1-1 0,1 0 0,0 0 0,-1 0 0,1-1 0,0 1 0,-1 0 0,0-1 0,1 0 0,2-2 0,-2-1 0,0 0 0,-1 0 0,1-1 0,-1 1 0,0 0 0,-1-1 0,1 0 0,-1 1 0,0-1 0,-1 0 0,1 0 0,-1 1 0,0-1 0,0 0 0,-1 0 0,0 1 0,0-1 0,-2-6 0,2 9 0,0 0 0,0 0 0,0 0 0,0 0 0,-1 0 0,1 0 0,-1 1 0,0-1 0,0 0 0,0 1 0,0-1 0,0 1 0,0 0 0,-5-3 0,5 3 0,0 1 0,0 1 0,0-1 0,0 0 0,-1 0 0,1 1 0,0 0 0,-1-1 0,1 1 0,0 0 0,0 0 0,-1 0 0,1 0 0,0 1 0,-1-1 0,1 0 0,0 1 0,0 0 0,-1 0 0,1-1 0,0 1 0,-3 2 0,-3 2 0,0 1 0,0 0 0,1 0 0,0 0 0,0 1 0,0 0 0,1 1 0,0-1 0,1 1 0,0 0 0,0 0 0,0 1 0,1 0 0,1-1 0,-1 1 0,-2 11 0,5-14 0,0 0 0,0 0 0,0 0 0,0 1 0,1-1 0,0 0 0,0 0 0,1 0 0,0 0 0,0 0 0,3 10 0,-2-12 0,-1 0 0,1 0 0,1 0 0,-1-1 0,0 1 0,1-1 0,0 1 0,0-1 0,0 0 0,0 0 0,0 0 0,1 0 0,-1-1 0,1 1 0,0-1 0,0 0 0,7 2 0,-4-1-273,0-1 0,1 0 0,-1 0 0,13 0 0,4 0-6553</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44.819"/>
    </inkml:context>
    <inkml:brush xml:id="br0">
      <inkml:brushProperty name="width" value="0.05" units="cm"/>
      <inkml:brushProperty name="height" value="0.05" units="cm"/>
      <inkml:brushProperty name="color" value="#FFFFFF"/>
    </inkml:brush>
  </inkml:definitions>
  <inkml:trace contextRef="#ctx0" brushRef="#br0">35 66 24575,'-27'-61'0,"27"61"0,0-1 0,0 1 0,-1 0 0,1 0 0,0 0 0,0 0 0,0-1 0,0 1 0,0 0 0,0 0 0,0 0 0,0 0 0,0 0 0,0-1 0,0 1 0,0 0 0,-1 0 0,1 0 0,0 0 0,0 0 0,0 0 0,0 0 0,0-1 0,0 1 0,-1 0 0,1 0 0,0 0 0,0 0 0,0 0 0,0 0 0,0 0 0,-1 0 0,1 0 0,0 0 0,0 0 0,0 0 0,0 0 0,-1 0 0,1 0 0,0 0 0,0 0 0,0 0 0,0 0 0,-1 0 0,-1 9 0,3 14 0,6 35 0,19 95 0,-13-175 0,-11 17 0,47-83 0,-42 77 0,0 0 0,0 1 0,1 0 0,1 1 0,17-16 0,-24 24 0,-1 0 0,0 0 0,1 0 0,-1 0 0,0 0 0,1 0 0,-1 0 0,1 1 0,-1-1 0,1 0 0,0 1 0,-1 0 0,1-1 0,0 1 0,-1 0 0,1 0 0,0 0 0,-1 0 0,1 0 0,2 0 0,-3 1 0,1 0 0,-1 0 0,1-1 0,-1 1 0,0 0 0,1 0 0,-1 1 0,0-1 0,0 0 0,1 0 0,-1 0 0,0 1 0,0-1 0,-1 1 0,1-1 0,1 3 0,2 6 0,-1 0 0,0 0 0,0 0 0,2 20 0,-5-29 0,6 49 0,-3-22 0,1 0 0,10 35 0,-8-46-1365,2-4-5461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45.021"/>
    </inkml:context>
    <inkml:brush xml:id="br0">
      <inkml:brushProperty name="width" value="0.05" units="cm"/>
      <inkml:brushProperty name="height" value="0.05" units="cm"/>
      <inkml:brushProperty name="color" value="#FFFFFF"/>
    </inkml:brush>
  </inkml:definitions>
  <inkml:trace contextRef="#ctx0" brushRef="#br0">1 0 24575,'0'3'0,"0"5"0,0 3 0,0 6 0,0 7 0,0 8 0,0 5 0,0 6 0,0 1 0,0 3 0,0 0 0,0 1 0,0-2 0,0-5 0,0-3 0,0-6 0,0-4 0,0-8-8191</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45.174"/>
    </inkml:context>
    <inkml:brush xml:id="br0">
      <inkml:brushProperty name="width" value="0.05" units="cm"/>
      <inkml:brushProperty name="height" value="0.05" units="cm"/>
      <inkml:brushProperty name="color" value="#FFFFFF"/>
    </inkml:brush>
  </inkml:definitions>
  <inkml:trace contextRef="#ctx0" brushRef="#br0">0 58 24575,'0'-3'0,"0"-4"0,0-4 0,3-1 0,5 3 0,3 2 0,7 3 0,6 1 0,5 2 0,-2 1-8191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45.706"/>
    </inkml:context>
    <inkml:brush xml:id="br0">
      <inkml:brushProperty name="width" value="0.05" units="cm"/>
      <inkml:brushProperty name="height" value="0.05" units="cm"/>
      <inkml:brushProperty name="color" value="#FFFFFF"/>
    </inkml:brush>
  </inkml:definitions>
  <inkml:trace contextRef="#ctx0" brushRef="#br0">349 158 24575,'-1'0'0,"0"-1"0,0 1 0,0 0 0,0-1 0,-1 1 0,1-1 0,0 0 0,0 1 0,0-1 0,1 0 0,-1 0 0,0 1 0,0-1 0,0 0 0,0 0 0,1 0 0,-1 0 0,1 0 0,-1 0 0,0-2 0,-12-26 0,10 23 0,-4-12 0,4 7 0,-2 0 0,0 1 0,0-1 0,-7-10 0,11 20 0,0-1 0,-1 0 0,1 1 0,0-1 0,-1 1 0,1-1 0,-1 1 0,1 0 0,-1-1 0,1 1 0,-1 0 0,0 0 0,0 0 0,0 1 0,0-1 0,1 0 0,-1 1 0,0-1 0,0 1 0,0-1 0,0 1 0,0 0 0,0 0 0,-1 0 0,1 0 0,0 0 0,0 1 0,0-1 0,-2 1 0,-9 4 0,0 1 0,1 0 0,0 1 0,0 1 0,0-1 0,1 2 0,-19 17 0,17-12 0,0 0 0,0 1 0,1 0 0,1 1 0,-10 19 0,17-27 0,1-1 0,-1 0 0,2 1 0,-1 0 0,1 0 0,0 0 0,0 0 0,0 15 0,2-19 0,0-1 0,1 1 0,-1 0 0,1-1 0,-1 1 0,1-1 0,0 1 0,1-1 0,-1 1 0,1-1 0,-1 0 0,1 1 0,0-1 0,0 0 0,0 0 0,1-1 0,-1 1 0,1 0 0,-1-1 0,1 1 0,5 2 0,1 1 0,0-2 0,0 1 0,0-1 0,1 0 0,0-1 0,-1 0 0,1-1 0,15 2 0,-21-3 0,-1 0 0,1-1 0,0 0 0,0 0 0,0 0 0,0 0 0,0-1 0,0 1 0,-1-1 0,1 0 0,0 0 0,-1 0 0,1-1 0,0 1 0,-1-1 0,0 0 0,1 0 0,-1 0 0,0-1 0,0 1 0,0-1 0,0 1 0,-1-1 0,5-6 0,-6 8 0,0 0 0,-1 0 0,1 0 0,0 0 0,-1 0 0,1-1 0,-1 1 0,1 0 0,-1 0 0,0-1 0,0 1 0,1 0 0,-1 0 0,0-1 0,0 1 0,0 0 0,0-1 0,-1 1 0,1 0 0,0-1 0,0 1 0,-1 0 0,1 0 0,-1 0 0,1-1 0,-1 1 0,0 0 0,1 0 0,-1 0 0,0 0 0,0 0 0,-1-1 0,1 1 0,-1 0 0,0 0 0,1 0 0,-1 0 0,0 0 0,0 0 0,1 1 0,-1-1 0,0 1 0,0-1 0,0 1 0,0 0 0,0 0 0,0 0 0,0 0 0,0 0 0,0 0 0,1 0 0,-1 1 0,-4 0 0,-1 2 0,0 0 0,1 0 0,-1 1 0,1 0 0,-1 0 0,1 0 0,0 1 0,1 0 0,-1 0 0,1 1 0,0-1 0,0 1 0,1 0 0,0 0 0,0 1 0,0-1 0,-4 12 0,6-14 0,1 0 0,-1 1 0,1-1 0,0 1 0,0-1 0,1 1 0,-1 0 0,1-1 0,0 1 0,0 0 0,0-1 0,1 1 0,0-1 0,0 1 0,0-1 0,0 1 0,1-1 0,0 1 0,0-1 0,0 0 0,0 0 0,0 0 0,1 0 0,0 0 0,0-1 0,0 1 0,0-1 0,1 0 0,3 3 0,0-1 34,-1-1 1,1 0-1,0-1 0,0 0 0,0 0 0,0 0 0,0-1 0,1 0 0,8 1 1,0-1-462,-1 0 0,1-2 1,22-1-1,-2-2-6399</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46.531"/>
    </inkml:context>
    <inkml:brush xml:id="br0">
      <inkml:brushProperty name="width" value="0.05" units="cm"/>
      <inkml:brushProperty name="height" value="0.05" units="cm"/>
      <inkml:brushProperty name="color" value="#FFFFFF"/>
    </inkml:brush>
  </inkml:definitions>
  <inkml:trace contextRef="#ctx0" brushRef="#br0">46 160 24575,'-15'-41'0,"12"32"0,0 0 0,-1-1 0,0 1 0,-6-9 0,10 18 0,0 0 0,0 0 0,0 0 0,0-1 0,0 1 0,0 0 0,0 0 0,0 0 0,0 0 0,0 0 0,0-1 0,0 1 0,0 0 0,-1 0 0,1 0 0,0 0 0,0 0 0,0 0 0,0 0 0,0-1 0,0 1 0,0 0 0,0 0 0,-1 0 0,1 0 0,0 0 0,0 0 0,0 0 0,0 0 0,0 0 0,-1 0 0,1 0 0,0 0 0,0 0 0,0 0 0,0 0 0,0 0 0,-1 0 0,1 0 0,0 0 0,0 0 0,0 0 0,0 0 0,0 0 0,-1 0 0,1 0 0,0 0 0,0 0 0,0 0 0,0 0 0,0 0 0,0 0 0,-1 0 0,0 12 0,4 23 0,-2-28 0,5 197 0,-5-213 0,1 1 0,0-1 0,0 1 0,1 0 0,0 0 0,0 0 0,6-8 0,4-8 0,20-28 0,-27 45 0,3-7 0,1 1 0,17-17 0,-25 27 0,0 1 0,0 0 0,0 0 0,1 0 0,-1 1 0,1-1 0,-1 0 0,1 1 0,-1-1 0,1 1 0,0 0 0,0 0 0,0 0 0,-1 1 0,1-1 0,0 0 0,0 1 0,0 0 0,0 0 0,5 0 0,-6 1 0,1 0 0,-1 0 0,1 1 0,-1-1 0,0 1 0,1-1 0,-1 1 0,0 0 0,0-1 0,0 1 0,0 0 0,-1 0 0,1 1 0,0-1 0,-1 0 0,0 1 0,1-1 0,-1 0 0,0 1 0,0 0 0,1 4 0,2 8 0,-1 0 0,2 26 0,-3-25 0,-1-12 0,-1 0 0,1 0 0,0 0 0,0 0 0,0 0 0,1 0 0,0 0 0,-1 0 0,5 5 0,-6-8 0,1-1 0,-1 1 0,1-1 0,-1 1 0,1-1 0,-1 1 0,1-1 0,-1 0 0,1 1 0,0-1 0,-1 0 0,1 1 0,0-1 0,-1 0 0,1 0 0,0 0 0,-1 1 0,1-1 0,0 0 0,-1 0 0,1 0 0,0 0 0,1 0 0,-1-1 0,1 0 0,0 0 0,-1 1 0,1-1 0,-1 0 0,1 0 0,-1 0 0,1-1 0,-1 1 0,0 0 0,1 0 0,-1-1 0,2-2 0,35-52 0,-26 38 0,0 0 0,28-30 0,-39 46 0,0 1 0,1 0 0,-1 0 0,0 0 0,0 0 0,1 0 0,-1 0 0,0 0 0,1 1 0,-1-1 0,1 0 0,-1 1 0,1-1 0,-1 1 0,1 0 0,0-1 0,2 1 0,-3 0 0,0 1 0,0-1 0,0 0 0,0 1 0,0 0 0,0-1 0,0 1 0,-1-1 0,1 1 0,0 0 0,0 0 0,-1-1 0,1 1 0,0 0 0,-1 0 0,1 0 0,-1 0 0,1 0 0,-1 0 0,1 0 0,-1 0 0,0 0 0,0 0 0,1 0 0,-1 0 0,0 0 0,0 0 0,0 2 0,4 38 0,-2-16 0,8 41 0,-9-60 0,1-1 0,-1 1 0,1-1 0,0 0 0,1 1 0,-1-1 0,1 0 0,0 0 0,0-1 0,1 1 0,0-1 0,7 8 0,-9-10 0,0-1 0,1 1 0,-1-1 0,0 0 0,1 0 0,-1 1 0,1-2 0,-1 1 0,1 0 0,0 0 0,-1-1 0,1 0 0,0 1 0,0-1 0,-1 0 0,6-1 0,-3 0 0,0 0 0,1 0 0,-1-1 0,0 0 0,1 0 0,-1 0 0,8-6 0,0-1 0,-1 0 0,0 0 0,-1-1 0,0-1 0,11-13 0,-11 9 0,0 0 0,-1 0 0,0-1 0,-2 0 0,0-1 0,0 0 0,-2 0 0,0-1 0,-1 0 0,-1 0 0,-1 0 0,2-27 0,-6 73 0,0 135 0,4-145-1365,1-4-5461</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46.687"/>
    </inkml:context>
    <inkml:brush xml:id="br0">
      <inkml:brushProperty name="width" value="0.05" units="cm"/>
      <inkml:brushProperty name="height" value="0.05" units="cm"/>
      <inkml:brushProperty name="color" value="#FFFFFF"/>
    </inkml:brush>
  </inkml:definitions>
  <inkml:trace contextRef="#ctx0" brushRef="#br0">38 44 24575,'0'-3'0,"-3"-1"0,-4-3 0,-1-4 0,-2 1 0,0 2-8191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46.954"/>
    </inkml:context>
    <inkml:brush xml:id="br0">
      <inkml:brushProperty name="width" value="0.05" units="cm"/>
      <inkml:brushProperty name="height" value="0.05" units="cm"/>
      <inkml:brushProperty name="color" value="#FFFFFF"/>
    </inkml:brush>
  </inkml:definitions>
  <inkml:trace contextRef="#ctx0" brushRef="#br0">0 1 24575,'0'3'0,"0"4"0,0 5 0,0 2 0,0 6 0,0 5 0,0 5 0,0 3 0,0 3 0,0 1 0,0 1 0,0-1 0,0-2 0,0-2 0,0-3 0,0-4 0,0-3 0,0-5-8191</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47.172"/>
    </inkml:context>
    <inkml:brush xml:id="br0">
      <inkml:brushProperty name="width" value="0.05" units="cm"/>
      <inkml:brushProperty name="height" value="0.05" units="cm"/>
      <inkml:brushProperty name="color" value="#FFFFFF"/>
    </inkml:brush>
  </inkml:definitions>
  <inkml:trace contextRef="#ctx0" brushRef="#br0">1 42 24575,'-1'-20'0,"1"-2"0,4 39 0,49 475-1365,-53-462-5461</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47.544"/>
    </inkml:context>
    <inkml:brush xml:id="br0">
      <inkml:brushProperty name="width" value="0.05" units="cm"/>
      <inkml:brushProperty name="height" value="0.05" units="cm"/>
      <inkml:brushProperty name="color" value="#FFFFFF"/>
    </inkml:brush>
  </inkml:definitions>
  <inkml:trace contextRef="#ctx0" brushRef="#br0">10 160 24575,'-1'-1'0,"0"1"0,1-1 0,-1 1 0,0-1 0,1 0 0,-1 1 0,1-1 0,-1 0 0,1 1 0,-1-1 0,1 0 0,-1 0 0,1 1 0,0-1 0,-1 0 0,1 0 0,0 0 0,0 0 0,0 0 0,0-1 0,0 1 0,0 1 0,1-1 0,-1 1 0,0-1 0,1 1 0,-1 0 0,1-1 0,-1 1 0,0-1 0,1 1 0,-1 0 0,1-1 0,-1 1 0,1 0 0,0 0 0,-1 0 0,1-1 0,-1 1 0,1 0 0,-1 0 0,1 0 0,0 0 0,5-1 0,-1 1 0,0 0 0,0 0 0,0 1 0,8 1 0,27 6 0,0-2 0,1-1 0,0-2 0,0-2 0,0-2 0,0-2 0,-1-1 0,1-2 0,41-12 0,-73 15 0,1-1 0,-1 0 0,1 0 0,-1-1 0,-1 0 0,11-8 0,-17 11 0,0 0 0,0 1 0,0-1 0,0 0 0,-1 0 0,1 0 0,-1 0 0,1 0 0,-1 0 0,0 0 0,0-1 0,0 1 0,1-4 0,-2 5 0,0-1 0,0 1 0,0-1 0,0 0 0,0 1 0,0-1 0,-1 1 0,1-1 0,0 1 0,-1-1 0,0 1 0,1-1 0,-1 1 0,0-1 0,0 1 0,1 0 0,-1 0 0,0-1 0,0 1 0,-1 0 0,1 0 0,0 0 0,-2-1 0,0-1 0,0 1 0,1-1 0,-2 1 0,1 0 0,0 0 0,0 1 0,0-1 0,-1 1 0,1-1 0,-1 1 0,1 0 0,-1 0 0,0 1 0,1-1 0,-1 1 0,0 0 0,1 0 0,-1 0 0,0 0 0,0 1 0,1-1 0,-1 1 0,1 0 0,-8 3 0,6-2 0,0 2 0,-1-1 0,1 0 0,0 1 0,1 0 0,-1 0 0,1 1 0,-1-1 0,1 1 0,1 0 0,-1 0 0,1 0 0,0 1 0,-4 7 0,2-1 38,0 0 0,1 0 0,0 0 0,1 1 0,1 0 0,0-1 0,0 1 0,1 16 0,1-22-145,1 0 0,-1 1 1,1-1-1,1 0 0,-1 0 1,1 0-1,0 0 0,1 0 1,0 0-1,0 0 0,0-1 1,1 1-1,0-1 0,0 0 1,8 8-1,7 4-6719</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47.904"/>
    </inkml:context>
    <inkml:brush xml:id="br0">
      <inkml:brushProperty name="width" value="0.05" units="cm"/>
      <inkml:brushProperty name="height" value="0.05" units="cm"/>
      <inkml:brushProperty name="color" value="#FFFFFF"/>
    </inkml:brush>
  </inkml:definitions>
  <inkml:trace contextRef="#ctx0" brushRef="#br0">39 74 24575,'-38'-34'0,"57"73"0,-3-12 0,-2 1 0,15 38 0,-25-54 0,0 1 0,-1 0 0,-1-1 0,1 1 0,-2 0 0,0 0 0,-1 0 0,-1 17 0,1-28 0,0 0 0,0 0 0,-1-1 0,1 1 0,-1 0 0,1-1 0,-1 1 0,0 0 0,1-1 0,-3 4 0,3-5 0,-1 1 0,1-1 0,-1 0 0,1 1 0,0-1 0,-1 0 0,1 1 0,-1-1 0,1 0 0,-1 0 0,1 1 0,-1-1 0,1 0 0,-1 0 0,1 0 0,-1 0 0,1 0 0,-1 1 0,1-1 0,-1 0 0,1 0 0,-1 0 0,0-1 0,-1 1 0,0-1 0,1 0 0,-1 0 0,1 0 0,0 0 0,-1 0 0,1 0 0,0 0 0,-1 0 0,1-1 0,0 1 0,0 0 0,0-1 0,0 1 0,0-1 0,1 1 0,-1-1 0,0 1 0,1-1 0,-1-2 0,-2-5 0,2 0 0,-1-1 0,1 0 0,1 1 0,0-1 0,0 1 0,1-1 0,0 0 0,0 1 0,1-1 0,1 1 0,5-15 0,-1 6 0,0 1 0,1 0 0,1 0 0,1 1 0,18-24 0,-23 32 49,1 2 0,1-1 0,-1 1-1,1 0 1,0 0 0,14-8 0,-17 12-156,0 0 0,1 0 1,-1 0-1,0 1 0,1 0 1,-1 0-1,0 0 0,1 0 1,-1 0-1,1 1 0,0 0 1,-1 0-1,1 0 0,-1 1 1,6 1-1,5 2-6719</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56.942"/>
    </inkml:context>
    <inkml:brush xml:id="br0">
      <inkml:brushProperty name="width" value="0.05" units="cm"/>
      <inkml:brushProperty name="height" value="0.05" units="cm"/>
      <inkml:brushProperty name="color" value="#FFFFFF"/>
    </inkml:brush>
  </inkml:definitions>
  <inkml:trace contextRef="#ctx0" brushRef="#br0">226 4 24575,'0'-3'0,"0"2"0,-3 4 0,-4 5 0,-1 7 0,-2 8 0,-3 2 0,-5 4 0,-2 2 0,-2 3 0,1-1 0,0-4 0,1 0 0,3-2 0,2-2 0,4-3 0,0-5 0,2-5-8191</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57.317"/>
    </inkml:context>
    <inkml:brush xml:id="br0">
      <inkml:brushProperty name="width" value="0.05" units="cm"/>
      <inkml:brushProperty name="height" value="0.05" units="cm"/>
      <inkml:brushProperty name="color" value="#FFFFFF"/>
    </inkml:brush>
  </inkml:definitions>
  <inkml:trace contextRef="#ctx0" brushRef="#br0">0 9 24575,'0'-1'0,"0"1"0,0 0 0,0-1 0,0 1 0,0 0 0,0-1 0,1 1 0,-1 0 0,0-1 0,0 1 0,0 0 0,0-1 0,0 1 0,0 0 0,1 0 0,-1-1 0,0 1 0,0 0 0,0-1 0,1 1 0,-1 0 0,0 0 0,0 0 0,1-1 0,-1 1 0,0 0 0,0 0 0,1 0 0,-1 0 0,0-1 0,1 1 0,-1 0 0,1 0 0,13 2 0,12 12 0,14 18 0,69 73 0,16 15 0,-112-109 184,-10-7-339,0-1 0,0 0 0,1 0 1,-1-1-1,1 1 0,0-1 0,-1 0 0,1 0 0,6 2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57.736"/>
    </inkml:context>
    <inkml:brush xml:id="br0">
      <inkml:brushProperty name="width" value="0.05" units="cm"/>
      <inkml:brushProperty name="height" value="0.05" units="cm"/>
      <inkml:brushProperty name="color" value="#FFFFFF"/>
    </inkml:brush>
  </inkml:definitions>
  <inkml:trace contextRef="#ctx0" brushRef="#br0">12 0 24575,'0'409'0,"0"-400"-273,-1 1 0,1-1 0,-2 1 0,-2 13 0,0-10-6553</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58.235"/>
    </inkml:context>
    <inkml:brush xml:id="br0">
      <inkml:brushProperty name="width" value="0.05" units="cm"/>
      <inkml:brushProperty name="height" value="0.05" units="cm"/>
      <inkml:brushProperty name="color" value="#FFFFFF"/>
    </inkml:brush>
  </inkml:definitions>
  <inkml:trace contextRef="#ctx0" brushRef="#br0">51 1 24575,'0'6'0,"1"0"0,0-1 0,0 1 0,1 0 0,1 5 0,6 22 0,-2 16 0,-5-36 0,1-1 0,-2 1 0,0-1 0,0 1 0,-1 0 0,0-1 0,-2 1 0,1-1 0,-1 1 0,-5 15 0,-12 21 0,12-33 0,0 0 0,1 1 0,1-1 0,1 1 0,0 0 0,2 1 0,-2 17 0,6 79 0,-3 82 0,-10-130-1365,8-47-5461</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58.375"/>
    </inkml:context>
    <inkml:brush xml:id="br0">
      <inkml:brushProperty name="width" value="0.05" units="cm"/>
      <inkml:brushProperty name="height" value="0.05" units="cm"/>
      <inkml:brushProperty name="color" value="#FFFFFF"/>
    </inkml:brush>
  </inkml:definitions>
  <inkml:trace contextRef="#ctx0" brushRef="#br0">7 0 24575,'0'4'0,"0"3"0,0 4 0,0 3 0,0 3 0,0 1 0,0 1 0,0 0 0,-3 3 0,-1-2-8191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58.708"/>
    </inkml:context>
    <inkml:brush xml:id="br0">
      <inkml:brushProperty name="width" value="0.05" units="cm"/>
      <inkml:brushProperty name="height" value="0.05" units="cm"/>
      <inkml:brushProperty name="color" value="#FFFFFF"/>
    </inkml:brush>
  </inkml:definitions>
  <inkml:trace contextRef="#ctx0" brushRef="#br0">1 1 24575,'1'18'0,"0"1"0,6 19 0,-4-18 0,3 31 0,3 35 339,-5-59-1191,2 42 0,-6-53-5974</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59.456"/>
    </inkml:context>
    <inkml:brush xml:id="br0">
      <inkml:brushProperty name="width" value="0.05" units="cm"/>
      <inkml:brushProperty name="height" value="0.05" units="cm"/>
      <inkml:brushProperty name="color" value="#FFFFFF"/>
    </inkml:brush>
  </inkml:definitions>
  <inkml:trace contextRef="#ctx0" brushRef="#br0">0 5 24575,'4'0'0,"3"-3"0,1 2 0,-1 4 0,-1 5 0,-2 4 0,-5 6 0,-2 3 0,-1 5 0,1 3 0,-3 1 0,0 1 0,1-2 0,1 1 0,5-2 0,5-6 0,4-6 0,1-7-8191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4:59.642"/>
    </inkml:context>
    <inkml:brush xml:id="br0">
      <inkml:brushProperty name="width" value="0.05" units="cm"/>
      <inkml:brushProperty name="height" value="0.05" units="cm"/>
      <inkml:brushProperty name="color" value="#FFFFFF"/>
    </inkml:brush>
  </inkml:definitions>
  <inkml:trace contextRef="#ctx0" brushRef="#br0">8 0 24575,'-3'0'0,"-1"3"0,4 2 0,4 2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00.143"/>
    </inkml:context>
    <inkml:brush xml:id="br0">
      <inkml:brushProperty name="width" value="0.05" units="cm"/>
      <inkml:brushProperty name="height" value="0.05" units="cm"/>
      <inkml:brushProperty name="color" value="#FFFFFF"/>
    </inkml:brush>
  </inkml:definitions>
  <inkml:trace contextRef="#ctx0" brushRef="#br0">64 2 24575,'-7'-1'0,"2"1"0,1 9 0,-1 75 0,1-14 0,-25 138 0,20-152 0,9-56 0,-1 0 0,1 0 0,0 0 0,0 0 0,0 0 0,0 0 0,0 1 0,0-1 0,0 0 0,0 0 0,0 0 0,0 0 0,0 0 0,0 0 0,0 0 0,0 1 0,0-1 0,0 0 0,0 0 0,0 0 0,0 0 0,0 0 0,0 0 0,0 0 0,0 1 0,0-1 0,0 0 0,1 0 0,-1 0 0,0 0 0,0 0 0,0 0 0,0 0 0,0 0 0,0 0 0,0 0 0,0 1 0,0-1 0,0 0 0,1 0 0,-1 0 0,0 0 0,0 0 0,0 0 0,0 0 0,0 0 0,0 0 0,0 0 0,1 0 0,-1 0 0,0 0 0,0 0 0,0 0 0,0 0 0,0 0 0,0 0 0,1 0 0,5-7 0,6-13 0,8-15 0,2 2 0,2 0 0,0 1 0,39-37 0,-60 65 0,1 1 0,-1-1 0,1 1 0,0 0 0,0 0 0,1 1 0,-1-1 0,0 1 0,1 0 0,-1 0 0,6-1 0,-8 3 0,0-1 0,0 1 0,0 0 0,0 0 0,0 0 0,0 1 0,-1-1 0,1 0 0,0 1 0,0-1 0,0 1 0,0-1 0,-1 1 0,1 0 0,0 0 0,-1 0 0,1 0 0,-1 0 0,1 0 0,-1 0 0,1 1 0,-1-1 0,0 1 0,0-1 0,1 1 0,-1-1 0,0 1 0,0-1 0,-1 1 0,1 0 0,1 2 0,3 10-151,0 0-1,-1 1 0,0 0 0,-1 0 1,-1 0-1,-1 0 0,0 1 1,-1 15-1,0-14-6674</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00.859"/>
    </inkml:context>
    <inkml:brush xml:id="br0">
      <inkml:brushProperty name="width" value="0.05" units="cm"/>
      <inkml:brushProperty name="height" value="0.05" units="cm"/>
      <inkml:brushProperty name="color" value="#FFFFFF"/>
    </inkml:brush>
  </inkml:definitions>
  <inkml:trace contextRef="#ctx0" brushRef="#br0">56 1 24575,'-6'251'0,"1"-185"0,-27 125 0,27-174 0,-3 16 0,8-33 0,0 0 0,0 0 0,0 0 0,0 0 0,1 0 0,-1 0 0,0 0 0,0 0 0,0 0 0,0 0 0,0 0 0,0 0 0,0 0 0,0 0 0,0 0 0,0 0 0,0 0 0,0 0 0,0 0 0,0 0 0,0 0 0,1 1 0,-1-1 0,0 0 0,0 0 0,0 0 0,0 0 0,0 0 0,0 0 0,0 0 0,0 0 0,0 0 0,0 0 0,0 0 0,0 0 0,0 0 0,0 0 0,0 1 0,0-1 0,0 0 0,0 0 0,0 0 0,0 0 0,0 0 0,0 0 0,0 0 0,0 0 0,0 0 0,0 0 0,0 0 0,9-16 0,100-189 0,-107 201 0,1 0 0,0 0 0,0 0 0,0 0 0,1 1 0,-1-1 0,1 1 0,4-4 0,-7 7 0,0-1 0,0 1 0,0-1 0,0 1 0,0-1 0,1 1 0,-1 0 0,0-1 0,0 1 0,0 0 0,0 0 0,0 0 0,1 0 0,-1 0 0,0 0 0,0 0 0,0 1 0,0-1 0,0 0 0,0 0 0,1 1 0,-1-1 0,0 1 0,0-1 0,0 1 0,0 0 0,0-1 0,0 1 0,-1 0 0,1-1 0,0 1 0,0 0 0,0 0 0,-1 0 0,1 0 0,0 0 0,-1 0 0,1 0 0,0 1 0,5 10 0,-1 1 0,0-1 0,0 1 0,-2 0 0,1 0 0,-2 1 0,2 19 0,0-8 0,6 26 0,-7-44 0,-1 0 0,1 0 0,0 0 0,0 0 0,1 0 0,-1-1 0,10 12 0,-10-15 0,0 0 0,1 0 0,-1-1 0,1 1 0,-1-1 0,1 0 0,0 0 0,-1 0 0,1-1 0,0 0 0,0 1 0,1-1 0,-1 0 0,0-1 0,0 1 0,0-1 0,0 0 0,1 0 0,-1 0 0,0-1 0,0 1 0,5-2 0,2 0 0,-1-1 0,0 0 0,1-1 0,-2 0 0,1 0 0,0-1 0,14-9 0,-13 5 0,-1 0 0,0-1 0,0 0 0,-1 0 0,-1-1 0,1 0 0,9-18 0,-5 4 0,0-1 0,14-43 0,-23 60 0,-1-1 0,0 0 0,0 0 0,-1 0 0,-1 0 0,0 0 0,0-18 0,-1 28 0,0-1 0,0 0 0,0 0 0,0 0 0,0 1 0,0-1 0,0 0 0,-1 0 0,1 1 0,0-1 0,0 0 0,-1 0 0,1 1 0,0-1 0,-1 0 0,1 1 0,-1-1 0,1 0 0,-1 1 0,1-1 0,-1 1 0,0-1 0,1 1 0,-1-1 0,0 1 0,1-1 0,-2 1 0,1 0 0,0 0 0,-1 0 0,1 0 0,0 0 0,0 0 0,0 1 0,0-1 0,-1 0 0,1 1 0,0-1 0,0 1 0,0-1 0,0 1 0,0 0 0,-2 1 0,-5 4 0,1 1 0,-1 1 0,-6 9 0,12-15 0,-17 21 0,0 1 0,-20 36 0,33-50 0,1-1 0,1 1 0,-1 0 0,2 1 0,-1-1 0,1 0 0,1 1 0,0 0 0,1-1 0,-1 15 0,2-22-52,1 1-1,0 0 1,0 0-1,0-1 1,0 1-1,0 0 1,1-1-1,0 1 1,0-1-1,0 0 1,0 1-1,0-1 1,0 0-1,1 0 1,0-1-1,-1 1 1,1 0-1,0-1 1,0 0-1,1 0 0,-1 0 1,0 0-1,1 0 1,-1 0-1,5 0 1,12 6-6774</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01.218"/>
    </inkml:context>
    <inkml:brush xml:id="br0">
      <inkml:brushProperty name="width" value="0.05" units="cm"/>
      <inkml:brushProperty name="height" value="0.05" units="cm"/>
      <inkml:brushProperty name="color" value="#FFFFFF"/>
    </inkml:brush>
  </inkml:definitions>
  <inkml:trace contextRef="#ctx0" brushRef="#br0">74 110 24575,'-11'-14'0,"10"11"0,0 1 0,-1 0 0,1 0 0,-1 0 0,0 0 0,0 0 0,-3-3 0,5 5 0,0 0 0,0 0 0,-1 0 0,1 0 0,0 0 0,0 0 0,0 0 0,0 0 0,0-1 0,0 1 0,-1 0 0,1 0 0,0 0 0,0 0 0,0 0 0,0 0 0,0 0 0,0 0 0,-1 0 0,1 0 0,0 0 0,0 0 0,0 0 0,0 0 0,0 0 0,-1 0 0,1 0 0,0 0 0,0 0 0,0 1 0,0-1 0,0 0 0,0 0 0,-1 0 0,1 0 0,0 0 0,0 0 0,0 0 0,0 0 0,0 0 0,0 1 0,0-1 0,0 0 0,-1 0 0,1 0 0,0 10 0,3 10 0,-3-20 0,10 39 0,-3-10 0,6 45 0,-12-66 0,0 0 0,-1 1 0,0-1 0,-1 0 0,0 0 0,0 0 0,0 0 0,-1 0 0,0 0 0,-5 11 0,6-18 0,0 1 0,0 0 0,0 0 0,0 0 0,-1 0 0,1-1 0,0 1 0,-1-1 0,1 1 0,-1-1 0,1 1 0,-1-1 0,0 0 0,0 0 0,1 0 0,-1 0 0,0 0 0,0 0 0,-2 0 0,3 0 0,0-1 0,0 0 0,0 0 0,1 0 0,-1 0 0,0 0 0,0-1 0,0 1 0,1 0 0,-1 0 0,0 0 0,0-1 0,1 1 0,-1 0 0,0-1 0,1 1 0,-1-1 0,0 1 0,1-1 0,-2 0 0,1 0 0,0-1 0,0 1 0,0-1 0,0 1 0,0-1 0,1 0 0,-1 1 0,0-1 0,1 0 0,-1 0 0,1 1 0,-1-3 0,0-9 0,1 1 0,0-1 0,0 1 0,1-1 0,1 1 0,0-1 0,1 1 0,0 0 0,1 0 0,6-13 0,0 2 0,1-1 0,2 2 0,28-41 0,-33 53 0,0 1 0,0 0 0,0 1 0,14-11 0,-20 18 0,0-1 0,1 1 0,-1 0 0,0-1 0,1 1 0,-1 0 0,1 0 0,-1 0 0,1 1 0,-1-1 0,6 0 0,-7 1 0,0 0 0,1 1 0,-1-1 0,0 0 0,0 1 0,1-1 0,-1 0 0,0 1 0,0 0 0,0-1 0,0 1 0,0 0 0,0-1 0,0 1 0,0 0 0,0 0 0,0 0 0,0 0 0,0 0 0,0 0 0,-1 0 0,1 0 0,0 0 0,-1 0 0,1 2 0,4 12-1365,-2-1-5461</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01.435"/>
    </inkml:context>
    <inkml:brush xml:id="br0">
      <inkml:brushProperty name="width" value="0.05" units="cm"/>
      <inkml:brushProperty name="height" value="0.05" units="cm"/>
      <inkml:brushProperty name="color" value="#FFFFFF"/>
    </inkml:brush>
  </inkml:definitions>
  <inkml:trace contextRef="#ctx0" brushRef="#br0">0 9 24575,'0'-3'0,"3"-1"0,1 3 0,3 5 0,1 5 0,-2 7 0,-2 4 0,-1 4 0,-1 3 0,-4 1 0,-2 0 0,-4-2 0,1-2 0,0-2 0,3-5-8191</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01.608"/>
    </inkml:context>
    <inkml:brush xml:id="br0">
      <inkml:brushProperty name="width" value="0.05" units="cm"/>
      <inkml:brushProperty name="height" value="0.05" units="cm"/>
      <inkml:brushProperty name="color" value="#FFFFFF"/>
    </inkml:brush>
  </inkml:definitions>
  <inkml:trace contextRef="#ctx0" brushRef="#br0">1 166 24575,'0'-6'0,"0"-12"0,0-9 0,0-2 0,0 0 0,0 1 0,0 10 0,0 7-8191</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01.859"/>
    </inkml:context>
    <inkml:brush xml:id="br0">
      <inkml:brushProperty name="width" value="0.05" units="cm"/>
      <inkml:brushProperty name="height" value="0.05" units="cm"/>
      <inkml:brushProperty name="color" value="#FFFFFF"/>
    </inkml:brush>
  </inkml:definitions>
  <inkml:trace contextRef="#ctx0" brushRef="#br0">1 0 24575,'0'0'0,"1"1"0,0-1 0,-1 0 0,1 0 0,0 1 0,-1-1 0,1 0 0,0 1 0,-1-1 0,1 1 0,-1-1 0,1 1 0,-1-1 0,1 1 0,-1-1 0,1 1 0,-1-1 0,0 1 0,1 0 0,-1-1 0,0 1 0,1 0 0,-1-1 0,0 1 0,0 0 0,1 0 0,-1-1 0,0 2 0,3 25 0,-3-23 0,7 76 0,6 120 0,-12-145 0,4-1 0,1 1 0,16 60 0,-22-112-124,1-1 0,0 0 0,0 1 0,-1-1 0,2 0 0,-1 0-1,0 0 1,0 0 0,0 0 0,4 4 0,3 1-6702</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02.029"/>
    </inkml:context>
    <inkml:brush xml:id="br0">
      <inkml:brushProperty name="width" value="0.05" units="cm"/>
      <inkml:brushProperty name="height" value="0.05" units="cm"/>
      <inkml:brushProperty name="color" value="#FFFFFF"/>
    </inkml:brush>
  </inkml:definitions>
  <inkml:trace contextRef="#ctx0" brushRef="#br0">68 104 24575,'-6'-3'0,"-5"-4"0,-4-4 0,-3-1 0,5 3 0,8 2 0,11 3 0,11-2 0,8 1 0,7-2 0,7 0 0,2 1 0,-1-1 0,-2 0 0,-8 2-8191</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19.118"/>
    </inkml:context>
    <inkml:brush xml:id="br0">
      <inkml:brushProperty name="width" value="0.05" units="cm"/>
      <inkml:brushProperty name="height" value="0.05" units="cm"/>
      <inkml:brushProperty name="color" value="#FFFFFF"/>
    </inkml:brush>
  </inkml:definitions>
  <inkml:trace contextRef="#ctx0" brushRef="#br0">308 47 24575,'0'-1'0,"0"0"0,1 1 0,-1-1 0,0 0 0,1 1 0,-1-1 0,0 0 0,1 1 0,-1-1 0,1 1 0,-1-1 0,1 0 0,-1 1 0,1-1 0,0 1 0,-1 0 0,1-1 0,-1 1 0,1-1 0,0 1 0,-1 0 0,1 0 0,0-1 0,0 1 0,-1 0 0,1 0 0,1 0 0,26-4 0,-20 3 0,37-13 0,-40 12 0,1-1 0,0 1 0,0 0 0,1 1 0,-1-1 0,0 1 0,1 0 0,7 1 0,-13 0 0,-1 0 0,0 0 0,0 0 0,1 0 0,-1 0 0,0 0 0,1 0 0,-1 0 0,0 0 0,0 0 0,1 0 0,-1 0 0,0 0 0,0 1 0,0-1 0,1 0 0,-1 0 0,0 0 0,0 0 0,1 1 0,-1-1 0,0 0 0,0 0 0,0 0 0,0 1 0,0-1 0,1 0 0,-1 0 0,0 1 0,0-1 0,0 0 0,0 1 0,0-1 0,0 0 0,0 0 0,0 1 0,0-1 0,0 0 0,0 0 0,0 1 0,0-1 0,0 1 0,-8 14 0,-17 12 0,-28 17 0,-64 42 0,25-21 0,27-19 0,32-23 0,-45 38 0,77-61 0,1 0 0,0 0 0,0 0 0,0 0 0,-1 1 0,1-1 0,0 0 0,0 0 0,0 0 0,0 0 0,0 0 0,-1 1 0,1-1 0,0 0 0,0 0 0,0 0 0,0 0 0,0 1 0,0-1 0,-1 0 0,1 0 0,0 0 0,0 0 0,0 1 0,0-1 0,0 0 0,0 0 0,0 1 0,0-1 0,0 0 0,0 0 0,0 0 0,0 1 0,0-1 0,0 0 0,0 0 0,0 0 0,0 1 0,1-1 0,9 1 0,28-10 0,-21 5 0,1 1 0,1 1 0,0 0 0,0 1 0,-1 1 0,1 1 0,33 5 0,-40-3 0,0 0 0,0 1 0,0 0 0,-1 1 0,0 0 0,1 1 0,-2 0 0,1 0 0,-1 2 0,0-1 0,12 12 0,7 12-1365,-20-18-5461</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19.413"/>
    </inkml:context>
    <inkml:brush xml:id="br0">
      <inkml:brushProperty name="width" value="0.05" units="cm"/>
      <inkml:brushProperty name="height" value="0.05" units="cm"/>
      <inkml:brushProperty name="color" value="#FFFFFF"/>
    </inkml:brush>
  </inkml:definitions>
  <inkml:trace contextRef="#ctx0" brushRef="#br0">61 75 24575,'-61'0'0,"815"-49"0,-487 25 0,-254 22-1365</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20.127"/>
    </inkml:context>
    <inkml:brush xml:id="br0">
      <inkml:brushProperty name="width" value="0.05" units="cm"/>
      <inkml:brushProperty name="height" value="0.05" units="cm"/>
      <inkml:brushProperty name="color" value="#FFFFFF"/>
    </inkml:brush>
  </inkml:definitions>
  <inkml:trace contextRef="#ctx0" brushRef="#br0">376 74 24575,'2'-4'0,"-1"0"0,1 0 0,0-1 0,0 1 0,0 1 0,1-1 0,-1 0 0,6-6 0,-1 1 0,13-13 0,-20 22 0,0 0 0,0 0 0,0 0 0,0 0 0,0 0 0,0 0 0,0 0 0,-1 0 0,1 0 0,0 0 0,0 0 0,1 1 0,-1-1 0,0 0 0,0 0 0,0 0 0,0 0 0,0 0 0,0 0 0,0 0 0,0 0 0,0 0 0,0 0 0,0 0 0,0 0 0,0 0 0,0 0 0,0 0 0,0 0 0,0 0 0,0 0 0,0 0 0,0 0 0,0 0 0,0 1 0,0-1 0,0 0 0,0 0 0,0 0 0,0 0 0,1 0 0,-12 15 0,-31 33 0,-88 82 0,-62 29 0,181-151 0,7-5 0,0-1 0,0 1 0,1 0 0,-1 1 0,1-1 0,-1 1 0,1-1 0,0 1 0,0 0 0,-2 6 0,4-9 0,1-1 0,0 1 0,0 0 0,0-1 0,0 1 0,0-1 0,0 1 0,0-1 0,0 1 0,0 0 0,0-1 0,0 1 0,0-1 0,1 1 0,-1-1 0,0 1 0,0-1 0,1 1 0,-1 0 0,0-1 0,0 0 0,1 1 0,-1-1 0,1 1 0,-1-1 0,0 1 0,1-1 0,-1 0 0,1 1 0,-1-1 0,1 0 0,0 1 0,21 7 0,-19-7 0,114 25 274,-87-21-547,0 1 0,0 2 0,-1 1-1,1 1 1,28 14 0,-39-12-6553</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20.486"/>
    </inkml:context>
    <inkml:brush xml:id="br0">
      <inkml:brushProperty name="width" value="0.05" units="cm"/>
      <inkml:brushProperty name="height" value="0.05" units="cm"/>
      <inkml:brushProperty name="color" value="#FFFFFF"/>
    </inkml:brush>
  </inkml:definitions>
  <inkml:trace contextRef="#ctx0" brushRef="#br0">319 3 24575,'0'0'0,"0"0"0,0 0 0,0-1 0,0 1 0,0 0 0,0 0 0,0 0 0,0 0 0,0 0 0,0 0 0,0 0 0,0-1 0,0 1 0,0 0 0,0 0 0,0 0 0,0 0 0,-1 0 0,1 0 0,0 0 0,0 0 0,0 0 0,0 0 0,0 0 0,0-1 0,0 1 0,-1 0 0,1 0 0,0 0 0,0 0 0,0 0 0,0 0 0,0 0 0,0 0 0,-1 0 0,1 0 0,0 0 0,0 0 0,0 0 0,0 0 0,0 0 0,0 0 0,-1 1 0,1-1 0,0 0 0,0 0 0,0 0 0,0 0 0,0 0 0,0 0 0,0 0 0,-12 6 0,-8 10 0,-19 21 0,-38 47 0,25-26 0,19-23 0,-35 40 0,66-73 0,1-1 0,0 1 0,-1 0 0,1 0 0,0-1 0,0 1 0,0 0 0,1 0 0,-1 0 0,0 0 0,1 0 0,-1 0 0,1 1 0,-1-1 0,1 0 0,0 0 0,0 0 0,0 0 0,0 0 0,1 0 0,-1 1 0,1-1 0,-1 0 0,2 2 0,-1-1 0,1 0 0,0 0 0,1 0 0,-1-1 0,0 1 0,1-1 0,-1 0 0,1 1 0,0-1 0,0 0 0,0-1 0,0 1 0,0 0 0,4 1 0,31 10 0,0-2 0,0-1 0,1-2 0,42 3 0,-4-4-1365,-45-6-5461</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20.829"/>
    </inkml:context>
    <inkml:brush xml:id="br0">
      <inkml:brushProperty name="width" value="0.05" units="cm"/>
      <inkml:brushProperty name="height" value="0.05" units="cm"/>
      <inkml:brushProperty name="color" value="#FFFFFF"/>
    </inkml:brush>
  </inkml:definitions>
  <inkml:trace contextRef="#ctx0" brushRef="#br0">258 70 24575,'1'-2'0,"-1"0"0,0-1 0,1 1 0,0 0 0,-1 0 0,1 0 0,0 0 0,2-3 0,-3 4 0,1 0 0,0 0 0,0 0 0,-1 0 0,1-1 0,-1 1 0,1 0 0,-1 0 0,0 0 0,1-1 0,-1 1 0,0 0 0,0-1 0,0 1 0,0 0 0,0 0 0,0-1 0,0 1 0,0 0 0,0 0 0,-1-1 0,1 1 0,-1 0 0,1 0 0,-1-1 0,1 1 0,-1 0 0,1 0 0,-1 0 0,-1-1 0,0 0 0,1 1 0,-1 0 0,0 0 0,1 1 0,-1-1 0,0 0 0,0 1 0,0-1 0,0 1 0,0-1 0,0 1 0,0 0 0,1 0 0,-1 0 0,0 0 0,0 0 0,0 0 0,0 1 0,0-1 0,0 0 0,0 1 0,0 0 0,1-1 0,-1 1 0,0 0 0,0 0 0,-2 2 0,-7 4 0,-1 0 0,-16 14 0,8-5 0,1 1 0,1 1 0,-29 37 0,40-46 0,0 0 0,1 1 0,1-1 0,0 1 0,0 0 0,1 0 0,0 1 0,0 0 0,2-1 0,-1 1 0,-1 16 0,4-25 13,0 1 0,0 0-1,1-1 1,-1 1-1,1-1 1,-1 1 0,1-1-1,0 1 1,0-1 0,0 0-1,0 1 1,0-1 0,1 0-1,-1 0 1,1 0 0,-1 0-1,1 0 1,0 0-1,0 0 1,0 0 0,0-1-1,0 1 1,0-1 0,0 1-1,0-1 1,5 2 0,3 1-298,-1-1 1,0 0-1,1-1 1,0 0-1,16 1 1,7-1-6542</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21.265"/>
    </inkml:context>
    <inkml:brush xml:id="br0">
      <inkml:brushProperty name="width" value="0.05" units="cm"/>
      <inkml:brushProperty name="height" value="0.05" units="cm"/>
      <inkml:brushProperty name="color" value="#FFFFFF"/>
    </inkml:brush>
  </inkml:definitions>
  <inkml:trace contextRef="#ctx0" brushRef="#br0">214 40 24575,'0'-2'0,"0"0"0,1 0 0,-1 0 0,-1 1 0,1-1 0,0 0 0,0 0 0,-1 1 0,1-1 0,-1 0 0,1 0 0,-1 1 0,0-1 0,0 1 0,1-1 0,-1 0 0,0 1 0,-1 0 0,1-1 0,-2-1 0,1 2 0,1 1 0,-1-1 0,0 1 0,1 0 0,-1-1 0,0 1 0,1 0 0,-1 0 0,0 0 0,1 0 0,-1 1 0,0-1 0,1 0 0,-1 1 0,0-1 0,1 1 0,-1-1 0,1 1 0,-1 0 0,1 0 0,-1 0 0,-1 1 0,-13 8 0,2 1 0,0 0 0,0 1 0,1 1 0,0 0 0,1 0 0,0 2 0,2-1 0,-1 1 0,-13 28 0,23-40 0,0-1 0,-1 1 0,1 0 0,0 0 0,0 0 0,1 0 0,-1 0 0,1 0 0,-1 0 0,1 0 0,0 0 0,0 0 0,1 0 0,-1 1 0,0-1 0,1 0 0,0 0 0,0 0 0,0-1 0,0 1 0,0 0 0,1 0 0,1 3 0,0-3 0,0 1 0,1-1 0,-1 0 0,1 0 0,-1 0 0,1-1 0,0 1 0,0-1 0,0 0 0,1 0 0,-1 0 0,0-1 0,1 1 0,-1-1 0,6 1 0,10 1 0,1 0 0,0-1 0,0-2 0,38-2 0,-44 0 0,-1 0 0,0-1 0,0 0 0,0-1 0,-1 0 0,1-2 0,24-12 0,-35 16 0,0 1 0,-1-1 0,1 0 0,0 0 0,-1 0 0,0 0 0,0 0 0,1 0 0,-1 0 0,-1-1 0,1 1 0,0-1 0,0 0 0,-1 1 0,0-1 0,1 0 0,-1 0 0,0 0 0,-1 0 0,1 0 0,0 0 0,-1 0 0,0 0 0,1 0 0,-1 0 0,0 0 0,-1 0 0,1-1 0,-1 1 0,1 0 0,-1 0 0,-1-4 0,-1 2 0,0-1 0,0 1 0,0-1 0,0 1 0,-1 0 0,0 0 0,0 1 0,0-1 0,-1 1 0,1 0 0,-1 0 0,0 0 0,0 1 0,-1 0 0,-7-4 0,1 1-151,0 1-1,-1 0 0,0 1 0,0 1 1,0 0-1,0 0 0,0 1 1,-26 0-1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21.791"/>
    </inkml:context>
    <inkml:brush xml:id="br0">
      <inkml:brushProperty name="width" value="0.05" units="cm"/>
      <inkml:brushProperty name="height" value="0.05" units="cm"/>
      <inkml:brushProperty name="color" value="#FFFFFF"/>
    </inkml:brush>
  </inkml:definitions>
  <inkml:trace contextRef="#ctx0" brushRef="#br0">217 339 24575,'0'0'0,"1"-1"0,0 1 0,0 0 0,-1 0 0,1-1 0,0 1 0,-1-1 0,1 1 0,0-1 0,-1 1 0,1-1 0,0 1 0,-1-1 0,1 1 0,-1-1 0,1 0 0,-1 1 0,0-1 0,1 0 0,-1 1 0,1-1 0,-1 0 0,0 0 0,0 1 0,0-1 0,1 0 0,-1 0 0,0 0 0,0 1 0,0-1 0,0 0 0,0-1 0,0 1 0,0 1 0,0-1 0,0 0 0,0 0 0,0 1 0,0-1 0,0 0 0,-1 0 0,1 0 0,0 1 0,0-1 0,-1 0 0,1 0 0,0 1 0,-1-1 0,1 0 0,-1 1 0,1-1 0,-1 1 0,1-1 0,-1 0 0,1 1 0,-1-1 0,0 1 0,1-1 0,-1 1 0,0 0 0,1-1 0,-1 1 0,0 0 0,0-1 0,1 1 0,-1 0 0,0 0 0,0 0 0,-1 0 0,-2 0 0,0 1 0,0-1 0,0 1 0,0 0 0,0 1 0,0-1 0,0 1 0,0 0 0,1 0 0,-7 4 0,-34 28 0,36-28 0,3-2 0,-57 52 0,57-50 0,0-1 0,0 1 0,0 0 0,1 1 0,0-1 0,1 1 0,-1 0 0,-4 13 0,7-17 0,1 0 0,0 0 0,0 0 0,0-1 0,0 1 0,0 0 0,0 0 0,1 0 0,0 0 0,-1 0 0,1 0 0,0 0 0,0-1 0,1 1 0,-1 0 0,0-1 0,1 1 0,0-1 0,-1 0 0,1 1 0,0-1 0,0 0 0,1 0 0,-1 0 0,0 0 0,1-1 0,-1 1 0,1 0 0,-1-1 0,1 0 0,3 1 0,-2 1 0,0-1 0,1-1 0,-1 1 0,1-1 0,0 1 0,-1-1 0,1-1 0,0 1 0,0-1 0,-1 1 0,1-1 0,0-1 0,0 1 0,0-1 0,-1 0 0,1 0 0,0 0 0,7-4 0,-4 0 0,0-1 0,0 0 0,-1 0 0,0-1 0,-1 0 0,1-1 0,-2 1 0,10-16 0,35-71 0,-49 90 0,37-85 0,45-157 0,-81 239 0,0 0 0,-1 0 0,0 0 0,0-12 0,-1 18 0,0 1 0,0-1 0,0 1 0,0-1 0,0 1 0,0 0 0,0-1 0,0 1 0,0-1 0,0 1 0,-1-1 0,1 1 0,0 0 0,0-1 0,0 1 0,-1-1 0,1 1 0,0 0 0,0-1 0,-1 1 0,1 0 0,0-1 0,-1 1 0,1 0 0,0-1 0,-1 1 0,1 0 0,0 0 0,-1-1 0,0 1 0,0 0 0,-1 1 0,1-1 0,0 1 0,-1-1 0,1 1 0,0 0 0,0-1 0,-1 1 0,1 0 0,0 0 0,0 0 0,0 0 0,0 0 0,0 0 0,-1 2 0,-7 7 0,2 1 0,-1 0 0,1 0 0,1 1 0,0 0 0,1 0 0,0 0 0,-5 21 0,0 5 0,-6 63 0,13-78-114,1 1 1,1-1-1,1 1 0,1 0 0,1-1 1,1 1-1,1-1 0,1 0 0,1 0 1,1 0-1,18 38 0,-15-43-6712</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22.197"/>
    </inkml:context>
    <inkml:brush xml:id="br0">
      <inkml:brushProperty name="width" value="0.05" units="cm"/>
      <inkml:brushProperty name="height" value="0.05" units="cm"/>
      <inkml:brushProperty name="color" value="#FFFFFF"/>
    </inkml:brush>
  </inkml:definitions>
  <inkml:trace contextRef="#ctx0" brushRef="#br0">30 129 24575,'-1'0'0,"0"0"0,0 0 0,0 0 0,0 0 0,0 0 0,0 0 0,0 0 0,0 0 0,-1 0 0,1 0 0,0 1 0,0-1 0,0 1 0,0-1 0,0 0 0,0 1 0,0 0 0,1-1 0,-1 1 0,0-1 0,0 1 0,0 0 0,1 0 0,-1 0 0,0-1 0,0 1 0,1 0 0,-1 0 0,1 0 0,-1 0 0,1 0 0,0 0 0,-1 0 0,1 0 0,0 0 0,-1 0 0,1 0 0,0 0 0,0 1 0,0 1 0,1-1 0,-1 0 0,0 0 0,1 0 0,0 0 0,-1 0 0,1 0 0,0 0 0,0-1 0,0 1 0,1 0 0,-1 0 0,0-1 0,0 1 0,1-1 0,-1 1 0,1-1 0,0 0 0,-1 1 0,1-1 0,0 0 0,2 1 0,5 1 0,1 0 0,-1-1 0,1 0 0,0-1 0,-1 0 0,1-1 0,0 0 0,0 0 0,0-1 0,-1 0 0,1 0 0,0-1 0,-1-1 0,1 0 0,-1 0 0,0-1 0,0 0 0,0 0 0,14-11 0,-16 10 0,0-1 0,0 0 0,-1-1 0,0 1 0,-1-1 0,0 0 0,0-1 0,7-13 0,-11 19 0,0 0 0,0 0 0,0 0 0,0 0 0,0 0 0,-1-1 0,1 1 0,-1 0 0,1 0 0,-1-1 0,0 1 0,0 0 0,0-1 0,0 1 0,-1 0 0,1-1 0,-1 1 0,1 0 0,-1 0 0,0 0 0,1-1 0,-1 1 0,0 0 0,-1 0 0,1 0 0,0 0 0,-1 1 0,1-1 0,-1 0 0,1 1 0,-1-1 0,0 0 0,0 1 0,1 0 0,-1-1 0,0 1 0,-4-1 0,1-1 0,0 1 0,0 0 0,0 0 0,-1 1 0,1-1 0,-1 1 0,1 0 0,-1 1 0,1-1 0,-1 1 0,1 0 0,-1 1 0,1-1 0,-10 3 0,8-1 0,-1 1 0,1 0 0,0 0 0,0 0 0,0 1 0,0 0 0,0 1 0,1 0 0,-9 8 0,6-4 0,1-1 0,0 2 0,0-1 0,1 1 0,0 1 0,1-1 0,0 1 0,1 0 0,0 0 0,1 1 0,0 0 0,1-1 0,-3 16 0,6-20 18,-1-1 0,1 0 0,0 0 0,0 1 0,1-1 0,0 0 0,0 0 0,1 0 0,-1 0 0,1 0 0,1 0 0,-1 0 0,1 0 0,0-1 0,0 0 0,1 1 0,-1-1 0,9 8 0,-5-6-174,1 0 1,0-1 0,0-1 0,0 1 0,1-1 0,-1 0 0,1-1-1,0 0 1,1-1 0,18 5 0,11 1-6671</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22.549"/>
    </inkml:context>
    <inkml:brush xml:id="br0">
      <inkml:brushProperty name="width" value="0.05" units="cm"/>
      <inkml:brushProperty name="height" value="0.05" units="cm"/>
      <inkml:brushProperty name="color" value="#FFFFFF"/>
    </inkml:brush>
  </inkml:definitions>
  <inkml:trace contextRef="#ctx0" brushRef="#br0">130 2 24575,'-33'-1'0,"18"1"0,1-1 0,0 2 0,0 0 0,-15 3 0,28-4 0,1 0 0,-1 0 0,1 0 0,-1 0 0,1 0 0,-1 0 0,1 0 0,-1 0 0,1 1 0,-1-1 0,1 0 0,-1 0 0,1 1 0,0-1 0,-1 0 0,1 1 0,0-1 0,-1 0 0,1 1 0,-1-1 0,1 0 0,0 1 0,-1 0 0,7 6 0,23 6 0,-26-11 0,133 41 0,-9-4 0,-123-37 0,0-1 0,-1 1 0,1-1 0,-1 1 0,1 1 0,-1-1 0,5 4 0,-7-5 0,-1-1 0,1 1 0,-1 0 0,1-1 0,-1 1 0,0 0 0,1-1 0,-1 1 0,1 0 0,-1-1 0,0 1 0,0 0 0,0 0 0,1-1 0,-1 1 0,0 0 0,0 0 0,0 0 0,0-1 0,0 1 0,0 0 0,0 0 0,-1 0 0,1-1 0,0 1 0,0 0 0,0 0 0,-1-1 0,1 1 0,-1 0 0,1-1 0,0 1 0,-1 0 0,1-1 0,-1 1 0,1 0 0,-1-1 0,0 1 0,1-1 0,-1 1 0,0-1 0,-1 1 0,-18 13 0,0-1 0,-2-1 0,-35 15 0,1 0 0,26-12 161,16-10-416,1 2 1,0 0 0,1 0 0,-1 1-1,-15 14 1,21-13-6572</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22.827"/>
    </inkml:context>
    <inkml:brush xml:id="br0">
      <inkml:brushProperty name="width" value="0.05" units="cm"/>
      <inkml:brushProperty name="height" value="0.05" units="cm"/>
      <inkml:brushProperty name="color" value="#FFFFFF"/>
    </inkml:brush>
  </inkml:definitions>
  <inkml:trace contextRef="#ctx0" brushRef="#br0">83 13 24575,'-6'0'0,"0"-1"0,0 0 0,0 0 0,-7-2 0,9 1 0,0 1 0,0 0 0,0 0 0,-1 0 0,1 1 0,0-1 0,0 1 0,-8 1 0,13-1 0,-1 0 0,0 0 0,0 0 0,0 0 0,0 0 0,1 0 0,-1 0 0,0 0 0,0 1 0,0-1 0,0 0 0,0 0 0,1 0 0,-1 0 0,0 0 0,0 0 0,0 1 0,0-1 0,0 0 0,0 0 0,0 0 0,0 0 0,0 1 0,1-1 0,-1 0 0,0 0 0,0 0 0,0 0 0,0 1 0,0-1 0,0 0 0,0 0 0,0 0 0,0 1 0,0-1 0,-1 0 0,1 0 0,0 0 0,0 0 0,0 1 0,0-1 0,0 0 0,0 0 0,0 0 0,0 0 0,0 0 0,0 1 0,-1-1 0,1 0 0,0 0 0,0 0 0,0 0 0,0 0 0,0 0 0,-1 0 0,1 1 0,0-1 0,0 0 0,0 0 0,0 0 0,-1 0 0,1 0 0,0 0 0,15 8 0,129 35 0,-101-32 0,0 2 0,62 28 0,-100-39 0,-1 0 0,-1 0 0,1 0 0,0 1 0,0-1 0,-1 1 0,0 0 0,1 0 0,-1 1 0,3 3 0,-5-6 0,-1 1 0,1 0 0,0 0 0,0 0 0,-1-1 0,1 1 0,-1 0 0,1 0 0,-1 0 0,0 0 0,0 0 0,0 0 0,0 0 0,0 0 0,0 0 0,0 0 0,-1 0 0,1 0 0,-1-1 0,0 1 0,1 0 0,-1 0 0,0 0 0,0-1 0,-1 3 0,-4 4 0,0 1 0,-1-1 0,0 0 0,0 0 0,-1-1 0,0 0 0,-13 8 0,-70 40 0,71-44 0,-54 29-1365,4-4-5461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24.570"/>
    </inkml:context>
    <inkml:brush xml:id="br0">
      <inkml:brushProperty name="width" value="0.05" units="cm"/>
      <inkml:brushProperty name="height" value="0.05" units="cm"/>
      <inkml:brushProperty name="color" value="#FFFFFF"/>
    </inkml:brush>
  </inkml:definitions>
  <inkml:trace contextRef="#ctx0" brushRef="#br0">48 228 24575,'-1'-47'0,"0"27"0,0 1 0,2-1 0,5-39 0,-2 48 0,-3 16 0,-3 21 0,-14 41 0,-16 79 0,29-125 0,1 0 0,1-1 0,0 1 0,2 0 0,3 22 0,-3-36 0,0 1 0,1-1 0,0 1 0,1-1 0,-1 0 0,2 1 0,-1-1 0,1-1 0,-1 1 0,2 0 0,-1-1 0,1 0 0,0 0 0,0 0 0,1-1 0,0 0 0,0 0 0,0 0 0,0-1 0,1 0 0,0 0 0,0 0 0,0-1 0,0 0 0,0-1 0,1 0 0,-1 0 0,1 0 0,-1-1 0,1 0 0,0 0 0,15-1 0,-10-1 0,-1 0 0,1-1 0,-1 0 0,1-1 0,-1 0 0,0-1 0,0-1 0,0 0 0,-1 0 0,1-1 0,-1 0 0,19-16 0,-17 12 0,-2-1 0,1-1 0,-2 1 0,1-2 0,-2 0 0,0 0 0,0 0 0,-1-1 0,10-26 0,-12 24 0,0 0 0,-1 0 0,-1-1 0,-1 0 0,-1 0 0,0 0 0,-1 0 0,0 0 0,-3-18 0,0 21 0,0 1 0,0-1 0,-2 1 0,0 0 0,0 0 0,-1 0 0,0 1 0,-2 0 0,1 0 0,-1 0 0,-16-20 0,21 30 0,0 0 0,0 0 0,0 0 0,0 0 0,0 0 0,0 0 0,0 1 0,0-1 0,-1 1 0,1-1 0,-1 1 0,1 0 0,-1 0 0,0 0 0,-4-1 0,5 2 0,0 0 0,0 1 0,0-1 0,1 0 0,-1 1 0,0 0 0,1-1 0,-1 1 0,0 0 0,1 0 0,-1-1 0,1 1 0,-1 0 0,1 1 0,-1-1 0,1 0 0,0 0 0,-1 1 0,1-1 0,0 1 0,0-1 0,0 1 0,0-1 0,1 1 0,-2 1 0,-1 4-114,0-1 1,0 1-1,1 0 0,0 0 0,1 0 1,-1 0-1,1 0 0,0 1 0,1-1 1,0 0-1,1 14 0,3 1-6712</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25.006"/>
    </inkml:context>
    <inkml:brush xml:id="br0">
      <inkml:brushProperty name="width" value="0.05" units="cm"/>
      <inkml:brushProperty name="height" value="0.05" units="cm"/>
      <inkml:brushProperty name="color" value="#FFFFFF"/>
    </inkml:brush>
  </inkml:definitions>
  <inkml:trace contextRef="#ctx0" brushRef="#br0">53 25 24575,'4'-25'0,"-6"45"0,-17 68 0,4 0 0,-5 140 0,22-118 0,-1-96 0,1-1 0,0 1 0,1-1 0,0 1 0,11 23 0,-3-19-1365,1-6-5461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25.225"/>
    </inkml:context>
    <inkml:brush xml:id="br0">
      <inkml:brushProperty name="width" value="0.05" units="cm"/>
      <inkml:brushProperty name="height" value="0.05" units="cm"/>
      <inkml:brushProperty name="color" value="#FFFFFF"/>
    </inkml:brush>
  </inkml:definitions>
  <inkml:trace contextRef="#ctx0" brushRef="#br0">1 5 24575,'0'-3'0,"0"2"0,0 4 0,0 5 0,0 4 0,0 6 0,0 4 0,0 3 0,0 5 0,0 2 0,3 0 0,1 0 0,3-2 0,0-3 0,-1-3 0,2-6 0,2-5 0,0-6-8191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25.364"/>
    </inkml:context>
    <inkml:brush xml:id="br0">
      <inkml:brushProperty name="width" value="0.05" units="cm"/>
      <inkml:brushProperty name="height" value="0.05" units="cm"/>
      <inkml:brushProperty name="color" value="#FFFFFF"/>
    </inkml:brush>
  </inkml:definitions>
  <inkml:trace contextRef="#ctx0" brushRef="#br0">99 127 24575,'-3'-7'0,"-1"-7"0,-3-9 0,-4-2 0,-2 2 0,-3 5 0,-1 6 0,1 8 0,5 5-8191</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25.630"/>
    </inkml:context>
    <inkml:brush xml:id="br0">
      <inkml:brushProperty name="width" value="0.05" units="cm"/>
      <inkml:brushProperty name="height" value="0.05" units="cm"/>
      <inkml:brushProperty name="color" value="#FFFFFF"/>
    </inkml:brush>
  </inkml:definitions>
  <inkml:trace contextRef="#ctx0" brushRef="#br0">20 1 24575,'-11'239'0,"3"108"0,11-321-1365,1-6-5461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25.770"/>
    </inkml:context>
    <inkml:brush xml:id="br0">
      <inkml:brushProperty name="width" value="0.05" units="cm"/>
      <inkml:brushProperty name="height" value="0.05" units="cm"/>
      <inkml:brushProperty name="color" value="#FFFFFF"/>
    </inkml:brush>
  </inkml:definitions>
  <inkml:trace contextRef="#ctx0" brushRef="#br0">29 178 24575,'-3'-7'0,"-5"-4"0,0-4 0,1-3 0,4-1 0,7 3 0,8 1 0,9-1 0,9 4 0,13-1 0,11 3 0,6 0 0,5 1 0,-8 2-8191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27.559"/>
    </inkml:context>
    <inkml:brush xml:id="br0">
      <inkml:brushProperty name="width" value="0.05" units="cm"/>
      <inkml:brushProperty name="height" value="0.05" units="cm"/>
      <inkml:brushProperty name="color" value="#FFFFFF"/>
    </inkml:brush>
  </inkml:definitions>
  <inkml:trace contextRef="#ctx0" brushRef="#br0">1803 313 24575,'-2'-4'0,"1"0"0,-1 0 0,0 0 0,0 0 0,0 1 0,0-1 0,0 1 0,-1-1 0,0 1 0,0 0 0,0 0 0,-5-5 0,-2-1 0,-9-10 0,-1 1 0,0 1 0,-2 0 0,0 2 0,0 1 0,-1 1 0,-1 0 0,-39-13 0,23 12 0,-1 2 0,0 2 0,0 1 0,-74-4 0,64 11-16,1 2 1,-1 3-1,1 2 0,0 2 0,0 2 1,-63 20-1,59-11-25,2 3 1,-1 1-1,2 3 1,2 2-1,-72 51 1,80-47 5,2 2 0,1 1 0,1 2 1,2 2-1,2 1 0,-35 54 0,45-58 23,2 2 0,2 0 0,1 1-1,2 1 1,2 0 0,2 1-1,1 1 1,-5 43 0,12-57 12,1 0 0,2 0 0,1 1 0,1-1 0,1 1 0,1-1 0,2 0 0,1 0 0,0 0 0,3-1 0,0 0 0,1-1 0,2 0 0,0 0 0,2-2 0,0 1 0,2-2 0,0 0 0,2-1 0,0 0 0,2-2 0,0 0 0,1-1 0,32 21 0,-18-17-18,1-1 0,1-2-1,1-2 1,1-1 0,59 15 0,-46-18-50,2-3 0,-1-1-1,99 1 1,-78-12-33,0-3 0,0-3 0,0-3-1,-2-4 1,1-2 0,101-40 0,-114 33 74,0-3 1,-2-2 0,-2-3-1,0-2 1,-3-3 0,-1-2-1,-1-2 1,63-69-1,-87 80 32,-2-1 0,-1-1-1,-2-1 1,-1-1-1,-1-1 1,20-51-1,-30 57-5,0 0 0,-2 0 0,-2-1-1,0 0 1,-2-1 0,-1 1-1,-2-1 1,0 1 0,-5-34 0,0 38 1,-1-1 0,0 0 0,-2 1 0,-2 0 0,0 1 0,-1 0 0,-2 0 0,0 1 0,-30-41 0,23 39 0,-2 1 0,-1 1 0,-1 1 0,-1 1 0,-1 1 0,0 1 0,-55-31 0,29 24-126,-2 4 1,0 1 0,-1 3 0,-1 2 0,-1 3 0,0 2 0,-80-7 0,29 11-413,0 5-1,-214 23 1,120 7-3022</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28.617"/>
    </inkml:context>
    <inkml:brush xml:id="br0">
      <inkml:brushProperty name="width" value="0.05" units="cm"/>
      <inkml:brushProperty name="height" value="0.05" units="cm"/>
      <inkml:brushProperty name="color" value="#FFFFFF"/>
    </inkml:brush>
  </inkml:definitions>
  <inkml:trace contextRef="#ctx0" brushRef="#br0">2769 2121 24575,'0'-3'0,"1"1"0,0 0 0,0-1 0,0 1 0,0 0 0,0 0 0,0 0 0,1 0 0,2-4 0,4-7 0,5-16 0,-1 0 0,-2 0 0,-1-2 0,-1 1 0,-1-1 0,-2 0 0,2-61 0,-7 50 0,-3 0 0,-1 0 0,-18-73 0,1 38 0,-34-80 0,28 93-42,-3 1-1,-2 1 0,-4 1 0,-2 3 1,-2 1-1,-3 2 0,-90-89 1,69 85-15,-2 3 0,-2 3 0,-3 3 0,-2 4 0,-152-72 0,84 59 57,-3 6 0,-160-36 0,-307-27 0,581 112 0,-225-28 0,185 27 0,-112 5 0,179 0 0,-2 0 0,1 0 0,-1 0 0,0 1 0,1-1 0,-1 1 0,1 0 0,-1 0 0,1 0 0,0 1 0,-1 0 0,1 0 0,0 0 0,-4 3 0,8-5 0,-1 1 0,1-1 0,0 0 0,-1 1 0,1-1 0,0 0 0,0 1 0,0-1 0,-1 0 0,1 1 0,0-1 0,0 1 0,0-1 0,0 0 0,0 1 0,0-1 0,0 1 0,0-1 0,0 0 0,0 1 0,0-1 0,0 1 0,0-1 0,0 1 0,0-1 0,0 0 0,1 1 0,-1-1 0,0 0 0,0 1 0,0-1 0,1 1 0,-1-1 0,0 0 0,0 1 0,1-1 0,-1 0 0,0 0 0,1 1 0,0-1 0,16 11 0,2-3 56,1-1 0,0-1 0,0-1 1,0 0-1,22 1 0,107 4 290,-146-9-346,193-6-1365,-146 0-5461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5:28.945"/>
    </inkml:context>
    <inkml:brush xml:id="br0">
      <inkml:brushProperty name="width" value="0.05" units="cm"/>
      <inkml:brushProperty name="height" value="0.05" units="cm"/>
      <inkml:brushProperty name="color" value="#FFFFFF"/>
    </inkml:brush>
  </inkml:definitions>
  <inkml:trace contextRef="#ctx0" brushRef="#br0">351 91 24575,'0'-2'0,"0"-1"0,1 1 0,-1-1 0,0 1 0,1-1 0,0 1 0,0 0 0,0-1 0,0 1 0,0 0 0,0 0 0,0-1 0,1 1 0,-1 0 0,1 0 0,-1 1 0,1-1 0,0 0 0,3-2 0,3-2 0,0 1 0,1 0 0,16-6 0,3-2 0,-25 9 0,-10 3 0,-9 2 0,-223 44 0,221-43 0,2 0 0,-1 0 0,1 2 0,0-1 0,0 2 0,0 0 0,-29 14 0,43-17 0,-1-1 0,1 1 0,0 0 0,-1 0 0,1 0 0,0 0 0,0 0 0,0 1 0,0-1 0,1 0 0,-1 1 0,1 0 0,-1-1 0,1 1 0,0 0 0,0-1 0,0 1 0,1 0 0,-2 3 0,2 0 0,0-1 0,0 0 0,1 0 0,-1 1 0,1-1 0,0 0 0,0 0 0,1 0 0,0 0 0,2 5 0,5 7 0,0 0 0,1-1 0,1 0 0,24 26 0,62 58-1365,-47-52-5461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05.133"/>
    </inkml:context>
    <inkml:brush xml:id="br0">
      <inkml:brushProperty name="width" value="0.05" units="cm"/>
      <inkml:brushProperty name="height" value="0.05" units="cm"/>
      <inkml:brushProperty name="color" value="#FFFFFF"/>
    </inkml:brush>
  </inkml:definitions>
  <inkml:trace contextRef="#ctx0" brushRef="#br0">582 308 24575,'-1'0'0,"1"0"0,-1-1 0,0 1 0,1 0 0,-1-1 0,0 1 0,1-1 0,-1 1 0,1-1 0,-1 1 0,1-1 0,-1 1 0,1-1 0,-1 1 0,1-1 0,0 0 0,-1 1 0,1-1 0,0 0 0,-1 1 0,1-1 0,0 0 0,0 1 0,0-1 0,0 0 0,0 0 0,0 1 0,0-1 0,0 0 0,0 0 0,0 1 0,0-1 0,0 0 0,1-1 0,4-27 0,5 8 0,0 1 0,2 0 0,0 1 0,15-19 0,2-2 0,-28 38 0,18-21 0,-19 23 0,0 0 0,0 0 0,1-1 0,-1 1 0,0 0 0,1 0 0,-1 0 0,0-1 0,1 1 0,-1 0 0,0 0 0,1 0 0,-1 0 0,0 0 0,1 0 0,-1 0 0,0 0 0,1 0 0,-1 0 0,0 0 0,1 0 0,-1 0 0,1 0 0,-1 0 0,1 0 0,-1 1 0,1-1 0,0 1 0,-1 0 0,1-1 0,-1 1 0,0 0 0,1 0 0,-1-1 0,0 1 0,1 0 0,-1 0 0,0 0 0,0-1 0,0 1 0,1 0 0,-1 0 0,0 1 0,3 43 0,-5 76 0,0-38 0,32 640 0,7-33 0,-60-119-294,-39-1-101,44-417 367,13-106 28,-117 1183 0,102-877 0,-42 607 0,39-656-18,-46 545 57,-29-4-275,-24 56-934,30 3 1264,30 279-670,67-955 606,0-169 820,22 105-1,-26-156-750,1 0-1,1-1 0,-1 1 0,1-1 1,7 12-1,-9-18-90,-1 1 0,1-1 0,0 1 0,1-1 0,-1 0 0,0 0 0,0 0 0,0 1 0,1-1 0,-1 0 0,0-1 0,1 1 0,-1 0 0,1 0 0,-1-1 1,1 1-1,0 0 0,-1-1 0,1 0 0,-1 1 0,1-1 0,0 0 0,-1 0 0,1 0 0,0 0 0,0 0 0,-1 0 0,1-1 0,-1 1 0,1 0 0,0-1 0,2 0 0,91-41-8,-65 27 0,0 2 0,0 1 0,43-11 0,-19 14 0,99-6 0,59 12 0,-143 4 0,1282 46-3818,-762-18 2248,2990-45-1604,-1252-168 2290,-2217 172 1012,348-42 2198,-8-28 32,-409 73-1701,-1-2-1,0-1 0,47-22 1,-76 28-532,0 0 1,-1 0-1,1-1 1,-1 0-1,-1 0 1,1-1 0,-2-1-1,1 1 1,-1-2-1,0 1 1,-1-1-1,0 0 1,0 0-1,-1-1 1,7-18-1,-3 1-125,-2-1 0,9-52 0,-1-64 0,-5 34 0,99-609-868,17-131-706,-28-599 167,-100 1001 926,-72-553 0,-79 108 481,-45 9 0,69 324 0,-276-1230-1014,311 1300 3926,76 354-1455,1-223-1,18 330-1456,1 1 0,13-51 0,-1 6 0,-14 69 0,-1 0 0,1 0 0,-1 0 0,0 0 0,0 0 0,-1 0 0,1 0 0,-1 0 0,0 0 0,-1 1 0,1-1 0,-1 0 0,0 1 0,-4-8 0,3 7 0,-1 0 0,0 0 0,0 0 0,-1 0 0,0 1 0,1 0 0,-2 0 0,1 0 0,0 0 0,-7-2 0,-7-3 0,0 2 0,-1 0 0,1 1 0,-2 1 0,-39-5 0,-625-38 0,532 42 0,-1172-19-2127,1256 24 2112,-1309-16-1861,15-9 1876,101 0 0,-807 122 1897,2029-92-1473,1 2 1,1 2-1,-1 1 0,-63 24 0,99-32-575,1 0-1,0 1 0,-1-1 0,1 0 1,0 1-1,0-1 0,0 1 1,-4 3-1,-1 5-6674</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05.915"/>
    </inkml:context>
    <inkml:brush xml:id="br0">
      <inkml:brushProperty name="width" value="0.05" units="cm"/>
      <inkml:brushProperty name="height" value="0.05" units="cm"/>
      <inkml:brushProperty name="color" value="#FFFFFF"/>
    </inkml:brush>
  </inkml:definitions>
  <inkml:trace contextRef="#ctx0" brushRef="#br0">8 756 24575,'-8'7'0,"8"-8"0,22-10 0,76-16-190,150-22 1,109 7-558,-299 36 630,1514-113-5831,8 51 1787,-1184 52 4273,506-18-1664,1546-66 157,-2298 94 1688,444-27 149,-10-41 2770,-552 68-2328,-9 3-214,0-1-1,-1-1 0,1-1 0,-2-1 0,1-1 0,29-15 1,-50 23-620,0-1 0,1 0 0,-1 1 1,0-1-1,0 0 0,1 0 1,-1 0-1,0 0 0,0 0 1,0 0-1,0 0 0,0 0 0,0-1 1,-1 1-1,1 0 0,0 0 1,-1-1-1,1 1 0,0-1 1,-1 1-1,0 0 0,1-1 0,-1-1 1,0 1 40,-1 0 0,1 0 1,-1 1-1,1-1 0,-1 1 1,0-1-1,0 1 0,0-1 1,0 1-1,0-1 1,0 1-1,0 0 0,0-1 1,-1 1-1,1 0 0,-2-2 1,-7-3 290,0 0 0,-1 0 1,1 1-1,-16-6 0,-13-3-1747,3 3-5461</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06.831"/>
    </inkml:context>
    <inkml:brush xml:id="br0">
      <inkml:brushProperty name="width" value="0.05" units="cm"/>
      <inkml:brushProperty name="height" value="0.05" units="cm"/>
      <inkml:brushProperty name="color" value="#FFFFFF"/>
    </inkml:brush>
  </inkml:definitions>
  <inkml:trace contextRef="#ctx0" brushRef="#br0">239 314 24575,'-1'-13'0,"0"0"0,-1 0 0,-1 1 0,0-1 0,-1 1 0,0-1 0,-1 1 0,0 1 0,-1-1 0,-10-15 0,-10-12 0,-45-51 0,67 85 0,2 2 0,-1 0 0,1 0 0,-1 0 0,0 0 0,0 0 0,-1 1 0,-6-5 0,10 7 0,-1 0 0,1-1 0,-1 1 0,1 0 0,-1 0 0,1 0 0,-1 0 0,1 0 0,-1 0 0,0 0 0,1 0 0,-1 0 0,1 0 0,-1 0 0,1 0 0,-1 1 0,1-1 0,-1 0 0,1 0 0,-1 0 0,1 1 0,-1-1 0,1 0 0,-1 1 0,0 0 0,0 1 0,-1-1 0,1 1 0,1-1 0,-1 1 0,0-1 0,0 1 0,0 0 0,1-1 0,-1 1 0,0 2 0,-5 31 0,1 0 0,2 0 0,1 62 0,2-53 0,-9 303 323,0 116-2011,9-439-5138</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07.378"/>
    </inkml:context>
    <inkml:brush xml:id="br0">
      <inkml:brushProperty name="width" value="0.05" units="cm"/>
      <inkml:brushProperty name="height" value="0.05" units="cm"/>
      <inkml:brushProperty name="color" value="#FFFFFF"/>
    </inkml:brush>
  </inkml:definitions>
  <inkml:trace contextRef="#ctx0" brushRef="#br0">14 532 24575,'-5'-18'0,"2"0"0,0 0 0,2-1 0,0 1 0,0-1 0,2 1 0,3-22 0,-3 31 0,1 1 0,0 0 0,0 0 0,1 1 0,0-1 0,0 0 0,1 1 0,0 0 0,0 0 0,1 0 0,-1 0 0,2 1 0,-1 0 0,1 0 0,0 0 0,0 0 0,0 1 0,9-5 0,4 0 0,1 0 0,-1 2 0,2 1 0,-1 0 0,41-7 0,114-7 0,-152 19 0,706-29-2593,-480 26 1689,1584-38-3739,-617 16 2488,1708-15 4976,-2898 42-2563,10 0 1137,38 4 0,-72-4-1273,1 0 0,-1 1-1,1-1 1,-1 1 0,1-1-1,-1 1 1,0 0 0,1 0 0,-1 0-1,0 0 1,0 0 0,1 0-1,-1 1 1,0-1 0,0 1-1,3 3 1,-4-3 34,0 1 1,0 0-1,0-1 0,0 1 1,0 0-1,0 0 0,-1 0 1,1 0-1,-1 0 0,0 0 1,0 0-1,0 5 1,0 30-50,2 0 0,11 55 1,23 74-99,-22-111-16,70 273 7,29 131 0,-90-340 0,15 226 0,-38-331-341,0 0 0,0 0-1,-6 28 1,-2-14-6485</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08.050"/>
    </inkml:context>
    <inkml:brush xml:id="br0">
      <inkml:brushProperty name="width" value="0.05" units="cm"/>
      <inkml:brushProperty name="height" value="0.05" units="cm"/>
      <inkml:brushProperty name="color" value="#FFFFFF"/>
    </inkml:brush>
  </inkml:definitions>
  <inkml:trace contextRef="#ctx0" brushRef="#br0">583 321 24575,'-3'-1'0,"1"0"0,-1-1 0,1 1 0,-1-1 0,1 0 0,0 1 0,0-1 0,0 0 0,0 0 0,0-1 0,0 1 0,-2-4 0,-1-1 0,-24-29 0,-29-50 0,36 51 0,-53-65 0,72 97 0,1 1 0,0-1 0,-1 1 0,0 0 0,0-1 0,1 1 0,-1 0 0,0 1 0,-1-1 0,1 1 0,0-1 0,0 1 0,-1 0 0,1 0 0,-1 0 0,-5 0 0,5 1 0,0 1 0,0-1 0,0 1 0,0 0 0,0 0 0,0 0 0,0 0 0,1 1 0,-1 0 0,0 0 0,1 0 0,-1 0 0,1 0 0,-4 4 0,-9 8 0,0 1 0,1 1 0,1 0 0,0 1 0,-13 22 0,-50 97 0,77-135 0,-46 97 0,42-88 0,0 1 0,1 0 0,0 0 0,1 0 0,0 0 0,1 0 0,0 16 0,1-24 0,0 0 0,0-1 0,1 1 0,-1 0 0,1 0 0,0 0 0,0-1 0,0 1 0,0-1 0,0 1 0,1 0 0,-1-1 0,1 0 0,0 1 0,0-1 0,0 0 0,0 0 0,0 0 0,0 0 0,0-1 0,0 1 0,1 0 0,-1-1 0,1 0 0,-1 1 0,1-1 0,0 0 0,-1-1 0,1 1 0,0 0 0,0-1 0,5 1 0,3 0 0,1-1 0,-1 0 0,0 0 0,1-1 0,-1-1 0,1 0 0,10-3 0,-2-2 0,0 0 0,-1-2 0,0 0 0,0-1 0,-1 0 0,-1-2 0,0 0 0,21-19 0,-18 12 0,-1 0 0,0-2 0,-1 0 0,-2-1 0,27-45 0,-40 61 0,14-22 0,-17 27 0,0 1 0,0-1 0,1 1 0,-1 0 0,0-1 0,1 1 0,-1-1 0,0 1 0,1 0 0,-1 0 0,1-1 0,-1 1 0,0 0 0,1 0 0,-1-1 0,1 1 0,-1 0 0,1 0 0,-1 0 0,1 0 0,-1 0 0,1 0 0,-1-1 0,1 1 0,-1 1 0,1-1 0,-1 0 0,1 0 0,-1 0 0,1 0 0,-1 0 0,1 0 0,-1 0 0,1 1 0,-1-1 0,0 0 0,1 0 0,-1 1 0,1-1 0,-1 0 0,0 1 0,1-1 0,-1 0 0,0 1 0,1-1 0,-1 0 0,0 1 0,1-1 0,-1 1 0,0-1 0,1 1 0,4 10 0,1 1 0,-1 0 0,6 22 0,2 5 0,-6-21-227,1 1-1,0-2 1,2 1-1,0-1 1,25 30-1,-11-21-6598</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08.409"/>
    </inkml:context>
    <inkml:brush xml:id="br0">
      <inkml:brushProperty name="width" value="0.05" units="cm"/>
      <inkml:brushProperty name="height" value="0.05" units="cm"/>
      <inkml:brushProperty name="color" value="#FFFFFF"/>
    </inkml:brush>
  </inkml:definitions>
  <inkml:trace contextRef="#ctx0" brushRef="#br0">24 214 24575,'-4'-9'0,"0"-1"0,0 1 0,1-1 0,1 0 0,0 0 0,0 0 0,0-13 0,1 22 0,1 0 0,0 0 0,0 1 0,0-1 0,0 0 0,0 0 0,0 0 0,0 0 0,0 1 0,0-1 0,1 0 0,-1 0 0,0 0 0,1 1 0,-1-1 0,0 0 0,1 0 0,-1 1 0,1-1 0,-1 0 0,1 1 0,-1-1 0,1 0 0,-1 1 0,1-1 0,0 1 0,-1-1 0,1 1 0,1-1 0,0 0 0,-1 1 0,1 0 0,-1 1 0,1-1 0,-1 0 0,1 0 0,-1 1 0,1-1 0,-1 1 0,1-1 0,-1 1 0,1-1 0,-1 1 0,3 1 0,4 4 0,1 0 0,-1 1 0,13 12 0,6 12 0,-2 1 0,-1 1 0,-1 1 0,-2 1 0,-2 0 0,-1 2 0,-1 0 0,15 57 0,-30-88 0,-1 0 0,0 1 0,0-1 0,-1 1 0,0-1 0,-1 12 0,1-17 0,0 0 0,0 0 0,0 0 0,-1 0 0,1 0 0,0 0 0,-1 0 0,1 0 0,0 0 0,-1 0 0,0 0 0,1 0 0,-1 0 0,1-1 0,-1 1 0,0 0 0,0 0 0,1-1 0,-3 2 0,2-2 0,0 0 0,0 1 0,0-1 0,-1 0 0,1 0 0,0 0 0,0-1 0,0 1 0,0 0 0,-1 0 0,1-1 0,0 1 0,0 0 0,0-1 0,0 1 0,0-1 0,0 0 0,0 1 0,0-1 0,0 0 0,0 1 0,-1-3 0,-2-1 0,0 0 0,0 0 0,0-1 0,1 0 0,-1 0 0,1 0 0,1 0 0,-1 0 0,1-1 0,-1 1 0,2-1 0,-1 0 0,1 1 0,-1-1 0,2 0 0,-2-8 0,1-7 0,1 0 0,1-1 0,4-25 0,0 17 0,1 1 0,1 0 0,2 0 0,13-30 0,-14 39 0,2 1 0,0 0 0,1 1 0,1 0 0,1 0 0,22-23 0,-30 37-45,-1 0-1,0 0 1,1 1-1,0-1 1,0 1-1,0 0 1,0 0-1,0 1 1,1-1-1,-1 1 1,1 0-1,-1 1 1,1-1-1,0 1 1,0 1-1,0-1 1,0 1-1,0 0 1,-1 0-1,1 0 1,0 1-1,0 0 1,0 0-1,-1 0 0,1 1 1,0 0-1,-1 0 1,1 1-1,5 3 1,17 9-6781</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08.813"/>
    </inkml:context>
    <inkml:brush xml:id="br0">
      <inkml:brushProperty name="width" value="0.05" units="cm"/>
      <inkml:brushProperty name="height" value="0.05" units="cm"/>
      <inkml:brushProperty name="color" value="#FFFFFF"/>
    </inkml:brush>
  </inkml:definitions>
  <inkml:trace contextRef="#ctx0" brushRef="#br0">15 364 24575,'-7'-29'0,"6"24"0,-1 0 0,1-1 0,0 1 0,0 0 0,0-8 0,1 12 0,0 0 0,0 0 0,0 0 0,0 0 0,0-1 0,1 1 0,-1 0 0,0 0 0,1 0 0,-1 0 0,1 0 0,0 0 0,-1 0 0,1 0 0,0 0 0,-1 0 0,1 1 0,0-1 0,0 0 0,0 0 0,0 1 0,-1-1 0,1 0 0,0 1 0,0-1 0,1 1 0,-1-1 0,0 1 0,2-1 0,-1 1 0,1 0 0,-1-1 0,0 1 0,1 0 0,-1 1 0,1-1 0,-1 0 0,1 1 0,-1-1 0,0 1 0,1 0 0,-1 0 0,0 0 0,0 0 0,1 0 0,-1 0 0,0 1 0,0-1 0,3 4 0,4 2 0,-1 2 0,13 14 0,-6-4 0,-1 0 0,0 1 0,-2 1 0,0-1 0,-2 2 0,0 0 0,-1 0 0,-2 1 0,0-1 0,-1 2 0,3 29 0,-9-50 0,0 1 0,0-1 0,-1 1 0,1-1 0,-1 1 0,0-1 0,0 0 0,0 1 0,0-1 0,0 0 0,-3 4 0,4-6 0,-1-1 0,1 1 0,0-1 0,-1 1 0,1-1 0,0 0 0,-1 1 0,1-1 0,0 0 0,-1 1 0,1-1 0,-1 0 0,1 1 0,-1-1 0,1 0 0,-1 0 0,1 0 0,-1 1 0,1-1 0,-1 0 0,1 0 0,-1 0 0,1 0 0,-1 0 0,1 0 0,-1 0 0,1 0 0,-1 0 0,-1-1 0,1 0 0,0 1 0,0-1 0,0 0 0,0 0 0,0 0 0,0 0 0,0-1 0,0 1 0,0 0 0,0 0 0,1 0 0,-1-1 0,0 1 0,0-3 0,-2-4 0,0 0 0,1-1 0,0 1 0,1-1 0,-1 0 0,2 1 0,-1-1 0,2-16 0,2-4 0,9-37 0,0 14 0,33-89 0,-32 110 0,1 0 0,2 1 0,36-54 0,-46 76 0,0 0 0,0 1 0,1-1 0,0 2 0,1-1 0,-1 1 0,1 0 0,1 0 0,-1 1 0,10-4 0,-13 7 0,-1 0 0,1 1 0,0-1 0,0 1 0,0 0 0,0 1 0,-1-1 0,1 1 0,0 0 0,0 1 0,0-1 0,0 1 0,0 0 0,0 0 0,-1 0 0,1 1 0,0-1 0,-1 1 0,1 0 0,-1 1 0,8 4 0,-5-1-136,0 0-1,-1 0 1,1 0-1,-1 1 1,-1 0-1,1 0 1,-1 1-1,0 0 0,4 9 1,4 9-6690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11.265"/>
    </inkml:context>
    <inkml:brush xml:id="br0">
      <inkml:brushProperty name="width" value="0.05" units="cm"/>
      <inkml:brushProperty name="height" value="0.05" units="cm"/>
      <inkml:brushProperty name="color" value="#FFFFFF"/>
    </inkml:brush>
  </inkml:definitions>
  <inkml:trace contextRef="#ctx0" brushRef="#br0">212 10 24575,'0'-1'0,"0"1"0,0-1 0,0 1 0,-1-1 0,1 1 0,0-1 0,-1 1 0,1-1 0,0 1 0,-1 0 0,1-1 0,-1 1 0,1-1 0,0 1 0,-1 0 0,1-1 0,-1 1 0,1 0 0,-1 0 0,1-1 0,-1 1 0,0 0 0,1 0 0,-1 0 0,1 0 0,-1 0 0,1 0 0,-1 0 0,1 0 0,-1 0 0,0 0 0,1 0 0,-1 0 0,0 0 0,-23 3 0,22-2 0,-1-1 0,1 1 0,0-1 0,0 1 0,-1 0 0,1-1 0,0 1 0,0 0 0,0 1 0,0-1 0,0 0 0,0 1 0,0-1 0,0 1 0,1-1 0,-1 1 0,0 0 0,1-1 0,0 1 0,-1 0 0,0 3 0,-1 2 0,0 0 0,1 0 0,0 0 0,1 0 0,-2 9 0,3-10 0,-1 0 0,0 0 0,-1 0 0,1 0 0,-1 0 0,0 0 0,-1-1 0,1 1 0,-4 5 0,2-7 0,1-1 0,0 1 0,-1-1 0,0 0 0,0 0 0,0 0 0,0-1 0,0 1 0,0-1 0,-1 0 0,-4 1 0,8-2 0,0-1 0,-1 1 0,1-1 0,0 0 0,0 0 0,-1 1 0,1-1 0,0 0 0,-1 0 0,1 0 0,0 0 0,0 0 0,-1-1 0,1 1 0,0 0 0,-1-1 0,1 1 0,0 0 0,0-1 0,0 0 0,0 1 0,-1-1 0,1 0 0,0 1 0,0-1 0,0 0 0,0 0 0,0 0 0,1 0 0,-1 0 0,0 0 0,0 0 0,1 0 0,-1 0 0,0-1 0,1 1 0,-1 0 0,1 0 0,0 0 0,-1-1 0,1 1 0,0 0 0,0-1 0,0-1 0,-1-4 0,1 1 0,0-1 0,1 1 0,0 0 0,0-1 0,0 1 0,1 0 0,-1-1 0,6-9 0,-1 3 0,0 0 0,1 0 0,11-13 0,-18 25 9,0 1 0,0-1 0,0 1 0,0 0 0,1-1 0,-1 1 0,0 0 0,0-1 0,0 1 0,1 0 0,-1-1 0,0 1 0,1 0 0,-1-1 0,0 1 0,0 0 0,1 0 0,-1-1 0,1 1 0,-1 0 0,0 0 0,1 0 0,-1-1 0,0 1 0,1 0 0,-1 0 0,1 0 0,-1 0 0,0 0 0,1 0 0,-1 0 0,1 0 0,-1 0 0,1 0 0,-1 0 0,0 0 0,1 0 0,4 16-1716,-5-3-5119</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11.830"/>
    </inkml:context>
    <inkml:brush xml:id="br0">
      <inkml:brushProperty name="width" value="0.05" units="cm"/>
      <inkml:brushProperty name="height" value="0.05" units="cm"/>
      <inkml:brushProperty name="color" value="#FFFFFF"/>
    </inkml:brush>
  </inkml:definitions>
  <inkml:trace contextRef="#ctx0" brushRef="#br0">58 155 24575,'6'-23'0,"-6"20"0,1 1 0,0 0 0,0 0 0,-1 0 0,1 0 0,-1-1 0,0 1 0,0 0 0,0-4 0,-2 8 0,0 0 0,1 0 0,-1 0 0,0 1 0,1-1 0,-1 0 0,1 1 0,-2 3 0,-8 24 0,1 1 0,1 0 0,2 0 0,1 1 0,2-1 0,1 1 0,1 0 0,3 35 0,0-59 0,-1 0 0,1 0 0,0 0 0,1-1 0,0 1 0,0 0 0,0 0 0,5 7 0,-6-13 0,0 1 0,1-1 0,-1 0 0,1 0 0,0 1 0,-1-1 0,1-1 0,0 1 0,0 0 0,0 0 0,1-1 0,-1 1 0,0-1 0,1 0 0,-1 1 0,1-1 0,-1 0 0,1-1 0,-1 1 0,1 0 0,0-1 0,-1 1 0,1-1 0,0 0 0,-1 0 0,1 0 0,3-1 0,4 0 0,-1-1 0,0 0 0,0 0 0,0-1 0,0 0 0,0-1 0,-1 1 0,1-2 0,-1 1 0,0-1 0,10-9 0,-7 5 0,-1-1 0,-1 0 0,0 0 0,0-1 0,-1 0 0,0-1 0,8-16 0,-8 11 0,0 0 0,-1-1 0,-1 0 0,-1 0 0,-1-1 0,0 1 0,-1-1 0,-1 0 0,-1 0 0,-1 0 0,-2-30 0,0 40 29,0-1-1,0 0 1,-1 1-1,0 0 0,-1 0 1,0 0-1,0 0 1,-1 0-1,0 1 1,0-1-1,-11-10 1,13 15-101,-1 0 1,0 1 0,0-1 0,0 1 0,0 0 0,0 0 0,-1 1 0,1-1 0,-1 1-1,0 0 1,0 1 0,0-1 0,0 1 0,0-1 0,0 2 0,0-1 0,0 0 0,0 1 0,0 0-1,0 0 1,-1 1 0,1 0 0,-7 1 0,-6 4-6755</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12.230"/>
    </inkml:context>
    <inkml:brush xml:id="br0">
      <inkml:brushProperty name="width" value="0.05" units="cm"/>
      <inkml:brushProperty name="height" value="0.05" units="cm"/>
      <inkml:brushProperty name="color" value="#FFFFFF"/>
    </inkml:brush>
  </inkml:definitions>
  <inkml:trace contextRef="#ctx0" brushRef="#br0">0 70 24575,'0'-3'0,"0"0"0,1 0 0,-1 1 0,0-1 0,1 0 0,0 0 0,0 0 0,0 1 0,0-1 0,0 0 0,0 1 0,1-1 0,-1 1 0,1 0 0,0-1 0,-1 1 0,1 0 0,0 0 0,0 0 0,1 0 0,-1 0 0,0 1 0,1-1 0,-1 1 0,1-1 0,-1 1 0,1 0 0,0 0 0,-1 0 0,7-1 0,-4 1 0,0 0 0,0 1 0,0-1 0,0 1 0,0 0 0,0 1 0,0-1 0,0 1 0,0 0 0,0 0 0,0 1 0,0-1 0,0 1 0,-1 0 0,1 0 0,7 6 0,-3-1 0,-1 1 0,-1-1 0,0 2 0,0-1 0,0 1 0,-1 0 0,-1 0 0,1 1 0,-2 0 0,1 0 0,-1 0 0,-1 0 0,0 1 0,0 0 0,2 17 0,-3-7 0,0 1 0,-1-1 0,-1 1 0,-1 0 0,-1 0 0,-9 40 0,-4-14 0,83-201 0,-54 125 0,1 1 0,2 1 0,35-44 0,-45 62 0,0 1 0,0 0 0,1 1 0,0 0 0,8-6 0,-14 11 0,-1 0 0,0 0 0,1 0 0,-1 1 0,1-1 0,-1 0 0,1 1 0,-1-1 0,1 1 0,-1-1 0,1 1 0,-1 0 0,1 0 0,0-1 0,-1 1 0,1 0 0,0 0 0,-1 1 0,1-1 0,-1 0 0,1 1 0,0-1 0,-1 1 0,1-1 0,-1 1 0,1-1 0,-1 1 0,0 0 0,1 0 0,-1 0 0,0 0 0,1 0 0,-1 0 0,0 0 0,0 1 0,0-1 0,0 0 0,1 3 0,2 4 0,0 0 0,-1 1 0,0 0 0,0-1 0,-1 1 0,0 0 0,1 13 0,0 70 0,-3-59 0,0 49-1365,0-3-5461</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15.991"/>
    </inkml:context>
    <inkml:brush xml:id="br0">
      <inkml:brushProperty name="width" value="0.05" units="cm"/>
      <inkml:brushProperty name="height" value="0.05" units="cm"/>
      <inkml:brushProperty name="color" value="#FFFFFF"/>
    </inkml:brush>
  </inkml:definitions>
  <inkml:trace contextRef="#ctx0" brushRef="#br0">20 274 24575,'-1'-9'0,"0"0"0,-1 0 0,-2-11 0,-3-15 0,7 31 0,-2-12 0,0 1 0,1-1 0,1 1 0,1-1 0,3-16 0,-4 28 0,1 0 0,0 0 0,1 1 0,-1-1 0,1 0 0,-1 1 0,1-1 0,0 1 0,0 0 0,1-1 0,-1 1 0,1 0 0,0 0 0,-1 1 0,1-1 0,0 1 0,1-1 0,-1 1 0,0 0 0,1 0 0,-1 0 0,1 1 0,0-1 0,-1 1 0,7-2 0,-2 2 0,0 0 0,1 0 0,-1 1 0,1 0 0,-1 0 0,1 1 0,-1 0 0,0 1 0,0 0 0,1 0 0,-1 1 0,-1 0 0,1 0 0,8 5 0,9 5 0,-1 2 0,41 32 0,-26-13-42,-2 1-1,-2 2 0,-1 1 0,-1 2 1,-3 1-1,-1 1 0,38 76 0,-17-12-70,-5 2-1,40 140 0,39 284 114,-50 9 0,-70-498-168,-2-17-3,1 1-1,13 51 1,-11-65-6655</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16.393"/>
    </inkml:context>
    <inkml:brush xml:id="br0">
      <inkml:brushProperty name="width" value="0.05" units="cm"/>
      <inkml:brushProperty name="height" value="0.05" units="cm"/>
      <inkml:brushProperty name="color" value="#FFFFFF"/>
    </inkml:brush>
  </inkml:definitions>
  <inkml:trace contextRef="#ctx0" brushRef="#br0">1 70 24575,'35'37'0,"27"32"0,24 24 0,-82-89 0,0 0 0,0 0 0,0-1 0,1 0 0,-1 0 0,1 0 0,0 0 0,0-1 0,7 3 0,-9-4 0,0-1 0,-1 1 0,1-1 0,0 0 0,0 0 0,-1 0 0,1 0 0,0 0 0,-1-1 0,1 1 0,0-1 0,-1 0 0,1 1 0,-1-1 0,1-1 0,-1 1 0,1 0 0,-1 0 0,0-1 0,5-3 0,7-8 0,0-1 0,0 0 0,-1-1 0,-1 0 0,-1-1 0,13-22 0,-2-3 0,24-65 0,-45 104 29,5-12 275,-6 14-334,0 0 0,0 0 1,0 0-1,0 1 0,0-1 0,0 0 1,0 0-1,0 0 0,0 0 0,0 0 0,0 0 1,0 1-1,0-1 0,0 0 0,0 0 0,1 0 1,-1 0-1,0 0 0,0 0 0,0 0 0,0 1 1,0-1-1,0 0 0,0 0 0,0 0 0,1 0 1,-1 0-1,0 0 0,0 0 0,0 0 1,0 0-1,0 0 0,0 0 0,1 0 0,-1 0 1,0 0-1,0 0 0,0 0 0,0 0 0,0 0 1,1 0-1,-1 0 0,0 0 0,0 0 0,0 0 1,0 0-1,0 0 0,0 0 0,1 0 1,-1 0-1,0 0 0,0 0 0,0-1 0,0 1 1,0 0-1,0 0 0,1 11-6796</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12.838"/>
    </inkml:context>
    <inkml:brush xml:id="br0">
      <inkml:brushProperty name="width" value="0.05" units="cm"/>
      <inkml:brushProperty name="height" value="0.05" units="cm"/>
      <inkml:brushProperty name="color" value="#FFFFFF"/>
    </inkml:brush>
  </inkml:definitions>
  <inkml:trace contextRef="#ctx0" brushRef="#br0">0 61 24575,'5'0'0,"-1"0"0,1 1 0,-1 0 0,1 0 0,-1 0 0,1 0 0,-1 0 0,0 1 0,0 0 0,0 0 0,0 0 0,0 1 0,0-1 0,0 1 0,-1 0 0,1 0 0,-1 0 0,0 0 0,0 1 0,0-1 0,0 1 0,-1 0 0,1 0 0,-1 0 0,0 0 0,2 7 0,-2-5 0,0 0 0,-1 0 0,1 0 0,-1 0 0,0 12 0,-1-17 0,0 0 0,1 1 0,-1-1 0,0 0 0,0 0 0,0 0 0,-1 1 0,1-1 0,0 0 0,0 0 0,-1 0 0,1 1 0,0-1 0,-1 0 0,1 0 0,-1 0 0,0 0 0,1 0 0,-1 0 0,0 0 0,0 0 0,0 0 0,1 0 0,-1-1 0,0 1 0,0 0 0,0 0 0,0-1 0,0 1 0,0-1 0,-1 1 0,1-1 0,0 1 0,0-1 0,0 0 0,-3 1 0,2-1 0,1-1 0,-1 1 0,0-1 0,0 1 0,1-1 0,-1 0 0,0 0 0,1 1 0,-1-1 0,1 0 0,-1 0 0,1-1 0,-1 1 0,1 0 0,0 0 0,0-1 0,-1 1 0,1-1 0,0 1 0,0-1 0,0 1 0,1-1 0,-1 0 0,0 1 0,1-1 0,-1 0 0,0-2 0,-2-5 0,1-1 0,0 0 0,-1-14 0,2 14 0,1 1 0,0-1 0,1 1 0,0-1 0,3-11 0,-3 17 0,0 1 0,0 0 0,0-1 0,0 1 0,0 0 0,0 0 0,1 0 0,0-1 0,0 2 0,0-1 0,0 0 0,0 0 0,0 1 0,1-1 0,-1 1 0,1 0 0,3-3 0,-5 4 9,0 1-1,0 0 1,-1 0-1,1-1 1,0 1-1,0 0 1,-1 0-1,1 0 0,0 0 1,0 0-1,-1 0 1,1 0-1,0 0 1,0 0-1,0 0 1,-1 1-1,1-1 1,0 0-1,-1 0 1,1 1-1,0-1 1,0 0-1,-1 1 0,1-1 1,-1 1-1,1-1 1,0 1-1,-1-1 1,1 1-1,-1-1 1,1 1-1,-1 0 1,1-1-1,-1 1 1,0 0-1,1-1 1,-1 2-1,11 31-746,-9-25-211,3 10-5877</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13.243"/>
    </inkml:context>
    <inkml:brush xml:id="br0">
      <inkml:brushProperty name="width" value="0.05" units="cm"/>
      <inkml:brushProperty name="height" value="0.05" units="cm"/>
      <inkml:brushProperty name="color" value="#FFFFFF"/>
    </inkml:brush>
  </inkml:definitions>
  <inkml:trace contextRef="#ctx0" brushRef="#br0">180 20 24575,'0'-1'0,"0"0"0,0 0 0,0 0 0,0 0 0,0 0 0,-1 0 0,1 0 0,0 0 0,0 0 0,-1 0 0,1 0 0,0 0 0,-1 0 0,1 0 0,-2-1 0,1 1 0,1 1 0,0 0 0,-1 0 0,1-1 0,0 1 0,-1 0 0,1 0 0,-1 0 0,1 0 0,-1-1 0,1 1 0,-1 0 0,1 0 0,0 0 0,-1 0 0,1 0 0,-1 0 0,1 0 0,-1 0 0,1 1 0,-1-1 0,1 0 0,-1 0 0,0 0 0,-1 2 0,-1-1 0,1 1 0,-1 0 0,1 0 0,0-1 0,-1 1 0,1 1 0,0-1 0,-2 4 0,-22 31 0,-31 58 0,47-74 0,0 0 0,2 1 0,0 0 0,-8 38 0,15-56 0,1-1 0,-1 0 0,1 1 0,0-1 0,0 0 0,0 0 0,0 1 0,0-1 0,1 0 0,0 1 0,0-1 0,0 0 0,0 0 0,0 0 0,0 0 0,1 0 0,-1 0 0,1 0 0,0-1 0,0 1 0,0 0 0,0-1 0,1 0 0,-1 1 0,1-1 0,-1 0 0,1 0 0,0 0 0,0-1 0,0 1 0,0-1 0,0 0 0,0 1 0,0-1 0,4 0 0,5 2 0,-1-1 0,0 0 0,1-1 0,-1 0 0,1-1 0,-1 0 0,0-1 0,1 0 0,12-4 0,-6 0 0,0 0 0,-1-2 0,0 0 0,0-1 0,0 0 0,-1-1 0,0-1 0,25-22 0,-33 26 0,-1 0 0,0-1 0,0 0 0,-1-1 0,0 1 0,0-1 0,0 0 0,-1-1 0,-1 1 0,1-1 0,-2 0 0,1 0 0,-1 0 0,0-1 0,-1 1 0,0-1 0,-1 0 0,1-13 0,-2 20 12,0 0 0,0-1 0,-1 1-1,1 0 1,-1-1 0,0 1 0,0 0-1,0 0 1,0 0 0,-1 0 0,1 0-1,-1 0 1,0 0 0,0 0 0,0 0 0,0 1-1,0-1 1,0 1 0,-1 0 0,1-1-1,-1 1 1,0 0 0,0 0 0,0 1-1,0-1 1,0 1 0,0-1 0,-3 0 0,0 1-126,0-1 0,0 1 0,0 0 0,0 1 1,-1 0-1,1 0 0,0 0 0,0 0 1,0 1-1,0 0 0,0 1 0,0-1 1,0 1-1,-9 5 0,-1 1-6712</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13.805"/>
    </inkml:context>
    <inkml:brush xml:id="br0">
      <inkml:brushProperty name="width" value="0.05" units="cm"/>
      <inkml:brushProperty name="height" value="0.05" units="cm"/>
      <inkml:brushProperty name="color" value="#FFFFFF"/>
    </inkml:brush>
  </inkml:definitions>
  <inkml:trace contextRef="#ctx0" brushRef="#br0">0 125 24575,'1'-10'0,"-1"0"0,1-1 0,1 1 0,0 0 0,0 0 0,1 0 0,4-10 0,-6 18 0,0 0 0,1-1 0,-1 1 0,0 0 0,1 0 0,-1 0 0,1 0 0,0 0 0,0 0 0,0 0 0,0 1 0,0-1 0,0 0 0,3-1 0,-3 3 0,0-1 0,0 1 0,0-1 0,0 1 0,0 0 0,0 0 0,0 0 0,0 0 0,0 0 0,1 0 0,-1 1 0,0-1 0,0 0 0,0 1 0,0 0 0,0-1 0,-1 1 0,1 0 0,0 0 0,3 2 0,0 1 0,0 0 0,0 1 0,-1-1 0,1 1 0,-1 0 0,0 0 0,0 0 0,-1 0 0,1 1 0,-1 0 0,0-1 0,-1 1 0,0 0 0,3 9 0,0 3 0,-1 1 0,-1 0 0,2 29 0,-3-34 0,-2-1 0,1 0 0,-2 0 0,0 1 0,0-1 0,-1 0 0,-7 23 0,16-47 0,0 0 0,1 0 0,13-14 0,-1 1 0,11-16 0,52-63 0,-68 87 0,1 0 0,0 1 0,35-24 0,-48 36 0,1 1 0,-1 0 0,0 1 0,1-1 0,-1 1 0,1-1 0,0 1 0,-1 0 0,1 0 0,7 0 0,-9 1 0,-1 0 0,1 0 0,-1 1 0,1-1 0,-1 0 0,1 1 0,-1-1 0,0 1 0,1 0 0,-1-1 0,0 1 0,0 0 0,1 0 0,-1 0 0,0 0 0,0 0 0,0 0 0,0 0 0,0 0 0,0 0 0,0 1 0,0-1 0,-1 0 0,1 1 0,0-1 0,-1 0 0,1 1 0,-1-1 0,0 1 0,1 2 0,3 19 0,-1-1 0,-1 1 0,-1 0 0,-3 28 0,2 37 0,1-73 0,10 86 0,-9-92 0,0 0 0,1 0 0,-1 0 0,2 0 0,-1 0 0,1-1 0,1 0 0,7 12 0,-11-19-39,-1 0 0,0-1 0,1 1 0,-1 0 0,1-1 0,-1 1 0,1 0 0,0-1 0,-1 1 0,1-1 0,0 1 0,-1-1 0,1 1 0,0-1 0,-1 1 0,1-1 0,0 0 0,0 1 0,0-1 0,-1 0 0,1 0 0,0 0 0,0 1 0,0-1 0,0 0 0,0 0 0,-1 0 0,1 0 0,0-1 0,0 1 0,0 0 0,0 0 0,-1 0 0,2-1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17.034"/>
    </inkml:context>
    <inkml:brush xml:id="br0">
      <inkml:brushProperty name="width" value="0.05" units="cm"/>
      <inkml:brushProperty name="height" value="0.05" units="cm"/>
      <inkml:brushProperty name="color" value="#FFFFFF"/>
    </inkml:brush>
  </inkml:definitions>
  <inkml:trace contextRef="#ctx0" brushRef="#br0">11 1 24575,'0'0'0,"-1"0"0,1 0 0,-1 0 0,1 0 0,-1 0 0,1 1 0,-1-1 0,1 0 0,-1 1 0,1-1 0,-1 0 0,1 1 0,-1-1 0,1 0 0,0 1 0,-1-1 0,1 1 0,0-1 0,-1 1 0,1-1 0,0 1 0,-1-1 0,1 1 0,0-1 0,0 1 0,0-1 0,0 1 0,-1-1 0,1 1 0,0 0 0,0-1 0,0 1 0,0-1 0,0 1 0,1 0 0,1 23 0,-2-23 0,27 133 0,9 58 0,36 589 0,-71-578 0,-47 378 0,-36-26 0,82-551 118,0-6 67,2-11-1853,3-1-5158</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17.425"/>
    </inkml:context>
    <inkml:brush xml:id="br0">
      <inkml:brushProperty name="width" value="0.05" units="cm"/>
      <inkml:brushProperty name="height" value="0.05" units="cm"/>
      <inkml:brushProperty name="color" value="#FFFFFF"/>
    </inkml:brush>
  </inkml:definitions>
  <inkml:trace contextRef="#ctx0" brushRef="#br0">1 16 24575,'1'13'0,"1"0"0,0 0 0,1 0 0,0-1 0,7 15 0,0 4 0,0 6 0,-6-19 0,0-1 0,2 1 0,0-1 0,1 0 0,0-1 0,19 29 0,-23-41 0,-1-1 0,1 0 0,1 0 0,-1 0 0,0 0 0,1 0 0,-1-1 0,1 1 0,0-1 0,-1 0 0,1 0 0,0-1 0,1 1 0,-1-1 0,6 2 0,-3-3 0,-1 1 0,0-1 0,0 0 0,0-1 0,0 0 0,0 0 0,0 0 0,0 0 0,11-5 0,1-2 0,-1-1 0,0 0 0,-1-2 0,0 0 0,28-25 0,-26 19 0,-1-1 0,0 0 0,-2-2 0,0 0 0,-2 0 0,0-2 0,-1 1 0,-1-1 0,-1-1 0,11-38 0,-20 55 171,-5 11 0,-4 13-1878,1 5-5119</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17.982"/>
    </inkml:context>
    <inkml:brush xml:id="br0">
      <inkml:brushProperty name="width" value="0.05" units="cm"/>
      <inkml:brushProperty name="height" value="0.05" units="cm"/>
      <inkml:brushProperty name="color" value="#FFFFFF"/>
    </inkml:brush>
  </inkml:definitions>
  <inkml:trace contextRef="#ctx0" brushRef="#br0">1042 12 24575,'-1'0'0,"0"0"0,1-1 0,-1 1 0,0 0 0,0-1 0,1 1 0,-1 0 0,0-1 0,1 1 0,-1-1 0,1 1 0,-1-1 0,1 1 0,-1-1 0,1 0 0,-1 1 0,1-1 0,-1 0 0,1 1 0,-1-2 0,1 4 0,2 6 0,10 58 0,-2 1 0,0 133 0,-32 136 0,11-246 0,-5-2 0,-4 1 0,-4-2 0,-3-1 0,-44 94 0,38-110 0,-2-2 0,-4-2 0,-3-1 0,-2-3 0,-3-1 0,-75 75 0,67-82 0,-3-2 0,-2-3 0,-125 78 0,167-116 0,-1-2 0,1 0 0,-1-2 0,-33 10 0,37-16-1365,4-2-5461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6:18.292"/>
    </inkml:context>
    <inkml:brush xml:id="br0">
      <inkml:brushProperty name="width" value="0.05" units="cm"/>
      <inkml:brushProperty name="height" value="0.05" units="cm"/>
      <inkml:brushProperty name="color" value="#FFFFFF"/>
    </inkml:brush>
  </inkml:definitions>
  <inkml:trace contextRef="#ctx0" brushRef="#br0">18 1 24575,'-9'141'0,"2"-43"0,6-86 0,1-1 0,0 1 0,0-1 0,1 0 0,4 17 0,-4-24 0,0-1 0,0 0 0,0 0 0,1 0 0,-1-1 0,1 1 0,-1 0 0,1 0 0,0-1 0,0 1 0,0-1 0,1 0 0,-1 0 0,0 1 0,1-1 0,0-1 0,-1 1 0,1 0 0,0-1 0,0 1 0,0-1 0,0 0 0,0 0 0,4 1 0,5 0 0,0 0 0,0-1 0,1-1 0,-1 0 0,19-2 0,64-14 0,-29 4 0,-33 8-1365,-7 1-5461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30.801"/>
    </inkml:context>
    <inkml:brush xml:id="br0">
      <inkml:brushProperty name="width" value="0.05" units="cm"/>
      <inkml:brushProperty name="height" value="0.05" units="cm"/>
      <inkml:brushProperty name="color" value="#FFFFFF"/>
    </inkml:brush>
  </inkml:definitions>
  <inkml:trace contextRef="#ctx0" brushRef="#br0">3382 19 24575,'-28'-1'0,"-38"-7"0,37 4 0,-35-1 0,38 6 0,-1 1 0,1 1 0,-46 11 0,-76 32 0,123-37 0,-158 57 0,3 8 0,3 9 0,4 6 0,-241 168 0,319-186-54,2 4 0,5 3 0,3 5 0,3 3-1,-92 128 1,80-82-27,7 5 0,6 3 0,-87 205-1,48-43 82,-110 421 0,33 262 0,90 14 0,65 326 0,50-1094 0,11 0 0,62 295 0,103 204 0,-141-604 0,5-3 0,5-2 0,116 192 0,-126-249 67,3-3-1,61 65 0,118 99 272,-62-65-225,-124-116-113,-27-28 0,2-1 0,28 24 0,-32-33-1365</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31.095"/>
    </inkml:context>
    <inkml:brush xml:id="br0">
      <inkml:brushProperty name="width" value="0.05" units="cm"/>
      <inkml:brushProperty name="height" value="0.05" units="cm"/>
      <inkml:brushProperty name="color" value="#FFFFFF"/>
    </inkml:brush>
  </inkml:definitions>
  <inkml:trace contextRef="#ctx0" brushRef="#br0">0 1 24575,'3'0'0,"5"0"0,0 3 0,2 4 0,3 1 0,2 2 0,1 0 0,2 1 0,0-2 0,1 2 0,0-2 0,-1 1 0,1-2 0,2-1 0,2-3 0,-1-4 0,-3-3-8191</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31.422"/>
    </inkml:context>
    <inkml:brush xml:id="br0">
      <inkml:brushProperty name="width" value="0.05" units="cm"/>
      <inkml:brushProperty name="height" value="0.05" units="cm"/>
      <inkml:brushProperty name="color" value="#FFFFFF"/>
    </inkml:brush>
  </inkml:definitions>
  <inkml:trace contextRef="#ctx0" brushRef="#br0">119 91 24575,'-1'-8'0,"0"0"0,0 0 0,-1 0 0,0 0 0,0 0 0,-1 1 0,0-1 0,0 1 0,-8-13 0,11 20 0,0 0 0,0 0 0,0 0 0,0 0 0,0 0 0,0 0 0,0 0 0,-1 0 0,1 0 0,0 0 0,0-1 0,0 1 0,0 0 0,0 0 0,0 0 0,0 0 0,0 0 0,0 0 0,0 0 0,0 0 0,-1 0 0,1 0 0,0 0 0,0 0 0,0 0 0,0 0 0,0 0 0,0 0 0,0 0 0,0 0 0,-1 0 0,1 0 0,0 0 0,0 0 0,0 0 0,0 0 0,0 0 0,0 0 0,0 0 0,0 0 0,0 1 0,0-1 0,-1 0 0,1 0 0,0 0 0,0 0 0,0 0 0,0 0 0,0 0 0,0 0 0,0 0 0,0 0 0,0 0 0,0 1 0,0-1 0,0 0 0,-3 9 0,2 11 0,0 15 0,-1 1 0,-2-1 0,-1 0 0,-2 0 0,-14 41 0,-15 44-1365,31-103-5461</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35.886"/>
    </inkml:context>
    <inkml:brush xml:id="br0">
      <inkml:brushProperty name="width" value="0.05" units="cm"/>
      <inkml:brushProperty name="height" value="0.05" units="cm"/>
      <inkml:brushProperty name="color" value="#FFFFFF"/>
    </inkml:brush>
  </inkml:definitions>
  <inkml:trace contextRef="#ctx0" brushRef="#br0">222 190 24575,'0'0'0,"0"0"0,0 0 0,-1 0 0,1 0 0,0 0 0,0 0 0,-1-1 0,1 1 0,0 0 0,0 0 0,0 0 0,-1 0 0,1 0 0,0 0 0,0 0 0,-1-1 0,1 1 0,0 0 0,0 0 0,0 0 0,0 0 0,-1-1 0,1 1 0,0 0 0,0 0 0,0-1 0,0 1 0,0 0 0,0 0 0,-1-1 0,1 1 0,0 0 0,0 0 0,0-1 0,0 1 0,0 0 0,0 0 0,0-1 0,0 1 0,0 0 0,0 0 0,0-1 0,0 1 0,1 0 0,-1 0 0,0-1 0,0 1 0,0 0 0,0 0 0,0 0 0,0-1 0,1 1 0,-1 0 0,0 0 0,0 0 0,0-1 0,0 1 0,1 0 0,-1 0 0,0 0 0,15-20 0,-8 11 0,-3 3 0,-1-1 0,-1 0 0,1 0 0,-1 0 0,0 0 0,-1 0 0,0 0 0,1-8 0,-2 10 0,0 1 0,0-1 0,0 1 0,0-1 0,-1 0 0,1 1 0,-1-1 0,-1 1 0,1-1 0,0 1 0,-1 0 0,0 0 0,-4-7 0,5 10 0,0 0 0,0 0 0,1 0 0,-1 1 0,0-1 0,0 0 0,0 0 0,-1 1 0,1-1 0,0 1 0,0-1 0,0 1 0,0 0 0,0-1 0,-1 1 0,1 0 0,0 0 0,0 0 0,-1 0 0,1 0 0,0 0 0,0 0 0,0 0 0,-1 0 0,1 0 0,0 1 0,0-1 0,0 1 0,0-1 0,-1 1 0,1-1 0,-1 2 0,-5 2 0,1 0 0,-1 0 0,-10 11 0,16-14 0,-21 19 0,2 0 0,1 1 0,0 1 0,-24 37 0,37-49 0,0-1 0,1 1 0,0 0 0,1 0 0,0 1 0,0-1 0,1 1 0,0 0 0,1 0 0,1 0 0,-1 0 0,2 0 0,-1 0 0,3 19 0,-1-25 0,1 1 0,-1-1 0,1 0 0,0 0 0,1 0 0,-1 0 0,1 0 0,0-1 0,0 1 0,0-1 0,0 1 0,1-1 0,0 0 0,0-1 0,0 1 0,0-1 0,10 6 0,-11-7 0,1-1 0,-1 1 0,0-1 0,1 0 0,-1 0 0,1 0 0,-1 0 0,1 0 0,0-1 0,-1 0 0,1 0 0,0 0 0,-1 0 0,1-1 0,-1 1 0,1-1 0,0 0 0,-1 0 0,1 0 0,-1 0 0,0-1 0,1 1 0,-1-1 0,0 0 0,0 0 0,0 0 0,5-5 0,-5 3 0,1 0 0,0 0 0,-1-1 0,0 1 0,0-1 0,0 0 0,-1 0 0,0 0 0,0 0 0,0 0 0,1-6 0,2-9 0,2-34 0,-4 30 0,0-23 0,-3 36 0,1 0 0,0-1 0,0 1 0,1 0 0,1 0 0,6-19 0,-9 29 0,0 1 0,0-1 0,0 1 0,0 0 0,0-1 0,1 1 0,-1-1 0,0 1 0,0-1 0,1 1 0,-1 0 0,0-1 0,0 1 0,1 0 0,-1-1 0,0 1 0,1 0 0,-1-1 0,0 1 0,1 0 0,-1 0 0,1-1 0,-1 1 0,1 0 0,-1 0 0,0 0 0,1-1 0,-1 1 0,1 0 0,-1 0 0,1 0 0,-1 0 0,1 0 0,-1 0 0,1 0 0,0 0 0,0 1 0,0 0 0,0 0 0,0 0 0,0 0 0,-1 0 0,1 0 0,0 0 0,0 0 0,-1 0 0,1 1 0,0-1 0,0 2 0,11 41 0,3 85 0,-11-81 0,2 0 0,2-1 0,15 49 0,-17-80-1365,1-4-5461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36.370"/>
    </inkml:context>
    <inkml:brush xml:id="br0">
      <inkml:brushProperty name="width" value="0.05" units="cm"/>
      <inkml:brushProperty name="height" value="0.05" units="cm"/>
      <inkml:brushProperty name="color" value="#FFFFFF"/>
    </inkml:brush>
  </inkml:definitions>
  <inkml:trace contextRef="#ctx0" brushRef="#br0">1 124 24575,'0'-2'0,"0"1"0,0-1 0,0 0 0,1 0 0,-1 0 0,0 1 0,1-1 0,-1 0 0,1 0 0,0 1 0,0-1 0,0 1 0,0-1 0,0 1 0,0-1 0,0 1 0,0-1 0,0 1 0,1 0 0,-1 0 0,0-1 0,1 1 0,-1 0 0,1 0 0,0 1 0,-1-1 0,1 0 0,0 0 0,-1 1 0,1-1 0,0 1 0,0 0 0,-1-1 0,1 1 0,0 0 0,0 0 0,0 0 0,-1 0 0,1 0 0,0 1 0,0-1 0,0 1 0,-1-1 0,1 1 0,0-1 0,-1 1 0,1 0 0,0 0 0,-1 0 0,3 2 0,4 4 0,0 0 0,-1 1 0,0 0 0,-1 1 0,0-1 0,0 1 0,0 0 0,-1 1 0,-1-1 0,0 1 0,5 18 0,-3-7 0,-1 0 0,-1 1 0,-1-1 0,1 38 0,5-69 0,3-10 0,32-62 0,21-38 0,-55 104 0,1 0 0,1 1 0,0 1 0,1 0 0,16-14 0,-27 26 0,1 0 0,-1 0 0,1 0 0,-1 0 0,1 1 0,0-1 0,0 1 0,0-1 0,0 1 0,0 0 0,0 0 0,0 0 0,0 1 0,0-1 0,0 1 0,0 0 0,0 0 0,5 0 0,-5 1 0,1 0 0,-1 0 0,0 1 0,0-1 0,0 1 0,0 0 0,0 0 0,0 0 0,0 0 0,-1 0 0,1 1 0,-1-1 0,1 1 0,-1 0 0,0-1 0,3 6 0,5 9 57,0 0 0,-1 1 0,-1 1 0,0-1 0,4 21 0,19 99-1713,-31-136 1605,3 15-6775</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36.772"/>
    </inkml:context>
    <inkml:brush xml:id="br0">
      <inkml:brushProperty name="width" value="0.05" units="cm"/>
      <inkml:brushProperty name="height" value="0.05" units="cm"/>
      <inkml:brushProperty name="color" value="#FFFFFF"/>
    </inkml:brush>
  </inkml:definitions>
  <inkml:trace contextRef="#ctx0" brushRef="#br0">1 0 24575,'1'5'0,"-1"0"0,2 0 0,-1 0 0,0 0 0,5 8 0,1 5 0,13 62 0,5 16 0,-20-83 0,-1-1 0,2 1 0,0-1 0,0 0 0,10 12 0,-14-21 0,-1-1 0,1 0 0,-1 0 0,1 0 0,0 0 0,0-1 0,0 1 0,0 0 0,0-1 0,0 0 0,1 1 0,-1-1 0,0 0 0,1 0 0,-1 0 0,1 0 0,-1-1 0,1 1 0,3 0 0,-3-2 0,0 1 0,1 0 0,-1-1 0,0 0 0,0 1 0,1-1 0,-1-1 0,0 1 0,0 0 0,0-1 0,0 1 0,-1-1 0,5-3 0,1-2 0,1-1 0,-1-1 0,0 1 0,-1-1 0,0-1 0,0 1 0,8-17 0,-7 9-136,-1 0-1,0-1 1,-1 0-1,-1 0 1,-1 0-1,-1-1 1,0 1-1,-2-1 0,0-21 1,-1 20-6690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37.303"/>
    </inkml:context>
    <inkml:brush xml:id="br0">
      <inkml:brushProperty name="width" value="0.05" units="cm"/>
      <inkml:brushProperty name="height" value="0.05" units="cm"/>
      <inkml:brushProperty name="color" value="#FFFFFF"/>
    </inkml:brush>
  </inkml:definitions>
  <inkml:trace contextRef="#ctx0" brushRef="#br0">53 15 24575,'-1'-1'0,"0"0"0,-1-1 0,1 1 0,0 0 0,-1 0 0,1 0 0,-1 0 0,1 0 0,-1 0 0,1 0 0,-1 1 0,0-1 0,1 0 0,-4 0 0,4 1 0,1 0 0,-1 0 0,1 1 0,0-1 0,-1 0 0,1 0 0,-1 0 0,1 0 0,0 0 0,-1 1 0,1-1 0,0 0 0,-1 0 0,1 1 0,0-1 0,-1 0 0,1 1 0,0-1 0,-1 0 0,1 1 0,0-1 0,0 0 0,-1 1 0,-2 17 0,5 17 0,1 0 0,9 37 0,4 35 0,-14-65 0,-1-1 0,-2 1 0,-2-1 0,-2 0 0,-1 1 0,-14 42 0,4-22 0,29-99 0,1 0 0,3 0 0,0 2 0,35-51 0,-51 83 0,1 1 0,0 0 0,-1 0 0,1 0 0,0 0 0,0 0 0,0 0 0,1 0 0,-1 1 0,0-1 0,1 1 0,-1-1 0,1 1 0,-1 0 0,1 0 0,0 0 0,-1 1 0,1-1 0,5 0 0,-5 1 0,1 1 0,-1-1 0,1 1 0,0 0 0,-1 0 0,0 1 0,1-1 0,-1 1 0,0-1 0,1 1 0,-1 0 0,0 0 0,-1 1 0,5 3 0,10 9 0,-2 0 0,18 23 0,-27-31 0,-1 0 0,0 1 0,-1-1 0,1 1 0,-1 0 0,-1 0 0,0 1 0,3 12 0,-5-20 10,-1 1-1,1 0 1,-1 0-1,0 0 1,0-1-1,0 1 1,0 0-1,0 0 1,0 0-1,-1 0 1,1-1-1,0 1 1,-1 0-1,0 0 0,1-1 1,-1 1-1,0 0 1,0-1-1,0 1 1,0-1-1,0 1 1,0-1-1,0 1 1,-1-1-1,1 0 1,0 0-1,-1 1 1,1-1-1,-1 0 1,0 0-1,1-1 1,-1 1-1,0 0 1,1 0-1,-4 0 1,-4 1-295,-1 0 1,0-1-1,0 0 1,1 0-1,-14-1 1,0-1-6542</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37.833"/>
    </inkml:context>
    <inkml:brush xml:id="br0">
      <inkml:brushProperty name="width" value="0.05" units="cm"/>
      <inkml:brushProperty name="height" value="0.05" units="cm"/>
      <inkml:brushProperty name="color" value="#FFFFFF"/>
    </inkml:brush>
  </inkml:definitions>
  <inkml:trace contextRef="#ctx0" brushRef="#br0">27 9 24575,'0'-1'0,"-1"0"0,1 1 0,-1-1 0,0 1 0,1-1 0,-1 1 0,0-1 0,1 1 0,-1-1 0,0 1 0,0-1 0,1 1 0,-1 0 0,0 0 0,0-1 0,1 1 0,-1 0 0,0 0 0,0 0 0,0 0 0,-1 0 0,1 0 0,1 0 0,-1 1 0,1-1 0,-1 1 0,1-1 0,-1 1 0,1-1 0,0 0 0,-1 1 0,1-1 0,-1 1 0,1 0 0,0-1 0,0 1 0,-1-1 0,1 1 0,0 0 0,0-1 0,-1 1 0,1 1 0,-1 3 0,1 0 0,0 0 0,0 0 0,0 0 0,1 8 0,11 69 0,2 122 0,-17-102 0,1-88 0,0 0 0,0-1 0,-1 1 0,-1-1 0,-6 15 0,40-130 0,-22 80 0,1 1 0,0 0 0,2 1 0,0 0 0,25-33 0,-32 48 0,1 1 0,-1 0 0,0-1 0,1 2 0,0-1 0,0 0 0,0 1 0,0 0 0,1 0 0,-1 1 0,10-3 0,-10 3 0,0 2 0,0-1 0,0 1 0,0 0 0,0 0 0,0 0 0,0 0 0,0 1 0,0 0 0,0 0 0,0 1 0,0-1 0,0 1 0,-1 0 0,9 5 0,-3-1 27,-2 1-1,1-1 0,-1 2 0,0-1 1,0 1-1,-1 0 0,0 1 0,0 0 1,-1 0-1,0 0 0,-1 1 0,7 15 1,-4-5-312,-1-1 1,-1 1-1,0 0 1,-2 0-1,4 37 1,-7-41-6542</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38.370"/>
    </inkml:context>
    <inkml:brush xml:id="br0">
      <inkml:brushProperty name="width" value="0.05" units="cm"/>
      <inkml:brushProperty name="height" value="0.05" units="cm"/>
      <inkml:brushProperty name="color" value="#FFFFFF"/>
    </inkml:brush>
  </inkml:definitions>
  <inkml:trace contextRef="#ctx0" brushRef="#br0">330 96 24575,'-79'-69'0,"76"66"0,0 0 0,0 1 0,0-1 0,0 1 0,-1 0 0,1 0 0,-1 0 0,0 0 0,1 1 0,-1 0 0,0 0 0,-7-2 0,8 3 0,0 0 0,0 1 0,1-1 0,-1 1 0,0-1 0,0 1 0,0 0 0,0 0 0,1 0 0,-1 0 0,0 1 0,1-1 0,-1 1 0,1-1 0,0 1 0,-1 0 0,1 0 0,-2 3 0,-9 9 0,1 0 0,1 1 0,0 1 0,1-1 0,-13 28 0,-30 89 0,50-123 0,0 0 0,1 1 0,0-1 0,-1 16 0,3-23 0,-1-1 0,2 1 0,-1 0 0,0 0 0,0 0 0,0-1 0,1 1 0,-1 0 0,1 0 0,0-1 0,-1 1 0,1 0 0,2 2 0,-3-3 0,1 0 0,0-1 0,0 1 0,0 0 0,0-1 0,0 1 0,0-1 0,0 1 0,0-1 0,1 1 0,-1-1 0,0 0 0,0 1 0,0-1 0,0 0 0,0 0 0,1 0 0,-1 0 0,0 0 0,0 0 0,0 0 0,1 0 0,0-1 0,5-1 0,-1 0 0,-1 0 0,1 0 0,0-1 0,-1 0 0,1 0 0,-1 0 0,0-1 0,0 1 0,0-1 0,0-1 0,-1 1 0,5-6 0,4-6 0,-1 0 0,17-30 0,53-107 0,-80 149 0,1 0 0,-1 1 0,0-1 0,1 1 0,0-1 0,5-4 0,-8 8 0,1 0 0,-1-1 0,1 1 0,-1 0 0,1-1 0,-1 1 0,1 0 0,-1 0 0,1 0 0,-1-1 0,1 1 0,-1 0 0,1 0 0,-1 0 0,1 0 0,-1 0 0,1 0 0,-1 0 0,1 0 0,-1 0 0,1 0 0,-1 1 0,2-1 0,-2 1 0,1-1 0,0 1 0,0 0 0,0 0 0,0 0 0,0 0 0,-1 0 0,1 0 0,0 0 0,-1 0 0,1 0 0,-1 0 0,1 0 0,-1 0 0,1 1 0,3 13 65,-1 0-1,0 0 0,-1 0 1,1 30-1,-4-33-217,1-1-1,1 1 1,0-1 0,1 0-1,0 1 1,1-1-1,0 0 1,0 0 0,1-1-1,8 16 1,-3-14-6673</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38.735"/>
    </inkml:context>
    <inkml:brush xml:id="br0">
      <inkml:brushProperty name="width" value="0.05" units="cm"/>
      <inkml:brushProperty name="height" value="0.05" units="cm"/>
      <inkml:brushProperty name="color" value="#FFFFFF"/>
    </inkml:brush>
  </inkml:definitions>
  <inkml:trace contextRef="#ctx0" brushRef="#br0">1 133 24575,'5'-30'0,"-5"29"0,0 1 0,0-1 0,0 1 0,1-1 0,-1 1 0,0-1 0,1 1 0,-1-1 0,0 1 0,1-1 0,-1 1 0,0 0 0,1-1 0,-1 1 0,1-1 0,-1 1 0,0 0 0,1 0 0,-1-1 0,2 1 0,-1 0 0,-1 0 0,1 0 0,0 0 0,-1 0 0,1 1 0,0-1 0,-1 0 0,1 0 0,-1 1 0,1-1 0,0 1 0,-1-1 0,1 0 0,-1 1 0,1-1 0,-1 1 0,1-1 0,-1 1 0,0-1 0,1 1 0,-1 0 0,1 0 0,6 11 0,-1 0 0,0 0 0,-1 0 0,0 1 0,4 18 0,5 12 0,-7-23 0,-3-6 0,1 0 0,9 17 0,-13-29 0,0 1 0,1-1 0,-1 1 0,1-1 0,0 0 0,-1 0 0,1 0 0,0 0 0,0 0 0,0 0 0,0 0 0,1-1 0,-1 1 0,0-1 0,1 0 0,-1 1 0,1-1 0,4 1 0,-5-2 0,0 0 0,0 0 0,0 0 0,0 0 0,0-1 0,0 1 0,0-1 0,0 1 0,0-1 0,0 0 0,0 0 0,0 0 0,-1 0 0,1 0 0,0 0 0,-1 0 0,1-1 0,2-1 0,25-31 0,-25 29 0,9-14 0,-1 0 0,0 0 0,15-38 0,18-67 0,-34 91 0,-10 30 43,0 0 0,0 0-1,1 1 1,-1-1 0,0 0-1,1 1 1,3-5 0,-5 7-52,0 0 1,0 0 0,1 0-1,-1-1 1,0 1 0,0 0-1,0 0 1,0 0 0,0 0-1,1 0 1,-1 0 0,0 0-1,0 0 1,0 0 0,0 0-1,1 0 1,-1-1 0,0 1-1,0 0 1,0 0 0,0 0-1,1 0 1,-1 0 0,0 0-1,0 1 1,0-1 0,1 0-1,-1 0 1,0 0 0,0 0-1,0 0 1,0 0 0,0 0-1,1 0 1,-1 0 0,0 0 0,0 0-1,0 1 1,0-1 0,1 0-1,3 16-1356,-3-2-5461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40.743"/>
    </inkml:context>
    <inkml:brush xml:id="br0">
      <inkml:brushProperty name="width" value="0.05" units="cm"/>
      <inkml:brushProperty name="height" value="0.05" units="cm"/>
      <inkml:brushProperty name="color" value="#FFFFFF"/>
    </inkml:brush>
  </inkml:definitions>
  <inkml:trace contextRef="#ctx0" brushRef="#br0">186 9 24575,'0'0'0,"0"-1"0,1 1 0,-1 0 0,0 0 0,0-1 0,0 1 0,0 0 0,0 0 0,0-1 0,0 1 0,0 0 0,-1-1 0,1 1 0,0 0 0,0 0 0,0-1 0,0 1 0,0 0 0,0 0 0,0-1 0,-1 1 0,1 0 0,0 0 0,0 0 0,0-1 0,-1 1 0,1 0 0,0 0 0,0 0 0,0 0 0,-1-1 0,1 1 0,0 0 0,0 0 0,-1 0 0,1 0 0,0 0 0,0 0 0,-1 0 0,1 0 0,0 0 0,-1 0 0,1 0 0,0 0 0,0 0 0,-1 0 0,1 0 0,0 0 0,0 0 0,-1 0 0,1 0 0,0 0 0,0 0 0,-1 1 0,1-1 0,0 0 0,0 0 0,-1 0 0,1 0 0,0 1 0,0-1 0,0 0 0,-1 1 0,-13 14 0,8 0 0,1 1 0,1 0 0,0 0 0,1 0 0,-1 28 0,1-16 0,-58 768 0,54-672 0,4-70 0,-13 178 0,7-161 0,-20 87 0,27-150 0,-2 7 0,6-12 0,5-7 0,10-7 0,-1 1 0,1 1 0,1 0 0,0 1 0,0 1 0,0 1 0,1 0 0,35-5 0,16 2 0,76 0 0,-116 8 0,1223-2-3696,-982 7 2934,367 6-1793,719 8-392,-4-26 1799,-1342 8 1142,661-30 2593,-652 28-2102,-3 1 50,-1 0-1,0-2 1,1 0 0,16-5-1,-24 2 954,-12 0-803,-14-3-1195,16 8 375,-32-10-4215</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41.509"/>
    </inkml:context>
    <inkml:brush xml:id="br0">
      <inkml:brushProperty name="width" value="0.05" units="cm"/>
      <inkml:brushProperty name="height" value="0.05" units="cm"/>
      <inkml:brushProperty name="color" value="#FFFFFF"/>
    </inkml:brush>
  </inkml:definitions>
  <inkml:trace contextRef="#ctx0" brushRef="#br0">1 17 24575,'308'-8'-337,"10"-1"-292,878 33-3394,-399-4 155,-580-16 3541,1148 14-1610,-2-26 909,-702-10 943,8-1 1905,-225 13 3311,-355 6-2576,-87 2-2225,-5 0 61,-16 8 457,12-6-655,0-1 1,0 1-1,0 0 0,1 1 0,-8 6 0,11-7-193,1 0 0,0 0 0,0 0 0,0 0 0,0 0 0,1 0 0,0 1 0,0-1 0,0 1 0,0-1 0,0 7 0,3 56 0,0-34 0,-3 170 0,-9-1 0,-8 0 0,-48 210 0,58-374 109,-30 123-1583,29-134-5352</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42.272"/>
    </inkml:context>
    <inkml:brush xml:id="br0">
      <inkml:brushProperty name="width" value="0.05" units="cm"/>
      <inkml:brushProperty name="height" value="0.05" units="cm"/>
      <inkml:brushProperty name="color" value="#FFFFFF"/>
    </inkml:brush>
  </inkml:definitions>
  <inkml:trace contextRef="#ctx0" brushRef="#br0">38 22 24575,'0'-1'0,"0"0"0,0 0 0,1 0 0,-1 0 0,0 0 0,0 0 0,1 0 0,-1 0 0,0 0 0,1 1 0,-1-1 0,1 0 0,-1 0 0,1 0 0,0 1 0,-1-1 0,1 0 0,0 1 0,-1-1 0,1 0 0,0 1 0,0-1 0,0 1 0,0-1 0,-1 1 0,1 0 0,0-1 0,0 1 0,0 0 0,0 0 0,0-1 0,0 1 0,0 0 0,0 0 0,0 0 0,0 0 0,0 0 0,0 0 0,0 1 0,0-1 0,-1 0 0,1 0 0,0 1 0,0-1 0,0 0 0,0 1 0,0-1 0,0 1 0,-1-1 0,1 1 0,0 0 0,0-1 0,-1 1 0,2 1 0,0 3 0,1 0 0,-1 0 0,0 0 0,0 0 0,-1 0 0,0 0 0,0 1 0,0-1 0,0 0 0,-1 1 0,0 5 0,0-8 0,0 0 0,0 0 0,-1 0 0,0 1 0,1-1 0,-1 0 0,0 0 0,0 0 0,-3 4 0,4-6 0,-1 0 0,0 0 0,0 0 0,0 0 0,1 0 0,-1 0 0,0 0 0,-1 0 0,1 0 0,0-1 0,0 1 0,0 0 0,0-1 0,-1 1 0,1-1 0,0 1 0,0-1 0,-1 1 0,1-1 0,0 0 0,-3 0 0,1 0 0,1 0 0,-1-1 0,0 1 0,1-1 0,-1 0 0,1 0 0,0 0 0,-1 0 0,1 0 0,0-1 0,0 1 0,-1-1 0,1 1 0,0-1 0,1 0 0,-1 0 0,0 0 0,0 0 0,1 0 0,-1 0 0,1 0 0,0-1 0,0 1 0,0 0 0,0-1 0,0 1 0,-1-5 0,1 5 0,0-1 0,1 1 0,-1 0 0,1-1 0,-1 1 0,1 0 0,0-1 0,-1 1 0,2 0 0,-1-1 0,0 1 0,0 0 0,1-1 0,-1 1 0,1 0 0,-1-1 0,1 1 0,0 0 0,0 0 0,0 0 0,0 0 0,1 0 0,-1 0 0,0 0 0,1 0 0,0 0 0,-1 1 0,1-1 0,0 1 0,2-3 0,-3 4 8,1-1 1,-1 1-1,0-1 0,0 1 0,0 0 0,1-1 0,-1 1 0,0 0 0,1 0 1,-1 0-1,0 0 0,1 0 0,-1 0 0,0 0 0,0 0 0,1 1 0,-1-1 1,0 0-1,0 1 0,1-1 0,-1 1 0,0-1 0,0 1 0,0 0 0,0-1 1,0 1-1,0 0 0,0 0 0,0 0 0,0 0 0,0 0 0,0 0 0,-1 0 1,1 0-1,0 0 0,-1 0 0,1 0 0,-1 1 0,1-1 0,-1 0 0,1 2 1,1 2-165,-1-1 1,0 1 0,0-1 0,0 1 0,0-1 0,-1 1 0,0 0-1,0-1 1,0 1 0,-2 6 0,-2 2-6671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42.598"/>
    </inkml:context>
    <inkml:brush xml:id="br0">
      <inkml:brushProperty name="width" value="0.05" units="cm"/>
      <inkml:brushProperty name="height" value="0.05" units="cm"/>
      <inkml:brushProperty name="color" value="#FFFFFF"/>
    </inkml:brush>
  </inkml:definitions>
  <inkml:trace contextRef="#ctx0" brushRef="#br0">159 0 24575,'1'9'0,"1"0"0,-1 0 0,2 0 0,-1 0 0,1 0 0,0-1 0,5 9 0,9 27 0,-10-18 0,-1-1 0,-1 2 0,-1-1 0,-1 0 0,-2 1 0,-3 49 0,0-60 0,-1 1 0,0 0 0,-1 0 0,-1-1 0,-1 0 0,-1 0 0,0 0 0,0-1 0,-2 0 0,0-1 0,-19 24 0,18-25-170,-1-1-1,0 0 0,-1-1 1,0 0-1,-1-1 0,0-1 1,-16 9-1,7-7-6655</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43.017"/>
    </inkml:context>
    <inkml:brush xml:id="br0">
      <inkml:brushProperty name="width" value="0.05" units="cm"/>
      <inkml:brushProperty name="height" value="0.05" units="cm"/>
      <inkml:brushProperty name="color" value="#FFFFFF"/>
    </inkml:brush>
  </inkml:definitions>
  <inkml:trace contextRef="#ctx0" brushRef="#br0">255 1 24575,'14'38'0,"-10"-12"0,0 34 0,0 1 0,-2-33 0,-1 1 0,-1 0 0,-2 0 0,-1 0 0,-1-1 0,-2 1 0,0-1 0,-2 0 0,-1-1 0,-2 0 0,0 0 0,-2-1 0,-1-1 0,0 0 0,-2-1 0,-1 0 0,-1-2 0,-1 0 0,-37 33 0,16-26-1365,23-21-5461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43.537"/>
    </inkml:context>
    <inkml:brush xml:id="br0">
      <inkml:brushProperty name="width" value="0.05" units="cm"/>
      <inkml:brushProperty name="height" value="0.05" units="cm"/>
      <inkml:brushProperty name="color" value="#FFFFFF"/>
    </inkml:brush>
  </inkml:definitions>
  <inkml:trace contextRef="#ctx0" brushRef="#br0">405 1 24575,'0'3'0,"1"-1"0,0 1 0,0-1 0,0 0 0,1 1 0,-1-1 0,1 0 0,-1 1 0,4 2 0,8 14 0,-3 9 0,-1 1 0,-1 0 0,-2 0 0,-1 1 0,2 41 0,-6 151 0,-1-221 0,-1 36 0,-2-1 0,-2 1 0,-1-1 0,-1 0 0,-3 0 0,0-1 0,-3 0 0,0-1 0,-29 50 0,34-72-49,0-1 1,0 0-1,-1 0 0,0-1 0,-1-1 1,0 1-1,-1-2 0,0 1 0,0-1 1,-1-1-1,0 0 0,0-1 0,0 0 1,-1-1-1,0 0 0,0-1 0,0-1 1,-1 0-1,1 0 0,-1-2 0,0 1 1,0-2-1,1 0 0,-1-1 0,0 0 0,1-1 1,-25-6-1,26 4-6777</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44.489"/>
    </inkml:context>
    <inkml:brush xml:id="br0">
      <inkml:brushProperty name="width" value="0.05" units="cm"/>
      <inkml:brushProperty name="height" value="0.05" units="cm"/>
      <inkml:brushProperty name="color" value="#FFFFFF"/>
    </inkml:brush>
  </inkml:definitions>
  <inkml:trace contextRef="#ctx0" brushRef="#br0">6 48 24575,'1'-1'0,"1"0"0,0 0 0,0 0 0,-1 0 0,1 0 0,0 0 0,0 1 0,0-1 0,0 1 0,0-1 0,0 1 0,0 0 0,0 0 0,0 0 0,0 0 0,0 0 0,0 0 0,0 0 0,0 1 0,0-1 0,0 1 0,0-1 0,0 1 0,0 0 0,0 0 0,3 2 0,-1-1 0,0 0 0,-1 0 0,1 1 0,0-1 0,-1 1 0,1 0 0,-1 0 0,0 0 0,0 0 0,0 1 0,3 4 0,-5-7 0,-1 0 0,0 0 0,1 0 0,-1 0 0,0-1 0,1 1 0,-1 0 0,0 0 0,0 0 0,0 0 0,1 0 0,-1 0 0,0 0 0,-1 0 0,1 0 0,0-1 0,0 1 0,0 0 0,0 0 0,-1 0 0,1 0 0,0 0 0,-1 0 0,1-1 0,-1 2 0,0-1 0,0 0 0,-1 0 0,1 0 0,0 0 0,0 0 0,-1 0 0,1-1 0,-1 1 0,1 0 0,0-1 0,-1 1 0,1-1 0,-1 0 0,-1 1 0,-1-1 0,0 1 0,1-1 0,-1 0 0,0 0 0,0-1 0,1 1 0,-1-1 0,0 1 0,0-1 0,1 0 0,-1-1 0,-3-1 0,4 1 0,1 0 0,-1-1 0,1 0 0,0 1 0,0-1 0,0 0 0,0 0 0,0 0 0,1 0 0,-1-1 0,1 1 0,0 0 0,0-1 0,-1-6 0,1 7 0,0 1 0,1-1 0,0 0 0,-1 0 0,1 0 0,0 1 0,0-1 0,1 0 0,-1 0 0,1 1 0,-1-1 0,1 0 0,0 0 0,0 1 0,0-1 0,0 1 0,1-1 0,-1 1 0,2-3 0,-2 5 9,-1-1 0,1 1 0,-1-1-1,1 1 1,0 0 0,-1-1 0,1 1-1,0 0 1,-1-1 0,1 1 0,-1 0-1,1 0 1,0 0 0,0 0 0,-1-1-1,1 1 1,0 0 0,-1 0 0,1 0-1,0 1 1,-1-1 0,1 0 0,0 0-1,-1 0 1,1 0 0,0 1 0,-1-1-1,1 0 1,-1 1 0,1-1 0,0 0-1,-1 1 1,1-1 0,-1 1 0,1-1-1,-1 1 1,1-1 0,0 1 0,14 23-1716,-10-12-5119</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44.972"/>
    </inkml:context>
    <inkml:brush xml:id="br0">
      <inkml:brushProperty name="width" value="0.05" units="cm"/>
      <inkml:brushProperty name="height" value="0.05" units="cm"/>
      <inkml:brushProperty name="color" value="#FFFFFF"/>
    </inkml:brush>
  </inkml:definitions>
  <inkml:trace contextRef="#ctx0" brushRef="#br0">0 0 24575,'8'1'0,"-1"0"0,1 0 0,-1 0 0,0 1 0,1 1 0,-1-1 0,0 1 0,13 7 0,52 37 0,-66-43 0,20 15 0,-1 2 0,0 0 0,-2 1 0,0 2 0,-2 0 0,0 2 0,-2 0 0,-1 1 0,26 51 0,-40-69 38,-1-1 0,0 1 0,0 0 0,-1 0 0,0 1 0,0-1 0,-1 0 0,0 17 0,-2-20-160,1 1 0,-1-1 0,0 0 0,-1 0 0,0 0 0,0 0 0,0 0 0,0 0 0,-1-1 1,0 1-1,-1-1 0,1 1 0,-8 7 0,-3 3-6704</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45.532"/>
    </inkml:context>
    <inkml:brush xml:id="br0">
      <inkml:brushProperty name="width" value="0.05" units="cm"/>
      <inkml:brushProperty name="height" value="0.05" units="cm"/>
      <inkml:brushProperty name="color" value="#FFFFFF"/>
    </inkml:brush>
  </inkml:definitions>
  <inkml:trace contextRef="#ctx0" brushRef="#br0">0 1 24575,'10'0'0,"0"1"0,1 1 0,-1-1 0,0 2 0,17 5 0,48 25 0,-61-26 0,20 10 0,0 3 0,-1 0 0,-1 3 0,42 37 0,-27-16 0,79 96 0,-97-104 0,-2 1 0,-2 1 0,23 46 0,-41-70 0,0 1 0,-1-1 0,-1 1 0,-1 0 0,0 1 0,-1-1 0,0 1 0,-1-1 0,-1 1 0,0 0 0,-2 0 0,-3 27 0,1-31 34,0-1 1,-1 1-1,0-1 0,-1 0 0,-1 0 0,0 0 0,0-1 0,-1 0 0,-9 11 1,2-5-377,0 0 1,-2-1 0,0-1-1,-23 16 1,27-22-6485</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45.983"/>
    </inkml:context>
    <inkml:brush xml:id="br0">
      <inkml:brushProperty name="width" value="0.05" units="cm"/>
      <inkml:brushProperty name="height" value="0.05" units="cm"/>
      <inkml:brushProperty name="color" value="#FFFFFF"/>
    </inkml:brush>
  </inkml:definitions>
  <inkml:trace contextRef="#ctx0" brushRef="#br0">42 47 24575,'-2'-1'0,"-1"0"0,1 0 0,-1 0 0,1 0 0,-1 0 0,1-1 0,0 1 0,-1-1 0,1 0 0,0 1 0,0-1 0,0 0 0,1 0 0,-1-1 0,0 1 0,1 0 0,-1 0 0,1-1 0,-2-3 0,3 6 0,0 0 0,0 0 0,0-1 0,0 1 0,0 0 0,0-1 0,0 1 0,0 0 0,0-1 0,0 1 0,0 0 0,0 0 0,0-1 0,1 1 0,-1 0 0,0-1 0,0 1 0,0 0 0,0 0 0,0-1 0,1 1 0,-1 0 0,0 0 0,0 0 0,0-1 0,1 1 0,-1 0 0,0 0 0,0 0 0,1-1 0,-1 1 0,0 0 0,0 0 0,1 0 0,-1 0 0,0 0 0,1 0 0,15 1 0,15 10 0,11 10 0,-1 2 0,-1 1 0,-1 2 0,39 34 0,-18-7 0,85 95 0,-93-87 0,67 103 0,-95-126 0,-2 1 0,-1 1 0,-3 1 0,18 55 0,-30-76 31,-1 0 0,-1 0 0,-1 1 0,-1-1 0,0 1 0,-2 0 0,0 0 0,-1 0 1,-2-1-1,-6 30 0,5-35-145,-1 0 0,0 0 0,-1-1 0,-1 1 1,0-2-1,-1 1 0,-1-1 0,0 0 1,-1 0-1,0-1 0,-1-1 0,0 0 1,0 0-1,-17 11 0,1-4-6712</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46.748"/>
    </inkml:context>
    <inkml:brush xml:id="br0">
      <inkml:brushProperty name="width" value="0.05" units="cm"/>
      <inkml:brushProperty name="height" value="0.05" units="cm"/>
      <inkml:brushProperty name="color" value="#FFFFFF"/>
    </inkml:brush>
  </inkml:definitions>
  <inkml:trace contextRef="#ctx0" brushRef="#br0">41 84 24575,'0'-1'0,"0"0"0,1-1 0,-1 1 0,1 0 0,0 0 0,-1 0 0,1-1 0,0 1 0,-1 0 0,1 0 0,0 0 0,0 0 0,0 0 0,0 1 0,0-1 0,0 0 0,0 0 0,0 1 0,1-1 0,-1 0 0,0 1 0,2-1 0,28-10 0,-24 10 0,0 0 0,1 0 0,-1 1 0,1 0 0,10 1 0,-16 0 0,0-1 0,1 1 0,-1-1 0,0 1 0,1 0 0,-1 0 0,0 0 0,0 0 0,3 2 0,-4-2 0,0-1 0,-1 1 0,1 0 0,0-1 0,-1 1 0,1 0 0,0 0 0,-1 0 0,1-1 0,-1 1 0,0 0 0,1 0 0,-1 0 0,0 0 0,1 0 0,-1 0 0,0 0 0,0 0 0,0 0 0,0 0 0,0 0 0,0 0 0,0 1 0,-1 0 0,0 0 0,1 0 0,-1-1 0,0 1 0,0 0 0,0-1 0,0 1 0,-1-1 0,1 1 0,0-1 0,-1 0 0,1 1 0,-1-1 0,1 0 0,-1 0 0,1 0 0,-1 0 0,0 0 0,0 0 0,0-1 0,1 1 0,-1-1 0,-2 1 0,-6 2 0,1-1 0,-1 0 0,-10 1 0,14-3 0,1 0 0,-1 1 0,0-2 0,0 1 0,0-1 0,1 0 0,-1 0 0,0 0 0,1-1 0,-8-3 0,11 4 0,0 0 0,1 0 0,-1 0 0,0 0 0,1-1 0,-1 1 0,1-1 0,-1 1 0,1-1 0,0 1 0,-1-1 0,1 0 0,0 1 0,0-1 0,0 0 0,0 0 0,1 0 0,-1 0 0,0 0 0,1 0 0,0 0 0,-1 0 0,1 0 0,0 0 0,0 0 0,0 0 0,0 0 0,0-1 0,1 1 0,-1 0 0,1 0 0,0-2 0,0 1-76,0 0 1,-1 0-1,2 0 0,-1 0 0,0 1 0,1-1 0,-1 0 0,1 1 1,0-1-1,0 1 0,0-1 0,0 1 0,0 0 0,1 0 1,-1 0-1,0 0 0,6-3 0,1 3-6750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47.045"/>
    </inkml:context>
    <inkml:brush xml:id="br0">
      <inkml:brushProperty name="width" value="0.05" units="cm"/>
      <inkml:brushProperty name="height" value="0.05" units="cm"/>
      <inkml:brushProperty name="color" value="#FFFFFF"/>
    </inkml:brush>
  </inkml:definitions>
  <inkml:trace contextRef="#ctx0" brushRef="#br0">0 187 24575,'0'-6'0,"1"1"0,0 0 0,0 0 0,0 0 0,0-1 0,1 1 0,0 1 0,0-1 0,0 0 0,0 0 0,1 1 0,0-1 0,0 1 0,0 0 0,1 0 0,-1 0 0,1 0 0,0 1 0,0-1 0,0 1 0,1 0 0,-1 1 0,7-4 0,10-5 0,1 2 0,0 0 0,42-9 0,-62 17 0,35-8 0,0 1 0,1 1 0,0 3 0,0 1 0,0 1 0,0 3 0,62 8 0,-88-7-65,0 1 0,0 1 0,0 0 0,-1 1 0,0 0 0,0 1 0,0 0 0,-1 0 0,1 1 0,-2 1 0,1 0 0,-1 0 0,0 1 0,-1 0 0,0 0 0,0 1 0,-1 0 0,0 0 0,-1 1 0,9 22 0,-7-15-6761</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47.462"/>
    </inkml:context>
    <inkml:brush xml:id="br0">
      <inkml:brushProperty name="width" value="0.05" units="cm"/>
      <inkml:brushProperty name="height" value="0.05" units="cm"/>
      <inkml:brushProperty name="color" value="#FFFFFF"/>
    </inkml:brush>
  </inkml:definitions>
  <inkml:trace contextRef="#ctx0" brushRef="#br0">30 371 24575,'-3'-3'0,"0"1"0,1-1 0,0 0 0,-1 0 0,1 0 0,0 0 0,1 0 0,-1 0 0,0 0 0,1-1 0,0 1 0,-1 0 0,1-1 0,1 0 0,-1 1 0,1-1 0,-1 1 0,1-1 0,0 0 0,0 1 0,0-1 0,1 1 0,-1-1 0,1 0 0,0 1 0,0-1 0,0 1 0,1 0 0,-1-1 0,1 1 0,0 0 0,0 0 0,0 0 0,0 0 0,0 0 0,1 1 0,-1-1 0,4-2 0,13-13 0,1 2 0,1 0 0,0 1 0,1 1 0,1 1 0,33-13 0,3 2 0,90-23 0,-81 30 0,120-14 0,-147 27 0,0 2 0,0 2 0,0 2 0,54 9 0,-72-6 0,0 1 0,0 1 0,-1 1 0,0 1 0,0 1 0,-1 1 0,0 1 0,-1 1 0,-1 1 0,0 0 0,19 19 0,-2 3 0,-2 2 0,-1 1 0,-2 2 0,28 48 0,-52-77-455,0 0 0,7 20 0,-7-11-6371</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47.849"/>
    </inkml:context>
    <inkml:brush xml:id="br0">
      <inkml:brushProperty name="width" value="0.05" units="cm"/>
      <inkml:brushProperty name="height" value="0.05" units="cm"/>
      <inkml:brushProperty name="color" value="#FFFFFF"/>
    </inkml:brush>
  </inkml:definitions>
  <inkml:trace contextRef="#ctx0" brushRef="#br0">11 418 24575,'-6'-46'0,"5"38"0,-1-1 0,1 0 0,1 0 0,0-15 0,2 12 0,0 1 0,0-1 0,1 1 0,1 0 0,0-1 0,0 2 0,1-1 0,0 1 0,1-1 0,1 1 0,14-17 0,-10 15 0,1 0 0,0 1 0,1 1 0,1 0 0,-1 0 0,1 2 0,26-13 0,-3 7 0,0 1 0,1 2 0,0 1 0,0 3 0,1 0 0,54-1 0,-26 7 0,-1 3 0,0 2 0,0 3 0,0 3 0,-1 3 0,-1 3 0,0 3 0,-1 2 0,-1 3 0,113 62 0,-142-67 57,-2 2 0,0 1 0,-1 1 0,-1 1 0,36 41 0,-53-52-179,-1 2 0,0-1 0,-1 1 0,-1 1 0,0 0 0,-1 0 0,0 1 0,-2 0 0,0 0 1,-1 0-1,-1 1 0,0 0 0,1 21 0,-4 2-6704</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48.811"/>
    </inkml:context>
    <inkml:brush xml:id="br0">
      <inkml:brushProperty name="width" value="0.05" units="cm"/>
      <inkml:brushProperty name="height" value="0.05" units="cm"/>
      <inkml:brushProperty name="color" value="#FFFFFF"/>
    </inkml:brush>
  </inkml:definitions>
  <inkml:trace contextRef="#ctx0" brushRef="#br0">100 108 24575,'5'-1'0,"0"0"0,0 0 0,0 0 0,0-1 0,7-3 0,-4 2 0,-67-9 0,49 10 0,-1-1 0,1 0 0,-16-7 0,24 9 0,-1-1 0,1 1 0,0-1 0,-1 1 0,1-1 0,0 0 0,0 0 0,-3-3 0,4 4 0,1 0 0,-1 0 0,1 0 0,-1 0 0,1 0 0,-1 0 0,1 0 0,0 0 0,-1 0 0,1 0 0,0 0 0,0 0 0,0 0 0,0 0 0,0 0 0,0 0 0,0 0 0,0 0 0,0 0 0,1 0 0,-1 0 0,1-2 0,-1 2 0,1 0 0,-1-1 0,1 1 0,-1 0 0,1 0 0,0 0 0,-1 0 0,1 0 0,0 0 0,0 0 0,0 0 0,0 1 0,0-1 0,0 0 0,0 0 0,0 1 0,0-1 0,0 0 0,0 1 0,0 0 0,0-1 0,1 1 0,-1-1 0,0 1 0,0 0 0,0 0 0,1 0 0,1 0 0,0 0 0,-1 1 0,0-1 0,1 1 0,-1-1 0,0 1 0,0 0 0,0 0 0,1 0 0,-1 1 0,0-1 0,0 0 0,-1 1 0,5 3 0,-5-4 0,0 0 0,0 0 0,0 1 0,0-1 0,0 0 0,0 1 0,0-1 0,0 1 0,0-1 0,-1 1 0,1-1 0,-1 1 0,1 0 0,-1-1 0,0 1 0,1 0 0,-1-1 0,0 4 0,0-4 0,-1 0 0,0 0 0,1 0 0,-1 1 0,1-1 0,-1 0 0,0 0 0,0 0 0,0 0 0,0 0 0,0 0 0,0 0 0,0 0 0,0-1 0,0 1 0,0 0 0,0 0 0,0-1 0,0 1 0,-1-1 0,1 1 0,0-1 0,-1 0 0,1 1 0,0-1 0,-1 0 0,1 0 0,-2 0 0,2 0-28,0 1-1,0-1 1,0 0-1,1 0 1,-1 0 0,0 0-1,0 0 1,0 0-1,0 0 1,0 0-1,0 0 1,0 0-1,0 0 1,0-1 0,1 1-1,-1 0 1,0-1-1,0 1 1,0 0-1,1-1 1,-1 1-1,0-1 1,0 1 0,1-1-1,-1 0 1,0 1-1,1-1 1,-1 0-1,1 1 1,-1-1-1,1 0 1,-1 0 0,1 0-1,-1 1 1,1-1-1,0 0 1,-1 0-1,1 0 1,0 0-1,0 0 1,0 0 0,0 0-1,0 1 1,0-1-1,0 0 1,0 0-1,0-1 1,5-9-6798</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49.344"/>
    </inkml:context>
    <inkml:brush xml:id="br0">
      <inkml:brushProperty name="width" value="0.05" units="cm"/>
      <inkml:brushProperty name="height" value="0.05" units="cm"/>
      <inkml:brushProperty name="color" value="#FFFFFF"/>
    </inkml:brush>
  </inkml:definitions>
  <inkml:trace contextRef="#ctx0" brushRef="#br0">0 260 24575,'1'-3'0,"1"0"0,0 0 0,-1 0 0,1 0 0,0 1 0,1-1 0,-1 1 0,0-1 0,1 1 0,2-2 0,-1 0 0,20-19 0,1 2 0,1 0 0,0 2 0,1 1 0,1 1 0,1 1 0,1 2 0,0 1 0,57-17 0,-47 20 0,0 2 0,81-6 0,-98 13 0,0 1 0,0 2 0,0 0 0,0 1 0,0 1 0,39 12 0,-56-13 38,0-1 0,0 1 0,0 0 0,0 0 0,0 1 0,0 0 0,-1 0 0,9 8 0,-11-9-145,0 0 0,-1 1 1,0-1-1,1 1 0,-1-1 1,-1 1-1,1 0 0,0-1 1,-1 1-1,0 0 0,0 0 1,0 0-1,0 0 0,-1 0 1,0 7-1,0 5-6719</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49.720"/>
    </inkml:context>
    <inkml:brush xml:id="br0">
      <inkml:brushProperty name="width" value="0.05" units="cm"/>
      <inkml:brushProperty name="height" value="0.05" units="cm"/>
      <inkml:brushProperty name="color" value="#FFFFFF"/>
    </inkml:brush>
  </inkml:definitions>
  <inkml:trace contextRef="#ctx0" brushRef="#br0">19 406 24575,'-1'-2'0,"-1"0"0,0-1 0,1 1 0,0 0 0,-1-1 0,1 1 0,0-1 0,0 1 0,1-1 0,-1 1 0,0-1 0,0-3 0,-2-36 0,3 31 0,0 2 0,0-1 0,0 1 0,1-1 0,0 1 0,1 0 0,0 0 0,0 0 0,1 0 0,0 0 0,1 0 0,0 1 0,6-11 0,-3 9 0,1 1 0,0 0 0,0 0 0,0 0 0,1 1 0,0 0 0,1 1 0,0 0 0,13-7 0,-1 3 0,0 0 0,2 2 0,-1 0 0,1 2 0,26-5 0,127-14 0,37 12 0,-174 14 0,0 1 0,0 3 0,53 10 0,-74-9 86,-1 0-1,1 1 0,24 12 1,-37-16-208,0 2 0,0-1 0,-1 1 0,1 0 0,-1 0 0,0 0 0,0 1 0,0-1 0,0 1 1,-1 1-1,0-1 0,0 1 0,3 6 0,3 13-6704</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50.057"/>
    </inkml:context>
    <inkml:brush xml:id="br0">
      <inkml:brushProperty name="width" value="0.05" units="cm"/>
      <inkml:brushProperty name="height" value="0.05" units="cm"/>
      <inkml:brushProperty name="color" value="#FFFFFF"/>
    </inkml:brush>
  </inkml:definitions>
  <inkml:trace contextRef="#ctx0" brushRef="#br0">1 754 24575,'1'-19'0,"1"1"0,0 0 0,2 0 0,0 0 0,1 0 0,0 0 0,2 1 0,10-21 0,0 6 0,1 1 0,2 1 0,28-35 0,-15 26 0,2 3 0,1 0 0,2 3 0,1 1 0,1 1 0,2 3 0,1 1 0,87-39 0,-90 50 0,0 1 0,2 2 0,-1 1 0,1 3 0,1 1 0,0 2 0,0 2 0,0 2 0,0 2 0,75 9 0,-95-5 0,0 1 0,-1 0 0,0 2 0,0 1 0,0 0 0,-1 2 0,0 1 0,-1 0 0,0 1 0,-1 1 0,0 1 0,-1 1 0,-1 1 0,-1 0 0,0 1 0,0 0 0,-2 2 0,-1 0 0,13 22 0,-12-14-455,0 0 0,12 38 0,-10-13-6371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50.798"/>
    </inkml:context>
    <inkml:brush xml:id="br0">
      <inkml:brushProperty name="width" value="0.05" units="cm"/>
      <inkml:brushProperty name="height" value="0.05" units="cm"/>
      <inkml:brushProperty name="color" value="#FFFFFF"/>
    </inkml:brush>
  </inkml:definitions>
  <inkml:trace contextRef="#ctx0" brushRef="#br0">0 67 24575,'1'-5'0,"1"1"0,0 0 0,0 0 0,0 0 0,0 0 0,0 0 0,1 0 0,0 1 0,0-1 0,3-3 0,-5 6 0,0 0 0,0 0 0,0 0 0,0 0 0,0 0 0,1 0 0,-1 0 0,0 0 0,1 1 0,-1-1 0,1 0 0,-1 1 0,0-1 0,1 1 0,-1 0 0,1-1 0,0 1 0,-1 0 0,1 0 0,-1 0 0,1 0 0,-1 0 0,1 0 0,-1 0 0,1 1 0,-1-1 0,4 2 0,-3-1 0,1 1 0,-1-1 0,0 1 0,0 0 0,1 0 0,-1 0 0,0 0 0,-1 1 0,1-1 0,0 1 0,-1-1 0,1 1 0,-1-1 0,2 4 0,-2-2 0,1 1 0,-1-1 0,1 1 0,-1-1 0,-1 1 0,1-1 0,-1 1 0,1 0 0,-2 5 0,1-8 0,0 0 0,0 0 0,0 0 0,-1-1 0,1 1 0,-1 0 0,1 0 0,-1 0 0,0-1 0,0 1 0,0 0 0,0-1 0,0 1 0,0-1 0,0 1 0,0-1 0,-1 1 0,1-1 0,-1 0 0,1 0 0,-3 2 0,3-3 0,1 1 0,-1-1 0,0 0 0,1 1 0,-1-1 0,0 0 0,1 0 0,-1 0 0,0 1 0,1-1 0,-1 0 0,0 0 0,1 0 0,-1 0 0,0 0 0,1 0 0,-1-1 0,0 1 0,1 0 0,-1 0 0,0 0 0,1-1 0,-1 1 0,0 0 0,1-1 0,-2 0 0,1 0 0,0 0 0,0 0 0,0 0 0,0-1 0,1 1 0,-1 0 0,0-1 0,0 1 0,1-1 0,-1 1 0,0-3 0,-4-39 0,5 37 34,1-32 263,-1 37-367,0-1-1,0 1 0,1 0 1,-1-1-1,0 1 0,1 0 1,-1 0-1,1-1 0,-1 1 1,1 0-1,0 0 0,0 0 0,-1 0 1,1 0-1,0 0 0,0 0 1,0 0-1,0 0 0,0 0 1,0 0-1,0 1 0,0-1 1,3-1-1</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51.128"/>
    </inkml:context>
    <inkml:brush xml:id="br0">
      <inkml:brushProperty name="width" value="0.05" units="cm"/>
      <inkml:brushProperty name="height" value="0.05" units="cm"/>
      <inkml:brushProperty name="color" value="#FFFFFF"/>
    </inkml:brush>
  </inkml:definitions>
  <inkml:trace contextRef="#ctx0" brushRef="#br0">2 20 24575,'-1'-1'0,"1"1"0,0-1 0,0 1 0,0-1 0,0 0 0,0 1 0,0-1 0,0 0 0,0 1 0,0-1 0,0 1 0,0-1 0,0 0 0,0 1 0,1-1 0,-1 1 0,0-1 0,0 0 0,1 1 0,-1-1 0,0 1 0,1-1 0,-1 1 0,0-1 0,1 1 0,-1-1 0,1 1 0,-1 0 0,1-1 0,-1 1 0,1-1 0,-1 1 0,1 0 0,0 0 0,-1-1 0,1 1 0,0 0 0,0 0 0,0 1 0,0-1 0,0 1 0,0-1 0,0 1 0,0 0 0,0-1 0,0 1 0,0 0 0,-1 0 0,1-1 0,0 1 0,0 0 0,-1 0 0,1 0 0,-1 0 0,1 0 0,-1 0 0,1 0 0,-1 0 0,1 2 0,28 107 0,-23-77 0,2-2 0,1 1 0,21 45 0,-26-68 0,0-1 0,1 0 0,0-1 0,0 1 0,1-1 0,0 0 0,0 0 0,1-1 0,0 0 0,0 0 0,0 0 0,1-1 0,0 0 0,0-1 0,0 0 0,0 0 0,11 3 0,-1-2-1365,-2-3-5461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51.453"/>
    </inkml:context>
    <inkml:brush xml:id="br0">
      <inkml:brushProperty name="width" value="0.05" units="cm"/>
      <inkml:brushProperty name="height" value="0.05" units="cm"/>
      <inkml:brushProperty name="color" value="#FFFFFF"/>
    </inkml:brush>
  </inkml:definitions>
  <inkml:trace contextRef="#ctx0" brushRef="#br0">60 0 24575,'-2'0'0,"0"0"0,0 0 0,0 0 0,0 1 0,0-1 0,0 0 0,0 1 0,0-1 0,0 1 0,0 0 0,0 0 0,0 0 0,0 0 0,1 0 0,-1 0 0,0 0 0,1 0 0,-3 2 0,2 0 0,1 0 0,-1 0 0,0 0 0,1-1 0,0 1 0,-1 1 0,1-1 0,0 0 0,1 0 0,-1 0 0,0 5 0,-3 39 0,1 0 0,3 1 0,8 64 0,-3-74 43,1-1 0,2 1-1,1-1 1,2-1 0,2 0-1,1-1 1,27 48 0,-29-62-100,1-2 0,1 0 0,1 0 0,0-2 0,28 26 0,-30-32-94,1-1-1,0 0 0,1 0 0,0-2 1,0 0-1,1-1 0,0 0 1,21 5-1,-2-3-6674</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51.793"/>
    </inkml:context>
    <inkml:brush xml:id="br0">
      <inkml:brushProperty name="width" value="0.05" units="cm"/>
      <inkml:brushProperty name="height" value="0.05" units="cm"/>
      <inkml:brushProperty name="color" value="#FFFFFF"/>
    </inkml:brush>
  </inkml:definitions>
  <inkml:trace contextRef="#ctx0" brushRef="#br0">12 0 24575,'0'1'0,"-1"-1"0,0 0 0,1 0 0,-1 0 0,1 1 0,-1-1 0,1 0 0,-1 1 0,1-1 0,-1 0 0,1 1 0,-1-1 0,1 1 0,-1-1 0,1 0 0,-1 1 0,1-1 0,0 1 0,-1 0 0,1-1 0,0 1 0,0-1 0,-1 1 0,1-1 0,0 1 0,0 0 0,0-1 0,0 1 0,0 0 0,0-1 0,0 1 0,0-1 0,0 1 0,0 0 0,0-1 0,0 1 0,0 0 0,1 0 0,4 27 0,-5-28 0,37 121 0,6-3 0,68 137 0,-90-212 0,3 0 0,1-1 0,2-1 0,40 45 0,-54-71 0,1-1 0,0-1 0,1 0 0,0-1 0,1 0 0,0-2 0,1 0 0,0 0 0,0-2 0,1 0 0,1-1 0,-1-1 0,30 6 0,4-6-1365,-6-2-5461</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52.789"/>
    </inkml:context>
    <inkml:brush xml:id="br0">
      <inkml:brushProperty name="width" value="0.05" units="cm"/>
      <inkml:brushProperty name="height" value="0.05" units="cm"/>
      <inkml:brushProperty name="color" value="#FFFFFF"/>
    </inkml:brush>
  </inkml:definitions>
  <inkml:trace contextRef="#ctx0" brushRef="#br0">1 84 24575,'1'-2'0,"1"1"0,0 0 0,-1 0 0,1 0 0,0 0 0,-1 1 0,1-1 0,0 0 0,0 1 0,0-1 0,0 1 0,0 0 0,0-1 0,0 1 0,0 0 0,-1 0 0,1 0 0,0 1 0,3-1 0,-5-1 0,1 1 0,-1-1 0,1 0 0,-1 0 0,1 0 0,-1 0 0,0 0 0,0 0 0,1 0 0,-1 0 0,0 0 0,0 0 0,0 0 0,0 0 0,0 0 0,0 0 0,0 0 0,0 0 0,-1 0 0,1-2 0,-1-2 0,2 2 0,0-1 0,-1 1 0,1 0 0,0 0 0,1 0 0,-1 0 0,0 0 0,1 0 0,0 0 0,2-3 0,-4 6 0,0-1 0,1 0 0,-1 1 0,0-1 0,1 1 0,-1-1 0,1 1 0,-1-1 0,1 1 0,-1-1 0,1 1 0,-1 0 0,1-1 0,-1 1 0,1 0 0,-1-1 0,1 1 0,0 0 0,-1 0 0,1-1 0,-1 1 0,1 0 0,0 0 0,-1 0 0,1 0 0,0 0 0,-1 0 0,1 0 0,0 0 0,-1 0 0,1 0 0,0 0 0,-1 0 0,1 1 0,-1-1 0,1 0 0,0 0 0,-1 1 0,1-1 0,-1 0 0,1 1 0,-1-1 0,1 1 0,-1-1 0,1 1 0,-1-1 0,1 1 0,-1-1 0,0 1 0,1-1 0,-1 1 0,0-1 0,1 1 0,-1 0 0,0-1 0,0 2 0,1 0 0,0-1 0,-1 1 0,1 0 0,-1-1 0,1 1 0,-1 0 0,0 0 0,0 0 0,0-1 0,0 1 0,0 0 0,0 0 0,0 0 0,-1-1 0,1 1 0,-1 0 0,1-1 0,-1 1 0,0 0 0,0-1 0,1 1 0,-1-1 0,0 1 0,-1-1 0,1 1 0,0-1 0,0 0 0,0 1 0,-1-1 0,-1 1 0,2-1 0,0 0 0,0 0 0,0-1 0,0 1 0,-1-1 0,1 1 0,0-1 0,0 1 0,0-1 0,-1 0 0,1 1 0,0-1 0,0 0 0,-1 0 0,1 0 0,0 0 0,0 0 0,-1 0 0,1-1 0,0 1 0,0 0 0,0-1 0,-1 1 0,1 0 0,0-1 0,0 1 0,0-1 0,0 0 0,0 1 0,0-1 0,0 0 0,0 0 0,0 0 0,0 0 0,0 0 0,1 0 0,-1 0 0,0 0 0,0 0 0,1 0 0,-1 0 0,1 0 0,-1-2 0,-4-12-1365,2-1-5461</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53.368"/>
    </inkml:context>
    <inkml:brush xml:id="br0">
      <inkml:brushProperty name="width" value="0.05" units="cm"/>
      <inkml:brushProperty name="height" value="0.05" units="cm"/>
      <inkml:brushProperty name="color" value="#FFFFFF"/>
    </inkml:brush>
  </inkml:definitions>
  <inkml:trace contextRef="#ctx0" brushRef="#br0">0 1 24575,'3'1'0,"0"0"0,0 1 0,-1-1 0,1 1 0,-1-1 0,1 1 0,-1 0 0,4 4 0,6 3 0,0-1 0,0-1 0,1-1 0,1 0 0,-1 0 0,1-1 0,0-1 0,25 4 0,3-2 0,57 2 0,-78-8-105,0 0 0,0-1 0,0-1 0,0-1 0,0 0 0,0-2 0,-1-1 0,0 0 0,0-2 0,0 0 0,-1-1 0,30-19 0,-33 16-6721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53.745"/>
    </inkml:context>
    <inkml:brush xml:id="br0">
      <inkml:brushProperty name="width" value="0.05" units="cm"/>
      <inkml:brushProperty name="height" value="0.05" units="cm"/>
      <inkml:brushProperty name="color" value="#FFFFFF"/>
    </inkml:brush>
  </inkml:definitions>
  <inkml:trace contextRef="#ctx0" brushRef="#br0">0 0 24575,'8'7'0,"0"0"0,0-1 0,1-1 0,0 1 0,17 7 0,7 4 0,10 8 0,70 30 0,-89-46 0,0-1 0,0-1 0,0-1 0,1-1 0,26 1 0,-23-3 0,0-2 0,1-2 0,-1 0 0,0-2 0,0 0 0,0-3 0,0 0 0,-1-1 0,0-2 0,32-15 0,-40 14-1365,-6 0-5461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37:54.119"/>
    </inkml:context>
    <inkml:brush xml:id="br0">
      <inkml:brushProperty name="width" value="0.05" units="cm"/>
      <inkml:brushProperty name="height" value="0.05" units="cm"/>
      <inkml:brushProperty name="color" value="#FFFFFF"/>
    </inkml:brush>
  </inkml:definitions>
  <inkml:trace contextRef="#ctx0" brushRef="#br0">1 1 24575,'0'1'0,"0"0"0,1 0 0,-1 0 0,1 0 0,-1 0 0,1 0 0,-1 0 0,1 0 0,-1 0 0,1-1 0,0 1 0,0 0 0,-1 0 0,1-1 0,0 1 0,0 0 0,0-1 0,1 2 0,21 10 0,-20-11 0,104 44 0,132 36 0,-216-73 0,38 10 69,1-2-1,1-3 0,0-3 0,106 4 1,-122-14-283,0-2 1,0-2 0,-1-2-1,0-2 1,0-2 0,-1-3-1,46-18 1,-70 23-6613</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4:44:12.215"/>
    </inkml:context>
    <inkml:brush xml:id="br0">
      <inkml:brushProperty name="width" value="0.05" units="cm"/>
      <inkml:brushProperty name="height" value="0.05" units="cm"/>
      <inkml:brushProperty name="color" value="#FFFFFF"/>
    </inkml:brush>
  </inkml:definitions>
  <inkml:trace contextRef="#ctx0" brushRef="#br0">0 0 24575,'0'0'-8191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4:50:58.313"/>
    </inkml:context>
    <inkml:brush xml:id="br0">
      <inkml:brushProperty name="width" value="0.05" units="cm"/>
      <inkml:brushProperty name="height" value="0.05" units="cm"/>
      <inkml:brushProperty name="color" value="#FFFFFF"/>
    </inkml:brush>
  </inkml:definitions>
  <inkml:trace contextRef="#ctx0" brushRef="#br0">0 1 24575</inkml:trace>
</inkml:ink>
</file>

<file path=ppt/ink/ink166.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1-16T06:43:07.020"/>
    </inkml:context>
    <inkml:brush xml:id="br0">
      <inkml:brushProperty name="width" value="0.05292" units="cm"/>
      <inkml:brushProperty name="height" value="0.05292" units="cm"/>
      <inkml:brushProperty name="color" value="#FFFF00"/>
    </inkml:brush>
  </inkml:definitions>
  <inkml:trace contextRef="#ctx0" brushRef="#br0">2024 5184 0,'0'0'32,"26"0"-32,-52 0 31,26 0-15,-40 80-1,80-160-15,-40 80 16,-27-13-1,120 26 1,-159-13-16,79 14 16,-53-94-1,80 80 1,-53 66-16,13-66 16,-14 0 15,14 14 0,0-28-15,0 14-1,0 0 1,0 0 0,0 14-1,0-41 1,0 40-1,0-13 1,0 0 15,-13 27 1,26-54-17,-13 41-15,0-28 16,0 28 62,0-14-16,0 0-15,0 13-31,0 0 0,0 0 15,-13 1-16,26-28 1,-52 28 0,105 581-1,-93-1204 1,27 609 0</inkml:trace>
  <inkml:trace contextRef="#ctx0" brushRef="#br0" timeOffset="10082.17">1997 5237 0,'0'0'16,"-13"-13"0,0 13-16,-1 0 31,1 0-15,0 0-1,0 0 16,0 0 1,79 93-1,-159-173-15,53 107-1,27-54 1,-93-65-1,186 184-15,-133-541 16,119 898 15,-53-449-15,40 14 0,212-14 15,-199 0-31,26 0 15,173-14 1,370 14 15,-93 40 1,-79-14-1,-93-12 0,-172-14-15,146 0 15,-39 13 0,-41 0 0,53 0 1,-26 1-1,-66-14 0,-198 0-31,131 0 31,1 13 1,-40 0-1,-53-26 0,-52 13-31,-14 26 0,0-52 16,52 13 15,-25 39 0,-1-52 1,-12 26-1,-1 0 0</inkml:trace>
  <inkml:trace contextRef="#ctx0" brushRef="#br0" timeOffset="10510.18">6957 5184 0,'13'27'31,"-26"-54"-31,119 80 31,-67-26 1,67 12-1,-80-52-31,-39 40 0,40-1 31,-80 40 0,26-39-31,41-14 0,-160 66 32,133-66-32</inkml:trace>
  <inkml:trace contextRef="#ctx0" brushRef="#br0" timeOffset="15548.21">3783 4986 0,'0'0'0,"132"93"31,-238-252-31,106 199 0,13-133 32,-26 53-1,-40 40 0,-53 27 0,80-1-31,13 54 32,-14-94-32,40 54 31,93 13 0,-53-27 0,-119 27 1,66-66-32,-106 79 31,27-79-16</inkml:trace>
  <inkml:trace contextRef="#ctx0" brushRef="#br0" timeOffset="15974.59">4060 4973 0,'14'-13'16,"38"92"-16,-118-145 0,66 39 31,-79 80-31,158-106 0,-118 27 31,-1-14 0,27 40-31,-27 40 32,-13 92-1,40-53 0,66-52 0,-40-40-31,-39-40 32,184-40-17</inkml:trace>
  <inkml:trace contextRef="#ctx0" brushRef="#br0" timeOffset="16118.55">4100 4946 0,'0'0'0,"26"93"31,1-1 0,-27-92-31</inkml:trace>
  <inkml:trace contextRef="#ctx0" brushRef="#br0" timeOffset="16460.14">4219 4933 0,'0'0'0,"13"93"31,27-54 0,0-25 0,-40-28-31,39-25 32,14-94-1,-26 107 0</inkml:trace>
  <inkml:trace contextRef="#ctx0" brushRef="#br0" timeOffset="16862.21">4523 4973 0,'0'13'16,"13"-13"-1,14 13 1,26 0 15,-40-13-15,40-26-1,-40 26 1,-13-13-16,-53-53 16,133 79-1,-80-26-15,-27-27 16,-65 66 15,25 80 0,67-79-15,40 52 0,-13-66-1,65 14 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3:29.638"/>
    </inkml:context>
    <inkml:brush xml:id="br0">
      <inkml:brushProperty name="width" value="0.05" units="cm"/>
      <inkml:brushProperty name="height" value="0.05" units="cm"/>
      <inkml:brushProperty name="color" value="#FFFFFF"/>
    </inkml:brush>
  </inkml:definitions>
  <inkml:trace contextRef="#ctx0" brushRef="#br0">14 183 24575,'0'0'0,"-1"0"0,1 0 0,-1 0 0,1 0 0,-1 0 0,1 0 0,-1 0 0,1 0 0,-1 0 0,1 0 0,-1 0 0,1 0 0,-1 0 0,1 0 0,-1 1 0,1-1 0,-1 0 0,1 0 0,-1 0 0,1 1 0,0-1 0,-1 0 0,1 1 0,-1-1 0,1 0 0,0 1 0,-1-1 0,1 0 0,-1 1 0,6 10 0,-1-1 0,1-19 0,-5 9 0,0 0 0,1-1 0,-1 1 0,0 0 0,1 0 0,-1 0 0,0-1 0,0 1 0,0 0 0,1-1 0,-1 1 0,0 0 0,0-1 0,0 1 0,0 0 0,1-1 0,-1 1 0,0 0 0,0-1 0,0 1 0,0 0 0,0-1 0,0 1 0,0 0 0,0-1 0,0 1 0,0 0 0,0-1 0,0 1 0,0 0 0,-1-1 0,1 1 0,0 0 0,0-1 0,0 1 0,0 0 0,0-1 0,-1 1 0,1 0 0,0 0 0,0-1 0,-1 1 0,1 0 0,0 0 0,0-1 0,-1 1 0,0 0 0,5 4 0,-3-3 0,-1-1 0,0 1 0,1-1 0,-1 1 0,1 0 0,0-1 0,-1 1 0,1-1 0,-1 1 0,1-1 0,0 0 0,-1 1 0,1-1 0,0 1 0,-1-1 0,1 0 0,0 0 0,0 0 0,-1 1 0,1-1 0,0 0 0,0 0 0,-1 0 0,1 0 0,0 0 0,0 0 0,-1 0 0,1 0 0,0-1 0,0 1 0,-1 0 0,2-1 0,25-5 0,0 2 0,0 0 0,1 2 0,48 2 0,27-1 0,587-58 0,-96 32 0,0 25 0,-394 2 0,-31 15 0,-10-1 0,-119-12 0,42 8 0,-68-9 0,1-1 0,-1 0 0,0-1 0,0 0 0,1-1 0,26-8 0,-2 1 0,-28 6-647,-1 0-1,0 0 0,0-1 1,0 0-1,-1-1 0,13-8 1,-8 5-473,-9 6 1006,0-1 0,1 1 0,-1 0 0,0 1 1,1-1-1,-1 1 0,1 0 0,0 1 0,-1-1 0,1 1 0,9 1 0,6 2 92,39 9 0,4 1 170,320 0 3914,-77-8-1208,8 8-2854,-71-5 0,111-36 0,-317 26 0,1 2 0,64 7 0,-25 0 0,-65-7 0,-1-1 0,1 0 0,0-1 0,0 0 0,18-7 0,-17 5 0,1 0 0,0 1 0,0 1 0,18-1 0,-11 4 0,0 2 0,25 4 0,-28-3 0,0-1 0,0 0 0,28-2 0,2-6 0,21-1 0,-24 8 0,71 13 0,-69-8 0,66 3 0,-111-10-332,0 1-1,0-1 1,0 0-1,0-1 1,0 1-1,1 0 0,-1-1 1,0 0-1,-1 0 1,1 0-1,0 0 1,0 0-1,0 0 1,-1-1-1,1 1 0,4-5 1,-2 4 194,-1 1 1,0-1-1,1 1 1,-1 0-1,1 0 1,-1 0-1,1 0 1,8 1-1,42 2 323,-48-1-263,57 4 78,-33-1 0,0-2 0,1-1 0,-1-1 0,35-6 0,-50 5 533,0 1-1,0 0 1,0 2 0,0-1-1,0 2 1,29 8-1,-27-6 80,0-1-1,0-1 0,1 0 0,31 0 0,-29-6-543,-1 0 0,0-1 1,27-10-1,-21 7-770,37-7 1,6 5-4455,-55 8 5073,0 1 0,0 0 0,1 1 0,-1 1 0,24 5 0,-23-3 442,0-2 0,0 1 0,0-2 0,29 0 0,64-11 2944,-8 0-1617,-42 9-2065,16-1-2258,81-11 0,-149 12 2211,-1-1 367,1 1 0,-1 0 1,1 1-1,-1-1 0,1 1 1,0 0-1,-1 1 0,1-1 0,-1 1 1,1 0-1,8 3 0,4 6 59,-13-7 0,1 0 0,-1 0 0,1 0 0,0-1 0,0 0 0,0 0 0,0 0 0,0-1 0,0 0 0,7 1 0,0-3 927,0 0 0,0-1 0,-1 0-1,22-7 1,18-3 1223,-30 6-3949,-12-10-1682,-9 14 3108,0 1 316,-1 0-1,1 0 1,0 1-1,-1-1 1,1 0 0,0 1-1,0-1 1,-1 1 0,1-1-1,0 1 1,0-1 0,0 1-1,0 0 1,0-1 0,0 1-1,0 0 1,0 0-1,0 0 1,0-1 0,0 1-1,1 0 1,47-3-369,-24 6 262,-25-3 161,1 0 1,-1 0 0,1 0 0,-1 1 0,1-1 0,-1 0 0,1 0 0,-1 1 0,1-1-1,-1 0 1,1 0 0,-1 1 0,0-1 0,1 0 0,-1 1 0,0-1 0,1 1 0,-1-1-1,0 0 1,1 1 0,-1-1 0,0 1 0,0-1 0,1 1 0,-1-1 0,0 1-1,0-1 1,0 1 0,0-1 0,0 1 0,0 0 2,1-1 0,-1 1 0,0 0 0,0-1 0,0 1 0,1 0 0,-1-1 0,0 1 0,1-1 0,-1 1 0,0-1 0,1 1 0,-1-1 0,1 1 0,-1-1 0,1 1 0,-1-1 0,1 0 0,-1 1 0,1-1 0,0 0 0,-1 1 0,1-1 0,0 0 0,18 7 0,-18-7 0,16 5 516,-12-3-26,0 0 0,0-1-1,0 1 1,1-1 0,-1 0 0,0-1 0,1 1 0,-1-1 0,1 0 0,-1-1 0,0 1 0,1-1 0,9-2 0,36-13-249,16-6-286,15-13 45,-78 33 0,-1 1 0,1 0 0,-1 1 0,1-1 0,-1 0 0,1 1 0,0 0 0,-1 0 0,1 0 0,0 0 0,-1 1 0,1-1 0,0 1 0,-1 0 0,1 0 0,-1 0 0,1 1 0,-1-1 0,0 1 0,0 0 0,1 0 0,-1 0 0,2 2 0,0 0 0,0-1 0,0-1 0,0 1 0,0-1 0,1 1 0,-1-2 0,11 4 0,7-4 0,0 0 0,0-1 0,26-4 0,22-1 0,-64 5 0,0-1 0,0 0 0,0-1 0,11-3 0,20-4 0,8 20 0,-45-11 0,0 0 0,0 0 0,0 0 0,-1 0 0,1 0 0,0 0 0,0 1 0,0-1 0,0 0 0,0 1 0,-1-1 0,1 0 0,0 1 0,0-1 0,-1 1 0,1-1 0,0 1 0,-1 0 0,1-1 0,0 1 0,-1 0 0,1-1 0,-1 1 0,1 0 0,-1 0 0,1 0 0,-1-1 0,1 3 0,1 0 0,0-2 0,-2-10 0,-1 7 0,1 1 0,0-1 0,-1 0 0,1 0 0,0 0 0,0 0 0,0 0 0,1 0 0,-1 0 0,0 0 0,1 0 0,-1 0 0,1 1 0,0-1 0,-1 0 0,1 0 0,1-1 0,26 7 0,-8-4 0,35 5 0,-41-3 0,-1-1 0,11 3 0,-20-3 0,0 0 0,0-1 0,0 1 0,0-1 0,-1 0 0,1 1 0,0-2 0,0 1 0,4-1 0,26 0 0,77 9 0,-110-8 0,0 0 0,0 1 0,1-1 0,-1 0 0,0 0 0,0-1 0,0 1 0,0 0 0,0 0 0,0 0 0,0-1 0,0 1 0,0-1 0,0 1 0,0-1 0,0 1 0,0-1 0,0 1 0,-1-1 0,1 0 0,1 0 0,-2 0 0,0 0 0,0 1 0,0-1 0,0 1 0,0-1 0,0 0 0,0 1 0,0-1 0,0 0 0,0 1 0,0-1 0,-1 1 0,1-1 0,0 1 0,0-1 0,-1 1 0,1-1 0,-1 0 0,0-2 0,16 40 0,-14-35 0,0 0 0,0 0 0,0 0 0,0-1 0,0 1 0,0 0 0,1 0 0,2 2 0,-3-3 0,-1-1 0,0 0 0,1 0 0,-1 0 0,1 0 0,-1 0 0,0 0 0,1 1 0,-1-1 0,1 0 0,-1 0 0,0 0 0,1-1 0,-1 1 0,1 0 0,-1 0 0,0 0 0,1 0 0,-1 0 0,1 0 0,-1 0 0,0-1 0,1 1 0,-1 0 0,0 0 0,1-1 0,-1 1 0,0 0 0,1 0 0,-1-1 0,0 1 0,0 0 0,1-1 0,-1 1 0,0 0 0,1-1 0,-1-1 0,1 1 0,-1 0 0,1 0 0,-1 0 0,0 0 0,1 0 0,-1 0 0,0-1 0,0 1 0,0 0 0,0 0 0,0 0 0,0-1 0,0 1 0,0 0 0,-1 0 0,1 0 0,0-1 0,-1 1 0,1 0 0,-1 0 0,1 0 0,-1 0 0,1 0 0,-1 0 0,0 0 0,1 0 0,-2-1 0,-6-15 0,8 17 0,0 0 0,0-1 0,0 1 0,0 0 0,0-1 0,0 1 0,0 0 0,0 0 0,0-1 0,1 1 0,-1 0 0,0 0 0,0-1 0,0 1 0,0 0 0,1 0 0,-1 0 0,0-1 0,0 1 0,0 0 0,1 0 0,-1 0 0,0-1 0,0 1 0,1 0 0,-1 0 0,0 0 0,1 0 0,-1 0 0,0 0 0,0 0 0,1 0 0,4 8 0,-4-5 0,1 0 0,-1 0 0,1-1 0,-1 1 0,1-1 0,0 1 0,0-1 0,0 0 0,0 0 0,0 0 0,0 0 0,1 0 0,4 3 0,10-18 0,45-12 0,-57 24 12,0-1 1,0 1-1,0 0 0,0 1 0,0-1 1,0 1-1,1 0 0,-1 0 0,0 0 1,0 1-1,0 0 0,1 0 0,-1 0 0,7 3 1,28 4-1562</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3:30.060"/>
    </inkml:context>
    <inkml:brush xml:id="br0">
      <inkml:brushProperty name="width" value="0.05" units="cm"/>
      <inkml:brushProperty name="height" value="0.05" units="cm"/>
      <inkml:brushProperty name="color" value="#FFFFFF"/>
    </inkml:brush>
  </inkml:definitions>
  <inkml:trace contextRef="#ctx0" brushRef="#br0">8 0 24575,'-1'1'0,"0"-1"0,1 1 0,-1-1 0,1 1 0,-1-1 0,1 1 0,0 0 0,-1-1 0,1 1 0,-1 0 0,1-1 0,0 1 0,0 0 0,-1-1 0,1 1 0,0 0 0,0 0 0,0-1 0,0 1 0,0 0 0,0 0 0,0-1 0,0 1 0,0 0 0,0-1 0,0 1 0,1 0 0,-1 0 0,0-1 0,0 1 0,1 0 0,-1-1 0,0 1 0,1 0 0,-1-1 0,1 1 0,-1-1 0,1 1 0,-1-1 0,1 1 0,-1-1 0,1 1 0,0-1 0,-1 0 0,1 1 0,0-1 0,-1 0 0,1 1 0,0-1 0,-1 0 0,2 1 0,10-6 0,-11 5 0,0-1 0,0 1 0,0-1 0,0 1 0,0-1 0,0 1 0,0 0 0,0 0 0,0-1 0,0 1 0,0 0 0,0 0 0,1 0 0,-1 0 0,0 0 0,0 0 0,0 0 0,0 1 0,0-1 0,0 0 0,0 1 0,0-1 0,1 1 0,9 5 0,-7-3 0,0-1 0,0 0 0,0 0 0,0 0 0,0 0 0,1-1 0,7 2 0,8 0-754,-1 1 1,1 0-1,-1 2 0,0 0 0,0 1 1,0 1-1,-1 1 0,25 15 0,-40-22 916,-1 0-1,1 0 1,-1 1-1,1-1 1,-1 0-1,0 1 1,0 0-1,0-1 1,0 1 0,-1 0-1,1 0 1,-1 0-1,0 0 1,1 0-1,-1 1 1,-1-1-1,1 0 1,0 0-1,-1 1 1,0 5-1,0-2 178,-1 0 1,0-1-1,-1 1 0,1 0 0,-1-1 0,-1 0 1,1 0-1,-1 1 0,-6 7 0,8-11-332,-1-1-1,0 0 1,1 0-1,-1-1 0,0 1 1,-1 0-1,1-1 1,0 1-1,0-1 1,-1 1-1,1-1 0,-4 1 1,-9 5-1456,-4 5-5377</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3:33.798"/>
    </inkml:context>
    <inkml:brush xml:id="br0">
      <inkml:brushProperty name="width" value="0.05" units="cm"/>
      <inkml:brushProperty name="height" value="0.05" units="cm"/>
      <inkml:brushProperty name="color" value="#FFFFFF"/>
    </inkml:brush>
  </inkml:definitions>
  <inkml:trace contextRef="#ctx0" brushRef="#br0">1 102 24575,'1'0'0,"-1"0"0,1-1 0,0 1 0,-1 0 0,1-1 0,0 1 0,-1 0 0,1-1 0,-1 1 0,1-1 0,0 1 0,-1-1 0,1 1 0,-1-1 0,0 1 0,1-1 0,-1 0 0,1 1 0,-1-1 0,0 0 0,0 1 0,1-1 0,-1 0 0,0-1 0,7-25 0,-4 12 0,1-1 0,-3 14 0,-1 0 0,0 0 0,1 0 0,-1 0 0,1 0 0,-1 0 0,1 0 0,0 1 0,0-1 0,0 0 0,0 0 0,0 1 0,3-4 0,-4 5 0,0 0 0,0 0 0,1 0 0,-1 0 0,0 0 0,1 0 0,-1 0 0,0 0 0,1 0 0,-1 0 0,0 0 0,0 0 0,1 0 0,-1 0 0,0 0 0,1 0 0,-1 0 0,0 1 0,0-1 0,1 0 0,-1 0 0,0 0 0,0 0 0,1 1 0,-1-1 0,0 0 0,0 0 0,1 1 0,-1-1 0,0 0 0,0 0 0,0 1 0,0-1 0,0 0 0,1 0 0,-1 1 0,0-1 0,0 0 0,0 1 0,0-1 0,0 0 0,0 1 0,-9 2 0,4 0 0,9 5 0,-3-5 0,4 11 0,0-1 0,-1 1 0,4 25 0,0 0 0,47 182 0,-37-181 0,-14-33 0,0 1 0,-1 0 0,0-1 0,0 1 0,2 11 0,0 17-855,-2 0 1,-2 68-1,1 27-2234,5-42 1935,11 112 1177,-13-133 2158,-5-52-1260,1 1 0,0-1-1,1 0 1,7 27-1,-2-5-920,-7-33 0,1 0 0,-1-1 0,1 1 0,0 0 0,1-1 0,-1 1 0,1-1 0,2 6 0,10 24 0,-13-32 0,-1 0 0,1-1 0,-1 1 0,0 0 0,0 0 0,1 0 0,-2 0 0,1 0 0,0 0 0,0 0 0,0-1 0,-1 1 0,1 0 0,-1 0 0,-1 3 0,1-3 27,0 0-1,0 1 0,0-1 0,0 1 1,1-1-1,-1 1 0,1-1 0,0 1 1,0 0-1,0-1 0,0 1 0,0 3 1,0-5-67,0-1 0,1 1 1,-1 0-1,0 0 0,0-1 0,0 1 1,1 0-1,-1 0 0,0-1 1,1 1-1,-1 0 0,1-1 1,-1 1-1,1 0 0,-1-1 1,1 1-1,-1-1 0,1 1 0,-1-1 1,1 1-1,0-1 0,-1 1 1,1-1-1,0 1 0,0-1 1,-1 0-1,1 0 0,0 1 1,0-1-1,-1 0 0,1 0 1,0 0-1,0 0 0,0 0 0,-1 0 1,1 0-1,0 0 0,0 0 1,-1 0-1,1 0 0,0-1 1,1 1-1,7-4-6786</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3:34.251"/>
    </inkml:context>
    <inkml:brush xml:id="br0">
      <inkml:brushProperty name="width" value="0.05" units="cm"/>
      <inkml:brushProperty name="height" value="0.05" units="cm"/>
      <inkml:brushProperty name="color" value="#FFFFFF"/>
    </inkml:brush>
  </inkml:definitions>
  <inkml:trace contextRef="#ctx0" brushRef="#br0">3 8 24575,'0'-3'0,"0"2"0,6 10 0,-4-5 0,-9-4 0,4-1 0,5-1 0,-1 0 0,5 0 0,5 1 0,4-3 0,0 0-8191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3:35.103"/>
    </inkml:context>
    <inkml:brush xml:id="br0">
      <inkml:brushProperty name="width" value="0.05" units="cm"/>
      <inkml:brushProperty name="height" value="0.05" units="cm"/>
      <inkml:brushProperty name="color" value="#FFFFFF"/>
    </inkml:brush>
  </inkml:definitions>
  <inkml:trace contextRef="#ctx0" brushRef="#br0">158 19 24575,'35'-1'0,"37"-7"0,-42 4 0,0 1 0,32 1 0,-60 2 0,0 0 0,0 0 0,0 0 0,0 0 0,0 0 0,0 1 0,0-1 0,0 1 0,0-1 0,0 1 0,0 0 0,0 0 0,-1-1 0,1 2 0,0-1 0,0 0 0,-1 0 0,1 0 0,-1 1 0,1-1 0,-1 1 0,0-1 0,1 1 0,-1 0 0,0-1 0,0 1 0,0 0 0,0 0 0,-1 0 0,1-1 0,0 1 0,-1 0 0,1 0 0,-1 0 0,0 0 0,1 3 0,-2 7 0,0-1 0,0 1 0,-1 0 0,0-1 0,-5 16 0,-3 14 0,6 19 0,5 97 0,1-60 0,-2-10 0,10 238 0,-9-313 0,2 13 0,-1 1 0,-1 0 0,-1 0 0,-4 26 0,2-33 0,1 1 0,1 0 0,4 35 0,-1-28 0,17 166 0,-19-191 0,-1 0 0,0 1 0,0-1 0,0 1 0,0-1 0,0 1 0,-1-1 0,1 0 0,-1 1 0,0-1 0,1 0 0,-1 1 0,-3 3 0,4-4 0,-1 1 0,1-1 0,-1 0 0,1 1 0,0-1 0,0 1 0,0-1 0,0 1 0,0-1 0,1 1 0,-1-1 0,1 0 0,-1 1 0,1-1 0,0 0 0,0 1 0,0-1 0,0 0 0,1 0 0,-1 0 0,3 3 0,-2-3 0,-1 1 0,1 0 0,-1 0 0,1 0 0,-1 0 0,0 0 0,0 0 0,0 0 0,0 1 0,0 3 0,-7 16 0,5-21 0,0 0 0,0-1 0,1 1 0,-1 0 0,1-1 0,-1 1 0,1 0 0,0 0 0,0 0 0,0-1 0,0 1 0,0 0 0,0 0 0,0 0 0,0-1 0,1 1 0,-1 0 0,1 0 0,-1-1 0,1 1 0,1 1 0,-1 1 0,0-1 0,0 0 0,0 1 0,-1-1 0,1 1 0,-1-1 0,0 1 0,0-1 0,0 1 0,-1 6 0,0 14 0,0 24 0,2 24 0,-1-74 0,0 0 0,-1 0 0,1 0 0,-1 0 0,0 0 0,0 0 0,0 0 0,0 1 0,0-1 0,0 0 0,0 0 0,0 1 0,-1-1 0,1 1 0,-4-4 0,-6-8 0,11 12 0,0 0 0,-1 0 0,1 0 0,-1 1 0,1-1 0,-1 0 0,1 0 0,-1 0 0,1 1 0,-1-1 0,0 0 0,1 1 0,-1-1 0,0 1 0,0-1 0,0 1 0,1-1 0,-1 1 0,0-1 0,0 1 0,0 0 0,0-1 0,0 1 0,-1 0 0,2 0 7,0 0-1,0 0 1,-1 0 0,1-1-1,0 1 1,0 0-1,0 0 1,0 0 0,0 0-1,0 0 1,0 0-1,0 0 1,0 0 0,0 0-1,0 0 1,0-1-1,0 1 1,0 0 0,0 0-1,0 0 1,0 0-1,0 0 1,0 0-1,0 0 1,0-1 0,0 1-1,0 0 1,0 0-1,0 0 1,0 0 0,0 0-1,0 0 1,0 0-1,0-1 1,0 1 0,0 0-1,0 0 1,0 0-1,0 0 1,0 0 0,0 0-1,-15-7-1413,9 3-254,0-1 621,-2 0 0,1 0 1,-12-5-1,16 9 1050,0 0 1,0 0-1,1 0 1,-1 0-1,0 1 0,0-1 1,0 1-1,0 0 0,0 0 1,1 0-1,-1 0 1,0 0-1,0 1 0,0 0 1,-4 1-1,-26 12-3963,11-2 6258,-25 19 1,38-24-3016,-2-1 350,9-6 806,0 1-1,0-1 1,1 0 0,-1 0-1,0 1 1,0-1 0,0 0 0,1-1-1,-1 1 1,0 0 0,0 0-1,1-1 1,-1 1 0,0-1 0,-3-1-1,2 1-442,0 1 0,1-1 0,-1 1 0,0-1 0,0 1 0,0 0 0,0 0 0,0 1 0,0-1 0,0 0 0,0 1 1,0 0-1,-4 1 0,-35 17 19,41-19-22,1 0 0,-1 1 0,1-1 0,0 0 0,-1 0 0,1 1 0,-1-1 0,1 0 0,-1 0 0,1 0 0,-1 0 0,1 0 0,-1 1 0,0-1 0,1 0 0,-1 0 0,1 0 0,-1 0 0,1 0 0,-1-1 0,1 1 0,-1 0 0,1 0 0,-1 0 0,1 0 0,-1-1 0,1 1 0,-1 0 0,1 0 0,-1-1 0,-5-13 0,6 13 0,0 0 0,0 1 0,0-1 0,0 0 0,0 0 0,0 1 0,0-1 0,-1 0 0,1 1 0,0-1 0,-1 1 0,1-1 0,0 0 0,-1 1 0,1-1 0,-1 1 0,1-1 0,-1 1 0,1-1 0,-1 1 0,1-1 0,-1 1 0,1-1 0,-2 1 0,-32 4 0,33-6 0,5-3 0,10-6 0,-13 11 0,2-1 0,1-1 0,-1 1 0,0 0 0,0-1 0,0 0 0,5-3 0,-7 4 0,-1 0 0,1 1 0,0-1 0,-1 0 0,1 0 0,0 0 0,-1 0 0,0 0 0,1 0 0,-1 0 0,0 0 0,1 0 0,-1 0 0,0 0 0,0 0 0,0-1 0,0 1 0,0 0 0,0 0 0,0 0 0,0 0 0,0 0 0,-1 0 0,1 0 0,-1-2 0,1 3 0,0-1 0,0 1 0,0-1 0,0 1 0,0 0 0,0-1 0,0 1 0,0 0 0,0-1 0,0 1 0,0-1 0,0 1 0,0 0 0,1-1 0,-1 1 0,0 0 0,0-1 0,0 1 0,1 0 0,-1 0 0,0-1 0,0 1 0,1 0 0,-1 0 0,0-1 0,0 1 0,1 0 0,-1 0 0,0-1 0,1 1 0,-1 0 0,0 0 0,1 0 0,15-5 0,-11 4 0,-3 0 0,-1 1 0,1-1 0,0 0 0,-1 1 0,1-1 0,0 1 0,0 0 0,0 0 0,0-1 0,-1 1 0,1 0 0,0 1 0,0-1 0,0 0 0,3 1 0,-1 0 0,1-1 0,-8-5 0,-7-4 0,8 8 0,0 1 0,1-1 0,0 1 0,0 0 0,0-1 0,-1 1 0,1-1 0,0 0 0,0 1 0,0-1 0,0 0 0,0 0 0,0 1 0,0-1 0,0 0 0,0 0 0,0 0 0,1 0 0,-1 0 0,0-1 0,1 1 0,-1 0 0,0 0 0,1 0 0,0-1 0,-1 1 0,1 0 0,0 0 0,-1-2 0,1 44 0,-1-22-1365</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3:36.906"/>
    </inkml:context>
    <inkml:brush xml:id="br0">
      <inkml:brushProperty name="width" value="0.05" units="cm"/>
      <inkml:brushProperty name="height" value="0.05" units="cm"/>
      <inkml:brushProperty name="color" value="#FFFFFF"/>
    </inkml:brush>
  </inkml:definitions>
  <inkml:trace contextRef="#ctx0" brushRef="#br0">41 117 24575,'-1'-1'0,"1"1"0,-1-1 0,1 1 0,0-1 0,-1 1 0,1-1 0,0 1 0,-1-1 0,1 1 0,0-1 0,0 1 0,0-1 0,-1 0 0,1 1 0,0-1 0,0 1 0,0-1 0,0 0 0,0 1 0,0-1 0,0 1 0,0-1 0,0 0 0,1 0 0,1-23 0,-2 20 0,0 4 0,0-1 0,1 1 0,-1 0 0,0 0 0,0 0 0,0 0 0,0 0 0,0 0 0,0 0 0,0 0 0,0 0 0,0 0 0,0-1 0,0 1 0,0 0 0,0 0 0,0 0 0,0 0 0,0 0 0,0 0 0,0 0 0,0-1 0,0 1 0,0 0 0,0 0 0,0 0 0,0 0 0,0 0 0,0 0 0,0 0 0,0 0 0,0-1 0,0 1 0,0 0 0,0 0 0,0 0 0,0 0 0,0 0 0,-1 0 0,1 0 0,0 0 0,0 0 0,0 0 0,0 0 0,0 0 0,0 0 0,0-1 0,0 1 0,0 0 0,-1 0 0,1 0 0,0 0 0,0 0 0,0 0 0,0 0 0,0 0 0,0 0 0,0 0 0,0 0 0,-1 0 0,1 0 0,0 0 0,0 0 0,-1 1 0,0-1 0,1 0 0,-1 0 0,0 0 0,0 0 0,1-1 0,-1 1 0,0 0 0,0 0 0,1 0 0,-1-1 0,0 1 0,1 0 0,-1-1 0,0 1 0,1 0 0,-1-1 0,1 1 0,-1-1 0,0 1 0,1-1 0,-1 1 0,1-1 0,-1 1 0,0-2 0,1 1 0,-1 1 0,0-1 0,1 0 0,-1 1 0,1-1 0,-1 1 0,1-1 0,-1 0 0,1 1 0,0-1 0,-1 0 0,1 0 0,0 1 0,-1-1 0,1 0 0,0 0 0,0 0 0,0 1 0,0-1 0,0 0 0,0 0 0,0 0 0,0 0 0,0 1 0,0-1 0,0 0 0,1 0 0,-1 1 0,0-2 0,4-16 0,-4 18 0,-1-17 0,1 17 0,0 0 0,0 0 0,0 0 0,1 1 0,-1-1 0,0 0 0,0 0 0,0 0 0,0 0 0,0 0 0,1 0 0,-1 0 0,0 0 0,0 0 0,0 0 0,0 0 0,1 0 0,-1 0 0,0 0 0,0 0 0,0 0 0,0 0 0,1 0 0,-1 0 0,0 0 0,0 0 0,0 0 0,0 0 0,1 0 0,-1 0 0,0 0 0,0 0 0,0-1 0,0 1 0,0 0 0,0 0 0,1 0 0,-1 0 0,0 0 0,0 0 0,0-1 0,0 1 0,0 0 0,0 0 0,0 0 0,0 0 0,0 0 0,0-1 0,1 1 0,-1 0 0,0 0 0,0 0 0,0 0 0,0-1 0,0 1 0,1 10 0,-1 9 0,5-2 0,-3-8 0,1 0 0,-1 0 0,2 17 0,-4-26 0,0 1 0,0 0 0,0 0 0,0 0 0,-1-1 0,1 1 0,0 0 0,0 0 0,0-1 0,-1 1 0,1 0 0,-1-1 0,1 1 0,0 0 0,-1-1 0,1 1 0,-1-1 0,1 1 0,-1 0 0,0-1 0,1 1 0,-1-1 0,0 0 0,1 1 0,-1-1 0,0 1 0,1-1 0,-1 0 0,0 0 0,0 1 0,1-1 0,-2 0 0,1 0 0,1 0 0,-1 0 0,0 1 0,0-1 0,1 0 0,-1 0 0,0 0 0,1 1 0,-1-1 0,0 0 0,1 1 0,-1-1 0,1 1 0,-1-1 0,1 1 0,-1-1 0,1 1 0,-1-1 0,1 1 0,-1-1 0,1 1 0,0 0 0,-1-1 0,1 1 0,0 0 0,0-1 0,-1 1 0,1 0 0,0-1 0,0 1 0,0 0 0,0 0 0,0-1 0,0 1 0,0 0 0,0-1 0,0 1 0,0 0 0,0 0 0,1 1 0,0 2 0,2 7 0,-1 0 0,0 0 0,0 17 0,-1-12 0,-1 0 0,-1 0 0,0 0 0,-1 0 0,-7 28 0,7-36 0,0 0 0,1 1 0,0-1 0,0 0 0,1 1 0,0-1 0,1 10 0,13 61 0,-7-44 0,63 435 0,-67-451 0,-1-13 0,-1 0 0,0 0 0,0 0 0,0 1 0,-1-1 0,0 7 0,-13 26 0,12-20 0,1 0 0,0 0 0,2 0 0,0-1 0,1 1 0,1 0 0,7 20 0,-4-12 0,-1 0 0,4 44 0,-3-12 0,-4-45 0,-1 0 0,-1 0 0,0 0 0,-2 20 0,2-32 0,-2-1 0,1 1 0,0-1 0,0 0 0,0 1 0,-1-1 0,1 1 0,0-1 0,-1 0 0,0 1 0,1-1 0,-1 0 0,0 0 0,1 1 0,-1-1 0,0 0 0,0 0 0,0 0 0,0 0 0,-2 2 0,-14 16 0,16-18 0,0 0 0,0 0 0,1 0 0,-1 1 0,1-1 0,-1 0 0,1 1 0,-1-1 0,1 0 0,0 0 0,0 1 0,-1-1 0,1 0 0,0 1 0,0-1 0,1 1 0,-1-1 0,0 0 0,0 1 0,1-1 0,-1 0 0,0 0 0,1 1 0,-1-1 0,1 0 0,1 2 0,-1-1 0,1-1 0,-1 0 0,1 0 0,-1 0 0,1 0 0,-1 0 0,1 0 0,-1 0 0,1 0 0,0-1 0,0 1 0,-1-1 0,1 1 0,0-1 0,0 1 0,0-1 0,-1 0 0,1 0 0,0 0 0,3-1 0,26 28-5653,-15-16 4923,-16-11 690,0 0 0,0 1 0,1-1 0,-1 1 1,0-1-1,0 0 0,0 1 0,0-1 0,0 1 0,0-1 1,1 0-1,-1 1 0,0-1 0,0 1 0,0-1 1,-1 1-1,1-1 0,0 0 0,0 1 0,0-1 1,0 1-1,0-1 0,0 0 0,-1 1 0,-8 9 1038,-5-1 4253,16 5-3838,-2-14-1418,0 0 0,0 0 0,0 1 0,0-1 0,0 0 0,0 1 0,0-1 0,0 0 0,0 0 0,0 1 0,1-1 0,-1 0 0,0 0 0,0 1 1,0-1-1,0 0 0,1 0 0,-1 1 0,0-1 0,0 0 0,0 0 0,1 0 0,-1 0 0,0 1 0,0-1 0,1 0 0,-1 0 0,0 0 0,1 0 0,-1 0 0,0 0 0,0 0 0,1 0 0,-1 0 0,0 0 0,1 0 0,-1 0 0,0 0 1,0 0-1,1 0 0,-1 0 0,0 0 0,1 0 0,-1 0 0,0 0 0,0 0 0,1-1 0,-1 1 0,0 0 0,0 0 0,1 0 0,-1 0 0,0-1 0,0 1 0,0 0 0,1-1 0,6-6-1360,1-1-5461</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3:46.127"/>
    </inkml:context>
    <inkml:brush xml:id="br0">
      <inkml:brushProperty name="width" value="0.05" units="cm"/>
      <inkml:brushProperty name="height" value="0.05" units="cm"/>
      <inkml:brushProperty name="color" value="#FFFFFF"/>
    </inkml:brush>
  </inkml:definitions>
  <inkml:trace contextRef="#ctx0" brushRef="#br0">10074 275 24575,'1'-8'0,"-1"7"0,0 1 0,0-1 0,0 1 0,0 0 0,0-1 0,0 1 0,0-1 0,0 1 0,0 0 0,0-1 0,-1 1 0,1-1 0,0 1 0,0 0 0,0-1 0,0 1 0,-1-1 0,1 1 0,0 0 0,0-1 0,-1 1 0,1 0 0,0 0 0,-1-1 0,1 1 0,-1-1 0,-1-1 0,-2 11 0,-1 34 0,0-24 0,5-18 0,0-1 0,0 0 0,0 0 0,0 0 0,-1 0 0,1 0 0,0 0 0,0 0 0,0 0 0,0 0 0,0 0 0,-1 0 0,1 0 0,0 0 0,0 0 0,0 0 0,0 0 0,-1 0 0,1 0 0,0 0 0,0 0 0,0 0 0,0 0 0,0 0 0,-1 0 0,1 0 0,0 0 0,0 0 0,0 0 0,0 0 0,0 0 0,-1 0 0,1-1 0,0 1 0,0 0 0,0 0 0,0 0 0,0 0 0,0 0 0,0 0 0,0-1 0,0 1 0,-1 0 0,1 0 0,0 0 0,0 0 0,0 0 0,0-1 0,0 1 0,-10-29 0,9 24 0,-2-3 0,1 1 0,-1 0 0,-1 0 0,1 0 0,-1 0 0,-1 0 0,1 1 0,-1 0 0,0 0 0,0 0 0,-1 0 0,1 1 0,-2 0 0,1 0 0,0 1 0,-1 0 0,-10-6 0,16 10 0,1 0 0,0 0 0,0 0 0,-1 0 0,1 0 0,0 0 0,-1 0 0,1 0 0,0 0 0,0 0 0,-1 0 0,1 0 0,0 0 0,-1 0 0,1 0 0,0 0 0,0 0 0,-1 0 0,1 0 0,0 0 0,0 0 0,-1 1 0,1-1 0,0 0 0,0 0 0,-1 0 0,1 0 0,0 1 0,0-1 0,0 0 0,-1 0 0,1 0 0,0 1 0,0-1 0,0 0 0,0 0 0,0 1 0,-1-1 0,1 0 0,0 1 0,-3 10 0,-4 13 0,6-23 0,1 0 0,-1 0 0,0-1 0,1 1 0,-1 0 0,1 0 0,-1 0 0,0-1 0,0 1 0,0 0 0,1-1 0,-1 1 0,0-1 0,0 1 0,0-1 0,0 1 0,0-1 0,0 0 0,0 1 0,0-1 0,0 0 0,0 0 0,-2 0 0,-33-2 0,36 2 0,-1 0 0,1 0 0,0-1 0,0 1 0,0 0 0,-1 0 0,1 0 0,0 0 0,0 0 0,-1 0 0,1 0 0,0 0 0,0 0 0,0 0 0,-1 0 0,1 0 0,0 1 0,0-1 0,0 0 0,-1 0 0,1 0 0,0 0 0,0 0 0,0 0 0,-1 0 0,1 0 0,0 1 0,0-1 0,0 0 0,0 0 0,0 0 0,-1 0 0,1 1 0,0-1 0,0 0 0,0 1 0,1 24 0,24 108 0,-21-112 0,7 40 0,-10-58 0,-1 0 0,1-1 0,-1 1 0,0-1 0,0 1 0,0 0 0,0-1 0,-1 1 0,1-1 0,-2 6 0,-2-12 0,-3-14 0,-36-182 0,41 191 0,0-1 0,0 1 0,0 0 0,-1 0 0,-1 0 0,1 1 0,-1-1 0,-7-9 0,3 5 0,7 10 0,0 1 0,-1 0 0,1-1 0,-1 1 0,1 0 0,-1 0 0,0 0 0,0 0 0,0 0 0,0 0 0,0 1 0,0-1 0,0 1 0,0-1 0,-4-1 0,4 2 0,0 1 0,-1-1 0,1 0 0,0 1 0,-1-1 0,1 1 0,0-1 0,-1 1 0,1 0 0,-1 0 0,1 0 0,0 1 0,-1-1 0,1 0 0,0 1 0,-1 0 0,1-1 0,0 1 0,0 0 0,0 0 0,-1 0 0,1 1 0,0-1 0,0 0 0,1 1 0,-1 0 0,0-1 0,-2 4 0,2-4 0,0 1 0,-1 0 0,1-1 0,0 1 0,-1-1 0,0 1 0,1-1 0,-1 0 0,0 0 0,1-1 0,-1 1 0,0 0 0,0-1 0,0 0 0,0 1 0,1-1 0,-1 0 0,0-1 0,0 1 0,0 0 0,0-1 0,1 0 0,-1 0 0,0 1 0,0-2 0,1 1 0,-1 0 0,1 0 0,-1-1 0,1 1 0,-4-4 0,5 4 0,-1-1 0,0 1 0,1 0 0,-1 0 0,0 1 0,0-1 0,0 0 0,0 0 0,1 1 0,-1-1 0,0 1 0,0 0 0,0 0 0,0-1 0,0 1 0,0 0 0,0 1 0,0-1 0,0 0 0,0 1 0,-3 0 0,-1 1 0,0 1 0,0 0 0,1 0 0,-1 1 0,-5 4 0,7-5 0,0 0 0,0 0 0,-1 0 0,1-1 0,-1 0 0,1 0 0,-6 2 0,-4-3-812,0 0 1,0-1-1,0-1 0,1 0 0,-1-1 1,0 0-1,-13-5 0,10 3 522,12 3 290,0-1 0,1 0 0,-1 0 0,1 0 0,-1 0 0,1-1 0,0 0 0,0 0 0,-6-6 0,7 6 0,1 1 0,0 0 0,-1-1 0,0 1 0,0 0 0,1 0 0,-1 1 0,0-1 0,0 1 0,-1-1 0,1 1 0,0 0 0,0 0 0,-1 0 0,1 1 0,-1-1 0,1 1 0,0 0 0,-1-1 0,1 2 0,-1-1 0,-4 1 0,-57 18 2679,-30 8 1426,92-26-4105,0 0 0,0 0 0,0 0 0,0 0 0,0 0 0,0 1 0,-3 2 0,4-3 0,0 1 0,0-1 0,0 0 0,-1 0 0,1 0 0,0 0 0,-1 0 0,1 0 0,0-1 0,-1 1 0,1-1 0,-1 0 0,1 0 0,-1 0 0,-3 0 0,-145-28 0,123 25 0,0 2 0,0 1 0,0 1 0,-35 6 0,46-6 0,1-1 0,-1-1 0,1 0 0,0-1 0,-1-1 0,-19-6 0,-22-3 0,-216-6 0,254 16-975,0-1-1,0 0 0,-23-8 1,18 5-592,-40-6-1,29 10 1541,-57 5-1,63-1 30,0-1-1,-42-4 1,4-12-16,24 4 1133,42 10-861,-89-12 4754,84 12-4978,-1 0-1,1 1 1,-1 1-1,1-1 0,-1 1 1,1 1-1,-1-1 0,1 1 1,-11 4-1,-13 17 167,15-10-97,9-9-84,-1 1-1,0-1 1,-12 5 0,19-8-19,-3 0 0,-1 1 0,1-1 0,0 0 0,0 0 0,-1 0 0,1 0 0,-8 0 0,-13 2 0,-23 17 0,38-18 0,1 1 0,-1-1 0,0-1 0,0 0 0,1 0 0,-1-1 0,-11 0 0,15-1 0,3 0 0,1 1 0,-1 0 0,1 0 0,-1 0 0,1 0 0,0 0 0,-1 0 0,1 1 0,-1-1 0,1 1 0,-5 1 0,-13 16 0,18-16 0,0 0 0,0 0 0,1 0 0,-2 0 0,1 0 0,0 0 0,0-1 0,0 1 0,-1-1 0,1 0 0,-1 1 0,1-1 0,-1 0 0,1-1 0,-1 1 0,0 0 0,1-1 0,-1 1 0,0-1 0,0 0 0,1 0 0,-5 0 0,-4-3-380,-1 0 1,1-1-1,-1 0 0,1-1 0,1 0 0,-1-1 1,1 0-1,-16-12 0,16 10-44,-1 1 1,-1 0-1,1 1 0,-1 0 1,0 0-1,-1 1 0,-23-6 1,-6 6 364,27 4 1427,0 1-1,0 0 0,1 1 1,-26 4-1,32-4-1365,1 0 1,-1-1-1,0-1 0,0 1 1,1-1-1,-1 0 1,1-1-1,-12-4 0,7 3 0,1 0 0,-1 1 0,-18-1 0,-209 8-2,58 0 0,-28-9 0,72 1 0,-225 6 0,78 2 0,172-5 0,-299-9 0,327 3 0,-86 6 0,18-2 0,-16 2 0,-40 26 0,180-20 0,0-1 0,0-2 0,-1 0 0,-48-3 0,33-7 0,30 4 0,1 1 0,-1 0 0,0 1 0,0 0 0,-19 2 0,-38 17 0,55-13 0,-1-1 0,-1 0 0,1-1 0,-30 2 0,-4-11 276,9 0-1682,38 6 885,-5-1-71,0 1-1,0 0 0,1 0 0,-1 1 1,1 0-1,-1 0 0,0 1 1,-10 4-1,-12 15 15,24-15 493,-1 0 0,0 0 0,0-1 0,-11 5 0,16-8 85,1-1-1,-1 0 1,0-1 0,0 1 0,0 0 0,0-1-1,0 0 1,0 1 0,0-1 0,0 0 0,0-1-1,1 1 1,-1 0 0,0-1 0,0 0-1,0 0 1,0 0 0,-5-2 0,-19-16 17,-7-5 245,33 23 144,-1 1 1,1-1-1,-1 1 0,0-1 0,0 1 1,1-1-1,-1 1 0,0 0 0,1 0 1,-1 0-1,-3 0 0,-27 4 515,1-3-1,-34-1 1,38-1-845,10 0-76,0-1 0,0-1 0,-27-7 0,32 6 0,-1 0 0,0 1 0,0 1 0,-1 0 0,1 1 0,-20 1 0,31 0 0,0 0 0,0 0 0,0 0 0,-1 1 0,1-1 0,0 1 0,0-1 0,0 1 0,0 0 0,1-1 0,-1 1 0,0 0 0,0 0 0,0 0 0,1 1 0,-1-1 0,0 0 0,1 1 0,-1-1 0,1 1 0,0-1 0,-1 1 0,1 0 0,0-1 0,0 1 0,0 0 0,-1 3 0,-4 6 0,5-9 0,0-1 0,0 1 0,0-1 0,-1 1 0,1-1 0,-1 1 0,1-1 0,-1 0 0,0 0 0,1 0 0,-1 0 0,0 0 0,0 0 0,0 0 0,1 0 0,-1-1 0,0 1 0,0-1 0,0 0 0,0 1 0,0-1 0,0 0 0,0 0 0,0 0 0,0-1 0,-3 1 0,1-1 0,-1 0 0,1 0 0,0 0 0,0-1 0,0 1 0,0-1 0,0 0 0,0 0 0,1 0 0,-7-5 0,6 3 0,0 0 0,-1-1 0,1 1 0,-1 1 0,0-1 0,0 1 0,-1 0 0,1 0 0,-1 0 0,-5-2 0,10 5 0,0 0 0,0 0 0,0 0 0,0-1 0,0 1 0,0 0 0,0 0 0,0 0 0,0 0 0,0 1 0,0-1 0,1 0 0,-1 0 0,0 0 0,0 1 0,0-1 0,0 0 0,0 1 0,0-1 0,1 1 0,-3 1 0,-13 17 0,-3 3 0,18-22 0,0 1 0,0 0 0,-1 0 0,1-1 0,0 1 0,0 0 0,-1-1 0,1 0 0,0 1 0,-1-1 0,1 0 0,0 1 0,-1-1 0,1 0 0,0 0 0,-1 0 0,1 0 0,0-1 0,-2 1 0,-33-8 0,14 2 0,0 2 0,-26-3 0,-34 5 0,76 2 0,1-1 0,-1 0 0,1 0 0,-1-1 0,1 1 0,0-1 0,-1 0 0,1-1 0,0 1 0,0-1 0,1 0 0,-1 0 0,0-1 0,-4-5 0,5 6 0,-1-1 0,1 1 0,0-1 0,-1 1 0,1 0 0,-1 1 0,0-1 0,0 1 0,0 0 0,0 0 0,0 1 0,-1 0 0,1-1 0,0 2 0,-1-1 0,1 1 0,-11 0 0,7 2 0,-1 0 0,2 0 0,-1 1 0,0 1 0,0-1 0,-15 11 0,23-13 0,0 0 0,-1-1 0,1 1 0,0 0 0,-1 0 0,1 0 0,-1-1 0,1 1 0,-1-1 0,1 1 0,-1-1 0,1 0 0,-1 1 0,1-1 0,-1 0 0,1 0 0,-1 0 0,0 0 0,1-1 0,-1 1 0,1 0 0,-1 0 0,1-1 0,-1 1 0,1-1 0,-1 0 0,1 1 0,-1-1 0,1 0 0,0 0 0,0 0 0,-1 0 0,-1-2 0,-4-2 0,5 4 0,0 0 0,-1 0 0,1 0 0,0 0 0,-1 0 0,1 0 0,0 1 0,-1-1 0,1 1 0,-1 0 0,1 0 0,-1 0 0,1 0 0,-1 0 0,-3 1 0,-37 11 0,25-6 0,1-3 0,15-3 0,0 0 0,-1 0 0,1 1 0,0-1 0,0 0 0,0 1 0,0 0 0,0-1 0,0 1 0,0 0 0,0 0 0,0 0 0,0 0 0,0 0 0,0 1 0,1-1 0,-1 0 0,1 1 0,-1-1 0,1 1 0,-1 0 0,1 0 0,0-1 0,0 1 0,0 0 0,0 0 0,0 0 0,0 0 0,0 0 0,0 4 0,-3 16 0,-1 30 0,1-5 0,3-40 0,0 0 0,0 0 0,-1 0 0,0 0 0,0 0 0,-4 9 0,5-15 0,0 0 0,1 0 0,-1 0 0,0 0 0,1 0 0,-1 0 0,0 0 0,0 0 0,0-1 0,0 1 0,0 0 0,0-1 0,0 1 0,0-1 0,0 1 0,0-1 0,0 1 0,-1-1 0,1 1 0,0-1 0,0 0 0,0 0 0,0 0 0,-1 0 0,1 0 0,0 0 0,0 0 0,0 0 0,-1 0 0,1-1 0,0 1 0,0 0 0,0-1 0,0 1 0,0-1 0,-2 0 0,-10-6 0,0-1 0,0 0 0,2-1 0,-17-14 0,17 13 0,-1 0 0,0 1 0,0 0 0,-1 1 0,-23-11 0,-19-4 0,-61-22 0,103 42-706,1 0-1,-1 0 0,0 2 1,0-1-1,0 2 0,0 0 1,-19 2-1,-30 1-424,62-3 1131,-1 0 0,-1 0 0,1 0 0,-1-1 0,1 1 0,-1 0 0,1-1 0,0 1 0,-1 0 0,1-1 0,0 0 0,-1 1 0,1-1 0,0 0 0,0 1 0,-1-1 0,1 0 0,0 0 0,0 0 0,0 0 0,0 0 0,0-1 0,1 1 0,-1 0 0,-1-2 0,-47-77 0,46 75 0,-1-1 0,1 1 0,0 0 0,-1 1 0,0-1 0,-8-6 0,12 10 0,-1 1 0,1 0 0,0 0 0,-1-1 0,1 1 0,-1 0 0,1 0 0,-1 0 0,1 0 0,-1 0 0,1 0 0,-1-1 0,1 1 0,-1 0 0,1 0 0,-1 1 0,1-1 0,-1 0 0,1 0 0,-1 0 0,1 0 0,-1 0 0,1 0 0,-1 1 0,1-1 0,-1 0 0,1 0 0,0 1 0,-1-1 0,1 0 0,-1 1 0,1-1 0,0 0 0,-1 1 0,1-1 0,0 1 0,-1 0 0,-9 19 0,8-14 0,1-3-576,-10 23-40,5-14 2650,0 0 0,-15 22-1,-8-3-5811,25-29 3707,0 1 1,0-1 0,-1 0-1,1 0 1,-1-1-1,1 1 1,-1-1-1,1 0 1,-1 0 0,0-1-1,1 1 1,-7-1-1,1 0-728,0 0 0,-1-1 0,1 0 0,-16-4 0,2-6 2198,23 10-1304,-1 0 0,1 0 0,-1 0 1,1 0-1,-1 0 0,1 1 1,-1-1-1,0 0 0,1 1 0,-1 0 1,0-1-1,1 1 0,-1 0 0,0 0 1,1 0-1,-1 0 0,0 0 0,0 0 1,1 0-1,-1 1 0,0-1 0,1 1 1,-1-1-1,-2 2 0,-17 7 773,4-2 1104,0-1 0,-23 6 0,39-12-1972,1 1 0,-1-1 0,0 1 0,1-1 0,-1 1 0,1-1 0,-1 1 0,1-1 0,-1 1 0,1-1 0,-1 1 0,1 0 0,-1-1 0,1 1 0,0 0 0,-1 0 0,1-1 0,0 1 0,0 0 0,0 0 0,-1-1 0,1 3 0,0-3 0,0 0 0,0 1 0,0-1 0,0 1 0,-1-1 0,1 0 0,0 1 0,0-1 0,0 1 0,0-1 0,0 1 0,0-1 0,0 0 0,0 1 0,0-1 0,0 1 0,1-1 0,-1 0 0,0 1 0,0-1 0,0 1 0,0-1 0,1 0 0,-1 1 0,0-1 0,0 0 0,1 1 0,-1-1 0,0 0 0,1 1 0,-1-1 0,0 0 0,1 1 0,4-7 0,-3 1 0,-2 3 0,1-1 0,0 0 0,0 1 0,0-1 0,1 0 0,-1 1 0,1 0 0,-1-1 0,3-2 0,-35 11 0,16-4 0,0 0 0,-16 6 0,28-6 0,-1-1 0,1 0 0,0-1 0,0 1 0,0 0 0,-7-1 0,9 0 0,0 0 0,0 0 0,0 0 0,0 0 0,0-1 0,0 1 0,0 0 0,0-1 0,1 1 0,-1-1 0,0 1 0,0-1 0,0 1 0,1-1 0,-1 1 0,0-1 0,0 0 0,1 0 0,-1 1 0,1-1 0,-1 0 0,1 0 0,-1 0 0,1 1 0,-1-1 0,1 0 0,0 0 0,-1 0 0,1-1 0,-2-23 0,-4 28 0,5-3 0,0 1 0,0-1 0,1 0 0,-1 0 0,0 1 0,1-1 0,-1 0 0,1 1 0,-1-1 0,0 0 0,1 1 0,-1-1 0,1 1 0,-1-1 0,1 1 0,-1-1 0,1 1 0,0 0 0,-1-1 0,1 1 0,0-1 0,-1 1 0,1 1 0,-14 48 0,14-50 0,-1 1 0,1-1 0,0 0 0,0 1 0,-1-1 0,1 0 0,0 0 0,-1 1 0,1-1 0,0 0 0,-1 0 0,1 1 0,0-1 0,-1 0 0,1 0 0,-1 0 0,1 0 0,0 0 0,-1 0 0,1 0 0,-1 0 0,1 0 0,0 1 0,-1-2 0,1 1 0,-1 0 0,1 0 0,0 0 0,-1 0 0,1 0 0,-1 0 0,1 0 0,0 0 0,-1-1 0,1 1 0,0 0 0,-1 0 0,1-1 0,0 1 0,-1 0 0,1 0 0,0-1 0,0 1 0,-1-1 0,-19-18 0,12 11 0,-10-10 0,16 15 0,-1 0 0,1 1 0,-1-1 0,0 1 0,0-1 0,0 1 0,-5-3 0,7 5 0,-1 1 0,1-1 0,0 0 0,0 1 0,0-1 0,0 1 0,0 0 0,0-1 0,0 1 0,0 0 0,0-1 0,0 1 0,1 0 0,-1 0 0,0 0 0,-1 2 0,-6 5 0,1-4 0,-1 0 0,11-12 0,-3 8 0,0 0 0,0-1 0,0 1 0,0 0 0,0 0 0,0 0 0,0 0 0,0 0 0,0 0 0,0 0 0,0 0 0,0 0 0,0-1 0,0 1 0,0 0 0,0 0 0,0 0 0,0 0 0,0 0 0,0 0 0,0 0 0,0 0 0,0 0 0,0 0 0,0 0 0,0 0 0,1 0 0,-1 0 0,0 0 0,0-1 0,0 1 0,0 0 0,0 0 0,0 0 0,0 0 0,0 0 0,0 0 0,1 0 0,-1 0 0,0 0 0,0 0 0,0 0 0,0 0 0,0 0 0,0 0 0,0 0 0,0 0 0,0 1 0,0-1 0,1 0 0,-1 0 0,0 0 0,0 0 0,0 0 0,0 0 0,0 0 0,0 0 0,0 0 0,0 0 0,0 0 0,0 0 0,0 0 0,3 9 0,-4 0 0,1-9 0,0 1 0,0-1 0,0 0 0,0 0 0,0 0 0,0 0 0,0 0 0,0 0 0,0 0 0,0 0 0,0 0 0,0 0 0,0 1 0,0-1 0,0 0 0,0 0 0,0 0 0,0 0 0,0 0 0,0 0 0,0 0 0,0 0 0,0 0 0,0 0 0,0 0 0,0 1 0,0-1 0,0 0 0,0 0 0,-1 0 0,1 0 0,0 0 0,0 0 0,0 0 0,0 0 0,0 0 0,0 0 0,0 0 0,0 0 0,0 0 0,0 0 0,-1 0 0,1 0 0,0 0 0,0 0 0,0 0 0,0 0 0,0 0 0,0 0 0,0 0 0,0 0 0,0 0 0,-1 0 0,1 0 0,0 0 0,0 0 0,0 0 0,0-1 0,-18-8 0,17 9 0,0 0 0,0 0 0,0-1 0,0 1 0,0 0 0,0-1 0,0 1 0,0-1 0,0 1 0,0-1 0,1 0 0,-1 1 0,0-1 0,0 0 0,-1-1 0,3 3 0,-1 0 0,0 0 0,0 0 0,-1 0 0,1 0 0,0 0 0,0 0 0,0 0 0,-1 0 0,1 0 0,0 0 0,-1 0 0,1 0 0,-1 0 0,1 0 0,-1-1 0,1 1 0,-1 0 0,0 0 0,0 0 0,1-1 0,-1 1 0,0 0 0,0-1 0,0 1 0,1-1 0,-1 1 0,0-1 0,0 1 0,0-1 0,0 0 0,0 0 0,0 1 0,0-1 0,0 0 0,-1 0 0,1 0 0,1 0 0,-1 1 0,0-1 0,1 0 0,-1 0 0,1 0 0,-1 0 0,0 0 0,1-1 0,-1 1 0,1 0 0,-1 0 0,0 0 0,1 0 0,-1-1 0,1 1 0,-1 0 0,1-1 0,-1 1 0,1 0 0,-1-1 0,1 1 0,-1 0 0,1-1 0,0 1 0,-1-1 0,1 1 0,0-1 0,-1 1 0,1-1 0,0 1 0,-1-2 0,-4-21 0,4 12 0,1 11 0,0 0 0,0 0 0,0 0 0,0 0 0,0 0 0,0 0 0,0 0 0,0 0 0,0 0 0,0 0 0,-1 1 0,1-1 0,0 0 0,0 0 0,0 0 0,0 0 0,0 0 0,0 0 0,0 0 0,0 0 0,0 0 0,0 0 0,0 0 0,-1 0 0,1 0 0,0 0 0,0 0 0,0 0 0,0 0 0,0 0 0,0 0 0,0 0 0,0 0 0,-1 0 0,1 0 0,0 0 0,0 0 0,0 0 0,0 0 0,0 0 0,0 0 0,0 0 0,0 0 0,0 0 0,0 0 0,9 5 0,-9-5 0,0 1 0,0-1 0,1 0 0,-1 0 0,0 0 0,0 0 0,0 1 0,1-1 0,-1 0 0,0 0 0,0 0 0,0 1 0,0-1 0,1 0 0,-1 0 0,0 0 0,0 1 0,0-1 0,0 0 0,0 0 0,0 1 0,0-1 0,0 0 0,0 1 0,0-1 0,0 0 0,0 0 0,0 1 0,0-1 0,0 0 0,0 0 0,0 1 0,0-1 0,0 0 0,0 0 0,0 1 0,0-1 0,-1 0 0,0 1 0,1 0 0,-1 0 0,0 0 0,1 0 0,-1 1 0,0-1 0,1 0 0,0 0 0,-1 0 0,1 1 0,0-1 0,-1 0 0,1 0 0,0 1 0,0-1 0,0 0 0,0 0 0,0 1 0,0-1 0,0 0 0,1 2 0,1 8 0,-2-10 0,0 0 0,0 0 0,0 0 0,-1 0 0,1 0 0,0 0 0,0 0 0,0-1 0,-1 1 0,1 0 0,0 0 0,-1 0 0,1 0 0,-1 0 0,1-1 0,-1 1 0,0 0 0,1 0 0,-1-1 0,0 1 0,1-1 0,-1 1 0,0 0 0,0-1 0,1 1 0,-1-1 0,0 0 0,0 1 0,0-1 0,0 0 0,0 1 0,0-1 0,0 0 0,0 0 0,1 0 0,-3 0 0,-10 5 0,11 0 0,2-5 0,0 0 0,0 1 0,0-1 0,0 0 0,0 1 0,0-1 0,0 0 0,0 0 0,0 1 0,0-1 0,0 0 0,0 1 0,0-1 0,0 0 0,-1 0 0,1 1 0,0-1 0,0 0 0,0 0 0,0 1 0,-1-1 0,1 0 0,0 0 0,0 1 0,0-1 0,-1 0 0,1 0 0,0 0 0,-1 0 0,1 1 0,0-1 0,0 0 0,-1 0 0,1 0 0,0 0 0,-1 0 0,1 0 0,0 0 0,0 0 0,-1 0 0,1 0 0,0 0 0,-1 0 0,1 0 0,0 0 0,-1 0 0,1 0 0,0 0 0,0 0 0,-1-1 0,1 1 0,0 0 0,-1 0 0,1 0 0,0 0 0,0-1 0,-1 1 0,1 0 0,0 0 0,0-1 0,-1 1 0,1 0 0,0 0 0,0-1 0,0 1 0,-1 0 0,1 0 0,0-1 0,0 1 0,0 0 0,0 0 0,0-1 0,0 1 0,0 0 0,0-1 0,-1 1 0,1 0 0,0 0 0,0-1 0,0 1 0,0 0 0,1-1 0,-1 1 0,0 0 0,0-1 0,0 1 0,0 0 0,0 0 0,0-1 0,0 1 0,0 0 0,1 0 0,-1-1 0,0 1 0,0 0 0,0 0 0,1-1 0,-1 1 0,0 0 0,0 0 0,0 0 0,1 0 0,-1-1 0,0 1 0,1 0 0,-1 0 0,0 0 0,0 0 0,1 0 0,-1 0 0,0 0 0,1 0 0,-1 0 0,0 0 0,0 0 0,1 0 0,-1 0 0,1 0 0,16 5-1365</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3:46.622"/>
    </inkml:context>
    <inkml:brush xml:id="br0">
      <inkml:brushProperty name="width" value="0.05" units="cm"/>
      <inkml:brushProperty name="height" value="0.05" units="cm"/>
      <inkml:brushProperty name="color" value="#FFFFFF"/>
    </inkml:brush>
  </inkml:definitions>
  <inkml:trace contextRef="#ctx0" brushRef="#br0">386 70 24575,'-4'-7'0,"-10"-18"0,14 24 0,0 0 0,-1 0 0,1 1 0,-1-1 0,1 0 0,-1 0 0,0 1 0,1-1 0,-1 0 0,0 0 0,1 1 0,-1-1 0,0 1 0,0-1 0,0 1 0,1-1 0,-1 1 0,-1-1 0,2 7 0,0-6 0,0 3 0,1 0 0,-1 0 0,1 0 0,0 0 0,0 0 0,0 0 0,0 0 0,1 0 0,-1-1 0,1 1 0,-1-1 0,4 5 0,-29-31 0,23 24 0,0-1 0,0 0 0,0 0 0,0 0 0,1 0 0,-1 1 0,0-1 0,0 0 0,1 0 0,-1 0 0,1-1 0,-1 1 0,1 0 0,-1 0 0,1 0 0,0 0 0,-1 0 0,1 0 0,0-1 0,0 1 0,0 0 0,0 0 0,0 0 0,0-1 0,0 1 0,0 0 0,1 0 0,-1 0 0,0 0 0,1-1 0,-1 1 0,1 0 0,-1 0 0,2-2 0,1-2 0,-1 1 0,-1 6 0,0 1 0,1-1 0,0 1 0,-1-1 0,0 1 0,0-1 0,1 1 0,-2 0 0,1-1 0,0 1 0,0 0 0,-1 0 0,0 0 0,1 0 0,-1-1 0,0 1 0,0 0 0,-1 0 0,1 0 0,-1 0 0,1-1 0,-1 1 0,0 0 0,0 0 0,0-1 0,0 1 0,-1-1 0,1 1 0,-4 4 0,-8 9-1811,-26 27-1,-13 14-1463,-9 26 2701,58-82 574,0 1 0,0 0 0,0-1 0,0 1 0,0-1 0,0 0 0,0 0 0,0 0 0,0-1 0,-1 1 0,-4-1 0,-9 3 0,-83 28 7472,82-20-7472,15-9 0,7-7 0,-3 5 0,-1 0 0,1 0 0,-1-1 0,1 1 0,0 0 0,-1 1 0,1-1 0,-1 0 0,1 0 0,-1 0 0,1 0 0,0 0 0,-1 1 0,1-1 0,-1 0 0,1 0 0,-1 1 0,1-1 0,-1 0 0,1 1 0,-1-1 0,0 0 0,1 1 0,0 0 0,16 16 0,-11-12 0,32 25-341,2-2 0,0-2-1,45 22 1,-57-35-6485</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3:47.895"/>
    </inkml:context>
    <inkml:brush xml:id="br0">
      <inkml:brushProperty name="width" value="0.05" units="cm"/>
      <inkml:brushProperty name="height" value="0.05" units="cm"/>
      <inkml:brushProperty name="color" value="#FFFFFF"/>
    </inkml:brush>
  </inkml:definitions>
  <inkml:trace contextRef="#ctx0" brushRef="#br0">210 1 24575,'-3'24'0,"3"-21"0,-1 0 0,0 1 0,1-1 0,0 0 0,0 1 0,0-1 0,0 0 0,0 0 0,2 6 0,4 4 0,-4-10 0,-1-1 0,0 1 0,0 0 0,0 0 0,0-1 0,0 1 0,0 0 0,-1 0 0,1 0 0,-1 5 0,0 35 254,0 61-1638,8-26-521,-1-28 656,-3 1-1,-4 85 0,0-133 1250,0 0 0,0-1 0,-1 1 0,1 0 0,-1-1 0,1 1 0,-1 0 0,0-1 0,0 1 0,0-1 0,0 1 0,-1-1 0,-1 3 0,2-4 0,0 0 0,0 0 0,-1-1 0,1 1 0,0-1 0,0 1 0,0-1 0,0 1 0,-1-1 0,1 0 0,0 0 0,0 0 0,-1 1 0,1-1 0,0 0 0,-2-1 0,1 1 0,0 0 0,0 0 0,0 0 0,0 0 0,0 1 0,1-1 0,-1 0 0,0 1 0,0 0 0,0-1 0,0 1 0,1 0 0,-1 0 0,0 0 0,1 0 0,-1 0 0,-1 1 0,-2 3 0,1 1 0,0-1 0,0 1 0,0-1 0,1 1 0,-1 0 0,1 0 0,1 1 0,-1-1 0,1 1 0,0-1 0,-1 11 0,-1 10 0,0 51 0,4-45 0,-5 467 2085,3-70 1012,-26-2-1495,18-345-1602,-23 185 0,30-246 0,3 43 0,-1-13 0,0-39 0,-1-1 0,0 1 0,-5 15 0,-3 10 0,4-2 0,1-6 0,-3 37 0,9-61 0,-1 0 0,1 0 0,0 0 0,0-1 0,1 1 0,0 0 0,0-1 0,0 1 0,4 5 0,-4-7 0,1 0 0,-1 1 0,0-1 0,0 1 0,-1 0 0,0-1 0,1 1 0,-1 0 0,-1 0 0,1 0 0,-1 0 0,0 0 0,0 0 0,0 0 0,-1-1 0,0 1 0,-1 5 0,-6 11 0,5-13 0,0-1 0,0 1 0,1-1 0,0 1 0,0 0 0,1 0 0,0 0 0,0 0 0,1 0 0,1 13 0,4 3 0,-2 1 0,-1-1 0,0 29 0,-9 65 0,10-104 342,-3-14-381,0 0 0,0 0 0,1 0 0,-1 1 1,0-1-1,0 0 0,0 0 0,1 0 1,-1 0-1,0 0 0,0 0 0,0 0 0,1 1 1,-1-1-1,0 0 0,0 0 0,1 0 0,-1 0 1,0 0-1,0 0 0,1 0 0,-1 0 1,0 0-1,0 0 0,0 0 0,1 0 0,-1 0 1,0-1-1,0 1 0,1 0 0,-1 0 0,0 0 1,0 0-1,0 0 0,1 0 0,-1 0 0,0-1 1,0 1-1,0 0 0,0 0 0,1 0 1,-1-1-1,0 1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3:49.092"/>
    </inkml:context>
    <inkml:brush xml:id="br0">
      <inkml:brushProperty name="width" value="0.05" units="cm"/>
      <inkml:brushProperty name="height" value="0.05" units="cm"/>
      <inkml:brushProperty name="color" value="#FFFFFF"/>
    </inkml:brush>
  </inkml:definitions>
  <inkml:trace contextRef="#ctx0" brushRef="#br0">393 143 24575,'-38'-17'0,"38"17"0,0 0 0,-1 0 0,1 0 0,0 0 0,-1 0 0,1 0 0,0 0 0,0 0 0,-1-1 0,1 1 0,0 0 0,-1 0 0,1 0 0,0-1 0,0 1 0,-1 0 0,1 0 0,0-1 0,0 1 0,-1 0 0,1 0 0,0-1 0,0 1 0,0 0 0,0-1 0,0 1 0,-1 0 0,1-1 0,0 1 0,0 0 0,0-1 0,0 1 0,0 0 0,0-1 0,0 1 0,0 0 0,0-1 0,0 1 0,0 0 0,1-1 0,-1 1 0,0 0 0,0-1 0,0 1 0,0 0 0,0-1 0,1 1 0,-1 0 0,0-1 0,0 1 0,0 0 0,1 0 0,-1 0 0,0-1 0,1 1 0,-1 0 0,0 0 0,0 0 0,1-1 0,-1 1 0,0 0 0,1 0 0,-1 0 0,13-15 0,-8-3 0,-4 9 0,1 1 0,1-1 0,4-10 0,-6 17 0,0 0 0,0 0 0,0 0 0,1 0 0,-1 0 0,1 0 0,-1 1 0,1-1 0,-1 0 0,1 1 0,0-1 0,0 1 0,0 0 0,0 0 0,0-1 0,0 1 0,0 0 0,3 0 0,-1 0 0,0 0 0,-1 1 0,1 0 0,0 0 0,0 0 0,0 0 0,0 1 0,0-1 0,-1 1 0,1 0 0,4 2 0,43 20 0,-26-11 0,-11-7 0,0-1 0,1 0 0,-1-1 0,1 0 0,0-2 0,0 1 0,16-2 0,-11 0 0,0 1 0,39 8 0,-26-2 0,-24-6 0,-1 0 0,0 1 0,0 0 0,0 0 0,0 1 0,7 4 0,-5-2 0,-6-3 0,1 0 0,-1 1 0,0-1 0,0 1 0,0-1 0,-1 1 0,1 1 0,-1-1 0,1 0 0,4 8 0,7 16 0,-1 2 0,-1 0 0,-2 0 0,-1 1 0,-1 0 0,-2 1 0,7 59 0,-9-61 0,1-1 0,10 31 0,-8-36 0,-2 1 0,0 0 0,-2 0 0,3 36 0,-10 174 0,4 104 0,28 156 0,-29-455 0,-1 0 0,-14 77 0,2-24 0,8-47 0,2 0 0,6 87 0,9 37 0,4 32 0,-14-173 0,-1 0 0,-1 0 0,-6 47 0,-1 20 0,16 45 0,-10-71 0,-1-37 0,1-1 0,2 1 0,1-1 0,9 43 0,-11-67 0,1-1 0,-2 0 0,1 0 0,0 0 0,-1 0 0,0 0 0,-1 0 0,1 0 0,-1-1 0,-3 7 0,-3 16 0,-23 76 0,-3 11 0,12 17 0,22-129-269,0 1 0,0-1 0,0 0 0,0 0-1,1 1 1,-1-1 0,1 0 0,0 0 0,0 0 0,3 6-1,-3-6 45,0-1 1,0 0-1,0 1 0,0 0 0,0-1 0,-1 1 0,1-1 0,-1 1 0,0 0 0,1-1 1,-1 1-1,-1 0 0,1-1 0,0 1 0,-1 0 0,0 3 0,-38 79 1356,39-84-1055,0-1 0,0 1 0,0-1 0,0 0-1,0 1 1,0-1 0,0 0 0,0 1 0,0-1 0,0 0 0,0 1 0,-1-1 0,1 0-1,0 1 1,0-1 0,0 0 0,0 0 0,-1 1 0,1-1 0,0 0 0,0 0 0,-1 1 0,1-1-1,0 0 1,-1 0 0,1 1 0,0-1 0,-1 0 0,1 0 0,0 0 0,-1 0 0,1 0-1,0 0 1,-1 1 0,-4-9 2205,1 3-1565,7 5-716,-1 0 0,0 1 0,1-1 0,-1 1 0,0 0 0,0 0 0,0 0 0,0 0 0,0 0 0,3 2 0,-4-2 0,0 0 0,0 0 0,-1 0 0,1 0 0,0 0 0,-1 0 0,1 0 0,-1 0 0,1 0 0,-1 0 0,1 0 0,-1 0 0,0 1 0,1-1 0,-1 0 0,0 0 0,0 0 0,0 1 0,0-1 0,0 0 0,0 0 0,-1 1 0,0 1 0,1-2 0,0-1 0,0 1 0,0 0 0,0-1 0,0 1 0,0 0 0,0 0 0,-1-1 0,1 1 0,0-1 0,0 1 0,-1 0 0,1-1 0,-1 1 0,1-1 0,0 1 0,-1 0 0,1-1 0,-1 1 0,1-1 0,-1 0 0,-1 2 0,2-2 0,-1-1 0,1 1 0,-1 0 0,1 0 0,-1 0 0,1 0 0,-1-1 0,1 1 0,-1 0 0,1 0 0,-1-1 0,1 1 0,-1 0 0,1-1 0,-1 1 0,1-1 0,0 1 0,-1 0 0,1-1 0,0 1 0,-1-1 0,-13-28 0,14 28 0,0 1 0,1 0 0,-1 0 0,0 0 0,0 0 0,0 0 0,0 0 0,0 0 0,0-1 0,0 1 0,0 0 0,0 0 0,0 0 0,0 0 0,0 0 0,0 0 0,0-1 0,0 1 0,0 0 0,0 0 0,0 0 0,0 0 0,0 0 0,0 0 0,-1 0 0,1-1 0,0 1 0,0 0 0,0 0 0,0 0 0,0 0 0,0 0 0,0 0 0,0 0 0,0 0 0,0 0 0,-1 0 0,1-1 0,0 1 0,0 0 0,0 0 0,0 0 0,0 0 0,0 0 0,0 0 0,-1 0 0,1 0 0,0 0 0,0 0 0,0 0 0,0 0 0,0 0 0,0 0 0,-1 0 0,1 0 0,0 0 0,0 0 0,0 0 0,0 0 0,0 0 0,0 1 0,-1-1 0,-3 11 0,-2 25 0,5-31 0,-8 30 0,9-35 0,0 0 0,0 0 0,0 1 0,0-1 0,-1 0 0,1 0 0,0 0 0,0 0 0,0 1 0,0-1 0,0 0 0,0 0 0,0 0 0,-1 0 0,1 1 0,0-1 0,0 0 0,0 0 0,0 0 0,0 0 0,-1 0 0,1 0 0,0 0 0,0 0 0,0 0 0,-1 1 0,1-1 0,0 0 0,0 0 0,0 0 0,-1 0 0,1 0 0,0 0 0,0 0 0,0 0 0,-1 0 0,1 0 0,0 0 0,0-1 0,0 1 0,-1 0 0,1 0 0,0 0 0,0 0 0,0 0 0,0 0 0,-1 0 0,1 0 0,0-1 0,0 1 0,0 0 0,0 0 0,0 0 0,0 0 0,-1 0 0,1-1 0,0 1 0,0 0 0,-3-8 0,0 1 0,0-1 0,1 1 0,-2-10 0,0-2 0,-18-51 0,-19-69 0,29 100 0,12 37 0,-1 0 0,0 0 0,0 0 0,-1 0 0,1 1 0,0-1 0,-1 0 0,1 1 0,-1-1 0,1 1 0,-1-1 0,0 1 0,1 0 0,-5-2 0,3 1-238,-1 0 0,1 1 0,-1-1 0,1 0 0,0-1-1,0 1 1,0 0 0,0-1 0,0 0 0,1 0 0,-1 1 0,1-2-1,-3-2 1,-9-13-2081,13 18 2256,0 0 1,0 0-1,0-1 1,0 1-1,0 0 0,0 0 1,-1 0-1,1 0 1,0 1-1,0-1 0,-1 0 1,1 0-1,-1 1 1,1-1-1,-1 1 0,1-1 1,-3 1-1,3 0 63,0 0 0,0 1 0,1-1-1,-1 1 1,0-1 0,0 1 0,0 0-1,0-1 1,1 1 0,-1 0 0,0-1 0,1 1-1,-1 0 1,1 0 0,-1-1 0,0 3 0,0-1 0,-1 0 0,1-1 0,0 1 0,-1 0-1,1-1 1,-1 1 0,1-1 0,-1 1 0,-3 1 0,0-1 0,0 0 0,0 0 0,0-1 0,-10 2 0,-8 2 0,-102 37 1131,100-34-327,0 0 1,-1-1-1,-44 5 1,-80 0 1466,105-10-2107,34-1-164,1 1 0,-1 0 0,1 1 0,-20 7 0,21-6 0,0-1 0,-1 0 0,1-1 0,-1 0 0,-13 1 0,22-2 0,-1-1 0,1 0 0,0 0 0,-1 0 0,1 0 0,0 0 0,-1 0 0,1 0 0,0-1 0,-1 1 0,1 0 0,0-1 0,-1 1 0,1-1 0,0 1 0,0-1 0,0 0 0,0 1 0,-1-1 0,1 0 0,0 0 0,0 0 0,0 0 0,0-1 0,0 1 0,1-1 0,-1 0 0,1 1 0,0-1 0,0 1 0,0-1 0,0 1 0,0-1 0,0 0 0,0 1 0,0-1 0,1 1 0,-1-1 0,0 1 0,1-1 0,-1 1 0,2-2 0,4-9 0,0 1 0,1 0 0,14-18 0,-18 26 0,5-9 0,-1 0 0,8-16 0,5-8 0,-19 35 23,0 0 0,0 0-1,-1 0 1,1 0 0,0 0 0,0 0-1,0 1 1,0-1 0,0 0-1,0 1 1,0-1 0,0 0 0,1 1-1,0-1 1,-1 1-94,0 0 0,-1 0 0,1-1 0,0 1 0,-1 0-1,1-1 1,-1 1 0,1 0 0,-1-1 0,1 1 0,-1 0 0,1-1 0,-1 1 0,1-1 0,-1 1 0,1-1 0,-1 1-1,1-1 1,-1 0 0,0 1 0,0-1 0,1 1 0,-1-2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3:50.833"/>
    </inkml:context>
    <inkml:brush xml:id="br0">
      <inkml:brushProperty name="width" value="0.05" units="cm"/>
      <inkml:brushProperty name="height" value="0.05" units="cm"/>
      <inkml:brushProperty name="color" value="#FFFFFF"/>
    </inkml:brush>
  </inkml:definitions>
  <inkml:trace contextRef="#ctx0" brushRef="#br0">5241 108 24575,'9'4'-10011,"-4"0"6130,-4-3 4084,0 0 0,0 0-1,0 0 1,0 0 0,-1 0 0,1 1-1,-1-1 1,1 0 0,-1 0-1,1 1 1,-1-1 0,0 0 0,1 1-1,-1 2 1,-2-45 5575,2 39-5480,1 0 1,-1 0-1,0 0 1,1 0-1,0-1 1,-1 1-1,1 0 0,0 0 1,0 0-1,0 0 1,0 1-1,1-1 1,-1 0-1,0 0 0,1 1 1,2-4-1,1 3-298,2-3 0,-7 4 0,0 1 0,0-1 0,0 0 0,-1 1 0,1-1 0,0 1 0,0-1 0,0 1 0,0-1 0,-1 0 0,1 1 0,0-1 0,-1 1 0,1-1 0,0 1 0,-1 0 0,1-1 0,-1 1 0,1-1 0,0 1 0,-2-1 0,-48-33 0,49 34 0,1-1 0,-1 0 0,0 1 0,0-1 0,0 1 0,0-1 0,1 1 0,-1-1 0,0 1 0,0 0 0,0-1 0,0 1 0,0 0 0,0 0 0,0 0 0,0 0 0,0 0 0,0 0 0,0 0 0,0 0 0,0 0 0,0 0 0,0 0 0,-1 1 0,-22 11 0,14-5 0,2-4 0,0 0 0,0-1 0,0 0 0,0 0 0,-1-1 0,-10 1 0,-55-1 0,36-2 0,17 1 0,-3 1 0,0-2 0,0 0 0,-34-7 0,42 6-463,1 0 0,-1 1 0,0 1 0,-25 3 0,-68 14-3312,56-7 2820,-379 50-2964,248-41 4710,137-17-234,-55-4 0,-30 0-215,-357 61-342,444-52 0,-8-2 0,-97-2 0,26-2 0,-218 34 0,61-5 0,210-24 0,-647 37 0,616-41 0,35-2 0,0 2 0,0 4 0,-70 14 0,122-17 636,-1-2 0,1 0 1,-1 0-1,1-2 0,-24-2 1,18 0 7,-39 2 1,33 4-2582,20-2 1818,1 0 0,-1-1 1,0 1-1,1-1 0,-1-1 0,0 1 0,1-1 0,-1 0 1,0-1-1,-9-3 0,9 2 124,1 1 0,0-1 0,0 2 0,-1-1 0,1 0 0,-1 1 0,1 0 0,-1 1 0,0 0 0,1 0 0,-1 0 0,0 1 0,-10 2 0,2-1 1167,1-1-1,0 0 0,0 0 1,-19-3-1,7 1-244,7-1-927,18 1 0,-1 0 0,0 1 0,0 0 0,0 0 0,0-1 0,1 1 0,-1 0 0,0 0 0,0 0 0,0 1 0,0-1 0,1 0 0,-1 1 0,0-1 0,0 1 0,0 0 0,1 0 0,-1-1 0,1 1 0,-1 0 0,0 0 0,0 2 0,-1 7 0,1 0 0,2-10 0,0 1 0,-1-1 0,1 0 0,0 0 0,0 0 0,-1 0 0,1 0 0,0 0 0,0 0 0,-1 0 0,1 0 0,0 0 0,-1 0 0,1 0 0,0 0 0,0 0 0,-1 0 0,1 0 0,0 0 0,-1 0 0,1 0 0,0 0 0,0-1 0,-1 1 0,1 0 0,0 0 0,0 0 0,0 0 0,-1-1 0,1 1 0,0 0 0,0 0 0,0 0 0,-1-1 0,1 1 0,0 0 0,0-1 0,-18-11 0,15 10 0,0 0 0,-1 0 0,1 0 0,0-1 0,-6-5 0,7 5 0,1 2 0,1 0 0,-1-1 0,0 1 0,0 0 0,0 0 0,0 0 0,0 0 0,0 0 0,-1 0 0,1 0 0,0 0 0,0 0 0,-1 0 0,1 1 0,0-1 0,-1 1 0,1-1 0,-1 1 0,1-1 0,-1 1 0,1 0 0,-1 0 0,1 0 0,-1 0 0,1 0 0,-1 0 0,1 0 0,-1 0 0,-1 1 0,-1 0 0,0 0 0,0 0 0,0 0 0,1 1 0,-1-1 0,1 1 0,-1 0 0,1 0 0,-6 4 0,7-3 0,-1-1 0,0 0 0,0-1 0,0 1 0,0 0 0,0-1 0,0 0 0,0 1 0,-1-1 0,1 0 0,0-1 0,-1 1 0,1-1 0,0 1 0,-5-1 0,-52-8 0,46 5 0,-1 1 0,0 0 0,1 1 0,-1 1 0,-24 2 0,24-3 0,12-1 0,9-2 0,-5 3 0,0 1 0,-1 0 0,1-1 0,0 1 0,0 0 0,0 0 0,0-1 0,-1 1 0,1 0 0,0 0 0,0 0 0,0 0 0,0 0 0,0 0 0,0 0 0,-1 0 0,1 0 0,0 1 0,0-1 0,0 0 0,0 1 0,-1-1 0,1 0 0,0 1 0,0-1 0,-1 1 0,1-1 0,0 1 0,-1-1 0,1 1 0,0 0 0,-1-1 0,1 1 0,0 1 0,-1-2 4,0 0-1,0 0 1,0 1-1,0-1 1,0 0 0,1 0-1,-1 0 1,0 0-1,0 0 1,0 0-1,0 0 1,0 0-1,0 0 1,0 1 0,0-1-1,0 0 1,1 0-1,-1 0 1,0 0-1,0 0 1,0 0-1,0 0 1,0 0 0,0 0-1,1 0 1,-1 0-1,0 0 1,0 0-1,0 0 1,0 0-1,0 0 1,0 0 0,1 0-1,-1 0 1,0 0-1,0 0 1,0 0-1,0 0 1,0 0-1,0-1 1,0 1 0,0 0-1,1 0 1,-1 0-1,0 0 1,0 0-1,0 0 1,3-9 167,-3-12-1878</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3:51.131"/>
    </inkml:context>
    <inkml:brush xml:id="br0">
      <inkml:brushProperty name="width" value="0.05" units="cm"/>
      <inkml:brushProperty name="height" value="0.05" units="cm"/>
      <inkml:brushProperty name="color" value="#FFFFFF"/>
    </inkml:brush>
  </inkml:definitions>
  <inkml:trace contextRef="#ctx0" brushRef="#br0">358 1 24575,'-6'9'0,"6"-8"0,0 0 0,-1 0 0,1 0 0,-1 0 0,1 0 0,-1 0 0,1 0 0,-1 0 0,0 0 0,1 0 0,-1-1 0,0 1 0,0 0 0,1-1 0,-1 1 0,-1 0 0,1 0 9,1-1 0,0 0-1,-1 0 1,1 0 0,0 0 0,0 0-1,-1 0 1,1 0 0,0 0 0,0 0-1,-1 1 1,1-1 0,0 0-1,0 0 1,-1 0 0,1 1 0,0-1-1,0 0 1,0 0 0,-1 1 0,1-1-1,0 0 1,0 0 0,0 1-1,0-1 1,0 0 0,0 0 0,0 1-1,-1-1 1,1 1-39,0-1 1,0 0-1,0 1 1,0-1-1,0 0 0,0 1 1,0-1-1,0 0 0,-1 0 1,1 1-1,0-1 1,0 0-1,0 0 0,-1 1 1,1-1-1,0 0 0,0 0 1,-1 1-1,1-1 1,0 0-1,-1 0 0,1 0 1,0 0-1,0 1 0,-1-1 1,1 0-1,0 0 0,-1 0 1,1 0-1,0 0 1,-1 0-1,1 0 0,0 0 1,-1 0-1,1 0 0,0 0 1,-1 0-1,1 0 1,0 0-1,-1 0 0,1-1 1,0 1-1,-1 0 0,1 0 1,0 0-1,-1-1 1,-34-22-4494,34 22 4496,0 1-1,0-1 1,1 1 0,-1-1-1,0 1 1,0-1 0,0 1-1,0 0 1,0-1 0,0 1-1,0 0 1,0 0 0,0 0-1,0 0 1,0 0 0,0 0-1,0 0 1,0 0 0,0 0-1,0 1 1,0-1 0,0 0-1,0 1 1,0-1 0,0 0-1,0 1 1,0-1 0,0 1-1,1 0 1,-1-1 0,0 1-1,0-1 1,1 1 0,-1 0-1,0 0 1,1 0 0,-1-1-1,1 1 1,-1 0 0,1 0-1,-1 0 1,1 0 0,-1 0-1,1 1 1,-2 4 44,0-1-1,1 1 1,0 0-1,0-1 1,0 12-1,1 11-16,0-16 0,0-1 0,0 1 0,-2 0 0,-3 18 0,4-26 35,0 0 0,1-1 0,-1 1 0,1 0 0,-1 0 0,1 0 0,1 0 0,-1 0 0,0 0 0,1 0 0,0 0-1,1 5 1,1 2 642,-3-8-511,0 0 0,0 1 0,0-1 0,0 0 0,-1 1 0,0-1 0,1 0 0,-1 0 0,0 1 0,-1-1 0,1 0 0,0 0-1,-1 0 1,0-1 0,0 1 0,0 0 0,0 0 0,0-1 0,0 0 0,-1 1 0,-3 2 0,-8 7 501,-1 0 1,-21 13-1,35-25-667,-9 7 0,5-3 0,0 0 0,-1-1 0,1 0 0,0 0 0,-1 0 0,0 0 0,0-1 0,0 0 0,-9 2 0,-12-10 0,16 2 0,10 4 0,1 0 0,-1 0 0,0 0 0,0-1 0,1 1 0,-1 0 0,0 0 0,0 0 0,0 0 0,1 0 0,-1 0 0,0 1 0,0-1 0,0 0 0,1 0 0,-1 1 0,0-1 0,0 0 0,1 1 0,-1-1 0,0 0 0,1 1 0,-1-1 0,0 1 0,1-1 0,-1 1 0,1 0 0,-1-1 0,1 1 0,-1 0 0,1-1 0,0 1 0,-1 0 0,1-1 0,-1 2 0,-3 26 0,4-25 0,0 5 18,0-1 0,1 1-1,0 0 1,0 0 0,1-1 0,0 1-1,0-1 1,1 0 0,0 1-1,0-1 1,1 0 0,0-1 0,0 1-1,0-1 1,1 0 0,0 0 0,6 6-1,11 8-188,0 0 0,1-2-1,31 18 1,-11-7-828,-22-13-5827</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3:52.220"/>
    </inkml:context>
    <inkml:brush xml:id="br0">
      <inkml:brushProperty name="width" value="0.05" units="cm"/>
      <inkml:brushProperty name="height" value="0.05" units="cm"/>
      <inkml:brushProperty name="color" value="#FFFFFF"/>
    </inkml:brush>
  </inkml:definitions>
  <inkml:trace contextRef="#ctx0" brushRef="#br0">681 223 24575,'13'39'-3299,"-13"-39"3298,0 0-1,0 1 1,0-1-1,1 0 0,-1 1 1,0-1-1,0 1 1,0-1-1,0 0 0,0 1 1,0-1-1,0 1 1,0-1-1,0 1 0,0-1 1,0 0-1,0 1 1,0-1-1,0 1 1,0-1-1,0 1 0,-1-1 1,1 0-1,0 1 1,0-1-1,-1 1 0,-8-5 695,-10-18-18,17 17-628,0 0 0,-1 1 0,0-1 0,0 1 0,0 0 0,0 0 0,-1 0 0,1 0 0,-1 0 0,0 1 0,0 0 0,-1-1 0,1 2 0,-1-1 0,1 0 0,-1 1 0,-10-3 0,10 4 42,0 0-1,0 1 1,-1-1-1,1 1 1,0 0-1,0 1 0,0-1 1,-9 3-1,-21 2 244,27-6-332,-1 1 0,1 1 0,0 0 0,0 0 0,0 0 0,0 1 0,0 1 0,0-1 0,0 1 0,1 0 0,-1 1 0,1 0 0,0 0 0,-9 7 0,1 1 0,1 1 0,1 1 0,-20 25 0,-31 51 0,55-76 0,-107 186 0,105-178 0,2 2 0,0-1 0,1 1 0,-6 32 0,-12 104 0,16-86 0,9-63-21,-19 154-3558,19-144 3029,1 1-1,1 0 1,1-1 0,0 1 0,9 31 0,-6-37 856,1 0 0,8 17 1,-6-18-854,0 0-1,2-1 1,-1 0 0,2-1 0,0 1 0,0-2 0,20 17 0,16 4 2734,-5-3-1466,-29-20-706,0-1 1,0-1-1,16 8 1,21 9-1177,-23-12-335,29 11-1,-43-19 2539,1-2-1,22 5 1,-24-7-677,28 7 30,-10 5-140,-25-10-231,1 0-1,0-1 1,-1 0-1,1 0 1,0 0-1,0-1 1,1 0-1,-1 0 1,12 1-1,15-6-869,-1 0 0,0-2-1,-1-2 1,39-13 0,-1 1 3574,68-23-1848,-98 34-869,0-2 1,-1-1 0,-1-2 0,64-33 0,-83 35 339,-1 0 0,0-2 0,-1 0-1,-1 0 1,0-2 0,-1 0 0,0 0-1,15-26 1,-5 2 702,-2 0-1,30-80 0,-37 77-910,-2 1 0,-2-2 0,-2 1 0,4-61-1,-8 22 214,-9-118-1,3 178-354,-2 0 0,0 0 0,-2 1 0,0 0 0,-2-1 0,-9-21 0,0 5-1357,-1 1 1,-2 1-1,-1 1 0,-32-43 0,43 66 1357,-1 0 0,0 1 0,-1 0 0,-1 1 0,1 0 0,-1 0 0,-1 2 0,0-1 0,0 2 0,-28-13 0,-10 0 0,-1 2 0,-60-12 0,97 26 122,-29-11 0,31 10 1230,-1 0 1,0 1-1,-16-3 1,16 5-1367,1 1 0,0 0 0,-1 1 0,1 1 1,-1 0-1,1 0 0,0 1 0,0 1 0,0 1 1,0 0-1,0 0 0,1 1 0,0 1 0,0 0 1,0 0-1,-16 13 0,6 0-6812</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3:52.697"/>
    </inkml:context>
    <inkml:brush xml:id="br0">
      <inkml:brushProperty name="width" value="0.05" units="cm"/>
      <inkml:brushProperty name="height" value="0.05" units="cm"/>
      <inkml:brushProperty name="color" value="#FFFFFF"/>
    </inkml:brush>
  </inkml:definitions>
  <inkml:trace contextRef="#ctx0" brushRef="#br0">64 292 24575,'-1'-3'0,"0"-1"0,0 1 0,0 0 0,0 0 0,-1 0 0,1 0 0,-1 0 0,-3-4 0,-4-8 0,-17-47 0,24 59 0,0 0 0,1 0 0,-1 0 0,1 0 0,0 0 0,0-1 0,0 1 0,0 0 0,1-1 0,-1 1 0,1-4 0,0 4 0,1 1 0,-1-1 0,1 1 0,0 0 0,0-1 0,0 1 0,0 0 0,0 0 0,0 0 0,1 0 0,-1 0 0,1 0 0,-1 0 0,1 0 0,3-2 0,20-22 0,-20 20 0,1 0 0,0 0 0,0 0 0,0 0 0,1 1 0,0 0 0,14-7 0,-11 7-565,0 1 0,1 0-1,-1 1 1,1 0 0,0 1-1,0 0 1,0 1 0,0 0-1,0 0 1,0 1 0,13 2-1,2-1 633,27 4 611,-49-5-64,-1 1-1,0 0 1,1 0-1,-1 1 1,0-1-1,0 1 1,5 3 0,7 9 605,6 7-1082,-20-21-144,-1 1-1,1-1 1,-1 1 0,1-1-1,-1 0 1,1 1 0,-1-1 0,1 0-1,-1 1 1,1-1 0,0 0 0,-1 0-1,1 0 1,0 0 0,-1 0-1,1 1 1,0-1 0,-1 0 0,1 0-1,-1 0 1,1-1 0,0 1-1,-1 0 1,1 0 0,0 0 0,-1 0-1,1-1 1,0 1 0,-1 0 0,2-1-1,-1 0 8,0 0 0,1 1 0,-1-1 0,0 1 0,1-1 0,-1 1 0,1 0 0,-1 0 0,0-1 0,1 1 0,-1 0 0,1 0 0,-1 0 0,1 1 0,-1-1 0,1 0 0,-1 0 0,0 1 0,2 0 0,29 11 0,-29-11 0,6 4 43,0-1 0,0 1-1,0 1 1,-1 0 0,1 0-1,-2 1 1,14 13 0,-17-15-165,0 0 0,0 1 0,0-1 0,-1 1 0,1-1 0,-1 1 0,-1 0 0,1 1 0,-1-1 1,0 0-1,-1 1 0,1-1 0,0 8 0,-2 3-6704</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3:53.149"/>
    </inkml:context>
    <inkml:brush xml:id="br0">
      <inkml:brushProperty name="width" value="0.05" units="cm"/>
      <inkml:brushProperty name="height" value="0.05" units="cm"/>
      <inkml:brushProperty name="color" value="#FFFFFF"/>
    </inkml:brush>
  </inkml:definitions>
  <inkml:trace contextRef="#ctx0" brushRef="#br0">78 174 24575,'0'-2'0,"1"0"0,-1 0 0,1-1 0,0 1 0,0 0 0,0 0 0,0 0 0,0 0 0,0 0 0,0 0 0,3-2 0,24-27 0,-27 30-64,0 0 0,-1 1 0,1-1 0,0 0-1,0 1 1,-1-1 0,1 1 0,0-1 0,0 1 0,0-1 0,0 1-1,-1 0 1,1-1 0,0 1 0,0 0 0,0 0 0,0 0-1,0 0 1,0 0 0,0 0 0,0 0 0,0 0 0,0 0 0,0 0-1,0 0 1,-1 1 0,1-1 0,0 0 0,0 1 0,0-1-1,0 0 1,0 1 0,-1-1 0,1 1 0,0-1 0,0 1-1,-1 0 1,1-1 0,0 1 0,0 1 0,4 4-684,0 1 1,0-1 0,-1 1-1,4 8 1,-1-3 330,-5-10 660,-1 0-1,0 0 0,0 0 0,0 1 1,0-1-1,0 0 0,-1 0 1,1 1-1,-1-1 0,1 0 0,-1 1 1,0-1-1,0 5 0,0-6-125,-1 0 0,1 1 0,-1-1 0,1 0 0,-1 0 0,1 0 0,-1 0 0,0 0 0,0 0 0,1 0 0,-1 0 0,0 0 0,0 0 0,0 0 0,0 0 0,0 0 0,0-1 0,0 1 0,-1-1 0,1 1 0,0-1-1,0 1 1,0-1 0,-1 1 0,1-1 0,0 0 0,0 0 0,-2 0 0,-4 1-117,0 0 0,-1-1 0,1 0 0,0 0 0,0-1 0,0 0 0,0 0 0,0 0 0,0-1 0,0 0 0,0-1 0,1 0 0,-1 0 0,-10-7 0,13 8 0,0-1 0,0 0 0,0 0 0,0 0 0,1-1 0,0 1 0,-1-1 0,1 0 0,1 0 0,-1 0 0,1 0 0,-1-1 0,1 1 0,0-1 0,1 1 0,-1-1 0,1 0 0,0 1 0,0-1 0,0 0 0,1 0 0,0-8 0,0 5 0,1 0 0,0 1 0,4-15 0,-4 19 0,0 1 0,0 0 0,0-1 0,0 1 0,0 0 0,0 0 0,0 0 0,1 0 0,-1 0 0,1 0 0,0 0 0,0 0 0,-1 1 0,1-1 0,0 1 0,4-3 0,5-1 65,-8 3-144,0 0-1,0 0 1,0 0-1,0 1 1,1 0-1,-1 0 1,1 0-1,-1 0 1,1 0 0,-1 0-1,1 1 1,-1 0-1,1 0 1,0 0-1,-1 0 1,1 0-1,5 2 1,6 4-6747</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3:53.521"/>
    </inkml:context>
    <inkml:brush xml:id="br0">
      <inkml:brushProperty name="width" value="0.05" units="cm"/>
      <inkml:brushProperty name="height" value="0.05" units="cm"/>
      <inkml:brushProperty name="color" value="#FFFFFF"/>
    </inkml:brush>
  </inkml:definitions>
  <inkml:trace contextRef="#ctx0" brushRef="#br0">65 177 24575,'0'30'0,"0"-22"0,3-7 0,5-14 0,4-23 0,-12 36 0,0 0 0,0 0 0,0 0 0,0-1 0,0 1 0,0 0 0,0 0 0,1 0 0,-1-1 0,0 1 0,0 0 0,0 0 0,0 0 0,0 0 0,0 0 0,0-1 0,0 1 0,1 0 0,-1 0 0,0 0 0,0 0 0,0 0 0,0 0 0,0 0 0,1 0 0,-1-1 0,0 1 0,0 0 0,0 0 0,1 0 0,-1 0 0,0 0 0,0 0 0,0 0 0,0 0 0,1 0 0,-1 0 0,0 0 0,0 0 0,0 0 0,1 0 0,-1 0 0,0 0 0,0 0 0,0 1 0,12 6 0,8 15 0,-17-18 0,0 0 0,-1 0 0,1 1 0,-1-1 0,0 1 0,0-1 0,0 1 0,-1 0 0,1 0 0,-1 0 0,0 5 0,-1-9 0,1 1 0,-1-1 0,0 1 0,-1 0 0,1-1 0,0 1 0,0-1 0,-1 1 0,1-1 0,-1 1 0,1-1 0,-1 1 0,0-1 0,1 1 0,-1-1 0,0 0 0,0 1 0,0-1 0,0 0 0,0 0 0,0 0 0,0 0 0,-1 0 0,1 0 0,0 0 0,-1 0 0,1 0 0,0-1 0,-1 1 0,1 0 0,-1-1 0,1 0 0,-1 1 0,1-1 0,-1 0 0,0 1 0,-2-1 0,-10 1 0,9 0 0,0 0 0,0 0 0,0-1 0,0 0 0,0 0 0,-10-2 0,13 1 0,0 1 0,0-1 0,0 0 0,1 0 0,-1 0 0,0 0 0,1-1 0,-1 1 0,1 0 0,-1-1 0,1 1 0,0-1 0,-1 1 0,1-1 0,0 1 0,0-1 0,0 0 0,0 0 0,1 0 0,-1 1 0,-1-5 0,-2-8 0,-1 3 0,2-1 0,-1 0 0,-2-23 0,6 33 0,0 0 0,0 0 0,0 1 0,0-1 0,0 0 0,1 1 0,-1-1 0,0 0 0,1 1 0,0-1 0,-1 1 0,1-1 0,0 1 0,0-1 0,0 1 0,0-1 0,0 1 0,1-2 0,27-17 0,-2 2 0,12-23 0,-28 29 0,0 0 0,1 0 0,14-10 0,-24 21-52,0 0-1,0 0 1,0 0-1,0 0 1,1 0-1,-1 0 1,0 1-1,0-1 1,1 1-1,-1 0 1,0-1-1,0 1 1,1 0-1,-1 0 1,0 1-1,1-1 1,-1 0-1,0 1 1,1 0-1,-1-1 0,0 1 1,0 0-1,0 0 1,0 0-1,3 2 1,12 8-6774</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4:10.516"/>
    </inkml:context>
    <inkml:brush xml:id="br0">
      <inkml:brushProperty name="width" value="0.05" units="cm"/>
      <inkml:brushProperty name="height" value="0.05" units="cm"/>
      <inkml:brushProperty name="color" value="#FFFFFF"/>
    </inkml:brush>
  </inkml:definitions>
  <inkml:trace contextRef="#ctx0" brushRef="#br0">92 1 24575,'-3'1'0,"0"1"0,0 1 0,0-1 0,0 0 0,0 1 0,1 0 0,-1-1 0,1 1 0,0 0 0,0 0 0,0 0 0,0 1 0,0-1 0,1 0 0,-2 6 0,-2 5 0,2 1 0,-4 23 0,2-8 0,-9 63-455,3 1 0,4 177 0,7-253-6371</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4:10.814"/>
    </inkml:context>
    <inkml:brush xml:id="br0">
      <inkml:brushProperty name="width" value="0.05" units="cm"/>
      <inkml:brushProperty name="height" value="0.05" units="cm"/>
      <inkml:brushProperty name="color" value="#FFFFFF"/>
    </inkml:brush>
  </inkml:definitions>
  <inkml:trace contextRef="#ctx0" brushRef="#br0">15 141 24575,'0'0'0,"-1"0"0,1 0 0,-1 0 0,0 1 0,1-1 0,-1 0 0,1 0 0,-1 0 0,1 0 0,-1 0 0,1-1 0,-1 1 0,1 0 0,-1 0 0,1 0 0,-1 0 0,1-1 0,-1 1 0,1 0 0,-1 0 0,1-1 0,-1 1 0,1 0 0,-1-1 0,1 1 0,0 0 0,-1-1 0,10-9 0,23-8 0,18 0 109,1 2 0,53-10 0,60-18-1801,-150 39-5134</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4:11.059"/>
    </inkml:context>
    <inkml:brush xml:id="br0">
      <inkml:brushProperty name="width" value="0.05" units="cm"/>
      <inkml:brushProperty name="height" value="0.05" units="cm"/>
      <inkml:brushProperty name="color" value="#FFFFFF"/>
    </inkml:brush>
  </inkml:definitions>
  <inkml:trace contextRef="#ctx0" brushRef="#br0">83 169 24575,'-6'0'0,"-6"0"0,-6 0 0,-4 0 0,6 0 0,8-3 0,12-1 0,14-3 0,11-3 0,9-4 0,8-2 0,5-1 0,4-1 0,-2-1 0,-4 0 0,-6 3 0,-8 2 0,-10 2-8191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4:11.539"/>
    </inkml:context>
    <inkml:brush xml:id="br0">
      <inkml:brushProperty name="width" value="0.05" units="cm"/>
      <inkml:brushProperty name="height" value="0.05" units="cm"/>
      <inkml:brushProperty name="color" value="#FFFFFF"/>
    </inkml:brush>
  </inkml:definitions>
  <inkml:trace contextRef="#ctx0" brushRef="#br0">150 1 24575,'0'1'0,"0"-1"0,0 0 0,1 0 0,-1 0 0,0 1 0,0-1 0,1 0 0,-1 0 0,0 1 0,0-1 0,0 0 0,0 1 0,1-1 0,-1 0 0,0 0 0,0 1 0,0-1 0,0 0 0,0 1 0,0-1 0,0 0 0,0 1 0,0-1 0,0 0 0,0 1 0,0-1 0,0 0 0,0 1 0,0-1 0,0 0 0,0 1 0,0-1 0,-1 0 0,1 0 0,0 1 0,0-1 0,0 0 0,-1 1 0,1-1 0,0 0 0,-9 18 0,9-18 0,-14 25 0,-74 153 0,80-158 0,1 1 0,1 0 0,0 0 0,2 0 0,0 1 0,2 0 0,0 22 0,2-39 0,0-1 0,0 0 0,0 1 0,1-1 0,0 0 0,0 0 0,0 0 0,1 1 0,-1-1 0,1 0 0,0-1 0,0 1 0,0 0 0,0 0 0,1-1 0,0 0 0,0 1 0,0-1 0,0 0 0,0 0 0,0-1 0,1 1 0,-1-1 0,1 1 0,0-1 0,0 0 0,0 0 0,0-1 0,0 0 0,0 1 0,0-1 0,0 0 0,1-1 0,-1 1 0,0-1 0,1 0 0,-1 0 0,7-1 0,5-1 0,0-1 0,0 0 0,-1-2 0,1 0 0,-1 0 0,0-1 0,0-1 0,-1-1 0,0 0 0,0-1 0,-1 0 0,0-1 0,0 0 0,-1-1 0,-1-1 0,13-15 0,-16 17 0,1-1 0,-2 0 0,1-1 0,-1 1 0,-1-1 0,0-1 0,-1 1 0,0-1 0,-1 0 0,-1 0 0,0-1 0,0 1 0,-2-1 0,1 1 0,-2-1 0,0 1 0,0-1 0,-1 0 0,-5-21 0,4 29 13,0 0 1,0 0-1,-1 0 0,1 0 0,-1 1 0,-1-1 0,1 1 0,-1 0 0,0 0 1,0 0-1,0 0 0,-1 0 0,0 1 0,0 0 0,0 0 0,0 1 0,0-1 1,-1 1-1,0 0 0,1 1 0,-1-1 0,0 1 0,0 0 0,-1 1 0,-8-2 1,-3 0-228,0 2 1,0 0 0,0 1-1,1 1 1,-1 1 0,0 0-1,-33 10 1,8 0-6613</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4:12.440"/>
    </inkml:context>
    <inkml:brush xml:id="br0">
      <inkml:brushProperty name="width" value="0.05" units="cm"/>
      <inkml:brushProperty name="height" value="0.05" units="cm"/>
      <inkml:brushProperty name="color" value="#FFFFFF"/>
    </inkml:brush>
  </inkml:definitions>
  <inkml:trace contextRef="#ctx0" brushRef="#br0">20 278 24575,'-5'-14'0,"3"11"0,4 10 0,6 20 0,-2 1 0,-1 0 0,-1 0 0,-1 0 0,-1 0 0,-2 1 0,-5 43 0,0-53 0,1-17 0,-1-12 0,-2-13 0,2-2 0,1 1 0,-1-30 0,2-77 0,4 94 0,-2 20 0,2 1 0,0-1 0,1 1 0,0-1 0,9-26 0,-8 36 0,-1 0 0,2 0 0,-1 1 0,1-1 0,0 1 0,0 0 0,0 0 0,1 0 0,0 1 0,0 0 0,1 0 0,0 0 0,-1 0 0,2 1 0,6-4 0,-3 3 0,0 0 0,0 1 0,1 0 0,-1 1 0,1 0 0,0 0 0,0 1 0,14 0 0,-19 1 0,0 1 0,1 0 0,-1 0 0,1 1 0,-1 0 0,1 0 0,-1 1 0,0-1 0,0 1 0,0 1 0,0-1 0,0 1 0,0 0 0,-1 0 0,8 6 0,-10-6 0,-1-1 0,1 1 0,-1 0 0,0 0 0,0 1 0,0-1 0,0 0 0,-1 1 0,1-1 0,-1 1 0,0-1 0,0 1 0,0-1 0,-1 1 0,1 0 0,-1 0 0,0-1 0,0 1 0,0 0 0,0 0 0,-1-1 0,0 1 0,1 0 0,-1-1 0,-3 8 0,-1 1 0,0 0 0,-1 0 0,0 0 0,0-1 0,-1 0 0,-9 11 0,-2-3 0,0-1 0,-1 0 0,-29 20 0,21-17 0,27-21 0,0 0 0,-1 0 0,1 0 0,0 1 0,-1-1 0,1 0 0,0 0 0,-1 0 0,1 0 0,0 1 0,0-1 0,-1 0 0,1 0 0,0 1 0,0-1 0,-1 0 0,1 1 0,0-1 0,0 0 0,0 1 0,0-1 0,-1 0 0,1 1 0,0-1 0,0 0 0,0 1 0,0-1 0,0 0 0,0 1 0,0-1 0,0 1 0,0-1 0,0 0 0,0 1 0,0-1 0,0 0 0,0 1 0,0-1 0,0 0 0,1 1 0,-1-1 0,0 0 0,0 1 0,0-1 0,1 0 0,-1 1 0,0-1 0,0 0 0,1 0 0,-1 1 0,0-1 0,0 0 0,1 0 0,-1 0 0,0 1 0,1-1 0,-1 0 0,0 0 0,1 0 0,-1 0 0,0 0 0,1 0 0,-1 1 0,1-1 0,-1 0 0,1 0 0,34 4 0,-24-3 0,3 2 0,-1 0 0,1 1 0,0 0 0,15 8 0,-24-10 0,-1 0 0,0 0 0,0 1 0,0-1 0,-1 1 0,1-1 0,0 1 0,-1 0 0,0 1 0,0-1 0,0 1 0,0-1 0,0 1 0,-1 0 0,0 0 0,0 0 0,3 5 0,-5-6 0,0 0 0,0 0 0,0 0 0,0-1 0,0 1 0,0 0 0,-1 0 0,0 0 0,1-1 0,-1 1 0,0 0 0,0-1 0,-1 1 0,1 0 0,0-1 0,-1 0 0,1 1 0,-1-1 0,0 0 0,0 0 0,0 0 0,0 0 0,0 0 0,-1 0 0,-2 1 0,-8 6 0,0 0 0,-1-1 0,-15 7 0,12-7-273,0-2 0,0 1 0,0-2 0,-35 6 0,29-8-6553</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4:12.736"/>
    </inkml:context>
    <inkml:brush xml:id="br0">
      <inkml:brushProperty name="width" value="0.05" units="cm"/>
      <inkml:brushProperty name="height" value="0.05" units="cm"/>
      <inkml:brushProperty name="color" value="#FFFFFF"/>
    </inkml:brush>
  </inkml:definitions>
  <inkml:trace contextRef="#ctx0" brushRef="#br0">1 4 24575,'0'0'0,"-1"0"0,1 0 0,0 0 0,0-1 0,0 1 0,0 0 0,0 0 0,0 0 0,0 0 0,0 0 0,0 0 0,0 0 0,0-1 0,0 1 0,0 0 0,1 0 0,-1 0 0,0 0 0,0 0 0,0 0 0,0 0 0,0 0 0,0-1 0,0 1 0,0 0 0,0 0 0,0 0 0,0 0 0,0 0 0,0 0 0,1 0 0,-1 0 0,0 0 0,0 0 0,0 0 0,0 0 0,0 0 0,0 0 0,0 0 0,0 0 0,1 0 0,-1 0 0,0 0 0,0 0 0,0 0 0,0 0 0,0 0 0,0 0 0,0 0 0,1 0 0,-1 0 0,0 0 0,0 0 0,0 0 0,0 0 0,8 6 0,6 11 0,-6-1 0,-2 1 0,1-1 0,-2 1 0,6 28 0,3 72 0,-5-39 0,-3-17-1365,-6-45-5461</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4:13.156"/>
    </inkml:context>
    <inkml:brush xml:id="br0">
      <inkml:brushProperty name="width" value="0.05" units="cm"/>
      <inkml:brushProperty name="height" value="0.05" units="cm"/>
      <inkml:brushProperty name="color" value="#FFFFFF"/>
    </inkml:brush>
  </inkml:definitions>
  <inkml:trace contextRef="#ctx0" brushRef="#br0">70 73 24575,'-2'10'0,"-1"0"0,-1 0 0,0-1 0,-7 14 0,-5 11 0,14-29 0,-4 9 0,1 0 0,0 0 0,1 0 0,-3 23 0,7-34 0,-1-1 0,1 1 0,0 0 0,1-1 0,-1 1 0,0 0 0,1 0 0,-1-1 0,1 1 0,0-1 0,0 1 0,0-1 0,3 5 0,-3-5 0,0-1 0,1 1 0,-1-1 0,1 0 0,0 1 0,0-1 0,-1 0 0,1 0 0,0 0 0,0 0 0,0 0 0,0-1 0,0 1 0,0 0 0,0-1 0,0 0 0,0 1 0,1-1 0,-1 0 0,2 0 0,7-1 0,0-1 0,0 0 0,-1 0 0,1-1 0,-1 0 0,0-1 0,0 0 0,0 0 0,0-1 0,-1-1 0,0 0 0,0 0 0,0 0 0,-1-1 0,0-1 0,0 1 0,-1-1 0,0-1 0,0 1 0,-1-1 0,0 0 0,8-18 0,-12 21 13,-1 1 0,1 0-1,-1-1 1,-1 1-1,1 0 1,-1-1 0,0 1-1,0-1 1,0 1 0,-1-1-1,0 1 1,0 0 0,-1-1-1,1 1 1,-1 0 0,0 0-1,0 0 1,-1 0-1,0 0 1,0 1 0,0-1-1,0 1 1,0 0 0,-1 0-1,0 0 1,-6-5 0,6 5-91,-1 0 0,-1 0 1,1 0-1,-1 1 1,1 0-1,-1 0 1,0 0-1,0 1 0,0 0 1,0 0-1,-1 0 1,1 1-1,-1 0 1,1 0-1,0 1 0,-1 0 1,1 0-1,-1 0 1,1 1-1,-1 0 1,-12 3-1,0 4-6748</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4:14.032"/>
    </inkml:context>
    <inkml:brush xml:id="br0">
      <inkml:brushProperty name="width" value="0.05" units="cm"/>
      <inkml:brushProperty name="height" value="0.05" units="cm"/>
      <inkml:brushProperty name="color" value="#FFFFFF"/>
    </inkml:brush>
  </inkml:definitions>
  <inkml:trace contextRef="#ctx0" brushRef="#br0">149 336 24575,'0'-5'0,"-1"-1"0,1 1 0,-1-1 0,0 1 0,-3-10 0,3 14 0,1 1 0,0-1 0,0 0 0,0 0 0,-1 1 0,1-1 0,0 0 0,0 1 0,-1-1 0,1 1 0,-1-1 0,1 0 0,-1 1 0,1-1 0,-1 1 0,1-1 0,-1 1 0,1-1 0,-1 1 0,1 0 0,-1-1 0,0 1 0,1 0 0,-1-1 0,0 1 0,1 0 0,-1 0 0,0 0 0,1-1 0,-1 1 0,0 0 0,0 0 0,1 0 0,-1 0 0,0 0 0,0 0 0,1 1 0,-1-1 0,0 0 0,1 0 0,-1 0 0,0 1 0,1-1 0,-1 0 0,0 1 0,1-1 0,-1 0 0,1 1 0,-1-1 0,0 1 0,1-1 0,-1 1 0,1-1 0,-1 2 0,-13 12 0,1 1 0,1 1 0,1 0 0,0 1 0,-13 26 0,20-35 0,0 0 0,0 0 0,1 1 0,0 0 0,1-1 0,0 1 0,-1 13 0,3-19 0,0 0 0,0 0 0,0 0 0,0 0 0,1 0 0,-1 0 0,1 0 0,0 0 0,-1 0 0,1 0 0,1 0 0,-1-1 0,0 1 0,1 0 0,0-1 0,-1 1 0,1-1 0,0 1 0,0-1 0,0 0 0,1 0 0,-1 0 0,0 0 0,1-1 0,3 3 0,-1-1 0,0-1 0,0 0 0,1 0 0,-1 0 0,1-1 0,0 1 0,-1-1 0,1-1 0,0 1 0,0-1 0,11-1 0,-8 0 0,0-1 0,0 0 0,0 0 0,0-1 0,-1 0 0,17-9 0,-10 3 0,1-1 0,-1-1 0,-1 0 0,0-1 0,0-1 0,-2 0 0,13-15 0,-16 16 0,-1-1 0,-1 0 0,0 0 0,0 0 0,-1-1 0,-1 0 0,0-1 0,-1 1 0,-1-1 0,0 1 0,1-28 0,-3 20 0,-1 1 0,-1-1 0,-1 0 0,-1 0 0,-1 1 0,-1 0 0,-11-31 0,16 51 0,-12-27 0,11 27 0,1 0 0,0 0 0,-1 0 0,1 0 0,-1 1 0,0-1 0,1 0 0,-1 0 0,0 0 0,1 0 0,-1 1 0,0-1 0,0 0 0,0 1 0,0-1 0,0 1 0,1-1 0,-1 1 0,0-1 0,0 1 0,0 0 0,-1-1 0,0 1 0,1 0 0,0 1 0,1-1 0,-1 0 0,0 1 0,1-1 0,-1 1 0,1-1 0,-1 1 0,1-1 0,-1 1 0,1 0 0,-1-1 0,1 1 0,-1 0 0,1-1 0,0 1 0,-1 0 0,1-1 0,0 1 0,0 0 0,0 0 0,0-1 0,-1 1 0,1 1 0,-2 23 0,2-21 0,-1 169 0,3-142 0,1 1 0,2 0 0,11 42 0,-9-60 0,-1-12 0,8-21 0,-12 14 0,2-2 0,42-69 0,-42 69 0,1 1 0,1-1 0,-1 1 0,1 1 0,0-1 0,0 1 0,1 0 0,9-7 0,-15 12 0,1-1 0,-1 0 0,0 1 0,0-1 0,1 1 0,-1-1 0,0 1 0,0 0 0,1-1 0,-1 1 0,1 0 0,-1 0 0,0 0 0,1 0 0,-1 0 0,0 0 0,1 0 0,-1 0 0,0 1 0,1-1 0,-1 1 0,0-1 0,2 2 0,-1-1 0,0 1 0,-1-1 0,1 1 0,-1-1 0,0 1 0,1 0 0,-1-1 0,0 1 0,0 0 0,0 0 0,0 0 0,-1 0 0,2 3 0,0 6 0,0 0 0,0 0 0,-1 0 0,-1 16 0,0-8 40,-1-6 18,1-1-1,1 1 1,0-1 0,3 16 0,-3-25-152,0 1 0,0 0 0,1 0 0,-1-1 0,1 1 0,0-1-1,0 1 1,0-1 0,1 0 0,-1 0 0,1 0 0,0 0 0,0 0 0,0 0-1,0-1 1,0 0 0,5 3 0,7 3-6732</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6:44:15.036"/>
    </inkml:context>
    <inkml:brush xml:id="br0">
      <inkml:brushProperty name="width" value="0.05" units="cm"/>
      <inkml:brushProperty name="height" value="0.05" units="cm"/>
      <inkml:brushProperty name="color" value="#FFFFFF"/>
    </inkml:brush>
  </inkml:definitions>
  <inkml:trace contextRef="#ctx0" brushRef="#br0">8 542 24575,'0'-1'0,"-1"1"0,1 0 0,0 0 0,0 0 0,0 0 0,0 0 0,-1 0 0,1 0 0,0 0 0,0 0 0,0 0 0,-1 0 0,1 0 0,0 0 0,0 0 0,0 0 0,-1 0 0,1 0 0,0 0 0,0 0 0,0 0 0,0 0 0,-1 0 0,1 0 0,0 0 0,0 0 0,0 1 0,0-1 0,-1 0 0,1 0 0,0 0 0,0 0 0,0 0 0,0 0 0,0 1 0,0-1 0,-1 0 0,1 0 0,0 0 0,0 0 0,0 1 0,0-1 0,0 0 0,0 0 0,0 0 0,0 1 0,0-1 0,0 0 0,0 0 0,0 0 0,0 1 0,0-1 0,0 0 0,0 0 0,0 0 0,0 0 0,0 1 0,0-1 0,0 0 0,0 0 0,0 0 0,1 0 0,-1 1 0,0-1 0,12 8 0,-1-5 0,0-1 0,0-1 0,1 0 0,-1 0 0,1-1 0,-1-1 0,0 0 0,1 0 0,-1-1 0,0-1 0,0 0 0,0 0 0,0-1 0,-1 0 0,1-1 0,18-12 0,-27 17 0,-1-1 0,1 0 0,-1-1 0,1 1 0,-1 0 0,1 0 0,-1-1 0,0 1 0,1-1 0,-1 1 0,0-1 0,0 1 0,0-1 0,0 0 0,0 1 0,-1-1 0,1 0 0,-1 0 0,1 0 0,-1 0 0,1 1 0,-1-1 0,0 0 0,0 0 0,0 0 0,0 0 0,0 0 0,0 0 0,-1 0 0,1 0 0,-1 1 0,1-1 0,-1 0 0,0 0 0,1 0 0,-1 1 0,0-1 0,0 1 0,0-1 0,-1 0 0,-1-1 0,0-1 0,-1 1 0,1 0 0,-1 0 0,0 0 0,0 0 0,0 1 0,0-1 0,-1 1 0,1 0 0,-1 0 0,1 1 0,-1-1 0,0 1 0,0 0 0,-7 0 0,9 0 0,0 1 0,0 0 0,0 0 0,0 0 0,0 1 0,0-1 0,0 1 0,0-1 0,0 1 0,0 0 0,0 0 0,0 1 0,0-1 0,1 0 0,-1 1 0,1 0 0,-1-1 0,1 1 0,-1 0 0,1 0 0,0 1 0,0-1 0,0 0 0,0 1 0,1-1 0,-1 1 0,1 0 0,-1-1 0,1 1 0,0 0 0,0 0 0,0 0 0,0 0 0,1 0 0,-1 0 0,1 0 0,0 0 0,0 6 0,-1-1 0,1-1 0,1 1 0,-1 0 0,1 0 0,0 0 0,1 0 0,0 0 0,0-1 0,1 1 0,7 14 0,-7-17 0,1 0 0,-1 1 0,2-2 0,-1 1 0,0 0 0,1-1 0,0 0 0,0 0 0,0 0 0,0-1 0,1 1 0,-1-1 0,1-1 0,8 4 0,0-2 0,1 0 0,-1-1 0,1-1 0,-1 0 0,1-1 0,0-1 0,-1 0 0,1-1 0,0 0 0,-1-1 0,1-1 0,-1-1 0,21-7 0,-17 5 0,-1-1 0,0-1 0,-1 0 0,0-2 0,0 0 0,-1 0 0,0-2 0,0 0 0,-2 0 0,17-19 0,-25 24 0,0-1 0,0 0 0,-1 0 0,0 0 0,0 0 0,-1 0 0,0-1 0,-1 0 0,1 1 0,-2-1 0,2-15 0,-3 21 0,1 1 0,-1-1 0,0 0 0,0 1 0,0-1 0,-1 0 0,1 0 0,-1 1 0,0-1 0,1 1 0,-1-1 0,0 1 0,0-1 0,-1 1 0,1-1 0,0 1 0,-1 0 0,0 0 0,1 0 0,-1-1 0,0 2 0,0-1 0,0 0 0,0 0 0,-1 1 0,1-1 0,0 1 0,-1 0 0,1-1 0,-1 1 0,1 0 0,-1 1 0,1-1 0,-1 0 0,0 1 0,1 0 0,-1-1 0,0 1 0,1 0 0,-1 0 0,-5 1 0,3 0 0,-1 0 0,0 0 0,1 0 0,-1 1 0,1 0 0,-1 0 0,1 0 0,0 1 0,0-1 0,0 1 0,0 0 0,0 1 0,1 0 0,-1-1 0,1 1 0,0 1 0,0-1 0,-6 9 0,-1 4 0,2-1 0,-1 1 0,2 0 0,-9 26 0,15-38 0,0 0 0,1 0 0,0 0 0,0 0 0,0 1 0,1-1 0,-1 0 0,1 1 0,0-1 0,1 0 0,0 6 0,0-8 0,0-1 0,-1 0 0,1 0 0,0 1 0,0-1 0,0 0 0,0 0 0,1 0 0,-1 0 0,1-1 0,-1 1 0,1 0 0,0 0 0,-1-1 0,1 1 0,0-1 0,0 0 0,0 1 0,0-1 0,0 0 0,0 0 0,1 0 0,-1-1 0,0 1 0,0 0 0,5 0 0,-1-1 0,1 1 0,-1-1 0,1 0 0,-1 0 0,1 0 0,-1-1 0,1 0 0,-1-1 0,0 1 0,0-1 0,9-4 0,-6 1 0,0 1 0,0-2 0,-1 1 0,0-1 0,0-1 0,13-12 0,-9 5 0,0 0 0,-1-1 0,0-1 0,-2 0 0,1 0 0,-2-1 0,10-27 0,-9 16 0,-2-1 0,-1-1 0,-1 1 0,-2-1 0,-1 0 0,-1 0 0,-1 0 0,-6-32 0,5 51 0,-1 0 0,-1 0 0,-5-15 0,7 23 0,0 0 0,0 1 0,0-1 0,-1 0 0,1 1 0,-1-1 0,0 1 0,1 0 0,-1-1 0,0 1 0,0 0 0,-1 0 0,1 0 0,0 0 0,-1 1 0,1-1 0,-5-1 0,6 2 0,-1 1 0,1 0 0,-1 0 0,1-1 0,0 1 0,-1 0 0,1 0 0,-1 0 0,1 1 0,-1-1 0,1 0 0,-1 1 0,1-1 0,0 0 0,-1 1 0,1 0 0,0-1 0,-1 1 0,1 0 0,0 0 0,0-1 0,0 1 0,0 0 0,0 0 0,0 0 0,0 1 0,0-1 0,0 0 0,0 0 0,0 0 0,1 1 0,-1-1 0,1 0 0,-2 3 0,-1 5 0,0 0 0,0 1 0,-3 17 0,6-25 0,-4 23 0,0 0 0,2 0 0,1 0 0,4 48 0,-1-57 0,1 0 0,1-1 0,0 1 0,1-1 0,1 0 0,0 0 0,1-1 0,17 27 0,-16-30 57,0 0 0,0 0 0,1-1 0,0 0 0,18 14 0,-21-20-189,0 0 1,0 0 0,0-1-1,0 0 1,1 0 0,-1 0 0,1-1-1,0 0 1,0 0 0,0-1 0,0 0-1,10 0 1,0-1-6695</inkml:trace>
</inkml:ink>
</file>

<file path=ppt/ink/ink192.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1-16T06:44:27.758"/>
    </inkml:context>
    <inkml:brush xml:id="br0">
      <inkml:brushProperty name="width" value="0.05292" units="cm"/>
      <inkml:brushProperty name="height" value="0.05292" units="cm"/>
      <inkml:brushProperty name="color" value="#FFFF00"/>
    </inkml:brush>
    <inkml:brush xml:id="br1">
      <inkml:brushProperty name="width" value="0.05292" units="cm"/>
      <inkml:brushProperty name="height" value="0.05292" units="cm"/>
      <inkml:brushProperty name="color" value="#FF0000"/>
    </inkml:brush>
  </inkml:definitions>
  <inkml:trace contextRef="#ctx0" brushRef="#br0">18371 6044 0,'0'0'0,"0"53"15,0-27-15,0 80 32,0-53-17,0 26 1,-27 27 15,14-93-15,13 14-1,0-67 17,0 0-17,26-52 1,-12 65-1,-14-12-15,92-226 32,-52 199-17,13 40 1,26 105 15,-66-39-31,14 132 31,-27-133-31,0 1 16,0 105 0,-27-52 15</inkml:trace>
  <inkml:trace contextRef="#ctx0" brushRef="#br0" timeOffset="804.76">18437 6335 0,'0'0'0,"13"-13"32,13 13-32,-12-14 15,78 1 1,-65 0-16,105-40 31,-66 13 0,-53 27-15,0 40 0,-13 78 15,-26 28 0,0-54 0,12-105 1,14-107-1,14-65 0,52 66 0,-40 119-31,1 13 16,92 13 0,-27 53 15,-132 0 0,-79 0 0,53-26 1,53-40-32,53 13 31,79 27 0,-66 26 0,-106-13 1,-93-27-1,107-26-31</inkml:trace>
  <inkml:trace contextRef="#ctx0" brushRef="#br0" timeOffset="1309.09">19310 6110 0,'0'0'15,"26"13"1,-26 40 15,0 66 1,0-92-32,-26 65 31,26-79-31,-27 14 31,54-93 0,39-93 1,-53 106-32,0 14 15,27-107 1,-14 106-16,40-39 31,-52 79-31,-1 13 16,27 80-1,-27-53-15,0 198 32,0-67-1,-13-118-16</inkml:trace>
  <inkml:trace contextRef="#ctx0" brushRef="#br0" timeOffset="2005.98">19389 6269 0,'-40'0'31,"80"0"-31,26-13 31,-26-1-31,-1 1 16,94-27 0,25-26 15,-118 40-16,-40 13-15,13 13 16,-26 39 15,-13 80 1,12 0-1,14-92-31,-13 26 31,26-53 0,14-93 1,-27 27-17,0-146 16,0 186-15,0-67 0,53 54 15,39 78 0,-78-25-31,25 25 16,-12 94 15,-146-67 0,-27-66 1</inkml:trace>
  <inkml:trace contextRef="#ctx0" brushRef="#br0" timeOffset="2858.18">18225 7036 0,'-26'-66'31,"52"132"-31,-52-146 0,39 54 16,13 0-1,80 12 1,-66 14 0,105-13-1,-26 13 17,-119-13-1,-13 26-16,-27 40 1,27-27-16,-27 94 31,27-41-15,0 40 0,13-93-1,-13 40 1,13-52-1,0-1-15,0 0 16,-13-53 15,-54-65 1,41 91-32,-133 28 31,133-1-16,-54 53 1,80-53 0,40 14-1</inkml:trace>
  <inkml:trace contextRef="#ctx0" brushRef="#br0" timeOffset="3368.26">18847 7115 0,'0'0'0,"13"-13"16,0 0-16,0-40 16,-13 40-1,-13-40 1,0 53-1,-40 66 1,27-40 0,-54 107-1,67-107 1,13 0-16,-13 27 16,13-39-1,53-1 1,-27-13-16,1 0 15,52-80 1,-53 41 0,27-80-1,-26 66 17,-27 66-17,0 93 1,0-80-1,0 14-15,0-14 16,0 67 0,13-80-1,13-13 1</inkml:trace>
  <inkml:trace contextRef="#ctx0" brushRef="#br0" timeOffset="3787.11">19098 7049 0,'13'-26'0,"-26"52"0,26-79 16,-13 40-16,0 0 15,0 39 1,13 67 0,-13-54-1,14 67 1,12-66 15,-13-40-15,27-40-1,-27 27 1,53-119 0,-39 92-1,-14 14-15,13-41 16,-12 54-16,-28 53 31,1-14-15,13 54-1,27-14 17,-1-66-32,1 0 15</inkml:trace>
  <inkml:trace contextRef="#ctx0" brushRef="#br0" timeOffset="4266.72">19508 7142 0,'26'-14'0,"-52"28"0,66-41 16,-1 1 0,1-67 15,-40 80-31,0-53 31,-13 53-15,-14 26-1,-65 119 17,78-105-17,-25 92 1,39-93 0,26 53-1,-13-65-15,1-14 16,52 0-1,-40-14 1,1 1-16,26-53 16,13-93 15,-66 133-31,0-1 16,0-12-1,-40 118 16,14 67 1,65-41-1,41-78-15</inkml:trace>
  <inkml:trace contextRef="#ctx0" brushRef="#br0" timeOffset="4912.09">20487 6917 0,'0'0'0,"39"-27"31,-25 14-31,12-53 31,-66-13 1,-105 132-1,-1 132 0,93 13 0,133-79 1,-41-106-32,107 1 31,-1-120 0,-131 53-31</inkml:trace>
  <inkml:trace contextRef="#ctx0" brushRef="#br0" timeOffset="5366.32">20659 6996 0,'-14'13'31,"28"-26"-31,52 40 31,92-27 1,-91-40-1,-134-26 0,-12 13 0,66 40-31,-14-1 32,27 81-1,14 91 0,12 1 0,-26-133-31,13 1 16</inkml:trace>
  <inkml:trace contextRef="#ctx0" brushRef="#br0" timeOffset="5654.7">21095 6996 0,'0'0'16,"-26"0"15,92 0 0,53-13 0,-80-40 1,-78 0-17</inkml:trace>
  <inkml:trace contextRef="#ctx0" brushRef="#br0" timeOffset="5818.12">21174 6824 0,'0'0'0,"-13"-13"16,0 13-16,-14 13 16,14 0-1,13 93 1,0-66 0,27 132 15,-41-53-16</inkml:trace>
  <inkml:trace contextRef="#ctx0" brushRef="#br0" timeOffset="6434.67">19005 7962 0,'53'-27'15,"-26"27"1,12 13 0,-39 1-1,-13 12 1,0 0 0,-53-12-1,53-14 1,-40-27-1,66-26 17,0 40-17,53-13 1,-53 12 0,27 28-1,-27-1 16</inkml:trace>
  <inkml:trace contextRef="#ctx0" brushRef="#br0" timeOffset="7070.17">19310 7776 0,'0'0'0,"13"-13"16,-13 0 0,0 53-1,0-14 1,-27 106 0,1-26 15,26-93-16,0 14 1,0-67 15,0 14-15,13 12-16,14-78 16,-1 65-1,27-92 1,-40 93-1,14 39 1,-27 0 0,26 93-1,27-13 17,-40-80-17,53 0 1,-52-13-1,-1-13-15,40-40 16,-40 13 0,0 14-16,14-80 15,-27-26 17,-14 132-32,-25 26 31,-1 67 0</inkml:trace>
  <inkml:trace contextRef="#ctx0" brushRef="#br0" timeOffset="7357.98">19918 7750 0,'26'-13'0,"-52"26"0,66-39 15,-1-41 1,-39 54 0,-26 0-1,-40 53 1,39-14 0,-52 93-1,66-92 1,79 105 15,-40-119-15,107-26-1</inkml:trace>
  <inkml:trace contextRef="#ctx0" brushRef="#br0" timeOffset="7588.25">19878 7790 0,'-26'0'0,"52"0"0,-79 0 16,27 26-1,118-13 17,-52-13-17,106-13 1,-107 13-1,41-26 1,-27-1-16</inkml:trace>
  <inkml:trace contextRef="#ctx0" brushRef="#br0" timeOffset="8550.77">20249 7684 0,'0'0'0,"0"-13"15,0-1 16,26 41 1,-13-27-1,-13 13 0,0-26 16,0 0-16,-26 13-15,-1 0 0,14 0-1,0 0-15,-27 0 16,14 13 15,39-13 32,13 0-32,-12 0-31,-1 0 31,0 0 0,14 0 1,-14 0-17,93 0 1,39-27 15,-105 27-15,-14 0-1,-79-13 17,40 13-17,-13 0-15,12 0 0,-12 0 16,13 0-16,0 13 0,-27-13 31,27 0-15,13 14 15,-14 65 0,14-53-31,-13 1 16,13 52-1,0-39 1,0 26 0,40 0 15,-27-53 0,14-66-15</inkml:trace>
  <inkml:trace contextRef="#ctx0" brushRef="#br0" timeOffset="21399.35">1944 11254 0,'0'14'32,"13"-14"93,1 0-110,52 0 1,106-14 15,-133 1-15,147 0-1,-134 13-15,1-13 16,185 0 0,-171 13-1,237-27 1,53 14 15,-291 13-15,159-13-1,0-1 17,-186 14-32,107-13 31,132 13 0,-226 0-15,200 0-1,-186 0 1,172-13 0,0 13 15,-53-13 0,-158 13-31,78 0 31,41 0 1,-1-13-1,67 13 0,0 26 0,-67-26 1,-132 0-32,1 0 15,38-13 17,41 13-1,-67 0-31,54 0 31,-54 0-31,40 0 31,-13 0 1,-13 13-1,13-13 0,-40 0-31,0 13 31,14-13 1,26 0-1,-27 0 0</inkml:trace>
  <inkml:trace contextRef="#ctx0" brushRef="#br0" timeOffset="21805.82">7010 10937 0,'0'0'0,"-27"0"32,27 13-1,53 27 0,13 0 0,0-1 1,-52-25-32,-1 25 31,-93 41 0,14 25 0,66-91-31</inkml:trace>
  <inkml:trace contextRef="#ctx0" brushRef="#br0" timeOffset="22911.16">7274 11162 0,'0'0'16,"13"0"15,14 0 1,-27 66-1,0 66 0,0 67 0,0-160-31,0 133 32,0 13-1,-13-13 0,13-145-31,0 105 31,0-26 1,-14-106-17</inkml:trace>
  <inkml:trace contextRef="#ctx0" brushRef="#br0" timeOffset="24280.32">7354 11202 0,'0'-40'31,"13"40"0,13 13 1,1-13-17,105 0 1,53-26 15,-159 26-15,27 0-1,-39 0 1,-14 13 0,-14 13 15,14-12-16,0 105 1,0-80 0,0 107-1,14 39 17,-14-145-17,0 79 1,0-93-1,0 80 1,0-80 0,0 1-16,13 39 15,-13-53 1,0 66 0,0-52-16,0-14 15,0 40 1,0-27-16,0 41 31,0-15 0,0-38 1,-13-14 61,13 13-77,-14 0 0,1-13-1,0 0 1,13 13-16,-27-13 31,1 0-15,-27-13-1,40 13 1,-93-26 0,80 26-1,-14 0-15,-66 0 16,80 13-1,-80 0 1,79 0 0,1-13-1</inkml:trace>
  <inkml:trace contextRef="#ctx0" brushRef="#br0" timeOffset="26790.34">7843 12114 0,'13'0'15,"27"0"16,39 0 1,67 0-1,12-13 0,67 0 0,-185 13-15,171 0 0,80 0 15,-211 0-15,-14 0-16,159 0 15,171 0 16,-316 0-31,-1 0 16,172 0 0,-171 0-16,356-14 31,-26 1 0,-26 13 0,-14-13 1,14 13-1,26-13 0,-66 13 0,-1 0 1,-12 0-1,-27 0 0,-238 0-31,252 0 31,26 0 1,-291 0-32,13 0 15,238 0 17,-132-14-1,-132 14-16,65 0 1,14 0 15,-66 0-15,40 0 0,132 0 15,-186 0-16,120 0 1,0 0 15,-106 0-15,26 0 0,0 0 15,-52 0-31,39-13 31,27 13 0,-1 0 1,-26 0-1,-26 0 0,-27 0 0</inkml:trace>
  <inkml:trace contextRef="#ctx0" brushRef="#br0" timeOffset="27221.19">16836 11889 0,'0'0'0,"0"13"63,40 1-32,-27-14-31,40 26 31,0 1 0,-13-14 1,-40 26-1,-40 28 0,-26-14-15</inkml:trace>
  <inkml:trace contextRef="#ctx0" brushRef="#br0" timeOffset="33005.87">17127 12141 0,'14'-14'31,"-1"14"16,-13 14-16,0 38 0,0-25-31,13 65 32,13 107-1,1-67 0,-27-13 0,13-26 1,14-27-1,-27-40-31,26 40 31,-13 14 0,-13-1 1,13-26-1,-13 13 0,-26 0 0,26-53-31,-13 54 32,0-15-1,13-38-31,-27 25 16,14 27 15,13-52-16,-13 39 1,13-40 0,-14 26-1,14-12 1,-13 52 0,0 14 15,-13-1 0,26-78-15,-14 39-1,1-40 1,13 0-16,0 0 16,-13 0-16,0 54 15,13-54 1,-14 40-1,1-27 1,0 27 0,13-40-1,-26 67 1,12-14 15,14-53-15,0 40-1,0-40 1,-13 40 0,0-40-1,0 53 1,13-39 0,-14 39-1,1-53 1,13 0-16,-13 53 15,13-39 1,0 39 0,-13-53-1,13 67 1,0 12 15,0-65-15,0-14-16,0 53 15,0-40-15,13 54 32,-13-54-17,13 54 1,-13-67 0,13 40-1,-13-27 1,0 14-1,14-27 1,-14 27 0,0-14-1,0 14 1,0-27 0,0 40-1,0-27 1,13 41-1,-13-54 1,13 53 0,-13-40-1,0-12-15,0 12 16,0-13 0,0 0-16,0 14 15,0-1 16,0-12 1,0-1-17,13-13 95,-13 13-48,0 0 63,14 0-94,12-13 1,14-13-1,-1-13 0,14 13 0,-40 13-31,1 0 16,39 0 15,-1 0 1,28 0-1,-40-14 0,-27 1 0,-13-27 1,39-65-1,-25-1 0,-14 26-15,0 41-1,26-80 1,-26 79 0,27-66-1,-14-39 16,-13 118-15,0 1-16,13-80 16,0-79 15,0 159-15,-13-107-1,-26-25 16,26 118-15,0 14-16,-13-67 16,0-53 15,-1-12 0,1 12 0,13 120-31,0-106 32,13-54-1,-39 28 0,-1-1 0,14 40 1,13 0-1,0 93-31,0 12 0,0-12 16,0-93 15,-13 92-31,0-92 31,13 106-31,-13-13 16,-14-67 15,1 14 0,12 26 0,1-13 1,13 39-32,0-65 31,-13 12 0,0 14 0,13 27 1,0-1-1,0 14 0,0 12 0,0 1 1,0-13-1,0 12 0,0 1 0,-53 13 1,-13 0-1,26-13 0,0 13 0,14-13 1,-14 13-17,14 0 17,26-14 77,-13 28-15,-1 25-63,14-25-31,-13 39 16,13-40-1,-13 93 1,13-80-1,0 80 17,0 13-1,0 26 0,0-26-15,0-26 15,0-1 0,0-78-15,0 65 15,0-66-31,0 53 31,-13-52-31,13 78 32,-14 1-17,14-1 17,-13-12-1,13-54-16,-13 40 1,13-39 0,0 65 15,-13 1-15,13-1 15,0-65-16,0 39 1,0-53 0,0 53 15,0 0-15,0 14 30,0-67-46,0 40 32,0 0-1,0-40-31,0 27 31,0-1 0,0-12 1,-14 12-1,14 14 0,14-26-15,-14-14-16,0 0 31,0 1 0,0-28 1</inkml:trace>
  <inkml:trace contextRef="#ctx0" brushRef="#br0" timeOffset="56738.29">7301 12524 0,'0'0'0,"13"0"62,-13-13-46,13 13 15,0 0 0,1 0 1,-14-13-17,0-1 32,-27 1-16,27 0 1,-13 0-1,13-1 0,0 1 0,0 0 110,0 0-110,-27 13 1,-12-13-1,12 13 0,-12-14 0,25 14-15,-12 0 0,-40 0 15,0 0 0,39 0-31,-65 14 31,-67-1 1,27-13-1,13 0 0,-14 26 0,-91-26 1,144 0-17,-158 13 16,198-13-31,-132 0 32,133 0-32,-146 14 31,-27-14 0,-13 13 0,133-13-15,-199 0 15,66 0 1,185 0-32,-105 0 31,118 0-31,-118 0 31,-93 13 0,-14-13 1,14 13-1,159-13-16,-53 0 1,92 0-16,-132 14 31,146-14-15,-1 0-16,-65 13 31,25-13 0,54 0-15,-53 0 15,40 0-31,-80 13 32,-13-13-1,0 0 0,13 13 0,40 0 1,39-13-1,14 0-31,-26 0 31,12 14 0,40-14 94,1-14-125</inkml:trace>
  <inkml:trace contextRef="#ctx0" brushRef="#br0" timeOffset="57178.08">2182 12352 0,'13'0'31,"-26"0"-31,-13 40 63,-80 26-32,0-13 0,67-27 0,78 14 1,93 79-1,-39-13 0</inkml:trace>
  <inkml:trace contextRef="#ctx0" brushRef="#br0" timeOffset="58489.19">1362 13344 0,'0'0'0,"-66"-53"31,53 40-31,0 13 0,-67-13 31,-78 118 1,-41 173-1,133 66 0,264-146 0,-118-184-31,330-67 32,-93-238-1,-251-119 0,-224 185 0,105 212-31,-185 52 32,185-12-32</inkml:trace>
  <inkml:trace contextRef="#ctx0" brushRef="#br0" timeOffset="59003.07">1098 13966 0,'0'-14'16,"0"1"15,26 79 0,-13-53-31,40 14 31,40-40 1,-80-1-32,66-78 31,-65-1 0,-14 80 0,0 26-15</inkml:trace>
  <inkml:trace contextRef="#ctx0" brushRef="#br0" timeOffset="59446.62">1098 13701 0,'-27'-53'31,"54"106"-31,-54-132 31,41 92 16,-14 0-16,13 0 1,-13-52-1,13 12 0,-13 14 0,13 13-31</inkml:trace>
  <inkml:trace contextRef="#ctx0" brushRef="#br0" timeOffset="59867.87">1309 13569 0,'27'0'31,"-54"0"-31,93 26 32,-52 1-1,-28-14 0,-25-26 0,39-40 1,39 26-1,-12 41 0,-27-1-31,0 0 16</inkml:trace>
  <inkml:trace contextRef="#ctx0" brushRef="#br0" timeOffset="65759.3">2367 13212 0,'0'-27'31,"-39"1"1,39 105-1,0 40 0,0-13 0</inkml:trace>
  <inkml:trace contextRef="#ctx0" brushRef="#br0" timeOffset="66176.21">2341 13119 0,'0'-26'31,"0"52"-31,13 1 31,14-14-31,65 106 31,1-40 1,-27-79-1,-13-79 0,-40 39-31,-13-119 31,-13 107 1,-14 118-1,14 26 0,0-79-31,13 40 16</inkml:trace>
  <inkml:trace contextRef="#ctx0" brushRef="#br0" timeOffset="66560.03">2817 13172 0,'0'0'0,"13"-26"31,-13 39 1,0 66-1,0-66-31,0 54 31,27-41 0,39-92 1,-53-40-1,-53 53 0,-12 93 0</inkml:trace>
  <inkml:trace contextRef="#ctx0" brushRef="#br0" timeOffset="66816.77">3068 13013 0,'0'-13'0,"0"26"0,0-39 15,-13-14 17,40 93-1,12 119-15,-26-40 30,-13-105-46,0-14 0</inkml:trace>
  <inkml:trace contextRef="#ctx0" brushRef="#br0" timeOffset="66992.12">3002 13159 0,'0'-13'0,"0"26"0,13-53 15,1 40 1,118-26 0,-92 12-1,79 1 1</inkml:trace>
  <inkml:trace contextRef="#ctx0" brushRef="#br0" timeOffset="67664.88">2434 13516 0,'0'0'16,"39"-53"-1,-39 40 17,13 26-17,-13 0-15,14 80 16,-14-54-1,13 107 1,-13-120 0,0 80-1,0-93 1,0 1-16,0-1 16,0-40 15,0-26-16,0-66 1,0 93 0,40-53-1,39 65 17,-66 28-17,66 39 1,-79-40-1,14 0-15,-1 40 16,-13-40 0,-13 0-16,-53 40 15,52-40 1,-78 14 0,65-27-1,-26-13 1</inkml:trace>
  <inkml:trace contextRef="#ctx0" brushRef="#br0" timeOffset="67956.45">2830 13529 0,'-26'-13'32,"39"39"-1,14 120 0,-14-107-15,0 94-1,-13-54 1</inkml:trace>
  <inkml:trace contextRef="#ctx0" brushRef="#br0" timeOffset="68400.14">3108 13635 0,'-13'-27'16,"-14"1"15,14 52 0,0 1-31,13-14 16,-27 80-1,54-27 17,52-66-1,27-80 0,-106-39 0,0 106-31,-66-13 32,0 52-1,53-26-31</inkml:trace>
  <inkml:trace contextRef="#ctx0" brushRef="#br0" timeOffset="69054.71">3373 13489 0,'0'0'0,"-14"-13"31,41 26 0,12 67 0,-12-1 1,-27-66-1,0-66 0,0 1 0,0 12 1,-13 40-1,-14-13 0,-12 26 0,-1 66 1,27 1-17,-1 25 16,67-65 1,-26-40-32,52-26 31,-66 12-31,53-52 31,-52 53-31</inkml:trace>
  <inkml:trace contextRef="#ctx0" brushRef="#br0" timeOffset="69523.59">3571 13529 0,'0'40'0,"0"-133"16,0 146-16,0-119 16,0 40-16,0-1 0,-13-13 31,13 54 0,13 105 0,0 26 1,0-92-17,-13-27-15,0 14 32,14-80-1,39-92 0,-1 40 0,-65 131 1,-26 27-1,25-66-31,14 40 31,66 13 0,14 13 1,-14-53-17</inkml:trace>
  <inkml:trace contextRef="#ctx0" brushRef="#br0" timeOffset="70405.63">3954 13635 0,'-52'-40'31,"104"80"-31,-144-119 31,118 92 16,40-26-16,-52-1-31,39-25 32,-40-1-1,-93 40 0,14 66 0,53 40 1,66-27-1,-27-79-31,107-13 15,-94 0 1,107-106 0,-93 13 15,-53 93-15,-40-14 15,27 27-31,-40 14 31,53-1-31,-40 53 31,40 0 1,53-26-1,27-106-16,-54 39 1,27-105 0,-40 92-1,-26-92 1,0 105 0,-27 54-1,14 118 16,26-105-15,26 92 0,-13-105-1,27 52 1,-27-66 0,14-13-1</inkml:trace>
  <inkml:trace contextRef="#ctx0" brushRef="#br0" timeOffset="71641.92">18265 13489 0,'0'0'0,"-14"0"31,1 14-15,0 25 0,13-12-1,0-1-15,-13 106 16,0-105 0,-1 52-1,14-52 1,0-54 15,40-158 0,-27 145-31,-13-12 16,53-134 0,-53 147-1,40-14 1,-27 79-1,14 67 1,-14-40 0,26 132-1,-25-145-15,-1 92 32,-13-106-32</inkml:trace>
  <inkml:trace contextRef="#ctx0" brushRef="#br0" timeOffset="71820.85">18146 13622 0,'0'0'0,"39"0"31,186-27 0,-119 14-15</inkml:trace>
  <inkml:trace contextRef="#ctx0" brushRef="#br0" timeOffset="72226.8">18754 13503 0,'0'0'32,"79"-53"-32,-39 40 15,-13-14 1,-67 40 15,-53 40 0,67 40 1,39-80-32,66 53 31,-12 0 0,-67-53-31,-93 40 31,-13-26 1,106-40-32</inkml:trace>
  <inkml:trace contextRef="#ctx0" brushRef="#br0" timeOffset="72788.21">19124 13516 0,'0'0'0,"0"-13"31,0 26 16,-13 79-16,13 14 1,106-79-1,-53-41-15,53-91 15,-93 78-31,0-39 31,-79 145 0,26 146 1,54 0-1,-14-185-31,-53 26 31,26-66-31,-105-79 31,105-120 1,41 159-32</inkml:trace>
  <inkml:trace contextRef="#ctx0" brushRef="#br0" timeOffset="73211.92">19521 13516 0,'-13'0'0,"26"0"15,-39-13-15,12 13 0,1 0 16,13-14-16,40 54 47,13 92-16,-53-118-31,0 38 16,-13-52 15,52-92 0,-25 65-15,78-78-1,-79 91 1,67 28 0,-80-1-1,13 0-15,-13 14 0,13-1 16,-13 106-1,0-105 1,0-14-16,0 13 16</inkml:trace>
  <inkml:trace contextRef="#ctx0" brushRef="#br0" timeOffset="73470.28">20116 13582 0,'0'0'0,"14"0"16,-14-26 0,-40 26 15,27 13-15,-14 53-1,27-40-15,13 93 31,14-105-15,92-14 0</inkml:trace>
  <inkml:trace contextRef="#ctx0" brushRef="#br0" timeOffset="73597.21">20513 13608 0,'0'0'16</inkml:trace>
  <inkml:trace contextRef="#ctx0" brushRef="#br1" timeOffset="97286.94">17074 16134 0,'0'0'0,"0"-13"31,-13 0 63,0 13-63,-13 0 1,12-13-1,-25 13 0,12 0 0,1 13 1,-40-13-1,52 0-31,-78 0 31,-67 0 0,-13-13 1,-26-14-1,158 27-31,-145-13 31,-146 13 0,54-13 1,-1 0-1,-13-14 0,13 27 0,225 0-31,-158 0 32,158 0-32,-159 0 31,-132 0 0,14 0 0,-28 0 1,292 0-32,-198-13 31,-146 0 0,66-1 0,-13 14 1,0 0-17,291 0 1,-186-13 15,186 13-31,-185 0 16,185 0-1,-172 0 1,185 0 0,-198-13-1,26 0 16,13 0 1,159 13-17,-132-14 1,132 14 0,-132 0-1,145 0 1,-171-13-1,12 0 17,173 13-17,-93 0 1,13 0 15,93 13-15,-53-13-1,52 0 1,-52 13 0,53-13-1,0 0-15,-40 0 16,0 0 15,40 0-15,-14 0-1,14 0 1,0 0-16,-40 0 31,40 0 1,0 0 14,-1 14-14,1-14-17,-27 13 1,1-13 15,25 0-15,1-13-1,0 13 17,26 0-1,0-14 0</inkml:trace>
  <inkml:trace contextRef="#ctx0" brushRef="#br1" timeOffset="97679.16">7843 15777 0,'0'0'0,"0"-13"16,26-13-1,1 26 17,-40 13-1,-14 13-15,1 14-1,-14-14 1,-13 14-1,0 0 1,40-27-16,0 0 31,13 0-15,66 14 0,-53-14-1,93 40 1,-93-40-16</inkml:trace>
  <inkml:trace contextRef="#ctx0" brushRef="#br1" timeOffset="100342.14">7195 16042 0,'0'-13'31,"13"13"0,-26 26 16,0 14-31,-1 52-1,1 146 17,13-185-17,0 93 1,0 26 15,-13-14 0,13-131-31,0 12 16,0 54 0,0-67-16,0 14 15,0 66 1,-27 13 15,27-106-15,-13 0-16,13 27 15,0 13 17,0-40-32,0 0 15,0 14 1,0 12 15,27-25 0,-1-14 1,93 0-1,119-14 0,13 14 0,-211 0-31,119 14 32,-106-14-1,-53-27 0,0-12 0,0-28 1,26-52-1,-26-39 0,13-27 0,-13-14 1,-13 14-1,13 159-31,-13-107 31,13 107-31,0-80 31,-13-13 1,13 106-32,-13 0 15,-1-40 16,14 40-31,-13-1 32,13 1-1,0 0 0,0 0 0,0-1 1,0 1-1,-40 13 0,-39 0 0,53 0-31,-120 0 32,106 0-32,-118 13 15,118-13 1,-52 0 15,25 0 0,14 0 1,1 14-1,38-14 0,28 0 32</inkml:trace>
  <inkml:trace contextRef="#ctx0" brushRef="#br1" timeOffset="100928.16">7459 16134 0,'0'0'31,"-13"-13"0,-53 66 1,-66 92-1,105-105-31,-65 53 31,78-40 0</inkml:trace>
  <inkml:trace contextRef="#ctx0" brushRef="#br1" timeOffset="101312.24">7618 16108 0,'-13'13'16,"0"0"0,-54 27-1,54-14 1,-93 93-1,80-79 1,-14 0-16,-52 66 16,65-80-1,1 14-15,-67 66 16,80-93 0,-27 40-1,40-40 1,14-13-1</inkml:trace>
  <inkml:trace contextRef="#ctx0" brushRef="#br1" timeOffset="101696.75">7711 16306 0,'0'0'15,"-14"0"1,1 0-16,0 27 31,13-14-15,-13 0-16,-40 53 15,-119 146 17,132-172-17,-119 105 1,80-79 0,53-39-1,-1-14-15,-26 53 16,53-53-1,14-13 1</inkml:trace>
  <inkml:trace contextRef="#ctx0" brushRef="#br1" timeOffset="102056.5">7869 16571 0,'-26'26'16,"13"-13"-1,-1 1-15,-25 52 16,-107 92 15,-39-12 0,26-27 1,93-53-1,66-66-16</inkml:trace>
  <inkml:trace contextRef="#ctx0" brushRef="#br1" timeOffset="102429.37">7962 16901 0,'0'0'0,"13"27"31,-13-1 1,-79 54-1,-54 52 0,-25-26 0,52-40 1,93-40-1,39-26-31</inkml:trace>
  <inkml:trace contextRef="#ctx0" brushRef="#br1" timeOffset="102711.12">8147 17272 0,'0'0'0,"0"39"31,-13-39-15,-67 66-1,67-52 1,-13-1-16,-40 40 16,26-14-1,-26 54 1,66-80-1,-40 53 1</inkml:trace>
  <inkml:trace contextRef="#ctx0" brushRef="#br1" timeOffset="103600.16">8544 16491 0,'0'0'0,"13"-13"16,27 0 15,-40 79 16,-14-39-31,14-1-16,-39 80 15,26-40 1,-1-40-16,14 1 16,0 12-16</inkml:trace>
  <inkml:trace contextRef="#ctx0" brushRef="#br1" timeOffset="104040.93">8755 16399 0,'0'0'16,"-13"-13"-16,13-27 16,27 27 15,-1 26-16,1 0-15,39 53 16,13 106 15,-119 13 1,14-158-17,-106 79 1</inkml:trace>
  <inkml:trace contextRef="#ctx0" brushRef="#br1" timeOffset="104730.55">8451 17536 0,'-13'-26'31,"26"52"-31,-39-105 31,26 66-15,13 13-16,27-40 16,-14 40-1,120 13 17,-93 80-1,-159 39 0,0-79 0,93-40-15,26-13 0,0 0-1,0 0-15,80 0 16,92-13 15,-145 0-15</inkml:trace>
  <inkml:trace contextRef="#ctx0" brushRef="#br1" timeOffset="104990.81">8993 17391 0,'0'0'0,"-13"-14"16,40-38 15,12 52-15,94 105 15,-107 80 0,-171-52 0,92-107-31</inkml:trace>
  <inkml:trace contextRef="#ctx0" brushRef="#br1" timeOffset="105602">9496 16729 0,'40'-39'31,"-80"78"-31,133-158 31,-93 40 1,-53 66-1,40 26-31,-67 93 31,67 26 0,92-79 1,14-66-17</inkml:trace>
  <inkml:trace contextRef="#ctx0" brushRef="#br1" timeOffset="106596.85">9946 16624 0,'-13'-14'32,"26"28"-32,-26-54 31,13 27-31,0-27 31,-27 0 0,-13 93 1,27-39-32,-40 105 31,40-40 0,13-66-31,26 0 31,-12-13-31,39-79 32,-14-27-1,-25 67 0,-28 78 0,1 54 1,66-40-1,13-80 0,27-92 0,-54-66 1,-52 79-1,0 106-31,-14 66 31,27-26-31,0 79 31,53 27 1,0-107-1,53-92 0,-93 27-31,53-106 31,-39-40 1,-40 185-1,-1 106 0,14-93-31,0 41 16,40 52 15,39-80-15</inkml:trace>
  <inkml:trace contextRef="#ctx0" brushRef="#br1" timeOffset="107078.22">10686 16372 0,'0'-13'31,"0"26"-31,0-13 32,0 106-1,0-53-16,0-13-15,0 52 32,0-65-1,14-54 0,65-52 0,-66 66-31,80 0 32,-27 118-1,-145-12 0,-40-80 0,66-53-15</inkml:trace>
  <inkml:trace contextRef="#ctx0" brushRef="#br1" timeOffset="107632.27">11017 16558 0,'66'0'32,"-132"0"-32,159 0 0,-27-27 31,-40-13-15,-39 1 15,-53 65 16,0 67-16,52-67-31,-12 54 16,26-67-1,53 0 1,66-26 31,-40-67-16,-65 54-31,-14-40 16,0 53-1,-14 39 1,14 67 15,0-14 0,14-66-15</inkml:trace>
  <inkml:trace contextRef="#ctx0" brushRef="#br1" timeOffset="108408.95">11559 16558 0,'0'0'0,"-13"-80"16,-27 80 15,40 13-15,-53 67-1,40-1 17,26-66-17,40 27 1,-39-40 0,65 0-1,-53-13 1,54-53-1,-67 26 1,0 14-16,0-80 16,-13 79-1,-13-65 1,0 92 0,0 66-1,13-40 1,0 93-1,0-92 1,0 52 0,13-52-1,-13-1 1,13-26 0,14-13-1,-14-14 1,13 1-16,54-80 15,-54 80 1,27-14 0,-93 119 15,27-65-15,-66 52-1,66-53 1,-27 0-1,40-26 1,40 0 0,26 13-1,-40 13 1,1 0-16,65 53 16,-26 66-1</inkml:trace>
  <inkml:trace contextRef="#ctx0" brushRef="#br1" timeOffset="109900.65">9642 17483 0,'13'-39'31,"-26"52"1,13 119-1,13 53 0,-13-158-31</inkml:trace>
  <inkml:trace contextRef="#ctx0" brushRef="#br1" timeOffset="110302.12">9470 17536 0,'0'0'0,"-14"-26"16,-12-107 15,119 1 1,92 79-17,13 146 16,-171-80-15,25 93 0,-52-93-1,-66 80 1,40-80 0,-120 66-1,120-79 1,13 0-16</inkml:trace>
  <inkml:trace contextRef="#ctx0" brushRef="#br1" timeOffset="110754.97">10065 17576 0,'0'0'0,"39"-53"31,54 26 1,-67 27-17,14 93 1,-27-67-1,-13 94 1,0-107 0,-13 40-1,13-119 32,13-80-31,67 40 31,-54 93-47,40 0 15,-52 13 1,12 0-16</inkml:trace>
  <inkml:trace contextRef="#ctx0" brushRef="#br1" timeOffset="111163.9">10607 17483 0,'0'0'16,"0"-13"15,-13 26-31,-14 40 31,1 66 0,66-66-15,-27-40 0,106-13-1,-93-13 1,27-66-1,-66-40 17,-13 92-17,-54 14 17,27 39-1</inkml:trace>
  <inkml:trace contextRef="#ctx0" brushRef="#br1" timeOffset="111847.1">10845 17483 0,'0'0'0,"13"-13"16,1-13-1,25 39 32,-39 0-47,13 66 16,-13-65 0,0 78-1,0-79 1,0 14-1,0-54 17,0 14-17,14-79 1,-1 65 0,0 1-16,40-40 15,-40 52 1,27 41-1,-27-14 1,0 66 0,-13-65-1,0 12-15,0 14 16,0-27 15,27-92 0,-14 65-15,40-78 0,-40 79-1,40-14 1,-40 40 0,1 53-1,-14-52 1,0 12-16,0 67 15,0-54 17</inkml:trace>
  <inkml:trace contextRef="#ctx0" brushRef="#br1" timeOffset="112054.78">11401 17430 0,'0'0'0,"0"-13"16,13 26 0,-13 1-1,0 65 1,0-53 0,0 67-1,0-67 1,0 1-1</inkml:trace>
  <inkml:trace contextRef="#ctx0" brushRef="#br1" timeOffset="112223.69">11467 17298 0,'0'0'0,"-27"-53"15,27 40 1,0 26 0</inkml:trace>
  <inkml:trace contextRef="#ctx0" brushRef="#br1" timeOffset="112659.08">11692 17444 0,'0'0'16,"26"-53"-1,-66 26 16,27 27-15,-27 27 0,27-14-1,13 27 1,0-27 0,40 40-1,-14-40 1,14 53-1,-40-53 1,13 0-16,-26 14 16,-80 13 15,80-40-15,-13-14-1</inkml:trace>
  <inkml:trace contextRef="#ctx0" brushRef="#br1" timeOffset="113165.96">11824 17470 0,'0'0'0,"13"0"93,27 0-61,-27 0-17,0 0-15,40-13 16,-40 13-1,40-40 1,-40 14 0,-26-14-1,0 40 1,-53 13 0,53 0-1,-27 54 1,40-54-1,13 93 1,0-93 0,54 66-1,38-92 17,-78 0-17,12-53 1</inkml:trace>
  <inkml:trace contextRef="#ctx0" brushRef="#br1" timeOffset="115545.81">7234 17615 0,'27'0'15,"-40"-13"32,-40 0-16,26 13-15,-65 0 0,65 0-1,-12 0-15,-199-13 32,185 13-17,0 0-15,-106 0 16,106 0-16,-172 0 31,120 0-15,-147 0-1,199 0 1,-172 0 0,173 0-1,-147-13 1,146-1-1,-132 14 1,132-13-16,-198 0 31,-14 0 1,213-1-17,-134 14 1,147 0-1,-107 0 1,107 0 0,12 14-16,-92-14 15,93 0 1,-14 0-16,-53 0 16,27 0-1,-40-14 1,80 14-1,-1 0-15,-105 14 16,106-14 0,-106 13-1,105-13 1,-92 13 0,0-13 15,93 0-16,-67 0 1,-13 0 15,66 0-15,-65 0 0,-1 13 15,79-13-16,-52 14 1,-53-14 15,105 0-15,-12 0 0,-1-14 15,27 14-16,0 0 17,-40 0-1,-13 14 0</inkml:trace>
  <inkml:trace contextRef="#ctx0" brushRef="#br1" timeOffset="115945.52">2341 17377 0,'0'0'0,"26"-26"16,1-14 15,-14 40 0,-26 14-31,-40 38 31,-66 41 1,106-80-32,-67 27 31,107 0 0,145 79 0,-119-80-31</inkml:trace>
</inkml:ink>
</file>

<file path=ppt/ink/ink193.xml><?xml version="1.0" encoding="utf-8"?>
<inkml:ink xmlns:inkml="http://www.w3.org/2003/InkML">
  <inkml:definitions>
    <inkml:context xml:id="ctx0">
      <inkml:inkSource xml:id="inkSrc0">
        <inkml:traceFormat>
          <inkml:channel name="X" type="integer" max="2560" units="cm"/>
          <inkml:channel name="Y" type="integer" max="1600" units="cm"/>
          <inkml:channel name="T" type="integer" max="2.14748E9" units="dev"/>
        </inkml:traceFormat>
        <inkml:channelProperties>
          <inkml:channelProperty channel="X" name="resolution" value="74.2029" units="1/cm"/>
          <inkml:channelProperty channel="Y" name="resolution" value="74.4186" units="1/cm"/>
          <inkml:channelProperty channel="T" name="resolution" value="1" units="1/dev"/>
        </inkml:channelProperties>
      </inkml:inkSource>
      <inkml:timestamp xml:id="ts0" timeString="2026-01-16T06:53:00.906"/>
    </inkml:context>
    <inkml:brush xml:id="br0">
      <inkml:brushProperty name="width" value="0.05292" units="cm"/>
      <inkml:brushProperty name="height" value="0.05292" units="cm"/>
      <inkml:brushProperty name="color" value="#FFFF00"/>
    </inkml:brush>
  </inkml:definitions>
  <inkml:trace contextRef="#ctx0" brushRef="#br0">25579 5012 0,'0'0'0,"13"-26"31,0 0 0,0 12 1,-26 14-1,-27 80 0,-26 78 0,13 80 1,40 40-1,53-13 0,26-54 0,-40-171-31,133 79 32,106-27-1,-213-78-31,239 12 31,14-66 0,-41-26 1,-105-79-17,-133 105 1,54-158 15,-54 132-31,40-146 16,-66 159-1,40-119 1,-40 14 31,-40-14-32,40 145 1,-13-52 0,13 52-1,-13 1 1,13 13 0,-13 13-1,13-13 16,0 26 1,-14-13 93,-25 0-94,25 0-15,-78 0-1,52 0 1,-132 13-1,119-13 1,-172 0 0,173 0-1,-15 0-15,-131 0 16,158 0 0,-105 0-1,105 0 1,-79 13-1,93 0 1,-80-13 0,79 14-1,-65-14 1,65 0 0,-105 0-1,53 0 16,66 0-15,-1-14 0,14 1 77,0 0-61,0 0-1,-13-14 0,13 14-15,-13 0-16,13-14 15,0 1 1,13-14 0,0 14-1,54-27 1,-54 40 0,93-27-1,-80 40 1,80-26-1,-40 12 1,13 1 0,-52 13-16,-1 0 15,27 0 1,-40 0-16,14 0 16,-14 0-1,13 0 1,-12 13 15,-1-13 0,-13-13 1,-13-13-1,-1-14 0,14-66 0,0-52 1,0 118-32,0 0 15,14-79 1,12 0 15,-13 106-15,1 0-16,38-14 15,107 1 17,-132 26-32,-1 0 15,120 40 16,-107 65 1,-26 28-1,-13-107-31,0 0 16,14 67-1,-28 26 16,-12-53 1,13-53-17,0 1 1,13-1 0,-14 0-1,14 0 16,0 1-15,40-14 15,26-14 1,66 1-1,27 13 0,-119 0-31,132 13 31,-27 14 1,-79-14-17,14 0 1,-27 14 15,-67 12 0,-25 41 1,12 25-1,1-38 0,-27-15 0,-40-38 1,14-41-17</inkml:trace>
  <inkml:trace contextRef="#ctx0" brushRef="#br0" timeOffset="939.98">25764 5832 0,'0'0'0,"13"14"15,0-1-15,27 40 16,-27-40-16,14 13 16,39 27-1,-40-39-15,146 25 31,26-118 1,-171 52-32,65-118 31,-65 79-15,-1-27-1,-26 14 16</inkml:trace>
  <inkml:trace contextRef="#ctx0" brushRef="#br0" timeOffset="1422.85">25830 5449 0,'0'0'15,"-27"-13"1,27-1-16,14 1 31,-1 0 0,-13 39 1,-27-26-1,27 14-31,-13-14 31,40-40 0,12-26 1,-12 53-1,-1 66 0</inkml:trace>
  <inkml:trace contextRef="#ctx0" brushRef="#br0" timeOffset="1848.56">26174 5383 0,'0'0'16,"13"-27"15,0 27-31,40 0 31,-13 14 0,-53-14 1,-27 13-1,27-13-31,-1-13 31,28-27 0,-1 27 1,0 13-32,-13 39 31,0-25-31</inkml:trace>
  <inkml:trace contextRef="#ctx0" brushRef="#br0" timeOffset="3251.02">25288 3068 0,'0'0'0,"-27"0"16,14 0-16,0 27 31,39-27-15,80-13 0,-80 13-1,107-40 1,-120 40-1,27-13 1,-40 52 15,-14-12-15,1 118 0,13-105-1,0 145 1,0-145-1,0 92 1,0-119 0,-13 27-1,0-40 1,-1-26 0,1 12-16,-53-65 31,13 53-16,-53 26 1,93 26 0,-53 53-1,53-52 1,13-14-16,13 40 16,0-53-1,0 0-15</inkml:trace>
  <inkml:trace contextRef="#ctx0" brushRef="#br0" timeOffset="3653.18">25750 3412 0,'0'0'0,"-13"-26"15,0 26 1,0 40-1,13 79 17,0-93-17,0 0-15,26 27 16,40-26 15,-52-40-31,52-54 31,-66-104 1,-13 144-32,-1 14 15,-65 0 1,13 92 15,66-39-15</inkml:trace>
  <inkml:trace contextRef="#ctx0" brushRef="#br0" timeOffset="4111.1">26028 3214 0,'0'0'0,"0"-106"31,13 133 1,14 184-1,-27-171-31,13 158 31,0-118 0,-13-107 1,0 14-17,14-14-15,12-78 16,53-28 15,-65 133-15,12 0-16,40 93 31,-13 13 0,-40-53 1</inkml:trace>
  <inkml:trace contextRef="#ctx0" brushRef="#br0" timeOffset="4536.89">26518 3333 0,'0'0'0,"26"-13"32,-26 26-17,0 27 1,13-27-16,-13 93 31,13-53 0,-13-40-31,0-26 32,53-67-1,-39 67-31,91-106 31,-91 119-15,-1-13-16,13 39 15,-26 93 17,0-92-17,0 12-15,14 41 16,-14-1-1</inkml:trace>
  <inkml:trace contextRef="#ctx0" brushRef="#br0" timeOffset="5796.44">26055 6547 0,'13'-27'31,"-13"1"0,-40 52 0,14 1-31,-67 65 32,-52 80-1,105-66 0,27-27 0,26-66 1,0-13-1,67 0 0,144 0 0,-157 0-31,237-13 32,-238 13-32,212 0 31,-67-13 0,-198 13 0,-13-13 1,0-1-1,27-38 0,-27-41 0,-40-52 1,-39 12-1,0 94 0,65 52 0</inkml:trace>
  <inkml:trace contextRef="#ctx0" brushRef="#br0" timeOffset="8439.18">29176 4867 0,'0'-13'31,"-13"26"78,-27 40-78,-13 79 1,0 14-1,53-120-31,-26 80 31,13 13 0,13-93-31,0 54 16,0-54 0,0-13-16,0 80 31,0-67-31,0 1 0,0-1 16,0 1-16,0-14 15,13 93 1,-13-80-1,13 40 1,0-39 0,0 26-1,-13-40 1,14 13 0,-1-12-1,-13-1 1,13 26-1,0-25 1,14 12 0,-14-13-1,27 14 1,-27-14 0,66 13-1,-52-26-15,118 27 31,-105-27-15,92 13 0,-92-13-1,-14 0-15,54 0 16,-54 0 0,-13 0-16,40 0 15,-40 0 1,40-13-1,-39 13-15,78-40 32,-79 27-17,54-40 1,-54 40 0,53-66-1,-40 65 1,40-78-1,14-54 17,-67 107-17,40-80 1,-40 79-16,0 13 16,27-52-1,-27 53-15,1-1 16,25-79-1,-12 1 17,-14 78-17,-13 14-15,0-40 16,13-26 15,-13 52-15,0-26-1,-13 0 17,0 40-17,-14-13 1,1-1 0,13 14-1,-1 0-15,-12 13 16,-67-66-1,-13 39 17,-13 14-1,93 13-15,-67-13-1,67 13 1,-80 0-1,-66 0 17,119 0-17,-53 13 17,14 0-1,13 14 0,-1-14 0,67-13-31,-40 26 32,13 14-1,27-13 0</inkml:trace>
  <inkml:trace contextRef="#ctx0" brushRef="#br0" timeOffset="9281.25">29149 4841 0,'-13'0'31,"13"-67"0,53-52 0,93-53 1,171 1-1,93 144 0,-344 40-31,146 146 31,26 238 1,-79-40-1,-93-198-16</inkml:trace>
  <inkml:trace contextRef="#ctx0" brushRef="#br0" timeOffset="9774.77">29388 4669 0,'0'0'0,"0"-14"15,13-12-15,119-80 16,-79 80 0,264-27 15,186 145-15,-410-52-1,290 225 1,-171 39 15,-186-238-15,14 225-1,-40-212 1,13 172 0,-13-211-1</inkml:trace>
  <inkml:trace contextRef="#ctx0" brushRef="#br0" timeOffset="10158.31">29811 4695 0,'0'0'0,"-66"-92"15,79 78 1,119-65 0,265 105 15,-212 27-16,80 93 1,-1 330 15,-251-384-15,1 252 0,-81-40 15,41-264-16,0 0-15</inkml:trace>
  <inkml:trace contextRef="#ctx0" brushRef="#br0" timeOffset="10512.51">29745 4708 0,'0'0'0,"13"-39"16,27 25-16,303 41 31,-250 13-15,317 158-1,-317-119 1,158 239 0,-211-226-1,12 226 1,-52-252 0,-66 119-1,40-159-15</inkml:trace>
  <inkml:trace contextRef="#ctx0" brushRef="#br0" timeOffset="10802.96">30446 4933 0,'66'13'31,"13"14"-15,80 65 0,-106-39-1,0 0-15,92 159 16,-39 52 0,-66-171-1,39 211 1,-66-251-1,-13-13-15</inkml:trace>
  <inkml:trace contextRef="#ctx0" brushRef="#br0" timeOffset="11710.6">29123 5885 0,'0'0'0,"0"-13"16,0 0-16,13 26 62,0 27-30,14 13-1,26-14 0,-40-39-31,0 14 16,53-14-1,27-53 17,-80 39-17,14-25 1,-14 12 15</inkml:trace>
  <inkml:trace contextRef="#ctx0" brushRef="#br0" timeOffset="12582.28">29216 5370 0,'0'-14'16,"13"1"15,0 13-16,-13 13 32,0 1-31,-26-14 0,12 13-1,1-13 1,0-13-1,13-1 17,0 1-17,13 0 1,0 26 15,-26 14 0,-13-1 1,26-39-1,13 0-15,0-14-1,0 14 16,1 13-15</inkml:trace>
  <inkml:trace contextRef="#ctx0" brushRef="#br0" timeOffset="13326.97">29718 5370 0,'27'-27'31,"-14"1"0,13 39 0,-26 27 1,0-27-1,-13-13-31,0 0 31,13-27 0,0-26 1,26 40-1,-12 26 0,-14 14 0,13-27 1</inkml:trace>
  <inkml:trace contextRef="#ctx0" brushRef="#br0" timeOffset="13877.56">29652 5251 0,'0'-14'31,"0"1"0,27-13 1,12 12-1,14 14 0,26 27 0,-12 13 1,-1 12-1,-13-12 0,-40-27-31,13 1 31,-12-1 1,-1-13-32</inkml:trace>
  <inkml:trace contextRef="#ctx0" brushRef="#br0" timeOffset="14596.45">29149 5171 0,'0'0'0,"27"-13"78,13 13-62,-27 0 0,27 13-1,-1 0 17,-26 1-17,1-1 1,25 27-1,-12-14 17,-14-26-17,0 0 1</inkml:trace>
  <inkml:trace contextRef="#ctx0" brushRef="#br0" timeOffset="15840.47">29388 6533 0,'0'-13'16,"0"-13"-1,-14-14 16,-12 40 1,-40 79-1,39-52-31,1-1 16,-67 80-1,-39 53 16,119-146-15,-27 13 0,27 1 15,26-27-15,27 0-1,-27 0 1,13 0-16,67 0 15,172 13 17,-199-13-32,0 0 15,212 26 1,-40-12 15,-172-14 0,-66-14 1,0-38-1,0 38-31,0 1 16,-40-79-1,-26-27 16,-13 26 1,26 93-17</inkml:trace>
  <inkml:trace contextRef="#ctx0" brushRef="#br0" timeOffset="27968.66">28925 3121 0,'0'0'0,"-27"0"15,1 0-15,-14 40 16,67-27 0,118-13-1,-39 0 1,92-26 0,-171 13-1,65-27 1,-92 27-1,-13-14 1,0 27 0,-14 27-1,14-14 1,0 132 0,13-92-1,-13 132 1,13-145-16,0 79 31,0-106-31,-14 1 16,14-1-1,-39-53 17,26 27-17,-14 13-15,-26-27 16,-53 41 15,93-1-31,13 27 31,13-27-31</inkml:trace>
  <inkml:trace contextRef="#ctx0" brushRef="#br0" timeOffset="28669.84">29639 3452 0,'0'0'0,"-13"-53"16,13 66 15,0 67 0,0-54-15,0 53 0,0-52-16,53-1 31,-14-26-15,41-53-1,-28-92 16,-52 66 1,-26 145-1,26-40-31,26 93 31,80-92 0,40-133 1,-107-79-1,-39 132-31,-39-106 31,12 133 0,14 52-31,13 1 16,-13 92 0,13-80-16,13 120 31,53-27 0,27-132 0,-40-39-31</inkml:trace>
  <inkml:trace contextRef="#ctx0" brushRef="#br0" timeOffset="28819.78">30379 3439 0,'0'0'0,"14"-27"32,-14 93-1,0 14 0,26-54-15</inkml:trace>
  <inkml:trace contextRef="#ctx0" brushRef="#br0" timeOffset="28963.88">30446 3068 0,'-14'27'15</inkml:trace>
  <inkml:trace contextRef="#ctx0" brushRef="#br0" timeOffset="29450.96">30578 3452 0,'0'0'0,"0"13"16,0 27 15,13-14-15,53-12 31,14-54-32,-14-39 17,-93-1-1,14 67-16,-66 26 1,52 0 0,14 14-16,-40 79 15,80 26 17,65-53-1,-65-79-16,78-13 1,-91-13 0,-1-14-16</inkml:trace>
  <inkml:trace contextRef="#ctx0" brushRef="#br0" timeOffset="33313.99">25764 7591 0,'0'0'0,"-14"0"16,28 13-1,52 67 1,-53 65 15,-13-118-15,-13 39-1,13-53 1,0 14 0,0-67 15,0 13-15,0-105-1,0 106 1,0-27-16,-27-79 15,41 39 17,-1 93-17,79-13 1,-65 13 0,13 13-16,52 13 15,-65-12 1,25 39-1,-52-40 1,-39 40 0,12-40-16,-78 40 31,91-40-15,1 0-1,79-13 16,-39 0-15,-1 0-16,67 14 16,-67-1-1,40 53 1,-66-53 0,-53 53-1,27-53 1,-93 1-1,92-14 1,1 0-16,-14-40 16</inkml:trace>
  <inkml:trace contextRef="#ctx0" brushRef="#br0" timeOffset="33874.32">26293 7591 0,'13'13'16,"-13"1"0,26 52-1,-12-40 1,-1 54-1,-13-54 1,-13 40 0,13-53-1,0 1 1,0-80 15,13 39-15,-13 1-16,13-120 15,-13-13 17,0 133-17,27 13 1,-14 26 0,0 0-16,40 27 15,-27-27 1,27 66-1,-40-65 1,-13-1-16,-39 40 16,-67-27 15,93-26-15,0 0-16</inkml:trace>
  <inkml:trace contextRef="#ctx0" brushRef="#br0" timeOffset="34313.16">26809 7538 0,'0'-26'15,"-14"52"17,1-12-17,-13 78 1,26-39 0,-14 13-1,14-53 1,14 1-16,39 25 15,-40-39 1,79-26 0,-65 13-1,12-80 1,-39 53 0,0 14-16,-52-40 15,25 39 1,1 27-16,-54-13 15,54 26-15,13-13 16,-27 27-16</inkml:trace>
  <inkml:trace contextRef="#ctx0" brushRef="#br0" timeOffset="35659.89">25129 8411 0,'-13'0'31,"-1"0"0,173-13 1,-13 0-1,-133 0-31,13 13 15</inkml:trace>
  <inkml:trace contextRef="#ctx0" brushRef="#br0" timeOffset="36250.94">25155 8424 0,'0'40'63,"14"39"-32,-1-52-31,0 26 31,-13 0 0,26-80 32,41-26-32,12 40 0,-26 106 1,-53 12-1,-40-38 0,-52-41 0,-1-52 1,93 12-32,-13 1 0</inkml:trace>
  <inkml:trace contextRef="#ctx0" brushRef="#br0" timeOffset="36913.94">25645 8517 0,'0'-13'32,"13"26"-1,-13 53-16,0-53 1,13 93 0,0-79-1,-13 25 1,0-38 0,0-1-1,0-66 16,0 40-15,0-106 0,-13 79-1,0-79 1,13 93 0,13-27-1,0 53 1,80 39-1,-14 28 17,-79-54-17,-13 40 1,0-40 0,-80 27-1,67-27 1,-54-13-1</inkml:trace>
  <inkml:trace contextRef="#ctx0" brushRef="#br0" timeOffset="37765.78">25975 8491 0,'0'0'0,"-26"0"15,26 26 17,0 0-17,0-12-15,0 65 16,0-66-1,0 14-15,0 39 16,0-27 15,0-65 1,0-67-1,0 67-16,13-159 17,14 106-17,-1 92 17,-13 0-17,53 40 1,-66-40-1,40 66 1,-40-65 0,13 78-1,-39-39 17,13-66-1,13-66 0,0 52-15,39-105-1,-39 92 1,13 27-16,40-27 16,0 93 15,-39-26-16,25 65 1,-39-65 0,13 65-1,-13-65 1,-13 39 0,0-53-1,13 0-15,-13 0 16</inkml:trace>
  <inkml:trace contextRef="#ctx0" brushRef="#br0" timeOffset="38312.94">26557 8583 0,'27'0'78,"-14"0"-62,53 0 0,-39 0-1,-1 0 1,-13 0-1,-13-13 17</inkml:trace>
  <inkml:trace contextRef="#ctx0" brushRef="#br0" timeOffset="39067.96">27020 8570 0,'0'0'0,"0"-13"32,-66 13-1,26 26-15,-39 80 15,79-80-16,26 27 1,-12-40-16,12 1 16,40-1-1,-13-13 1,0 0 0,0-93 15,-53 80-16,-26-106 1,-80 13 15,26 27 1,67 13-1,53 0 0,-27 66-31,13-14 16,-12 1-16,131 13 31,-65 66 0,-107 67 0,-13-67-15,14-13 0</inkml:trace>
  <inkml:trace contextRef="#ctx0" brushRef="#br0" timeOffset="39921.48">27404 8491 0,'0'0'0,"13"-14"31,0 28 1,0 78-1,-13 14 0,-13-40 0,0-40 1,13-65-1,0-80 0,0-53 0,40 53 1,-27 92-17,53 54 16,13 92 1,-65-93-32,25 93 31,-39-92-31,27 52 31,-27-26 0</inkml:trace>
  <inkml:trace contextRef="#ctx0" brushRef="#br0" timeOffset="40977.05">27430 8583 0,'0'0'0,"-13"0"31,39 0-15,93-26 15,27-14 0,-67 0-15,-66 27 31,-13 26 0,14 53-32,-1-52 1,0 78-1,-13-65 1,0 26 0,0-40 15,0-40 0,0-105 0,0 92-15,0-105 0,13 66 15,40 105 16,13 53-32,-26 27 17,-40-40-1,0-52-15,0 12-1,0-13 1,-13-52 15,13 25-15,0-78-1,13 52 1,27-52 0,-40 65-1,13 14-15,27 0 16,26 79 15,-66-40-15,26 14-1,-13 66 1,-13-80-16,0 53 31,0-52-15,0 13-1,0-27 1,0 0 0</inkml:trace>
  <inkml:trace contextRef="#ctx0" brushRef="#br0" timeOffset="43376.74">29520 7499 0,'0'0'31,"0"-40"-31,-13 27 31,13 26-31,13 40 31,-13-27-31,26 80 32,-26-79-32,13 65 31,-13-26 0</inkml:trace>
  <inkml:trace contextRef="#ctx0" brushRef="#br0" timeOffset="43593.7">29454 7803 0,'-14'0'32,"28"0"-32,-14 0 31,105 13 0,-12-13-15,0-26 15</inkml:trace>
  <inkml:trace contextRef="#ctx0" brushRef="#br0" timeOffset="43857.81">29335 7512 0,'0'0'15,"0"-13"17,105 13-1,94 13 0,-133-13 0</inkml:trace>
  <inkml:trace contextRef="#ctx0" brushRef="#br0" timeOffset="44386.7">29903 7485 0,'-53'0'32,"40"0"-32,79 0 0,-119 0 31,186 14 0,-94-14-31,80 0 16,-105 0-1,12-14 17,-66-12-17,14 26 1,-27 0-1,40 0 1,-14 13 0,14 0-1,-13 40 1,26-39 0,-14 65-1,14-66 1,27 80-1,39-14 17,-53-66-17,14 1 1,-14-28 15</inkml:trace>
  <inkml:trace contextRef="#ctx0" brushRef="#br0" timeOffset="47340.15">29348 8319 0,'-13'0'16,"-27"-14"15,27 14 0,39 0 1,-13 0-32,93 0 31,40-13 0,-133 13-31,13-26 31,-12-1 1,-28 80 15,1-26-32,0 78 1,0-65-1,13 66 1,0-93 0,13 53-1,0-53 1</inkml:trace>
  <inkml:trace contextRef="#ctx0" brushRef="#br0" timeOffset="47624.11">29401 8570 0,'-27'-27'16,"54"27"15,-14 0-16,93 0 1,-53 0 0,13 0-1,-53-13 17,-13 0-17</inkml:trace>
  <inkml:trace contextRef="#ctx0" brushRef="#br0" timeOffset="48151.09">29758 8372 0,'13'26'46,"-13"0"-30,27 54 0,-27 78 15,0-144-15,0 39-1,0-40 16,0-93 1,0 54-32,0-14 15,13-79 1,40-26 15,-27 118-15,1 41-1,52 118 17,-26 0-1,-40-39 0,-26-54-15</inkml:trace>
  <inkml:trace contextRef="#ctx0" brushRef="#br0" timeOffset="49081.43">29798 8530 0,'0'0'0,"-14"0"15,54 0 17,92-26-1,-105 26-31,65-27 31,-26-12 0,-66 25 1,14 54-1,-1 66 0,0 0 0,-13-93-31,0 27 32,0-54-1,-13-91 0,13-81 0,13 81 1,66 144-1,-12 80 0,-41-13 0,-26-93-31,0 1 16,0-1-16,-13 0 31,13-39 1,-13-80-1,52 0 0,54 80 0,-80 26-31,53 66 32,-26 79-1,-53-39 0,-27-66 0</inkml:trace>
  <inkml:trace contextRef="#ctx0" brushRef="#br0" timeOffset="49468.78">30789 8596 0,'-26'0'31,"52"0"-31,-39 0 31,93-13 1,25 13-1,-38-13 0,-81 13 0</inkml:trace>
  <inkml:trace contextRef="#ctx0" brushRef="#br0" timeOffset="50437.77">31490 8319 0,'0'-14'15,"0"-12"17,-26 13-1,13 13-31,-80 92 31,-13 120 0,133-67 1,79-65-1,-80-67-31,67-26 31,-27-80 0,-53 67-31,-26-93 32,-93 92-1,13 93 0,67 27-15,26-80-1,53 14 17,-27-27-32</inkml:trace>
  <inkml:trace contextRef="#ctx0" brushRef="#br0" timeOffset="51036.68">31768 8398 0,'0'0'0,"-13"-13"16,13 66 15,0-27-16,0 120 1,0-120 0,0 53-1,0-65 1,0 25 0,0-65 15,0 13-16,0-93 1,13-66 15,0 53 1,14 106-17,13 13 1,-27 0-1,13 0-15,40 26 16,-39 1 0,-14 25-1,-106 41 17,1-53-1,79-40-16</inkml:trace>
  <inkml:trace contextRef="#ctx0" brushRef="#br0" timeOffset="51904.66">32086 8424 0,'0'0'0,"0"14"32,13 39-1,-13 79 0,0-26 0,-13-80 1,13-52-1,0-107 0,13-52 0,0 159-31,27-54 32,52 120-1,-39 66 0,-40 0 0,-13-80-31,-26 27 32,0-13-1,12-93 0,28-53 0,25-13 1,27 93-1,-13 92 0,-40-40-31,27 93 31,-40-13 1,-26-40-1,26-53 0</inkml:trace>
  <inkml:trace contextRef="#ctx0" brushRef="#br0" timeOffset="59991.06">22351 4801 0,'0'-13'31,"0"26"-31,-79 13 31,79-12-31,-40 157 31,40 266 1,-13 39-1,13-40 0,-13-118 0,0-146-15,13-67 0,0 160 15,13-159 0,0-80 0,40-52 1,265-40-1,263 39 0,120 14 0,-172 0 1,-238 0-1,-198-1 0,-93 1 0,0 0-31,0-106 32,0-106-1,0 172-31,-26-225 15,26-158 17,13 343-17,-13 1-15,13 12 0,0-277 32,-13 291-17,0-132 1,0 158-1,0-79 1,0 106 0,0 0-16,0-14 15,0 14 1,0-13 0,0 12-1,0-25 1,0 12 15,0 14-15,-13 0-1,0 13 1,-14-13 0,14 13-1,-66 0 1,52 0-1,1 0-15,-93 0 16,79 0 0,-13 0-16,-172 0 15,172 0 1,-211 0 0,198 0-1,-225 13 1,212-13-1,12 13-15,-144 0 16,145 1 0,-172 12-1,92-13 1,-13 14 15,133-27-15,13 0-16,-27 0 15,27 0 17,-27 13-1,-26 0 0,53-13-15,-14 13-1,14-13 17,26 14 15</inkml:trace>
  <inkml:trace contextRef="#ctx0" brushRef="#br0" timeOffset="61031">22722 5753 0,'-13'0'94,"-1"-13"-78,1 13-16,-27 0 15,14 0 1,-14 26 0,27-13-1,-13 54 1,26-41 0,0-13-16,-14 53 15,1-52 1,13 12-16,0 27 15,0-27 1,27 41 0,-27-54-1,39 40 1,-12-40 0,65 0-1,-65-13 1,92-26-1,-93 26 1,-13-14-16,40-25 16,-39 26-1,-14-1-15,13-78 16,-13 79 0,-13-80-1,-1 80 1,-39-53-1,40 52 1,0 1-16,-27 0 16,27 0 15,0 13-15,13 13 15</inkml:trace>
  <inkml:trace contextRef="#ctx0" brushRef="#br0" timeOffset="61825.81">22709 6256 0,'0'0'16,"0"66"-1,0-53 1,0 53-1,0-13 17,0-40-17,0 14 1,13-1 15,0-26-15,40 0-1,39-13 17,-78 13-17,12-13-15,1 13 16,-14 0 15,-13-14 0,-13-39 1,13 40-32,-27-66 31,14 52 0</inkml:trace>
  <inkml:trace contextRef="#ctx0" brushRef="#br0" timeOffset="64171.79">21426 3518 0,'0'0'0,"-27"-13"16,40 13 46,186 0-31,-133-13-31,27 13 16,462 0 15,-304-14 1,-185 14-1,-79 0 0</inkml:trace>
  <inkml:trace contextRef="#ctx0" brushRef="#br0" timeOffset="67342.61">21426 3505 0,'0'0'15,"0"-13"1,-14 39 46,1 93-30,13-92-32,0-1 0,-13 93 31,0 27 0,26-54 0,0-39 1,0-53-1,54 0 0,-41 0-15,80-13-1,53 13 17,-93 0-17,-27 0 16,-25 0 1,-28 0-1,1-13 0,13-1-31,-26-25 31,12-27 1,14 52-32,0 1 15,0-13 1,27 12 15,26 1 0,-40 13-31,27 0 32,13 0-1,-27 0 0,-13 0 0,-13 27 1,-26-1-1,26-13-31,-13 14 31,13 12 0,0-25-31,13 12 32,-13-13-1,13-13 16,14 0-16,-14 0-31,53-13 31,-13 13 1,-40 0-32,-26-13 78,13-14-47,0 14-31,-13-13 31,13-27 0,0 26 1,13 14-1,-13 0-31,0 0 31,13 13 0,0 0 79,0 0-79,54 13 0,38 0 1,-78-13-32,105 13 15,-105-13 1,92 0-1,-93 0 1,40 0 15,-39 0 1,-14 0-32,-26 0 125,13 14-110,-14-1 1,1 13 15,13 1 0,0 12 1,27 1-1,-14-40-16,26 40 1,-25-27 0,39 0-1,-40-13 1,13 13-16,40-13 16,80-13 15,-93 0-16,39-40 17,-78 40-17,-1 0-15,27-53 16,-14 26 0,14-40-1,-27 41 1,13-54-1,-39-13 17,0 80-17,-14-53 1,-12 13 0,-41-27 15,67 80-16,-79-40 1,65 40 0,-65-27-1,78 40-15,-12 0 16,-53 0 0,52 13-16,-92 14 31,93-14-16,12-13-15,-65 39 32,53-12-17,-1 13 1,14 79 15,13-93-15,13 40-1,14 0 17,-14-52-17</inkml:trace>
  <inkml:trace contextRef="#ctx0" brushRef="#br0" timeOffset="67940.05">23079 3637 0,'0'-13'0,"-27"0"31,14 13-15,0 0-16,-13 53 31,-1-14-15,27 27 15,53-39 0,-40-14-31,0-13 16,54 0-1,-1-53 17,-66-13-1,-80 40 0,27 26-15</inkml:trace>
  <inkml:trace contextRef="#ctx0" brushRef="#br0" timeOffset="77377.84">27033 10104 0,'14'-13'31,"-41"26"63,-92 93-63,-26 66 0,12 26 1,120-158-32,-66 145 31,13-13 0,52-133-31,14-12 16,-26 39-1,26 0 17,0-53-1,26 1 47,80-1-47,-79-13-31,12 0 16,94 0 0,144 26 15,-224-26-31,0 0 15,119 13 17,-145-13-1,-27-13 110,0-79-110,39-27 0,27 26 0,-39 93-31,92-40 32,40 40-1,-27 40 0,-79 26 0,-27 27 1,-13-14-1,-13-13 0,0-53 0,14-26 79,39-13-79,132 13 0,198 26 0,-65-13 1,-173 13-1,-132-13-15,-13-13 93,-13-14-47,0-26-30,0 27-32,13-67 31,53-12 0,52 78 0,54 14 1,-40 13-1,-66 40 0,-13 52 0,-14-26-15,-26-52 0,0 38-1,0-12 32,-13-27-16,13 1 1,13-14 77,53-27-93,133 14 15,-146 13-15,224 0 15,-211 13-31,225 0 15,-224-13 1,118 14 0,-159-14-1,-13 0-15,1 0 16,-1 0-16,0 0 16,-13-14 62,0-12 0,0-40-47,0 39-15,0 1-16,0-53 15,0 52 1,-13-132 0,13 133-1,0-1-15,0-39 16,-13-39 15,13 78-15,-14-13-1,1 27 1,0-40 0,0 53-1,13-13-15,-27 13 16,14 0-1,-27 0 1,27 0 0,-27 0-1,1 0 17,12 0-1,27-13 0,-26 13 0,26-13-15,-40 13 0,27 0-1,-53-14 1,53 1-1,-67 13 1,54 0-16,-80-13 31,80 13-15,-41 13 0,54-13-1,-13 0 1,13 0 15,-14 0 0,14 0-15,-40 0 0,26 0 15,14 0 31,0 0-30,13-13 77,0-13-78,-40-27 16,-26-40-31,40 80-1,-67-80 1,67 80 0,-67-80-1,67 80 1,-80-66-1,79 66 1,-105-27 0,106 27-1,-14 13-15,14 0 16,-146-27 0,132 27-1,-119-13 1,120 13-1,-147-13 1,-91 13 15,237 0-15,-66 13 0,80-13-1,-67 27 1,67-14-1,-107 26 1,94-25 0,-107 25-1,120-25-15,-146 25 32,146-26-17,-67 14 1,66-14-1,1-13-15,-40 27 16,39-27 0,-52 39-1,-27 1 17,93-27-17,0 0-15,-40 14 16,26-14-1,14 0-15,-53 27 16,53-27 0,-14 14-1,14-27 1,26 13 0,1 0-1,12-13-15</inkml:trace>
  <inkml:trace contextRef="#ctx0" brushRef="#br0" timeOffset="78237.85">27721 10977 0,'0'0'16,"0"-13"-1,-13-1 16,-53 1 1,-66 66-1,26 40 0,92-67-31,-25 93 31,52 53 1,93-53-1,105-66 0,-158-53-31,106-40 31,-13-92 1,-80-80-1,-66 159-31,-80-118 31,-92 91 0,40 67 1,66 26-1,53 0-15</inkml:trace>
  <inkml:trace contextRef="#ctx0" brushRef="#br0" timeOffset="79311.99">29295 11030 0,'13'0'32,"-13"-14"15,-39-12-16,-41 0 0,-26 78 0,80-38-31,-67 105 32,40 26-1,67-13 0,-1-105-31,40 52 31,-27-66-31,67 40 32,-54-39-32,120-14 31,-13-67 0,-54-25 0,-65 12 1,-27 54-32,0-67 31,-14-26 0,1 106-31,0-13 0,-80-27 31,-52 26 1,79 1-1,53 26 0</inkml:trace>
  <inkml:trace contextRef="#ctx0" brushRef="#br0" timeOffset="81488.13">28197 10025 0,'-13'0'78,"0"0"-62,-67 0 0,-92 39 15,133-26-31,-1 1 16,-92 25-1,-66 41 16,145-54-15,-93 67 15,133-93-15,0 13-16,-1 0 0,-12 27 31,13-27 0,0-13-15,13 13-16,0 1 47,13-14-16,66-14 0,-52 14-15,105-13 0,93-13 15,-133 26-15,40-14-1,27 14 16,-132 0-15,12 14 0,1-14 15,-27 0 0,0 0 0,-13-14 16,0 1-15,14 13-32,-14-39 31,0-54 0,-14-13 0,14 66-15,0-12 15</inkml:trace>
  <inkml:trace contextRef="#ctx0" brushRef="#br0" timeOffset="82808.41">28501 10011 0,'0'0'32,"14"0"-1,-1 14 0,-13 52 0,13-40-31,0 54 32,-13-54-32,0 53 31,14-39 0,-1-14 0,0-12 1,40-14-1,119-14 0,-119 14-31,211 0 31,-39 27 1,-93-14-1,-66 14 0,-13-14 0,-39-13 1,-1 0-1,-13-13 0,0-1 0,-27-52 1,27 53-32,-39-53 31,-1-27 0,27 80-31,-67-40 31,-39 13 1,-39 1-1,25 12 0,107 14-31,-67 0 31,-12 13 1,12 0-1,27 0 0,39 13 0,1 0 1,13 1 77</inkml:trace>
  <inkml:trace contextRef="#ctx0" brushRef="#br0" timeOffset="83951.91">26081 11797 0,'0'0'0,"27"0"31,-1 0-15,225-40 0,-118 27-1,753-40 1,92 26 0,689-52 15,-1389 53-16,-27 12-15,291-65 16,-423 66 0,-13-27-16</inkml:trace>
  <inkml:trace contextRef="#ctx0" brushRef="#br0" timeOffset="112639.91">30168 2685 0,'0'0'0,"13"0"32,0-13 108,14-53-108,12-53-1,-25-53 0,-14 132-31,-53-185 31,-79-13 1,92 198-32,13 1 15,-105-80 1,40 53-1,-54-14 1,-224-39 15,224 93-15,-224-14 15,304 27-31,-225-14 31,132 14 1,119 13-1</inkml:trace>
  <inkml:trace contextRef="#ctx0" brushRef="#br0" timeOffset="113347.55">28409 1058 0,'13'0'16,"0"0"15,-13 14-31,14-14 16,12 0-1,-13 13 16,-26 0 1,-53 40-1,-66 13 0,105-53-31,-79 40 31,67-26 1,25-27-17,28 13 17,39 0-1,79 27 0,-93-40-31,81 39 31,-94-39-31,40 27 32</inkml:trace>
  <inkml:trace contextRef="#ctx0" brushRef="#br0" timeOffset="122287.81">25777 992 0,'0'-13'15,"0"0"17,0 0-17,-27-1 1,27 1-1,-13-13 1,0-1 15,0 40 1,13 1-17,-13 39 1,13-40-1,0 13-15,0 54 16,-14-54 0,14 133-1,0-120 1,0 107 0,14-120-1,-1 120 1,0-120-16,0 120 31,0-120-15,1 93-1,-1-92 1,27 92 0,26-14 15,-40-91-16,54 65 1,-54-66 0,93 40-1,-93-53 1,120 40 0,-106-40-1,145 26 1,-146-26-1,107 0 1,-120-13 0,93-13-1,-92 26 1,92-53 0,-93 39-1,80-38 1,-79 38-1,-14 1-15,79-66 16,-78 52 0,52-79-1,-40 67 1,40-93 0,-52 92-1,52-79 1,-53 79-1,13-52 1,-12 65-16,25-92 31,-25 93-15,12-67 0,-26 80-1,26-66 1,-26 65-1,0 1-15,14-40 16,-14 40 0,0-53-1,13 26 1,-13-26 15,0 53-15,-13-14-1,13 14 1,0 0 0,-14 0 15,1 13 63,-13 0-63,13 0-15,-1 0-16,-39 0 15,40 0 1,-66 0-1,-53 0 17,-1 0-1,107 0-15,-1 0-16,-78 0 15,-67-13 16,145 13-31,-92-14 32,-53 1-1,27 13 0,13 0 0,-14 0 1,1 13-1,118-13-31,-92 14 31,53-14 0,39 0 1,1 13-1,13-13-31,-14 13 31,1 0 0,26 0-31,-13-13 32,-1 14-1,28-1 156,-14 0-124,0 0 15,0-26 297,26-53-344,1-27 1,25 14-1,15-14 0,-1 1 0,-40 39 1,-13 27-1,14 12 0,-1-12 0,1 13 1,-1-1-1,1 1 0,-14 13 0,-26 13 32,-14 54-32,14-41-31,-13 80 31,12-27 1,28-52-1,-1-14-16,0-26 32,80-54-31,65-38 31,14 39-16,-132 52-31,52 1 16,-78 13-1,39-13 1,-40 13 0,0 0-1,0 0 1,1 13-1,-41-13 48,-39 27-32,53-14-15,-53 40-1,39-40 1,27 0-16,-40 27 16,40-27-1,0 0-15,-13 27 16,26-14 15,-13-12-31,14-14 31,52-27 1,-53 27-17,80-40 1,52-39 15,14 26 0,-27 40 1,-66 26-1,-39-13 0,-27 13 0,-14-13 1,-65 27-1,-27-1 0,14 27 0,78-40-31,-38 54 32,38-28-1,14-12 0,27-27 16,52-27-16,80-39 1,39 13-1,-171 40-31,131 13 31,-52 13 0,-53 14 1,-40-14-1,-13 0-16,-26-26 64,-1 13-64,-25 0 1,-81 26 15,107-12-31,-80 38 31,80-12 1,26-27-1,39 1 0,-26-14-31,80-14 31,-67 14-31,107-26 32,39-1-1,-93 41 0,-66 12 0,0 14 1,-13-14-1,0-12-31,-39-14 15</inkml:trace>
  <inkml:trace contextRef="#ctx0" brushRef="#br0" timeOffset="123391.11">25671 1415 0,'13'0'32,"1"0"14,-1-13-14,0 13-32,-13-13 15,146 0 17,-27-1-1,-53 28 0,-53-14-31,27 0 31,12 13 1,-38-13-1,-1-13 63</inkml:trace>
  <inkml:trace contextRef="#ctx0" brushRef="#br0" timeOffset="125486.56">26293 1296 0,'0'0'0,"13"-13"32,-13 0 14,-40 13-14,27 0-32,-40 26 31,13 40 0,14 1 0,52-1 1,-26-53-32,14-13 15,65 53 17,-13-53-1,40-79 0,-66-27 0,-54 26 1,-65 54-1,26 26 0,40 13-31,0 0 31,13 1 1,26-1-1,27-13 0,-26 0 0,-14-13 16,26 13-31,67-14 15,53 14 0,-133 0-31,80 14 32,-79-14-32,39 13 31,-93-13 31,1 13-30,13-13-32,-40 13 31,40-13-16,-27 13 17,27 1-32,-14 12 31,14 27 0,26 13 0,40-26 1,0-27-1,26-53 0,-26-39 0,-53 0 1,0 65-32,-39-12 31,-14 26 0,26 0 0,40 0 32,1 0-32,12 0 0,1 0 1,-14 0-32,26 0 31,81 26 0,-94-26-15,67 0-1,12 0 17,-12 0-1,-67 0-31,14 0 31,-27 0-31,53 0 31,-52 0-31,39 0 32,-27 0-1,-13 0 0,-13-13 0,13 0 1</inkml:trace>
  <inkml:trace contextRef="#ctx0" brushRef="#br0" timeOffset="127364.11">26412 1891 0,'0'-13'32,"0"0"-17,0 0 1,0 0-16,13-1 31,0 1-15,27-13-1,66 12 17,-80 1-17,27 13 1,0 40 15,-40-27-15,0 0-1,1 14 17,-28-40 15,-25-1-16,26 1-31,-67-13 31,-26 26 0,93 0-15,-53 26 0,26-13 15,14 14 0,13-27-31,13 13 31,26-26 1,-13 0-17,80-27 16,-53 27-15,26 13 0,13 13 15,-39 13 0,-14 1 0,-26-14 1,-13-13-1,-53-26 0,53 12-31,-14 14 16,-39-26-1,-53 26 17,13 13-1,80 14 0,13-27-31,13 13 31,13-13 32,0-13-47,0 13-16,93-40 31,-80 40-31,1-13 0,65-1 31,41 41 0,-67 13 1,-40-14-1,-12 0 0</inkml:trace>
  <inkml:trace contextRef="#ctx0" brushRef="#br0" timeOffset="128336.97">26385 1918 0,'0'13'47,"14"14"-15,12-1-1,14-13 0,-27-13-31,27 13 31,-27-13-31,26 0 32,-25 0-32,25-13 31,1-13 0,-13-1 0,-1-12 1,-26 52 77,-26 0-78,26 0-31,-27 14 31,-13-1-15,40-13 0,-53-13-1,-13 0 17,53 0-17,0-26 1,0 13 15,-1 13-15</inkml:trace>
  <inkml:trace contextRef="#ctx0" brushRef="#br0" timeOffset="129111.86">26266 2010 0,'0'14'31,"0"25"0,0-12 1,0-14-17,27 0 1,-14 1 0,40-1-1,-40 0 1,80 0-1,-40-13 1,26 0 0,-66 0-1,14 0-15,12-13 16,14 0 15</inkml:trace>
  <inkml:trace contextRef="#ctx0" brushRef="#br0" timeOffset="131108.62">23674 1124 0,'0'0'0,"13"27"31,-79 105 0,26 0 0,14-39 1,13-67-1,13-78 0,0-120 0,13-106 1,0 225-32,40-119 31,-26 132-31,118 14 15,-92 39 1,106 106 0,-106 53 15,-67-132-15,-91 79 15,65-93-31,-145 54 31,145-67-15,14-13-16,65-27 47,67 27-16,0 66 0,-14 27 0,-25-40-15</inkml:trace>
  <inkml:trace contextRef="#ctx0" brushRef="#br0" timeOffset="131485.74">24282 1257 0,'0'-53'31,"0"106"-31,-39-80 16,39 40-1,-40 67 1,40-54-1,0 54 1,13-67 0,1 0-16,25 0 15,-12-13-15,78-53 32,-91 40-17,25-93 1,-92 14 15,27 79-15,-67 39-1,80-13 1,-26 27 0</inkml:trace>
  <inkml:trace contextRef="#ctx0" brushRef="#br0" timeOffset="131978.01">24640 1072 0,'0'0'0,"0"-27"16,-40-39-1,40 53 1,0 39-1,0 1 1,13 131 0,-13-118-1,0 105 1,0-118 0,-13-1-16,0 27 15,13-39 1,0-14-1,13-14 1,40-78 0,-40 65-1,13 1-15,54-27 16,-54 40 0,67 39-1,-80-13 1,40 80-1,-53-80 1,-79 40 0,39-40-1,-119 1 1</inkml:trace>
  <inkml:trace contextRef="#ctx0" brushRef="#br0" timeOffset="132517.69">23621 2077 0,'0'0'0,"0"-14"16,0-65-1,0 79 16,-13 26-15,13 1-16,-13 92 16,-1-79-1,14-1-15,0 1 0,53 119 32,-39-146-17,12 0-15,40 0 16,-39-26-1,-1 0-15,80-119 16,-80 92 0,1-53-1,-14-52 1,-13 132 0,0-1-16,-26 28 15</inkml:trace>
  <inkml:trace contextRef="#ctx0" brushRef="#br0" timeOffset="132936.98">24044 2130 0,'0'0'0,"14"0"16,-1 0-1,0 13 16,-13 0-15,13 0-16,27 93 16,-40-80-1,26 54 1,-26-67 0,0 0-1,14-26 1,12-53-1,-26 39 1,13 1-16,53-93 16,-52 93-1,12 12-15,14 14 16,-27 14 0,13 91-1,-26-78 1,27 65-1,-27-78 1,26-1 0</inkml:trace>
  <inkml:trace contextRef="#ctx0" brushRef="#br0" timeOffset="133431.07">24719 2156 0,'0'0'15,"13"-13"-15,-26-14 16,0 14 0,-40 13-1,40 13 1,-27 67 0,40-67-1,-13 79 1,26-65-1,40-1 1,-14-26 0,41-39-1,-67 12 1,13 1-16,27-120 16,-53 107-1,-26-94 1,26 107-1,-13 39 1,13 0 0,0 14-16,0 198 31,0-186-15,26 67-1,14-66 1,-27-27-1</inkml:trace>
  <inkml:trace contextRef="#ctx0" brushRef="#br0" timeOffset="133874.76">25076 2288 0,'0'0'16,"26"-26"0,-26 39 46,14-13-31,25-40 1,-39 27-17,14 0-15,12-40 16,-26 40-1,0-14-15,0-39 16,-13 66 0,-53 40-1,39-14 1,-52 80 0,66-66-1,13-14-15,13 54 16,0-67-1,93 26 1,39-52 15,-105 0-15,-14-13 0,-26 12-1</inkml:trace>
  <inkml:trace contextRef="#ctx0" brushRef="#br0" timeOffset="137537.54">26359 2460 0,'0'0'0,"-13"-13"31,-1 13 0,-52 66 0,-26 27 1,26-14-1,52-66-31,1 14 31,13-14 0,13-13 1,53 0-1,-26-13-31,-13 13 16,290-40 15,-52 40 0,-67 0 0,-79 13 1,-79-13-1,-40-13 16,-14 0 0,-12-14-16,13 14-16,-14-53 17,14 53-32,0-40 31,-14 26 0,-12 14 0,-14 0 1,26 13-1,27-13 0,0 26 0</inkml:trace>
  <inkml:trace contextRef="#ctx0" brushRef="#br0" timeOffset="158593.1">28739 6203 0,'14'0'47,"-54"0"156,-92 0-172,92 0-31,-145 13 31,132-13-31,-185 13 32,40 14-1,39-14 0,53 0 0,66-13 1</inkml:trace>
  <inkml:trace contextRef="#ctx0" brushRef="#br0" timeOffset="159268.67">27523 6097 0,'26'0'31,"-13"0"-31,1 0 0,-14-13 16,26 13 15,-26 39 1,-40 27-1,1 1 0,26-67-31,-14 26 31,14-26 1,13-13 14,0 26 17,-13 13-32,26 1 0,106-1 1,0 1-1,-79 12 0,-27-25-15</inkml:trace>
  <inkml:trace contextRef="#ctx0" brushRef="#br0" timeOffset="161956.63">28224 4603 0,'13'13'15,"-26"-26"63,-1 13-62,-25-14 0,26 14-1,-54 14 1,41-1-1,-27 53 1,40 13 15,26-66-15,27 54 0,-27-54-1,80 13 1,-80-13-1,66-13 1,-66 0 0,27-13-1,-27 0 17,-26 0 61,0 13-61,13 13 30,0 13-31,-13-12-15,13 39 0,0-40-1,0 0-15,0 53 16,0 0 15,0-53-15,0 27-1,0-27 1,0 27 0,13-27 15,-13-26 141,-13 13-157,-14 0 1,-13 0 15,27 13-15,-13 1-1,13-1 1,-1 13 0,14-13-1,0 27 1,14 0 15,-14-27-15,52 27-1,15-1 17,-41-39-17,67 14 1,-67-14 0,53-27-1,-52 14 1,13-14-1,-27 27 1,-13-13-16,13-13 16,0-27 15,-13 0 0,0 40-15,0-53-1,0 52 1,0-52 0,0 53-1,0 0-15,0-67 16,0 54 0,0-93-1,0 93 1,13-54-1,-13 67 1,0-40 0,0 40-16,0-53 31,-13 66-15,13-40-1,0 27 16,-13 13-15,13-13 0,0-1 46,-13 14-15,-27 0-16,27 0-15,-93 14 0,-13-1 15,106-13-16,-53 13 1,52 0 15,1-13-15,0 14 0,0 12 15,0-13 0,26 0 0</inkml:trace>
  <inkml:trace contextRef="#ctx0" brushRef="#br0" timeOffset="162520.18">28409 3888 0,'0'0'0,"0"-39"16,0 25-1,13 41 48,0-14-48,-13 93 1,0-80 0,27 120-1,-27-106 1,13 92-1,-13-106 1,0 1-16,13 39 16,-13-53-1,0 13 1,0-39 31</inkml:trace>
  <inkml:trace contextRef="#ctx0" brushRef="#br0" timeOffset="189509.07">30009 9178 0,'0'0'0,"27"-39"32,-14-1-1,-13 13 0,0 14 0,13 66 1,0 132-1,-92 159 0,0-146 0,26-118 1,53-107-17</inkml:trace>
  <inkml:trace contextRef="#ctx0" brushRef="#br0" timeOffset="189828.55">29758 9668 0,'0'0'31,"0"52"0,0 54 1,13 0-1,66-40 0,40-66 0,-105-13-31,65 0 32,-52-1-17</inkml:trace>
  <inkml:trace contextRef="#ctx0" brushRef="#br0" timeOffset="190296.7">31411 11016 0,'0'0'0,"132"-39"31,384 92 0,-132 0-15</inkml:trace>
  <inkml:trace contextRef="#ctx0" brushRef="#br0" timeOffset="190602.03">32416 10897 0,'0'0'16,"13"0"-16,40-26 15,-13 26 1,79 53-1,-79-13 1,-27 158 0,-39-145-1,-345 132 1</inkml:trace>
  <inkml:trace contextRef="#ctx0" brushRef="#br0" timeOffset="212684.19">8187 11400 0,'0'0'31,"-27"-40"-31,1-13 31,26 40-31,0 0 16,-13 0-1,13-1-15,0 1 32,13 13-17,119-26 1,53-40 15,-119 26 0,-105 27 1,-14 52-1,66 160 0,-13-160-15,13 147-1,-13-1 17,0-119-1,0-106 0,-26-92 0,-80 119 1,0 119-1,93-80-31,-14 53 31,54-65-31,-14-14 0</inkml:trace>
  <inkml:trace contextRef="#ctx0" brushRef="#br0" timeOffset="213626.69">8663 11493 0,'-27'-14'15,"54"28"-15,-80-41 32,66 80-1,27 66 0,-40-79-15,26 13-1,40-27 17,27-119-1,-80 41-16,-39-81 17,-1 107-1,27 171 0,53-39 0,40-106 1,-14-92-1,-52-94 0,-41 133-31,1 1 16,-53-134 15,40 279 0,39 119 1,0-173-32,40 120 31,40-119 0,-14-93 0,-79-93 1,0 120-32,-27-27 31,27 106 0,0-27-31,27 80 31,13-53 1,-27-53-17</inkml:trace>
  <inkml:trace contextRef="#ctx0" brushRef="#br0" timeOffset="213784.33">9205 11175 0,'-13'0'0,"26"0"0,-39 40 31,26-27-31,13 40 31,0-53-31</inkml:trace>
  <inkml:trace contextRef="#ctx0" brushRef="#br0" timeOffset="214233.86">9364 11426 0,'0'14'0,"0"-28"0,0 41 15,13-1 16,13 1 1,-12-27-32,25 26 31,1-52 0,-27 13-31,14-67 31,-27 54-31,-27-54 16,14 67 0,-53-13 15,-27 171-15,107 1 30,91-67-14,28-92-1,-120-14-31,0-12 16</inkml:trace>
  <inkml:trace contextRef="#ctx0" brushRef="#br0" timeOffset="-213223.74">7631 12775 0,'0'0'0,"-39"0"31,25 0 0,1 0 0,13-13-15,13 13 0,67-40-1,12-13 32,-39 27-16,-40 26-31,-13 40 32,0-14-32,14 80 15,-14-66 1,13 79 0,-13-53 15</inkml:trace>
  <inkml:trace contextRef="#ctx0" brushRef="#br0" timeOffset="-213008.07">7671 12934 0,'0'0'0,"-13"0"15,-1-13-15,28-14 31,25 14-15,27 0 0,-39 0-1,79-27 1,-80 27 0,-13 13-16</inkml:trace>
  <inkml:trace contextRef="#ctx0" brushRef="#br0" timeOffset="-212306.82">7988 12749 0,'0'0'0,"0"-13"15,0-1-15,0 1 16,0 26 15,27 67 1,-14-54-17,0 54 1,0-67-1,-13 26 1,0-25 15,0-28-15,-13-52 0,13 13-1,-26-66 1,26 93-1,-13-53 1,13 65 0,39 1-1,14 66 17,-26-27-17,-1 27 1,0 27-1,-12-67 1,-1 40 0,-13-40-16,0-26 47,0 0-32,0-1-15,-27-65 16,27 53-1,0-1-15,0-52 16,14 26 0,-1 53-1,27 0 1,-27 13 0,27 53-1,-27-39-15,13 52 31,-26-39-15,13 26 0</inkml:trace>
  <inkml:trace contextRef="#ctx0" brushRef="#br0" timeOffset="-209824.05">7287 12339 0,'-13'-13'31,"40"-14"1,39 14-1,0 66 0,-66-40-31,13 66 16,-26-65-1,-53 39 1,39-40 0,-52-40-1,66-78 17,13 78-17,39-65 1,-25 78-1,52-12 1,-53 39-16,27 66 31,-27-52-15,-26 92 0,-1-106-1,-65 53 1,53-66-1,-54 0 1,67-13 0,-27-66-1,40 65 1,27-78 0,-14 79-16,53 26 31,-13 79 0,-53-78-15,0 52-1,-13-40 1,-67 14 0,67-40-1,-40-27 1,80-78 15,39 39 0,0 105 1,-53-26-17,-13 54 1,0-54-1,-13 26 1,0-39 0,0 0-16,-1-26 15,14-53 17,14 52-17,-1 1 1,0 26-1,0 26-15</inkml:trace>
  <inkml:trace contextRef="#ctx0" brushRef="#br0" timeOffset="-203289.47">18093 12471 0,'0'0'0,"0"-13"15,-27-14 16,1 1 1,26 13-32,-13 13 31,13-13-15,53 13-1,105-14 16,-39-25 1,-79 12-1,-27 14-31,-13 0 31,0 52 0,0 147 1,-26 25-1,26-171-31,-13 52 31,-1-39 0,14-92 1,-39-80-1,-54 52 0,-26 120 0,53 53 1,92-40-17</inkml:trace>
  <inkml:trace contextRef="#ctx0" brushRef="#br0" timeOffset="-201560.54">18688 12603 0,'0'0'0,"-13"0"16,13-13-1,-40 53 17,14-1-17,12-12-15,1-1 16,-13 54 0,12-67-16,14 13 15,40 27 1,-13-53-1,52 14 1,-66-28 0,40-52-1,-66-66 17,-40 26-1,0 93 0,40 26-15</inkml:trace>
  <inkml:trace contextRef="#ctx0" brushRef="#br0" timeOffset="-201058.16">18847 12445 0,'0'0'0,"-14"-66"15,14 39 1,0 1 0,0 131 15,0 120 0,0-53 0,0-132-15,0 0 0,0-67 15,40-105 0,26 13 0,-13 132 1,0 119-1,-40-52 0,-13-54-15</inkml:trace>
  <inkml:trace contextRef="#ctx0" brushRef="#br0" timeOffset="-200514.76">19138 12630 0,'0'0'0,"0"-53"32,13 66-1,13 27-15,-12 66 15,-14-40 0,0-53 0,39-119 1,14-39-1,-40 118-16,-13 14-15,27-13 16,-1 105 15,-26-39-31,13 92 32,14-66-1,13-66 0,12-66 0,-38 39-31,-14 14 16,13 0-16</inkml:trace>
  <inkml:trace contextRef="#ctx0" brushRef="#br0" timeOffset="-189963.34">12789 11069 0,'0'0'0,"27"-13"16,-14-13 15,-13 12-15,0 1-1,0 0 1,-27-13 0,14 12-1,0 14-15,-40-13 16,27 26-1,-54 27 1,-65 105 15,105-39 1,40-93-17,66 40 1,80-26 15,-120-27-15,80-13-1,-93 13-15,0 0 16,14-27 0,-14 14-1,-13 0 1</inkml:trace>
  <inkml:trace contextRef="#ctx0" brushRef="#br0" timeOffset="-188948.97">12776 11281 0,'0'13'78,"0"66"-47,0 14 0,0-14 1,0-65-17,0-1 1,0 0-16,0-26 78,-13 0-47,-27-1 1,-13 28-1,-13 25 0,13 14 0,53-26-15,0-14-16,0 66 31,66-26 0,67-40 1,52-52-1,-159 25-31,93-12 31,-53 0 0,-52-14 1,-14 0-1,0 27-31,-14-13 31,1-1-15,0 1 15,13-1 0,-13 14 16,13 0-16,-14 13-31</inkml:trace>
  <inkml:trace contextRef="#ctx0" brushRef="#br0" timeOffset="-188218.26">12670 10964 0,'13'-14'31,"80"-25"1,66 12-1,-133 14-31,14 0 31,-67 39 0,-12 40 1,52 67-1,0-94-31,14 107 31,-14-107-31,13 133 31,1-26 1,-1-40-1,-13-67 0,-13-39-15</inkml:trace>
  <inkml:trace contextRef="#ctx0" brushRef="#br0" timeOffset="-187588.12">12829 10077 0,'0'0'0,"-27"-52"16,14 38-16,-26-65 31,39 66 0,0 92 0,26 172-15,40 80 15,-53-278-15,27 106-1</inkml:trace>
  <inkml:trace contextRef="#ctx0" brushRef="#br0" timeOffset="-176762.1">17233 16081 0,'0'0'0,"13"-13"31,14-13 0,-14 26 1,53 0-1,-53 13-31,27 13 31,-27 14 0,-92 0 1,-14-40-1,80 0-31,-13-53 31,79-26 0,13 65 1,-40 80-1,-52-13 0,-80 0 0,40-53 1,105-66-1,28 0 0,-28 66 0</inkml:trace>
  <inkml:trace contextRef="#ctx0" brushRef="#br0" timeOffset="-176165.61">17828 16200 0,'-53'0'31,"14"27"1,39-14-32,-27 93 31,40 13 0,106-66 0,27-93 1,-106-66-1,-54 80-31,-78-80 31,65 80-31,-78-40 31,78-14 1,106 14-1,27 66 0,-53 79 0,-40 40 1,-26-52-17</inkml:trace>
  <inkml:trace contextRef="#ctx0" brushRef="#br0" timeOffset="-175654.91">18265 16148 0,'13'0'32,"-26"0"-32,-1 52 31,14-38-31,0 65 31,-13-53-31,13 54 16,0-54-1,-13 27 1,13-53 15,13-132 0,40-66 1,-40 171-17,40-26 1,-39 53 0,25 66-1,-39-39 1,27 118-1,-27-118 1,0 79 0,0-93-1,0 13-15</inkml:trace>
  <inkml:trace contextRef="#ctx0" brushRef="#br0" timeOffset="-174884.47">18265 16293 0,'0'0'0,"0"-13"16,39-27 15,67-13 0,-79 40-31,65-13 16,-79 26 0,40 0-1,-39 92 17,-28 14-1,1-27 0,0-65 0,13-54 1,0 27-17,0-106 1,13 92-1,40-92 1,-27 93 0,-12 12-16,39-12 15,-27 26 1,27 40 0,-40-27-1,14 79 1,-27-65-1,0-1-15,0 1 16,-27 52 0,27-66-1,-13-39 1,13 13 0,40-93-1,-27 79 1,53-52-1,-53 79-15,53 53 32,-66-13-17,-13 92 1,0-92 0</inkml:trace>
  <inkml:trace contextRef="#ctx0" brushRef="#br0" timeOffset="-172293.86">5423 16809 0,'0'0'0,"0"26"15,13 80 1,-13-80 0,26 54-1,-13-40 1,-13-14-1,0-13 1,0 0-16,-13-52 31,-40-133 1,40 132-32,-40-198 31,40 172-16,0 13-15,0-106 16,65-13 15,-25 146-31,132 26 32,-54 66-17,-78-26 1,52 119-1,-79-120 1,-39 120 0,-81 0 15,94-146-15,13 0-16,-40 13 15,40-92 16,13 40-31,0 13 16,53-53 0,26 118 15,-66-25-15,0-1-16,40 54 15,0-14 1,27 26 15,-67-78-15,13-14-16,-13 0 0</inkml:trace>
  <inkml:trace contextRef="#ctx0" brushRef="#br0" timeOffset="-171856.69">6057 16624 0,'0'0'0,"-13"-14"16,13 1-16,-26 0 16,-27-13 15,26 92 0,27 79 0,53-39 1,40-106-1,-14-93 0,-79-52 0,-13 118-31,-66-39 32,12 106-1,41 13 0,39-53-15</inkml:trace>
  <inkml:trace contextRef="#ctx0" brushRef="#br0" timeOffset="-171261.97">6137 16319 0,'-13'-26'0,"26"52"0,-66-197 31,53 144-31,13 27 32,66 172-1,27 79 0,-93-211-31,54 105 31,-41-105 1,-26-93-1,0 27-31,0-1 16,0 1-16,0-106 31,40 52 0,26 54 0,-53 26-31,53 66 32,-53-40-32,27 93 31,-80-13 0,-65-79 0,-14-67 1</inkml:trace>
  <inkml:trace contextRef="#ctx0" brushRef="#br0" timeOffset="-170826.63">6481 16108 0,'-27'-40'31,"54"80"-31,-14-119 32,132 211-1,1 185 0,-252 40 0,-13-238-31</inkml:trace>
  <inkml:trace contextRef="#ctx0" brushRef="#br0" timeOffset="-170340.7">4933 16452 0,'0'0'0,"0"158"31,13-105-31,80 199 31,132-1 1,53-198-1,-212-80-31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7:01:37.460"/>
    </inkml:context>
    <inkml:brush xml:id="br0">
      <inkml:brushProperty name="width" value="0.05" units="cm"/>
      <inkml:brushProperty name="height" value="0.05" units="cm"/>
      <inkml:brushProperty name="color" value="#FFFFFF"/>
    </inkml:brush>
  </inkml:definitions>
  <inkml:trace contextRef="#ctx0" brushRef="#br0">1 1 24575,'0'0'-8191</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7:01:46.863"/>
    </inkml:context>
    <inkml:brush xml:id="br0">
      <inkml:brushProperty name="width" value="0.05" units="cm"/>
      <inkml:brushProperty name="height" value="0.05" units="cm"/>
      <inkml:brushProperty name="color" value="#FFFFFF"/>
    </inkml:brush>
  </inkml:definitions>
  <inkml:trace contextRef="#ctx0" brushRef="#br0">1 39 24575,'0'1'0,"0"-1"0,1 1 0,-1 0 0,0 0 0,1-1 0,-1 1 0,1 0 0,-1 0 0,1-1 0,-1 1 0,1-1 0,-1 1 0,1 0 0,0-1 0,-1 1 0,1-1 0,0 0 0,-1 1 0,1-1 0,0 1 0,0-1 0,0 0 0,-1 0 0,1 1 0,0-1 0,0 0 0,0 0 0,-1 0 0,1 0 0,0 0 0,0 0 0,0 0 0,0 0 0,1-1 0,30-2 0,45-18 0,-57 15 0,-1 0 0,2 1 0,-1 1 0,1 1 0,-1 1 0,39 0 0,-57 3 0,0-1 0,1 1 0,-1 0 0,0-1 0,0 1 0,0 0 0,1 0 0,-1 0 0,0 1 0,0-1 0,-1 1 0,1-1 0,0 1 0,0-1 0,-1 1 0,1 0 0,-1 0 0,1 0 0,-1 0 0,0 0 0,0 0 0,0 0 0,0 0 0,1 5 0,2 5 0,0 1 0,-2 0 0,3 19 0,-3-11 0,56 623 0,-52 5 0,-6-465 0,10-45 0,-1 1 0,-8-118 0,7 37 0,-4-34 0,1 27 0,-6 253 0,1-302 0,1 1 0,-2-1 0,1 1 0,0 0 0,-1-1 0,0 1 0,-2 6 0,3-9 0,-1 0 0,1 0 0,-1 0 0,0-1 0,0 1 0,1 0 0,-1-1 0,0 1 0,0 0 0,0-1 0,0 1 0,0-1 0,1 1 0,-1-1 0,0 0 0,0 1 0,0-1 0,0 0 0,0 0 0,-1 0 0,1 0 0,0 1 0,0-1 0,0-1 0,0 1 0,0 0 0,0 0 0,0 0 0,0-1 0,0 1 0,0 0 0,-1-1 0,-15-3 41,0 2-1,0 0 1,0 0-1,-1 2 1,1 0 0,-27 4-1,-104 27-292,46-9-1145,73-16-5429</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7:01:54.868"/>
    </inkml:context>
    <inkml:brush xml:id="br0">
      <inkml:brushProperty name="width" value="0.05" units="cm"/>
      <inkml:brushProperty name="height" value="0.05" units="cm"/>
      <inkml:brushProperty name="color" value="#FFFFFF"/>
    </inkml:brush>
  </inkml:definitions>
  <inkml:trace contextRef="#ctx0" brushRef="#br0">383 425 24575,'3'-2'0,"0"1"0,0-1 0,0 0 0,0 0 0,-1 0 0,1 0 0,-1-1 0,1 1 0,-1-1 0,0 1 0,0-1 0,2-3 0,5-8 0,0-1 0,-1 1 0,-1-1 0,-1-1 0,0 1 0,-1-1 0,6-30 0,-5 5 0,3-81 0,-8 111 0,-2-25 0,1 34 0,0 0 0,0 0 0,0 0 0,-1 0 0,1 1 0,-1-1 0,1 0 0,-1 0 0,0 1 0,0-1 0,0 0 0,0 1 0,0-1 0,-2-2 0,3 4 0,-1 0 0,1-1 0,0 1 0,-1 0 0,1 0 0,-1-1 0,1 1 0,-1 0 0,1 0 0,0 0 0,-1 0 0,1 0 0,-1 0 0,1 0 0,-1 0 0,1 0 0,0 0 0,-1 0 0,1 0 0,-1 0 0,1 0 0,-1 0 0,1 0 0,-1 1 0,1-1 0,0 0 0,-1 0 0,1 0 0,0 1 0,-1-1 0,1 0 0,-1 1 0,-11 13 0,12-14 0,-18 29 0,1 1 0,1 0 0,2 1 0,-14 47 0,19-54 0,-149 502 0,89-274 0,54-200-341,-2 0 0,-2-1-1,-41 78 1,44-103-6485</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7:01:55.676"/>
    </inkml:context>
    <inkml:brush xml:id="br0">
      <inkml:brushProperty name="width" value="0.05" units="cm"/>
      <inkml:brushProperty name="height" value="0.05" units="cm"/>
      <inkml:brushProperty name="color" value="#FFFFFF"/>
    </inkml:brush>
  </inkml:definitions>
  <inkml:trace contextRef="#ctx0" brushRef="#br0">0 149 24575,'3'-3'0,"1"0"0,-1 1 0,1-1 0,-1 1 0,1 0 0,0 0 0,0 0 0,0 0 0,0 1 0,0 0 0,0 0 0,0 0 0,0 0 0,1 1 0,-1-1 0,0 1 0,0 0 0,9 1 0,6 2 0,-1 1 0,0 1 0,21 8 0,2 0 0,-18-7 0,0-1 0,1-1 0,-1 0 0,1-2 0,-1-1 0,44-4 0,-54 2 0,-1-1 0,0-1 0,0 0 0,0 0 0,-1-1 0,1-1 0,-1 0 0,0-1 0,0 0 0,-1 0 0,0-1 0,0-1 0,0 0 0,15-16 0,-23 21 0,4-2 0,-2 0 0,1-1 0,-1 0 0,0 1 0,0-1 0,0-1 0,4-9 0,-8 16 0,0 0 0,0 0 0,0 0 0,0 0 0,0 0 0,0-1 0,0 1 0,0 0 0,0 0 0,0 0 0,0 0 0,0 0 0,0 0 0,0 0 0,1 0 0,-1 0 0,0 0 0,0-1 0,0 1 0,0 0 0,0 0 0,0 0 0,0 0 0,0 0 0,0 0 0,-1 0 0,1 0 0,0 0 0,0 0 0,0-1 0,0 1 0,0 0 0,0 0 0,0 0 0,0 0 0,0 0 0,0 0 0,0 0 0,0 0 0,0 0 0,0 0 0,0 0 0,0 0 0,0 0 0,-1-1 0,1 1 0,0 0 0,0 0 0,0 0 0,0 0 0,0 0 0,0 0 0,0 0 0,0 0 0,0 0 0,0 0 0,-1 0 0,1 0 0,0 0 0,0 0 0,-8 5 0,-7 8 0,-2 4 0,1 0 0,0 1 0,2 1 0,0 1 0,1 0 0,1 0 0,1 1 0,-16 44 0,26-62 0,-1 1 0,1 0 0,0 0 0,0-1 0,1 1 0,-1 0 0,1 0 0,0 0 0,0 0 0,0 0 0,0 0 0,1 0 0,0-1 0,0 1 0,0 0 0,0 0 0,0-1 0,1 1 0,0-1 0,-1 1 0,1-1 0,0 1 0,1-1 0,-1 0 0,1 0 0,-1 0 0,1-1 0,0 1 0,0-1 0,0 1 0,0-1 0,1 0 0,-1 0 0,1 0 0,-1-1 0,1 1 0,0-1 0,-1 0 0,1 0 0,0 0 0,6 0 0,-2 0 0,1 0 0,-1 0 0,0-2 0,1 1 0,-1-1 0,0 0 0,1 0 0,-1-1 0,0 0 0,0-1 0,0 0 0,-1 0 0,1-1 0,-1 1 0,1-2 0,9-7 0,-13 9 0,1 0 0,-1-1 0,-1 1 0,1-1 0,0 0 0,-1 0 0,0 0 0,0-1 0,0 1 0,-1-1 0,1 0 0,-1 0 0,0 0 0,0 0 0,-1 0 0,0 0 0,0 0 0,0 0 0,0-1 0,-1 1 0,0 0 0,0-1 0,0 1 0,-1 0 0,1 0 0,-1-1 0,-2-4 0,2 7 0,-1 0 0,1 0 0,-1 0 0,0 0 0,1 1 0,-1-1 0,0 1 0,0-1 0,-1 1 0,1 0 0,-1 0 0,1 0 0,-1 0 0,1 0 0,-1 0 0,0 1 0,0-1 0,-4 0 0,24 1 0,1 0 0,27-5 0,-21 1 0,8-3 0,0 2 0,0 2 0,48-2 0,-71 6 0,0 1 0,0 0 0,0 0 0,0 1 0,0 0 0,0 0 0,0 1 0,-1 0 0,0 1 0,1-1 0,-1 2 0,0-1 0,-1 1 0,1 1 0,-1-1 0,0 1 0,7 8 0,-5-4 0,-2 0 0,0 0 0,0 1 0,0 0 0,-2 0 0,1 1 0,4 15 0,-7-19 0,-1-1 0,0 0 0,-1 1 0,1-1 0,-2 1 0,1-1 0,-1 1 0,0 0 0,0-1 0,-1 1 0,0-1 0,-1 1 0,-2 9 0,3-15 0,1-1 0,-1 0 0,1 1 0,-1-1 0,0 1 0,0-1 0,1 0 0,-1 0 0,0 1 0,0-1 0,0 0 0,0 0 0,-1 0 0,1 0 0,0 0 0,0 0 0,-1 0 0,1-1 0,0 1 0,-1 0 0,1-1 0,-1 1 0,1-1 0,-1 0 0,1 1 0,-1-1 0,1 0 0,-1 0 0,1 0 0,-1 0 0,1 0 0,-1 0 0,1 0 0,-1-1 0,1 1 0,-1 0 0,1-1 0,-2 0 0,-1-1 0,0 0 0,0 0 0,0 0 0,0 0 0,1-1 0,-1 0 0,1 1 0,-1-1 0,1-1 0,0 1 0,0 0 0,-2-5 0,1 2 0,1-1 0,0 0 0,1 1 0,-1-1 0,1 0 0,1 0 0,-1 0 0,1-1 0,0 1 0,1 0 0,0 0 0,0-1 0,1 1 0,-1 0 0,2 0 0,-1 0 0,1 0 0,0 0 0,0 0 0,1 0 0,3-6 0,4-7 0,1 1 0,0 0 0,1 1 0,1 0 0,28-28 0,-30 34 0,2 1 0,-1 0 0,2 1 0,24-15 0,-30 21 0,-1 0 0,1 0 0,1 1 0,-1 0 0,0 0 0,1 1 0,-1 0 0,1 1 0,0-1 0,15 1 0,-21 2-68,1-1 0,0 1-1,0 0 1,0 0 0,-1 0 0,1 0-1,-1 0 1,1 1 0,-1 0 0,1 0-1,-1 0 1,0 0 0,0 0 0,0 1-1,0-1 1,0 1 0,0 0-1,-1 0 1,3 3 0,7 14-6758</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7:01:56.141"/>
    </inkml:context>
    <inkml:brush xml:id="br0">
      <inkml:brushProperty name="width" value="0.05" units="cm"/>
      <inkml:brushProperty name="height" value="0.05" units="cm"/>
      <inkml:brushProperty name="color" value="#FFFFFF"/>
    </inkml:brush>
  </inkml:definitions>
  <inkml:trace contextRef="#ctx0" brushRef="#br0">283 46 24575,'0'-3'0,"1"0"0,-1-1 0,1 1 0,0 0 0,0 0 0,2-5 0,3-10 0,-9 17 0,-4 7 0,-8 10 0,-48 70 0,-61 111 0,111-175 0,1 1 0,0 1 0,2 0 0,1 0 0,0 1 0,-5 33 0,12-49 0,1 0 0,0 0 0,1 1 0,0-1 0,0 0 0,1 0 0,0 1 0,1-1 0,0 0 0,0 0 0,1-1 0,0 1 0,0 0 0,1-1 0,0 0 0,1 0 0,0 0 0,0-1 0,1 1 0,0-1 0,9 8 0,-2-3-227,1-2-1,1 0 1,-1 0-1,2-1 1,24 10-1,19 5-6598</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7:01:56.422"/>
    </inkml:context>
    <inkml:brush xml:id="br0">
      <inkml:brushProperty name="width" value="0.05" units="cm"/>
      <inkml:brushProperty name="height" value="0.05" units="cm"/>
      <inkml:brushProperty name="color" value="#FFFFFF"/>
    </inkml:brush>
  </inkml:definitions>
  <inkml:trace contextRef="#ctx0" brushRef="#br0">4 11 24575,'-1'-1'0,"1"1"0,0 0 0,0 0 0,0 0 0,-1 0 0,1 0 0,0 0 0,0 0 0,0 0 0,0-1 0,0 1 0,-1 0 0,1 0 0,0 0 0,0 0 0,0 0 0,0-1 0,0 1 0,0 0 0,0 0 0,0 0 0,0 0 0,0-1 0,0 1 0,0 0 0,-1 0 0,1 0 0,0-1 0,0 1 0,0 0 0,1 0 0,-1 0 0,0-1 0,0 1 0,0 0 0,0 0 0,0 0 0,0 0 0,0-1 0,0 1 0,0 0 0,0 0 0,0 0 0,0 0 0,1-1 0,-1 1 0,0 0 0,0 0 0,0 0 0,1 0 0,13-2 0,18 6 0,-7 2 0,0 2 0,-1 0 0,0 2 0,0 1 0,-1 1 0,-1 0 0,0 2 0,-1 1 0,0 0 0,26 27 0,-34-30 0,0 1 0,-1 1 0,-1 1 0,0-1 0,-1 2 0,0-1 0,-1 1 0,-1 1 0,-1-1 0,0 2 0,-1-1 0,-1 0 0,-1 1 0,0 0 0,2 28 0,-6-34 25,-1 1-1,0-1 0,-1 0 1,0 1-1,0-1 1,-2 0-1,1 0 0,-2-1 1,1 1-1,-2-1 0,1 0 1,-1 0-1,-12 15 1,3-7-269,-1-1 0,-1-1 0,0-1 0,-1 0 1,0-1-1,-22 13 0,-55 29-6582</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7:02:00.689"/>
    </inkml:context>
    <inkml:brush xml:id="br0">
      <inkml:brushProperty name="width" value="0.05" units="cm"/>
      <inkml:brushProperty name="height" value="0.05" units="cm"/>
      <inkml:brushProperty name="color" value="#FFFFFF"/>
    </inkml:brush>
  </inkml:definitions>
  <inkml:trace contextRef="#ctx0" brushRef="#br0">45 38 24575,'-17'-12'0,"15"11"0,0 0 0,-1 0 0,1-1 0,0 1 0,0-1 0,0 1 0,1-1 0,-1 0 0,0 0 0,0 1 0,1-1 0,-1-1 0,-1-2 0,9 7 0,10 8 0,0 1 0,-1 1 0,23 23 0,-13-11 0,228 218-636,-65-60-152,877 776-1869,-471-433 2679,-325-278-757,268 230 1119,-508-455-825,-11-10-2899</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7:02:01.001"/>
    </inkml:context>
    <inkml:brush xml:id="br0">
      <inkml:brushProperty name="width" value="0.05" units="cm"/>
      <inkml:brushProperty name="height" value="0.05" units="cm"/>
      <inkml:brushProperty name="color" value="#FFFFFF"/>
    </inkml:brush>
  </inkml:definitions>
  <inkml:trace contextRef="#ctx0" brushRef="#br0">3174 71 24575,'0'-2'0,"0"-1"0,-1 0 0,1 1 0,0-1 0,-1 0 0,1 1 0,-1-1 0,0 0 0,0 1 0,0-1 0,0 1 0,-1 0 0,1-1 0,0 1 0,-1 0 0,0 0 0,0 0 0,1 0 0,-1 0 0,0 0 0,0 0 0,-1 1 0,1-1 0,0 1 0,-1 0 0,1-1 0,0 1 0,-5-1 0,-1 0 0,-1 0 0,0 0 0,1 1 0,-1 0 0,0 0 0,0 1 0,-15 2 0,-17 4 12,1 1-1,0 2 0,-38 15 0,-118 51-177,171-65 105,-494 219-1289,-622 374 1,702-329 1133,325-195-56,-175 160 0,247-195 410,27-28 419,-31 27 0,46-43-553,0 1 1,-1-1-1,1 0 1,0 1-1,0-1 1,-1 0-1,1 1 1,0-1-1,0 0 1,-1 0-1,1 1 1,0-1-1,-1 0 1,1 0-1,0 0 1,-1 1-1,1-1 1,-1 0-1,1 0 0,0 0 1,-1 0-1,1 0 1,-1 0-1,1 0 1,0 0-1,-1 0 1,1 0-1,-1 0 1,1 0-1,0 0 1,-1 0-1,1 0 1,0 0-1,-1 0 1,1-1-1,-1 1 1,1 0-1,0 0 1,-1 0-1,1-1 1,0 1-1,-1 0 1,1 0-1,0-1 0,0 1 1,-1 0-1,1-1 1,0 1-1,0 0 1,-1-1-1,1 1 1,0 0-1,0-1 1,0 1-1,0 0 1,0-1-1,0 1 1,0-1-1,-1 1 1,1 0-1,0-1 1,0 1-1,1-1 1,-3-15-6094</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7:02:08.577"/>
    </inkml:context>
    <inkml:brush xml:id="br0">
      <inkml:brushProperty name="width" value="0.05" units="cm"/>
      <inkml:brushProperty name="height" value="0.05" units="cm"/>
      <inkml:brushProperty name="color" value="#FFFFFF"/>
    </inkml:brush>
  </inkml:definitions>
  <inkml:trace contextRef="#ctx0" brushRef="#br0">71 235 24575,'-3'-4'0,"0"0"0,0-1 0,0 1 0,1 0 0,0-1 0,-1 1 0,2-1 0,-1 0 0,0 0 0,-1-9 0,-5-53 0,7 55 0,1 3 0,-1 1 0,1 0 0,1 0 0,-1 0 0,1 0 0,3-10 0,-4 16 0,1 1 0,-1-1 0,1 1 0,-1-1 0,1 1 0,0 0 0,-1-1 0,1 1 0,0 0 0,0-1 0,0 1 0,0 0 0,0 0 0,0 0 0,0 0 0,1 0 0,-1 0 0,0 0 0,0 0 0,1 1 0,-1-1 0,1 0 0,-1 1 0,0-1 0,1 1 0,-1 0 0,1-1 0,0 1 0,-1 0 0,1 0 0,-1 0 0,1 0 0,-1 0 0,1 0 0,-1 0 0,1 1 0,-1-1 0,1 1 0,2 0 0,4 3 0,0-1 0,1 1 0,-1 1 0,-1 0 0,1 0 0,-1 0 0,0 1 0,0 0 0,0 1 0,-1-1 0,10 15 0,-8-10 0,0 1 0,-1-1 0,0 1 0,-1 1 0,-1-1 0,0 1 0,4 17 0,-7-20 0,-1-1 0,0 1 0,0 0 0,-1-1 0,-1 1 0,1-1 0,-2 1 0,1-1 0,-1 1 0,-1-1 0,1 0 0,-2 0 0,1 0 0,-9 14 0,-7 8 0,0-1 0,-41 45 0,-7 11 0,60-75 31,0 0 0,1 1 0,0-1 0,1 1 0,0 0 0,1 0 0,1 1 0,0-1 1,0 1-1,0 17 0,2-20-163,1 1 1,1-1 0,0 0-1,1 1 1,0-1 0,0 0 0,1 0-1,0 0 1,1 0 0,0-1 0,1 1-1,11 17 1,6 3-6695</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7:02:08.720"/>
    </inkml:context>
    <inkml:brush xml:id="br0">
      <inkml:brushProperty name="width" value="0.05" units="cm"/>
      <inkml:brushProperty name="height" value="0.05" units="cm"/>
      <inkml:brushProperty name="color" value="#FFFFFF"/>
    </inkml:brush>
  </inkml:definitions>
  <inkml:trace contextRef="#ctx0" brushRef="#br0">23 0 24575,'-3'3'0,"-4"2"0,-1 2 0,4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7:02:09.049"/>
    </inkml:context>
    <inkml:brush xml:id="br0">
      <inkml:brushProperty name="width" value="0.05" units="cm"/>
      <inkml:brushProperty name="height" value="0.05" units="cm"/>
      <inkml:brushProperty name="color" value="#FFFFFF"/>
    </inkml:brush>
  </inkml:definitions>
  <inkml:trace contextRef="#ctx0" brushRef="#br0">1 299 24575,'0'-22'0,"-1"-1"0,2 0 0,0 0 0,1 1 0,6-24 0,-6 39 0,0 1 0,0-1 0,0 1 0,1 0 0,0 0 0,1 0 0,-1 0 0,1 0 0,0 1 0,1-1 0,-1 1 0,1 0 0,0 1 0,0-1 0,1 1 0,-1 0 0,13-6 0,-4 3 0,0 1 0,1 1 0,0 1 0,0 0 0,0 1 0,0 0 0,1 1 0,26 1 0,-24 1 0,0 1 0,0 1 0,1 0 0,-1 1 0,-1 2 0,1 0 0,18 7 0,-30-9 0,-1-1 0,1 1 0,-1 0 0,0 1 0,0-1 0,0 1 0,0 0 0,-1 0 0,0 1 0,1-1 0,4 9 0,-7-10 0,0 0 0,-1 0 0,1 1 0,-1-1 0,1 1 0,-1-1 0,0 1 0,-1 0 0,1-1 0,-1 1 0,1 0 0,-1-1 0,0 1 0,-1 0 0,1-1 0,0 1 0,-1 0 0,0-1 0,0 1 0,-2 4 0,-3 4 0,0 0 0,0-1 0,-1 0 0,-1 0 0,0-1 0,0 0 0,-16 14 0,-74 58 0,88-75 0,-46 36 102,-73 58 100,117-89-411,1 0 1,-1 0-1,2 1 0,0 1 1,0-1-1,2 2 1,-12 23-1,7-4-6617</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7:02:09.170"/>
    </inkml:context>
    <inkml:brush xml:id="br0">
      <inkml:brushProperty name="width" value="0.05" units="cm"/>
      <inkml:brushProperty name="height" value="0.05" units="cm"/>
      <inkml:brushProperty name="color" value="#FFFFFF"/>
    </inkml:brush>
  </inkml:definitions>
  <inkml:trace contextRef="#ctx0" brushRef="#br0">1 1 24575,'3'0'0,"1"3"0,3 4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16T07:16:32.993"/>
    </inkml:context>
    <inkml:brush xml:id="br0">
      <inkml:brushProperty name="width" value="0.05" units="cm"/>
      <inkml:brushProperty name="height" value="0.05" units="cm"/>
      <inkml:brushProperty name="color" value="#FFFFFF"/>
    </inkml:brush>
  </inkml:definitions>
  <inkml:trace contextRef="#ctx0" brushRef="#br0">1 0 24575,'0'0'-8191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1T04:41:36.642"/>
    </inkml:context>
    <inkml:brush xml:id="br0">
      <inkml:brushProperty name="width" value="0.05" units="cm"/>
      <inkml:brushProperty name="height" value="0.05" units="cm"/>
      <inkml:brushProperty name="color" value="#FFC114"/>
    </inkml:brush>
  </inkml:definitions>
  <inkml:trace contextRef="#ctx0" brushRef="#br0">1 0 24575,'0'0'-8191</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7:11.456"/>
    </inkml:context>
    <inkml:brush xml:id="br0">
      <inkml:brushProperty name="width" value="0.05" units="cm"/>
      <inkml:brushProperty name="height" value="0.05" units="cm"/>
      <inkml:brushProperty name="color" value="#FFC114"/>
    </inkml:brush>
  </inkml:definitions>
  <inkml:trace contextRef="#ctx0" brushRef="#br0">810 306 24575,'0'-6'0,"1"0"0,0-1 0,1 1 0,-1 0 0,5-8 0,4-20 0,-10 32 0,5-28 0,0-37 0,-4 60 0,-1 0 0,0 1 0,-1-1 0,0 0 0,0 0 0,0 0 0,-1 1 0,0-1 0,0 1 0,0-1 0,-7-10 0,6 13 0,-1 1 0,1 0 0,-1 0 0,1 0 0,-1 0 0,0 1 0,0 0 0,0-1 0,-1 2 0,1-1 0,0 0 0,-1 1 0,1 0 0,-1 0 0,0 0 0,1 0 0,-1 1 0,0 0 0,1 0 0,-1 0 0,-7 2 0,-7 0 0,0 1 0,0 1 0,-33 11 0,27-5 0,0 0 0,1 2 0,0 0 0,1 2 0,0 1 0,1 0 0,1 2 0,1 0 0,0 2 0,1 0 0,1 1 0,-22 31 0,30-35 0,0-1 0,1 2 0,1-1 0,0 1 0,1 0 0,1 1 0,1-1 0,0 1 0,1 0 0,1 1 0,1-1 0,1 0 0,0 1 0,1-1 0,1 1 0,1-1 0,1 1 0,9 34 0,-1-22 0,2-1 0,0-1 0,2 0 0,22 32 0,85 106 0,-69-97 0,202 303 0,-226-323 0,-3 1 0,-2 1 0,-2 1 0,-2 1 0,23 105 0,-38-132 0,-2 0 0,0 1 0,-2-1 0,-1 1 0,-1-1 0,-2 1 0,0-1 0,-14 50 0,10-55 0,-1-1 0,-1 0 0,-1 0 0,-1 0 0,-1-1 0,0-1 0,-2 0 0,0-1 0,-1 0 0,-32 28 0,10-16 0,-2-2 0,0-2 0,-1-2 0,-2-1 0,0-3 0,-2-1 0,0-2 0,0-2 0,-2-2 0,-80 13 0,103-23 0,1-1 0,-28-1 0,42-2 0,-1 1 0,1-1 0,1-1 0,-1 1 0,0-1 0,0-1 0,0 1 0,1-1 0,-11-6 0,16 7 0,0 1 0,-1-1 0,1 0 0,0 1 0,0-1 0,0 0 0,0-1 0,0 1 0,1 0 0,-1 0 0,1-1 0,-1 1 0,1-1 0,0 1 0,0-1 0,0 0 0,0 1 0,1-1 0,-1 0 0,1 1 0,-1-1 0,1 0 0,0 0 0,0 0 0,0 1 0,1-1 0,-1 0 0,1 0 0,-1 1 0,2-5 0,2-3 0,0 1 0,0 0 0,0 0 0,1 0 0,1 1 0,-1-1 0,11-9 0,3-3 0,1 1 0,1 1 0,1 1 0,1 1 0,1 0 0,0 2 0,0 1 0,2 1 0,0 2 0,47-16 0,-51 20 0,0 1 0,1 2 0,0 0 0,0 1 0,0 1 0,0 1 0,0 1 0,0 1 0,0 1 0,0 1 0,-1 2 0,1 0 0,37 14 0,-45-13 0,0 2 0,-1 0 0,0 1 0,0 0 0,-1 1 0,0 0 0,-1 1 0,19 22 0,-16-14 0,-1 0 0,-1 0 0,-1 1 0,-1 1 0,13 34 0,-8-10 0,-3 0 0,-2 2 0,-1-1 0,-3 1 0,2 74 0,-10-27 0,-25 180 0,2-66 0,23-194-105,0-1 0,1 1 0,1 0 0,0-1 0,0 1 0,1-1 0,1 0 0,1 0 0,0 0 0,0 0 0,1 0 0,14 23 0,1-7-6721</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7:12.261"/>
    </inkml:context>
    <inkml:brush xml:id="br0">
      <inkml:brushProperty name="width" value="0.05" units="cm"/>
      <inkml:brushProperty name="height" value="0.05" units="cm"/>
      <inkml:brushProperty name="color" value="#FFC114"/>
    </inkml:brush>
  </inkml:definitions>
  <inkml:trace contextRef="#ctx0" brushRef="#br0">977 432 24575,'-31'-113'0,"21"71"0,-30-76 0,34 105 0,0-1 0,-1 1 0,0 1 0,-1-1 0,-1 1 0,0 1 0,0 0 0,-15-13 0,20 20 0,-1 0 0,0 1 0,0 0 0,0-1 0,0 2 0,0-1 0,-1 1 0,1 0 0,-1 0 0,0 0 0,0 1 0,1 0 0,-1 0 0,0 0 0,0 1 0,0 0 0,0 0 0,0 0 0,0 1 0,0 0 0,0 0 0,-9 3 0,-1 3 0,1-1 0,0 2 0,1 0 0,0 0 0,0 2 0,0 0 0,2 0 0,-1 1 0,-19 22 0,17-14 0,0 0 0,1 0 0,0 2 0,2 0 0,1 0 0,-10 25 0,12-20 0,1 0 0,1 0 0,1 0 0,1 1 0,2 0 0,1 0 0,1 0 0,1 0 0,1 0 0,2 0 0,0 0 0,2 0 0,1 0 0,1-1 0,1 0 0,2-1 0,0 0 0,2 0 0,0-1 0,2-1 0,1 0 0,18 22 0,20 15 0,3-2 0,105 85 0,47 45 0,-193-172 0,-1 0 0,0 1 0,-1 1 0,-1 0 0,-1 1 0,17 37 0,-25-48 0,0 1 0,0-1 0,-1 1 0,-1 0 0,1-1 0,-1 1 0,-1 0 0,1 0 0,-2 0 0,1 0 0,-1 0 0,0-1 0,-1 1 0,0 0 0,-1-1 0,0 1 0,0-1 0,0 0 0,-8 12 0,1-5 0,-2 0 0,0 0 0,0-1 0,-1-1 0,-1 0 0,-1-1 0,1 0 0,-2-1 0,-29 16 0,0-5 0,-1-1 0,-69 22 0,59-26 0,0-2 0,-1-3 0,0-2 0,-1-3 0,0-2 0,-108-6 0,148-1 0,0 0 0,0-1 0,1-1 0,-1-1 0,-29-12 0,42 14 0,-1 1 0,1-1 0,0-1 0,0 1 0,0-1 0,1 0 0,-1 0 0,1 0 0,-5-6 0,7 7 0,0 0 0,0 0 0,0-1 0,1 1 0,0 0 0,-1 0 0,1-1 0,1 1 0,-1-1 0,0 1 0,1-1 0,-1 1 0,1-1 0,0 1 0,0-1 0,1 1 0,0-5 0,1 2 0,0-1 0,0 1 0,1 0 0,0-1 0,0 1 0,1 1 0,0-1 0,0 0 0,0 1 0,0 0 0,1 0 0,0 0 0,0 0 0,1 1 0,-1 0 0,1 0 0,0 0 0,7-3 0,2 0 0,-1 0 0,1 1 0,0 1 0,0 0 0,1 1 0,28-4 0,-29 6 0,0 2 0,1 0 0,-1 0 0,1 2 0,-1 0 0,0 0 0,0 2 0,0-1 0,0 2 0,15 7 0,-12-4 0,-1 2 0,-1 0 0,0 0 0,0 2 0,-1 0 0,0 0 0,16 20 0,-7-3 0,-1 1 0,-1 1 0,-2 0 0,-2 2 0,-1 0 0,-1 1 0,21 68 0,56 313 83,-40-148-179,-35-192-580,42 107 0,-37-128-6150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33.447"/>
    </inkml:context>
    <inkml:brush xml:id="br0">
      <inkml:brushProperty name="width" value="0.05" units="cm"/>
      <inkml:brushProperty name="height" value="0.05" units="cm"/>
      <inkml:brushProperty name="color" value="#FFC114"/>
    </inkml:brush>
  </inkml:definitions>
  <inkml:trace contextRef="#ctx0" brushRef="#br0">651 862 24575,'1'-12'0,"1"-1"0,0 0 0,5-18 0,2-16 0,-6 25 0,-1-1 0,-1 1 0,0-1 0,-2 1 0,-5-29 0,5 44 0,-1 1 0,0 0 0,0 0 0,0 0 0,-1 0 0,0 0 0,0 0 0,0 1 0,-1 0 0,-4-6 0,4 8 0,1 0 0,-1 0 0,1 0 0,-1 0 0,0 1 0,0-1 0,0 1 0,0 0 0,-1 0 0,1 1 0,0-1 0,-1 1 0,1 0 0,-1 0 0,-7 0 0,-7 0 0,0 2 0,1 0 0,-1 1 0,1 0 0,-1 2 0,1 0 0,0 2 0,-32 13 0,12-2 0,1 2 0,-66 46 0,83-51 0,0 2 0,1 1 0,1 0 0,0 1 0,-18 25 0,29-33 0,0-1 0,1 1 0,0 0 0,1 0 0,0 0 0,0 1 0,1 0 0,1 0 0,0 0 0,0 0 0,1 1 0,1-1 0,-1 19 0,2-24 0,1 0 0,0 0 0,0 1 0,0-1 0,1 0 0,0 0 0,0-1 0,0 1 0,1 0 0,0-1 0,0 1 0,0-1 0,1 0 0,5 6 0,-3-5 0,0 0 0,1 0 0,0-1 0,0 0 0,1-1 0,-1 1 0,1-1 0,0 0 0,11 3 0,-1-2 0,0-1 0,0 0 0,1-1 0,-1-1 0,1 0 0,-1-2 0,1 0 0,35-6 0,-19-1 0,0-2 0,-1-2 0,0-1 0,-1-1 0,0-2 0,-1-1 0,-1-2 0,0-1 0,-1-1 0,-2-2 0,37-35 0,-38 31 0,-2-1 0,0-1 0,-2-1 0,-1-1 0,-2-1 0,0-1 0,-3 0 0,0-2 0,-3 0 0,21-70 0,-27 69 0,-2 0 0,-1 0 0,0-54 0,-5 67 0,-1 1 0,-2-1 0,0 0 0,0 1 0,-2-1 0,-14-37 0,17 54 0,-1 0 0,1-1 0,-1 2 0,0-1 0,0 0 0,-1 0 0,1 1 0,-1 0 0,-5-5 0,8 8 0,0 0 0,0 0 0,-1 1 0,1-1 0,0 0 0,-1 1 0,1-1 0,-1 1 0,1 0 0,0-1 0,-1 1 0,1 0 0,-1 0 0,1 0 0,-1 0 0,1 0 0,-1 0 0,1 0 0,-1 1 0,1-1 0,0 0 0,-1 1 0,1-1 0,0 1 0,-1 0 0,1-1 0,0 1 0,-1 0 0,1 0 0,0 0 0,0 0 0,0 0 0,0 0 0,0 0 0,0 0 0,0 0 0,0 0 0,1 1 0,-2 1 0,-4 6 0,1 0 0,-1 0 0,2 1 0,-1 0 0,1 0 0,1 1 0,-3 13 0,-12 82 0,16-90 0,-6 45 0,4 2 0,2-1 0,2 0 0,4 0 0,2 0 0,3 0 0,2-1 0,3 0 0,24 64 0,-14-71-1365,-2-10-5461</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34.150"/>
    </inkml:context>
    <inkml:brush xml:id="br0">
      <inkml:brushProperty name="width" value="0.05" units="cm"/>
      <inkml:brushProperty name="height" value="0.05" units="cm"/>
      <inkml:brushProperty name="color" value="#FFC114"/>
    </inkml:brush>
  </inkml:definitions>
  <inkml:trace contextRef="#ctx0" brushRef="#br0">80 277 24575,'-3'-11'0,"-3"12"0,-7 17 0,6 4 0,0 0 0,2 1 0,0 0 0,-2 29 0,1 98 0,-1 9 0,1-118 0,3-21 0,0 1 0,1 33 0,5-49 0,3-12 0,5-13 0,11-34 0,28-107 0,-1 1 0,-38 130 0,139-332 0,-146 354 0,0 0 0,0 1 0,1-1 0,0 1 0,1 0 0,0 0 0,8-7 0,-12 12 0,0 1 0,1-1 0,-1 0 0,1 1 0,0-1 0,-1 1 0,1 0 0,0 0 0,0 0 0,0 0 0,0 0 0,0 1 0,0-1 0,0 1 0,0 0 0,0 0 0,0 0 0,0 0 0,0 1 0,0-1 0,0 1 0,0 0 0,0 0 0,4 2 0,13 6 0,0 2 0,0 1 0,-1 0 0,-1 1 0,23 22 0,-10-6 0,53 64 0,-77-84 0,0 1 0,-1-1 0,0 1 0,-1 0 0,0 1 0,0-1 0,-1 1 0,0 0 0,-1 0 0,0 0 0,1 13 0,-4-17 0,0 0 0,0-1 0,0 1 0,-1 0 0,0 0 0,0-1 0,0 1 0,-1 0 0,0-1 0,-1 0 0,1 1 0,-1-1 0,-1 0 0,1 0 0,-1 0 0,0-1 0,0 0 0,0 1 0,-10 8 0,-3 0 0,0 0 0,-24 15 0,37-26 0,0 0 0,-1 0 0,0-1 0,1 0 0,-1 0 0,0 0 0,0 0 0,0-1 0,-1 0 0,1 0 0,0 0 0,0-1 0,-1 1 0,1-1 0,-6-1 0,10 1 0,0 0 0,1 0 0,-1 0 0,0 0 0,1 0 0,-1-1 0,1 1 0,-1 0 0,0 0 0,1-1 0,-1 1 0,1 0 0,-1-1 0,1 1 0,-1 0 0,1-1 0,-1 1 0,1-1 0,-1 1 0,1-1 0,-1 1 0,1-1 0,0 1 0,-1-1 0,1 1 0,0-1 0,0 1 0,-1-1 0,1 0 0,0 0 0,0 0 0,1 0 0,-1 0 0,0 0 0,1 0 0,-1 0 0,1 0 0,-1 0 0,1 0 0,0 0 0,-1 1 0,1-1 0,0 0 0,-1 0 0,3 0 0,33-22 0,-14 15 0,0 2 0,1 1 0,0 1 0,0 0 0,0 2 0,0 1 0,1 0 0,-1 2 0,0 1 0,0 1 0,0 1 0,0 0 0,41 15 0,-60-17 0,0-1 0,0 1 0,1 0 0,-1 0 0,-1 1 0,1-1 0,0 1 0,0-1 0,-1 1 0,0 1 0,0-1 0,1 0 0,3 6 0,-6-7 0,0 1 0,-1-1 0,1 0 0,0 0 0,-1 1 0,1-1 0,-1 0 0,1 0 0,-1 1 0,0-1 0,0 0 0,0 1 0,-1-1 0,1 0 0,0 1 0,-1-1 0,0 0 0,1 1 0,-1-1 0,0 0 0,0 0 0,0 0 0,-1 0 0,1 0 0,0 0 0,-1 0 0,-2 2 0,-3 4 0,-1 1 0,-1-2 0,0 1 0,0-1 0,0-1 0,-1 0 0,-14 7 0,-80 30 0,95-39 0,-70 22-341,-2-4 0,-1-3-1,-145 14 1,137-25-6485</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34.923"/>
    </inkml:context>
    <inkml:brush xml:id="br0">
      <inkml:brushProperty name="width" value="0.05" units="cm"/>
      <inkml:brushProperty name="height" value="0.05" units="cm"/>
      <inkml:brushProperty name="color" value="#FFC114"/>
    </inkml:brush>
  </inkml:definitions>
  <inkml:trace contextRef="#ctx0" brushRef="#br0">140 1 24575,'-4'0'0,"0"-1"0,0 1 0,0 0 0,0 1 0,0-1 0,0 1 0,0-1 0,0 1 0,1 0 0,-1 1 0,0-1 0,0 1 0,1-1 0,-1 1 0,1 0 0,-1 1 0,1-1 0,0 1 0,0-1 0,0 1 0,0 0 0,1 0 0,-1 0 0,1 0 0,-1 0 0,-1 5 0,-3 5 0,1 1 0,1 0 0,0 0 0,0 0 0,2 0 0,0 1 0,0-1 0,1 1 0,1 17 0,1 20 0,9 63 0,-8-108 0,48 365 0,-18-173 0,5 253 0,-39-325 0,-19 128 0,-38 120 0,58-367 0,-14 76 0,3 0 0,-2 124 0,15-202 0,0-1 0,0 1 0,1-1 0,0 0 0,0 1 0,0-1 0,0 0 0,1 0 0,0 0 0,0 0 0,1 0 0,-1 0 0,1 0 0,0-1 0,0 1 0,0-1 0,9 7 0,-6-6 0,0-1 0,1 1 0,0-2 0,0 1 0,1-1 0,-1 0 0,0-1 0,1 1 0,0-2 0,0 1 0,15 0 0,42 1 0,0-4 0,126-16 0,-94 6 0,2952-250-8548,3 53 2686,-2892 197 5757,4702-256-1763,-4245 239 1981,1447-79 1910,-1673 70 689,-293 20-1608,-96 17-956,1 0 0,-1-1 1,0 0-1,1 1 0,-1-1 0,0 0 0,0 0 0,1 0 0,-1 0 1,0 0-1,0-1 0,-1 1 0,1-1 0,2-1 0,-4 2-118,1 1 0,-1 0 1,0-1-1,0 1 0,0 0 0,0-1 0,0 1 0,0-1 0,0 1 0,-1 0 1,1-1-1,0 1 0,0 0 0,0-1 0,0 1 0,0 0 0,-1-1 0,1 1 0,0 0 1,0-1-1,0 1 0,-1 0 0,1 0 0,0-1 0,0 1 0,-1 0 0,1 0 0,-1-1 1,-20-10 661,-52-9 1341,-18 0-5614</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36.111"/>
    </inkml:context>
    <inkml:brush xml:id="br0">
      <inkml:brushProperty name="width" value="0.05" units="cm"/>
      <inkml:brushProperty name="height" value="0.05" units="cm"/>
      <inkml:brushProperty name="color" value="#FFC114"/>
    </inkml:brush>
  </inkml:definitions>
  <inkml:trace contextRef="#ctx0" brushRef="#br0">124 630 24575,'-6'0'0,"0"-1"0,0-1 0,0 1 0,1-1 0,-11-3 0,-18-6 0,20 9 0,-11-1 0,20 1 0,10 1 0,1211-110-2095,-907 88 1848,98-8-518,56-2-2295,61-2 2295,2770-149-3674,8 75-129,694 90 4099,-1947 18 850,-1616-2-90,-62-3 588,-135 4-465,262-9-170,-172-14 5625,-311 20-2038,-43 3-1942,-36 4-1019,0 3 0,-96 19 0,155-23-870,-12 2 0,0 1 0,0 0 0,-21 10 0,34-13 0,0 1 0,0 0 0,1 0 0,-1 0 0,1 0 0,-1 1 0,1 0 0,0-1 0,0 1 0,0 0 0,0 0 0,1 1 0,-1-1 0,1 1 0,0-1 0,0 1 0,0 0 0,1-1 0,-3 8 0,1 6 0,1 1 0,0 0 0,2 0 0,0-1 0,1 1 0,0 0 0,7 27 0,39 124 0,-41-149 0,72 216 0,102 355 0,-157-491 0,-4 1 0,-5 0 0,-4 1 0,-3 107 0,-9-162 0,-2 1 0,-10 47 0,10-74 0,-1-1 0,-1 0 0,-1-1 0,0 1 0,-1-2 0,-2 1 0,-12 19 0,15-29 0,0 0 0,-1-1 0,0 1 0,0-2 0,0 0 0,-1 0 0,0 0 0,-1-1 0,0 0 0,0-1 0,0 0 0,0-1 0,-1 0 0,-16 4 0,-12 0 0,0-2 0,-73 2 0,47-4 0,-514 7-502,-6-37-1667,287 11 1371,-1445-54-4396,1300 58 5666</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36.591"/>
    </inkml:context>
    <inkml:brush xml:id="br0">
      <inkml:brushProperty name="width" value="0.05" units="cm"/>
      <inkml:brushProperty name="height" value="0.05" units="cm"/>
      <inkml:brushProperty name="color" value="#FFC114"/>
    </inkml:brush>
  </inkml:definitions>
  <inkml:trace contextRef="#ctx0" brushRef="#br0">0 24 24575,'0'-5'0,"0"-6"0,0 4 0,0 7 0,0 9 0,0 11 0,0 12 0,0 11 0,0 6 0,0 4 0,0 3 0,5 1 0,1 0 0,0-10-8191</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37.014"/>
    </inkml:context>
    <inkml:brush xml:id="br0">
      <inkml:brushProperty name="width" value="0.05" units="cm"/>
      <inkml:brushProperty name="height" value="0.05" units="cm"/>
      <inkml:brushProperty name="color" value="#FFC114"/>
    </inkml:brush>
  </inkml:definitions>
  <inkml:trace contextRef="#ctx0" brushRef="#br0">197 297 24575,'-62'-56'0,"40"37"0,0-1 0,1-1 0,-35-45 0,55 64 0,-1 0 0,1 0 0,-1 0 0,1 0 0,0 0 0,0 0 0,0-1 0,0 1 0,0 0 0,1-1 0,-1 1 0,1-1 0,-1 1 0,1-1 0,0 1 0,0-1 0,0 1 0,0 0 0,1-1 0,-1 1 0,2-4 0,-1 3 0,1 1 0,0-1 0,0 1 0,0-1 0,0 1 0,0 0 0,1 0 0,-1 0 0,1 0 0,-1 0 0,1 0 0,0 1 0,-1-1 0,1 1 0,0 0 0,5-2 0,15-4 0,0 1 0,1 2 0,0 0 0,-1 1 0,1 1 0,40 2 0,-7 4 0,92 19 0,-85-10 0,109 38 0,-150-42 0,0 0 0,0 2 0,-1 1 0,0 0 0,-1 2 0,-1 0 0,32 29 0,-47-38 0,0 0 0,-1 1 0,0-1 0,1 1 0,-2 0 0,1 0 0,-1 0 0,0 0 0,0 1 0,-1-1 0,1 1 0,-2-1 0,1 1 0,-1 0 0,1 8 0,-2-9 0,0 0 0,-1 1 0,0-1 0,0 0 0,0 1 0,-1-1 0,0 0 0,0 0 0,-1 0 0,0-1 0,0 1 0,0 0 0,0-1 0,-1 0 0,0 0 0,-8 8 0,-5 3 0,-1-1 0,-1 0 0,0-2 0,-1 0 0,0-1 0,-1-1 0,0-1 0,-41 13 0,5-6 0,-1-2 0,-77 9 0,84-17-273,0-3 0,0-2 0,0-2 0,-57-8 0,32-4-6553</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37.370"/>
    </inkml:context>
    <inkml:brush xml:id="br0">
      <inkml:brushProperty name="width" value="0.05" units="cm"/>
      <inkml:brushProperty name="height" value="0.05" units="cm"/>
      <inkml:brushProperty name="color" value="#FFC114"/>
    </inkml:brush>
  </inkml:definitions>
  <inkml:trace contextRef="#ctx0" brushRef="#br0">67 53 24575,'10'0'0,"7"0"0,5 0 0,0 4 0,-4 7 0,-6 6 0,-4 4 0,-4 3 0,-3 8 0,0 2 0,2 5 0,3 5 0,3 0 0,1 2 0,-1 1 0,2-1 0,-1-5 0,-1-8-8191</inkml:trace>
  <inkml:trace contextRef="#ctx0" brushRef="#br0" timeOffset="1">67 244 24575,'-1'-8'0,"0"0"0,-1 0 0,-1 0 0,1 1 0,-1-1 0,-1 1 0,1 0 0,-8-10 0,-1-6 0,8 16 0,0-1 0,1 0 0,0 0 0,0 0 0,1 0 0,0 0 0,0-1 0,0-9 0,2 16 0,0 0 0,1-1 0,-1 1 0,1-1 0,-1 1 0,1 0 0,0-1 0,0 1 0,0 0 0,0 0 0,0 0 0,0 0 0,1 0 0,-1 0 0,1 0 0,-1 0 0,1 0 0,0 1 0,0-1 0,0 0 0,0 1 0,0 0 0,0-1 0,0 1 0,0 0 0,0 0 0,1 0 0,-1 1 0,0-1 0,1 1 0,-1-1 0,5 0 0,10-1 0,1 0 0,0 1 0,0 1 0,-1 1 0,1 0 0,32 7 0,103 33 0,-102-24 0,82 38 0,-114-45 0,1 1 0,-2 0 0,0 1 0,0 1 0,-1 1 0,29 30 0,-43-40 0,0-1 0,-1 0 0,1 1 0,-1-1 0,0 1 0,0 0 0,0 0 0,0-1 0,-1 1 0,0 0 0,0 1 0,0-1 0,0 0 0,0 0 0,-1 0 0,0 1 0,0-1 0,0 0 0,-1 8 0,-1-7 0,0 0 0,0 1 0,0-1 0,0 0 0,-1 0 0,0-1 0,0 1 0,0 0 0,-1-1 0,1 0 0,-1 0 0,0 0 0,0 0 0,-8 4 0,-1 1 11,-1-1 0,0-1 0,0 0 0,-1-1-1,0 0 1,0-1 0,-1-1 0,1-1 0,-18 2-1,-25 1-577,-63-1-1,106-5 230,-57 0-6488</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37.746"/>
    </inkml:context>
    <inkml:brush xml:id="br0">
      <inkml:brushProperty name="width" value="0.05" units="cm"/>
      <inkml:brushProperty name="height" value="0.05" units="cm"/>
      <inkml:brushProperty name="color" value="#FFC114"/>
    </inkml:brush>
  </inkml:definitions>
  <inkml:trace contextRef="#ctx0" brushRef="#br0">1 0 24575,'0'5'0,"0"6"0,0 6 0,0 4 0,0 4 0,4 2 0,2 1 0,5 5 0,4 2 0,5 3 0,-1 6 0,1 0 0,1 0 0,3-1 0,1 1 0,-4-2 0,-5-9-8191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38.074"/>
    </inkml:context>
    <inkml:brush xml:id="br0">
      <inkml:brushProperty name="width" value="0.05" units="cm"/>
      <inkml:brushProperty name="height" value="0.05" units="cm"/>
      <inkml:brushProperty name="color" value="#FFC114"/>
    </inkml:brush>
  </inkml:definitions>
  <inkml:trace contextRef="#ctx0" brushRef="#br0">329 104 24575,'0'-6'0,"0"0"0,0 0 0,-1 0 0,0 0 0,0 0 0,0 1 0,-1-1 0,0 0 0,0 1 0,-4-9 0,4 12 0,0-1 0,0 1 0,0 0 0,0-1 0,0 1 0,0 0 0,-1 0 0,1 1 0,-1-1 0,1 0 0,-1 1 0,0 0 0,1-1 0,-1 1 0,0 0 0,0 0 0,0 1 0,0-1 0,0 1 0,0-1 0,0 1 0,-5 0 0,-1 1 0,-1 0 0,1 0 0,-1 1 0,1 0 0,0 1 0,0 0 0,0 0 0,0 1 0,0 0 0,1 0 0,-14 10 0,11-5 0,0-1 0,1 1 0,0 1 0,0 0 0,1 0 0,0 1 0,1 0 0,-7 14 0,9-16 0,2 0 0,0 0 0,0 0 0,0 1 0,1-1 0,1 1 0,-1 0 0,2 0 0,-1 0 0,2 0 0,-1 12 0,2-15 0,0 0 0,0 0 0,0 0 0,1 0 0,0-1 0,0 1 0,1 0 0,0-1 0,0 0 0,1 0 0,-1 0 0,1 0 0,1 0 0,-1-1 0,1 1 0,0-1 0,6 4 0,0-1 0,0 0 0,1-1 0,0 0 0,0-1 0,1 0 0,0-1 0,0-1 0,0 0 0,1-1 0,-1 0 0,20 1 0,7-1 0,0-2 0,66-6 0,-7-8-1365,-8-5-5461</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38.468"/>
    </inkml:context>
    <inkml:brush xml:id="br0">
      <inkml:brushProperty name="width" value="0.05" units="cm"/>
      <inkml:brushProperty name="height" value="0.05" units="cm"/>
      <inkml:brushProperty name="color" value="#FFC114"/>
    </inkml:brush>
  </inkml:definitions>
  <inkml:trace contextRef="#ctx0" brushRef="#br0">7 84 24575,'-5'-5'0,"4"-6"0,5-1 0,8 1 0,11 3 0,11 2 0,8-2 0,12 0 0,5 2 0,3 2 0,-1 1 0,-10 1-8191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38.793"/>
    </inkml:context>
    <inkml:brush xml:id="br0">
      <inkml:brushProperty name="width" value="0.05" units="cm"/>
      <inkml:brushProperty name="height" value="0.05" units="cm"/>
      <inkml:brushProperty name="color" value="#FFC114"/>
    </inkml:brush>
  </inkml:definitions>
  <inkml:trace contextRef="#ctx0" brushRef="#br0">222 141 24575,'2'-2'0,"0"0"0,0 0 0,-1-1 0,1 1 0,-1 0 0,1-1 0,-1 1 0,0-1 0,0 1 0,0-1 0,0 1 0,-1-1 0,1 0 0,-1 1 0,1-1 0,-1 0 0,0 0 0,0 1 0,0-1 0,0 0 0,-1 0 0,1 1 0,-1-1 0,0 0 0,1 1 0,-1-1 0,0 1 0,-1-1 0,1 1 0,0-1 0,-1 1 0,1 0 0,-4-4 0,1 2 0,0-1 0,0 1 0,0 0 0,-1 0 0,1 1 0,-1-1 0,0 1 0,0 0 0,0 0 0,-1 1 0,1-1 0,-1 1 0,1 0 0,-10-1 0,7 2 0,1 0 0,-1 1 0,1 0 0,0 0 0,-1 0 0,1 1 0,0 1 0,-1-1 0,1 1 0,0 0 0,0 1 0,-9 4 0,13-6 0,1 1 0,-1 0 0,1 0 0,-1 0 0,1 1 0,-1-1 0,1 0 0,0 1 0,0-1 0,0 1 0,1 0 0,-1 0 0,1 0 0,-1 0 0,1 0 0,0 0 0,0 0 0,0 0 0,1 0 0,-1 0 0,1 1 0,0-1 0,-1 0 0,1 0 0,1 1 0,-1-1 0,0 0 0,1 0 0,0 1 0,1 3 0,2 4 0,0 0 0,1-1 0,0 0 0,0 0 0,1 0 0,1 0 0,-1-1 0,2 0 0,11 11 0,14 12 0,36 26 0,-48-41 0,2 1 0,43 38 0,-61-51 0,0 0 0,-1 1 0,1-1 0,-1 1 0,0 0 0,-1 1 0,0-1 0,1 0 0,2 11 0,-6-16 0,1 1 0,-1-1 0,0 1 0,1-1 0,-1 1 0,0-1 0,0 1 0,0-1 0,0 1 0,0-1 0,-1 1 0,1-1 0,0 0 0,-1 1 0,1-1 0,-1 1 0,1-1 0,-1 0 0,0 1 0,1-1 0,-1 0 0,0 0 0,0 1 0,0-1 0,-2 2 0,0-1 0,0 0 0,-1 0 0,1 0 0,0-1 0,-1 1 0,0-1 0,1 0 0,-1 0 0,1 0 0,-6 0 0,-4 1 0,-1-2 0,0 1 0,0-2 0,-24-3 0,24 1-170,1-1-1,0 0 0,0-1 1,0 0-1,1-1 0,-1-1 1,-13-10-1,-4-4-6655</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39.151"/>
    </inkml:context>
    <inkml:brush xml:id="br0">
      <inkml:brushProperty name="width" value="0.05" units="cm"/>
      <inkml:brushProperty name="height" value="0.05" units="cm"/>
      <inkml:brushProperty name="color" value="#FFC114"/>
    </inkml:brush>
  </inkml:definitions>
  <inkml:trace contextRef="#ctx0" brushRef="#br0">274 4 24575,'-47'-2'0,"22"1"0,-1 0 0,-43 5 0,64-3 0,-1 0 0,1 0 0,0 0 0,-1 1 0,1 0 0,0 0 0,0 0 0,0 0 0,0 1 0,1 0 0,-1 0 0,1 0 0,-1 0 0,1 1 0,0 0 0,0 0 0,1 0 0,-4 5 0,4-4 0,1 0 0,0 1 0,0 0 0,1-1 0,-1 1 0,1 0 0,0 0 0,1 0 0,-1 0 0,1 0 0,0-1 0,1 1 0,0 0 0,0 0 0,0 0 0,3 9 0,2 3 0,0-1 0,2 0 0,-1-1 0,13 19 0,-9-19 0,1 0 0,0-1 0,2-1 0,-1 0 0,2 0 0,0-2 0,0 0 0,1 0 0,0-2 0,1 0 0,24 10 0,-13-8 0,0-1 0,1-2 0,0 0 0,0-2 0,1-2 0,49 4 0,-69-9 0,1 0 0,-1-1 0,0 0 0,0 0 0,0-2 0,16-4 0,-24 7 0,0-1 0,-1 0 0,1 0 0,0 0 0,0 0 0,-1 0 0,1 0 0,-1 0 0,1 0 0,-1-1 0,1 1 0,-1 0 0,0-1 0,1 0 0,-1 1 0,0-1 0,1-1 0,-2 1 0,0 0 0,0 0 0,0 0 0,0 1 0,0-1 0,0 0 0,0 0 0,0 0 0,-1 1 0,1-1 0,-1 0 0,1 1 0,-1-1 0,0 0 0,0 1 0,0-1 0,0 1 0,0-1 0,0 1 0,0-1 0,0 1 0,-2-2 0,-6-6 0,-1 0 0,0 1 0,0 0 0,0 0 0,-1 1 0,-16-7 0,-74-31 0,86 39 0,-199-69 0,200 69 0,15 2 0,24 2 0,292 29-1365,-248-24-5461</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39.543"/>
    </inkml:context>
    <inkml:brush xml:id="br0">
      <inkml:brushProperty name="width" value="0.05" units="cm"/>
      <inkml:brushProperty name="height" value="0.05" units="cm"/>
      <inkml:brushProperty name="color" value="#FFC114"/>
    </inkml:brush>
  </inkml:definitions>
  <inkml:trace contextRef="#ctx0" brushRef="#br0">1 170 24575,'0'-5'0,"0"-5"0,0-7 0,0-4 0,5 5 0,1 11 0,0 10 0,3 10 0,0 10 0,4 7 0,-1 7 0,2 5 0,0 6 0,1 3 0,-2-3 0,-3-1 0,2-8 0,-2-12-8191</inkml:trace>
  <inkml:trace contextRef="#ctx0" brushRef="#br0" timeOffset="1">466 6 24575,'4'-4'0,"7"2"0,1 7 0,-2 12 0,-2 12 0,-2 10 0,-3 13 0,3 7 0,5 2 0,1 5 0,3 0 0,-1-10-8191</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7:13.069"/>
    </inkml:context>
    <inkml:brush xml:id="br0">
      <inkml:brushProperty name="width" value="0.05" units="cm"/>
      <inkml:brushProperty name="height" value="0.05" units="cm"/>
      <inkml:brushProperty name="color" value="#FFC114"/>
    </inkml:brush>
  </inkml:definitions>
  <inkml:trace contextRef="#ctx0" brushRef="#br0">1102 436 24575,'-8'-27'0,"-7"-55"0,-3-7 0,12 67 0,0 0 0,-2 0 0,0 1 0,-2 0 0,-18-29 0,24 44 0,0 0 0,-1 0 0,0 0 0,0 1 0,0 0 0,-1 0 0,0 0 0,0 1 0,0-1 0,0 1 0,-1 1 0,0 0 0,1 0 0,-1 0 0,0 0 0,-1 1 0,1 0 0,0 1 0,0 0 0,-14-1 0,6 3 0,1 0 0,-1 1 0,1 0 0,-1 1 0,1 1 0,0 0 0,1 1 0,-1 1 0,1 0 0,0 0 0,0 2 0,1-1 0,0 2 0,-15 12 0,-2 5 0,0 2 0,2 1 0,1 1 0,-23 35 0,32-42 0,2 1 0,0 0 0,2 1 0,1 0 0,0 1 0,2 0 0,2 1 0,0 0 0,2 1 0,0-1 0,2 1 0,1 0 0,2 0 0,0 1 0,2-1 0,1 0 0,2 0 0,0 0 0,2-1 0,1 1 0,1-1 0,19 42 0,-2-19 0,3 0 0,1-2 0,72 87 0,131 117 0,-131-147 0,69 83 0,-128-136 0,68 108 0,-93-130 0,-1 1 0,-2 0 0,-1 1 0,-1 1 0,10 45 0,-18-55 0,0 1 0,-2 0 0,0 0 0,-2 0 0,0 0 0,-2 0 0,-1 0 0,-9 39 0,4-40 0,0 0 0,-1 0 0,-1-1 0,-2 0 0,0-1 0,-1 0 0,-1-1 0,-1 0 0,0-2 0,-2 1 0,0-2 0,-1 0 0,-1-2 0,0 0 0,-26 15 0,5-6 0,-2-2 0,0-1 0,-1-2 0,-1-3 0,-1-1 0,0-2 0,-47 6 0,54-13 0,1-1 0,-1-3 0,0-1 0,0-1 0,0-3 0,-68-12 0,85 11 0,0-1 0,1-2 0,-1 0 0,1-1 0,1-1 0,0 0 0,0-2 0,0 0 0,2-1 0,-1-1 0,2-1 0,0 0 0,-20-23 0,27 26 0,2 0 0,-1 0 0,1-1 0,1 0 0,0-1 0,1 1 0,0-1 0,1 0 0,0 0 0,1-1 0,1 1 0,0-1 0,1 1 0,0-1 0,2-26 0,1 30 0,-1 0 0,1 1 0,0-1 0,1 1 0,0-1 0,1 1 0,0 0 0,0 0 0,1 1 0,0-1 0,1 1 0,-1 0 0,2 0 0,-1 1 0,1 0 0,0 0 0,0 1 0,1-1 0,0 2 0,0-1 0,1 1 0,14-7 0,-11 7 0,0 1 0,1 0 0,-1 0 0,1 2 0,0-1 0,0 2 0,0-1 0,0 2 0,0 0 0,0 0 0,0 1 0,0 1 0,0 0 0,-1 1 0,1 0 0,0 1 0,14 7 0,-10-3 0,-1 1 0,0 0 0,-1 1 0,0 1 0,0 1 0,-1 0 0,-1 0 0,0 1 0,-1 1 0,0 0 0,16 27 0,-10-10 0,-2 0 0,-2 0 0,-1 1 0,11 38 0,24 135 0,-34-134 0,3 0 0,30 78 0,-40-133 8,1 0-1,1 0 1,0 0-1,1-2 1,1 1-1,1-1 1,0-1-1,0 0 1,1 0-1,1-2 1,0 1-1,0-2 1,1 0-1,1-1 1,21 10-1,0-3-255,0-2 1,1-2-1,0-1 1,1-3-1,72 9 1,-58-13-6579</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7:15.510"/>
    </inkml:context>
    <inkml:brush xml:id="br0">
      <inkml:brushProperty name="width" value="0.05" units="cm"/>
      <inkml:brushProperty name="height" value="0.05" units="cm"/>
      <inkml:brushProperty name="color" value="#FFC114"/>
    </inkml:brush>
  </inkml:definitions>
  <inkml:trace contextRef="#ctx0" brushRef="#br0">0 389 24575,'0'-1'0,"0"1"0,0-1 0,0 1 0,0-1 0,0 1 0,0 0 0,0-1 0,0 1 0,0-1 0,0 1 0,0-1 0,1 1 0,-1 0 0,0-1 0,0 1 0,0-1 0,1 1 0,-1 0 0,0-1 0,0 1 0,1 0 0,-1-1 0,0 1 0,1 0 0,-1-1 0,0 1 0,1 0 0,-1 0 0,0-1 0,1 1 0,-1 0 0,1 0 0,-1 0 0,0 0 0,1 0 0,-1-1 0,1 1 0,-1 0 0,1 0 0,-1 0 0,0 0 0,1 0 0,-1 0 0,1 0 0,-1 1 0,1-1 0,-1 0 0,1 0 0,-1 0 0,0 0 0,1 0 0,-1 1 0,0-1 0,1 0 0,-1 0 0,1 1 0,1 0 0,0 0 0,1 1 0,-1-1 0,0 1 0,0-1 0,-1 1 0,1 0 0,0-1 0,1 4 0,1 2 0,-1 0 0,0 1 0,0-1 0,-1 1 0,0 0 0,0 0 0,-1 0 0,0 10 0,-1 70 0,-1-48 0,-1 2 0,1 37 0,1-72 0,1 0 0,-1 0 0,2-1 0,-1 1 0,1 0 0,0 0 0,0-1 0,5 9 0,-6-13 0,0 0 0,0 0 0,0-1 0,1 1 0,-1-1 0,0 1 0,1-1 0,-1 0 0,1 1 0,0-1 0,-1 0 0,1 0 0,0 0 0,-1 0 0,1 0 0,0-1 0,0 1 0,0-1 0,0 1 0,2 0 0,0-1 0,0 0 0,0 0 0,0 0 0,0-1 0,0 0 0,0 1 0,0-1 0,0-1 0,6-1 0,6-5 0,1-1 0,-1-1 0,22-16 0,-29 19 0,67-52 0,93-90 0,56-84 0,4-3 0,-187 195-1365,-11 9-5461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48.879"/>
    </inkml:context>
    <inkml:brush xml:id="br0">
      <inkml:brushProperty name="width" value="0.05" units="cm"/>
      <inkml:brushProperty name="height" value="0.05" units="cm"/>
      <inkml:brushProperty name="color" value="#FFC114"/>
    </inkml:brush>
  </inkml:definitions>
  <inkml:trace contextRef="#ctx0" brushRef="#br0">4 292 24575,'-1'-61'0,"-1"29"0,2 0 0,1 1 0,7-39 0,-6 63 0,0-1 0,1 1 0,0 0 0,7-14 0,-9 20 0,-1 0 0,1 0 0,0 0 0,0-1 0,0 2 0,-1-1 0,1 0 0,0 0 0,0 0 0,0 0 0,0 0 0,0 1 0,1-1 0,-1 1 0,0-1 0,2 0 0,-3 1 0,1 0 0,0 0 0,0 1 0,0-1 0,0 0 0,0 0 0,-1 1 0,1-1 0,0 0 0,0 1 0,-1-1 0,1 1 0,0-1 0,0 1 0,-1 0 0,1-1 0,-1 1 0,1 0 0,0-1 0,-1 1 0,0 0 0,1 0 0,-1-1 0,1 1 0,-1 0 0,0 0 0,1 1 0,4 12 0,-1 1 0,0 0 0,-1 0 0,0 0 0,-1 0 0,0 23 0,0 2 0,24 646-389,-7-77 63,52 13 326,-56-542 0,4-1 0,3-1 0,3-1 0,4-1 0,65 121 0,-84-179-156,0 0 1,2-1-1,0 0 0,1-1 0,1 0 1,0-1-1,22 18 0,-3-11-6074</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49.349"/>
    </inkml:context>
    <inkml:brush xml:id="br0">
      <inkml:brushProperty name="width" value="0.05" units="cm"/>
      <inkml:brushProperty name="height" value="0.05" units="cm"/>
      <inkml:brushProperty name="color" value="#FFC114"/>
    </inkml:brush>
  </inkml:definitions>
  <inkml:trace contextRef="#ctx0" brushRef="#br0">20 359 24575,'-1'0'0,"1"0"0,-1 0 0,1 0 0,-1 0 0,0 0 0,1 0 0,-1 0 0,0 0 0,1 0 0,-1 0 0,0 0 0,1 0 0,-1 0 0,1 0 0,-1 1 0,0-1 0,1 0 0,-1 0 0,1 1 0,-1-1 0,1 1 0,-1-1 0,1 0 0,-1 1 0,1-1 0,-1 1 0,1-1 0,-1 1 0,1-1 0,0 1 0,-1-1 0,1 1 0,0-1 0,0 1 0,-1 0 0,1-1 0,0 1 0,0 0 0,0-1 0,0 1 0,0-1 0,0 1 0,0 0 0,0 0 0,0 0 0,1 1 0,-1-1 0,1 0 0,0 1 0,0-1 0,-1 0 0,1 0 0,0 0 0,0 1 0,0-1 0,0 0 0,1-1 0,-1 1 0,0 0 0,0 0 0,1 0 0,-1-1 0,0 1 0,1 0 0,-1-1 0,2 1 0,21 4 0,0 0 0,1-2 0,0 0 0,43-3 0,-21 1 0,1079-32-3792,-674 10 2313,13 3-918,62-3 1174,1804-49-4124,8 23 3413,81-2 1806,-7-26 133,-1931 56 348,-60 3-76,-61 2 480,405-15 3673,-675 26-2524,-82 2-1525</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50.665"/>
    </inkml:context>
    <inkml:brush xml:id="br0">
      <inkml:brushProperty name="width" value="0.05" units="cm"/>
      <inkml:brushProperty name="height" value="0.05" units="cm"/>
      <inkml:brushProperty name="color" value="#FFC114"/>
    </inkml:brush>
  </inkml:definitions>
  <inkml:trace contextRef="#ctx0" brushRef="#br0">22 356 24575,'0'-2'0,"0"0"0,0 0 0,0 0 0,0 1 0,-1-1 0,1 0 0,-1 0 0,1 0 0,-1 1 0,0-1 0,0 0 0,1 1 0,-1-1 0,0 0 0,-1 1 0,0-2 0,-8-11 0,10 13 0,0 0 0,1 1 0,-1-1 0,0 1 0,0-1 0,1 1 0,-1 0 0,0-1 0,1 1 0,-1-1 0,0 1 0,1-1 0,-1 1 0,1 0 0,-1-1 0,1 1 0,-1 0 0,1 0 0,-1-1 0,1 1 0,-1 0 0,1 0 0,-1 0 0,1 0 0,-1-1 0,1 1 0,-1 0 0,1 0 0,-1 0 0,1 0 0,0 0 0,-1 0 0,1 0 0,-1 1 0,1-1 0,29-2 0,-28 2 0,2578-60-9174,1799-37 2481,-9 40 6177,-3190 54 515,893-9 402,-4-40 2308,-1925 46-1498,282-6 4674,-369 15-3606,-39 2-1309,-24 0 207,-28 2-327,-375 2 5,286-11-808,129 2-47,317 13 0,-290-9 0,1 2 0,-1 1 0,-1 1 0,0 1 0,0 3 0,0 0 0,47 27 0,-70-33 0,-1 0 0,0 1 0,0 0 0,-1 1 0,1-1 0,-2 1 0,1 1 0,-1-1 0,0 1 0,-1 0 0,0 0 0,-1 1 0,0-1 0,0 1 0,-1 0 0,4 17 0,-1 11 0,-1 1 0,-1-1 0,-3 47 0,-38 465 0,5-198 0,21-140 0,10-1 0,30 266 0,-22-427 0,7 86 0,-13-133 0,-1 0 0,0 0 0,-1-1 0,1 1 0,0 0 0,-1 0 0,1 0 0,-3 4 0,3-6 0,0-1 0,-1 1 0,1 0 0,-1 0 0,1-1 0,-1 1 0,0 0 0,1-1 0,-1 1 0,1 0 0,-1-1 0,0 1 0,0-1 0,1 1 0,-1-1 0,0 0 0,0 1 0,0-1 0,-1 1 0,-3-1 0,0 0 0,0 0 0,0-1 0,1 0 0,-1 1 0,0-1 0,0-1 0,-7-2 0,9 3 0,-124-33-3,-133-18 0,-137 0-1261,-1245-86-5141,1462 126 5998,-850-48-1964,548 39 4633</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51.365"/>
    </inkml:context>
    <inkml:brush xml:id="br0">
      <inkml:brushProperty name="width" value="0.05" units="cm"/>
      <inkml:brushProperty name="height" value="0.05" units="cm"/>
      <inkml:brushProperty name="color" value="#FFC114"/>
    </inkml:brush>
  </inkml:definitions>
  <inkml:trace contextRef="#ctx0" brushRef="#br0">84 454 24575,'3'-3'0,"-1"1"0,0-1 0,-1 0 0,1 0 0,0 0 0,-1 0 0,2-5 0,-3 7 0,1 0 0,-1 0 0,1 0 0,-1 0 0,0 0 0,0-1 0,1 1 0,-1 0 0,0 0 0,0 0 0,0 0 0,0 0 0,0-1 0,-1 1 0,1 0 0,0 0 0,0 0 0,-1 0 0,1 0 0,-1 0 0,1 0 0,-1 0 0,1 0 0,-2-1 0,2 2 0,-1 0 0,1 0 0,-1 0 0,0 0 0,1 0 0,-1 0 0,0 0 0,1 0 0,-1 0 0,1 1 0,-1-1 0,1 0 0,-1 0 0,0 1 0,1-1 0,-1 0 0,1 1 0,-1-1 0,1 1 0,0-1 0,-1 0 0,1 1 0,-1-1 0,1 1 0,0-1 0,-1 1 0,1 0 0,0-1 0,0 1 0,-1-1 0,1 1 0,0-1 0,0 1 0,0 0 0,0-1 0,0 2 0,-11 27 0,11-28 0,-19 67 0,3 0 0,3 1 0,3 1 0,-2 124 0,36-262 0,29-98 0,7 2 0,95-180 0,-152 338 0,7-16 0,2 0 0,0 1 0,2 0 0,29-35 0,-42 54 0,1 1 0,-1-1 0,1 0 0,-1 1 0,1 0 0,0-1 0,0 1 0,0 0 0,0 0 0,0 0 0,0 0 0,0 0 0,0 0 0,0 1 0,0-1 0,1 1 0,-1-1 0,0 1 0,4 0 0,-4 0 0,0 1 0,0 0 0,0 0 0,0-1 0,0 1 0,0 0 0,0 1 0,0-1 0,0 0 0,0 1 0,0-1 0,-1 1 0,1-1 0,-1 1 0,1 0 0,0 2 0,6 8 0,-1 1 0,0 1 0,-1-1 0,7 26 0,-7-22 0,94 293-1365,-87-256-5461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51.897"/>
    </inkml:context>
    <inkml:brush xml:id="br0">
      <inkml:brushProperty name="width" value="0.05" units="cm"/>
      <inkml:brushProperty name="height" value="0.05" units="cm"/>
      <inkml:brushProperty name="color" value="#FFC114"/>
    </inkml:brush>
  </inkml:definitions>
  <inkml:trace contextRef="#ctx0" brushRef="#br0">68 415 24575,'-9'-9'0,"1"-1"0,0 0 0,1 0 0,0 0 0,1-1 0,-10-22 0,15 29 0,0 1 0,0-1 0,0 1 0,0 0 0,1-1 0,-1 1 0,1-1 0,0 0 0,0 1 0,0-1 0,1 1 0,1-7 0,-1 8 0,0 0 0,0-1 0,0 1 0,0 0 0,1 0 0,0 0 0,-1 0 0,1 0 0,0 0 0,0 0 0,0 0 0,0 1 0,0-1 0,0 1 0,0 0 0,0-1 0,1 1 0,-1 0 0,5-1 0,9-3 0,0 1 0,0 1 0,1 0 0,28-1 0,74 6 0,-58 0 0,54 1 0,149-3 0,-256 0 0,1-1 0,-1 0 0,0-1 0,1 0 0,-1 0 0,10-4 0,-14 4 0,0 0 0,-1 0 0,1 0 0,-1 0 0,1-1 0,-1 1 0,0-1 0,0 0 0,0 0 0,0 0 0,0 0 0,-1-1 0,0 1 0,3-5 0,0 3 0,-5 19 0,-8 33 0,7-37 0,-7 39 0,4 0 0,1 1 0,2-1 0,3 1 0,1 0 0,3-1 0,21 84 0,-27-133 0,14 37 0,-14-36 0,0-1 0,1 1 0,-1-1 0,0 1 0,0-1 0,1 1 0,-1-1 0,0 1 0,1-1 0,-1 1 0,1-1 0,-1 0 0,0 1 0,1-1 0,-1 0 0,1 1 0,-1-1 0,1 0 0,-1 1 0,1-1 0,-1 0 0,1 0 0,-1 0 0,1 0 0,0 1 0,-1-1 0,1 0 0,-1 0 0,1 0 0,-1 0 0,1 0 0,0 0 0,-1-1 0,1 1 0,-1 0 0,1 0 0,-1 0 0,1 0 0,-1-1 0,1 1 0,-1 0 0,1-1 0,-1 1 0,1 0 0,-1-1 0,1 1 0,-1 0 0,0-1 0,1 1 0,-1-1 0,1 1 0,-1-1 0,0 1 0,0-1 0,1 1 0,-1-1 0,0 1 0,0-1 0,1 0 0,3-9 0,1-1 0,-1 0 0,0 0 0,-1 0 0,-1 0 0,0-1 0,0 1 0,0-12 0,1-8 0,15-199 0,0-7 0,-16 226 0,0-1 0,1 0 0,0 1 0,1-1 0,0 1 0,11-20 0,-14 29 0,1-1 0,-1 1 0,0 0 0,1 0 0,0 0 0,-1 0 0,1 0 0,0 0 0,0 0 0,0 1 0,0-1 0,0 1 0,1-1 0,-1 1 0,0 0 0,1 0 0,-1 0 0,1 0 0,-1 0 0,1 1 0,-1-1 0,1 1 0,-1-1 0,1 1 0,0 0 0,-1 0 0,1 0 0,-1 1 0,1-1 0,0 1 0,-1-1 0,1 1 0,-1 0 0,1 0 0,-1 0 0,0 0 0,3 2 0,1 1 0,0 0 0,-1 0 0,0 1 0,0-1 0,0 1 0,0 0 0,-1 1 0,0-1 0,0 1 0,-1 0 0,1 0 0,-1 0 0,0 0 0,-1 0 0,4 13 0,-1-1 0,-1 0 0,-1 1 0,0 0 0,-1 28 0,-2-38 11,0 0 0,-1-1 0,-1 1 0,1 0 0,-1-1 0,-1 1-1,0-1 1,0 1 0,0-1 0,-8 12 0,2-6-308,-1 0 0,-1 0 0,0-1 0,-18 16 0,2-4-6529</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6:52.318"/>
    </inkml:context>
    <inkml:brush xml:id="br0">
      <inkml:brushProperty name="width" value="0.05" units="cm"/>
      <inkml:brushProperty name="height" value="0.05" units="cm"/>
      <inkml:brushProperty name="color" value="#FFC114"/>
    </inkml:brush>
  </inkml:definitions>
  <inkml:trace contextRef="#ctx0" brushRef="#br0">1 169 24575,'3'44'0,"2"0"0,1 0 0,3 0 0,24 69 0,-19-69 0,-2-1 0,-2 2 0,-1-1 0,2 58 0,-26-188 0,1 19 0,-12-164 0,24 195 0,3 0 0,0 1 0,3-1 0,10-51 0,-12 80 0,0 0 0,0-1 0,1 1 0,0 0 0,0 0 0,1 0 0,0 1 0,0-1 0,1 1 0,-1 0 0,1 0 0,1 1 0,7-8 0,-9 10 0,0 1 0,0-1 0,0 1 0,1 0 0,-1 0 0,1 0 0,-1 1 0,1-1 0,0 1 0,-1 0 0,1 1 0,0-1 0,0 1 0,-1 0 0,1 0 0,0 0 0,0 1 0,0 0 0,-1 0 0,1 0 0,0 0 0,5 3 0,-3-1 0,1 0 0,-1 1 0,-1 0 0,1 0 0,0 0 0,-1 1 0,0 0 0,0 0 0,-1 0 0,1 1 0,-1 0 0,7 10 0,-10-12 0,0 0 0,1 0 0,-1 0 0,-1 1 0,1-1 0,-1 1 0,0-1 0,0 1 0,0 0 0,0-1 0,-1 1 0,0 0 0,0-1 0,0 1 0,-1 0 0,1-1 0,-1 1 0,0 0 0,0-1 0,-1 1 0,0-1 0,-2 5 0,-3 2-124,0-1 0,-1 1 0,0-1 0,-1-1 0,0 0 0,-1 0-1,0-1 1,0 0 0,-1 0 0,-21 10 0,-19 11-6702</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7:16.078"/>
    </inkml:context>
    <inkml:brush xml:id="br0">
      <inkml:brushProperty name="width" value="0.05" units="cm"/>
      <inkml:brushProperty name="height" value="0.05" units="cm"/>
      <inkml:brushProperty name="color" value="#FFC114"/>
    </inkml:brush>
  </inkml:definitions>
  <inkml:trace contextRef="#ctx0" brushRef="#br0">0 663 24575,'3'-4'0,"0"0"0,-1 1 0,1-1 0,-1 0 0,0 0 0,0 0 0,2-7 0,-3 8 0,0 0 0,0 0 0,0 0 0,0 0 0,0 0 0,1 1 0,0-1 0,-1 0 0,1 1 0,0-1 0,0 1 0,0 0 0,1 0 0,-1 0 0,0 0 0,5-3 0,-6 5 0,0 0 0,0 0 0,1 0 0,-1 0 0,0 0 0,0 0 0,0 0 0,0 0 0,0 0 0,0 1 0,0-1 0,0 0 0,1 1 0,-1-1 0,0 1 0,0-1 0,-1 1 0,1 0 0,0-1 0,0 1 0,0 0 0,0 0 0,0-1 0,-1 1 0,1 0 0,0 0 0,-1 0 0,1 0 0,-1 0 0,1 0 0,-1 0 0,1 0 0,-1 0 0,0 0 0,1 1 0,14 45 0,-14-43 0,16 68 0,22 76 0,-32-125 0,2-1 0,0 0 0,2 0 0,16 24 0,-23-39 0,0-1 0,1 0 0,0 0 0,0-1 0,0 1 0,12 8 0,-15-13 0,1 1 0,-1-1 0,1 0 0,-1 1 0,1-1 0,0 0 0,-1-1 0,1 1 0,0 0 0,-1-1 0,1 1 0,0-1 0,0 0 0,0 0 0,-1 0 0,1-1 0,0 1 0,0 0 0,0-1 0,-1 0 0,5-1 0,4-4 0,0 1 0,-1-2 0,0 1 0,0-1 0,-1-1 0,13-13 0,50-59 0,-62 69 0,442-563 0,-390 493 0,-52 68-82,12-15-132,0 0 0,-2-2 0,-1 0 0,-2-1 1,14-34-1,-22 34-6612</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7:01.600"/>
    </inkml:context>
    <inkml:brush xml:id="br0">
      <inkml:brushProperty name="width" value="0.05" units="cm"/>
      <inkml:brushProperty name="height" value="0.05" units="cm"/>
      <inkml:brushProperty name="color" value="#FFC114"/>
    </inkml:brush>
  </inkml:definitions>
  <inkml:trace contextRef="#ctx0" brushRef="#br0">86 1 24575,'-1'17'0,"0"0"0,-2 1 0,-4 17 0,-2 12 0,-48 583-313,50 3-55,7-553 361,23 545-1243,-11-515-5003</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7:01.991"/>
    </inkml:context>
    <inkml:brush xml:id="br0">
      <inkml:brushProperty name="width" value="0.05" units="cm"/>
      <inkml:brushProperty name="height" value="0.05" units="cm"/>
      <inkml:brushProperty name="color" value="#FFC114"/>
    </inkml:brush>
  </inkml:definitions>
  <inkml:trace contextRef="#ctx0" brushRef="#br0">1 196 24575,'3'3'0,"0"-1"0,0 0 0,0 0 0,0 0 0,1 0 0,-1 0 0,0-1 0,1 1 0,0-1 0,-1 0 0,7 1 0,48 4 0,-28-3 0,328 18-15,3-26-967,-278 3 495,228-8-367,62-6-1376,69-4 1672,67-3-210,71-4-2304,72 0 1711,64-1-1012,58 0 1459,2657-33-1671,-1 72 2401,-2719-3 184,-74 2 45,-82 0 135,-83-2 14,-86-6 401,-90-4 725,-79-2 4538</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7:03.186"/>
    </inkml:context>
    <inkml:brush xml:id="br0">
      <inkml:brushProperty name="width" value="0.05" units="cm"/>
      <inkml:brushProperty name="height" value="0.05" units="cm"/>
      <inkml:brushProperty name="color" value="#FFC114"/>
    </inkml:brush>
  </inkml:definitions>
  <inkml:trace contextRef="#ctx0" brushRef="#br0">485 484 24575,'0'-5'0,"-1"1"0,0-1 0,0 0 0,0 1 0,-1-1 0,1 1 0,-1 0 0,0-1 0,-1 1 0,-2-4 0,-29-39 0,30 42 0,-16-18 0,-1 0 0,0 2 0,-2 0 0,0 2 0,-2 0 0,-28-16 0,8 10 0,-1 2 0,-86-31 0,115 46 0,17 8 0,-1-1 0,1 1 0,0 0 0,0 0 0,0 0 0,0 0 0,0 0 0,0 0 0,0 0 0,0 0 0,0 0 0,0 0 0,0-1 0,0 1 0,0 0 0,-1 0 0,1 0 0,0 0 0,0 0 0,0 0 0,0 0 0,0 0 0,0-1 0,0 1 0,0 0 0,0 0 0,0 0 0,0 0 0,0 0 0,0 0 0,0 0 0,1-1 0,-1 1 0,0 0 0,0 0 0,0 0 0,0 0 0,0 0 0,0 0 0,0 0 0,0 0 0,0 0 0,0 0 0,0-1 0,0 1 0,0 0 0,1 0 0,-1 0 0,0 0 0,0 0 0,0 0 0,0 0 0,0 0 0,0 0 0,0 0 0,1 0 0,-1 0 0,0 0 0,0 0 0,0 0 0,0 0 0,37-3 0,988 0-2329,-646-4 1863,72-2-361,74-2-2480,70 2 1778,68 2-1281,64-2 1638,2279-14-2476,4020 67 3411,-4793 15 1686,-1348-32 3863,-821-24-4879,148-1 4573,-203-2-4552,1-1 0,-1 0 0,1 0-1,15-5 1,-24 5-420,1 1 0,-1 0 0,0 0 0,0-1 0,0 1 0,0-1 0,0 1 0,0-1 0,0 0 0,0 1 0,0-1 0,0 0 0,0 1 0,0-1 0,0 0 0,-1 0 0,1 0 0,0 0 0,-1 0 0,1 0 0,0 0 0,-1 0 0,1 0 0,-1 0 0,0 0 0,1-1 0,-1 1 0,0 0 0,0 0 0,0 0 0,1 0 0,-1-1 0,0 1 0,-1 0 0,1 0 0,0 0 0,0-1 0,0 1 0,-1 0 0,1 0 0,-1 0 0,1 0 0,-1 0 0,1 0 0,-2-2 0,-3-4-3,0 0 1,-1 1 0,0 0 0,0 0-1,0 0 1,-1 0 0,1 1 0,-1 0-1,-11-5 1,5 3-37,-1 0 0,0 1 0,0 0 0,-21-5 0,34 11 5,0-1 0,-1 1 0,1-1 0,-1 1 0,1 0 0,-1 0 0,1 0 0,-1-1 0,1 1 0,0 1 0,-1-1 0,1 0 0,-1 0 0,1 1 0,-1-1 0,1 0 0,0 1 0,-1 0 0,1-1 0,0 1 0,-3 1 0,3-1 0,0 1 0,1-1 0,-1 0 0,1 0 0,-1 1 0,1-1 0,-1 0 0,1 1 0,0-1 0,-1 0 0,1 1 0,0-1 0,0 1 0,0-1 0,0 0 0,0 1 0,1-1 0,-1 3 0,4 9 0,0 0 0,1 0 0,11 22 0,-9-21 0,28 70 0,-3 2 0,-4 1 0,26 143 0,-36-113 0,-5 1 0,-3 151 0,-48 240 0,-50-7 0,61-361 0,12-54 0,-47 155 0,59-234 0,0-1 0,-1 1 0,1-1 0,-2 1 0,1-1 0,-1-1 0,0 1 0,0 0 0,-1-1 0,1 0 0,-1-1 0,-1 1 0,1-1 0,-9 5 0,2-3 0,-1-1 0,1 0 0,-1-1 0,0 0 0,-1-1 0,1-1 0,-19 2 0,-45 4-41,-119-3 0,-89-19-1349,263 12 1182,-522-43-1157,261 17-3781</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7:03.995"/>
    </inkml:context>
    <inkml:brush xml:id="br0">
      <inkml:brushProperty name="width" value="0.05" units="cm"/>
      <inkml:brushProperty name="height" value="0.05" units="cm"/>
      <inkml:brushProperty name="color" value="#FFC114"/>
    </inkml:brush>
  </inkml:definitions>
  <inkml:trace contextRef="#ctx0" brushRef="#br0">20 162 24575,'1'-6'0,"0"0"0,0 0 0,0 0 0,1 0 0,4-9 0,4-20 0,-4-8 0,-37 135 0,25-65 0,1-1 0,2 1 0,1 0 0,2 53 0,1-69 0,0 0 0,1 0 0,0 0 0,0 0 0,1 0 0,1-1 0,0 1 0,0-1 0,1 0 0,1 0 0,-1 0 0,1-1 0,1 0 0,13 14 0,-16-19 0,0 0 0,0-1 0,1 0 0,-1 0 0,1 0 0,0 0 0,0-1 0,0 0 0,0 0 0,0 0 0,0-1 0,1 1 0,-1-1 0,1 0 0,9 0 0,-6-2 0,0 0 0,-1 0 0,1-1 0,-1 0 0,0 0 0,1-1 0,-1 0 0,0 0 0,10-7 0,0-1 0,0-1 0,-1-1 0,0 0 0,-1-2 0,-1 0 0,0 0 0,17-25 0,-18 19 0,0-1 0,-1-1 0,-2 1 0,0-2 0,-2 0 0,0 0 0,-2-1 0,0 0 0,-2 0 0,3-32 0,-10 19 120,2 36-191,0 1 1,-1-1-1,1 1 0,-1-1 0,1 1 1,-1-1-1,0 1 0,1-1 1,-1 1-1,0 0 0,0-1 0,0 1 1,0 0-1,0 0 0,0 0 1,0 0-1,-1 0 0,1 0 0,0 0 1,-3-1-1,-8 0-6755</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7:04.383"/>
    </inkml:context>
    <inkml:brush xml:id="br0">
      <inkml:brushProperty name="width" value="0.05" units="cm"/>
      <inkml:brushProperty name="height" value="0.05" units="cm"/>
      <inkml:brushProperty name="color" value="#FFC114"/>
    </inkml:brush>
  </inkml:definitions>
  <inkml:trace contextRef="#ctx0" brushRef="#br0">28 28 24575,'0'-5'0,"-4"-1"0,-2-4 0,0 4 0,1 7 0,2 14 0,1 8 0,0 14 0,2 11 0,0 10 0,0-4-8191</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7:05.486"/>
    </inkml:context>
    <inkml:brush xml:id="br0">
      <inkml:brushProperty name="width" value="0.05" units="cm"/>
      <inkml:brushProperty name="height" value="0.05" units="cm"/>
      <inkml:brushProperty name="color" value="#FFC114"/>
    </inkml:brush>
  </inkml:definitions>
  <inkml:trace contextRef="#ctx0" brushRef="#br0">44 7 24575,'5'0'0,"1"-5"0,0 4 0,-1 6 0,-7 6 0,-2 7 0,-1 14 0,-3 11 0,-2 12 0,2 15 0,-3 10 0,1 14 0,2-8-8191</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1-03T08:47:16.654"/>
    </inkml:context>
    <inkml:brush xml:id="br0">
      <inkml:brushProperty name="width" value="0.05" units="cm"/>
      <inkml:brushProperty name="height" value="0.05" units="cm"/>
      <inkml:brushProperty name="color" value="#FFC114"/>
    </inkml:brush>
  </inkml:definitions>
  <inkml:trace contextRef="#ctx0" brushRef="#br0">2 493 24575,'-1'-31'0,"0"7"0,5-46 0,-4 65 0,1 0 0,0-1 0,0 1 0,1 0 0,0 0 0,-1 0 0,2 0 0,-1 0 0,0 0 0,1 1 0,0-1 0,0 1 0,1-1 0,3-3 0,-5 7 0,-1-1 0,0 1 0,1 0 0,-1 0 0,1 0 0,-1 0 0,1 0 0,0 1 0,-1-1 0,1 0 0,0 1 0,-1-1 0,1 1 0,0-1 0,0 1 0,0 0 0,-1 0 0,1 0 0,0 0 0,0 0 0,2 1 0,-2 0 0,1 0 0,0 0 0,-1 0 0,1 0 0,-1 1 0,0-1 0,1 1 0,-1 0 0,0 0 0,0 0 0,0 0 0,2 3 0,5 7 0,-1 1 0,-1-1 0,0 1 0,6 17 0,-11-26 0,17 45 0,21 97 0,-32-108 0,2-1 0,1 0 0,2 0 0,34 67 0,-44-99 0,1 1 0,0-1 0,-1 0 0,2 0 0,-1 0 0,0-1 0,1 0 0,0 0 0,9 7 0,-10-10 0,-1 1 0,1 0 0,-1-1 0,1 0 0,0 0 0,0 0 0,-1 0 0,1-1 0,0 0 0,0 1 0,0-1 0,0-1 0,0 1 0,-1 0 0,1-1 0,0 0 0,4-1 0,9-5 0,0 1 0,0-2 0,-1 0 0,30-21 0,58-52 0,-88 68 0,305-277 0,-111 94 0,-152 144-101,4-4-531,93-67 0,-116 99-6194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B488F7-1FAC-40D2-BB7E-BA3CE28D8950}" type="datetimeFigureOut">
              <a:rPr lang="en-US" smtClean="0"/>
              <a:pPr/>
              <a:t>1/15/2026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A2D21D1-52E2-420B-B491-CFF6D7BB79FB}" type="slidenum">
              <a:rPr lang="en-US" smtClean="0"/>
              <a:pPr/>
              <a:t>‹#›</a:t>
            </a:fld>
            <a:endParaRPr lang="en-US"/>
          </a:p>
        </p:txBody>
      </p:sp>
    </p:spTree>
    <p:extLst>
      <p:ext uri="{BB962C8B-B14F-4D97-AF65-F5344CB8AC3E}">
        <p14:creationId xmlns:p14="http://schemas.microsoft.com/office/powerpoint/2010/main" val="2239478695"/>
      </p:ext>
    </p:extLst>
  </p:cSld>
  <p:clrMap bg1="lt1" tx1="dk1" bg2="lt2" tx2="dk2" accent1="accent1" accent2="accent2" accent3="accent3" accent4="accent4" accent5="accent5" accent6="accent6" hlink="hlink" folHlink="folHlink"/>
  <p:notesStyle>
    <a:lvl1pPr marL="0" algn="l" defTabSz="1218987" rtl="0" eaLnBrk="1" latinLnBrk="0" hangingPunct="1">
      <a:defRPr sz="1600" kern="1200">
        <a:solidFill>
          <a:schemeClr val="tx1"/>
        </a:solidFill>
        <a:latin typeface="+mn-lt"/>
        <a:ea typeface="+mn-ea"/>
        <a:cs typeface="+mn-cs"/>
      </a:defRPr>
    </a:lvl1pPr>
    <a:lvl2pPr marL="609493" algn="l" defTabSz="1218987" rtl="0" eaLnBrk="1" latinLnBrk="0" hangingPunct="1">
      <a:defRPr sz="1600" kern="1200">
        <a:solidFill>
          <a:schemeClr val="tx1"/>
        </a:solidFill>
        <a:latin typeface="+mn-lt"/>
        <a:ea typeface="+mn-ea"/>
        <a:cs typeface="+mn-cs"/>
      </a:defRPr>
    </a:lvl2pPr>
    <a:lvl3pPr marL="1218987" algn="l" defTabSz="1218987" rtl="0" eaLnBrk="1" latinLnBrk="0" hangingPunct="1">
      <a:defRPr sz="1600" kern="1200">
        <a:solidFill>
          <a:schemeClr val="tx1"/>
        </a:solidFill>
        <a:latin typeface="+mn-lt"/>
        <a:ea typeface="+mn-ea"/>
        <a:cs typeface="+mn-cs"/>
      </a:defRPr>
    </a:lvl3pPr>
    <a:lvl4pPr marL="1828480" algn="l" defTabSz="1218987" rtl="0" eaLnBrk="1" latinLnBrk="0" hangingPunct="1">
      <a:defRPr sz="1600" kern="1200">
        <a:solidFill>
          <a:schemeClr val="tx1"/>
        </a:solidFill>
        <a:latin typeface="+mn-lt"/>
        <a:ea typeface="+mn-ea"/>
        <a:cs typeface="+mn-cs"/>
      </a:defRPr>
    </a:lvl4pPr>
    <a:lvl5pPr marL="2437973" algn="l" defTabSz="1218987" rtl="0" eaLnBrk="1" latinLnBrk="0" hangingPunct="1">
      <a:defRPr sz="1600" kern="1200">
        <a:solidFill>
          <a:schemeClr val="tx1"/>
        </a:solidFill>
        <a:latin typeface="+mn-lt"/>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6B8D726-D0BC-B240-A677-46F99704B744}" type="slidenum">
              <a:rPr lang="en-US" smtClean="0"/>
              <a:pPr/>
              <a:t>18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54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1900383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63090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53143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92498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171436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1042361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865285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1/15/2026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00219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44841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364407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1/15/2026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4508044"/>
      </p:ext>
    </p:extLst>
  </p:cSld>
  <p:clrMap bg1="lt1" tx1="dk1" bg2="lt2" tx2="dk2" accent1="accent1" accent2="accent2" accent3="accent3" accent4="accent4" accent5="accent5" accent6="accent6" hlink="hlink" folHlink="folHlink"/>
  <p:sldLayoutIdLst>
    <p:sldLayoutId id="2147483661" r:id="rId1"/>
    <p:sldLayoutId id="2147483664" r:id="rId2"/>
    <p:sldLayoutId id="2147483663" r:id="rId3"/>
    <p:sldLayoutId id="2147483666" r:id="rId4"/>
    <p:sldLayoutId id="2147483668" r:id="rId5"/>
    <p:sldLayoutId id="2147483669" r:id="rId6"/>
    <p:sldLayoutId id="2147483667" r:id="rId7"/>
    <p:sldLayoutId id="2147483670" r:id="rId8"/>
    <p:sldLayoutId id="2147483665" r:id="rId9"/>
    <p:sldLayoutId id="2147483671" r:id="rId10"/>
    <p:sldLayoutId id="2147483672"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17" Type="http://schemas.openxmlformats.org/officeDocument/2006/relationships/image" Target="../media/image61.png"/><Relationship Id="rId299" Type="http://schemas.openxmlformats.org/officeDocument/2006/relationships/image" Target="../media/image152.png"/><Relationship Id="rId21" Type="http://schemas.openxmlformats.org/officeDocument/2006/relationships/image" Target="../media/image13.png"/><Relationship Id="rId63" Type="http://schemas.openxmlformats.org/officeDocument/2006/relationships/image" Target="../media/image34.png"/><Relationship Id="rId159" Type="http://schemas.openxmlformats.org/officeDocument/2006/relationships/image" Target="../media/image82.png"/><Relationship Id="rId324" Type="http://schemas.openxmlformats.org/officeDocument/2006/relationships/customXml" Target="../ink/ink162.xml"/><Relationship Id="rId170" Type="http://schemas.openxmlformats.org/officeDocument/2006/relationships/customXml" Target="../ink/ink85.xml"/><Relationship Id="rId226" Type="http://schemas.openxmlformats.org/officeDocument/2006/relationships/customXml" Target="../ink/ink113.xml"/><Relationship Id="rId268" Type="http://schemas.openxmlformats.org/officeDocument/2006/relationships/customXml" Target="../ink/ink134.xml"/><Relationship Id="rId32" Type="http://schemas.openxmlformats.org/officeDocument/2006/relationships/customXml" Target="../ink/ink16.xml"/><Relationship Id="rId74" Type="http://schemas.openxmlformats.org/officeDocument/2006/relationships/customXml" Target="../ink/ink37.xml"/><Relationship Id="rId128" Type="http://schemas.openxmlformats.org/officeDocument/2006/relationships/customXml" Target="../ink/ink64.xml"/><Relationship Id="rId5" Type="http://schemas.openxmlformats.org/officeDocument/2006/relationships/image" Target="../media/image5.png"/><Relationship Id="rId181" Type="http://schemas.openxmlformats.org/officeDocument/2006/relationships/image" Target="../media/image93.png"/><Relationship Id="rId237" Type="http://schemas.openxmlformats.org/officeDocument/2006/relationships/image" Target="../media/image121.png"/><Relationship Id="rId279" Type="http://schemas.openxmlformats.org/officeDocument/2006/relationships/image" Target="../media/image142.png"/><Relationship Id="rId43" Type="http://schemas.openxmlformats.org/officeDocument/2006/relationships/image" Target="../media/image24.png"/><Relationship Id="rId139" Type="http://schemas.openxmlformats.org/officeDocument/2006/relationships/image" Target="../media/image72.png"/><Relationship Id="rId290" Type="http://schemas.openxmlformats.org/officeDocument/2006/relationships/customXml" Target="../ink/ink145.xml"/><Relationship Id="rId304" Type="http://schemas.openxmlformats.org/officeDocument/2006/relationships/customXml" Target="../ink/ink152.xml"/><Relationship Id="rId85" Type="http://schemas.openxmlformats.org/officeDocument/2006/relationships/image" Target="../media/image45.png"/><Relationship Id="rId150" Type="http://schemas.openxmlformats.org/officeDocument/2006/relationships/customXml" Target="../ink/ink75.xml"/><Relationship Id="rId192" Type="http://schemas.openxmlformats.org/officeDocument/2006/relationships/customXml" Target="../ink/ink96.xml"/><Relationship Id="rId206" Type="http://schemas.openxmlformats.org/officeDocument/2006/relationships/customXml" Target="../ink/ink103.xml"/><Relationship Id="rId248" Type="http://schemas.openxmlformats.org/officeDocument/2006/relationships/customXml" Target="../ink/ink124.xml"/><Relationship Id="rId12" Type="http://schemas.openxmlformats.org/officeDocument/2006/relationships/customXml" Target="../ink/ink6.xml"/><Relationship Id="rId108" Type="http://schemas.openxmlformats.org/officeDocument/2006/relationships/customXml" Target="../ink/ink54.xml"/><Relationship Id="rId315" Type="http://schemas.openxmlformats.org/officeDocument/2006/relationships/image" Target="../media/image160.png"/><Relationship Id="rId54" Type="http://schemas.openxmlformats.org/officeDocument/2006/relationships/customXml" Target="../ink/ink27.xml"/><Relationship Id="rId96" Type="http://schemas.openxmlformats.org/officeDocument/2006/relationships/customXml" Target="../ink/ink48.xml"/><Relationship Id="rId161" Type="http://schemas.openxmlformats.org/officeDocument/2006/relationships/image" Target="../media/image83.png"/><Relationship Id="rId217" Type="http://schemas.openxmlformats.org/officeDocument/2006/relationships/image" Target="../media/image111.png"/><Relationship Id="rId259" Type="http://schemas.openxmlformats.org/officeDocument/2006/relationships/image" Target="../media/image132.png"/><Relationship Id="rId23" Type="http://schemas.openxmlformats.org/officeDocument/2006/relationships/image" Target="../media/image14.png"/><Relationship Id="rId119" Type="http://schemas.openxmlformats.org/officeDocument/2006/relationships/image" Target="../media/image62.png"/><Relationship Id="rId270" Type="http://schemas.openxmlformats.org/officeDocument/2006/relationships/customXml" Target="../ink/ink135.xml"/><Relationship Id="rId326" Type="http://schemas.openxmlformats.org/officeDocument/2006/relationships/customXml" Target="../ink/ink163.xml"/><Relationship Id="rId65" Type="http://schemas.openxmlformats.org/officeDocument/2006/relationships/image" Target="../media/image35.png"/><Relationship Id="rId130" Type="http://schemas.openxmlformats.org/officeDocument/2006/relationships/customXml" Target="../ink/ink65.xml"/><Relationship Id="rId172" Type="http://schemas.openxmlformats.org/officeDocument/2006/relationships/customXml" Target="../ink/ink86.xml"/><Relationship Id="rId228" Type="http://schemas.openxmlformats.org/officeDocument/2006/relationships/customXml" Target="../ink/ink114.xml"/><Relationship Id="rId281" Type="http://schemas.openxmlformats.org/officeDocument/2006/relationships/image" Target="../media/image143.png"/><Relationship Id="rId34" Type="http://schemas.openxmlformats.org/officeDocument/2006/relationships/customXml" Target="../ink/ink17.xml"/><Relationship Id="rId76" Type="http://schemas.openxmlformats.org/officeDocument/2006/relationships/customXml" Target="../ink/ink38.xml"/><Relationship Id="rId141" Type="http://schemas.openxmlformats.org/officeDocument/2006/relationships/image" Target="../media/image73.png"/><Relationship Id="rId7" Type="http://schemas.openxmlformats.org/officeDocument/2006/relationships/image" Target="../media/image6.png"/><Relationship Id="rId162" Type="http://schemas.openxmlformats.org/officeDocument/2006/relationships/customXml" Target="../ink/ink81.xml"/><Relationship Id="rId183" Type="http://schemas.openxmlformats.org/officeDocument/2006/relationships/image" Target="../media/image94.png"/><Relationship Id="rId218" Type="http://schemas.openxmlformats.org/officeDocument/2006/relationships/customXml" Target="../ink/ink109.xml"/><Relationship Id="rId239" Type="http://schemas.openxmlformats.org/officeDocument/2006/relationships/image" Target="../media/image122.png"/><Relationship Id="rId250" Type="http://schemas.openxmlformats.org/officeDocument/2006/relationships/customXml" Target="../ink/ink125.xml"/><Relationship Id="rId271" Type="http://schemas.openxmlformats.org/officeDocument/2006/relationships/image" Target="../media/image138.png"/><Relationship Id="rId292" Type="http://schemas.openxmlformats.org/officeDocument/2006/relationships/customXml" Target="../ink/ink146.xml"/><Relationship Id="rId306" Type="http://schemas.openxmlformats.org/officeDocument/2006/relationships/customXml" Target="../ink/ink153.xml"/><Relationship Id="rId24" Type="http://schemas.openxmlformats.org/officeDocument/2006/relationships/customXml" Target="../ink/ink12.xml"/><Relationship Id="rId45" Type="http://schemas.openxmlformats.org/officeDocument/2006/relationships/image" Target="../media/image25.png"/><Relationship Id="rId66" Type="http://schemas.openxmlformats.org/officeDocument/2006/relationships/customXml" Target="../ink/ink33.xml"/><Relationship Id="rId87" Type="http://schemas.openxmlformats.org/officeDocument/2006/relationships/image" Target="../media/image46.png"/><Relationship Id="rId110" Type="http://schemas.openxmlformats.org/officeDocument/2006/relationships/customXml" Target="../ink/ink55.xml"/><Relationship Id="rId131" Type="http://schemas.openxmlformats.org/officeDocument/2006/relationships/image" Target="../media/image68.png"/><Relationship Id="rId327" Type="http://schemas.openxmlformats.org/officeDocument/2006/relationships/image" Target="../media/image166.png"/><Relationship Id="rId152" Type="http://schemas.openxmlformats.org/officeDocument/2006/relationships/customXml" Target="../ink/ink76.xml"/><Relationship Id="rId173" Type="http://schemas.openxmlformats.org/officeDocument/2006/relationships/image" Target="../media/image89.png"/><Relationship Id="rId194" Type="http://schemas.openxmlformats.org/officeDocument/2006/relationships/customXml" Target="../ink/ink97.xml"/><Relationship Id="rId208" Type="http://schemas.openxmlformats.org/officeDocument/2006/relationships/customXml" Target="../ink/ink104.xml"/><Relationship Id="rId229" Type="http://schemas.openxmlformats.org/officeDocument/2006/relationships/image" Target="../media/image117.png"/><Relationship Id="rId240" Type="http://schemas.openxmlformats.org/officeDocument/2006/relationships/customXml" Target="../ink/ink120.xml"/><Relationship Id="rId261" Type="http://schemas.openxmlformats.org/officeDocument/2006/relationships/image" Target="../media/image133.png"/><Relationship Id="rId14" Type="http://schemas.openxmlformats.org/officeDocument/2006/relationships/customXml" Target="../ink/ink7.xml"/><Relationship Id="rId35" Type="http://schemas.openxmlformats.org/officeDocument/2006/relationships/image" Target="../media/image20.png"/><Relationship Id="rId56" Type="http://schemas.openxmlformats.org/officeDocument/2006/relationships/customXml" Target="../ink/ink28.xml"/><Relationship Id="rId77" Type="http://schemas.openxmlformats.org/officeDocument/2006/relationships/image" Target="../media/image41.png"/><Relationship Id="rId100" Type="http://schemas.openxmlformats.org/officeDocument/2006/relationships/customXml" Target="../ink/ink50.xml"/><Relationship Id="rId282" Type="http://schemas.openxmlformats.org/officeDocument/2006/relationships/customXml" Target="../ink/ink141.xml"/><Relationship Id="rId317" Type="http://schemas.openxmlformats.org/officeDocument/2006/relationships/image" Target="../media/image161.png"/><Relationship Id="rId8" Type="http://schemas.openxmlformats.org/officeDocument/2006/relationships/customXml" Target="../ink/ink4.xml"/><Relationship Id="rId98" Type="http://schemas.openxmlformats.org/officeDocument/2006/relationships/customXml" Target="../ink/ink49.xml"/><Relationship Id="rId121" Type="http://schemas.openxmlformats.org/officeDocument/2006/relationships/image" Target="../media/image63.png"/><Relationship Id="rId142" Type="http://schemas.openxmlformats.org/officeDocument/2006/relationships/customXml" Target="../ink/ink71.xml"/><Relationship Id="rId163" Type="http://schemas.openxmlformats.org/officeDocument/2006/relationships/image" Target="../media/image84.png"/><Relationship Id="rId184" Type="http://schemas.openxmlformats.org/officeDocument/2006/relationships/customXml" Target="../ink/ink92.xml"/><Relationship Id="rId219" Type="http://schemas.openxmlformats.org/officeDocument/2006/relationships/image" Target="../media/image112.png"/><Relationship Id="rId230" Type="http://schemas.openxmlformats.org/officeDocument/2006/relationships/customXml" Target="../ink/ink115.xml"/><Relationship Id="rId251" Type="http://schemas.openxmlformats.org/officeDocument/2006/relationships/image" Target="../media/image128.png"/><Relationship Id="rId25" Type="http://schemas.openxmlformats.org/officeDocument/2006/relationships/image" Target="../media/image15.png"/><Relationship Id="rId46" Type="http://schemas.openxmlformats.org/officeDocument/2006/relationships/customXml" Target="../ink/ink23.xml"/><Relationship Id="rId67" Type="http://schemas.openxmlformats.org/officeDocument/2006/relationships/image" Target="../media/image36.png"/><Relationship Id="rId272" Type="http://schemas.openxmlformats.org/officeDocument/2006/relationships/customXml" Target="../ink/ink136.xml"/><Relationship Id="rId293" Type="http://schemas.openxmlformats.org/officeDocument/2006/relationships/image" Target="../media/image149.png"/><Relationship Id="rId307" Type="http://schemas.openxmlformats.org/officeDocument/2006/relationships/image" Target="../media/image156.png"/><Relationship Id="rId88" Type="http://schemas.openxmlformats.org/officeDocument/2006/relationships/customXml" Target="../ink/ink44.xml"/><Relationship Id="rId111" Type="http://schemas.openxmlformats.org/officeDocument/2006/relationships/image" Target="../media/image58.png"/><Relationship Id="rId132" Type="http://schemas.openxmlformats.org/officeDocument/2006/relationships/customXml" Target="../ink/ink66.xml"/><Relationship Id="rId153" Type="http://schemas.openxmlformats.org/officeDocument/2006/relationships/image" Target="../media/image79.png"/><Relationship Id="rId174" Type="http://schemas.openxmlformats.org/officeDocument/2006/relationships/customXml" Target="../ink/ink87.xml"/><Relationship Id="rId195" Type="http://schemas.openxmlformats.org/officeDocument/2006/relationships/image" Target="../media/image100.png"/><Relationship Id="rId209" Type="http://schemas.openxmlformats.org/officeDocument/2006/relationships/image" Target="../media/image107.png"/><Relationship Id="rId220" Type="http://schemas.openxmlformats.org/officeDocument/2006/relationships/customXml" Target="../ink/ink110.xml"/><Relationship Id="rId241" Type="http://schemas.openxmlformats.org/officeDocument/2006/relationships/image" Target="../media/image123.png"/><Relationship Id="rId15" Type="http://schemas.openxmlformats.org/officeDocument/2006/relationships/image" Target="../media/image10.png"/><Relationship Id="rId36" Type="http://schemas.openxmlformats.org/officeDocument/2006/relationships/customXml" Target="../ink/ink18.xml"/><Relationship Id="rId57" Type="http://schemas.openxmlformats.org/officeDocument/2006/relationships/image" Target="../media/image31.png"/><Relationship Id="rId262" Type="http://schemas.openxmlformats.org/officeDocument/2006/relationships/customXml" Target="../ink/ink131.xml"/><Relationship Id="rId283" Type="http://schemas.openxmlformats.org/officeDocument/2006/relationships/image" Target="../media/image144.png"/><Relationship Id="rId318" Type="http://schemas.openxmlformats.org/officeDocument/2006/relationships/customXml" Target="../ink/ink159.xml"/><Relationship Id="rId78" Type="http://schemas.openxmlformats.org/officeDocument/2006/relationships/customXml" Target="../ink/ink39.xml"/><Relationship Id="rId99" Type="http://schemas.openxmlformats.org/officeDocument/2006/relationships/image" Target="../media/image52.png"/><Relationship Id="rId101" Type="http://schemas.openxmlformats.org/officeDocument/2006/relationships/image" Target="../media/image53.png"/><Relationship Id="rId122" Type="http://schemas.openxmlformats.org/officeDocument/2006/relationships/customXml" Target="../ink/ink61.xml"/><Relationship Id="rId143" Type="http://schemas.openxmlformats.org/officeDocument/2006/relationships/image" Target="../media/image74.png"/><Relationship Id="rId164" Type="http://schemas.openxmlformats.org/officeDocument/2006/relationships/customXml" Target="../ink/ink82.xml"/><Relationship Id="rId185" Type="http://schemas.openxmlformats.org/officeDocument/2006/relationships/image" Target="../media/image95.png"/><Relationship Id="rId9" Type="http://schemas.openxmlformats.org/officeDocument/2006/relationships/image" Target="../media/image7.png"/><Relationship Id="rId210" Type="http://schemas.openxmlformats.org/officeDocument/2006/relationships/customXml" Target="../ink/ink105.xml"/><Relationship Id="rId26" Type="http://schemas.openxmlformats.org/officeDocument/2006/relationships/customXml" Target="../ink/ink13.xml"/><Relationship Id="rId231" Type="http://schemas.openxmlformats.org/officeDocument/2006/relationships/image" Target="../media/image118.png"/><Relationship Id="rId252" Type="http://schemas.openxmlformats.org/officeDocument/2006/relationships/customXml" Target="../ink/ink126.xml"/><Relationship Id="rId273" Type="http://schemas.openxmlformats.org/officeDocument/2006/relationships/image" Target="../media/image139.png"/><Relationship Id="rId294" Type="http://schemas.openxmlformats.org/officeDocument/2006/relationships/customXml" Target="../ink/ink147.xml"/><Relationship Id="rId308" Type="http://schemas.openxmlformats.org/officeDocument/2006/relationships/customXml" Target="../ink/ink154.xml"/><Relationship Id="rId47" Type="http://schemas.openxmlformats.org/officeDocument/2006/relationships/image" Target="../media/image26.png"/><Relationship Id="rId68" Type="http://schemas.openxmlformats.org/officeDocument/2006/relationships/customXml" Target="../ink/ink34.xml"/><Relationship Id="rId89" Type="http://schemas.openxmlformats.org/officeDocument/2006/relationships/image" Target="../media/image47.png"/><Relationship Id="rId112" Type="http://schemas.openxmlformats.org/officeDocument/2006/relationships/customXml" Target="../ink/ink56.xml"/><Relationship Id="rId133" Type="http://schemas.openxmlformats.org/officeDocument/2006/relationships/image" Target="../media/image69.png"/><Relationship Id="rId154" Type="http://schemas.openxmlformats.org/officeDocument/2006/relationships/customXml" Target="../ink/ink77.xml"/><Relationship Id="rId175" Type="http://schemas.openxmlformats.org/officeDocument/2006/relationships/image" Target="../media/image90.png"/><Relationship Id="rId196" Type="http://schemas.openxmlformats.org/officeDocument/2006/relationships/customXml" Target="../ink/ink98.xml"/><Relationship Id="rId200" Type="http://schemas.openxmlformats.org/officeDocument/2006/relationships/customXml" Target="../ink/ink100.xml"/><Relationship Id="rId16" Type="http://schemas.openxmlformats.org/officeDocument/2006/relationships/customXml" Target="../ink/ink8.xml"/><Relationship Id="rId221" Type="http://schemas.openxmlformats.org/officeDocument/2006/relationships/image" Target="../media/image113.png"/><Relationship Id="rId242" Type="http://schemas.openxmlformats.org/officeDocument/2006/relationships/customXml" Target="../ink/ink121.xml"/><Relationship Id="rId263" Type="http://schemas.openxmlformats.org/officeDocument/2006/relationships/image" Target="../media/image134.png"/><Relationship Id="rId284" Type="http://schemas.openxmlformats.org/officeDocument/2006/relationships/customXml" Target="../ink/ink142.xml"/><Relationship Id="rId319" Type="http://schemas.openxmlformats.org/officeDocument/2006/relationships/image" Target="../media/image162.png"/><Relationship Id="rId37" Type="http://schemas.openxmlformats.org/officeDocument/2006/relationships/image" Target="../media/image21.png"/><Relationship Id="rId58" Type="http://schemas.openxmlformats.org/officeDocument/2006/relationships/customXml" Target="../ink/ink29.xml"/><Relationship Id="rId79" Type="http://schemas.openxmlformats.org/officeDocument/2006/relationships/image" Target="../media/image42.png"/><Relationship Id="rId102" Type="http://schemas.openxmlformats.org/officeDocument/2006/relationships/customXml" Target="../ink/ink51.xml"/><Relationship Id="rId123" Type="http://schemas.openxmlformats.org/officeDocument/2006/relationships/image" Target="../media/image64.png"/><Relationship Id="rId144" Type="http://schemas.openxmlformats.org/officeDocument/2006/relationships/customXml" Target="../ink/ink72.xml"/><Relationship Id="rId90" Type="http://schemas.openxmlformats.org/officeDocument/2006/relationships/customXml" Target="../ink/ink45.xml"/><Relationship Id="rId165" Type="http://schemas.openxmlformats.org/officeDocument/2006/relationships/image" Target="../media/image85.png"/><Relationship Id="rId186" Type="http://schemas.openxmlformats.org/officeDocument/2006/relationships/customXml" Target="../ink/ink93.xml"/><Relationship Id="rId211" Type="http://schemas.openxmlformats.org/officeDocument/2006/relationships/image" Target="../media/image108.png"/><Relationship Id="rId232" Type="http://schemas.openxmlformats.org/officeDocument/2006/relationships/customXml" Target="../ink/ink116.xml"/><Relationship Id="rId253" Type="http://schemas.openxmlformats.org/officeDocument/2006/relationships/image" Target="../media/image129.png"/><Relationship Id="rId274" Type="http://schemas.openxmlformats.org/officeDocument/2006/relationships/customXml" Target="../ink/ink137.xml"/><Relationship Id="rId295" Type="http://schemas.openxmlformats.org/officeDocument/2006/relationships/image" Target="../media/image150.png"/><Relationship Id="rId309" Type="http://schemas.openxmlformats.org/officeDocument/2006/relationships/image" Target="../media/image157.png"/><Relationship Id="rId27" Type="http://schemas.openxmlformats.org/officeDocument/2006/relationships/image" Target="../media/image16.png"/><Relationship Id="rId48" Type="http://schemas.openxmlformats.org/officeDocument/2006/relationships/customXml" Target="../ink/ink24.xml"/><Relationship Id="rId69" Type="http://schemas.openxmlformats.org/officeDocument/2006/relationships/image" Target="../media/image37.png"/><Relationship Id="rId113" Type="http://schemas.openxmlformats.org/officeDocument/2006/relationships/image" Target="../media/image59.png"/><Relationship Id="rId134" Type="http://schemas.openxmlformats.org/officeDocument/2006/relationships/customXml" Target="../ink/ink67.xml"/><Relationship Id="rId320" Type="http://schemas.openxmlformats.org/officeDocument/2006/relationships/customXml" Target="../ink/ink160.xml"/><Relationship Id="rId80" Type="http://schemas.openxmlformats.org/officeDocument/2006/relationships/customXml" Target="../ink/ink40.xml"/><Relationship Id="rId155" Type="http://schemas.openxmlformats.org/officeDocument/2006/relationships/image" Target="../media/image80.png"/><Relationship Id="rId176" Type="http://schemas.openxmlformats.org/officeDocument/2006/relationships/customXml" Target="../ink/ink88.xml"/><Relationship Id="rId197" Type="http://schemas.openxmlformats.org/officeDocument/2006/relationships/image" Target="../media/image101.png"/><Relationship Id="rId201" Type="http://schemas.openxmlformats.org/officeDocument/2006/relationships/image" Target="../media/image103.png"/><Relationship Id="rId222" Type="http://schemas.openxmlformats.org/officeDocument/2006/relationships/customXml" Target="../ink/ink111.xml"/><Relationship Id="rId243" Type="http://schemas.openxmlformats.org/officeDocument/2006/relationships/image" Target="../media/image124.png"/><Relationship Id="rId264" Type="http://schemas.openxmlformats.org/officeDocument/2006/relationships/customXml" Target="../ink/ink132.xml"/><Relationship Id="rId285" Type="http://schemas.openxmlformats.org/officeDocument/2006/relationships/image" Target="../media/image145.png"/><Relationship Id="rId17" Type="http://schemas.openxmlformats.org/officeDocument/2006/relationships/image" Target="../media/image11.png"/><Relationship Id="rId38" Type="http://schemas.openxmlformats.org/officeDocument/2006/relationships/customXml" Target="../ink/ink19.xml"/><Relationship Id="rId59" Type="http://schemas.openxmlformats.org/officeDocument/2006/relationships/image" Target="../media/image32.png"/><Relationship Id="rId103" Type="http://schemas.openxmlformats.org/officeDocument/2006/relationships/image" Target="../media/image54.png"/><Relationship Id="rId124" Type="http://schemas.openxmlformats.org/officeDocument/2006/relationships/customXml" Target="../ink/ink62.xml"/><Relationship Id="rId310" Type="http://schemas.openxmlformats.org/officeDocument/2006/relationships/customXml" Target="../ink/ink155.xml"/><Relationship Id="rId70" Type="http://schemas.openxmlformats.org/officeDocument/2006/relationships/customXml" Target="../ink/ink35.xml"/><Relationship Id="rId91" Type="http://schemas.openxmlformats.org/officeDocument/2006/relationships/image" Target="../media/image48.png"/><Relationship Id="rId145" Type="http://schemas.openxmlformats.org/officeDocument/2006/relationships/image" Target="../media/image75.png"/><Relationship Id="rId166" Type="http://schemas.openxmlformats.org/officeDocument/2006/relationships/customXml" Target="../ink/ink83.xml"/><Relationship Id="rId187" Type="http://schemas.openxmlformats.org/officeDocument/2006/relationships/image" Target="../media/image96.png"/><Relationship Id="rId1" Type="http://schemas.openxmlformats.org/officeDocument/2006/relationships/slideLayout" Target="../slideLayouts/slideLayout2.xml"/><Relationship Id="rId212" Type="http://schemas.openxmlformats.org/officeDocument/2006/relationships/customXml" Target="../ink/ink106.xml"/><Relationship Id="rId233" Type="http://schemas.openxmlformats.org/officeDocument/2006/relationships/image" Target="../media/image119.png"/><Relationship Id="rId254" Type="http://schemas.openxmlformats.org/officeDocument/2006/relationships/customXml" Target="../ink/ink127.xml"/><Relationship Id="rId28" Type="http://schemas.openxmlformats.org/officeDocument/2006/relationships/customXml" Target="../ink/ink14.xml"/><Relationship Id="rId49" Type="http://schemas.openxmlformats.org/officeDocument/2006/relationships/image" Target="../media/image27.png"/><Relationship Id="rId114" Type="http://schemas.openxmlformats.org/officeDocument/2006/relationships/customXml" Target="../ink/ink57.xml"/><Relationship Id="rId275" Type="http://schemas.openxmlformats.org/officeDocument/2006/relationships/image" Target="../media/image140.png"/><Relationship Id="rId296" Type="http://schemas.openxmlformats.org/officeDocument/2006/relationships/customXml" Target="../ink/ink148.xml"/><Relationship Id="rId300" Type="http://schemas.openxmlformats.org/officeDocument/2006/relationships/customXml" Target="../ink/ink150.xml"/><Relationship Id="rId60" Type="http://schemas.openxmlformats.org/officeDocument/2006/relationships/customXml" Target="../ink/ink30.xml"/><Relationship Id="rId81" Type="http://schemas.openxmlformats.org/officeDocument/2006/relationships/image" Target="../media/image43.png"/><Relationship Id="rId135" Type="http://schemas.openxmlformats.org/officeDocument/2006/relationships/image" Target="../media/image70.png"/><Relationship Id="rId156" Type="http://schemas.openxmlformats.org/officeDocument/2006/relationships/customXml" Target="../ink/ink78.xml"/><Relationship Id="rId177" Type="http://schemas.openxmlformats.org/officeDocument/2006/relationships/image" Target="../media/image91.png"/><Relationship Id="rId198" Type="http://schemas.openxmlformats.org/officeDocument/2006/relationships/customXml" Target="../ink/ink99.xml"/><Relationship Id="rId321" Type="http://schemas.openxmlformats.org/officeDocument/2006/relationships/image" Target="../media/image163.png"/><Relationship Id="rId202" Type="http://schemas.openxmlformats.org/officeDocument/2006/relationships/customXml" Target="../ink/ink101.xml"/><Relationship Id="rId223" Type="http://schemas.openxmlformats.org/officeDocument/2006/relationships/image" Target="../media/image114.png"/><Relationship Id="rId244" Type="http://schemas.openxmlformats.org/officeDocument/2006/relationships/customXml" Target="../ink/ink122.xml"/><Relationship Id="rId18" Type="http://schemas.openxmlformats.org/officeDocument/2006/relationships/customXml" Target="../ink/ink9.xml"/><Relationship Id="rId39" Type="http://schemas.openxmlformats.org/officeDocument/2006/relationships/image" Target="../media/image22.png"/><Relationship Id="rId265" Type="http://schemas.openxmlformats.org/officeDocument/2006/relationships/image" Target="../media/image135.png"/><Relationship Id="rId286" Type="http://schemas.openxmlformats.org/officeDocument/2006/relationships/customXml" Target="../ink/ink143.xml"/><Relationship Id="rId50" Type="http://schemas.openxmlformats.org/officeDocument/2006/relationships/customXml" Target="../ink/ink25.xml"/><Relationship Id="rId104" Type="http://schemas.openxmlformats.org/officeDocument/2006/relationships/customXml" Target="../ink/ink52.xml"/><Relationship Id="rId125" Type="http://schemas.openxmlformats.org/officeDocument/2006/relationships/image" Target="../media/image65.png"/><Relationship Id="rId146" Type="http://schemas.openxmlformats.org/officeDocument/2006/relationships/customXml" Target="../ink/ink73.xml"/><Relationship Id="rId167" Type="http://schemas.openxmlformats.org/officeDocument/2006/relationships/image" Target="../media/image86.png"/><Relationship Id="rId188" Type="http://schemas.openxmlformats.org/officeDocument/2006/relationships/customXml" Target="../ink/ink94.xml"/><Relationship Id="rId311" Type="http://schemas.openxmlformats.org/officeDocument/2006/relationships/image" Target="../media/image158.png"/><Relationship Id="rId71" Type="http://schemas.openxmlformats.org/officeDocument/2006/relationships/image" Target="../media/image38.png"/><Relationship Id="rId92" Type="http://schemas.openxmlformats.org/officeDocument/2006/relationships/customXml" Target="../ink/ink46.xml"/><Relationship Id="rId213" Type="http://schemas.openxmlformats.org/officeDocument/2006/relationships/image" Target="../media/image109.png"/><Relationship Id="rId234" Type="http://schemas.openxmlformats.org/officeDocument/2006/relationships/customXml" Target="../ink/ink117.xml"/><Relationship Id="rId2" Type="http://schemas.openxmlformats.org/officeDocument/2006/relationships/customXml" Target="../ink/ink1.xml"/><Relationship Id="rId29" Type="http://schemas.openxmlformats.org/officeDocument/2006/relationships/image" Target="../media/image17.png"/><Relationship Id="rId255" Type="http://schemas.openxmlformats.org/officeDocument/2006/relationships/image" Target="../media/image130.png"/><Relationship Id="rId276" Type="http://schemas.openxmlformats.org/officeDocument/2006/relationships/customXml" Target="../ink/ink138.xml"/><Relationship Id="rId297" Type="http://schemas.openxmlformats.org/officeDocument/2006/relationships/image" Target="../media/image151.png"/><Relationship Id="rId40" Type="http://schemas.openxmlformats.org/officeDocument/2006/relationships/customXml" Target="../ink/ink20.xml"/><Relationship Id="rId115" Type="http://schemas.openxmlformats.org/officeDocument/2006/relationships/image" Target="../media/image60.png"/><Relationship Id="rId136" Type="http://schemas.openxmlformats.org/officeDocument/2006/relationships/customXml" Target="../ink/ink68.xml"/><Relationship Id="rId157" Type="http://schemas.openxmlformats.org/officeDocument/2006/relationships/image" Target="../media/image81.png"/><Relationship Id="rId178" Type="http://schemas.openxmlformats.org/officeDocument/2006/relationships/customXml" Target="../ink/ink89.xml"/><Relationship Id="rId301" Type="http://schemas.openxmlformats.org/officeDocument/2006/relationships/image" Target="../media/image153.png"/><Relationship Id="rId322" Type="http://schemas.openxmlformats.org/officeDocument/2006/relationships/customXml" Target="../ink/ink161.xml"/><Relationship Id="rId61" Type="http://schemas.openxmlformats.org/officeDocument/2006/relationships/image" Target="../media/image33.png"/><Relationship Id="rId82" Type="http://schemas.openxmlformats.org/officeDocument/2006/relationships/customXml" Target="../ink/ink41.xml"/><Relationship Id="rId199" Type="http://schemas.openxmlformats.org/officeDocument/2006/relationships/image" Target="../media/image102.png"/><Relationship Id="rId203" Type="http://schemas.openxmlformats.org/officeDocument/2006/relationships/image" Target="../media/image104.png"/><Relationship Id="rId19" Type="http://schemas.openxmlformats.org/officeDocument/2006/relationships/image" Target="../media/image12.png"/><Relationship Id="rId224" Type="http://schemas.openxmlformats.org/officeDocument/2006/relationships/customXml" Target="../ink/ink112.xml"/><Relationship Id="rId245" Type="http://schemas.openxmlformats.org/officeDocument/2006/relationships/image" Target="../media/image125.png"/><Relationship Id="rId266" Type="http://schemas.openxmlformats.org/officeDocument/2006/relationships/customXml" Target="../ink/ink133.xml"/><Relationship Id="rId287" Type="http://schemas.openxmlformats.org/officeDocument/2006/relationships/image" Target="../media/image146.png"/><Relationship Id="rId30" Type="http://schemas.openxmlformats.org/officeDocument/2006/relationships/customXml" Target="../ink/ink15.xml"/><Relationship Id="rId105" Type="http://schemas.openxmlformats.org/officeDocument/2006/relationships/image" Target="../media/image55.png"/><Relationship Id="rId126" Type="http://schemas.openxmlformats.org/officeDocument/2006/relationships/customXml" Target="../ink/ink63.xml"/><Relationship Id="rId147" Type="http://schemas.openxmlformats.org/officeDocument/2006/relationships/image" Target="../media/image76.png"/><Relationship Id="rId168" Type="http://schemas.openxmlformats.org/officeDocument/2006/relationships/customXml" Target="../ink/ink84.xml"/><Relationship Id="rId312" Type="http://schemas.openxmlformats.org/officeDocument/2006/relationships/customXml" Target="../ink/ink156.xml"/><Relationship Id="rId51" Type="http://schemas.openxmlformats.org/officeDocument/2006/relationships/image" Target="../media/image28.png"/><Relationship Id="rId72" Type="http://schemas.openxmlformats.org/officeDocument/2006/relationships/customXml" Target="../ink/ink36.xml"/><Relationship Id="rId93" Type="http://schemas.openxmlformats.org/officeDocument/2006/relationships/image" Target="../media/image49.png"/><Relationship Id="rId189" Type="http://schemas.openxmlformats.org/officeDocument/2006/relationships/image" Target="../media/image97.png"/><Relationship Id="rId3" Type="http://schemas.openxmlformats.org/officeDocument/2006/relationships/image" Target="../media/image4.png"/><Relationship Id="rId214" Type="http://schemas.openxmlformats.org/officeDocument/2006/relationships/customXml" Target="../ink/ink107.xml"/><Relationship Id="rId235" Type="http://schemas.openxmlformats.org/officeDocument/2006/relationships/image" Target="../media/image120.png"/><Relationship Id="rId256" Type="http://schemas.openxmlformats.org/officeDocument/2006/relationships/customXml" Target="../ink/ink128.xml"/><Relationship Id="rId277" Type="http://schemas.openxmlformats.org/officeDocument/2006/relationships/image" Target="../media/image141.png"/><Relationship Id="rId298" Type="http://schemas.openxmlformats.org/officeDocument/2006/relationships/customXml" Target="../ink/ink149.xml"/><Relationship Id="rId116" Type="http://schemas.openxmlformats.org/officeDocument/2006/relationships/customXml" Target="../ink/ink58.xml"/><Relationship Id="rId137" Type="http://schemas.openxmlformats.org/officeDocument/2006/relationships/image" Target="../media/image71.png"/><Relationship Id="rId158" Type="http://schemas.openxmlformats.org/officeDocument/2006/relationships/customXml" Target="../ink/ink79.xml"/><Relationship Id="rId302" Type="http://schemas.openxmlformats.org/officeDocument/2006/relationships/customXml" Target="../ink/ink151.xml"/><Relationship Id="rId323" Type="http://schemas.openxmlformats.org/officeDocument/2006/relationships/image" Target="../media/image164.png"/><Relationship Id="rId20" Type="http://schemas.openxmlformats.org/officeDocument/2006/relationships/customXml" Target="../ink/ink10.xml"/><Relationship Id="rId41" Type="http://schemas.openxmlformats.org/officeDocument/2006/relationships/image" Target="../media/image23.png"/><Relationship Id="rId62" Type="http://schemas.openxmlformats.org/officeDocument/2006/relationships/customXml" Target="../ink/ink31.xml"/><Relationship Id="rId83" Type="http://schemas.openxmlformats.org/officeDocument/2006/relationships/image" Target="../media/image44.png"/><Relationship Id="rId179" Type="http://schemas.openxmlformats.org/officeDocument/2006/relationships/image" Target="../media/image92.png"/><Relationship Id="rId190" Type="http://schemas.openxmlformats.org/officeDocument/2006/relationships/customXml" Target="../ink/ink95.xml"/><Relationship Id="rId204" Type="http://schemas.openxmlformats.org/officeDocument/2006/relationships/customXml" Target="../ink/ink102.xml"/><Relationship Id="rId225" Type="http://schemas.openxmlformats.org/officeDocument/2006/relationships/image" Target="../media/image115.png"/><Relationship Id="rId246" Type="http://schemas.openxmlformats.org/officeDocument/2006/relationships/customXml" Target="../ink/ink123.xml"/><Relationship Id="rId267" Type="http://schemas.openxmlformats.org/officeDocument/2006/relationships/image" Target="../media/image136.png"/><Relationship Id="rId288" Type="http://schemas.openxmlformats.org/officeDocument/2006/relationships/customXml" Target="../ink/ink144.xml"/><Relationship Id="rId106" Type="http://schemas.openxmlformats.org/officeDocument/2006/relationships/customXml" Target="../ink/ink53.xml"/><Relationship Id="rId127" Type="http://schemas.openxmlformats.org/officeDocument/2006/relationships/image" Target="../media/image66.png"/><Relationship Id="rId313" Type="http://schemas.openxmlformats.org/officeDocument/2006/relationships/image" Target="../media/image159.png"/><Relationship Id="rId10" Type="http://schemas.openxmlformats.org/officeDocument/2006/relationships/customXml" Target="../ink/ink5.xml"/><Relationship Id="rId31" Type="http://schemas.openxmlformats.org/officeDocument/2006/relationships/image" Target="../media/image18.png"/><Relationship Id="rId52" Type="http://schemas.openxmlformats.org/officeDocument/2006/relationships/customXml" Target="../ink/ink26.xml"/><Relationship Id="rId73" Type="http://schemas.openxmlformats.org/officeDocument/2006/relationships/image" Target="../media/image39.png"/><Relationship Id="rId94" Type="http://schemas.openxmlformats.org/officeDocument/2006/relationships/customXml" Target="../ink/ink47.xml"/><Relationship Id="rId148" Type="http://schemas.openxmlformats.org/officeDocument/2006/relationships/customXml" Target="../ink/ink74.xml"/><Relationship Id="rId169" Type="http://schemas.openxmlformats.org/officeDocument/2006/relationships/image" Target="../media/image87.png"/><Relationship Id="rId4" Type="http://schemas.openxmlformats.org/officeDocument/2006/relationships/customXml" Target="../ink/ink2.xml"/><Relationship Id="rId180" Type="http://schemas.openxmlformats.org/officeDocument/2006/relationships/customXml" Target="../ink/ink90.xml"/><Relationship Id="rId215" Type="http://schemas.openxmlformats.org/officeDocument/2006/relationships/image" Target="../media/image110.png"/><Relationship Id="rId236" Type="http://schemas.openxmlformats.org/officeDocument/2006/relationships/customXml" Target="../ink/ink118.xml"/><Relationship Id="rId257" Type="http://schemas.openxmlformats.org/officeDocument/2006/relationships/image" Target="../media/image131.png"/><Relationship Id="rId278" Type="http://schemas.openxmlformats.org/officeDocument/2006/relationships/customXml" Target="../ink/ink139.xml"/><Relationship Id="rId303" Type="http://schemas.openxmlformats.org/officeDocument/2006/relationships/image" Target="../media/image154.png"/><Relationship Id="rId42" Type="http://schemas.openxmlformats.org/officeDocument/2006/relationships/customXml" Target="../ink/ink21.xml"/><Relationship Id="rId84" Type="http://schemas.openxmlformats.org/officeDocument/2006/relationships/customXml" Target="../ink/ink42.xml"/><Relationship Id="rId138" Type="http://schemas.openxmlformats.org/officeDocument/2006/relationships/customXml" Target="../ink/ink69.xml"/><Relationship Id="rId191" Type="http://schemas.openxmlformats.org/officeDocument/2006/relationships/image" Target="../media/image98.png"/><Relationship Id="rId205" Type="http://schemas.openxmlformats.org/officeDocument/2006/relationships/image" Target="../media/image105.png"/><Relationship Id="rId247" Type="http://schemas.openxmlformats.org/officeDocument/2006/relationships/image" Target="../media/image126.png"/><Relationship Id="rId107" Type="http://schemas.openxmlformats.org/officeDocument/2006/relationships/image" Target="../media/image56.png"/><Relationship Id="rId289" Type="http://schemas.openxmlformats.org/officeDocument/2006/relationships/image" Target="../media/image147.png"/><Relationship Id="rId11" Type="http://schemas.openxmlformats.org/officeDocument/2006/relationships/image" Target="../media/image8.png"/><Relationship Id="rId53" Type="http://schemas.openxmlformats.org/officeDocument/2006/relationships/image" Target="../media/image29.png"/><Relationship Id="rId149" Type="http://schemas.openxmlformats.org/officeDocument/2006/relationships/image" Target="../media/image77.png"/><Relationship Id="rId314" Type="http://schemas.openxmlformats.org/officeDocument/2006/relationships/customXml" Target="../ink/ink157.xml"/><Relationship Id="rId95" Type="http://schemas.openxmlformats.org/officeDocument/2006/relationships/image" Target="../media/image50.png"/><Relationship Id="rId160" Type="http://schemas.openxmlformats.org/officeDocument/2006/relationships/customXml" Target="../ink/ink80.xml"/><Relationship Id="rId216" Type="http://schemas.openxmlformats.org/officeDocument/2006/relationships/customXml" Target="../ink/ink108.xml"/><Relationship Id="rId258" Type="http://schemas.openxmlformats.org/officeDocument/2006/relationships/customXml" Target="../ink/ink129.xml"/><Relationship Id="rId22" Type="http://schemas.openxmlformats.org/officeDocument/2006/relationships/customXml" Target="../ink/ink11.xml"/><Relationship Id="rId64" Type="http://schemas.openxmlformats.org/officeDocument/2006/relationships/customXml" Target="../ink/ink32.xml"/><Relationship Id="rId118" Type="http://schemas.openxmlformats.org/officeDocument/2006/relationships/customXml" Target="../ink/ink59.xml"/><Relationship Id="rId325" Type="http://schemas.openxmlformats.org/officeDocument/2006/relationships/image" Target="../media/image165.png"/><Relationship Id="rId171" Type="http://schemas.openxmlformats.org/officeDocument/2006/relationships/image" Target="../media/image88.png"/><Relationship Id="rId227" Type="http://schemas.openxmlformats.org/officeDocument/2006/relationships/image" Target="../media/image116.png"/><Relationship Id="rId269" Type="http://schemas.openxmlformats.org/officeDocument/2006/relationships/image" Target="../media/image137.png"/><Relationship Id="rId33" Type="http://schemas.openxmlformats.org/officeDocument/2006/relationships/image" Target="../media/image19.png"/><Relationship Id="rId129" Type="http://schemas.openxmlformats.org/officeDocument/2006/relationships/image" Target="../media/image67.png"/><Relationship Id="rId280" Type="http://schemas.openxmlformats.org/officeDocument/2006/relationships/customXml" Target="../ink/ink140.xml"/><Relationship Id="rId75" Type="http://schemas.openxmlformats.org/officeDocument/2006/relationships/image" Target="../media/image40.png"/><Relationship Id="rId140" Type="http://schemas.openxmlformats.org/officeDocument/2006/relationships/customXml" Target="../ink/ink70.xml"/><Relationship Id="rId182" Type="http://schemas.openxmlformats.org/officeDocument/2006/relationships/customXml" Target="../ink/ink91.xml"/><Relationship Id="rId6" Type="http://schemas.openxmlformats.org/officeDocument/2006/relationships/customXml" Target="../ink/ink3.xml"/><Relationship Id="rId238" Type="http://schemas.openxmlformats.org/officeDocument/2006/relationships/customXml" Target="../ink/ink119.xml"/><Relationship Id="rId291" Type="http://schemas.openxmlformats.org/officeDocument/2006/relationships/image" Target="../media/image148.png"/><Relationship Id="rId305" Type="http://schemas.openxmlformats.org/officeDocument/2006/relationships/image" Target="../media/image155.png"/><Relationship Id="rId44" Type="http://schemas.openxmlformats.org/officeDocument/2006/relationships/customXml" Target="../ink/ink22.xml"/><Relationship Id="rId86" Type="http://schemas.openxmlformats.org/officeDocument/2006/relationships/customXml" Target="../ink/ink43.xml"/><Relationship Id="rId151" Type="http://schemas.openxmlformats.org/officeDocument/2006/relationships/image" Target="../media/image78.png"/><Relationship Id="rId193" Type="http://schemas.openxmlformats.org/officeDocument/2006/relationships/image" Target="../media/image99.png"/><Relationship Id="rId207" Type="http://schemas.openxmlformats.org/officeDocument/2006/relationships/image" Target="../media/image106.png"/><Relationship Id="rId249" Type="http://schemas.openxmlformats.org/officeDocument/2006/relationships/image" Target="../media/image127.png"/><Relationship Id="rId13" Type="http://schemas.openxmlformats.org/officeDocument/2006/relationships/image" Target="../media/image9.png"/><Relationship Id="rId109" Type="http://schemas.openxmlformats.org/officeDocument/2006/relationships/image" Target="../media/image57.png"/><Relationship Id="rId260" Type="http://schemas.openxmlformats.org/officeDocument/2006/relationships/customXml" Target="../ink/ink130.xml"/><Relationship Id="rId316" Type="http://schemas.openxmlformats.org/officeDocument/2006/relationships/customXml" Target="../ink/ink158.xml"/><Relationship Id="rId55" Type="http://schemas.openxmlformats.org/officeDocument/2006/relationships/image" Target="../media/image30.png"/><Relationship Id="rId97" Type="http://schemas.openxmlformats.org/officeDocument/2006/relationships/image" Target="../media/image51.png"/><Relationship Id="rId120" Type="http://schemas.openxmlformats.org/officeDocument/2006/relationships/customXml" Target="../ink/ink60.xml"/></Relationships>
</file>

<file path=ppt/slides/_rels/slide5.xml.rels><?xml version="1.0" encoding="UTF-8" standalone="yes"?>
<Relationships xmlns="http://schemas.openxmlformats.org/package/2006/relationships"><Relationship Id="rId2" Type="http://schemas.openxmlformats.org/officeDocument/2006/relationships/hyperlink" Target="https://npmjs.com/"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soyuztechnologies/BTP_Architect_Training/blob/master/Day%203/03Nodemicroservice.zip" TargetMode="External"/><Relationship Id="rId2" Type="http://schemas.openxmlformats.org/officeDocument/2006/relationships/hyperlink" Target="https://github.com/soyuztechnologies/BTP_Architect_Training/blob/master/Day%203/02basicnode.zip" TargetMode="External"/><Relationship Id="rId1" Type="http://schemas.openxmlformats.org/officeDocument/2006/relationships/slideLayout" Target="../slideLayouts/slideLayout2.xml"/><Relationship Id="rId5" Type="http://schemas.openxmlformats.org/officeDocument/2006/relationships/image" Target="../media/image168.png"/><Relationship Id="rId4" Type="http://schemas.openxmlformats.org/officeDocument/2006/relationships/image" Target="../media/image16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6" Type="http://schemas.openxmlformats.org/officeDocument/2006/relationships/image" Target="../media/image179.png"/><Relationship Id="rId21" Type="http://schemas.openxmlformats.org/officeDocument/2006/relationships/customXml" Target="../ink/ink174.xml"/><Relationship Id="rId42" Type="http://schemas.openxmlformats.org/officeDocument/2006/relationships/image" Target="../media/image187.png"/><Relationship Id="rId47" Type="http://schemas.openxmlformats.org/officeDocument/2006/relationships/customXml" Target="../ink/ink187.xml"/><Relationship Id="rId63" Type="http://schemas.openxmlformats.org/officeDocument/2006/relationships/image" Target="../media/image197.png"/><Relationship Id="rId68" Type="http://schemas.openxmlformats.org/officeDocument/2006/relationships/customXml" Target="../ink/ink198.xml"/><Relationship Id="rId16" Type="http://schemas.openxmlformats.org/officeDocument/2006/relationships/image" Target="../media/image174.png"/><Relationship Id="rId11" Type="http://schemas.openxmlformats.org/officeDocument/2006/relationships/customXml" Target="../ink/ink169.xml"/><Relationship Id="rId32" Type="http://schemas.openxmlformats.org/officeDocument/2006/relationships/image" Target="../media/image182.png"/><Relationship Id="rId37" Type="http://schemas.openxmlformats.org/officeDocument/2006/relationships/customXml" Target="../ink/ink182.xml"/><Relationship Id="rId53" Type="http://schemas.openxmlformats.org/officeDocument/2006/relationships/customXml" Target="../ink/ink190.xml"/><Relationship Id="rId58" Type="http://schemas.openxmlformats.org/officeDocument/2006/relationships/image" Target="../media/image195.png"/><Relationship Id="rId74" Type="http://schemas.openxmlformats.org/officeDocument/2006/relationships/customXml" Target="../ink/ink201.xml"/><Relationship Id="rId79" Type="http://schemas.openxmlformats.org/officeDocument/2006/relationships/image" Target="../media/image205.png"/><Relationship Id="rId5" Type="http://schemas.openxmlformats.org/officeDocument/2006/relationships/customXml" Target="../ink/ink166.xml"/><Relationship Id="rId61" Type="http://schemas.openxmlformats.org/officeDocument/2006/relationships/customXml" Target="../ink/ink194.xml"/><Relationship Id="rId82" Type="http://schemas.openxmlformats.org/officeDocument/2006/relationships/customXml" Target="../ink/ink205.xml"/><Relationship Id="rId19" Type="http://schemas.openxmlformats.org/officeDocument/2006/relationships/customXml" Target="../ink/ink173.xml"/><Relationship Id="rId14" Type="http://schemas.openxmlformats.org/officeDocument/2006/relationships/image" Target="../media/image173.png"/><Relationship Id="rId22" Type="http://schemas.openxmlformats.org/officeDocument/2006/relationships/image" Target="../media/image177.png"/><Relationship Id="rId27" Type="http://schemas.openxmlformats.org/officeDocument/2006/relationships/customXml" Target="../ink/ink177.xml"/><Relationship Id="rId30" Type="http://schemas.openxmlformats.org/officeDocument/2006/relationships/image" Target="../media/image181.png"/><Relationship Id="rId35" Type="http://schemas.openxmlformats.org/officeDocument/2006/relationships/customXml" Target="../ink/ink181.xml"/><Relationship Id="rId43" Type="http://schemas.openxmlformats.org/officeDocument/2006/relationships/customXml" Target="../ink/ink185.xml"/><Relationship Id="rId48" Type="http://schemas.openxmlformats.org/officeDocument/2006/relationships/image" Target="../media/image190.png"/><Relationship Id="rId56" Type="http://schemas.openxmlformats.org/officeDocument/2006/relationships/image" Target="../media/image194.png"/><Relationship Id="rId64" Type="http://schemas.openxmlformats.org/officeDocument/2006/relationships/customXml" Target="../ink/ink196.xml"/><Relationship Id="rId69" Type="http://schemas.openxmlformats.org/officeDocument/2006/relationships/image" Target="../media/image200.png"/><Relationship Id="rId77" Type="http://schemas.openxmlformats.org/officeDocument/2006/relationships/image" Target="../media/image204.png"/><Relationship Id="rId8" Type="http://schemas.openxmlformats.org/officeDocument/2006/relationships/image" Target="../media/image170.png"/><Relationship Id="rId51" Type="http://schemas.openxmlformats.org/officeDocument/2006/relationships/customXml" Target="../ink/ink189.xml"/><Relationship Id="rId72" Type="http://schemas.openxmlformats.org/officeDocument/2006/relationships/customXml" Target="../ink/ink200.xml"/><Relationship Id="rId80" Type="http://schemas.openxmlformats.org/officeDocument/2006/relationships/customXml" Target="../ink/ink204.xml"/><Relationship Id="rId3" Type="http://schemas.openxmlformats.org/officeDocument/2006/relationships/image" Target="../media/image85.png"/><Relationship Id="rId12" Type="http://schemas.openxmlformats.org/officeDocument/2006/relationships/image" Target="../media/image172.png"/><Relationship Id="rId17" Type="http://schemas.openxmlformats.org/officeDocument/2006/relationships/customXml" Target="../ink/ink172.xml"/><Relationship Id="rId25" Type="http://schemas.openxmlformats.org/officeDocument/2006/relationships/customXml" Target="../ink/ink176.xml"/><Relationship Id="rId33" Type="http://schemas.openxmlformats.org/officeDocument/2006/relationships/customXml" Target="../ink/ink180.xml"/><Relationship Id="rId38" Type="http://schemas.openxmlformats.org/officeDocument/2006/relationships/image" Target="../media/image185.png"/><Relationship Id="rId46" Type="http://schemas.openxmlformats.org/officeDocument/2006/relationships/image" Target="../media/image189.png"/><Relationship Id="rId59" Type="http://schemas.openxmlformats.org/officeDocument/2006/relationships/customXml" Target="../ink/ink193.xml"/><Relationship Id="rId67" Type="http://schemas.openxmlformats.org/officeDocument/2006/relationships/image" Target="../media/image199.png"/><Relationship Id="rId20" Type="http://schemas.openxmlformats.org/officeDocument/2006/relationships/image" Target="../media/image176.png"/><Relationship Id="rId41" Type="http://schemas.openxmlformats.org/officeDocument/2006/relationships/customXml" Target="../ink/ink184.xml"/><Relationship Id="rId54" Type="http://schemas.openxmlformats.org/officeDocument/2006/relationships/image" Target="../media/image193.png"/><Relationship Id="rId62" Type="http://schemas.openxmlformats.org/officeDocument/2006/relationships/customXml" Target="../ink/ink195.xml"/><Relationship Id="rId70" Type="http://schemas.openxmlformats.org/officeDocument/2006/relationships/customXml" Target="../ink/ink199.xml"/><Relationship Id="rId75" Type="http://schemas.openxmlformats.org/officeDocument/2006/relationships/image" Target="../media/image203.png"/><Relationship Id="rId83" Type="http://schemas.openxmlformats.org/officeDocument/2006/relationships/customXml" Target="../ink/ink206.xml"/><Relationship Id="rId1" Type="http://schemas.openxmlformats.org/officeDocument/2006/relationships/slideLayout" Target="../slideLayouts/slideLayout2.xml"/><Relationship Id="rId6" Type="http://schemas.openxmlformats.org/officeDocument/2006/relationships/image" Target="../media/image169.png"/><Relationship Id="rId15" Type="http://schemas.openxmlformats.org/officeDocument/2006/relationships/customXml" Target="../ink/ink171.xml"/><Relationship Id="rId23" Type="http://schemas.openxmlformats.org/officeDocument/2006/relationships/customXml" Target="../ink/ink175.xml"/><Relationship Id="rId28" Type="http://schemas.openxmlformats.org/officeDocument/2006/relationships/image" Target="../media/image180.png"/><Relationship Id="rId36" Type="http://schemas.openxmlformats.org/officeDocument/2006/relationships/image" Target="../media/image184.png"/><Relationship Id="rId49" Type="http://schemas.openxmlformats.org/officeDocument/2006/relationships/customXml" Target="../ink/ink188.xml"/><Relationship Id="rId57" Type="http://schemas.openxmlformats.org/officeDocument/2006/relationships/customXml" Target="../ink/ink192.xml"/><Relationship Id="rId10" Type="http://schemas.openxmlformats.org/officeDocument/2006/relationships/image" Target="../media/image171.png"/><Relationship Id="rId31" Type="http://schemas.openxmlformats.org/officeDocument/2006/relationships/customXml" Target="../ink/ink179.xml"/><Relationship Id="rId44" Type="http://schemas.openxmlformats.org/officeDocument/2006/relationships/image" Target="../media/image188.png"/><Relationship Id="rId52" Type="http://schemas.openxmlformats.org/officeDocument/2006/relationships/image" Target="../media/image192.png"/><Relationship Id="rId60" Type="http://schemas.openxmlformats.org/officeDocument/2006/relationships/image" Target="../media/image196.png"/><Relationship Id="rId65" Type="http://schemas.openxmlformats.org/officeDocument/2006/relationships/image" Target="../media/image198.png"/><Relationship Id="rId73" Type="http://schemas.openxmlformats.org/officeDocument/2006/relationships/image" Target="../media/image202.png"/><Relationship Id="rId78" Type="http://schemas.openxmlformats.org/officeDocument/2006/relationships/customXml" Target="../ink/ink203.xml"/><Relationship Id="rId81" Type="http://schemas.openxmlformats.org/officeDocument/2006/relationships/image" Target="../media/image206.png"/><Relationship Id="rId4" Type="http://schemas.openxmlformats.org/officeDocument/2006/relationships/customXml" Target="../ink/ink165.xml"/><Relationship Id="rId9" Type="http://schemas.openxmlformats.org/officeDocument/2006/relationships/customXml" Target="../ink/ink168.xml"/><Relationship Id="rId13" Type="http://schemas.openxmlformats.org/officeDocument/2006/relationships/customXml" Target="../ink/ink170.xml"/><Relationship Id="rId18" Type="http://schemas.openxmlformats.org/officeDocument/2006/relationships/image" Target="../media/image175.png"/><Relationship Id="rId39" Type="http://schemas.openxmlformats.org/officeDocument/2006/relationships/customXml" Target="../ink/ink183.xml"/><Relationship Id="rId34" Type="http://schemas.openxmlformats.org/officeDocument/2006/relationships/image" Target="../media/image183.png"/><Relationship Id="rId50" Type="http://schemas.openxmlformats.org/officeDocument/2006/relationships/image" Target="../media/image191.png"/><Relationship Id="rId55" Type="http://schemas.openxmlformats.org/officeDocument/2006/relationships/customXml" Target="../ink/ink191.xml"/><Relationship Id="rId76" Type="http://schemas.openxmlformats.org/officeDocument/2006/relationships/customXml" Target="../ink/ink202.xml"/><Relationship Id="rId7" Type="http://schemas.openxmlformats.org/officeDocument/2006/relationships/customXml" Target="../ink/ink167.xml"/><Relationship Id="rId71" Type="http://schemas.openxmlformats.org/officeDocument/2006/relationships/image" Target="../media/image201.png"/><Relationship Id="rId2" Type="http://schemas.openxmlformats.org/officeDocument/2006/relationships/customXml" Target="../ink/ink164.xml"/><Relationship Id="rId29" Type="http://schemas.openxmlformats.org/officeDocument/2006/relationships/customXml" Target="../ink/ink178.xml"/><Relationship Id="rId24" Type="http://schemas.openxmlformats.org/officeDocument/2006/relationships/image" Target="../media/image178.png"/><Relationship Id="rId40" Type="http://schemas.openxmlformats.org/officeDocument/2006/relationships/image" Target="../media/image186.png"/><Relationship Id="rId45" Type="http://schemas.openxmlformats.org/officeDocument/2006/relationships/customXml" Target="../ink/ink186.xml"/><Relationship Id="rId66" Type="http://schemas.openxmlformats.org/officeDocument/2006/relationships/customXml" Target="../ink/ink197.xml"/></Relationships>
</file>

<file path=ppt/slides/_rels/slide9.xml.rels><?xml version="1.0" encoding="UTF-8" standalone="yes"?>
<Relationships xmlns="http://schemas.openxmlformats.org/package/2006/relationships"><Relationship Id="rId3" Type="http://schemas.openxmlformats.org/officeDocument/2006/relationships/customXml" Target="../ink/ink207.xml"/><Relationship Id="rId2" Type="http://schemas.openxmlformats.org/officeDocument/2006/relationships/image" Target="../media/image207.png"/><Relationship Id="rId1" Type="http://schemas.openxmlformats.org/officeDocument/2006/relationships/slideLayout" Target="../slideLayouts/slideLayout2.xml"/><Relationship Id="rId4" Type="http://schemas.openxmlformats.org/officeDocument/2006/relationships/image" Target="../media/image5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cap.cloud.sap/"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3" Type="http://schemas.openxmlformats.org/officeDocument/2006/relationships/image" Target="../media/image1210.png"/><Relationship Id="rId18" Type="http://schemas.openxmlformats.org/officeDocument/2006/relationships/customXml" Target="../ink/ink216.xml"/><Relationship Id="rId26" Type="http://schemas.openxmlformats.org/officeDocument/2006/relationships/customXml" Target="../ink/ink220.xml"/><Relationship Id="rId39" Type="http://schemas.openxmlformats.org/officeDocument/2006/relationships/image" Target="../media/image2510.png"/><Relationship Id="rId21" Type="http://schemas.openxmlformats.org/officeDocument/2006/relationships/image" Target="../media/image1610.png"/><Relationship Id="rId34" Type="http://schemas.openxmlformats.org/officeDocument/2006/relationships/customXml" Target="../ink/ink224.xml"/><Relationship Id="rId42" Type="http://schemas.openxmlformats.org/officeDocument/2006/relationships/customXml" Target="../ink/ink228.xml"/><Relationship Id="rId47" Type="http://schemas.openxmlformats.org/officeDocument/2006/relationships/image" Target="../media/image2910.png"/><Relationship Id="rId50" Type="http://schemas.openxmlformats.org/officeDocument/2006/relationships/customXml" Target="../ink/ink232.xml"/><Relationship Id="rId55" Type="http://schemas.openxmlformats.org/officeDocument/2006/relationships/image" Target="../media/image330.png"/><Relationship Id="rId63" Type="http://schemas.openxmlformats.org/officeDocument/2006/relationships/image" Target="../media/image370.png"/><Relationship Id="rId7" Type="http://schemas.openxmlformats.org/officeDocument/2006/relationships/image" Target="../media/image910.png"/><Relationship Id="rId2" Type="http://schemas.openxmlformats.org/officeDocument/2006/relationships/customXml" Target="../ink/ink208.xml"/><Relationship Id="rId16" Type="http://schemas.openxmlformats.org/officeDocument/2006/relationships/customXml" Target="../ink/ink215.xml"/><Relationship Id="rId29" Type="http://schemas.openxmlformats.org/officeDocument/2006/relationships/image" Target="../media/image2010.png"/><Relationship Id="rId11" Type="http://schemas.openxmlformats.org/officeDocument/2006/relationships/image" Target="../media/image1110.png"/><Relationship Id="rId24" Type="http://schemas.openxmlformats.org/officeDocument/2006/relationships/customXml" Target="../ink/ink219.xml"/><Relationship Id="rId32" Type="http://schemas.openxmlformats.org/officeDocument/2006/relationships/customXml" Target="../ink/ink223.xml"/><Relationship Id="rId37" Type="http://schemas.openxmlformats.org/officeDocument/2006/relationships/image" Target="../media/image2410.png"/><Relationship Id="rId40" Type="http://schemas.openxmlformats.org/officeDocument/2006/relationships/customXml" Target="../ink/ink227.xml"/><Relationship Id="rId45" Type="http://schemas.openxmlformats.org/officeDocument/2006/relationships/image" Target="../media/image2810.png"/><Relationship Id="rId53" Type="http://schemas.openxmlformats.org/officeDocument/2006/relationships/image" Target="../media/image320.png"/><Relationship Id="rId58" Type="http://schemas.openxmlformats.org/officeDocument/2006/relationships/customXml" Target="../ink/ink236.xml"/><Relationship Id="rId5" Type="http://schemas.openxmlformats.org/officeDocument/2006/relationships/image" Target="../media/image810.png"/><Relationship Id="rId61" Type="http://schemas.openxmlformats.org/officeDocument/2006/relationships/image" Target="../media/image360.png"/><Relationship Id="rId19" Type="http://schemas.openxmlformats.org/officeDocument/2006/relationships/image" Target="../media/image1510.png"/><Relationship Id="rId14" Type="http://schemas.openxmlformats.org/officeDocument/2006/relationships/customXml" Target="../ink/ink214.xml"/><Relationship Id="rId22" Type="http://schemas.openxmlformats.org/officeDocument/2006/relationships/customXml" Target="../ink/ink218.xml"/><Relationship Id="rId27" Type="http://schemas.openxmlformats.org/officeDocument/2006/relationships/image" Target="../media/image1910.png"/><Relationship Id="rId30" Type="http://schemas.openxmlformats.org/officeDocument/2006/relationships/customXml" Target="../ink/ink222.xml"/><Relationship Id="rId35" Type="http://schemas.openxmlformats.org/officeDocument/2006/relationships/image" Target="../media/image2310.png"/><Relationship Id="rId43" Type="http://schemas.openxmlformats.org/officeDocument/2006/relationships/image" Target="../media/image2710.png"/><Relationship Id="rId48" Type="http://schemas.openxmlformats.org/officeDocument/2006/relationships/customXml" Target="../ink/ink231.xml"/><Relationship Id="rId56" Type="http://schemas.openxmlformats.org/officeDocument/2006/relationships/customXml" Target="../ink/ink235.xml"/><Relationship Id="rId8" Type="http://schemas.openxmlformats.org/officeDocument/2006/relationships/customXml" Target="../ink/ink211.xml"/><Relationship Id="rId51" Type="http://schemas.openxmlformats.org/officeDocument/2006/relationships/image" Target="../media/image314.png"/><Relationship Id="rId3" Type="http://schemas.openxmlformats.org/officeDocument/2006/relationships/image" Target="../media/image710.png"/><Relationship Id="rId12" Type="http://schemas.openxmlformats.org/officeDocument/2006/relationships/customXml" Target="../ink/ink213.xml"/><Relationship Id="rId17" Type="http://schemas.openxmlformats.org/officeDocument/2006/relationships/image" Target="../media/image1410.png"/><Relationship Id="rId25" Type="http://schemas.openxmlformats.org/officeDocument/2006/relationships/image" Target="../media/image1810.png"/><Relationship Id="rId33" Type="http://schemas.openxmlformats.org/officeDocument/2006/relationships/image" Target="../media/image2210.png"/><Relationship Id="rId38" Type="http://schemas.openxmlformats.org/officeDocument/2006/relationships/customXml" Target="../ink/ink226.xml"/><Relationship Id="rId46" Type="http://schemas.openxmlformats.org/officeDocument/2006/relationships/customXml" Target="../ink/ink230.xml"/><Relationship Id="rId59" Type="http://schemas.openxmlformats.org/officeDocument/2006/relationships/image" Target="../media/image350.png"/><Relationship Id="rId20" Type="http://schemas.openxmlformats.org/officeDocument/2006/relationships/customXml" Target="../ink/ink217.xml"/><Relationship Id="rId41" Type="http://schemas.openxmlformats.org/officeDocument/2006/relationships/image" Target="../media/image2610.png"/><Relationship Id="rId54" Type="http://schemas.openxmlformats.org/officeDocument/2006/relationships/customXml" Target="../ink/ink234.xml"/><Relationship Id="rId62" Type="http://schemas.openxmlformats.org/officeDocument/2006/relationships/customXml" Target="../ink/ink238.xml"/><Relationship Id="rId1" Type="http://schemas.openxmlformats.org/officeDocument/2006/relationships/slideLayout" Target="../slideLayouts/slideLayout2.xml"/><Relationship Id="rId6" Type="http://schemas.openxmlformats.org/officeDocument/2006/relationships/customXml" Target="../ink/ink210.xml"/><Relationship Id="rId15" Type="http://schemas.openxmlformats.org/officeDocument/2006/relationships/image" Target="../media/image1310.png"/><Relationship Id="rId23" Type="http://schemas.openxmlformats.org/officeDocument/2006/relationships/image" Target="../media/image1710.png"/><Relationship Id="rId28" Type="http://schemas.openxmlformats.org/officeDocument/2006/relationships/customXml" Target="../ink/ink221.xml"/><Relationship Id="rId36" Type="http://schemas.openxmlformats.org/officeDocument/2006/relationships/customXml" Target="../ink/ink225.xml"/><Relationship Id="rId49" Type="http://schemas.openxmlformats.org/officeDocument/2006/relationships/image" Target="../media/image3010.png"/><Relationship Id="rId57" Type="http://schemas.openxmlformats.org/officeDocument/2006/relationships/image" Target="../media/image340.png"/><Relationship Id="rId10" Type="http://schemas.openxmlformats.org/officeDocument/2006/relationships/customXml" Target="../ink/ink212.xml"/><Relationship Id="rId31" Type="http://schemas.openxmlformats.org/officeDocument/2006/relationships/image" Target="../media/image2110.png"/><Relationship Id="rId44" Type="http://schemas.openxmlformats.org/officeDocument/2006/relationships/customXml" Target="../ink/ink229.xml"/><Relationship Id="rId52" Type="http://schemas.openxmlformats.org/officeDocument/2006/relationships/customXml" Target="../ink/ink233.xml"/><Relationship Id="rId60" Type="http://schemas.openxmlformats.org/officeDocument/2006/relationships/customXml" Target="../ink/ink237.xml"/><Relationship Id="rId4" Type="http://schemas.openxmlformats.org/officeDocument/2006/relationships/customXml" Target="../ink/ink209.xml"/><Relationship Id="rId9" Type="http://schemas.openxmlformats.org/officeDocument/2006/relationships/image" Target="../media/image1010.png"/></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coreybutler/nvm-windows/releases"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8.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9.xml"/><Relationship Id="rId5" Type="http://schemas.openxmlformats.org/officeDocument/2006/relationships/image" Target="../media/image209.png"/><Relationship Id="rId4" Type="http://schemas.openxmlformats.org/officeDocument/2006/relationships/hyperlink" Target="http://www.dribbble.com/"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215.jpeg"/><Relationship Id="rId3" Type="http://schemas.openxmlformats.org/officeDocument/2006/relationships/image" Target="../media/image210.jpeg"/><Relationship Id="rId7" Type="http://schemas.openxmlformats.org/officeDocument/2006/relationships/image" Target="../media/image214.tiff"/><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image" Target="../media/image213.tiff"/><Relationship Id="rId5" Type="http://schemas.openxmlformats.org/officeDocument/2006/relationships/image" Target="../media/image212.tiff"/><Relationship Id="rId4" Type="http://schemas.openxmlformats.org/officeDocument/2006/relationships/image" Target="../media/image211.tiff"/><Relationship Id="rId9"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36" name="Title 735">
            <a:extLst>
              <a:ext uri="{FF2B5EF4-FFF2-40B4-BE49-F238E27FC236}">
                <a16:creationId xmlns:a16="http://schemas.microsoft.com/office/drawing/2014/main" id="{CE57EBF5-7CB4-4746-AB9E-3E8717897D0F}"/>
              </a:ext>
            </a:extLst>
          </p:cNvPr>
          <p:cNvSpPr>
            <a:spLocks noGrp="1"/>
          </p:cNvSpPr>
          <p:nvPr>
            <p:ph type="ctrTitle"/>
          </p:nvPr>
        </p:nvSpPr>
        <p:spPr>
          <a:xfrm>
            <a:off x="3530893" y="2601545"/>
            <a:ext cx="5086633" cy="827455"/>
          </a:xfrm>
        </p:spPr>
        <p:txBody>
          <a:bodyPr anchor="ctr"/>
          <a:lstStyle/>
          <a:p>
            <a:r>
              <a:rPr lang="en-US" sz="4800" dirty="0">
                <a:solidFill>
                  <a:schemeClr val="bg1"/>
                </a:solidFill>
                <a:latin typeface="Arial Black" panose="020B0A04020102020204" pitchFamily="34" charset="0"/>
              </a:rPr>
              <a:t>SAP BTP Extension Suite Training</a:t>
            </a:r>
            <a:endParaRPr lang="en-IN" dirty="0">
              <a:solidFill>
                <a:schemeClr val="bg1"/>
              </a:solidFill>
              <a:latin typeface="Arial Black" panose="020B0A04020102020204" pitchFamily="34" charset="0"/>
            </a:endParaRPr>
          </a:p>
        </p:txBody>
      </p:sp>
      <p:sp>
        <p:nvSpPr>
          <p:cNvPr id="737" name="Subtitle 736">
            <a:extLst>
              <a:ext uri="{FF2B5EF4-FFF2-40B4-BE49-F238E27FC236}">
                <a16:creationId xmlns:a16="http://schemas.microsoft.com/office/drawing/2014/main" id="{700EA347-9CC8-4879-9255-16687B0BED48}"/>
              </a:ext>
            </a:extLst>
          </p:cNvPr>
          <p:cNvSpPr>
            <a:spLocks noGrp="1"/>
          </p:cNvSpPr>
          <p:nvPr>
            <p:ph type="subTitle" idx="1"/>
          </p:nvPr>
        </p:nvSpPr>
        <p:spPr/>
        <p:txBody>
          <a:bodyPr/>
          <a:lstStyle/>
          <a:p>
            <a:r>
              <a:rPr lang="en-IN" spc="100" dirty="0">
                <a:latin typeface="Cooper Black" panose="0208090404030B020404" pitchFamily="18" charset="0"/>
              </a:rPr>
              <a:t>www.AnubhavTrainings.com</a:t>
            </a:r>
          </a:p>
        </p:txBody>
      </p:sp>
      <p:sp>
        <p:nvSpPr>
          <p:cNvPr id="4" name="Subtitle 736">
            <a:extLst>
              <a:ext uri="{FF2B5EF4-FFF2-40B4-BE49-F238E27FC236}">
                <a16:creationId xmlns:a16="http://schemas.microsoft.com/office/drawing/2014/main" id="{3F065217-DE63-4532-8B57-61ED049613CD}"/>
              </a:ext>
            </a:extLst>
          </p:cNvPr>
          <p:cNvSpPr txBox="1">
            <a:spLocks/>
          </p:cNvSpPr>
          <p:nvPr/>
        </p:nvSpPr>
        <p:spPr>
          <a:xfrm>
            <a:off x="3296764" y="3933056"/>
            <a:ext cx="5595296"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r>
              <a:rPr lang="en-IN" sz="2000" dirty="0">
                <a:solidFill>
                  <a:srgbClr val="00B0F0"/>
                </a:solidFill>
                <a:latin typeface="Amasis MT Pro Black" panose="02040A04050005020304" pitchFamily="18" charset="0"/>
              </a:rPr>
              <a:t>Anubhav Oberoy</a:t>
            </a:r>
          </a:p>
        </p:txBody>
      </p:sp>
      <p:sp>
        <p:nvSpPr>
          <p:cNvPr id="2" name="TextBox 1">
            <a:extLst>
              <a:ext uri="{FF2B5EF4-FFF2-40B4-BE49-F238E27FC236}">
                <a16:creationId xmlns:a16="http://schemas.microsoft.com/office/drawing/2014/main" id="{66565992-7E12-89E4-D7DB-B3B44A1FB17D}"/>
              </a:ext>
            </a:extLst>
          </p:cNvPr>
          <p:cNvSpPr txBox="1"/>
          <p:nvPr/>
        </p:nvSpPr>
        <p:spPr>
          <a:xfrm>
            <a:off x="5230316" y="4968381"/>
            <a:ext cx="3963274" cy="338554"/>
          </a:xfrm>
          <a:prstGeom prst="rect">
            <a:avLst/>
          </a:prstGeom>
          <a:noFill/>
        </p:spPr>
        <p:txBody>
          <a:bodyPr wrap="square" rtlCol="0">
            <a:spAutoFit/>
          </a:bodyPr>
          <a:lstStyle/>
          <a:p>
            <a:r>
              <a:rPr lang="en-US" sz="1600" dirty="0">
                <a:solidFill>
                  <a:srgbClr val="FFFF00"/>
                </a:solidFill>
              </a:rPr>
              <a:t>Follow excellence with sheer passion</a:t>
            </a:r>
          </a:p>
        </p:txBody>
      </p:sp>
      <p:sp>
        <p:nvSpPr>
          <p:cNvPr id="3" name="Rectangle 2">
            <a:extLst>
              <a:ext uri="{FF2B5EF4-FFF2-40B4-BE49-F238E27FC236}">
                <a16:creationId xmlns:a16="http://schemas.microsoft.com/office/drawing/2014/main" id="{2BBA527F-59AB-2E34-6331-8D67B5F5CA3E}"/>
              </a:ext>
            </a:extLst>
          </p:cNvPr>
          <p:cNvSpPr/>
          <p:nvPr/>
        </p:nvSpPr>
        <p:spPr>
          <a:xfrm>
            <a:off x="3530893" y="1196752"/>
            <a:ext cx="2059463" cy="648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accent2">
                    <a:lumMod val="50000"/>
                  </a:schemeClr>
                </a:solidFill>
              </a:rPr>
              <a:t>Day 4</a:t>
            </a:r>
          </a:p>
        </p:txBody>
      </p:sp>
    </p:spTree>
    <p:extLst>
      <p:ext uri="{BB962C8B-B14F-4D97-AF65-F5344CB8AC3E}">
        <p14:creationId xmlns:p14="http://schemas.microsoft.com/office/powerpoint/2010/main" val="68641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46940" y="0"/>
            <a:ext cx="1173316" cy="1158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3191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Rounded Corners 18">
            <a:extLst>
              <a:ext uri="{FF2B5EF4-FFF2-40B4-BE49-F238E27FC236}">
                <a16:creationId xmlns:a16="http://schemas.microsoft.com/office/drawing/2014/main" id="{44CCC398-65A7-46D8-A239-10DEF44C09D8}"/>
              </a:ext>
            </a:extLst>
          </p:cNvPr>
          <p:cNvSpPr/>
          <p:nvPr/>
        </p:nvSpPr>
        <p:spPr>
          <a:xfrm>
            <a:off x="3214092" y="1213699"/>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5" name="Rectangle: Rounded Corners 1124">
            <a:extLst>
              <a:ext uri="{FF2B5EF4-FFF2-40B4-BE49-F238E27FC236}">
                <a16:creationId xmlns:a16="http://schemas.microsoft.com/office/drawing/2014/main" id="{DD83FDAB-84C0-4E56-A834-5F4759E4D1B1}"/>
              </a:ext>
            </a:extLst>
          </p:cNvPr>
          <p:cNvSpPr/>
          <p:nvPr/>
        </p:nvSpPr>
        <p:spPr>
          <a:xfrm>
            <a:off x="3214092" y="2969421"/>
            <a:ext cx="5281051" cy="1428357"/>
          </a:xfrm>
          <a:prstGeom prst="roundRect">
            <a:avLst>
              <a:gd name="adj" fmla="val 8960"/>
            </a:avLst>
          </a:prstGeom>
          <a:solidFill>
            <a:schemeClr val="accent2">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26" name="Rectangle: Rounded Corners 1125">
            <a:extLst>
              <a:ext uri="{FF2B5EF4-FFF2-40B4-BE49-F238E27FC236}">
                <a16:creationId xmlns:a16="http://schemas.microsoft.com/office/drawing/2014/main" id="{FED1BB6A-A9A9-4E0A-A8CD-EEFB5750C983}"/>
              </a:ext>
            </a:extLst>
          </p:cNvPr>
          <p:cNvSpPr/>
          <p:nvPr/>
        </p:nvSpPr>
        <p:spPr>
          <a:xfrm>
            <a:off x="3214092" y="4725144"/>
            <a:ext cx="5281051" cy="1428357"/>
          </a:xfrm>
          <a:prstGeom prst="roundRect">
            <a:avLst>
              <a:gd name="adj" fmla="val 8960"/>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1" name="Group 20">
            <a:extLst>
              <a:ext uri="{FF2B5EF4-FFF2-40B4-BE49-F238E27FC236}">
                <a16:creationId xmlns:a16="http://schemas.microsoft.com/office/drawing/2014/main" id="{21E75565-DE97-493A-B6B7-3FEC1D7EC345}"/>
              </a:ext>
            </a:extLst>
          </p:cNvPr>
          <p:cNvGrpSpPr/>
          <p:nvPr/>
        </p:nvGrpSpPr>
        <p:grpSpPr>
          <a:xfrm>
            <a:off x="3878778" y="1466712"/>
            <a:ext cx="3951680" cy="922336"/>
            <a:chOff x="1395616" y="871285"/>
            <a:chExt cx="3825734" cy="1064137"/>
          </a:xfrm>
        </p:grpSpPr>
        <p:sp>
          <p:nvSpPr>
            <p:cNvPr id="1136" name="TextBox 1135">
              <a:extLst>
                <a:ext uri="{FF2B5EF4-FFF2-40B4-BE49-F238E27FC236}">
                  <a16:creationId xmlns:a16="http://schemas.microsoft.com/office/drawing/2014/main" id="{19597974-6BD9-4F46-93D5-8E798AE68BD9}"/>
                </a:ext>
              </a:extLst>
            </p:cNvPr>
            <p:cNvSpPr txBox="1"/>
            <p:nvPr/>
          </p:nvSpPr>
          <p:spPr>
            <a:xfrm>
              <a:off x="2984420" y="1083773"/>
              <a:ext cx="2236930" cy="639170"/>
            </a:xfrm>
            <a:prstGeom prst="rect">
              <a:avLst/>
            </a:prstGeom>
            <a:noFill/>
          </p:spPr>
          <p:txBody>
            <a:bodyPr wrap="square" lIns="0" tIns="0" rIns="0" bIns="0" rtlCol="0" anchor="ctr">
              <a:spAutoFit/>
            </a:bodyPr>
            <a:lstStyle/>
            <a:p>
              <a:r>
                <a:rPr lang="en-US" sz="1800" kern="0" dirty="0">
                  <a:solidFill>
                    <a:schemeClr val="bg1"/>
                  </a:solidFill>
                  <a:latin typeface="Segoe UI" panose="020B0502040204020203" pitchFamily="34" charset="0"/>
                  <a:ea typeface="Calibri Light" charset="0"/>
                  <a:cs typeface="Segoe UI" panose="020B0502040204020203" pitchFamily="34" charset="0"/>
                </a:rPr>
                <a:t>Node Package Manager</a:t>
              </a:r>
              <a:endParaRPr lang="en-US" sz="1800" dirty="0">
                <a:solidFill>
                  <a:schemeClr val="bg1"/>
                </a:solidFill>
                <a:latin typeface="Segoe UI" panose="020B0502040204020203" pitchFamily="34" charset="0"/>
                <a:ea typeface="Calibri Light" charset="0"/>
                <a:cs typeface="Segoe UI" panose="020B0502040204020203" pitchFamily="34" charset="0"/>
              </a:endParaRPr>
            </a:p>
          </p:txBody>
        </p:sp>
        <p:sp>
          <p:nvSpPr>
            <p:cNvPr id="1137" name="TextBox 1136">
              <a:extLst>
                <a:ext uri="{FF2B5EF4-FFF2-40B4-BE49-F238E27FC236}">
                  <a16:creationId xmlns:a16="http://schemas.microsoft.com/office/drawing/2014/main" id="{F9DA7F84-AF3C-4C6B-8FBC-ADC07F02F13B}"/>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01</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38" name="Group 1137">
            <a:extLst>
              <a:ext uri="{FF2B5EF4-FFF2-40B4-BE49-F238E27FC236}">
                <a16:creationId xmlns:a16="http://schemas.microsoft.com/office/drawing/2014/main" id="{1689CC76-F5C8-4D9A-940D-D0E9511DAD27}"/>
              </a:ext>
            </a:extLst>
          </p:cNvPr>
          <p:cNvGrpSpPr/>
          <p:nvPr/>
        </p:nvGrpSpPr>
        <p:grpSpPr>
          <a:xfrm>
            <a:off x="3878778" y="3222431"/>
            <a:ext cx="3951680" cy="922336"/>
            <a:chOff x="1395616" y="871285"/>
            <a:chExt cx="3825734" cy="1064137"/>
          </a:xfrm>
        </p:grpSpPr>
        <p:sp>
          <p:nvSpPr>
            <p:cNvPr id="1139" name="TextBox 1138">
              <a:extLst>
                <a:ext uri="{FF2B5EF4-FFF2-40B4-BE49-F238E27FC236}">
                  <a16:creationId xmlns:a16="http://schemas.microsoft.com/office/drawing/2014/main" id="{0EC594F9-42AA-48F0-91E3-A523A590A6A2}"/>
                </a:ext>
              </a:extLst>
            </p:cNvPr>
            <p:cNvSpPr txBox="1"/>
            <p:nvPr/>
          </p:nvSpPr>
          <p:spPr>
            <a:xfrm>
              <a:off x="2984420" y="1083773"/>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Events, Async programming</a:t>
              </a:r>
            </a:p>
          </p:txBody>
        </p:sp>
        <p:sp>
          <p:nvSpPr>
            <p:cNvPr id="1140" name="TextBox 1139">
              <a:extLst>
                <a:ext uri="{FF2B5EF4-FFF2-40B4-BE49-F238E27FC236}">
                  <a16:creationId xmlns:a16="http://schemas.microsoft.com/office/drawing/2014/main" id="{958156DC-3EA6-4EBE-BADE-2321E29D81DE}"/>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a:solidFill>
                    <a:schemeClr val="bg1"/>
                  </a:solidFill>
                  <a:latin typeface="Segoe UI" panose="020B0502040204020203" pitchFamily="34" charset="0"/>
                  <a:ea typeface="Calibri Light" charset="0"/>
                  <a:cs typeface="Segoe UI" panose="020B0502040204020203" pitchFamily="34" charset="0"/>
                </a:rPr>
                <a:t>02</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grpSp>
        <p:nvGrpSpPr>
          <p:cNvPr id="1147" name="Group 1146">
            <a:extLst>
              <a:ext uri="{FF2B5EF4-FFF2-40B4-BE49-F238E27FC236}">
                <a16:creationId xmlns:a16="http://schemas.microsoft.com/office/drawing/2014/main" id="{17C38255-E89D-4911-9EAA-F048C7DFE484}"/>
              </a:ext>
            </a:extLst>
          </p:cNvPr>
          <p:cNvGrpSpPr/>
          <p:nvPr/>
        </p:nvGrpSpPr>
        <p:grpSpPr>
          <a:xfrm>
            <a:off x="3878778" y="4978154"/>
            <a:ext cx="3951680" cy="922336"/>
            <a:chOff x="1395616" y="871285"/>
            <a:chExt cx="3825734" cy="1064137"/>
          </a:xfrm>
        </p:grpSpPr>
        <p:sp>
          <p:nvSpPr>
            <p:cNvPr id="1148" name="TextBox 1147">
              <a:extLst>
                <a:ext uri="{FF2B5EF4-FFF2-40B4-BE49-F238E27FC236}">
                  <a16:creationId xmlns:a16="http://schemas.microsoft.com/office/drawing/2014/main" id="{E50F2C64-4496-4A40-ACCB-C5159AEC70D5}"/>
                </a:ext>
              </a:extLst>
            </p:cNvPr>
            <p:cNvSpPr txBox="1"/>
            <p:nvPr/>
          </p:nvSpPr>
          <p:spPr>
            <a:xfrm>
              <a:off x="2984420" y="1083771"/>
              <a:ext cx="2236930" cy="639170"/>
            </a:xfrm>
            <a:prstGeom prst="rect">
              <a:avLst/>
            </a:prstGeom>
            <a:noFill/>
          </p:spPr>
          <p:txBody>
            <a:bodyPr wrap="square" lIns="0" tIns="0" rIns="0" bIns="0" rtlCol="0" anchor="ctr">
              <a:spAutoFit/>
            </a:bodyPr>
            <a:lstStyle/>
            <a:p>
              <a:r>
                <a:rPr lang="en-US" sz="1800" dirty="0">
                  <a:solidFill>
                    <a:schemeClr val="bg1"/>
                  </a:solidFill>
                  <a:latin typeface="Segoe UI" panose="020B0502040204020203" pitchFamily="34" charset="0"/>
                  <a:ea typeface="Calibri Light" charset="0"/>
                  <a:cs typeface="Segoe UI" panose="020B0502040204020203" pitchFamily="34" charset="0"/>
                </a:rPr>
                <a:t>First microservice using Node</a:t>
              </a:r>
            </a:p>
          </p:txBody>
        </p:sp>
        <p:sp>
          <p:nvSpPr>
            <p:cNvPr id="1149" name="TextBox 1148">
              <a:extLst>
                <a:ext uri="{FF2B5EF4-FFF2-40B4-BE49-F238E27FC236}">
                  <a16:creationId xmlns:a16="http://schemas.microsoft.com/office/drawing/2014/main" id="{0B9CA9D5-F695-4802-BE21-8B05D2B75909}"/>
                </a:ext>
              </a:extLst>
            </p:cNvPr>
            <p:cNvSpPr txBox="1"/>
            <p:nvPr/>
          </p:nvSpPr>
          <p:spPr>
            <a:xfrm>
              <a:off x="1395616" y="871285"/>
              <a:ext cx="1395288" cy="1064137"/>
            </a:xfrm>
            <a:prstGeom prst="rect">
              <a:avLst/>
            </a:prstGeom>
            <a:noFill/>
          </p:spPr>
          <p:txBody>
            <a:bodyPr wrap="square" lIns="0" tIns="0" rIns="0" bIns="0" rtlCol="0" anchor="ctr">
              <a:spAutoFit/>
            </a:bodyPr>
            <a:lstStyle/>
            <a:p>
              <a:pPr algn="ctr"/>
              <a:r>
                <a:rPr lang="en-US" sz="6000" b="1" kern="0" dirty="0">
                  <a:solidFill>
                    <a:schemeClr val="bg1"/>
                  </a:solidFill>
                  <a:latin typeface="Segoe UI" panose="020B0502040204020203" pitchFamily="34" charset="0"/>
                  <a:ea typeface="Calibri Light" charset="0"/>
                  <a:cs typeface="Segoe UI" panose="020B0502040204020203" pitchFamily="34" charset="0"/>
                </a:rPr>
                <a:t>03</a:t>
              </a:r>
              <a:endParaRPr lang="en-US" sz="6000" b="1" dirty="0">
                <a:solidFill>
                  <a:schemeClr val="bg1"/>
                </a:solidFill>
                <a:latin typeface="Segoe UI" panose="020B0502040204020203" pitchFamily="34" charset="0"/>
                <a:ea typeface="Calibri Light" charset="0"/>
                <a:cs typeface="Segoe UI" panose="020B0502040204020203" pitchFamily="34" charset="0"/>
              </a:endParaRPr>
            </a:p>
          </p:txBody>
        </p:sp>
      </p:grpSp>
      <p:sp>
        <p:nvSpPr>
          <p:cNvPr id="23" name="Title 22">
            <a:extLst>
              <a:ext uri="{FF2B5EF4-FFF2-40B4-BE49-F238E27FC236}">
                <a16:creationId xmlns:a16="http://schemas.microsoft.com/office/drawing/2014/main" id="{C261B0E4-159A-4067-AFE4-41EEF3B38F9B}"/>
              </a:ext>
            </a:extLst>
          </p:cNvPr>
          <p:cNvSpPr>
            <a:spLocks noGrp="1"/>
          </p:cNvSpPr>
          <p:nvPr>
            <p:ph type="title"/>
          </p:nvPr>
        </p:nvSpPr>
        <p:spPr/>
        <p:txBody>
          <a:bodyPr/>
          <a:lstStyle/>
          <a:p>
            <a:pPr algn="l"/>
            <a:r>
              <a:rPr lang="en-US" dirty="0">
                <a:solidFill>
                  <a:schemeClr val="bg1"/>
                </a:solidFill>
                <a:latin typeface="Cooper Black" panose="0208090404030B020404" pitchFamily="18" charset="0"/>
              </a:rPr>
              <a:t>Agenda – Day 4</a:t>
            </a:r>
            <a:endParaRPr lang="en-IN"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104088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14B10-1880-991C-7012-16F44C4E0601}"/>
              </a:ext>
            </a:extLst>
          </p:cNvPr>
          <p:cNvSpPr>
            <a:spLocks noGrp="1"/>
          </p:cNvSpPr>
          <p:nvPr>
            <p:ph type="title"/>
          </p:nvPr>
        </p:nvSpPr>
        <p:spPr/>
        <p:txBody>
          <a:bodyPr/>
          <a:lstStyle/>
          <a:p>
            <a:endParaRPr lang="en-IN"/>
          </a:p>
        </p:txBody>
      </p:sp>
      <p:grpSp>
        <p:nvGrpSpPr>
          <p:cNvPr id="195" name="Group 194">
            <a:extLst>
              <a:ext uri="{FF2B5EF4-FFF2-40B4-BE49-F238E27FC236}">
                <a16:creationId xmlns:a16="http://schemas.microsoft.com/office/drawing/2014/main" id="{5AFA72F0-FA3E-FAF0-28CF-93D863F98692}"/>
              </a:ext>
            </a:extLst>
          </p:cNvPr>
          <p:cNvGrpSpPr/>
          <p:nvPr/>
        </p:nvGrpSpPr>
        <p:grpSpPr>
          <a:xfrm>
            <a:off x="242920" y="472892"/>
            <a:ext cx="9009000" cy="5703480"/>
            <a:chOff x="242920" y="472892"/>
            <a:chExt cx="9009000" cy="5703480"/>
          </a:xfrm>
        </p:grpSpPr>
        <mc:AlternateContent xmlns:mc="http://schemas.openxmlformats.org/markup-compatibility/2006">
          <mc:Choice xmlns:p14="http://schemas.microsoft.com/office/powerpoint/2010/main" Requires="p14">
            <p:contentPart p14:bwMode="auto" r:id="rId2">
              <p14:nvContentPartPr>
                <p14:cNvPr id="22" name="Ink 21">
                  <a:extLst>
                    <a:ext uri="{FF2B5EF4-FFF2-40B4-BE49-F238E27FC236}">
                      <a16:creationId xmlns:a16="http://schemas.microsoft.com/office/drawing/2014/main" id="{B5D2C4E6-06B9-5D26-F304-BDF316C4EAFA}"/>
                    </a:ext>
                  </a:extLst>
                </p14:cNvPr>
                <p14:cNvContentPartPr/>
                <p14:nvPr/>
              </p14:nvContentPartPr>
              <p14:xfrm>
                <a:off x="4809160" y="1646132"/>
                <a:ext cx="414360" cy="367200"/>
              </p14:xfrm>
            </p:contentPart>
          </mc:Choice>
          <mc:Fallback>
            <p:pic>
              <p:nvPicPr>
                <p:cNvPr id="22" name="Ink 21">
                  <a:extLst>
                    <a:ext uri="{FF2B5EF4-FFF2-40B4-BE49-F238E27FC236}">
                      <a16:creationId xmlns:a16="http://schemas.microsoft.com/office/drawing/2014/main" id="{B5D2C4E6-06B9-5D26-F304-BDF316C4EAFA}"/>
                    </a:ext>
                  </a:extLst>
                </p:cNvPr>
                <p:cNvPicPr/>
                <p:nvPr/>
              </p:nvPicPr>
              <p:blipFill>
                <a:blip r:embed="rId3"/>
                <a:stretch>
                  <a:fillRect/>
                </a:stretch>
              </p:blipFill>
              <p:spPr>
                <a:xfrm>
                  <a:off x="4800160" y="1637492"/>
                  <a:ext cx="432000" cy="38484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23" name="Ink 22">
                  <a:extLst>
                    <a:ext uri="{FF2B5EF4-FFF2-40B4-BE49-F238E27FC236}">
                      <a16:creationId xmlns:a16="http://schemas.microsoft.com/office/drawing/2014/main" id="{F7027BC5-0A9C-6A06-AC0E-DBE82B3064D5}"/>
                    </a:ext>
                  </a:extLst>
                </p14:cNvPr>
                <p14:cNvContentPartPr/>
                <p14:nvPr/>
              </p14:nvContentPartPr>
              <p14:xfrm>
                <a:off x="5071960" y="1341932"/>
                <a:ext cx="416520" cy="888480"/>
              </p14:xfrm>
            </p:contentPart>
          </mc:Choice>
          <mc:Fallback>
            <p:pic>
              <p:nvPicPr>
                <p:cNvPr id="23" name="Ink 22">
                  <a:extLst>
                    <a:ext uri="{FF2B5EF4-FFF2-40B4-BE49-F238E27FC236}">
                      <a16:creationId xmlns:a16="http://schemas.microsoft.com/office/drawing/2014/main" id="{F7027BC5-0A9C-6A06-AC0E-DBE82B3064D5}"/>
                    </a:ext>
                  </a:extLst>
                </p:cNvPr>
                <p:cNvPicPr/>
                <p:nvPr/>
              </p:nvPicPr>
              <p:blipFill>
                <a:blip r:embed="rId5"/>
                <a:stretch>
                  <a:fillRect/>
                </a:stretch>
              </p:blipFill>
              <p:spPr>
                <a:xfrm>
                  <a:off x="5063320" y="1332932"/>
                  <a:ext cx="434160" cy="90612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24" name="Ink 23">
                  <a:extLst>
                    <a:ext uri="{FF2B5EF4-FFF2-40B4-BE49-F238E27FC236}">
                      <a16:creationId xmlns:a16="http://schemas.microsoft.com/office/drawing/2014/main" id="{EF5F6B83-265D-5127-15B5-72D79D0716F6}"/>
                    </a:ext>
                  </a:extLst>
                </p14:cNvPr>
                <p14:cNvContentPartPr/>
                <p14:nvPr/>
              </p14:nvContentPartPr>
              <p14:xfrm>
                <a:off x="5190400" y="1217372"/>
                <a:ext cx="1154160" cy="1072440"/>
              </p14:xfrm>
            </p:contentPart>
          </mc:Choice>
          <mc:Fallback>
            <p:pic>
              <p:nvPicPr>
                <p:cNvPr id="24" name="Ink 23">
                  <a:extLst>
                    <a:ext uri="{FF2B5EF4-FFF2-40B4-BE49-F238E27FC236}">
                      <a16:creationId xmlns:a16="http://schemas.microsoft.com/office/drawing/2014/main" id="{EF5F6B83-265D-5127-15B5-72D79D0716F6}"/>
                    </a:ext>
                  </a:extLst>
                </p:cNvPr>
                <p:cNvPicPr/>
                <p:nvPr/>
              </p:nvPicPr>
              <p:blipFill>
                <a:blip r:embed="rId7"/>
                <a:stretch>
                  <a:fillRect/>
                </a:stretch>
              </p:blipFill>
              <p:spPr>
                <a:xfrm>
                  <a:off x="5181400" y="1208372"/>
                  <a:ext cx="1171800" cy="10900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5" name="Ink 24">
                  <a:extLst>
                    <a:ext uri="{FF2B5EF4-FFF2-40B4-BE49-F238E27FC236}">
                      <a16:creationId xmlns:a16="http://schemas.microsoft.com/office/drawing/2014/main" id="{B592FCC7-EF15-A448-4328-0DDCE0FD850F}"/>
                    </a:ext>
                  </a:extLst>
                </p14:cNvPr>
                <p14:cNvContentPartPr/>
                <p14:nvPr/>
              </p14:nvContentPartPr>
              <p14:xfrm>
                <a:off x="6670360" y="1800932"/>
                <a:ext cx="360" cy="192240"/>
              </p14:xfrm>
            </p:contentPart>
          </mc:Choice>
          <mc:Fallback>
            <p:pic>
              <p:nvPicPr>
                <p:cNvPr id="25" name="Ink 24">
                  <a:extLst>
                    <a:ext uri="{FF2B5EF4-FFF2-40B4-BE49-F238E27FC236}">
                      <a16:creationId xmlns:a16="http://schemas.microsoft.com/office/drawing/2014/main" id="{B592FCC7-EF15-A448-4328-0DDCE0FD850F}"/>
                    </a:ext>
                  </a:extLst>
                </p:cNvPr>
                <p:cNvPicPr/>
                <p:nvPr/>
              </p:nvPicPr>
              <p:blipFill>
                <a:blip r:embed="rId9"/>
                <a:stretch>
                  <a:fillRect/>
                </a:stretch>
              </p:blipFill>
              <p:spPr>
                <a:xfrm>
                  <a:off x="6661720" y="1791932"/>
                  <a:ext cx="18000" cy="2098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6" name="Ink 25">
                  <a:extLst>
                    <a:ext uri="{FF2B5EF4-FFF2-40B4-BE49-F238E27FC236}">
                      <a16:creationId xmlns:a16="http://schemas.microsoft.com/office/drawing/2014/main" id="{135AB632-29BE-F56C-6A95-7897EC29CEB9}"/>
                    </a:ext>
                  </a:extLst>
                </p14:cNvPr>
                <p14:cNvContentPartPr/>
                <p14:nvPr/>
              </p14:nvContentPartPr>
              <p14:xfrm>
                <a:off x="6612040" y="1658012"/>
                <a:ext cx="130680" cy="169920"/>
              </p14:xfrm>
            </p:contentPart>
          </mc:Choice>
          <mc:Fallback>
            <p:pic>
              <p:nvPicPr>
                <p:cNvPr id="26" name="Ink 25">
                  <a:extLst>
                    <a:ext uri="{FF2B5EF4-FFF2-40B4-BE49-F238E27FC236}">
                      <a16:creationId xmlns:a16="http://schemas.microsoft.com/office/drawing/2014/main" id="{135AB632-29BE-F56C-6A95-7897EC29CEB9}"/>
                    </a:ext>
                  </a:extLst>
                </p:cNvPr>
                <p:cNvPicPr/>
                <p:nvPr/>
              </p:nvPicPr>
              <p:blipFill>
                <a:blip r:embed="rId11"/>
                <a:stretch>
                  <a:fillRect/>
                </a:stretch>
              </p:blipFill>
              <p:spPr>
                <a:xfrm>
                  <a:off x="6603040" y="1649372"/>
                  <a:ext cx="148320" cy="18756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7" name="Ink 26">
                  <a:extLst>
                    <a:ext uri="{FF2B5EF4-FFF2-40B4-BE49-F238E27FC236}">
                      <a16:creationId xmlns:a16="http://schemas.microsoft.com/office/drawing/2014/main" id="{B5F1E483-6969-D07C-3CC6-52A6AF1C82EF}"/>
                    </a:ext>
                  </a:extLst>
                </p14:cNvPr>
                <p14:cNvContentPartPr/>
                <p14:nvPr/>
              </p14:nvContentPartPr>
              <p14:xfrm>
                <a:off x="6801760" y="1802372"/>
                <a:ext cx="20520" cy="130680"/>
              </p14:xfrm>
            </p:contentPart>
          </mc:Choice>
          <mc:Fallback>
            <p:pic>
              <p:nvPicPr>
                <p:cNvPr id="27" name="Ink 26">
                  <a:extLst>
                    <a:ext uri="{FF2B5EF4-FFF2-40B4-BE49-F238E27FC236}">
                      <a16:creationId xmlns:a16="http://schemas.microsoft.com/office/drawing/2014/main" id="{B5F1E483-6969-D07C-3CC6-52A6AF1C82EF}"/>
                    </a:ext>
                  </a:extLst>
                </p:cNvPr>
                <p:cNvPicPr/>
                <p:nvPr/>
              </p:nvPicPr>
              <p:blipFill>
                <a:blip r:embed="rId13"/>
                <a:stretch>
                  <a:fillRect/>
                </a:stretch>
              </p:blipFill>
              <p:spPr>
                <a:xfrm>
                  <a:off x="6793120" y="1793372"/>
                  <a:ext cx="3816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28" name="Ink 27">
                  <a:extLst>
                    <a:ext uri="{FF2B5EF4-FFF2-40B4-BE49-F238E27FC236}">
                      <a16:creationId xmlns:a16="http://schemas.microsoft.com/office/drawing/2014/main" id="{6C4C4F98-8CA3-122F-9F2F-676E33A605DD}"/>
                    </a:ext>
                  </a:extLst>
                </p14:cNvPr>
                <p14:cNvContentPartPr/>
                <p14:nvPr/>
              </p14:nvContentPartPr>
              <p14:xfrm>
                <a:off x="6812560" y="1651172"/>
                <a:ext cx="2880" cy="1440"/>
              </p14:xfrm>
            </p:contentPart>
          </mc:Choice>
          <mc:Fallback>
            <p:pic>
              <p:nvPicPr>
                <p:cNvPr id="28" name="Ink 27">
                  <a:extLst>
                    <a:ext uri="{FF2B5EF4-FFF2-40B4-BE49-F238E27FC236}">
                      <a16:creationId xmlns:a16="http://schemas.microsoft.com/office/drawing/2014/main" id="{6C4C4F98-8CA3-122F-9F2F-676E33A605DD}"/>
                    </a:ext>
                  </a:extLst>
                </p:cNvPr>
                <p:cNvPicPr/>
                <p:nvPr/>
              </p:nvPicPr>
              <p:blipFill>
                <a:blip r:embed="rId15"/>
                <a:stretch>
                  <a:fillRect/>
                </a:stretch>
              </p:blipFill>
              <p:spPr>
                <a:xfrm>
                  <a:off x="6803560" y="1642172"/>
                  <a:ext cx="20520" cy="190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29" name="Ink 28">
                  <a:extLst>
                    <a:ext uri="{FF2B5EF4-FFF2-40B4-BE49-F238E27FC236}">
                      <a16:creationId xmlns:a16="http://schemas.microsoft.com/office/drawing/2014/main" id="{D37EE2B5-B5FF-B6AC-FB96-C5D24C36662C}"/>
                    </a:ext>
                  </a:extLst>
                </p14:cNvPr>
                <p14:cNvContentPartPr/>
                <p14:nvPr/>
              </p14:nvContentPartPr>
              <p14:xfrm>
                <a:off x="6880960" y="1696892"/>
                <a:ext cx="60480" cy="217080"/>
              </p14:xfrm>
            </p:contentPart>
          </mc:Choice>
          <mc:Fallback>
            <p:pic>
              <p:nvPicPr>
                <p:cNvPr id="29" name="Ink 28">
                  <a:extLst>
                    <a:ext uri="{FF2B5EF4-FFF2-40B4-BE49-F238E27FC236}">
                      <a16:creationId xmlns:a16="http://schemas.microsoft.com/office/drawing/2014/main" id="{D37EE2B5-B5FF-B6AC-FB96-C5D24C36662C}"/>
                    </a:ext>
                  </a:extLst>
                </p:cNvPr>
                <p:cNvPicPr/>
                <p:nvPr/>
              </p:nvPicPr>
              <p:blipFill>
                <a:blip r:embed="rId17"/>
                <a:stretch>
                  <a:fillRect/>
                </a:stretch>
              </p:blipFill>
              <p:spPr>
                <a:xfrm>
                  <a:off x="6871960" y="1688252"/>
                  <a:ext cx="78120" cy="2347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0" name="Ink 29">
                  <a:extLst>
                    <a:ext uri="{FF2B5EF4-FFF2-40B4-BE49-F238E27FC236}">
                      <a16:creationId xmlns:a16="http://schemas.microsoft.com/office/drawing/2014/main" id="{7F4A2347-D43B-8143-7C71-3DC04C7069A7}"/>
                    </a:ext>
                  </a:extLst>
                </p14:cNvPr>
                <p14:cNvContentPartPr/>
                <p14:nvPr/>
              </p14:nvContentPartPr>
              <p14:xfrm>
                <a:off x="6954760" y="1762772"/>
                <a:ext cx="80640" cy="146880"/>
              </p14:xfrm>
            </p:contentPart>
          </mc:Choice>
          <mc:Fallback>
            <p:pic>
              <p:nvPicPr>
                <p:cNvPr id="30" name="Ink 29">
                  <a:extLst>
                    <a:ext uri="{FF2B5EF4-FFF2-40B4-BE49-F238E27FC236}">
                      <a16:creationId xmlns:a16="http://schemas.microsoft.com/office/drawing/2014/main" id="{7F4A2347-D43B-8143-7C71-3DC04C7069A7}"/>
                    </a:ext>
                  </a:extLst>
                </p:cNvPr>
                <p:cNvPicPr/>
                <p:nvPr/>
              </p:nvPicPr>
              <p:blipFill>
                <a:blip r:embed="rId19"/>
                <a:stretch>
                  <a:fillRect/>
                </a:stretch>
              </p:blipFill>
              <p:spPr>
                <a:xfrm>
                  <a:off x="6945760" y="1753772"/>
                  <a:ext cx="98280" cy="16452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31" name="Ink 30">
                  <a:extLst>
                    <a:ext uri="{FF2B5EF4-FFF2-40B4-BE49-F238E27FC236}">
                      <a16:creationId xmlns:a16="http://schemas.microsoft.com/office/drawing/2014/main" id="{02F5AB85-7B98-15E7-AD31-3689D3C25FD5}"/>
                    </a:ext>
                  </a:extLst>
                </p14:cNvPr>
                <p14:cNvContentPartPr/>
                <p14:nvPr/>
              </p14:nvContentPartPr>
              <p14:xfrm>
                <a:off x="7091200" y="1742972"/>
                <a:ext cx="126720" cy="157680"/>
              </p14:xfrm>
            </p:contentPart>
          </mc:Choice>
          <mc:Fallback>
            <p:pic>
              <p:nvPicPr>
                <p:cNvPr id="31" name="Ink 30">
                  <a:extLst>
                    <a:ext uri="{FF2B5EF4-FFF2-40B4-BE49-F238E27FC236}">
                      <a16:creationId xmlns:a16="http://schemas.microsoft.com/office/drawing/2014/main" id="{02F5AB85-7B98-15E7-AD31-3689D3C25FD5}"/>
                    </a:ext>
                  </a:extLst>
                </p:cNvPr>
                <p:cNvPicPr/>
                <p:nvPr/>
              </p:nvPicPr>
              <p:blipFill>
                <a:blip r:embed="rId21"/>
                <a:stretch>
                  <a:fillRect/>
                </a:stretch>
              </p:blipFill>
              <p:spPr>
                <a:xfrm>
                  <a:off x="7082560" y="1734332"/>
                  <a:ext cx="144360" cy="17532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32" name="Ink 31">
                  <a:extLst>
                    <a:ext uri="{FF2B5EF4-FFF2-40B4-BE49-F238E27FC236}">
                      <a16:creationId xmlns:a16="http://schemas.microsoft.com/office/drawing/2014/main" id="{06BA35FD-3093-94DD-CD4F-BB85CD387BC2}"/>
                    </a:ext>
                  </a:extLst>
                </p14:cNvPr>
                <p14:cNvContentPartPr/>
                <p14:nvPr/>
              </p14:nvContentPartPr>
              <p14:xfrm>
                <a:off x="7283440" y="1672052"/>
                <a:ext cx="343440" cy="217440"/>
              </p14:xfrm>
            </p:contentPart>
          </mc:Choice>
          <mc:Fallback>
            <p:pic>
              <p:nvPicPr>
                <p:cNvPr id="32" name="Ink 31">
                  <a:extLst>
                    <a:ext uri="{FF2B5EF4-FFF2-40B4-BE49-F238E27FC236}">
                      <a16:creationId xmlns:a16="http://schemas.microsoft.com/office/drawing/2014/main" id="{06BA35FD-3093-94DD-CD4F-BB85CD387BC2}"/>
                    </a:ext>
                  </a:extLst>
                </p:cNvPr>
                <p:cNvPicPr/>
                <p:nvPr/>
              </p:nvPicPr>
              <p:blipFill>
                <a:blip r:embed="rId23"/>
                <a:stretch>
                  <a:fillRect/>
                </a:stretch>
              </p:blipFill>
              <p:spPr>
                <a:xfrm>
                  <a:off x="7274440" y="1663412"/>
                  <a:ext cx="361080" cy="235080"/>
                </a:xfrm>
                <a:prstGeom prst="rect">
                  <a:avLst/>
                </a:prstGeom>
              </p:spPr>
            </p:pic>
          </mc:Fallback>
        </mc:AlternateContent>
        <mc:AlternateContent xmlns:mc="http://schemas.openxmlformats.org/markup-compatibility/2006">
          <mc:Choice xmlns:p14="http://schemas.microsoft.com/office/powerpoint/2010/main" Requires="p14">
            <p:contentPart p14:bwMode="auto" r:id="rId24">
              <p14:nvContentPartPr>
                <p14:cNvPr id="33" name="Ink 32">
                  <a:extLst>
                    <a:ext uri="{FF2B5EF4-FFF2-40B4-BE49-F238E27FC236}">
                      <a16:creationId xmlns:a16="http://schemas.microsoft.com/office/drawing/2014/main" id="{9372A9C0-0AEE-1853-032D-EB17FDAC0F4F}"/>
                    </a:ext>
                  </a:extLst>
                </p14:cNvPr>
                <p14:cNvContentPartPr/>
                <p14:nvPr/>
              </p14:nvContentPartPr>
              <p14:xfrm>
                <a:off x="6861160" y="1373612"/>
                <a:ext cx="132120" cy="144360"/>
              </p14:xfrm>
            </p:contentPart>
          </mc:Choice>
          <mc:Fallback>
            <p:pic>
              <p:nvPicPr>
                <p:cNvPr id="33" name="Ink 32">
                  <a:extLst>
                    <a:ext uri="{FF2B5EF4-FFF2-40B4-BE49-F238E27FC236}">
                      <a16:creationId xmlns:a16="http://schemas.microsoft.com/office/drawing/2014/main" id="{9372A9C0-0AEE-1853-032D-EB17FDAC0F4F}"/>
                    </a:ext>
                  </a:extLst>
                </p:cNvPr>
                <p:cNvPicPr/>
                <p:nvPr/>
              </p:nvPicPr>
              <p:blipFill>
                <a:blip r:embed="rId25"/>
                <a:stretch>
                  <a:fillRect/>
                </a:stretch>
              </p:blipFill>
              <p:spPr>
                <a:xfrm>
                  <a:off x="6852160" y="1364972"/>
                  <a:ext cx="149760" cy="162000"/>
                </a:xfrm>
                <a:prstGeom prst="rect">
                  <a:avLst/>
                </a:prstGeom>
              </p:spPr>
            </p:pic>
          </mc:Fallback>
        </mc:AlternateContent>
        <mc:AlternateContent xmlns:mc="http://schemas.openxmlformats.org/markup-compatibility/2006">
          <mc:Choice xmlns:p14="http://schemas.microsoft.com/office/powerpoint/2010/main" Requires="p14">
            <p:contentPart p14:bwMode="auto" r:id="rId26">
              <p14:nvContentPartPr>
                <p14:cNvPr id="34" name="Ink 33">
                  <a:extLst>
                    <a:ext uri="{FF2B5EF4-FFF2-40B4-BE49-F238E27FC236}">
                      <a16:creationId xmlns:a16="http://schemas.microsoft.com/office/drawing/2014/main" id="{C1B41E67-E501-1D5D-E296-2A0C55C3DB21}"/>
                    </a:ext>
                  </a:extLst>
                </p14:cNvPr>
                <p14:cNvContentPartPr/>
                <p14:nvPr/>
              </p14:nvContentPartPr>
              <p14:xfrm>
                <a:off x="7044760" y="1398452"/>
                <a:ext cx="126720" cy="108000"/>
              </p14:xfrm>
            </p:contentPart>
          </mc:Choice>
          <mc:Fallback>
            <p:pic>
              <p:nvPicPr>
                <p:cNvPr id="34" name="Ink 33">
                  <a:extLst>
                    <a:ext uri="{FF2B5EF4-FFF2-40B4-BE49-F238E27FC236}">
                      <a16:creationId xmlns:a16="http://schemas.microsoft.com/office/drawing/2014/main" id="{C1B41E67-E501-1D5D-E296-2A0C55C3DB21}"/>
                    </a:ext>
                  </a:extLst>
                </p:cNvPr>
                <p:cNvPicPr/>
                <p:nvPr/>
              </p:nvPicPr>
              <p:blipFill>
                <a:blip r:embed="rId27"/>
                <a:stretch>
                  <a:fillRect/>
                </a:stretch>
              </p:blipFill>
              <p:spPr>
                <a:xfrm>
                  <a:off x="7035760" y="1389812"/>
                  <a:ext cx="14436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28">
              <p14:nvContentPartPr>
                <p14:cNvPr id="35" name="Ink 34">
                  <a:extLst>
                    <a:ext uri="{FF2B5EF4-FFF2-40B4-BE49-F238E27FC236}">
                      <a16:creationId xmlns:a16="http://schemas.microsoft.com/office/drawing/2014/main" id="{5D294B83-5BB0-EB8E-E4BC-36C8C86703CC}"/>
                    </a:ext>
                  </a:extLst>
                </p14:cNvPr>
                <p14:cNvContentPartPr/>
                <p14:nvPr/>
              </p14:nvContentPartPr>
              <p14:xfrm>
                <a:off x="7215400" y="1361012"/>
                <a:ext cx="230760" cy="127440"/>
              </p14:xfrm>
            </p:contentPart>
          </mc:Choice>
          <mc:Fallback>
            <p:pic>
              <p:nvPicPr>
                <p:cNvPr id="35" name="Ink 34">
                  <a:extLst>
                    <a:ext uri="{FF2B5EF4-FFF2-40B4-BE49-F238E27FC236}">
                      <a16:creationId xmlns:a16="http://schemas.microsoft.com/office/drawing/2014/main" id="{5D294B83-5BB0-EB8E-E4BC-36C8C86703CC}"/>
                    </a:ext>
                  </a:extLst>
                </p:cNvPr>
                <p:cNvPicPr/>
                <p:nvPr/>
              </p:nvPicPr>
              <p:blipFill>
                <a:blip r:embed="rId29"/>
                <a:stretch>
                  <a:fillRect/>
                </a:stretch>
              </p:blipFill>
              <p:spPr>
                <a:xfrm>
                  <a:off x="7206400" y="1352372"/>
                  <a:ext cx="24840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30">
              <p14:nvContentPartPr>
                <p14:cNvPr id="36" name="Ink 35">
                  <a:extLst>
                    <a:ext uri="{FF2B5EF4-FFF2-40B4-BE49-F238E27FC236}">
                      <a16:creationId xmlns:a16="http://schemas.microsoft.com/office/drawing/2014/main" id="{053202AB-A88E-FC4B-727B-7AEF2760AE2B}"/>
                    </a:ext>
                  </a:extLst>
                </p14:cNvPr>
                <p14:cNvContentPartPr/>
                <p14:nvPr/>
              </p14:nvContentPartPr>
              <p14:xfrm>
                <a:off x="5030560" y="3670412"/>
                <a:ext cx="277560" cy="377280"/>
              </p14:xfrm>
            </p:contentPart>
          </mc:Choice>
          <mc:Fallback>
            <p:pic>
              <p:nvPicPr>
                <p:cNvPr id="36" name="Ink 35">
                  <a:extLst>
                    <a:ext uri="{FF2B5EF4-FFF2-40B4-BE49-F238E27FC236}">
                      <a16:creationId xmlns:a16="http://schemas.microsoft.com/office/drawing/2014/main" id="{053202AB-A88E-FC4B-727B-7AEF2760AE2B}"/>
                    </a:ext>
                  </a:extLst>
                </p:cNvPr>
                <p:cNvPicPr/>
                <p:nvPr/>
              </p:nvPicPr>
              <p:blipFill>
                <a:blip r:embed="rId31"/>
                <a:stretch>
                  <a:fillRect/>
                </a:stretch>
              </p:blipFill>
              <p:spPr>
                <a:xfrm>
                  <a:off x="5021560" y="3661772"/>
                  <a:ext cx="295200" cy="394920"/>
                </a:xfrm>
                <a:prstGeom prst="rect">
                  <a:avLst/>
                </a:prstGeom>
              </p:spPr>
            </p:pic>
          </mc:Fallback>
        </mc:AlternateContent>
        <mc:AlternateContent xmlns:mc="http://schemas.openxmlformats.org/markup-compatibility/2006">
          <mc:Choice xmlns:p14="http://schemas.microsoft.com/office/powerpoint/2010/main" Requires="p14">
            <p:contentPart p14:bwMode="auto" r:id="rId32">
              <p14:nvContentPartPr>
                <p14:cNvPr id="37" name="Ink 36">
                  <a:extLst>
                    <a:ext uri="{FF2B5EF4-FFF2-40B4-BE49-F238E27FC236}">
                      <a16:creationId xmlns:a16="http://schemas.microsoft.com/office/drawing/2014/main" id="{9E5A36F4-6D86-95D7-627A-8DC5E383BA99}"/>
                    </a:ext>
                  </a:extLst>
                </p14:cNvPr>
                <p14:cNvContentPartPr/>
                <p14:nvPr/>
              </p14:nvContentPartPr>
              <p14:xfrm>
                <a:off x="5249800" y="3381332"/>
                <a:ext cx="375840" cy="968040"/>
              </p14:xfrm>
            </p:contentPart>
          </mc:Choice>
          <mc:Fallback>
            <p:pic>
              <p:nvPicPr>
                <p:cNvPr id="37" name="Ink 36">
                  <a:extLst>
                    <a:ext uri="{FF2B5EF4-FFF2-40B4-BE49-F238E27FC236}">
                      <a16:creationId xmlns:a16="http://schemas.microsoft.com/office/drawing/2014/main" id="{9E5A36F4-6D86-95D7-627A-8DC5E383BA99}"/>
                    </a:ext>
                  </a:extLst>
                </p:cNvPr>
                <p:cNvPicPr/>
                <p:nvPr/>
              </p:nvPicPr>
              <p:blipFill>
                <a:blip r:embed="rId33"/>
                <a:stretch>
                  <a:fillRect/>
                </a:stretch>
              </p:blipFill>
              <p:spPr>
                <a:xfrm>
                  <a:off x="5241160" y="3372332"/>
                  <a:ext cx="393480" cy="985680"/>
                </a:xfrm>
                <a:prstGeom prst="rect">
                  <a:avLst/>
                </a:prstGeom>
              </p:spPr>
            </p:pic>
          </mc:Fallback>
        </mc:AlternateContent>
        <mc:AlternateContent xmlns:mc="http://schemas.openxmlformats.org/markup-compatibility/2006">
          <mc:Choice xmlns:p14="http://schemas.microsoft.com/office/powerpoint/2010/main" Requires="p14">
            <p:contentPart p14:bwMode="auto" r:id="rId34">
              <p14:nvContentPartPr>
                <p14:cNvPr id="38" name="Ink 37">
                  <a:extLst>
                    <a:ext uri="{FF2B5EF4-FFF2-40B4-BE49-F238E27FC236}">
                      <a16:creationId xmlns:a16="http://schemas.microsoft.com/office/drawing/2014/main" id="{43AF8A98-2D4A-2210-F493-B7803734F8D4}"/>
                    </a:ext>
                  </a:extLst>
                </p14:cNvPr>
                <p14:cNvContentPartPr/>
                <p14:nvPr/>
              </p14:nvContentPartPr>
              <p14:xfrm>
                <a:off x="5362120" y="3251012"/>
                <a:ext cx="1163520" cy="1191240"/>
              </p14:xfrm>
            </p:contentPart>
          </mc:Choice>
          <mc:Fallback>
            <p:pic>
              <p:nvPicPr>
                <p:cNvPr id="38" name="Ink 37">
                  <a:extLst>
                    <a:ext uri="{FF2B5EF4-FFF2-40B4-BE49-F238E27FC236}">
                      <a16:creationId xmlns:a16="http://schemas.microsoft.com/office/drawing/2014/main" id="{43AF8A98-2D4A-2210-F493-B7803734F8D4}"/>
                    </a:ext>
                  </a:extLst>
                </p:cNvPr>
                <p:cNvPicPr/>
                <p:nvPr/>
              </p:nvPicPr>
              <p:blipFill>
                <a:blip r:embed="rId35"/>
                <a:stretch>
                  <a:fillRect/>
                </a:stretch>
              </p:blipFill>
              <p:spPr>
                <a:xfrm>
                  <a:off x="5353480" y="3242012"/>
                  <a:ext cx="1181160" cy="1208880"/>
                </a:xfrm>
                <a:prstGeom prst="rect">
                  <a:avLst/>
                </a:prstGeom>
              </p:spPr>
            </p:pic>
          </mc:Fallback>
        </mc:AlternateContent>
        <mc:AlternateContent xmlns:mc="http://schemas.openxmlformats.org/markup-compatibility/2006">
          <mc:Choice xmlns:p14="http://schemas.microsoft.com/office/powerpoint/2010/main" Requires="p14">
            <p:contentPart p14:bwMode="auto" r:id="rId36">
              <p14:nvContentPartPr>
                <p14:cNvPr id="39" name="Ink 38">
                  <a:extLst>
                    <a:ext uri="{FF2B5EF4-FFF2-40B4-BE49-F238E27FC236}">
                      <a16:creationId xmlns:a16="http://schemas.microsoft.com/office/drawing/2014/main" id="{2AA98F40-CC29-1007-659C-7B233B538F2A}"/>
                    </a:ext>
                  </a:extLst>
                </p14:cNvPr>
                <p14:cNvContentPartPr/>
                <p14:nvPr/>
              </p14:nvContentPartPr>
              <p14:xfrm>
                <a:off x="6761440" y="3187652"/>
                <a:ext cx="442440" cy="308880"/>
              </p14:xfrm>
            </p:contentPart>
          </mc:Choice>
          <mc:Fallback>
            <p:pic>
              <p:nvPicPr>
                <p:cNvPr id="39" name="Ink 38">
                  <a:extLst>
                    <a:ext uri="{FF2B5EF4-FFF2-40B4-BE49-F238E27FC236}">
                      <a16:creationId xmlns:a16="http://schemas.microsoft.com/office/drawing/2014/main" id="{2AA98F40-CC29-1007-659C-7B233B538F2A}"/>
                    </a:ext>
                  </a:extLst>
                </p:cNvPr>
                <p:cNvPicPr/>
                <p:nvPr/>
              </p:nvPicPr>
              <p:blipFill>
                <a:blip r:embed="rId37"/>
                <a:stretch>
                  <a:fillRect/>
                </a:stretch>
              </p:blipFill>
              <p:spPr>
                <a:xfrm>
                  <a:off x="6752800" y="3179012"/>
                  <a:ext cx="460080" cy="326520"/>
                </a:xfrm>
                <a:prstGeom prst="rect">
                  <a:avLst/>
                </a:prstGeom>
              </p:spPr>
            </p:pic>
          </mc:Fallback>
        </mc:AlternateContent>
        <mc:AlternateContent xmlns:mc="http://schemas.openxmlformats.org/markup-compatibility/2006">
          <mc:Choice xmlns:p14="http://schemas.microsoft.com/office/powerpoint/2010/main" Requires="p14">
            <p:contentPart p14:bwMode="auto" r:id="rId38">
              <p14:nvContentPartPr>
                <p14:cNvPr id="40" name="Ink 39">
                  <a:extLst>
                    <a:ext uri="{FF2B5EF4-FFF2-40B4-BE49-F238E27FC236}">
                      <a16:creationId xmlns:a16="http://schemas.microsoft.com/office/drawing/2014/main" id="{A71C2C1C-BCA3-E1D7-09B1-FA8ACE069144}"/>
                    </a:ext>
                  </a:extLst>
                </p14:cNvPr>
                <p14:cNvContentPartPr/>
                <p14:nvPr/>
              </p14:nvContentPartPr>
              <p14:xfrm>
                <a:off x="7249600" y="3312572"/>
                <a:ext cx="20160" cy="94680"/>
              </p14:xfrm>
            </p:contentPart>
          </mc:Choice>
          <mc:Fallback>
            <p:pic>
              <p:nvPicPr>
                <p:cNvPr id="40" name="Ink 39">
                  <a:extLst>
                    <a:ext uri="{FF2B5EF4-FFF2-40B4-BE49-F238E27FC236}">
                      <a16:creationId xmlns:a16="http://schemas.microsoft.com/office/drawing/2014/main" id="{A71C2C1C-BCA3-E1D7-09B1-FA8ACE069144}"/>
                    </a:ext>
                  </a:extLst>
                </p:cNvPr>
                <p:cNvPicPr/>
                <p:nvPr/>
              </p:nvPicPr>
              <p:blipFill>
                <a:blip r:embed="rId39"/>
                <a:stretch>
                  <a:fillRect/>
                </a:stretch>
              </p:blipFill>
              <p:spPr>
                <a:xfrm>
                  <a:off x="7240600" y="3303572"/>
                  <a:ext cx="37800" cy="112320"/>
                </a:xfrm>
                <a:prstGeom prst="rect">
                  <a:avLst/>
                </a:prstGeom>
              </p:spPr>
            </p:pic>
          </mc:Fallback>
        </mc:AlternateContent>
        <mc:AlternateContent xmlns:mc="http://schemas.openxmlformats.org/markup-compatibility/2006">
          <mc:Choice xmlns:p14="http://schemas.microsoft.com/office/powerpoint/2010/main" Requires="p14">
            <p:contentPart p14:bwMode="auto" r:id="rId40">
              <p14:nvContentPartPr>
                <p14:cNvPr id="41" name="Ink 40">
                  <a:extLst>
                    <a:ext uri="{FF2B5EF4-FFF2-40B4-BE49-F238E27FC236}">
                      <a16:creationId xmlns:a16="http://schemas.microsoft.com/office/drawing/2014/main" id="{74DAF2CD-FECD-30E2-E898-94CF4406AADA}"/>
                    </a:ext>
                  </a:extLst>
                </p14:cNvPr>
                <p14:cNvContentPartPr/>
                <p14:nvPr/>
              </p14:nvContentPartPr>
              <p14:xfrm>
                <a:off x="7280200" y="3203492"/>
                <a:ext cx="15480" cy="2880"/>
              </p14:xfrm>
            </p:contentPart>
          </mc:Choice>
          <mc:Fallback>
            <p:pic>
              <p:nvPicPr>
                <p:cNvPr id="41" name="Ink 40">
                  <a:extLst>
                    <a:ext uri="{FF2B5EF4-FFF2-40B4-BE49-F238E27FC236}">
                      <a16:creationId xmlns:a16="http://schemas.microsoft.com/office/drawing/2014/main" id="{74DAF2CD-FECD-30E2-E898-94CF4406AADA}"/>
                    </a:ext>
                  </a:extLst>
                </p:cNvPr>
                <p:cNvPicPr/>
                <p:nvPr/>
              </p:nvPicPr>
              <p:blipFill>
                <a:blip r:embed="rId41"/>
                <a:stretch>
                  <a:fillRect/>
                </a:stretch>
              </p:blipFill>
              <p:spPr>
                <a:xfrm>
                  <a:off x="7271200" y="3194492"/>
                  <a:ext cx="33120" cy="20520"/>
                </a:xfrm>
                <a:prstGeom prst="rect">
                  <a:avLst/>
                </a:prstGeom>
              </p:spPr>
            </p:pic>
          </mc:Fallback>
        </mc:AlternateContent>
        <mc:AlternateContent xmlns:mc="http://schemas.openxmlformats.org/markup-compatibility/2006">
          <mc:Choice xmlns:p14="http://schemas.microsoft.com/office/powerpoint/2010/main" Requires="p14">
            <p:contentPart p14:bwMode="auto" r:id="rId42">
              <p14:nvContentPartPr>
                <p14:cNvPr id="42" name="Ink 41">
                  <a:extLst>
                    <a:ext uri="{FF2B5EF4-FFF2-40B4-BE49-F238E27FC236}">
                      <a16:creationId xmlns:a16="http://schemas.microsoft.com/office/drawing/2014/main" id="{2C0143C0-2E0E-4871-711A-CE8AF5B21F18}"/>
                    </a:ext>
                  </a:extLst>
                </p14:cNvPr>
                <p14:cNvContentPartPr/>
                <p14:nvPr/>
              </p14:nvContentPartPr>
              <p14:xfrm>
                <a:off x="7395040" y="3145172"/>
                <a:ext cx="426240" cy="264240"/>
              </p14:xfrm>
            </p:contentPart>
          </mc:Choice>
          <mc:Fallback>
            <p:pic>
              <p:nvPicPr>
                <p:cNvPr id="42" name="Ink 41">
                  <a:extLst>
                    <a:ext uri="{FF2B5EF4-FFF2-40B4-BE49-F238E27FC236}">
                      <a16:creationId xmlns:a16="http://schemas.microsoft.com/office/drawing/2014/main" id="{2C0143C0-2E0E-4871-711A-CE8AF5B21F18}"/>
                    </a:ext>
                  </a:extLst>
                </p:cNvPr>
                <p:cNvPicPr/>
                <p:nvPr/>
              </p:nvPicPr>
              <p:blipFill>
                <a:blip r:embed="rId43"/>
                <a:stretch>
                  <a:fillRect/>
                </a:stretch>
              </p:blipFill>
              <p:spPr>
                <a:xfrm>
                  <a:off x="7386040" y="3136532"/>
                  <a:ext cx="443880" cy="281880"/>
                </a:xfrm>
                <a:prstGeom prst="rect">
                  <a:avLst/>
                </a:prstGeom>
              </p:spPr>
            </p:pic>
          </mc:Fallback>
        </mc:AlternateContent>
        <mc:AlternateContent xmlns:mc="http://schemas.openxmlformats.org/markup-compatibility/2006">
          <mc:Choice xmlns:p14="http://schemas.microsoft.com/office/powerpoint/2010/main" Requires="p14">
            <p:contentPart p14:bwMode="auto" r:id="rId44">
              <p14:nvContentPartPr>
                <p14:cNvPr id="46" name="Ink 45">
                  <a:extLst>
                    <a:ext uri="{FF2B5EF4-FFF2-40B4-BE49-F238E27FC236}">
                      <a16:creationId xmlns:a16="http://schemas.microsoft.com/office/drawing/2014/main" id="{6F7573A9-F70F-4ED3-8459-9C592ECB6C94}"/>
                    </a:ext>
                  </a:extLst>
                </p14:cNvPr>
                <p14:cNvContentPartPr/>
                <p14:nvPr/>
              </p14:nvContentPartPr>
              <p14:xfrm>
                <a:off x="6862960" y="3710732"/>
                <a:ext cx="202320" cy="195480"/>
              </p14:xfrm>
            </p:contentPart>
          </mc:Choice>
          <mc:Fallback>
            <p:pic>
              <p:nvPicPr>
                <p:cNvPr id="46" name="Ink 45">
                  <a:extLst>
                    <a:ext uri="{FF2B5EF4-FFF2-40B4-BE49-F238E27FC236}">
                      <a16:creationId xmlns:a16="http://schemas.microsoft.com/office/drawing/2014/main" id="{6F7573A9-F70F-4ED3-8459-9C592ECB6C94}"/>
                    </a:ext>
                  </a:extLst>
                </p:cNvPr>
                <p:cNvPicPr/>
                <p:nvPr/>
              </p:nvPicPr>
              <p:blipFill>
                <a:blip r:embed="rId45"/>
                <a:stretch>
                  <a:fillRect/>
                </a:stretch>
              </p:blipFill>
              <p:spPr>
                <a:xfrm>
                  <a:off x="6853960" y="3701732"/>
                  <a:ext cx="219960" cy="213120"/>
                </a:xfrm>
                <a:prstGeom prst="rect">
                  <a:avLst/>
                </a:prstGeom>
              </p:spPr>
            </p:pic>
          </mc:Fallback>
        </mc:AlternateContent>
        <mc:AlternateContent xmlns:mc="http://schemas.openxmlformats.org/markup-compatibility/2006">
          <mc:Choice xmlns:p14="http://schemas.microsoft.com/office/powerpoint/2010/main" Requires="p14">
            <p:contentPart p14:bwMode="auto" r:id="rId46">
              <p14:nvContentPartPr>
                <p14:cNvPr id="47" name="Ink 46">
                  <a:extLst>
                    <a:ext uri="{FF2B5EF4-FFF2-40B4-BE49-F238E27FC236}">
                      <a16:creationId xmlns:a16="http://schemas.microsoft.com/office/drawing/2014/main" id="{D4F04B77-5A51-7682-A1F7-6523B39FD713}"/>
                    </a:ext>
                  </a:extLst>
                </p14:cNvPr>
                <p14:cNvContentPartPr/>
                <p14:nvPr/>
              </p14:nvContentPartPr>
              <p14:xfrm>
                <a:off x="7149160" y="3744932"/>
                <a:ext cx="131760" cy="110520"/>
              </p14:xfrm>
            </p:contentPart>
          </mc:Choice>
          <mc:Fallback>
            <p:pic>
              <p:nvPicPr>
                <p:cNvPr id="47" name="Ink 46">
                  <a:extLst>
                    <a:ext uri="{FF2B5EF4-FFF2-40B4-BE49-F238E27FC236}">
                      <a16:creationId xmlns:a16="http://schemas.microsoft.com/office/drawing/2014/main" id="{D4F04B77-5A51-7682-A1F7-6523B39FD713}"/>
                    </a:ext>
                  </a:extLst>
                </p:cNvPr>
                <p:cNvPicPr/>
                <p:nvPr/>
              </p:nvPicPr>
              <p:blipFill>
                <a:blip r:embed="rId47"/>
                <a:stretch>
                  <a:fillRect/>
                </a:stretch>
              </p:blipFill>
              <p:spPr>
                <a:xfrm>
                  <a:off x="7140520" y="3736292"/>
                  <a:ext cx="149400" cy="128160"/>
                </a:xfrm>
                <a:prstGeom prst="rect">
                  <a:avLst/>
                </a:prstGeom>
              </p:spPr>
            </p:pic>
          </mc:Fallback>
        </mc:AlternateContent>
        <mc:AlternateContent xmlns:mc="http://schemas.openxmlformats.org/markup-compatibility/2006">
          <mc:Choice xmlns:p14="http://schemas.microsoft.com/office/powerpoint/2010/main" Requires="p14">
            <p:contentPart p14:bwMode="auto" r:id="rId48">
              <p14:nvContentPartPr>
                <p14:cNvPr id="48" name="Ink 47">
                  <a:extLst>
                    <a:ext uri="{FF2B5EF4-FFF2-40B4-BE49-F238E27FC236}">
                      <a16:creationId xmlns:a16="http://schemas.microsoft.com/office/drawing/2014/main" id="{7CCB5ED3-9046-EF13-86E7-6D5C9D43C62F}"/>
                    </a:ext>
                  </a:extLst>
                </p14:cNvPr>
                <p14:cNvContentPartPr/>
                <p14:nvPr/>
              </p14:nvContentPartPr>
              <p14:xfrm>
                <a:off x="7360480" y="3673652"/>
                <a:ext cx="360000" cy="141840"/>
              </p14:xfrm>
            </p:contentPart>
          </mc:Choice>
          <mc:Fallback>
            <p:pic>
              <p:nvPicPr>
                <p:cNvPr id="48" name="Ink 47">
                  <a:extLst>
                    <a:ext uri="{FF2B5EF4-FFF2-40B4-BE49-F238E27FC236}">
                      <a16:creationId xmlns:a16="http://schemas.microsoft.com/office/drawing/2014/main" id="{7CCB5ED3-9046-EF13-86E7-6D5C9D43C62F}"/>
                    </a:ext>
                  </a:extLst>
                </p:cNvPr>
                <p:cNvPicPr/>
                <p:nvPr/>
              </p:nvPicPr>
              <p:blipFill>
                <a:blip r:embed="rId49"/>
                <a:stretch>
                  <a:fillRect/>
                </a:stretch>
              </p:blipFill>
              <p:spPr>
                <a:xfrm>
                  <a:off x="7351840" y="3664652"/>
                  <a:ext cx="377640" cy="159480"/>
                </a:xfrm>
                <a:prstGeom prst="rect">
                  <a:avLst/>
                </a:prstGeom>
              </p:spPr>
            </p:pic>
          </mc:Fallback>
        </mc:AlternateContent>
        <mc:AlternateContent xmlns:mc="http://schemas.openxmlformats.org/markup-compatibility/2006">
          <mc:Choice xmlns:p14="http://schemas.microsoft.com/office/powerpoint/2010/main" Requires="p14">
            <p:contentPart p14:bwMode="auto" r:id="rId50">
              <p14:nvContentPartPr>
                <p14:cNvPr id="49" name="Ink 48">
                  <a:extLst>
                    <a:ext uri="{FF2B5EF4-FFF2-40B4-BE49-F238E27FC236}">
                      <a16:creationId xmlns:a16="http://schemas.microsoft.com/office/drawing/2014/main" id="{53CDD1A3-FBA0-CC90-B814-29FD2FC3B6A4}"/>
                    </a:ext>
                  </a:extLst>
                </p14:cNvPr>
                <p14:cNvContentPartPr/>
                <p14:nvPr/>
              </p14:nvContentPartPr>
              <p14:xfrm>
                <a:off x="7821280" y="3631172"/>
                <a:ext cx="32040" cy="214920"/>
              </p14:xfrm>
            </p:contentPart>
          </mc:Choice>
          <mc:Fallback>
            <p:pic>
              <p:nvPicPr>
                <p:cNvPr id="49" name="Ink 48">
                  <a:extLst>
                    <a:ext uri="{FF2B5EF4-FFF2-40B4-BE49-F238E27FC236}">
                      <a16:creationId xmlns:a16="http://schemas.microsoft.com/office/drawing/2014/main" id="{53CDD1A3-FBA0-CC90-B814-29FD2FC3B6A4}"/>
                    </a:ext>
                  </a:extLst>
                </p:cNvPr>
                <p:cNvPicPr/>
                <p:nvPr/>
              </p:nvPicPr>
              <p:blipFill>
                <a:blip r:embed="rId51"/>
                <a:stretch>
                  <a:fillRect/>
                </a:stretch>
              </p:blipFill>
              <p:spPr>
                <a:xfrm>
                  <a:off x="7812640" y="3622172"/>
                  <a:ext cx="49680" cy="232560"/>
                </a:xfrm>
                <a:prstGeom prst="rect">
                  <a:avLst/>
                </a:prstGeom>
              </p:spPr>
            </p:pic>
          </mc:Fallback>
        </mc:AlternateContent>
        <mc:AlternateContent xmlns:mc="http://schemas.openxmlformats.org/markup-compatibility/2006">
          <mc:Choice xmlns:p14="http://schemas.microsoft.com/office/powerpoint/2010/main" Requires="p14">
            <p:contentPart p14:bwMode="auto" r:id="rId52">
              <p14:nvContentPartPr>
                <p14:cNvPr id="50" name="Ink 49">
                  <a:extLst>
                    <a:ext uri="{FF2B5EF4-FFF2-40B4-BE49-F238E27FC236}">
                      <a16:creationId xmlns:a16="http://schemas.microsoft.com/office/drawing/2014/main" id="{A8A1E88C-8DA8-8B62-B152-1D8287F2145C}"/>
                    </a:ext>
                  </a:extLst>
                </p14:cNvPr>
                <p14:cNvContentPartPr/>
                <p14:nvPr/>
              </p14:nvContentPartPr>
              <p14:xfrm>
                <a:off x="6857560" y="3624332"/>
                <a:ext cx="60840" cy="333360"/>
              </p14:xfrm>
            </p:contentPart>
          </mc:Choice>
          <mc:Fallback>
            <p:pic>
              <p:nvPicPr>
                <p:cNvPr id="50" name="Ink 49">
                  <a:extLst>
                    <a:ext uri="{FF2B5EF4-FFF2-40B4-BE49-F238E27FC236}">
                      <a16:creationId xmlns:a16="http://schemas.microsoft.com/office/drawing/2014/main" id="{A8A1E88C-8DA8-8B62-B152-1D8287F2145C}"/>
                    </a:ext>
                  </a:extLst>
                </p:cNvPr>
                <p:cNvPicPr/>
                <p:nvPr/>
              </p:nvPicPr>
              <p:blipFill>
                <a:blip r:embed="rId53"/>
                <a:stretch>
                  <a:fillRect/>
                </a:stretch>
              </p:blipFill>
              <p:spPr>
                <a:xfrm>
                  <a:off x="6848560" y="3615692"/>
                  <a:ext cx="78480" cy="351000"/>
                </a:xfrm>
                <a:prstGeom prst="rect">
                  <a:avLst/>
                </a:prstGeom>
              </p:spPr>
            </p:pic>
          </mc:Fallback>
        </mc:AlternateContent>
        <mc:AlternateContent xmlns:mc="http://schemas.openxmlformats.org/markup-compatibility/2006">
          <mc:Choice xmlns:p14="http://schemas.microsoft.com/office/powerpoint/2010/main" Requires="p14">
            <p:contentPart p14:bwMode="auto" r:id="rId54">
              <p14:nvContentPartPr>
                <p14:cNvPr id="56" name="Ink 55">
                  <a:extLst>
                    <a:ext uri="{FF2B5EF4-FFF2-40B4-BE49-F238E27FC236}">
                      <a16:creationId xmlns:a16="http://schemas.microsoft.com/office/drawing/2014/main" id="{505616BA-D613-ACA4-DDD1-238B5CB29D66}"/>
                    </a:ext>
                  </a:extLst>
                </p14:cNvPr>
                <p14:cNvContentPartPr/>
                <p14:nvPr/>
              </p14:nvContentPartPr>
              <p14:xfrm>
                <a:off x="5816440" y="2025932"/>
                <a:ext cx="58320" cy="45360"/>
              </p14:xfrm>
            </p:contentPart>
          </mc:Choice>
          <mc:Fallback>
            <p:pic>
              <p:nvPicPr>
                <p:cNvPr id="56" name="Ink 55">
                  <a:extLst>
                    <a:ext uri="{FF2B5EF4-FFF2-40B4-BE49-F238E27FC236}">
                      <a16:creationId xmlns:a16="http://schemas.microsoft.com/office/drawing/2014/main" id="{505616BA-D613-ACA4-DDD1-238B5CB29D66}"/>
                    </a:ext>
                  </a:extLst>
                </p:cNvPr>
                <p:cNvPicPr/>
                <p:nvPr/>
              </p:nvPicPr>
              <p:blipFill>
                <a:blip r:embed="rId55"/>
                <a:stretch>
                  <a:fillRect/>
                </a:stretch>
              </p:blipFill>
              <p:spPr>
                <a:xfrm>
                  <a:off x="5807440" y="2017292"/>
                  <a:ext cx="75960" cy="63000"/>
                </a:xfrm>
                <a:prstGeom prst="rect">
                  <a:avLst/>
                </a:prstGeom>
              </p:spPr>
            </p:pic>
          </mc:Fallback>
        </mc:AlternateContent>
        <mc:AlternateContent xmlns:mc="http://schemas.openxmlformats.org/markup-compatibility/2006">
          <mc:Choice xmlns:p14="http://schemas.microsoft.com/office/powerpoint/2010/main" Requires="p14">
            <p:contentPart p14:bwMode="auto" r:id="rId56">
              <p14:nvContentPartPr>
                <p14:cNvPr id="57" name="Ink 56">
                  <a:extLst>
                    <a:ext uri="{FF2B5EF4-FFF2-40B4-BE49-F238E27FC236}">
                      <a16:creationId xmlns:a16="http://schemas.microsoft.com/office/drawing/2014/main" id="{7BE22E6B-7EC2-AD3B-932C-A796687ADB6F}"/>
                    </a:ext>
                  </a:extLst>
                </p14:cNvPr>
                <p14:cNvContentPartPr/>
                <p14:nvPr/>
              </p14:nvContentPartPr>
              <p14:xfrm>
                <a:off x="5850280" y="1966532"/>
                <a:ext cx="111240" cy="235440"/>
              </p14:xfrm>
            </p:contentPart>
          </mc:Choice>
          <mc:Fallback>
            <p:pic>
              <p:nvPicPr>
                <p:cNvPr id="57" name="Ink 56">
                  <a:extLst>
                    <a:ext uri="{FF2B5EF4-FFF2-40B4-BE49-F238E27FC236}">
                      <a16:creationId xmlns:a16="http://schemas.microsoft.com/office/drawing/2014/main" id="{7BE22E6B-7EC2-AD3B-932C-A796687ADB6F}"/>
                    </a:ext>
                  </a:extLst>
                </p:cNvPr>
                <p:cNvPicPr/>
                <p:nvPr/>
              </p:nvPicPr>
              <p:blipFill>
                <a:blip r:embed="rId57"/>
                <a:stretch>
                  <a:fillRect/>
                </a:stretch>
              </p:blipFill>
              <p:spPr>
                <a:xfrm>
                  <a:off x="5841640" y="1957892"/>
                  <a:ext cx="128880" cy="253080"/>
                </a:xfrm>
                <a:prstGeom prst="rect">
                  <a:avLst/>
                </a:prstGeom>
              </p:spPr>
            </p:pic>
          </mc:Fallback>
        </mc:AlternateContent>
        <mc:AlternateContent xmlns:mc="http://schemas.openxmlformats.org/markup-compatibility/2006">
          <mc:Choice xmlns:p14="http://schemas.microsoft.com/office/powerpoint/2010/main" Requires="p14">
            <p:contentPart p14:bwMode="auto" r:id="rId58">
              <p14:nvContentPartPr>
                <p14:cNvPr id="58" name="Ink 57">
                  <a:extLst>
                    <a:ext uri="{FF2B5EF4-FFF2-40B4-BE49-F238E27FC236}">
                      <a16:creationId xmlns:a16="http://schemas.microsoft.com/office/drawing/2014/main" id="{BB233021-3E47-F2DE-AFDB-E09841C27AD9}"/>
                    </a:ext>
                  </a:extLst>
                </p14:cNvPr>
                <p14:cNvContentPartPr/>
                <p14:nvPr/>
              </p14:nvContentPartPr>
              <p14:xfrm>
                <a:off x="5979880" y="2019092"/>
                <a:ext cx="126000" cy="236880"/>
              </p14:xfrm>
            </p:contentPart>
          </mc:Choice>
          <mc:Fallback>
            <p:pic>
              <p:nvPicPr>
                <p:cNvPr id="58" name="Ink 57">
                  <a:extLst>
                    <a:ext uri="{FF2B5EF4-FFF2-40B4-BE49-F238E27FC236}">
                      <a16:creationId xmlns:a16="http://schemas.microsoft.com/office/drawing/2014/main" id="{BB233021-3E47-F2DE-AFDB-E09841C27AD9}"/>
                    </a:ext>
                  </a:extLst>
                </p:cNvPr>
                <p:cNvPicPr/>
                <p:nvPr/>
              </p:nvPicPr>
              <p:blipFill>
                <a:blip r:embed="rId59"/>
                <a:stretch>
                  <a:fillRect/>
                </a:stretch>
              </p:blipFill>
              <p:spPr>
                <a:xfrm>
                  <a:off x="5970880" y="2010452"/>
                  <a:ext cx="143640" cy="254520"/>
                </a:xfrm>
                <a:prstGeom prst="rect">
                  <a:avLst/>
                </a:prstGeom>
              </p:spPr>
            </p:pic>
          </mc:Fallback>
        </mc:AlternateContent>
        <mc:AlternateContent xmlns:mc="http://schemas.openxmlformats.org/markup-compatibility/2006">
          <mc:Choice xmlns:p14="http://schemas.microsoft.com/office/powerpoint/2010/main" Requires="p14">
            <p:contentPart p14:bwMode="auto" r:id="rId60">
              <p14:nvContentPartPr>
                <p14:cNvPr id="60" name="Ink 59">
                  <a:extLst>
                    <a:ext uri="{FF2B5EF4-FFF2-40B4-BE49-F238E27FC236}">
                      <a16:creationId xmlns:a16="http://schemas.microsoft.com/office/drawing/2014/main" id="{44EC46E6-3BCE-37FB-E7D5-7C6CCE1DBA5A}"/>
                    </a:ext>
                  </a:extLst>
                </p14:cNvPr>
                <p14:cNvContentPartPr/>
                <p14:nvPr/>
              </p14:nvContentPartPr>
              <p14:xfrm>
                <a:off x="5782240" y="1940252"/>
                <a:ext cx="336960" cy="275400"/>
              </p14:xfrm>
            </p:contentPart>
          </mc:Choice>
          <mc:Fallback>
            <p:pic>
              <p:nvPicPr>
                <p:cNvPr id="60" name="Ink 59">
                  <a:extLst>
                    <a:ext uri="{FF2B5EF4-FFF2-40B4-BE49-F238E27FC236}">
                      <a16:creationId xmlns:a16="http://schemas.microsoft.com/office/drawing/2014/main" id="{44EC46E6-3BCE-37FB-E7D5-7C6CCE1DBA5A}"/>
                    </a:ext>
                  </a:extLst>
                </p:cNvPr>
                <p:cNvPicPr/>
                <p:nvPr/>
              </p:nvPicPr>
              <p:blipFill>
                <a:blip r:embed="rId61"/>
                <a:stretch>
                  <a:fillRect/>
                </a:stretch>
              </p:blipFill>
              <p:spPr>
                <a:xfrm>
                  <a:off x="5773240" y="1931612"/>
                  <a:ext cx="354600" cy="29304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61" name="Ink 60">
                  <a:extLst>
                    <a:ext uri="{FF2B5EF4-FFF2-40B4-BE49-F238E27FC236}">
                      <a16:creationId xmlns:a16="http://schemas.microsoft.com/office/drawing/2014/main" id="{59B5B2F8-502E-7399-DF5D-E2932569FD8E}"/>
                    </a:ext>
                  </a:extLst>
                </p14:cNvPr>
                <p14:cNvContentPartPr/>
                <p14:nvPr/>
              </p14:nvContentPartPr>
              <p14:xfrm>
                <a:off x="5822200" y="1949252"/>
                <a:ext cx="315720" cy="322920"/>
              </p14:xfrm>
            </p:contentPart>
          </mc:Choice>
          <mc:Fallback>
            <p:pic>
              <p:nvPicPr>
                <p:cNvPr id="61" name="Ink 60">
                  <a:extLst>
                    <a:ext uri="{FF2B5EF4-FFF2-40B4-BE49-F238E27FC236}">
                      <a16:creationId xmlns:a16="http://schemas.microsoft.com/office/drawing/2014/main" id="{59B5B2F8-502E-7399-DF5D-E2932569FD8E}"/>
                    </a:ext>
                  </a:extLst>
                </p:cNvPr>
                <p:cNvPicPr/>
                <p:nvPr/>
              </p:nvPicPr>
              <p:blipFill>
                <a:blip r:embed="rId63"/>
                <a:stretch>
                  <a:fillRect/>
                </a:stretch>
              </p:blipFill>
              <p:spPr>
                <a:xfrm>
                  <a:off x="5813560" y="1940252"/>
                  <a:ext cx="333360" cy="340560"/>
                </a:xfrm>
                <a:prstGeom prst="rect">
                  <a:avLst/>
                </a:prstGeom>
              </p:spPr>
            </p:pic>
          </mc:Fallback>
        </mc:AlternateContent>
        <mc:AlternateContent xmlns:mc="http://schemas.openxmlformats.org/markup-compatibility/2006">
          <mc:Choice xmlns:p14="http://schemas.microsoft.com/office/powerpoint/2010/main" Requires="p14">
            <p:contentPart p14:bwMode="auto" r:id="rId64">
              <p14:nvContentPartPr>
                <p14:cNvPr id="52" name="Ink 51">
                  <a:extLst>
                    <a:ext uri="{FF2B5EF4-FFF2-40B4-BE49-F238E27FC236}">
                      <a16:creationId xmlns:a16="http://schemas.microsoft.com/office/drawing/2014/main" id="{38BA3AC6-F2C7-39D5-7723-0125503B9BFA}"/>
                    </a:ext>
                  </a:extLst>
                </p14:cNvPr>
                <p14:cNvContentPartPr/>
                <p14:nvPr/>
              </p14:nvContentPartPr>
              <p14:xfrm>
                <a:off x="5953240" y="4254692"/>
                <a:ext cx="43920" cy="54360"/>
              </p14:xfrm>
            </p:contentPart>
          </mc:Choice>
          <mc:Fallback>
            <p:pic>
              <p:nvPicPr>
                <p:cNvPr id="52" name="Ink 51">
                  <a:extLst>
                    <a:ext uri="{FF2B5EF4-FFF2-40B4-BE49-F238E27FC236}">
                      <a16:creationId xmlns:a16="http://schemas.microsoft.com/office/drawing/2014/main" id="{38BA3AC6-F2C7-39D5-7723-0125503B9BFA}"/>
                    </a:ext>
                  </a:extLst>
                </p:cNvPr>
                <p:cNvPicPr/>
                <p:nvPr/>
              </p:nvPicPr>
              <p:blipFill>
                <a:blip r:embed="rId65"/>
                <a:stretch>
                  <a:fillRect/>
                </a:stretch>
              </p:blipFill>
              <p:spPr>
                <a:xfrm>
                  <a:off x="5944600" y="4246052"/>
                  <a:ext cx="6156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53" name="Ink 52">
                  <a:extLst>
                    <a:ext uri="{FF2B5EF4-FFF2-40B4-BE49-F238E27FC236}">
                      <a16:creationId xmlns:a16="http://schemas.microsoft.com/office/drawing/2014/main" id="{A6190DF6-59DC-DCA6-DD33-DC588A798E95}"/>
                    </a:ext>
                  </a:extLst>
                </p14:cNvPr>
                <p14:cNvContentPartPr/>
                <p14:nvPr/>
              </p14:nvContentPartPr>
              <p14:xfrm>
                <a:off x="5979160" y="4223012"/>
                <a:ext cx="117360" cy="148680"/>
              </p14:xfrm>
            </p:contentPart>
          </mc:Choice>
          <mc:Fallback>
            <p:pic>
              <p:nvPicPr>
                <p:cNvPr id="53" name="Ink 52">
                  <a:extLst>
                    <a:ext uri="{FF2B5EF4-FFF2-40B4-BE49-F238E27FC236}">
                      <a16:creationId xmlns:a16="http://schemas.microsoft.com/office/drawing/2014/main" id="{A6190DF6-59DC-DCA6-DD33-DC588A798E95}"/>
                    </a:ext>
                  </a:extLst>
                </p:cNvPr>
                <p:cNvPicPr/>
                <p:nvPr/>
              </p:nvPicPr>
              <p:blipFill>
                <a:blip r:embed="rId67"/>
                <a:stretch>
                  <a:fillRect/>
                </a:stretch>
              </p:blipFill>
              <p:spPr>
                <a:xfrm>
                  <a:off x="5970160" y="4214372"/>
                  <a:ext cx="135000" cy="16632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54" name="Ink 53">
                  <a:extLst>
                    <a:ext uri="{FF2B5EF4-FFF2-40B4-BE49-F238E27FC236}">
                      <a16:creationId xmlns:a16="http://schemas.microsoft.com/office/drawing/2014/main" id="{CEBE960B-EE64-368D-C81E-1873FDF0D2E9}"/>
                    </a:ext>
                  </a:extLst>
                </p14:cNvPr>
                <p14:cNvContentPartPr/>
                <p14:nvPr/>
              </p14:nvContentPartPr>
              <p14:xfrm>
                <a:off x="5990680" y="4223012"/>
                <a:ext cx="186480" cy="262080"/>
              </p14:xfrm>
            </p:contentPart>
          </mc:Choice>
          <mc:Fallback>
            <p:pic>
              <p:nvPicPr>
                <p:cNvPr id="54" name="Ink 53">
                  <a:extLst>
                    <a:ext uri="{FF2B5EF4-FFF2-40B4-BE49-F238E27FC236}">
                      <a16:creationId xmlns:a16="http://schemas.microsoft.com/office/drawing/2014/main" id="{CEBE960B-EE64-368D-C81E-1873FDF0D2E9}"/>
                    </a:ext>
                  </a:extLst>
                </p:cNvPr>
                <p:cNvPicPr/>
                <p:nvPr/>
              </p:nvPicPr>
              <p:blipFill>
                <a:blip r:embed="rId69"/>
                <a:stretch>
                  <a:fillRect/>
                </a:stretch>
              </p:blipFill>
              <p:spPr>
                <a:xfrm>
                  <a:off x="5981680" y="4214372"/>
                  <a:ext cx="204120" cy="27972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63" name="Ink 62">
                  <a:extLst>
                    <a:ext uri="{FF2B5EF4-FFF2-40B4-BE49-F238E27FC236}">
                      <a16:creationId xmlns:a16="http://schemas.microsoft.com/office/drawing/2014/main" id="{665326E6-1CB9-F2DE-6FF2-95706D0E704F}"/>
                    </a:ext>
                  </a:extLst>
                </p14:cNvPr>
                <p14:cNvContentPartPr/>
                <p14:nvPr/>
              </p14:nvContentPartPr>
              <p14:xfrm>
                <a:off x="5966200" y="4203212"/>
                <a:ext cx="216000" cy="248400"/>
              </p14:xfrm>
            </p:contentPart>
          </mc:Choice>
          <mc:Fallback>
            <p:pic>
              <p:nvPicPr>
                <p:cNvPr id="63" name="Ink 62">
                  <a:extLst>
                    <a:ext uri="{FF2B5EF4-FFF2-40B4-BE49-F238E27FC236}">
                      <a16:creationId xmlns:a16="http://schemas.microsoft.com/office/drawing/2014/main" id="{665326E6-1CB9-F2DE-6FF2-95706D0E704F}"/>
                    </a:ext>
                  </a:extLst>
                </p:cNvPr>
                <p:cNvPicPr/>
                <p:nvPr/>
              </p:nvPicPr>
              <p:blipFill>
                <a:blip r:embed="rId71"/>
                <a:stretch>
                  <a:fillRect/>
                </a:stretch>
              </p:blipFill>
              <p:spPr>
                <a:xfrm>
                  <a:off x="5957560" y="4194572"/>
                  <a:ext cx="233640" cy="26604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64" name="Ink 63">
                  <a:extLst>
                    <a:ext uri="{FF2B5EF4-FFF2-40B4-BE49-F238E27FC236}">
                      <a16:creationId xmlns:a16="http://schemas.microsoft.com/office/drawing/2014/main" id="{D23B1D1B-A19C-8F08-9F3E-BAB6CAA2E736}"/>
                    </a:ext>
                  </a:extLst>
                </p14:cNvPr>
                <p14:cNvContentPartPr/>
                <p14:nvPr/>
              </p14:nvContentPartPr>
              <p14:xfrm>
                <a:off x="5920120" y="4256132"/>
                <a:ext cx="289800" cy="207000"/>
              </p14:xfrm>
            </p:contentPart>
          </mc:Choice>
          <mc:Fallback>
            <p:pic>
              <p:nvPicPr>
                <p:cNvPr id="64" name="Ink 63">
                  <a:extLst>
                    <a:ext uri="{FF2B5EF4-FFF2-40B4-BE49-F238E27FC236}">
                      <a16:creationId xmlns:a16="http://schemas.microsoft.com/office/drawing/2014/main" id="{D23B1D1B-A19C-8F08-9F3E-BAB6CAA2E736}"/>
                    </a:ext>
                  </a:extLst>
                </p:cNvPr>
                <p:cNvPicPr/>
                <p:nvPr/>
              </p:nvPicPr>
              <p:blipFill>
                <a:blip r:embed="rId73"/>
                <a:stretch>
                  <a:fillRect/>
                </a:stretch>
              </p:blipFill>
              <p:spPr>
                <a:xfrm>
                  <a:off x="5911480" y="4247492"/>
                  <a:ext cx="307440" cy="2246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82" name="Ink 81">
                  <a:extLst>
                    <a:ext uri="{FF2B5EF4-FFF2-40B4-BE49-F238E27FC236}">
                      <a16:creationId xmlns:a16="http://schemas.microsoft.com/office/drawing/2014/main" id="{D7C47646-899A-D729-63B0-A17637336D0B}"/>
                    </a:ext>
                  </a:extLst>
                </p14:cNvPr>
                <p14:cNvContentPartPr/>
                <p14:nvPr/>
              </p14:nvContentPartPr>
              <p14:xfrm>
                <a:off x="933040" y="1104332"/>
                <a:ext cx="3212640" cy="1190520"/>
              </p14:xfrm>
            </p:contentPart>
          </mc:Choice>
          <mc:Fallback>
            <p:pic>
              <p:nvPicPr>
                <p:cNvPr id="82" name="Ink 81">
                  <a:extLst>
                    <a:ext uri="{FF2B5EF4-FFF2-40B4-BE49-F238E27FC236}">
                      <a16:creationId xmlns:a16="http://schemas.microsoft.com/office/drawing/2014/main" id="{D7C47646-899A-D729-63B0-A17637336D0B}"/>
                    </a:ext>
                  </a:extLst>
                </p:cNvPr>
                <p:cNvPicPr/>
                <p:nvPr/>
              </p:nvPicPr>
              <p:blipFill>
                <a:blip r:embed="rId75"/>
                <a:stretch>
                  <a:fillRect/>
                </a:stretch>
              </p:blipFill>
              <p:spPr>
                <a:xfrm>
                  <a:off x="924040" y="1095692"/>
                  <a:ext cx="3230280" cy="120816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83" name="Ink 82">
                  <a:extLst>
                    <a:ext uri="{FF2B5EF4-FFF2-40B4-BE49-F238E27FC236}">
                      <a16:creationId xmlns:a16="http://schemas.microsoft.com/office/drawing/2014/main" id="{DFFAE0A1-EE35-E920-0893-576CD019D246}"/>
                    </a:ext>
                  </a:extLst>
                </p14:cNvPr>
                <p14:cNvContentPartPr/>
                <p14:nvPr/>
              </p14:nvContentPartPr>
              <p14:xfrm>
                <a:off x="1755280" y="953132"/>
                <a:ext cx="90720" cy="163440"/>
              </p14:xfrm>
            </p:contentPart>
          </mc:Choice>
          <mc:Fallback>
            <p:pic>
              <p:nvPicPr>
                <p:cNvPr id="83" name="Ink 82">
                  <a:extLst>
                    <a:ext uri="{FF2B5EF4-FFF2-40B4-BE49-F238E27FC236}">
                      <a16:creationId xmlns:a16="http://schemas.microsoft.com/office/drawing/2014/main" id="{DFFAE0A1-EE35-E920-0893-576CD019D246}"/>
                    </a:ext>
                  </a:extLst>
                </p:cNvPr>
                <p:cNvPicPr/>
                <p:nvPr/>
              </p:nvPicPr>
              <p:blipFill>
                <a:blip r:embed="rId77"/>
                <a:stretch>
                  <a:fillRect/>
                </a:stretch>
              </p:blipFill>
              <p:spPr>
                <a:xfrm>
                  <a:off x="1746640" y="944492"/>
                  <a:ext cx="108360" cy="1810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84" name="Ink 83">
                  <a:extLst>
                    <a:ext uri="{FF2B5EF4-FFF2-40B4-BE49-F238E27FC236}">
                      <a16:creationId xmlns:a16="http://schemas.microsoft.com/office/drawing/2014/main" id="{B2D7D775-E72F-7018-152C-17AACCF10F1E}"/>
                    </a:ext>
                  </a:extLst>
                </p14:cNvPr>
                <p14:cNvContentPartPr/>
                <p14:nvPr/>
              </p14:nvContentPartPr>
              <p14:xfrm>
                <a:off x="1918720" y="964652"/>
                <a:ext cx="95040" cy="128880"/>
              </p14:xfrm>
            </p:contentPart>
          </mc:Choice>
          <mc:Fallback>
            <p:pic>
              <p:nvPicPr>
                <p:cNvPr id="84" name="Ink 83">
                  <a:extLst>
                    <a:ext uri="{FF2B5EF4-FFF2-40B4-BE49-F238E27FC236}">
                      <a16:creationId xmlns:a16="http://schemas.microsoft.com/office/drawing/2014/main" id="{B2D7D775-E72F-7018-152C-17AACCF10F1E}"/>
                    </a:ext>
                  </a:extLst>
                </p:cNvPr>
                <p:cNvPicPr/>
                <p:nvPr/>
              </p:nvPicPr>
              <p:blipFill>
                <a:blip r:embed="rId79"/>
                <a:stretch>
                  <a:fillRect/>
                </a:stretch>
              </p:blipFill>
              <p:spPr>
                <a:xfrm>
                  <a:off x="1910080" y="955652"/>
                  <a:ext cx="112680" cy="1465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85" name="Ink 84">
                  <a:extLst>
                    <a:ext uri="{FF2B5EF4-FFF2-40B4-BE49-F238E27FC236}">
                      <a16:creationId xmlns:a16="http://schemas.microsoft.com/office/drawing/2014/main" id="{E5D71107-F80A-27AB-E115-EFB2C5DAC663}"/>
                    </a:ext>
                  </a:extLst>
                </p14:cNvPr>
                <p14:cNvContentPartPr/>
                <p14:nvPr/>
              </p14:nvContentPartPr>
              <p14:xfrm>
                <a:off x="2070640" y="958172"/>
                <a:ext cx="56160" cy="120240"/>
              </p14:xfrm>
            </p:contentPart>
          </mc:Choice>
          <mc:Fallback>
            <p:pic>
              <p:nvPicPr>
                <p:cNvPr id="85" name="Ink 84">
                  <a:extLst>
                    <a:ext uri="{FF2B5EF4-FFF2-40B4-BE49-F238E27FC236}">
                      <a16:creationId xmlns:a16="http://schemas.microsoft.com/office/drawing/2014/main" id="{E5D71107-F80A-27AB-E115-EFB2C5DAC663}"/>
                    </a:ext>
                  </a:extLst>
                </p:cNvPr>
                <p:cNvPicPr/>
                <p:nvPr/>
              </p:nvPicPr>
              <p:blipFill>
                <a:blip r:embed="rId81"/>
                <a:stretch>
                  <a:fillRect/>
                </a:stretch>
              </p:blipFill>
              <p:spPr>
                <a:xfrm>
                  <a:off x="2061640" y="949172"/>
                  <a:ext cx="7380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86" name="Ink 85">
                  <a:extLst>
                    <a:ext uri="{FF2B5EF4-FFF2-40B4-BE49-F238E27FC236}">
                      <a16:creationId xmlns:a16="http://schemas.microsoft.com/office/drawing/2014/main" id="{9E0EA20A-A0AD-9DE5-EE92-EE5B71C609B1}"/>
                    </a:ext>
                  </a:extLst>
                </p14:cNvPr>
                <p14:cNvContentPartPr/>
                <p14:nvPr/>
              </p14:nvContentPartPr>
              <p14:xfrm>
                <a:off x="2190520" y="970772"/>
                <a:ext cx="90360" cy="99000"/>
              </p14:xfrm>
            </p:contentPart>
          </mc:Choice>
          <mc:Fallback>
            <p:pic>
              <p:nvPicPr>
                <p:cNvPr id="86" name="Ink 85">
                  <a:extLst>
                    <a:ext uri="{FF2B5EF4-FFF2-40B4-BE49-F238E27FC236}">
                      <a16:creationId xmlns:a16="http://schemas.microsoft.com/office/drawing/2014/main" id="{9E0EA20A-A0AD-9DE5-EE92-EE5B71C609B1}"/>
                    </a:ext>
                  </a:extLst>
                </p:cNvPr>
                <p:cNvPicPr/>
                <p:nvPr/>
              </p:nvPicPr>
              <p:blipFill>
                <a:blip r:embed="rId83"/>
                <a:stretch>
                  <a:fillRect/>
                </a:stretch>
              </p:blipFill>
              <p:spPr>
                <a:xfrm>
                  <a:off x="2181880" y="961772"/>
                  <a:ext cx="108000" cy="116640"/>
                </a:xfrm>
                <a:prstGeom prst="rect">
                  <a:avLst/>
                </a:prstGeom>
              </p:spPr>
            </p:pic>
          </mc:Fallback>
        </mc:AlternateContent>
        <mc:AlternateContent xmlns:mc="http://schemas.openxmlformats.org/markup-compatibility/2006">
          <mc:Choice xmlns:p14="http://schemas.microsoft.com/office/powerpoint/2010/main" Requires="p14">
            <p:contentPart p14:bwMode="auto" r:id="rId84">
              <p14:nvContentPartPr>
                <p14:cNvPr id="87" name="Ink 86">
                  <a:extLst>
                    <a:ext uri="{FF2B5EF4-FFF2-40B4-BE49-F238E27FC236}">
                      <a16:creationId xmlns:a16="http://schemas.microsoft.com/office/drawing/2014/main" id="{3A3FAF83-FA1B-8B1C-8C30-5A1358718DD0}"/>
                    </a:ext>
                  </a:extLst>
                </p14:cNvPr>
                <p14:cNvContentPartPr/>
                <p14:nvPr/>
              </p14:nvContentPartPr>
              <p14:xfrm>
                <a:off x="2308960" y="905252"/>
                <a:ext cx="59400" cy="166680"/>
              </p14:xfrm>
            </p:contentPart>
          </mc:Choice>
          <mc:Fallback>
            <p:pic>
              <p:nvPicPr>
                <p:cNvPr id="87" name="Ink 86">
                  <a:extLst>
                    <a:ext uri="{FF2B5EF4-FFF2-40B4-BE49-F238E27FC236}">
                      <a16:creationId xmlns:a16="http://schemas.microsoft.com/office/drawing/2014/main" id="{3A3FAF83-FA1B-8B1C-8C30-5A1358718DD0}"/>
                    </a:ext>
                  </a:extLst>
                </p:cNvPr>
                <p:cNvPicPr/>
                <p:nvPr/>
              </p:nvPicPr>
              <p:blipFill>
                <a:blip r:embed="rId85"/>
                <a:stretch>
                  <a:fillRect/>
                </a:stretch>
              </p:blipFill>
              <p:spPr>
                <a:xfrm>
                  <a:off x="2299960" y="896252"/>
                  <a:ext cx="77040" cy="184320"/>
                </a:xfrm>
                <a:prstGeom prst="rect">
                  <a:avLst/>
                </a:prstGeom>
              </p:spPr>
            </p:pic>
          </mc:Fallback>
        </mc:AlternateContent>
        <mc:AlternateContent xmlns:mc="http://schemas.openxmlformats.org/markup-compatibility/2006">
          <mc:Choice xmlns:p14="http://schemas.microsoft.com/office/powerpoint/2010/main" Requires="p14">
            <p:contentPart p14:bwMode="auto" r:id="rId86">
              <p14:nvContentPartPr>
                <p14:cNvPr id="88" name="Ink 87">
                  <a:extLst>
                    <a:ext uri="{FF2B5EF4-FFF2-40B4-BE49-F238E27FC236}">
                      <a16:creationId xmlns:a16="http://schemas.microsoft.com/office/drawing/2014/main" id="{90BBEE0D-6D18-D821-92EC-42B680215BFD}"/>
                    </a:ext>
                  </a:extLst>
                </p14:cNvPr>
                <p14:cNvContentPartPr/>
                <p14:nvPr/>
              </p14:nvContentPartPr>
              <p14:xfrm>
                <a:off x="2353600" y="985892"/>
                <a:ext cx="39600" cy="14040"/>
              </p14:xfrm>
            </p:contentPart>
          </mc:Choice>
          <mc:Fallback>
            <p:pic>
              <p:nvPicPr>
                <p:cNvPr id="88" name="Ink 87">
                  <a:extLst>
                    <a:ext uri="{FF2B5EF4-FFF2-40B4-BE49-F238E27FC236}">
                      <a16:creationId xmlns:a16="http://schemas.microsoft.com/office/drawing/2014/main" id="{90BBEE0D-6D18-D821-92EC-42B680215BFD}"/>
                    </a:ext>
                  </a:extLst>
                </p:cNvPr>
                <p:cNvPicPr/>
                <p:nvPr/>
              </p:nvPicPr>
              <p:blipFill>
                <a:blip r:embed="rId87"/>
                <a:stretch>
                  <a:fillRect/>
                </a:stretch>
              </p:blipFill>
              <p:spPr>
                <a:xfrm>
                  <a:off x="2344600" y="977252"/>
                  <a:ext cx="57240" cy="31680"/>
                </a:xfrm>
                <a:prstGeom prst="rect">
                  <a:avLst/>
                </a:prstGeom>
              </p:spPr>
            </p:pic>
          </mc:Fallback>
        </mc:AlternateContent>
        <mc:AlternateContent xmlns:mc="http://schemas.openxmlformats.org/markup-compatibility/2006">
          <mc:Choice xmlns:p14="http://schemas.microsoft.com/office/powerpoint/2010/main" Requires="p14">
            <p:contentPart p14:bwMode="auto" r:id="rId88">
              <p14:nvContentPartPr>
                <p14:cNvPr id="3" name="Ink 2">
                  <a:extLst>
                    <a:ext uri="{FF2B5EF4-FFF2-40B4-BE49-F238E27FC236}">
                      <a16:creationId xmlns:a16="http://schemas.microsoft.com/office/drawing/2014/main" id="{8478EDB5-B6FD-6E67-25FE-A4455791D361}"/>
                    </a:ext>
                  </a:extLst>
                </p14:cNvPr>
                <p14:cNvContentPartPr/>
                <p14:nvPr/>
              </p14:nvContentPartPr>
              <p14:xfrm>
                <a:off x="750160" y="2907212"/>
                <a:ext cx="2322720" cy="1283400"/>
              </p14:xfrm>
            </p:contentPart>
          </mc:Choice>
          <mc:Fallback>
            <p:pic>
              <p:nvPicPr>
                <p:cNvPr id="3" name="Ink 2">
                  <a:extLst>
                    <a:ext uri="{FF2B5EF4-FFF2-40B4-BE49-F238E27FC236}">
                      <a16:creationId xmlns:a16="http://schemas.microsoft.com/office/drawing/2014/main" id="{8478EDB5-B6FD-6E67-25FE-A4455791D361}"/>
                    </a:ext>
                  </a:extLst>
                </p:cNvPr>
                <p:cNvPicPr/>
                <p:nvPr/>
              </p:nvPicPr>
              <p:blipFill>
                <a:blip r:embed="rId89"/>
                <a:stretch>
                  <a:fillRect/>
                </a:stretch>
              </p:blipFill>
              <p:spPr>
                <a:xfrm>
                  <a:off x="741520" y="2898572"/>
                  <a:ext cx="2340360" cy="1301040"/>
                </a:xfrm>
                <a:prstGeom prst="rect">
                  <a:avLst/>
                </a:prstGeom>
              </p:spPr>
            </p:pic>
          </mc:Fallback>
        </mc:AlternateContent>
        <mc:AlternateContent xmlns:mc="http://schemas.openxmlformats.org/markup-compatibility/2006">
          <mc:Choice xmlns:p14="http://schemas.microsoft.com/office/powerpoint/2010/main" Requires="p14">
            <p:contentPart p14:bwMode="auto" r:id="rId90">
              <p14:nvContentPartPr>
                <p14:cNvPr id="4" name="Ink 3">
                  <a:extLst>
                    <a:ext uri="{FF2B5EF4-FFF2-40B4-BE49-F238E27FC236}">
                      <a16:creationId xmlns:a16="http://schemas.microsoft.com/office/drawing/2014/main" id="{518429A6-F788-D392-D8A8-4F66B3584092}"/>
                    </a:ext>
                  </a:extLst>
                </p14:cNvPr>
                <p14:cNvContentPartPr/>
                <p14:nvPr/>
              </p14:nvContentPartPr>
              <p14:xfrm>
                <a:off x="822160" y="3347852"/>
                <a:ext cx="2195280" cy="61200"/>
              </p14:xfrm>
            </p:contentPart>
          </mc:Choice>
          <mc:Fallback>
            <p:pic>
              <p:nvPicPr>
                <p:cNvPr id="4" name="Ink 3">
                  <a:extLst>
                    <a:ext uri="{FF2B5EF4-FFF2-40B4-BE49-F238E27FC236}">
                      <a16:creationId xmlns:a16="http://schemas.microsoft.com/office/drawing/2014/main" id="{518429A6-F788-D392-D8A8-4F66B3584092}"/>
                    </a:ext>
                  </a:extLst>
                </p:cNvPr>
                <p:cNvPicPr/>
                <p:nvPr/>
              </p:nvPicPr>
              <p:blipFill>
                <a:blip r:embed="rId91"/>
                <a:stretch>
                  <a:fillRect/>
                </a:stretch>
              </p:blipFill>
              <p:spPr>
                <a:xfrm>
                  <a:off x="813520" y="3339212"/>
                  <a:ext cx="221292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92">
              <p14:nvContentPartPr>
                <p14:cNvPr id="5" name="Ink 4">
                  <a:extLst>
                    <a:ext uri="{FF2B5EF4-FFF2-40B4-BE49-F238E27FC236}">
                      <a16:creationId xmlns:a16="http://schemas.microsoft.com/office/drawing/2014/main" id="{3DF6DA64-9B2D-E330-263E-7EADBAD8CF0F}"/>
                    </a:ext>
                  </a:extLst>
                </p14:cNvPr>
                <p14:cNvContentPartPr/>
                <p14:nvPr/>
              </p14:nvContentPartPr>
              <p14:xfrm>
                <a:off x="1471600" y="3091532"/>
                <a:ext cx="41760" cy="104760"/>
              </p14:xfrm>
            </p:contentPart>
          </mc:Choice>
          <mc:Fallback>
            <p:pic>
              <p:nvPicPr>
                <p:cNvPr id="5" name="Ink 4">
                  <a:extLst>
                    <a:ext uri="{FF2B5EF4-FFF2-40B4-BE49-F238E27FC236}">
                      <a16:creationId xmlns:a16="http://schemas.microsoft.com/office/drawing/2014/main" id="{3DF6DA64-9B2D-E330-263E-7EADBAD8CF0F}"/>
                    </a:ext>
                  </a:extLst>
                </p:cNvPr>
                <p:cNvPicPr/>
                <p:nvPr/>
              </p:nvPicPr>
              <p:blipFill>
                <a:blip r:embed="rId93"/>
                <a:stretch>
                  <a:fillRect/>
                </a:stretch>
              </p:blipFill>
              <p:spPr>
                <a:xfrm>
                  <a:off x="1462960" y="3082532"/>
                  <a:ext cx="59400" cy="122400"/>
                </a:xfrm>
                <a:prstGeom prst="rect">
                  <a:avLst/>
                </a:prstGeom>
              </p:spPr>
            </p:pic>
          </mc:Fallback>
        </mc:AlternateContent>
        <mc:AlternateContent xmlns:mc="http://schemas.openxmlformats.org/markup-compatibility/2006">
          <mc:Choice xmlns:p14="http://schemas.microsoft.com/office/powerpoint/2010/main" Requires="p14">
            <p:contentPart p14:bwMode="auto" r:id="rId94">
              <p14:nvContentPartPr>
                <p14:cNvPr id="6" name="Ink 5">
                  <a:extLst>
                    <a:ext uri="{FF2B5EF4-FFF2-40B4-BE49-F238E27FC236}">
                      <a16:creationId xmlns:a16="http://schemas.microsoft.com/office/drawing/2014/main" id="{B8E7C058-706E-BEC0-F11C-458FEB745BEE}"/>
                    </a:ext>
                  </a:extLst>
                </p14:cNvPr>
                <p14:cNvContentPartPr/>
                <p14:nvPr/>
              </p14:nvContentPartPr>
              <p14:xfrm>
                <a:off x="1459360" y="2986772"/>
                <a:ext cx="137520" cy="158040"/>
              </p14:xfrm>
            </p:contentPart>
          </mc:Choice>
          <mc:Fallback>
            <p:pic>
              <p:nvPicPr>
                <p:cNvPr id="6" name="Ink 5">
                  <a:extLst>
                    <a:ext uri="{FF2B5EF4-FFF2-40B4-BE49-F238E27FC236}">
                      <a16:creationId xmlns:a16="http://schemas.microsoft.com/office/drawing/2014/main" id="{B8E7C058-706E-BEC0-F11C-458FEB745BEE}"/>
                    </a:ext>
                  </a:extLst>
                </p:cNvPr>
                <p:cNvPicPr/>
                <p:nvPr/>
              </p:nvPicPr>
              <p:blipFill>
                <a:blip r:embed="rId95"/>
                <a:stretch>
                  <a:fillRect/>
                </a:stretch>
              </p:blipFill>
              <p:spPr>
                <a:xfrm>
                  <a:off x="1450720" y="2977772"/>
                  <a:ext cx="155160" cy="175680"/>
                </a:xfrm>
                <a:prstGeom prst="rect">
                  <a:avLst/>
                </a:prstGeom>
              </p:spPr>
            </p:pic>
          </mc:Fallback>
        </mc:AlternateContent>
        <mc:AlternateContent xmlns:mc="http://schemas.openxmlformats.org/markup-compatibility/2006">
          <mc:Choice xmlns:p14="http://schemas.microsoft.com/office/powerpoint/2010/main" Requires="p14">
            <p:contentPart p14:bwMode="auto" r:id="rId96">
              <p14:nvContentPartPr>
                <p14:cNvPr id="7" name="Ink 6">
                  <a:extLst>
                    <a:ext uri="{FF2B5EF4-FFF2-40B4-BE49-F238E27FC236}">
                      <a16:creationId xmlns:a16="http://schemas.microsoft.com/office/drawing/2014/main" id="{A14E63B4-6A7F-8293-CCA9-E72C00905C70}"/>
                    </a:ext>
                  </a:extLst>
                </p14:cNvPr>
                <p14:cNvContentPartPr/>
                <p14:nvPr/>
              </p14:nvContentPartPr>
              <p14:xfrm>
                <a:off x="1579600" y="3146972"/>
                <a:ext cx="91440" cy="97200"/>
              </p14:xfrm>
            </p:contentPart>
          </mc:Choice>
          <mc:Fallback>
            <p:pic>
              <p:nvPicPr>
                <p:cNvPr id="7" name="Ink 6">
                  <a:extLst>
                    <a:ext uri="{FF2B5EF4-FFF2-40B4-BE49-F238E27FC236}">
                      <a16:creationId xmlns:a16="http://schemas.microsoft.com/office/drawing/2014/main" id="{A14E63B4-6A7F-8293-CCA9-E72C00905C70}"/>
                    </a:ext>
                  </a:extLst>
                </p:cNvPr>
                <p:cNvPicPr/>
                <p:nvPr/>
              </p:nvPicPr>
              <p:blipFill>
                <a:blip r:embed="rId97"/>
                <a:stretch>
                  <a:fillRect/>
                </a:stretch>
              </p:blipFill>
              <p:spPr>
                <a:xfrm>
                  <a:off x="1570600" y="3137972"/>
                  <a:ext cx="109080" cy="114840"/>
                </a:xfrm>
                <a:prstGeom prst="rect">
                  <a:avLst/>
                </a:prstGeom>
              </p:spPr>
            </p:pic>
          </mc:Fallback>
        </mc:AlternateContent>
        <mc:AlternateContent xmlns:mc="http://schemas.openxmlformats.org/markup-compatibility/2006">
          <mc:Choice xmlns:p14="http://schemas.microsoft.com/office/powerpoint/2010/main" Requires="p14">
            <p:contentPart p14:bwMode="auto" r:id="rId98">
              <p14:nvContentPartPr>
                <p14:cNvPr id="8" name="Ink 7">
                  <a:extLst>
                    <a:ext uri="{FF2B5EF4-FFF2-40B4-BE49-F238E27FC236}">
                      <a16:creationId xmlns:a16="http://schemas.microsoft.com/office/drawing/2014/main" id="{89C0564A-12B7-04BD-B35A-89044BA0A922}"/>
                    </a:ext>
                  </a:extLst>
                </p14:cNvPr>
                <p14:cNvContentPartPr/>
                <p14:nvPr/>
              </p14:nvContentPartPr>
              <p14:xfrm>
                <a:off x="1740520" y="3056972"/>
                <a:ext cx="9720" cy="153000"/>
              </p14:xfrm>
            </p:contentPart>
          </mc:Choice>
          <mc:Fallback>
            <p:pic>
              <p:nvPicPr>
                <p:cNvPr id="8" name="Ink 7">
                  <a:extLst>
                    <a:ext uri="{FF2B5EF4-FFF2-40B4-BE49-F238E27FC236}">
                      <a16:creationId xmlns:a16="http://schemas.microsoft.com/office/drawing/2014/main" id="{89C0564A-12B7-04BD-B35A-89044BA0A922}"/>
                    </a:ext>
                  </a:extLst>
                </p:cNvPr>
                <p:cNvPicPr/>
                <p:nvPr/>
              </p:nvPicPr>
              <p:blipFill>
                <a:blip r:embed="rId99"/>
                <a:stretch>
                  <a:fillRect/>
                </a:stretch>
              </p:blipFill>
              <p:spPr>
                <a:xfrm>
                  <a:off x="1731520" y="3047972"/>
                  <a:ext cx="27360" cy="170640"/>
                </a:xfrm>
                <a:prstGeom prst="rect">
                  <a:avLst/>
                </a:prstGeom>
              </p:spPr>
            </p:pic>
          </mc:Fallback>
        </mc:AlternateContent>
        <mc:AlternateContent xmlns:mc="http://schemas.openxmlformats.org/markup-compatibility/2006">
          <mc:Choice xmlns:p14="http://schemas.microsoft.com/office/powerpoint/2010/main" Requires="p14">
            <p:contentPart p14:bwMode="auto" r:id="rId100">
              <p14:nvContentPartPr>
                <p14:cNvPr id="9" name="Ink 8">
                  <a:extLst>
                    <a:ext uri="{FF2B5EF4-FFF2-40B4-BE49-F238E27FC236}">
                      <a16:creationId xmlns:a16="http://schemas.microsoft.com/office/drawing/2014/main" id="{18D07700-337E-6E8B-9410-3DBC7A9CB1DC}"/>
                    </a:ext>
                  </a:extLst>
                </p14:cNvPr>
                <p14:cNvContentPartPr/>
                <p14:nvPr/>
              </p14:nvContentPartPr>
              <p14:xfrm>
                <a:off x="1752040" y="3123572"/>
                <a:ext cx="65520" cy="95400"/>
              </p14:xfrm>
            </p:contentPart>
          </mc:Choice>
          <mc:Fallback>
            <p:pic>
              <p:nvPicPr>
                <p:cNvPr id="9" name="Ink 8">
                  <a:extLst>
                    <a:ext uri="{FF2B5EF4-FFF2-40B4-BE49-F238E27FC236}">
                      <a16:creationId xmlns:a16="http://schemas.microsoft.com/office/drawing/2014/main" id="{18D07700-337E-6E8B-9410-3DBC7A9CB1DC}"/>
                    </a:ext>
                  </a:extLst>
                </p:cNvPr>
                <p:cNvPicPr/>
                <p:nvPr/>
              </p:nvPicPr>
              <p:blipFill>
                <a:blip r:embed="rId101"/>
                <a:stretch>
                  <a:fillRect/>
                </a:stretch>
              </p:blipFill>
              <p:spPr>
                <a:xfrm>
                  <a:off x="1743400" y="3114572"/>
                  <a:ext cx="83160" cy="113040"/>
                </a:xfrm>
                <a:prstGeom prst="rect">
                  <a:avLst/>
                </a:prstGeom>
              </p:spPr>
            </p:pic>
          </mc:Fallback>
        </mc:AlternateContent>
        <mc:AlternateContent xmlns:mc="http://schemas.openxmlformats.org/markup-compatibility/2006">
          <mc:Choice xmlns:p14="http://schemas.microsoft.com/office/powerpoint/2010/main" Requires="p14">
            <p:contentPart p14:bwMode="auto" r:id="rId102">
              <p14:nvContentPartPr>
                <p14:cNvPr id="10" name="Ink 9">
                  <a:extLst>
                    <a:ext uri="{FF2B5EF4-FFF2-40B4-BE49-F238E27FC236}">
                      <a16:creationId xmlns:a16="http://schemas.microsoft.com/office/drawing/2014/main" id="{30508FCB-CE45-7C95-EBC9-2DF6DDBA9ED9}"/>
                    </a:ext>
                  </a:extLst>
                </p14:cNvPr>
                <p14:cNvContentPartPr/>
                <p14:nvPr/>
              </p14:nvContentPartPr>
              <p14:xfrm>
                <a:off x="1866520" y="3120692"/>
                <a:ext cx="93600" cy="209520"/>
              </p14:xfrm>
            </p:contentPart>
          </mc:Choice>
          <mc:Fallback>
            <p:pic>
              <p:nvPicPr>
                <p:cNvPr id="10" name="Ink 9">
                  <a:extLst>
                    <a:ext uri="{FF2B5EF4-FFF2-40B4-BE49-F238E27FC236}">
                      <a16:creationId xmlns:a16="http://schemas.microsoft.com/office/drawing/2014/main" id="{30508FCB-CE45-7C95-EBC9-2DF6DDBA9ED9}"/>
                    </a:ext>
                  </a:extLst>
                </p:cNvPr>
                <p:cNvPicPr/>
                <p:nvPr/>
              </p:nvPicPr>
              <p:blipFill>
                <a:blip r:embed="rId103"/>
                <a:stretch>
                  <a:fillRect/>
                </a:stretch>
              </p:blipFill>
              <p:spPr>
                <a:xfrm>
                  <a:off x="1857880" y="3112052"/>
                  <a:ext cx="111240" cy="227160"/>
                </a:xfrm>
                <a:prstGeom prst="rect">
                  <a:avLst/>
                </a:prstGeom>
              </p:spPr>
            </p:pic>
          </mc:Fallback>
        </mc:AlternateContent>
        <mc:AlternateContent xmlns:mc="http://schemas.openxmlformats.org/markup-compatibility/2006">
          <mc:Choice xmlns:p14="http://schemas.microsoft.com/office/powerpoint/2010/main" Requires="p14">
            <p:contentPart p14:bwMode="auto" r:id="rId104">
              <p14:nvContentPartPr>
                <p14:cNvPr id="11" name="Ink 10">
                  <a:extLst>
                    <a:ext uri="{FF2B5EF4-FFF2-40B4-BE49-F238E27FC236}">
                      <a16:creationId xmlns:a16="http://schemas.microsoft.com/office/drawing/2014/main" id="{C3FB3131-DDA1-80C9-0EE8-C0B58E037B65}"/>
                    </a:ext>
                  </a:extLst>
                </p14:cNvPr>
                <p14:cNvContentPartPr/>
                <p14:nvPr/>
              </p14:nvContentPartPr>
              <p14:xfrm>
                <a:off x="2013040" y="3126452"/>
                <a:ext cx="172080" cy="169560"/>
              </p14:xfrm>
            </p:contentPart>
          </mc:Choice>
          <mc:Fallback>
            <p:pic>
              <p:nvPicPr>
                <p:cNvPr id="11" name="Ink 10">
                  <a:extLst>
                    <a:ext uri="{FF2B5EF4-FFF2-40B4-BE49-F238E27FC236}">
                      <a16:creationId xmlns:a16="http://schemas.microsoft.com/office/drawing/2014/main" id="{C3FB3131-DDA1-80C9-0EE8-C0B58E037B65}"/>
                    </a:ext>
                  </a:extLst>
                </p:cNvPr>
                <p:cNvPicPr/>
                <p:nvPr/>
              </p:nvPicPr>
              <p:blipFill>
                <a:blip r:embed="rId105"/>
                <a:stretch>
                  <a:fillRect/>
                </a:stretch>
              </p:blipFill>
              <p:spPr>
                <a:xfrm>
                  <a:off x="2004400" y="3117812"/>
                  <a:ext cx="189720" cy="187200"/>
                </a:xfrm>
                <a:prstGeom prst="rect">
                  <a:avLst/>
                </a:prstGeom>
              </p:spPr>
            </p:pic>
          </mc:Fallback>
        </mc:AlternateContent>
        <mc:AlternateContent xmlns:mc="http://schemas.openxmlformats.org/markup-compatibility/2006">
          <mc:Choice xmlns:p14="http://schemas.microsoft.com/office/powerpoint/2010/main" Requires="p14">
            <p:contentPart p14:bwMode="auto" r:id="rId106">
              <p14:nvContentPartPr>
                <p14:cNvPr id="12" name="Ink 11">
                  <a:extLst>
                    <a:ext uri="{FF2B5EF4-FFF2-40B4-BE49-F238E27FC236}">
                      <a16:creationId xmlns:a16="http://schemas.microsoft.com/office/drawing/2014/main" id="{8FC2072A-A81A-0C6D-1B4E-2B257C01FCEF}"/>
                    </a:ext>
                  </a:extLst>
                </p14:cNvPr>
                <p14:cNvContentPartPr/>
                <p14:nvPr/>
              </p14:nvContentPartPr>
              <p14:xfrm>
                <a:off x="2294560" y="3175052"/>
                <a:ext cx="42120" cy="114840"/>
              </p14:xfrm>
            </p:contentPart>
          </mc:Choice>
          <mc:Fallback>
            <p:pic>
              <p:nvPicPr>
                <p:cNvPr id="12" name="Ink 11">
                  <a:extLst>
                    <a:ext uri="{FF2B5EF4-FFF2-40B4-BE49-F238E27FC236}">
                      <a16:creationId xmlns:a16="http://schemas.microsoft.com/office/drawing/2014/main" id="{8FC2072A-A81A-0C6D-1B4E-2B257C01FCEF}"/>
                    </a:ext>
                  </a:extLst>
                </p:cNvPr>
                <p:cNvPicPr/>
                <p:nvPr/>
              </p:nvPicPr>
              <p:blipFill>
                <a:blip r:embed="rId107"/>
                <a:stretch>
                  <a:fillRect/>
                </a:stretch>
              </p:blipFill>
              <p:spPr>
                <a:xfrm>
                  <a:off x="2285560" y="3166052"/>
                  <a:ext cx="59760" cy="132480"/>
                </a:xfrm>
                <a:prstGeom prst="rect">
                  <a:avLst/>
                </a:prstGeom>
              </p:spPr>
            </p:pic>
          </mc:Fallback>
        </mc:AlternateContent>
        <mc:AlternateContent xmlns:mc="http://schemas.openxmlformats.org/markup-compatibility/2006">
          <mc:Choice xmlns:p14="http://schemas.microsoft.com/office/powerpoint/2010/main" Requires="p14">
            <p:contentPart p14:bwMode="auto" r:id="rId108">
              <p14:nvContentPartPr>
                <p14:cNvPr id="14" name="Ink 13">
                  <a:extLst>
                    <a:ext uri="{FF2B5EF4-FFF2-40B4-BE49-F238E27FC236}">
                      <a16:creationId xmlns:a16="http://schemas.microsoft.com/office/drawing/2014/main" id="{7D25687A-9889-473A-7CC4-152BD9E31E33}"/>
                    </a:ext>
                  </a:extLst>
                </p14:cNvPr>
                <p14:cNvContentPartPr/>
                <p14:nvPr/>
              </p14:nvContentPartPr>
              <p14:xfrm>
                <a:off x="2413720" y="3151652"/>
                <a:ext cx="106200" cy="123840"/>
              </p14:xfrm>
            </p:contentPart>
          </mc:Choice>
          <mc:Fallback>
            <p:pic>
              <p:nvPicPr>
                <p:cNvPr id="14" name="Ink 13">
                  <a:extLst>
                    <a:ext uri="{FF2B5EF4-FFF2-40B4-BE49-F238E27FC236}">
                      <a16:creationId xmlns:a16="http://schemas.microsoft.com/office/drawing/2014/main" id="{7D25687A-9889-473A-7CC4-152BD9E31E33}"/>
                    </a:ext>
                  </a:extLst>
                </p:cNvPr>
                <p:cNvPicPr/>
                <p:nvPr/>
              </p:nvPicPr>
              <p:blipFill>
                <a:blip r:embed="rId109"/>
                <a:stretch>
                  <a:fillRect/>
                </a:stretch>
              </p:blipFill>
              <p:spPr>
                <a:xfrm>
                  <a:off x="2405080" y="3143012"/>
                  <a:ext cx="123840" cy="141480"/>
                </a:xfrm>
                <a:prstGeom prst="rect">
                  <a:avLst/>
                </a:prstGeom>
              </p:spPr>
            </p:pic>
          </mc:Fallback>
        </mc:AlternateContent>
        <mc:AlternateContent xmlns:mc="http://schemas.openxmlformats.org/markup-compatibility/2006">
          <mc:Choice xmlns:p14="http://schemas.microsoft.com/office/powerpoint/2010/main" Requires="p14">
            <p:contentPart p14:bwMode="auto" r:id="rId110">
              <p14:nvContentPartPr>
                <p14:cNvPr id="15" name="Ink 14">
                  <a:extLst>
                    <a:ext uri="{FF2B5EF4-FFF2-40B4-BE49-F238E27FC236}">
                      <a16:creationId xmlns:a16="http://schemas.microsoft.com/office/drawing/2014/main" id="{D5ABB0E4-6448-0EB9-58B1-775632EA95DC}"/>
                    </a:ext>
                  </a:extLst>
                </p14:cNvPr>
                <p14:cNvContentPartPr/>
                <p14:nvPr/>
              </p14:nvContentPartPr>
              <p14:xfrm>
                <a:off x="2302120" y="3170372"/>
                <a:ext cx="80280" cy="117000"/>
              </p14:xfrm>
            </p:contentPart>
          </mc:Choice>
          <mc:Fallback>
            <p:pic>
              <p:nvPicPr>
                <p:cNvPr id="15" name="Ink 14">
                  <a:extLst>
                    <a:ext uri="{FF2B5EF4-FFF2-40B4-BE49-F238E27FC236}">
                      <a16:creationId xmlns:a16="http://schemas.microsoft.com/office/drawing/2014/main" id="{D5ABB0E4-6448-0EB9-58B1-775632EA95DC}"/>
                    </a:ext>
                  </a:extLst>
                </p:cNvPr>
                <p:cNvPicPr/>
                <p:nvPr/>
              </p:nvPicPr>
              <p:blipFill>
                <a:blip r:embed="rId111"/>
                <a:stretch>
                  <a:fillRect/>
                </a:stretch>
              </p:blipFill>
              <p:spPr>
                <a:xfrm>
                  <a:off x="2293120" y="3161372"/>
                  <a:ext cx="97920" cy="134640"/>
                </a:xfrm>
                <a:prstGeom prst="rect">
                  <a:avLst/>
                </a:prstGeom>
              </p:spPr>
            </p:pic>
          </mc:Fallback>
        </mc:AlternateContent>
        <mc:AlternateContent xmlns:mc="http://schemas.openxmlformats.org/markup-compatibility/2006">
          <mc:Choice xmlns:p14="http://schemas.microsoft.com/office/powerpoint/2010/main" Requires="p14">
            <p:contentPart p14:bwMode="auto" r:id="rId112">
              <p14:nvContentPartPr>
                <p14:cNvPr id="17" name="Ink 16">
                  <a:extLst>
                    <a:ext uri="{FF2B5EF4-FFF2-40B4-BE49-F238E27FC236}">
                      <a16:creationId xmlns:a16="http://schemas.microsoft.com/office/drawing/2014/main" id="{67C830E9-8699-C163-BA4A-313F04CFEEFF}"/>
                    </a:ext>
                  </a:extLst>
                </p14:cNvPr>
                <p14:cNvContentPartPr/>
                <p14:nvPr/>
              </p14:nvContentPartPr>
              <p14:xfrm>
                <a:off x="1453600" y="3124652"/>
                <a:ext cx="33120" cy="246600"/>
              </p14:xfrm>
            </p:contentPart>
          </mc:Choice>
          <mc:Fallback>
            <p:pic>
              <p:nvPicPr>
                <p:cNvPr id="17" name="Ink 16">
                  <a:extLst>
                    <a:ext uri="{FF2B5EF4-FFF2-40B4-BE49-F238E27FC236}">
                      <a16:creationId xmlns:a16="http://schemas.microsoft.com/office/drawing/2014/main" id="{67C830E9-8699-C163-BA4A-313F04CFEEFF}"/>
                    </a:ext>
                  </a:extLst>
                </p:cNvPr>
                <p:cNvPicPr/>
                <p:nvPr/>
              </p:nvPicPr>
              <p:blipFill>
                <a:blip r:embed="rId113"/>
                <a:stretch>
                  <a:fillRect/>
                </a:stretch>
              </p:blipFill>
              <p:spPr>
                <a:xfrm>
                  <a:off x="1444960" y="3115652"/>
                  <a:ext cx="50760" cy="264240"/>
                </a:xfrm>
                <a:prstGeom prst="rect">
                  <a:avLst/>
                </a:prstGeom>
              </p:spPr>
            </p:pic>
          </mc:Fallback>
        </mc:AlternateContent>
        <mc:AlternateContent xmlns:mc="http://schemas.openxmlformats.org/markup-compatibility/2006">
          <mc:Choice xmlns:p14="http://schemas.microsoft.com/office/powerpoint/2010/main" Requires="p14">
            <p:contentPart p14:bwMode="auto" r:id="rId114">
              <p14:nvContentPartPr>
                <p14:cNvPr id="19" name="Ink 18">
                  <a:extLst>
                    <a:ext uri="{FF2B5EF4-FFF2-40B4-BE49-F238E27FC236}">
                      <a16:creationId xmlns:a16="http://schemas.microsoft.com/office/drawing/2014/main" id="{FF2D7387-F34E-5E44-1893-D68A67178CD7}"/>
                    </a:ext>
                  </a:extLst>
                </p14:cNvPr>
                <p14:cNvContentPartPr/>
                <p14:nvPr/>
              </p14:nvContentPartPr>
              <p14:xfrm>
                <a:off x="993160" y="3603452"/>
                <a:ext cx="171000" cy="141120"/>
              </p14:xfrm>
            </p:contentPart>
          </mc:Choice>
          <mc:Fallback>
            <p:pic>
              <p:nvPicPr>
                <p:cNvPr id="19" name="Ink 18">
                  <a:extLst>
                    <a:ext uri="{FF2B5EF4-FFF2-40B4-BE49-F238E27FC236}">
                      <a16:creationId xmlns:a16="http://schemas.microsoft.com/office/drawing/2014/main" id="{FF2D7387-F34E-5E44-1893-D68A67178CD7}"/>
                    </a:ext>
                  </a:extLst>
                </p:cNvPr>
                <p:cNvPicPr/>
                <p:nvPr/>
              </p:nvPicPr>
              <p:blipFill>
                <a:blip r:embed="rId115"/>
                <a:stretch>
                  <a:fillRect/>
                </a:stretch>
              </p:blipFill>
              <p:spPr>
                <a:xfrm>
                  <a:off x="984160" y="3594452"/>
                  <a:ext cx="188640" cy="158760"/>
                </a:xfrm>
                <a:prstGeom prst="rect">
                  <a:avLst/>
                </a:prstGeom>
              </p:spPr>
            </p:pic>
          </mc:Fallback>
        </mc:AlternateContent>
        <mc:AlternateContent xmlns:mc="http://schemas.openxmlformats.org/markup-compatibility/2006">
          <mc:Choice xmlns:p14="http://schemas.microsoft.com/office/powerpoint/2010/main" Requires="p14">
            <p:contentPart p14:bwMode="auto" r:id="rId116">
              <p14:nvContentPartPr>
                <p14:cNvPr id="20" name="Ink 19">
                  <a:extLst>
                    <a:ext uri="{FF2B5EF4-FFF2-40B4-BE49-F238E27FC236}">
                      <a16:creationId xmlns:a16="http://schemas.microsoft.com/office/drawing/2014/main" id="{12F3C23C-E1C4-A048-1FE9-F92366A8D0CC}"/>
                    </a:ext>
                  </a:extLst>
                </p14:cNvPr>
                <p14:cNvContentPartPr/>
                <p14:nvPr/>
              </p14:nvContentPartPr>
              <p14:xfrm>
                <a:off x="1222120" y="3625052"/>
                <a:ext cx="117360" cy="105120"/>
              </p14:xfrm>
            </p:contentPart>
          </mc:Choice>
          <mc:Fallback>
            <p:pic>
              <p:nvPicPr>
                <p:cNvPr id="20" name="Ink 19">
                  <a:extLst>
                    <a:ext uri="{FF2B5EF4-FFF2-40B4-BE49-F238E27FC236}">
                      <a16:creationId xmlns:a16="http://schemas.microsoft.com/office/drawing/2014/main" id="{12F3C23C-E1C4-A048-1FE9-F92366A8D0CC}"/>
                    </a:ext>
                  </a:extLst>
                </p:cNvPr>
                <p:cNvPicPr/>
                <p:nvPr/>
              </p:nvPicPr>
              <p:blipFill>
                <a:blip r:embed="rId117"/>
                <a:stretch>
                  <a:fillRect/>
                </a:stretch>
              </p:blipFill>
              <p:spPr>
                <a:xfrm>
                  <a:off x="1213480" y="3616052"/>
                  <a:ext cx="135000" cy="122760"/>
                </a:xfrm>
                <a:prstGeom prst="rect">
                  <a:avLst/>
                </a:prstGeom>
              </p:spPr>
            </p:pic>
          </mc:Fallback>
        </mc:AlternateContent>
        <mc:AlternateContent xmlns:mc="http://schemas.openxmlformats.org/markup-compatibility/2006">
          <mc:Choice xmlns:p14="http://schemas.microsoft.com/office/powerpoint/2010/main" Requires="p14">
            <p:contentPart p14:bwMode="auto" r:id="rId118">
              <p14:nvContentPartPr>
                <p14:cNvPr id="21" name="Ink 20">
                  <a:extLst>
                    <a:ext uri="{FF2B5EF4-FFF2-40B4-BE49-F238E27FC236}">
                      <a16:creationId xmlns:a16="http://schemas.microsoft.com/office/drawing/2014/main" id="{CF7FFE36-A517-95DF-13F7-574274323554}"/>
                    </a:ext>
                  </a:extLst>
                </p14:cNvPr>
                <p14:cNvContentPartPr/>
                <p14:nvPr/>
              </p14:nvContentPartPr>
              <p14:xfrm>
                <a:off x="1380520" y="3621092"/>
                <a:ext cx="303120" cy="109800"/>
              </p14:xfrm>
            </p:contentPart>
          </mc:Choice>
          <mc:Fallback>
            <p:pic>
              <p:nvPicPr>
                <p:cNvPr id="21" name="Ink 20">
                  <a:extLst>
                    <a:ext uri="{FF2B5EF4-FFF2-40B4-BE49-F238E27FC236}">
                      <a16:creationId xmlns:a16="http://schemas.microsoft.com/office/drawing/2014/main" id="{CF7FFE36-A517-95DF-13F7-574274323554}"/>
                    </a:ext>
                  </a:extLst>
                </p:cNvPr>
                <p:cNvPicPr/>
                <p:nvPr/>
              </p:nvPicPr>
              <p:blipFill>
                <a:blip r:embed="rId119"/>
                <a:stretch>
                  <a:fillRect/>
                </a:stretch>
              </p:blipFill>
              <p:spPr>
                <a:xfrm>
                  <a:off x="1371880" y="3612092"/>
                  <a:ext cx="32076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120">
              <p14:nvContentPartPr>
                <p14:cNvPr id="66" name="Ink 65">
                  <a:extLst>
                    <a:ext uri="{FF2B5EF4-FFF2-40B4-BE49-F238E27FC236}">
                      <a16:creationId xmlns:a16="http://schemas.microsoft.com/office/drawing/2014/main" id="{383A761C-4E70-03F9-59F3-0EBD18A8F84B}"/>
                    </a:ext>
                  </a:extLst>
                </p14:cNvPr>
                <p14:cNvContentPartPr/>
                <p14:nvPr/>
              </p14:nvContentPartPr>
              <p14:xfrm>
                <a:off x="1433440" y="1396292"/>
                <a:ext cx="2502360" cy="538920"/>
              </p14:xfrm>
            </p:contentPart>
          </mc:Choice>
          <mc:Fallback>
            <p:pic>
              <p:nvPicPr>
                <p:cNvPr id="66" name="Ink 65">
                  <a:extLst>
                    <a:ext uri="{FF2B5EF4-FFF2-40B4-BE49-F238E27FC236}">
                      <a16:creationId xmlns:a16="http://schemas.microsoft.com/office/drawing/2014/main" id="{383A761C-4E70-03F9-59F3-0EBD18A8F84B}"/>
                    </a:ext>
                  </a:extLst>
                </p:cNvPr>
                <p:cNvPicPr/>
                <p:nvPr/>
              </p:nvPicPr>
              <p:blipFill>
                <a:blip r:embed="rId121"/>
                <a:stretch>
                  <a:fillRect/>
                </a:stretch>
              </p:blipFill>
              <p:spPr>
                <a:xfrm>
                  <a:off x="1424440" y="1387292"/>
                  <a:ext cx="2520000" cy="556560"/>
                </a:xfrm>
                <a:prstGeom prst="rect">
                  <a:avLst/>
                </a:prstGeom>
              </p:spPr>
            </p:pic>
          </mc:Fallback>
        </mc:AlternateContent>
        <mc:AlternateContent xmlns:mc="http://schemas.openxmlformats.org/markup-compatibility/2006">
          <mc:Choice xmlns:p14="http://schemas.microsoft.com/office/powerpoint/2010/main" Requires="p14">
            <p:contentPart p14:bwMode="auto" r:id="rId122">
              <p14:nvContentPartPr>
                <p14:cNvPr id="67" name="Ink 66">
                  <a:extLst>
                    <a:ext uri="{FF2B5EF4-FFF2-40B4-BE49-F238E27FC236}">
                      <a16:creationId xmlns:a16="http://schemas.microsoft.com/office/drawing/2014/main" id="{F09A76A5-E9FD-0BEE-2475-21BDE741BBB2}"/>
                    </a:ext>
                  </a:extLst>
                </p14:cNvPr>
                <p14:cNvContentPartPr/>
                <p14:nvPr/>
              </p14:nvContentPartPr>
              <p14:xfrm>
                <a:off x="1446760" y="1427252"/>
                <a:ext cx="2565720" cy="483120"/>
              </p14:xfrm>
            </p:contentPart>
          </mc:Choice>
          <mc:Fallback>
            <p:pic>
              <p:nvPicPr>
                <p:cNvPr id="67" name="Ink 66">
                  <a:extLst>
                    <a:ext uri="{FF2B5EF4-FFF2-40B4-BE49-F238E27FC236}">
                      <a16:creationId xmlns:a16="http://schemas.microsoft.com/office/drawing/2014/main" id="{F09A76A5-E9FD-0BEE-2475-21BDE741BBB2}"/>
                    </a:ext>
                  </a:extLst>
                </p:cNvPr>
                <p:cNvPicPr/>
                <p:nvPr/>
              </p:nvPicPr>
              <p:blipFill>
                <a:blip r:embed="rId123"/>
                <a:stretch>
                  <a:fillRect/>
                </a:stretch>
              </p:blipFill>
              <p:spPr>
                <a:xfrm>
                  <a:off x="1438120" y="1418612"/>
                  <a:ext cx="2583360" cy="500760"/>
                </a:xfrm>
                <a:prstGeom prst="rect">
                  <a:avLst/>
                </a:prstGeom>
              </p:spPr>
            </p:pic>
          </mc:Fallback>
        </mc:AlternateContent>
        <mc:AlternateContent xmlns:mc="http://schemas.openxmlformats.org/markup-compatibility/2006">
          <mc:Choice xmlns:p14="http://schemas.microsoft.com/office/powerpoint/2010/main" Requires="p14">
            <p:contentPart p14:bwMode="auto" r:id="rId124">
              <p14:nvContentPartPr>
                <p14:cNvPr id="68" name="Ink 67">
                  <a:extLst>
                    <a:ext uri="{FF2B5EF4-FFF2-40B4-BE49-F238E27FC236}">
                      <a16:creationId xmlns:a16="http://schemas.microsoft.com/office/drawing/2014/main" id="{03427CA9-77BB-BEDA-9CD4-C42163DEF9F4}"/>
                    </a:ext>
                  </a:extLst>
                </p14:cNvPr>
                <p14:cNvContentPartPr/>
                <p14:nvPr/>
              </p14:nvContentPartPr>
              <p14:xfrm>
                <a:off x="1750240" y="1519772"/>
                <a:ext cx="202320" cy="211680"/>
              </p14:xfrm>
            </p:contentPart>
          </mc:Choice>
          <mc:Fallback>
            <p:pic>
              <p:nvPicPr>
                <p:cNvPr id="68" name="Ink 67">
                  <a:extLst>
                    <a:ext uri="{FF2B5EF4-FFF2-40B4-BE49-F238E27FC236}">
                      <a16:creationId xmlns:a16="http://schemas.microsoft.com/office/drawing/2014/main" id="{03427CA9-77BB-BEDA-9CD4-C42163DEF9F4}"/>
                    </a:ext>
                  </a:extLst>
                </p:cNvPr>
                <p:cNvPicPr/>
                <p:nvPr/>
              </p:nvPicPr>
              <p:blipFill>
                <a:blip r:embed="rId125"/>
                <a:stretch>
                  <a:fillRect/>
                </a:stretch>
              </p:blipFill>
              <p:spPr>
                <a:xfrm>
                  <a:off x="1741240" y="1510772"/>
                  <a:ext cx="219960" cy="229320"/>
                </a:xfrm>
                <a:prstGeom prst="rect">
                  <a:avLst/>
                </a:prstGeom>
              </p:spPr>
            </p:pic>
          </mc:Fallback>
        </mc:AlternateContent>
        <mc:AlternateContent xmlns:mc="http://schemas.openxmlformats.org/markup-compatibility/2006">
          <mc:Choice xmlns:p14="http://schemas.microsoft.com/office/powerpoint/2010/main" Requires="p14">
            <p:contentPart p14:bwMode="auto" r:id="rId126">
              <p14:nvContentPartPr>
                <p14:cNvPr id="69" name="Ink 68">
                  <a:extLst>
                    <a:ext uri="{FF2B5EF4-FFF2-40B4-BE49-F238E27FC236}">
                      <a16:creationId xmlns:a16="http://schemas.microsoft.com/office/drawing/2014/main" id="{EAE1D41B-4D0E-D82F-094D-16264614A5F4}"/>
                    </a:ext>
                  </a:extLst>
                </p14:cNvPr>
                <p14:cNvContentPartPr/>
                <p14:nvPr/>
              </p14:nvContentPartPr>
              <p14:xfrm>
                <a:off x="2009440" y="1622012"/>
                <a:ext cx="110160" cy="115200"/>
              </p14:xfrm>
            </p:contentPart>
          </mc:Choice>
          <mc:Fallback>
            <p:pic>
              <p:nvPicPr>
                <p:cNvPr id="69" name="Ink 68">
                  <a:extLst>
                    <a:ext uri="{FF2B5EF4-FFF2-40B4-BE49-F238E27FC236}">
                      <a16:creationId xmlns:a16="http://schemas.microsoft.com/office/drawing/2014/main" id="{EAE1D41B-4D0E-D82F-094D-16264614A5F4}"/>
                    </a:ext>
                  </a:extLst>
                </p:cNvPr>
                <p:cNvPicPr/>
                <p:nvPr/>
              </p:nvPicPr>
              <p:blipFill>
                <a:blip r:embed="rId127"/>
                <a:stretch>
                  <a:fillRect/>
                </a:stretch>
              </p:blipFill>
              <p:spPr>
                <a:xfrm>
                  <a:off x="2000800" y="1613012"/>
                  <a:ext cx="127800" cy="132840"/>
                </a:xfrm>
                <a:prstGeom prst="rect">
                  <a:avLst/>
                </a:prstGeom>
              </p:spPr>
            </p:pic>
          </mc:Fallback>
        </mc:AlternateContent>
        <mc:AlternateContent xmlns:mc="http://schemas.openxmlformats.org/markup-compatibility/2006">
          <mc:Choice xmlns:p14="http://schemas.microsoft.com/office/powerpoint/2010/main" Requires="p14">
            <p:contentPart p14:bwMode="auto" r:id="rId128">
              <p14:nvContentPartPr>
                <p14:cNvPr id="70" name="Ink 69">
                  <a:extLst>
                    <a:ext uri="{FF2B5EF4-FFF2-40B4-BE49-F238E27FC236}">
                      <a16:creationId xmlns:a16="http://schemas.microsoft.com/office/drawing/2014/main" id="{991F6918-40AA-1E47-18D7-D3B1B009E0BE}"/>
                    </a:ext>
                  </a:extLst>
                </p14:cNvPr>
                <p14:cNvContentPartPr/>
                <p14:nvPr/>
              </p14:nvContentPartPr>
              <p14:xfrm>
                <a:off x="2146600" y="1630292"/>
                <a:ext cx="70560" cy="108000"/>
              </p14:xfrm>
            </p:contentPart>
          </mc:Choice>
          <mc:Fallback>
            <p:pic>
              <p:nvPicPr>
                <p:cNvPr id="70" name="Ink 69">
                  <a:extLst>
                    <a:ext uri="{FF2B5EF4-FFF2-40B4-BE49-F238E27FC236}">
                      <a16:creationId xmlns:a16="http://schemas.microsoft.com/office/drawing/2014/main" id="{991F6918-40AA-1E47-18D7-D3B1B009E0BE}"/>
                    </a:ext>
                  </a:extLst>
                </p:cNvPr>
                <p:cNvPicPr/>
                <p:nvPr/>
              </p:nvPicPr>
              <p:blipFill>
                <a:blip r:embed="rId129"/>
                <a:stretch>
                  <a:fillRect/>
                </a:stretch>
              </p:blipFill>
              <p:spPr>
                <a:xfrm>
                  <a:off x="2137600" y="1621652"/>
                  <a:ext cx="8820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130">
              <p14:nvContentPartPr>
                <p14:cNvPr id="71" name="Ink 70">
                  <a:extLst>
                    <a:ext uri="{FF2B5EF4-FFF2-40B4-BE49-F238E27FC236}">
                      <a16:creationId xmlns:a16="http://schemas.microsoft.com/office/drawing/2014/main" id="{8609D92A-64B9-DB0C-63EA-37C6101B9C47}"/>
                    </a:ext>
                  </a:extLst>
                </p14:cNvPr>
                <p14:cNvContentPartPr/>
                <p14:nvPr/>
              </p14:nvContentPartPr>
              <p14:xfrm>
                <a:off x="2243800" y="1633892"/>
                <a:ext cx="100080" cy="120240"/>
              </p14:xfrm>
            </p:contentPart>
          </mc:Choice>
          <mc:Fallback>
            <p:pic>
              <p:nvPicPr>
                <p:cNvPr id="71" name="Ink 70">
                  <a:extLst>
                    <a:ext uri="{FF2B5EF4-FFF2-40B4-BE49-F238E27FC236}">
                      <a16:creationId xmlns:a16="http://schemas.microsoft.com/office/drawing/2014/main" id="{8609D92A-64B9-DB0C-63EA-37C6101B9C47}"/>
                    </a:ext>
                  </a:extLst>
                </p:cNvPr>
                <p:cNvPicPr/>
                <p:nvPr/>
              </p:nvPicPr>
              <p:blipFill>
                <a:blip r:embed="rId131"/>
                <a:stretch>
                  <a:fillRect/>
                </a:stretch>
              </p:blipFill>
              <p:spPr>
                <a:xfrm>
                  <a:off x="2234800" y="1625252"/>
                  <a:ext cx="11772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132">
              <p14:nvContentPartPr>
                <p14:cNvPr id="72" name="Ink 71">
                  <a:extLst>
                    <a:ext uri="{FF2B5EF4-FFF2-40B4-BE49-F238E27FC236}">
                      <a16:creationId xmlns:a16="http://schemas.microsoft.com/office/drawing/2014/main" id="{B6618587-6863-B24A-31CB-1DA129F141E0}"/>
                    </a:ext>
                  </a:extLst>
                </p14:cNvPr>
                <p14:cNvContentPartPr/>
                <p14:nvPr/>
              </p14:nvContentPartPr>
              <p14:xfrm>
                <a:off x="2400760" y="1578812"/>
                <a:ext cx="360" cy="204120"/>
              </p14:xfrm>
            </p:contentPart>
          </mc:Choice>
          <mc:Fallback>
            <p:pic>
              <p:nvPicPr>
                <p:cNvPr id="72" name="Ink 71">
                  <a:extLst>
                    <a:ext uri="{FF2B5EF4-FFF2-40B4-BE49-F238E27FC236}">
                      <a16:creationId xmlns:a16="http://schemas.microsoft.com/office/drawing/2014/main" id="{B6618587-6863-B24A-31CB-1DA129F141E0}"/>
                    </a:ext>
                  </a:extLst>
                </p:cNvPr>
                <p:cNvPicPr/>
                <p:nvPr/>
              </p:nvPicPr>
              <p:blipFill>
                <a:blip r:embed="rId133"/>
                <a:stretch>
                  <a:fillRect/>
                </a:stretch>
              </p:blipFill>
              <p:spPr>
                <a:xfrm>
                  <a:off x="2392120" y="1569812"/>
                  <a:ext cx="18000" cy="221760"/>
                </a:xfrm>
                <a:prstGeom prst="rect">
                  <a:avLst/>
                </a:prstGeom>
              </p:spPr>
            </p:pic>
          </mc:Fallback>
        </mc:AlternateContent>
        <mc:AlternateContent xmlns:mc="http://schemas.openxmlformats.org/markup-compatibility/2006">
          <mc:Choice xmlns:p14="http://schemas.microsoft.com/office/powerpoint/2010/main" Requires="p14">
            <p:contentPart p14:bwMode="auto" r:id="rId134">
              <p14:nvContentPartPr>
                <p14:cNvPr id="73" name="Ink 72">
                  <a:extLst>
                    <a:ext uri="{FF2B5EF4-FFF2-40B4-BE49-F238E27FC236}">
                      <a16:creationId xmlns:a16="http://schemas.microsoft.com/office/drawing/2014/main" id="{1108E90D-511E-500F-9E0E-C9B57930C9A2}"/>
                    </a:ext>
                  </a:extLst>
                </p14:cNvPr>
                <p14:cNvContentPartPr/>
                <p14:nvPr/>
              </p14:nvContentPartPr>
              <p14:xfrm>
                <a:off x="2414080" y="1656572"/>
                <a:ext cx="43200" cy="20880"/>
              </p14:xfrm>
            </p:contentPart>
          </mc:Choice>
          <mc:Fallback>
            <p:pic>
              <p:nvPicPr>
                <p:cNvPr id="73" name="Ink 72">
                  <a:extLst>
                    <a:ext uri="{FF2B5EF4-FFF2-40B4-BE49-F238E27FC236}">
                      <a16:creationId xmlns:a16="http://schemas.microsoft.com/office/drawing/2014/main" id="{1108E90D-511E-500F-9E0E-C9B57930C9A2}"/>
                    </a:ext>
                  </a:extLst>
                </p:cNvPr>
                <p:cNvPicPr/>
                <p:nvPr/>
              </p:nvPicPr>
              <p:blipFill>
                <a:blip r:embed="rId135"/>
                <a:stretch>
                  <a:fillRect/>
                </a:stretch>
              </p:blipFill>
              <p:spPr>
                <a:xfrm>
                  <a:off x="2405080" y="1647932"/>
                  <a:ext cx="60840" cy="38520"/>
                </a:xfrm>
                <a:prstGeom prst="rect">
                  <a:avLst/>
                </a:prstGeom>
              </p:spPr>
            </p:pic>
          </mc:Fallback>
        </mc:AlternateContent>
        <mc:AlternateContent xmlns:mc="http://schemas.openxmlformats.org/markup-compatibility/2006">
          <mc:Choice xmlns:p14="http://schemas.microsoft.com/office/powerpoint/2010/main" Requires="p14">
            <p:contentPart p14:bwMode="auto" r:id="rId136">
              <p14:nvContentPartPr>
                <p14:cNvPr id="74" name="Ink 73">
                  <a:extLst>
                    <a:ext uri="{FF2B5EF4-FFF2-40B4-BE49-F238E27FC236}">
                      <a16:creationId xmlns:a16="http://schemas.microsoft.com/office/drawing/2014/main" id="{C68BA12B-8F87-4ECA-77CA-38C00CFE6CD8}"/>
                    </a:ext>
                  </a:extLst>
                </p14:cNvPr>
                <p14:cNvContentPartPr/>
                <p14:nvPr/>
              </p14:nvContentPartPr>
              <p14:xfrm>
                <a:off x="2577880" y="1600772"/>
                <a:ext cx="126000" cy="202320"/>
              </p14:xfrm>
            </p:contentPart>
          </mc:Choice>
          <mc:Fallback>
            <p:pic>
              <p:nvPicPr>
                <p:cNvPr id="74" name="Ink 73">
                  <a:extLst>
                    <a:ext uri="{FF2B5EF4-FFF2-40B4-BE49-F238E27FC236}">
                      <a16:creationId xmlns:a16="http://schemas.microsoft.com/office/drawing/2014/main" id="{C68BA12B-8F87-4ECA-77CA-38C00CFE6CD8}"/>
                    </a:ext>
                  </a:extLst>
                </p:cNvPr>
                <p:cNvPicPr/>
                <p:nvPr/>
              </p:nvPicPr>
              <p:blipFill>
                <a:blip r:embed="rId137"/>
                <a:stretch>
                  <a:fillRect/>
                </a:stretch>
              </p:blipFill>
              <p:spPr>
                <a:xfrm>
                  <a:off x="2568880" y="1592132"/>
                  <a:ext cx="143640" cy="219960"/>
                </a:xfrm>
                <a:prstGeom prst="rect">
                  <a:avLst/>
                </a:prstGeom>
              </p:spPr>
            </p:pic>
          </mc:Fallback>
        </mc:AlternateContent>
        <mc:AlternateContent xmlns:mc="http://schemas.openxmlformats.org/markup-compatibility/2006">
          <mc:Choice xmlns:p14="http://schemas.microsoft.com/office/powerpoint/2010/main" Requires="p14">
            <p:contentPart p14:bwMode="auto" r:id="rId138">
              <p14:nvContentPartPr>
                <p14:cNvPr id="75" name="Ink 74">
                  <a:extLst>
                    <a:ext uri="{FF2B5EF4-FFF2-40B4-BE49-F238E27FC236}">
                      <a16:creationId xmlns:a16="http://schemas.microsoft.com/office/drawing/2014/main" id="{4287C600-3A33-4EEE-B1C6-1297DAA5563A}"/>
                    </a:ext>
                  </a:extLst>
                </p14:cNvPr>
                <p14:cNvContentPartPr/>
                <p14:nvPr/>
              </p14:nvContentPartPr>
              <p14:xfrm>
                <a:off x="2779120" y="1646492"/>
                <a:ext cx="282960" cy="121680"/>
              </p14:xfrm>
            </p:contentPart>
          </mc:Choice>
          <mc:Fallback>
            <p:pic>
              <p:nvPicPr>
                <p:cNvPr id="75" name="Ink 74">
                  <a:extLst>
                    <a:ext uri="{FF2B5EF4-FFF2-40B4-BE49-F238E27FC236}">
                      <a16:creationId xmlns:a16="http://schemas.microsoft.com/office/drawing/2014/main" id="{4287C600-3A33-4EEE-B1C6-1297DAA5563A}"/>
                    </a:ext>
                  </a:extLst>
                </p:cNvPr>
                <p:cNvPicPr/>
                <p:nvPr/>
              </p:nvPicPr>
              <p:blipFill>
                <a:blip r:embed="rId139"/>
                <a:stretch>
                  <a:fillRect/>
                </a:stretch>
              </p:blipFill>
              <p:spPr>
                <a:xfrm>
                  <a:off x="2770120" y="1637852"/>
                  <a:ext cx="30060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140">
              <p14:nvContentPartPr>
                <p14:cNvPr id="76" name="Ink 75">
                  <a:extLst>
                    <a:ext uri="{FF2B5EF4-FFF2-40B4-BE49-F238E27FC236}">
                      <a16:creationId xmlns:a16="http://schemas.microsoft.com/office/drawing/2014/main" id="{D3D2596C-A380-FB14-B740-9B6E23A65415}"/>
                    </a:ext>
                  </a:extLst>
                </p14:cNvPr>
                <p14:cNvContentPartPr/>
                <p14:nvPr/>
              </p14:nvContentPartPr>
              <p14:xfrm>
                <a:off x="3064960" y="1562972"/>
                <a:ext cx="14040" cy="16200"/>
              </p14:xfrm>
            </p:contentPart>
          </mc:Choice>
          <mc:Fallback>
            <p:pic>
              <p:nvPicPr>
                <p:cNvPr id="76" name="Ink 75">
                  <a:extLst>
                    <a:ext uri="{FF2B5EF4-FFF2-40B4-BE49-F238E27FC236}">
                      <a16:creationId xmlns:a16="http://schemas.microsoft.com/office/drawing/2014/main" id="{D3D2596C-A380-FB14-B740-9B6E23A65415}"/>
                    </a:ext>
                  </a:extLst>
                </p:cNvPr>
                <p:cNvPicPr/>
                <p:nvPr/>
              </p:nvPicPr>
              <p:blipFill>
                <a:blip r:embed="rId141"/>
                <a:stretch>
                  <a:fillRect/>
                </a:stretch>
              </p:blipFill>
              <p:spPr>
                <a:xfrm>
                  <a:off x="3055960" y="1554332"/>
                  <a:ext cx="31680" cy="33840"/>
                </a:xfrm>
                <a:prstGeom prst="rect">
                  <a:avLst/>
                </a:prstGeom>
              </p:spPr>
            </p:pic>
          </mc:Fallback>
        </mc:AlternateContent>
        <mc:AlternateContent xmlns:mc="http://schemas.openxmlformats.org/markup-compatibility/2006">
          <mc:Choice xmlns:p14="http://schemas.microsoft.com/office/powerpoint/2010/main" Requires="p14">
            <p:contentPart p14:bwMode="auto" r:id="rId142">
              <p14:nvContentPartPr>
                <p14:cNvPr id="77" name="Ink 76">
                  <a:extLst>
                    <a:ext uri="{FF2B5EF4-FFF2-40B4-BE49-F238E27FC236}">
                      <a16:creationId xmlns:a16="http://schemas.microsoft.com/office/drawing/2014/main" id="{A0FC44C8-88A2-E484-946B-DF8918C6C0B0}"/>
                    </a:ext>
                  </a:extLst>
                </p14:cNvPr>
                <p14:cNvContentPartPr/>
                <p14:nvPr/>
              </p14:nvContentPartPr>
              <p14:xfrm>
                <a:off x="3190600" y="1604732"/>
                <a:ext cx="360" cy="164880"/>
              </p14:xfrm>
            </p:contentPart>
          </mc:Choice>
          <mc:Fallback>
            <p:pic>
              <p:nvPicPr>
                <p:cNvPr id="77" name="Ink 76">
                  <a:extLst>
                    <a:ext uri="{FF2B5EF4-FFF2-40B4-BE49-F238E27FC236}">
                      <a16:creationId xmlns:a16="http://schemas.microsoft.com/office/drawing/2014/main" id="{A0FC44C8-88A2-E484-946B-DF8918C6C0B0}"/>
                    </a:ext>
                  </a:extLst>
                </p:cNvPr>
                <p:cNvPicPr/>
                <p:nvPr/>
              </p:nvPicPr>
              <p:blipFill>
                <a:blip r:embed="rId143"/>
                <a:stretch>
                  <a:fillRect/>
                </a:stretch>
              </p:blipFill>
              <p:spPr>
                <a:xfrm>
                  <a:off x="3181600" y="1596092"/>
                  <a:ext cx="18000" cy="182520"/>
                </a:xfrm>
                <a:prstGeom prst="rect">
                  <a:avLst/>
                </a:prstGeom>
              </p:spPr>
            </p:pic>
          </mc:Fallback>
        </mc:AlternateContent>
        <mc:AlternateContent xmlns:mc="http://schemas.openxmlformats.org/markup-compatibility/2006">
          <mc:Choice xmlns:p14="http://schemas.microsoft.com/office/powerpoint/2010/main" Requires="p14">
            <p:contentPart p14:bwMode="auto" r:id="rId144">
              <p14:nvContentPartPr>
                <p14:cNvPr id="78" name="Ink 77">
                  <a:extLst>
                    <a:ext uri="{FF2B5EF4-FFF2-40B4-BE49-F238E27FC236}">
                      <a16:creationId xmlns:a16="http://schemas.microsoft.com/office/drawing/2014/main" id="{283E955F-5CB0-8D18-C049-5191F031E0FB}"/>
                    </a:ext>
                  </a:extLst>
                </p14:cNvPr>
                <p14:cNvContentPartPr/>
                <p14:nvPr/>
              </p14:nvContentPartPr>
              <p14:xfrm>
                <a:off x="3210040" y="1596812"/>
                <a:ext cx="20880" cy="194400"/>
              </p14:xfrm>
            </p:contentPart>
          </mc:Choice>
          <mc:Fallback>
            <p:pic>
              <p:nvPicPr>
                <p:cNvPr id="78" name="Ink 77">
                  <a:extLst>
                    <a:ext uri="{FF2B5EF4-FFF2-40B4-BE49-F238E27FC236}">
                      <a16:creationId xmlns:a16="http://schemas.microsoft.com/office/drawing/2014/main" id="{283E955F-5CB0-8D18-C049-5191F031E0FB}"/>
                    </a:ext>
                  </a:extLst>
                </p:cNvPr>
                <p:cNvPicPr/>
                <p:nvPr/>
              </p:nvPicPr>
              <p:blipFill>
                <a:blip r:embed="rId145"/>
                <a:stretch>
                  <a:fillRect/>
                </a:stretch>
              </p:blipFill>
              <p:spPr>
                <a:xfrm>
                  <a:off x="3201040" y="1587812"/>
                  <a:ext cx="38520" cy="212040"/>
                </a:xfrm>
                <a:prstGeom prst="rect">
                  <a:avLst/>
                </a:prstGeom>
              </p:spPr>
            </p:pic>
          </mc:Fallback>
        </mc:AlternateContent>
        <mc:AlternateContent xmlns:mc="http://schemas.openxmlformats.org/markup-compatibility/2006">
          <mc:Choice xmlns:p14="http://schemas.microsoft.com/office/powerpoint/2010/main" Requires="p14">
            <p:contentPart p14:bwMode="auto" r:id="rId146">
              <p14:nvContentPartPr>
                <p14:cNvPr id="79" name="Ink 78">
                  <a:extLst>
                    <a:ext uri="{FF2B5EF4-FFF2-40B4-BE49-F238E27FC236}">
                      <a16:creationId xmlns:a16="http://schemas.microsoft.com/office/drawing/2014/main" id="{BAD0E8B1-9261-45E6-281A-392AD7CEE64C}"/>
                    </a:ext>
                  </a:extLst>
                </p14:cNvPr>
                <p14:cNvContentPartPr/>
                <p14:nvPr/>
              </p14:nvContentPartPr>
              <p14:xfrm>
                <a:off x="3160720" y="1639652"/>
                <a:ext cx="214560" cy="123480"/>
              </p14:xfrm>
            </p:contentPart>
          </mc:Choice>
          <mc:Fallback>
            <p:pic>
              <p:nvPicPr>
                <p:cNvPr id="79" name="Ink 78">
                  <a:extLst>
                    <a:ext uri="{FF2B5EF4-FFF2-40B4-BE49-F238E27FC236}">
                      <a16:creationId xmlns:a16="http://schemas.microsoft.com/office/drawing/2014/main" id="{BAD0E8B1-9261-45E6-281A-392AD7CEE64C}"/>
                    </a:ext>
                  </a:extLst>
                </p:cNvPr>
                <p:cNvPicPr/>
                <p:nvPr/>
              </p:nvPicPr>
              <p:blipFill>
                <a:blip r:embed="rId147"/>
                <a:stretch>
                  <a:fillRect/>
                </a:stretch>
              </p:blipFill>
              <p:spPr>
                <a:xfrm>
                  <a:off x="3152080" y="1631012"/>
                  <a:ext cx="232200" cy="141120"/>
                </a:xfrm>
                <a:prstGeom prst="rect">
                  <a:avLst/>
                </a:prstGeom>
              </p:spPr>
            </p:pic>
          </mc:Fallback>
        </mc:AlternateContent>
        <mc:AlternateContent xmlns:mc="http://schemas.openxmlformats.org/markup-compatibility/2006">
          <mc:Choice xmlns:p14="http://schemas.microsoft.com/office/powerpoint/2010/main" Requires="p14">
            <p:contentPart p14:bwMode="auto" r:id="rId148">
              <p14:nvContentPartPr>
                <p14:cNvPr id="80" name="Ink 79">
                  <a:extLst>
                    <a:ext uri="{FF2B5EF4-FFF2-40B4-BE49-F238E27FC236}">
                      <a16:creationId xmlns:a16="http://schemas.microsoft.com/office/drawing/2014/main" id="{1A3190AD-4033-4E2C-C557-DDE69444C714}"/>
                    </a:ext>
                  </a:extLst>
                </p14:cNvPr>
                <p14:cNvContentPartPr/>
                <p14:nvPr/>
              </p14:nvContentPartPr>
              <p14:xfrm>
                <a:off x="3446200" y="1631012"/>
                <a:ext cx="101160" cy="129600"/>
              </p14:xfrm>
            </p:contentPart>
          </mc:Choice>
          <mc:Fallback>
            <p:pic>
              <p:nvPicPr>
                <p:cNvPr id="80" name="Ink 79">
                  <a:extLst>
                    <a:ext uri="{FF2B5EF4-FFF2-40B4-BE49-F238E27FC236}">
                      <a16:creationId xmlns:a16="http://schemas.microsoft.com/office/drawing/2014/main" id="{1A3190AD-4033-4E2C-C557-DDE69444C714}"/>
                    </a:ext>
                  </a:extLst>
                </p:cNvPr>
                <p:cNvPicPr/>
                <p:nvPr/>
              </p:nvPicPr>
              <p:blipFill>
                <a:blip r:embed="rId149"/>
                <a:stretch>
                  <a:fillRect/>
                </a:stretch>
              </p:blipFill>
              <p:spPr>
                <a:xfrm>
                  <a:off x="3437560" y="1622012"/>
                  <a:ext cx="118800" cy="147240"/>
                </a:xfrm>
                <a:prstGeom prst="rect">
                  <a:avLst/>
                </a:prstGeom>
              </p:spPr>
            </p:pic>
          </mc:Fallback>
        </mc:AlternateContent>
        <mc:AlternateContent xmlns:mc="http://schemas.openxmlformats.org/markup-compatibility/2006">
          <mc:Choice xmlns:p14="http://schemas.microsoft.com/office/powerpoint/2010/main" Requires="p14">
            <p:contentPart p14:bwMode="auto" r:id="rId150">
              <p14:nvContentPartPr>
                <p14:cNvPr id="90" name="Ink 89">
                  <a:extLst>
                    <a:ext uri="{FF2B5EF4-FFF2-40B4-BE49-F238E27FC236}">
                      <a16:creationId xmlns:a16="http://schemas.microsoft.com/office/drawing/2014/main" id="{30AB9C90-A75A-5A45-EAE3-9E9A1CEBBBA7}"/>
                    </a:ext>
                  </a:extLst>
                </p14:cNvPr>
                <p14:cNvContentPartPr/>
                <p14:nvPr/>
              </p14:nvContentPartPr>
              <p14:xfrm>
                <a:off x="2095840" y="1886612"/>
                <a:ext cx="81720" cy="130680"/>
              </p14:xfrm>
            </p:contentPart>
          </mc:Choice>
          <mc:Fallback>
            <p:pic>
              <p:nvPicPr>
                <p:cNvPr id="90" name="Ink 89">
                  <a:extLst>
                    <a:ext uri="{FF2B5EF4-FFF2-40B4-BE49-F238E27FC236}">
                      <a16:creationId xmlns:a16="http://schemas.microsoft.com/office/drawing/2014/main" id="{30AB9C90-A75A-5A45-EAE3-9E9A1CEBBBA7}"/>
                    </a:ext>
                  </a:extLst>
                </p:cNvPr>
                <p:cNvPicPr/>
                <p:nvPr/>
              </p:nvPicPr>
              <p:blipFill>
                <a:blip r:embed="rId151"/>
                <a:stretch>
                  <a:fillRect/>
                </a:stretch>
              </p:blipFill>
              <p:spPr>
                <a:xfrm>
                  <a:off x="2086840" y="1877612"/>
                  <a:ext cx="99360" cy="148320"/>
                </a:xfrm>
                <a:prstGeom prst="rect">
                  <a:avLst/>
                </a:prstGeom>
              </p:spPr>
            </p:pic>
          </mc:Fallback>
        </mc:AlternateContent>
        <mc:AlternateContent xmlns:mc="http://schemas.openxmlformats.org/markup-compatibility/2006">
          <mc:Choice xmlns:p14="http://schemas.microsoft.com/office/powerpoint/2010/main" Requires="p14">
            <p:contentPart p14:bwMode="auto" r:id="rId152">
              <p14:nvContentPartPr>
                <p14:cNvPr id="91" name="Ink 90">
                  <a:extLst>
                    <a:ext uri="{FF2B5EF4-FFF2-40B4-BE49-F238E27FC236}">
                      <a16:creationId xmlns:a16="http://schemas.microsoft.com/office/drawing/2014/main" id="{930F2B64-F6CB-B822-1017-F2283A15A965}"/>
                    </a:ext>
                  </a:extLst>
                </p14:cNvPr>
                <p14:cNvContentPartPr/>
                <p14:nvPr/>
              </p14:nvContentPartPr>
              <p14:xfrm>
                <a:off x="2157400" y="1898132"/>
                <a:ext cx="135000" cy="112680"/>
              </p14:xfrm>
            </p:contentPart>
          </mc:Choice>
          <mc:Fallback>
            <p:pic>
              <p:nvPicPr>
                <p:cNvPr id="91" name="Ink 90">
                  <a:extLst>
                    <a:ext uri="{FF2B5EF4-FFF2-40B4-BE49-F238E27FC236}">
                      <a16:creationId xmlns:a16="http://schemas.microsoft.com/office/drawing/2014/main" id="{930F2B64-F6CB-B822-1017-F2283A15A965}"/>
                    </a:ext>
                  </a:extLst>
                </p:cNvPr>
                <p:cNvPicPr/>
                <p:nvPr/>
              </p:nvPicPr>
              <p:blipFill>
                <a:blip r:embed="rId153"/>
                <a:stretch>
                  <a:fillRect/>
                </a:stretch>
              </p:blipFill>
              <p:spPr>
                <a:xfrm>
                  <a:off x="2148400" y="1889132"/>
                  <a:ext cx="152640" cy="130320"/>
                </a:xfrm>
                <a:prstGeom prst="rect">
                  <a:avLst/>
                </a:prstGeom>
              </p:spPr>
            </p:pic>
          </mc:Fallback>
        </mc:AlternateContent>
        <mc:AlternateContent xmlns:mc="http://schemas.openxmlformats.org/markup-compatibility/2006">
          <mc:Choice xmlns:p14="http://schemas.microsoft.com/office/powerpoint/2010/main" Requires="p14">
            <p:contentPart p14:bwMode="auto" r:id="rId154">
              <p14:nvContentPartPr>
                <p14:cNvPr id="92" name="Ink 91">
                  <a:extLst>
                    <a:ext uri="{FF2B5EF4-FFF2-40B4-BE49-F238E27FC236}">
                      <a16:creationId xmlns:a16="http://schemas.microsoft.com/office/drawing/2014/main" id="{9F2B0BB8-298D-5590-7DE4-0205A8420BEA}"/>
                    </a:ext>
                  </a:extLst>
                </p14:cNvPr>
                <p14:cNvContentPartPr/>
                <p14:nvPr/>
              </p14:nvContentPartPr>
              <p14:xfrm>
                <a:off x="2199520" y="1927292"/>
                <a:ext cx="4320" cy="174240"/>
              </p14:xfrm>
            </p:contentPart>
          </mc:Choice>
          <mc:Fallback>
            <p:pic>
              <p:nvPicPr>
                <p:cNvPr id="92" name="Ink 91">
                  <a:extLst>
                    <a:ext uri="{FF2B5EF4-FFF2-40B4-BE49-F238E27FC236}">
                      <a16:creationId xmlns:a16="http://schemas.microsoft.com/office/drawing/2014/main" id="{9F2B0BB8-298D-5590-7DE4-0205A8420BEA}"/>
                    </a:ext>
                  </a:extLst>
                </p:cNvPr>
                <p:cNvPicPr/>
                <p:nvPr/>
              </p:nvPicPr>
              <p:blipFill>
                <a:blip r:embed="rId155"/>
                <a:stretch>
                  <a:fillRect/>
                </a:stretch>
              </p:blipFill>
              <p:spPr>
                <a:xfrm>
                  <a:off x="2190880" y="1918292"/>
                  <a:ext cx="21960" cy="191880"/>
                </a:xfrm>
                <a:prstGeom prst="rect">
                  <a:avLst/>
                </a:prstGeom>
              </p:spPr>
            </p:pic>
          </mc:Fallback>
        </mc:AlternateContent>
        <mc:AlternateContent xmlns:mc="http://schemas.openxmlformats.org/markup-compatibility/2006">
          <mc:Choice xmlns:p14="http://schemas.microsoft.com/office/powerpoint/2010/main" Requires="p14">
            <p:contentPart p14:bwMode="auto" r:id="rId156">
              <p14:nvContentPartPr>
                <p14:cNvPr id="93" name="Ink 92">
                  <a:extLst>
                    <a:ext uri="{FF2B5EF4-FFF2-40B4-BE49-F238E27FC236}">
                      <a16:creationId xmlns:a16="http://schemas.microsoft.com/office/drawing/2014/main" id="{15F95736-4C6F-AFB9-C935-BCE3DB5166C8}"/>
                    </a:ext>
                  </a:extLst>
                </p14:cNvPr>
                <p14:cNvContentPartPr/>
                <p14:nvPr/>
              </p14:nvContentPartPr>
              <p14:xfrm>
                <a:off x="2185480" y="2163812"/>
                <a:ext cx="30240" cy="314280"/>
              </p14:xfrm>
            </p:contentPart>
          </mc:Choice>
          <mc:Fallback>
            <p:pic>
              <p:nvPicPr>
                <p:cNvPr id="93" name="Ink 92">
                  <a:extLst>
                    <a:ext uri="{FF2B5EF4-FFF2-40B4-BE49-F238E27FC236}">
                      <a16:creationId xmlns:a16="http://schemas.microsoft.com/office/drawing/2014/main" id="{15F95736-4C6F-AFB9-C935-BCE3DB5166C8}"/>
                    </a:ext>
                  </a:extLst>
                </p:cNvPr>
                <p:cNvPicPr/>
                <p:nvPr/>
              </p:nvPicPr>
              <p:blipFill>
                <a:blip r:embed="rId157"/>
                <a:stretch>
                  <a:fillRect/>
                </a:stretch>
              </p:blipFill>
              <p:spPr>
                <a:xfrm>
                  <a:off x="2176480" y="2155172"/>
                  <a:ext cx="47880" cy="331920"/>
                </a:xfrm>
                <a:prstGeom prst="rect">
                  <a:avLst/>
                </a:prstGeom>
              </p:spPr>
            </p:pic>
          </mc:Fallback>
        </mc:AlternateContent>
        <mc:AlternateContent xmlns:mc="http://schemas.openxmlformats.org/markup-compatibility/2006">
          <mc:Choice xmlns:p14="http://schemas.microsoft.com/office/powerpoint/2010/main" Requires="p14">
            <p:contentPart p14:bwMode="auto" r:id="rId158">
              <p14:nvContentPartPr>
                <p14:cNvPr id="94" name="Ink 93">
                  <a:extLst>
                    <a:ext uri="{FF2B5EF4-FFF2-40B4-BE49-F238E27FC236}">
                      <a16:creationId xmlns:a16="http://schemas.microsoft.com/office/drawing/2014/main" id="{BF08B47A-348C-2064-9A03-3DF977435598}"/>
                    </a:ext>
                  </a:extLst>
                </p14:cNvPr>
                <p14:cNvContentPartPr/>
                <p14:nvPr/>
              </p14:nvContentPartPr>
              <p14:xfrm>
                <a:off x="2174680" y="2552252"/>
                <a:ext cx="2880" cy="54360"/>
              </p14:xfrm>
            </p:contentPart>
          </mc:Choice>
          <mc:Fallback>
            <p:pic>
              <p:nvPicPr>
                <p:cNvPr id="94" name="Ink 93">
                  <a:extLst>
                    <a:ext uri="{FF2B5EF4-FFF2-40B4-BE49-F238E27FC236}">
                      <a16:creationId xmlns:a16="http://schemas.microsoft.com/office/drawing/2014/main" id="{BF08B47A-348C-2064-9A03-3DF977435598}"/>
                    </a:ext>
                  </a:extLst>
                </p:cNvPr>
                <p:cNvPicPr/>
                <p:nvPr/>
              </p:nvPicPr>
              <p:blipFill>
                <a:blip r:embed="rId159"/>
                <a:stretch>
                  <a:fillRect/>
                </a:stretch>
              </p:blipFill>
              <p:spPr>
                <a:xfrm>
                  <a:off x="2165680" y="2543252"/>
                  <a:ext cx="20520" cy="72000"/>
                </a:xfrm>
                <a:prstGeom prst="rect">
                  <a:avLst/>
                </a:prstGeom>
              </p:spPr>
            </p:pic>
          </mc:Fallback>
        </mc:AlternateContent>
        <mc:AlternateContent xmlns:mc="http://schemas.openxmlformats.org/markup-compatibility/2006">
          <mc:Choice xmlns:p14="http://schemas.microsoft.com/office/powerpoint/2010/main" Requires="p14">
            <p:contentPart p14:bwMode="auto" r:id="rId160">
              <p14:nvContentPartPr>
                <p14:cNvPr id="95" name="Ink 94">
                  <a:extLst>
                    <a:ext uri="{FF2B5EF4-FFF2-40B4-BE49-F238E27FC236}">
                      <a16:creationId xmlns:a16="http://schemas.microsoft.com/office/drawing/2014/main" id="{85ECDEC5-BA81-D44A-49BE-360DCD7151AC}"/>
                    </a:ext>
                  </a:extLst>
                </p14:cNvPr>
                <p14:cNvContentPartPr/>
                <p14:nvPr/>
              </p14:nvContentPartPr>
              <p14:xfrm>
                <a:off x="2118160" y="2762852"/>
                <a:ext cx="13680" cy="124200"/>
              </p14:xfrm>
            </p:contentPart>
          </mc:Choice>
          <mc:Fallback>
            <p:pic>
              <p:nvPicPr>
                <p:cNvPr id="95" name="Ink 94">
                  <a:extLst>
                    <a:ext uri="{FF2B5EF4-FFF2-40B4-BE49-F238E27FC236}">
                      <a16:creationId xmlns:a16="http://schemas.microsoft.com/office/drawing/2014/main" id="{85ECDEC5-BA81-D44A-49BE-360DCD7151AC}"/>
                    </a:ext>
                  </a:extLst>
                </p:cNvPr>
                <p:cNvPicPr/>
                <p:nvPr/>
              </p:nvPicPr>
              <p:blipFill>
                <a:blip r:embed="rId161"/>
                <a:stretch>
                  <a:fillRect/>
                </a:stretch>
              </p:blipFill>
              <p:spPr>
                <a:xfrm>
                  <a:off x="2109520" y="2754212"/>
                  <a:ext cx="31320" cy="141840"/>
                </a:xfrm>
                <a:prstGeom prst="rect">
                  <a:avLst/>
                </a:prstGeom>
              </p:spPr>
            </p:pic>
          </mc:Fallback>
        </mc:AlternateContent>
        <mc:AlternateContent xmlns:mc="http://schemas.openxmlformats.org/markup-compatibility/2006">
          <mc:Choice xmlns:p14="http://schemas.microsoft.com/office/powerpoint/2010/main" Requires="p14">
            <p:contentPart p14:bwMode="auto" r:id="rId162">
              <p14:nvContentPartPr>
                <p14:cNvPr id="96" name="Ink 95">
                  <a:extLst>
                    <a:ext uri="{FF2B5EF4-FFF2-40B4-BE49-F238E27FC236}">
                      <a16:creationId xmlns:a16="http://schemas.microsoft.com/office/drawing/2014/main" id="{08D41610-7C3D-F596-A8C1-93DEB47664A2}"/>
                    </a:ext>
                  </a:extLst>
                </p14:cNvPr>
                <p14:cNvContentPartPr/>
                <p14:nvPr/>
              </p14:nvContentPartPr>
              <p14:xfrm>
                <a:off x="2302120" y="2596892"/>
                <a:ext cx="12960" cy="113040"/>
              </p14:xfrm>
            </p:contentPart>
          </mc:Choice>
          <mc:Fallback>
            <p:pic>
              <p:nvPicPr>
                <p:cNvPr id="96" name="Ink 95">
                  <a:extLst>
                    <a:ext uri="{FF2B5EF4-FFF2-40B4-BE49-F238E27FC236}">
                      <a16:creationId xmlns:a16="http://schemas.microsoft.com/office/drawing/2014/main" id="{08D41610-7C3D-F596-A8C1-93DEB47664A2}"/>
                    </a:ext>
                  </a:extLst>
                </p:cNvPr>
                <p:cNvPicPr/>
                <p:nvPr/>
              </p:nvPicPr>
              <p:blipFill>
                <a:blip r:embed="rId163"/>
                <a:stretch>
                  <a:fillRect/>
                </a:stretch>
              </p:blipFill>
              <p:spPr>
                <a:xfrm>
                  <a:off x="2293120" y="2588252"/>
                  <a:ext cx="30600" cy="130680"/>
                </a:xfrm>
                <a:prstGeom prst="rect">
                  <a:avLst/>
                </a:prstGeom>
              </p:spPr>
            </p:pic>
          </mc:Fallback>
        </mc:AlternateContent>
        <mc:AlternateContent xmlns:mc="http://schemas.openxmlformats.org/markup-compatibility/2006">
          <mc:Choice xmlns:p14="http://schemas.microsoft.com/office/powerpoint/2010/main" Requires="p14">
            <p:contentPart p14:bwMode="auto" r:id="rId164">
              <p14:nvContentPartPr>
                <p14:cNvPr id="97" name="Ink 96">
                  <a:extLst>
                    <a:ext uri="{FF2B5EF4-FFF2-40B4-BE49-F238E27FC236}">
                      <a16:creationId xmlns:a16="http://schemas.microsoft.com/office/drawing/2014/main" id="{FBE06D6E-793D-C0B4-002B-414AAB75D86D}"/>
                    </a:ext>
                  </a:extLst>
                </p14:cNvPr>
                <p14:cNvContentPartPr/>
                <p14:nvPr/>
              </p14:nvContentPartPr>
              <p14:xfrm>
                <a:off x="2319040" y="2447132"/>
                <a:ext cx="3240" cy="5400"/>
              </p14:xfrm>
            </p:contentPart>
          </mc:Choice>
          <mc:Fallback>
            <p:pic>
              <p:nvPicPr>
                <p:cNvPr id="97" name="Ink 96">
                  <a:extLst>
                    <a:ext uri="{FF2B5EF4-FFF2-40B4-BE49-F238E27FC236}">
                      <a16:creationId xmlns:a16="http://schemas.microsoft.com/office/drawing/2014/main" id="{FBE06D6E-793D-C0B4-002B-414AAB75D86D}"/>
                    </a:ext>
                  </a:extLst>
                </p:cNvPr>
                <p:cNvPicPr/>
                <p:nvPr/>
              </p:nvPicPr>
              <p:blipFill>
                <a:blip r:embed="rId165"/>
                <a:stretch>
                  <a:fillRect/>
                </a:stretch>
              </p:blipFill>
              <p:spPr>
                <a:xfrm>
                  <a:off x="2310400" y="2438132"/>
                  <a:ext cx="20880" cy="23040"/>
                </a:xfrm>
                <a:prstGeom prst="rect">
                  <a:avLst/>
                </a:prstGeom>
              </p:spPr>
            </p:pic>
          </mc:Fallback>
        </mc:AlternateContent>
        <mc:AlternateContent xmlns:mc="http://schemas.openxmlformats.org/markup-compatibility/2006">
          <mc:Choice xmlns:p14="http://schemas.microsoft.com/office/powerpoint/2010/main" Requires="p14">
            <p:contentPart p14:bwMode="auto" r:id="rId166">
              <p14:nvContentPartPr>
                <p14:cNvPr id="98" name="Ink 97">
                  <a:extLst>
                    <a:ext uri="{FF2B5EF4-FFF2-40B4-BE49-F238E27FC236}">
                      <a16:creationId xmlns:a16="http://schemas.microsoft.com/office/drawing/2014/main" id="{6DA0EC05-E42A-7021-33FA-1FEEA1CE49E5}"/>
                    </a:ext>
                  </a:extLst>
                </p14:cNvPr>
                <p14:cNvContentPartPr/>
                <p14:nvPr/>
              </p14:nvContentPartPr>
              <p14:xfrm>
                <a:off x="2391040" y="2558372"/>
                <a:ext cx="109800" cy="155520"/>
              </p14:xfrm>
            </p:contentPart>
          </mc:Choice>
          <mc:Fallback>
            <p:pic>
              <p:nvPicPr>
                <p:cNvPr id="98" name="Ink 97">
                  <a:extLst>
                    <a:ext uri="{FF2B5EF4-FFF2-40B4-BE49-F238E27FC236}">
                      <a16:creationId xmlns:a16="http://schemas.microsoft.com/office/drawing/2014/main" id="{6DA0EC05-E42A-7021-33FA-1FEEA1CE49E5}"/>
                    </a:ext>
                  </a:extLst>
                </p:cNvPr>
                <p:cNvPicPr/>
                <p:nvPr/>
              </p:nvPicPr>
              <p:blipFill>
                <a:blip r:embed="rId167"/>
                <a:stretch>
                  <a:fillRect/>
                </a:stretch>
              </p:blipFill>
              <p:spPr>
                <a:xfrm>
                  <a:off x="2382040" y="2549732"/>
                  <a:ext cx="127440" cy="173160"/>
                </a:xfrm>
                <a:prstGeom prst="rect">
                  <a:avLst/>
                </a:prstGeom>
              </p:spPr>
            </p:pic>
          </mc:Fallback>
        </mc:AlternateContent>
        <mc:AlternateContent xmlns:mc="http://schemas.openxmlformats.org/markup-compatibility/2006">
          <mc:Choice xmlns:p14="http://schemas.microsoft.com/office/powerpoint/2010/main" Requires="p14">
            <p:contentPart p14:bwMode="auto" r:id="rId168">
              <p14:nvContentPartPr>
                <p14:cNvPr id="99" name="Ink 98">
                  <a:extLst>
                    <a:ext uri="{FF2B5EF4-FFF2-40B4-BE49-F238E27FC236}">
                      <a16:creationId xmlns:a16="http://schemas.microsoft.com/office/drawing/2014/main" id="{19D32CCB-DB36-3B6E-D5B9-C176EC00C704}"/>
                    </a:ext>
                  </a:extLst>
                </p14:cNvPr>
                <p14:cNvContentPartPr/>
                <p14:nvPr/>
              </p14:nvContentPartPr>
              <p14:xfrm>
                <a:off x="2571760" y="2512652"/>
                <a:ext cx="223560" cy="219960"/>
              </p14:xfrm>
            </p:contentPart>
          </mc:Choice>
          <mc:Fallback>
            <p:pic>
              <p:nvPicPr>
                <p:cNvPr id="99" name="Ink 98">
                  <a:extLst>
                    <a:ext uri="{FF2B5EF4-FFF2-40B4-BE49-F238E27FC236}">
                      <a16:creationId xmlns:a16="http://schemas.microsoft.com/office/drawing/2014/main" id="{19D32CCB-DB36-3B6E-D5B9-C176EC00C704}"/>
                    </a:ext>
                  </a:extLst>
                </p:cNvPr>
                <p:cNvPicPr/>
                <p:nvPr/>
              </p:nvPicPr>
              <p:blipFill>
                <a:blip r:embed="rId169"/>
                <a:stretch>
                  <a:fillRect/>
                </a:stretch>
              </p:blipFill>
              <p:spPr>
                <a:xfrm>
                  <a:off x="2562760" y="2504012"/>
                  <a:ext cx="241200" cy="237600"/>
                </a:xfrm>
                <a:prstGeom prst="rect">
                  <a:avLst/>
                </a:prstGeom>
              </p:spPr>
            </p:pic>
          </mc:Fallback>
        </mc:AlternateContent>
        <mc:AlternateContent xmlns:mc="http://schemas.openxmlformats.org/markup-compatibility/2006">
          <mc:Choice xmlns:p14="http://schemas.microsoft.com/office/powerpoint/2010/main" Requires="p14">
            <p:contentPart p14:bwMode="auto" r:id="rId170">
              <p14:nvContentPartPr>
                <p14:cNvPr id="100" name="Ink 99">
                  <a:extLst>
                    <a:ext uri="{FF2B5EF4-FFF2-40B4-BE49-F238E27FC236}">
                      <a16:creationId xmlns:a16="http://schemas.microsoft.com/office/drawing/2014/main" id="{A851F67D-F80B-5ED8-B306-5811BC3ED466}"/>
                    </a:ext>
                  </a:extLst>
                </p14:cNvPr>
                <p14:cNvContentPartPr/>
                <p14:nvPr/>
              </p14:nvContentPartPr>
              <p14:xfrm>
                <a:off x="2841400" y="2585012"/>
                <a:ext cx="80280" cy="136440"/>
              </p14:xfrm>
            </p:contentPart>
          </mc:Choice>
          <mc:Fallback>
            <p:pic>
              <p:nvPicPr>
                <p:cNvPr id="100" name="Ink 99">
                  <a:extLst>
                    <a:ext uri="{FF2B5EF4-FFF2-40B4-BE49-F238E27FC236}">
                      <a16:creationId xmlns:a16="http://schemas.microsoft.com/office/drawing/2014/main" id="{A851F67D-F80B-5ED8-B306-5811BC3ED466}"/>
                    </a:ext>
                  </a:extLst>
                </p:cNvPr>
                <p:cNvPicPr/>
                <p:nvPr/>
              </p:nvPicPr>
              <p:blipFill>
                <a:blip r:embed="rId171"/>
                <a:stretch>
                  <a:fillRect/>
                </a:stretch>
              </p:blipFill>
              <p:spPr>
                <a:xfrm>
                  <a:off x="2832760" y="2576012"/>
                  <a:ext cx="97920" cy="154080"/>
                </a:xfrm>
                <a:prstGeom prst="rect">
                  <a:avLst/>
                </a:prstGeom>
              </p:spPr>
            </p:pic>
          </mc:Fallback>
        </mc:AlternateContent>
        <mc:AlternateContent xmlns:mc="http://schemas.openxmlformats.org/markup-compatibility/2006">
          <mc:Choice xmlns:p14="http://schemas.microsoft.com/office/powerpoint/2010/main" Requires="p14">
            <p:contentPart p14:bwMode="auto" r:id="rId172">
              <p14:nvContentPartPr>
                <p14:cNvPr id="101" name="Ink 100">
                  <a:extLst>
                    <a:ext uri="{FF2B5EF4-FFF2-40B4-BE49-F238E27FC236}">
                      <a16:creationId xmlns:a16="http://schemas.microsoft.com/office/drawing/2014/main" id="{BC4A3C74-B0EE-5B52-78A2-82E364B4A093}"/>
                    </a:ext>
                  </a:extLst>
                </p14:cNvPr>
                <p14:cNvContentPartPr/>
                <p14:nvPr/>
              </p14:nvContentPartPr>
              <p14:xfrm>
                <a:off x="2953720" y="2608412"/>
                <a:ext cx="13680" cy="88560"/>
              </p14:xfrm>
            </p:contentPart>
          </mc:Choice>
          <mc:Fallback>
            <p:pic>
              <p:nvPicPr>
                <p:cNvPr id="101" name="Ink 100">
                  <a:extLst>
                    <a:ext uri="{FF2B5EF4-FFF2-40B4-BE49-F238E27FC236}">
                      <a16:creationId xmlns:a16="http://schemas.microsoft.com/office/drawing/2014/main" id="{BC4A3C74-B0EE-5B52-78A2-82E364B4A093}"/>
                    </a:ext>
                  </a:extLst>
                </p:cNvPr>
                <p:cNvPicPr/>
                <p:nvPr/>
              </p:nvPicPr>
              <p:blipFill>
                <a:blip r:embed="rId173"/>
                <a:stretch>
                  <a:fillRect/>
                </a:stretch>
              </p:blipFill>
              <p:spPr>
                <a:xfrm>
                  <a:off x="2944720" y="2599772"/>
                  <a:ext cx="31320" cy="106200"/>
                </a:xfrm>
                <a:prstGeom prst="rect">
                  <a:avLst/>
                </a:prstGeom>
              </p:spPr>
            </p:pic>
          </mc:Fallback>
        </mc:AlternateContent>
        <mc:AlternateContent xmlns:mc="http://schemas.openxmlformats.org/markup-compatibility/2006">
          <mc:Choice xmlns:p14="http://schemas.microsoft.com/office/powerpoint/2010/main" Requires="p14">
            <p:contentPart p14:bwMode="auto" r:id="rId174">
              <p14:nvContentPartPr>
                <p14:cNvPr id="102" name="Ink 101">
                  <a:extLst>
                    <a:ext uri="{FF2B5EF4-FFF2-40B4-BE49-F238E27FC236}">
                      <a16:creationId xmlns:a16="http://schemas.microsoft.com/office/drawing/2014/main" id="{9833FE74-F5AF-B91A-54DB-D154BA2F1D5C}"/>
                    </a:ext>
                  </a:extLst>
                </p14:cNvPr>
                <p14:cNvContentPartPr/>
                <p14:nvPr/>
              </p14:nvContentPartPr>
              <p14:xfrm>
                <a:off x="2999440" y="2446772"/>
                <a:ext cx="360" cy="60120"/>
              </p14:xfrm>
            </p:contentPart>
          </mc:Choice>
          <mc:Fallback>
            <p:pic>
              <p:nvPicPr>
                <p:cNvPr id="102" name="Ink 101">
                  <a:extLst>
                    <a:ext uri="{FF2B5EF4-FFF2-40B4-BE49-F238E27FC236}">
                      <a16:creationId xmlns:a16="http://schemas.microsoft.com/office/drawing/2014/main" id="{9833FE74-F5AF-B91A-54DB-D154BA2F1D5C}"/>
                    </a:ext>
                  </a:extLst>
                </p:cNvPr>
                <p:cNvPicPr/>
                <p:nvPr/>
              </p:nvPicPr>
              <p:blipFill>
                <a:blip r:embed="rId175"/>
                <a:stretch>
                  <a:fillRect/>
                </a:stretch>
              </p:blipFill>
              <p:spPr>
                <a:xfrm>
                  <a:off x="2990800" y="2437772"/>
                  <a:ext cx="18000" cy="77760"/>
                </a:xfrm>
                <a:prstGeom prst="rect">
                  <a:avLst/>
                </a:prstGeom>
              </p:spPr>
            </p:pic>
          </mc:Fallback>
        </mc:AlternateContent>
        <mc:AlternateContent xmlns:mc="http://schemas.openxmlformats.org/markup-compatibility/2006">
          <mc:Choice xmlns:p14="http://schemas.microsoft.com/office/powerpoint/2010/main" Requires="p14">
            <p:contentPart p14:bwMode="auto" r:id="rId176">
              <p14:nvContentPartPr>
                <p14:cNvPr id="103" name="Ink 102">
                  <a:extLst>
                    <a:ext uri="{FF2B5EF4-FFF2-40B4-BE49-F238E27FC236}">
                      <a16:creationId xmlns:a16="http://schemas.microsoft.com/office/drawing/2014/main" id="{B991B77C-D322-FACD-03AC-174820ECBC2F}"/>
                    </a:ext>
                  </a:extLst>
                </p14:cNvPr>
                <p14:cNvContentPartPr/>
                <p14:nvPr/>
              </p14:nvContentPartPr>
              <p14:xfrm>
                <a:off x="3039040" y="2466932"/>
                <a:ext cx="33840" cy="231120"/>
              </p14:xfrm>
            </p:contentPart>
          </mc:Choice>
          <mc:Fallback>
            <p:pic>
              <p:nvPicPr>
                <p:cNvPr id="103" name="Ink 102">
                  <a:extLst>
                    <a:ext uri="{FF2B5EF4-FFF2-40B4-BE49-F238E27FC236}">
                      <a16:creationId xmlns:a16="http://schemas.microsoft.com/office/drawing/2014/main" id="{B991B77C-D322-FACD-03AC-174820ECBC2F}"/>
                    </a:ext>
                  </a:extLst>
                </p:cNvPr>
                <p:cNvPicPr/>
                <p:nvPr/>
              </p:nvPicPr>
              <p:blipFill>
                <a:blip r:embed="rId177"/>
                <a:stretch>
                  <a:fillRect/>
                </a:stretch>
              </p:blipFill>
              <p:spPr>
                <a:xfrm>
                  <a:off x="3030400" y="2457932"/>
                  <a:ext cx="51480" cy="248760"/>
                </a:xfrm>
                <a:prstGeom prst="rect">
                  <a:avLst/>
                </a:prstGeom>
              </p:spPr>
            </p:pic>
          </mc:Fallback>
        </mc:AlternateContent>
        <mc:AlternateContent xmlns:mc="http://schemas.openxmlformats.org/markup-compatibility/2006">
          <mc:Choice xmlns:p14="http://schemas.microsoft.com/office/powerpoint/2010/main" Requires="p14">
            <p:contentPart p14:bwMode="auto" r:id="rId178">
              <p14:nvContentPartPr>
                <p14:cNvPr id="104" name="Ink 103">
                  <a:extLst>
                    <a:ext uri="{FF2B5EF4-FFF2-40B4-BE49-F238E27FC236}">
                      <a16:creationId xmlns:a16="http://schemas.microsoft.com/office/drawing/2014/main" id="{20E47A31-A627-282D-6AF3-C092DC48FCA9}"/>
                    </a:ext>
                  </a:extLst>
                </p14:cNvPr>
                <p14:cNvContentPartPr/>
                <p14:nvPr/>
              </p14:nvContentPartPr>
              <p14:xfrm>
                <a:off x="3034360" y="2574212"/>
                <a:ext cx="96840" cy="37440"/>
              </p14:xfrm>
            </p:contentPart>
          </mc:Choice>
          <mc:Fallback>
            <p:pic>
              <p:nvPicPr>
                <p:cNvPr id="104" name="Ink 103">
                  <a:extLst>
                    <a:ext uri="{FF2B5EF4-FFF2-40B4-BE49-F238E27FC236}">
                      <a16:creationId xmlns:a16="http://schemas.microsoft.com/office/drawing/2014/main" id="{20E47A31-A627-282D-6AF3-C092DC48FCA9}"/>
                    </a:ext>
                  </a:extLst>
                </p:cNvPr>
                <p:cNvPicPr/>
                <p:nvPr/>
              </p:nvPicPr>
              <p:blipFill>
                <a:blip r:embed="rId179"/>
                <a:stretch>
                  <a:fillRect/>
                </a:stretch>
              </p:blipFill>
              <p:spPr>
                <a:xfrm>
                  <a:off x="3025360" y="2565572"/>
                  <a:ext cx="114480" cy="55080"/>
                </a:xfrm>
                <a:prstGeom prst="rect">
                  <a:avLst/>
                </a:prstGeom>
              </p:spPr>
            </p:pic>
          </mc:Fallback>
        </mc:AlternateContent>
        <mc:AlternateContent xmlns:mc="http://schemas.openxmlformats.org/markup-compatibility/2006">
          <mc:Choice xmlns:p14="http://schemas.microsoft.com/office/powerpoint/2010/main" Requires="p14">
            <p:contentPart p14:bwMode="auto" r:id="rId180">
              <p14:nvContentPartPr>
                <p14:cNvPr id="106" name="Ink 105">
                  <a:extLst>
                    <a:ext uri="{FF2B5EF4-FFF2-40B4-BE49-F238E27FC236}">
                      <a16:creationId xmlns:a16="http://schemas.microsoft.com/office/drawing/2014/main" id="{5865C8AE-39E6-B0C4-5516-E5D3ED8C09D8}"/>
                    </a:ext>
                  </a:extLst>
                </p14:cNvPr>
                <p14:cNvContentPartPr/>
                <p14:nvPr/>
              </p14:nvContentPartPr>
              <p14:xfrm>
                <a:off x="3171880" y="2528852"/>
                <a:ext cx="171360" cy="176400"/>
              </p14:xfrm>
            </p:contentPart>
          </mc:Choice>
          <mc:Fallback>
            <p:pic>
              <p:nvPicPr>
                <p:cNvPr id="106" name="Ink 105">
                  <a:extLst>
                    <a:ext uri="{FF2B5EF4-FFF2-40B4-BE49-F238E27FC236}">
                      <a16:creationId xmlns:a16="http://schemas.microsoft.com/office/drawing/2014/main" id="{5865C8AE-39E6-B0C4-5516-E5D3ED8C09D8}"/>
                    </a:ext>
                  </a:extLst>
                </p:cNvPr>
                <p:cNvPicPr/>
                <p:nvPr/>
              </p:nvPicPr>
              <p:blipFill>
                <a:blip r:embed="rId181"/>
                <a:stretch>
                  <a:fillRect/>
                </a:stretch>
              </p:blipFill>
              <p:spPr>
                <a:xfrm>
                  <a:off x="3162880" y="2520212"/>
                  <a:ext cx="189000" cy="194040"/>
                </a:xfrm>
                <a:prstGeom prst="rect">
                  <a:avLst/>
                </a:prstGeom>
              </p:spPr>
            </p:pic>
          </mc:Fallback>
        </mc:AlternateContent>
        <mc:AlternateContent xmlns:mc="http://schemas.openxmlformats.org/markup-compatibility/2006">
          <mc:Choice xmlns:p14="http://schemas.microsoft.com/office/powerpoint/2010/main" Requires="p14">
            <p:contentPart p14:bwMode="auto" r:id="rId182">
              <p14:nvContentPartPr>
                <p14:cNvPr id="107" name="Ink 106">
                  <a:extLst>
                    <a:ext uri="{FF2B5EF4-FFF2-40B4-BE49-F238E27FC236}">
                      <a16:creationId xmlns:a16="http://schemas.microsoft.com/office/drawing/2014/main" id="{D1574084-CF98-715F-199A-2E45FFBEC920}"/>
                    </a:ext>
                  </a:extLst>
                </p14:cNvPr>
                <p14:cNvContentPartPr/>
                <p14:nvPr/>
              </p14:nvContentPartPr>
              <p14:xfrm>
                <a:off x="3260800" y="2604452"/>
                <a:ext cx="372600" cy="27360"/>
              </p14:xfrm>
            </p:contentPart>
          </mc:Choice>
          <mc:Fallback>
            <p:pic>
              <p:nvPicPr>
                <p:cNvPr id="107" name="Ink 106">
                  <a:extLst>
                    <a:ext uri="{FF2B5EF4-FFF2-40B4-BE49-F238E27FC236}">
                      <a16:creationId xmlns:a16="http://schemas.microsoft.com/office/drawing/2014/main" id="{D1574084-CF98-715F-199A-2E45FFBEC920}"/>
                    </a:ext>
                  </a:extLst>
                </p:cNvPr>
                <p:cNvPicPr/>
                <p:nvPr/>
              </p:nvPicPr>
              <p:blipFill>
                <a:blip r:embed="rId183"/>
                <a:stretch>
                  <a:fillRect/>
                </a:stretch>
              </p:blipFill>
              <p:spPr>
                <a:xfrm>
                  <a:off x="3251800" y="2595452"/>
                  <a:ext cx="390240" cy="45000"/>
                </a:xfrm>
                <a:prstGeom prst="rect">
                  <a:avLst/>
                </a:prstGeom>
              </p:spPr>
            </p:pic>
          </mc:Fallback>
        </mc:AlternateContent>
        <mc:AlternateContent xmlns:mc="http://schemas.openxmlformats.org/markup-compatibility/2006">
          <mc:Choice xmlns:p14="http://schemas.microsoft.com/office/powerpoint/2010/main" Requires="p14">
            <p:contentPart p14:bwMode="auto" r:id="rId184">
              <p14:nvContentPartPr>
                <p14:cNvPr id="108" name="Ink 107">
                  <a:extLst>
                    <a:ext uri="{FF2B5EF4-FFF2-40B4-BE49-F238E27FC236}">
                      <a16:creationId xmlns:a16="http://schemas.microsoft.com/office/drawing/2014/main" id="{A0883461-4135-752E-B3BD-DF23D0E60612}"/>
                    </a:ext>
                  </a:extLst>
                </p14:cNvPr>
                <p14:cNvContentPartPr/>
                <p14:nvPr/>
              </p14:nvContentPartPr>
              <p14:xfrm>
                <a:off x="3719440" y="2545412"/>
                <a:ext cx="154080" cy="191520"/>
              </p14:xfrm>
            </p:contentPart>
          </mc:Choice>
          <mc:Fallback>
            <p:pic>
              <p:nvPicPr>
                <p:cNvPr id="108" name="Ink 107">
                  <a:extLst>
                    <a:ext uri="{FF2B5EF4-FFF2-40B4-BE49-F238E27FC236}">
                      <a16:creationId xmlns:a16="http://schemas.microsoft.com/office/drawing/2014/main" id="{A0883461-4135-752E-B3BD-DF23D0E60612}"/>
                    </a:ext>
                  </a:extLst>
                </p:cNvPr>
                <p:cNvPicPr/>
                <p:nvPr/>
              </p:nvPicPr>
              <p:blipFill>
                <a:blip r:embed="rId185"/>
                <a:stretch>
                  <a:fillRect/>
                </a:stretch>
              </p:blipFill>
              <p:spPr>
                <a:xfrm>
                  <a:off x="3710800" y="2536772"/>
                  <a:ext cx="171720" cy="209160"/>
                </a:xfrm>
                <a:prstGeom prst="rect">
                  <a:avLst/>
                </a:prstGeom>
              </p:spPr>
            </p:pic>
          </mc:Fallback>
        </mc:AlternateContent>
        <mc:AlternateContent xmlns:mc="http://schemas.openxmlformats.org/markup-compatibility/2006">
          <mc:Choice xmlns:p14="http://schemas.microsoft.com/office/powerpoint/2010/main" Requires="p14">
            <p:contentPart p14:bwMode="auto" r:id="rId186">
              <p14:nvContentPartPr>
                <p14:cNvPr id="109" name="Ink 108">
                  <a:extLst>
                    <a:ext uri="{FF2B5EF4-FFF2-40B4-BE49-F238E27FC236}">
                      <a16:creationId xmlns:a16="http://schemas.microsoft.com/office/drawing/2014/main" id="{09788958-E8CC-651C-749C-2F674B015A7C}"/>
                    </a:ext>
                  </a:extLst>
                </p14:cNvPr>
                <p14:cNvContentPartPr/>
                <p14:nvPr/>
              </p14:nvContentPartPr>
              <p14:xfrm>
                <a:off x="3898000" y="2577812"/>
                <a:ext cx="140400" cy="166320"/>
              </p14:xfrm>
            </p:contentPart>
          </mc:Choice>
          <mc:Fallback>
            <p:pic>
              <p:nvPicPr>
                <p:cNvPr id="109" name="Ink 108">
                  <a:extLst>
                    <a:ext uri="{FF2B5EF4-FFF2-40B4-BE49-F238E27FC236}">
                      <a16:creationId xmlns:a16="http://schemas.microsoft.com/office/drawing/2014/main" id="{09788958-E8CC-651C-749C-2F674B015A7C}"/>
                    </a:ext>
                  </a:extLst>
                </p:cNvPr>
                <p:cNvPicPr/>
                <p:nvPr/>
              </p:nvPicPr>
              <p:blipFill>
                <a:blip r:embed="rId187"/>
                <a:stretch>
                  <a:fillRect/>
                </a:stretch>
              </p:blipFill>
              <p:spPr>
                <a:xfrm>
                  <a:off x="3889000" y="2568812"/>
                  <a:ext cx="158040" cy="183960"/>
                </a:xfrm>
                <a:prstGeom prst="rect">
                  <a:avLst/>
                </a:prstGeom>
              </p:spPr>
            </p:pic>
          </mc:Fallback>
        </mc:AlternateContent>
        <mc:AlternateContent xmlns:mc="http://schemas.openxmlformats.org/markup-compatibility/2006">
          <mc:Choice xmlns:p14="http://schemas.microsoft.com/office/powerpoint/2010/main" Requires="p14">
            <p:contentPart p14:bwMode="auto" r:id="rId188">
              <p14:nvContentPartPr>
                <p14:cNvPr id="110" name="Ink 109">
                  <a:extLst>
                    <a:ext uri="{FF2B5EF4-FFF2-40B4-BE49-F238E27FC236}">
                      <a16:creationId xmlns:a16="http://schemas.microsoft.com/office/drawing/2014/main" id="{EDEC8A00-ABF2-8499-C51D-266E29D1917F}"/>
                    </a:ext>
                  </a:extLst>
                </p14:cNvPr>
                <p14:cNvContentPartPr/>
                <p14:nvPr/>
              </p14:nvContentPartPr>
              <p14:xfrm>
                <a:off x="4137040" y="2619212"/>
                <a:ext cx="98280" cy="131400"/>
              </p14:xfrm>
            </p:contentPart>
          </mc:Choice>
          <mc:Fallback>
            <p:pic>
              <p:nvPicPr>
                <p:cNvPr id="110" name="Ink 109">
                  <a:extLst>
                    <a:ext uri="{FF2B5EF4-FFF2-40B4-BE49-F238E27FC236}">
                      <a16:creationId xmlns:a16="http://schemas.microsoft.com/office/drawing/2014/main" id="{EDEC8A00-ABF2-8499-C51D-266E29D1917F}"/>
                    </a:ext>
                  </a:extLst>
                </p:cNvPr>
                <p:cNvPicPr/>
                <p:nvPr/>
              </p:nvPicPr>
              <p:blipFill>
                <a:blip r:embed="rId189"/>
                <a:stretch>
                  <a:fillRect/>
                </a:stretch>
              </p:blipFill>
              <p:spPr>
                <a:xfrm>
                  <a:off x="4128040" y="2610572"/>
                  <a:ext cx="115920" cy="149040"/>
                </a:xfrm>
                <a:prstGeom prst="rect">
                  <a:avLst/>
                </a:prstGeom>
              </p:spPr>
            </p:pic>
          </mc:Fallback>
        </mc:AlternateContent>
        <mc:AlternateContent xmlns:mc="http://schemas.openxmlformats.org/markup-compatibility/2006">
          <mc:Choice xmlns:p14="http://schemas.microsoft.com/office/powerpoint/2010/main" Requires="p14">
            <p:contentPart p14:bwMode="auto" r:id="rId190">
              <p14:nvContentPartPr>
                <p14:cNvPr id="111" name="Ink 110">
                  <a:extLst>
                    <a:ext uri="{FF2B5EF4-FFF2-40B4-BE49-F238E27FC236}">
                      <a16:creationId xmlns:a16="http://schemas.microsoft.com/office/drawing/2014/main" id="{49A1F588-B096-22B8-0493-C8171CE90273}"/>
                    </a:ext>
                  </a:extLst>
                </p14:cNvPr>
                <p14:cNvContentPartPr/>
                <p14:nvPr/>
              </p14:nvContentPartPr>
              <p14:xfrm>
                <a:off x="4284280" y="2643332"/>
                <a:ext cx="143640" cy="108000"/>
              </p14:xfrm>
            </p:contentPart>
          </mc:Choice>
          <mc:Fallback>
            <p:pic>
              <p:nvPicPr>
                <p:cNvPr id="111" name="Ink 110">
                  <a:extLst>
                    <a:ext uri="{FF2B5EF4-FFF2-40B4-BE49-F238E27FC236}">
                      <a16:creationId xmlns:a16="http://schemas.microsoft.com/office/drawing/2014/main" id="{49A1F588-B096-22B8-0493-C8171CE90273}"/>
                    </a:ext>
                  </a:extLst>
                </p:cNvPr>
                <p:cNvPicPr/>
                <p:nvPr/>
              </p:nvPicPr>
              <p:blipFill>
                <a:blip r:embed="rId191"/>
                <a:stretch>
                  <a:fillRect/>
                </a:stretch>
              </p:blipFill>
              <p:spPr>
                <a:xfrm>
                  <a:off x="4275280" y="2634332"/>
                  <a:ext cx="16128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192">
              <p14:nvContentPartPr>
                <p14:cNvPr id="112" name="Ink 111">
                  <a:extLst>
                    <a:ext uri="{FF2B5EF4-FFF2-40B4-BE49-F238E27FC236}">
                      <a16:creationId xmlns:a16="http://schemas.microsoft.com/office/drawing/2014/main" id="{784832C2-2C26-5B4E-3675-B9C7D6B9CF29}"/>
                    </a:ext>
                  </a:extLst>
                </p14:cNvPr>
                <p14:cNvContentPartPr/>
                <p14:nvPr/>
              </p14:nvContentPartPr>
              <p14:xfrm>
                <a:off x="4474360" y="2549012"/>
                <a:ext cx="141480" cy="221040"/>
              </p14:xfrm>
            </p:contentPart>
          </mc:Choice>
          <mc:Fallback>
            <p:pic>
              <p:nvPicPr>
                <p:cNvPr id="112" name="Ink 111">
                  <a:extLst>
                    <a:ext uri="{FF2B5EF4-FFF2-40B4-BE49-F238E27FC236}">
                      <a16:creationId xmlns:a16="http://schemas.microsoft.com/office/drawing/2014/main" id="{784832C2-2C26-5B4E-3675-B9C7D6B9CF29}"/>
                    </a:ext>
                  </a:extLst>
                </p:cNvPr>
                <p:cNvPicPr/>
                <p:nvPr/>
              </p:nvPicPr>
              <p:blipFill>
                <a:blip r:embed="rId193"/>
                <a:stretch>
                  <a:fillRect/>
                </a:stretch>
              </p:blipFill>
              <p:spPr>
                <a:xfrm>
                  <a:off x="4465720" y="2540012"/>
                  <a:ext cx="159120" cy="238680"/>
                </a:xfrm>
                <a:prstGeom prst="rect">
                  <a:avLst/>
                </a:prstGeom>
              </p:spPr>
            </p:pic>
          </mc:Fallback>
        </mc:AlternateContent>
        <mc:AlternateContent xmlns:mc="http://schemas.openxmlformats.org/markup-compatibility/2006">
          <mc:Choice xmlns:p14="http://schemas.microsoft.com/office/powerpoint/2010/main" Requires="p14">
            <p:contentPart p14:bwMode="auto" r:id="rId194">
              <p14:nvContentPartPr>
                <p14:cNvPr id="113" name="Ink 112">
                  <a:extLst>
                    <a:ext uri="{FF2B5EF4-FFF2-40B4-BE49-F238E27FC236}">
                      <a16:creationId xmlns:a16="http://schemas.microsoft.com/office/drawing/2014/main" id="{1D34C88A-F9F1-2CEA-607F-F1AB54AC2E70}"/>
                    </a:ext>
                  </a:extLst>
                </p14:cNvPr>
                <p14:cNvContentPartPr/>
                <p14:nvPr/>
              </p14:nvContentPartPr>
              <p14:xfrm>
                <a:off x="4673080" y="2637572"/>
                <a:ext cx="108360" cy="144000"/>
              </p14:xfrm>
            </p:contentPart>
          </mc:Choice>
          <mc:Fallback>
            <p:pic>
              <p:nvPicPr>
                <p:cNvPr id="113" name="Ink 112">
                  <a:extLst>
                    <a:ext uri="{FF2B5EF4-FFF2-40B4-BE49-F238E27FC236}">
                      <a16:creationId xmlns:a16="http://schemas.microsoft.com/office/drawing/2014/main" id="{1D34C88A-F9F1-2CEA-607F-F1AB54AC2E70}"/>
                    </a:ext>
                  </a:extLst>
                </p:cNvPr>
                <p:cNvPicPr/>
                <p:nvPr/>
              </p:nvPicPr>
              <p:blipFill>
                <a:blip r:embed="rId195"/>
                <a:stretch>
                  <a:fillRect/>
                </a:stretch>
              </p:blipFill>
              <p:spPr>
                <a:xfrm>
                  <a:off x="4664080" y="2628572"/>
                  <a:ext cx="126000" cy="161640"/>
                </a:xfrm>
                <a:prstGeom prst="rect">
                  <a:avLst/>
                </a:prstGeom>
              </p:spPr>
            </p:pic>
          </mc:Fallback>
        </mc:AlternateContent>
        <mc:AlternateContent xmlns:mc="http://schemas.openxmlformats.org/markup-compatibility/2006">
          <mc:Choice xmlns:p14="http://schemas.microsoft.com/office/powerpoint/2010/main" Requires="p14">
            <p:contentPart p14:bwMode="auto" r:id="rId196">
              <p14:nvContentPartPr>
                <p14:cNvPr id="114" name="Ink 113">
                  <a:extLst>
                    <a:ext uri="{FF2B5EF4-FFF2-40B4-BE49-F238E27FC236}">
                      <a16:creationId xmlns:a16="http://schemas.microsoft.com/office/drawing/2014/main" id="{EF53A191-0B8A-3BE0-645F-F4FAFA020BE3}"/>
                    </a:ext>
                  </a:extLst>
                </p14:cNvPr>
                <p14:cNvContentPartPr/>
                <p14:nvPr/>
              </p14:nvContentPartPr>
              <p14:xfrm>
                <a:off x="4860640" y="2643692"/>
                <a:ext cx="122760" cy="121680"/>
              </p14:xfrm>
            </p:contentPart>
          </mc:Choice>
          <mc:Fallback>
            <p:pic>
              <p:nvPicPr>
                <p:cNvPr id="114" name="Ink 113">
                  <a:extLst>
                    <a:ext uri="{FF2B5EF4-FFF2-40B4-BE49-F238E27FC236}">
                      <a16:creationId xmlns:a16="http://schemas.microsoft.com/office/drawing/2014/main" id="{EF53A191-0B8A-3BE0-645F-F4FAFA020BE3}"/>
                    </a:ext>
                  </a:extLst>
                </p:cNvPr>
                <p:cNvPicPr/>
                <p:nvPr/>
              </p:nvPicPr>
              <p:blipFill>
                <a:blip r:embed="rId197"/>
                <a:stretch>
                  <a:fillRect/>
                </a:stretch>
              </p:blipFill>
              <p:spPr>
                <a:xfrm>
                  <a:off x="4851640" y="2634692"/>
                  <a:ext cx="140400" cy="139320"/>
                </a:xfrm>
                <a:prstGeom prst="rect">
                  <a:avLst/>
                </a:prstGeom>
              </p:spPr>
            </p:pic>
          </mc:Fallback>
        </mc:AlternateContent>
        <mc:AlternateContent xmlns:mc="http://schemas.openxmlformats.org/markup-compatibility/2006">
          <mc:Choice xmlns:p14="http://schemas.microsoft.com/office/powerpoint/2010/main" Requires="p14">
            <p:contentPart p14:bwMode="auto" r:id="rId198">
              <p14:nvContentPartPr>
                <p14:cNvPr id="115" name="Ink 114">
                  <a:extLst>
                    <a:ext uri="{FF2B5EF4-FFF2-40B4-BE49-F238E27FC236}">
                      <a16:creationId xmlns:a16="http://schemas.microsoft.com/office/drawing/2014/main" id="{AC3771D9-77F3-C321-1AAA-243D664C77BB}"/>
                    </a:ext>
                  </a:extLst>
                </p14:cNvPr>
                <p14:cNvContentPartPr/>
                <p14:nvPr/>
              </p14:nvContentPartPr>
              <p14:xfrm>
                <a:off x="5075200" y="2600132"/>
                <a:ext cx="144360" cy="151560"/>
              </p14:xfrm>
            </p:contentPart>
          </mc:Choice>
          <mc:Fallback>
            <p:pic>
              <p:nvPicPr>
                <p:cNvPr id="115" name="Ink 114">
                  <a:extLst>
                    <a:ext uri="{FF2B5EF4-FFF2-40B4-BE49-F238E27FC236}">
                      <a16:creationId xmlns:a16="http://schemas.microsoft.com/office/drawing/2014/main" id="{AC3771D9-77F3-C321-1AAA-243D664C77BB}"/>
                    </a:ext>
                  </a:extLst>
                </p:cNvPr>
                <p:cNvPicPr/>
                <p:nvPr/>
              </p:nvPicPr>
              <p:blipFill>
                <a:blip r:embed="rId199"/>
                <a:stretch>
                  <a:fillRect/>
                </a:stretch>
              </p:blipFill>
              <p:spPr>
                <a:xfrm>
                  <a:off x="5066560" y="2591132"/>
                  <a:ext cx="162000" cy="169200"/>
                </a:xfrm>
                <a:prstGeom prst="rect">
                  <a:avLst/>
                </a:prstGeom>
              </p:spPr>
            </p:pic>
          </mc:Fallback>
        </mc:AlternateContent>
        <mc:AlternateContent xmlns:mc="http://schemas.openxmlformats.org/markup-compatibility/2006">
          <mc:Choice xmlns:p14="http://schemas.microsoft.com/office/powerpoint/2010/main" Requires="p14">
            <p:contentPart p14:bwMode="auto" r:id="rId200">
              <p14:nvContentPartPr>
                <p14:cNvPr id="117" name="Ink 116">
                  <a:extLst>
                    <a:ext uri="{FF2B5EF4-FFF2-40B4-BE49-F238E27FC236}">
                      <a16:creationId xmlns:a16="http://schemas.microsoft.com/office/drawing/2014/main" id="{9CDA0385-5071-C163-9FAA-7C5A16A2B132}"/>
                    </a:ext>
                  </a:extLst>
                </p14:cNvPr>
                <p14:cNvContentPartPr/>
                <p14:nvPr/>
              </p14:nvContentPartPr>
              <p14:xfrm>
                <a:off x="3580840" y="3075692"/>
                <a:ext cx="183600" cy="216000"/>
              </p14:xfrm>
            </p:contentPart>
          </mc:Choice>
          <mc:Fallback>
            <p:pic>
              <p:nvPicPr>
                <p:cNvPr id="117" name="Ink 116">
                  <a:extLst>
                    <a:ext uri="{FF2B5EF4-FFF2-40B4-BE49-F238E27FC236}">
                      <a16:creationId xmlns:a16="http://schemas.microsoft.com/office/drawing/2014/main" id="{9CDA0385-5071-C163-9FAA-7C5A16A2B132}"/>
                    </a:ext>
                  </a:extLst>
                </p:cNvPr>
                <p:cNvPicPr/>
                <p:nvPr/>
              </p:nvPicPr>
              <p:blipFill>
                <a:blip r:embed="rId201"/>
                <a:stretch>
                  <a:fillRect/>
                </a:stretch>
              </p:blipFill>
              <p:spPr>
                <a:xfrm>
                  <a:off x="3571840" y="3066692"/>
                  <a:ext cx="201240" cy="233640"/>
                </a:xfrm>
                <a:prstGeom prst="rect">
                  <a:avLst/>
                </a:prstGeom>
              </p:spPr>
            </p:pic>
          </mc:Fallback>
        </mc:AlternateContent>
        <mc:AlternateContent xmlns:mc="http://schemas.openxmlformats.org/markup-compatibility/2006">
          <mc:Choice xmlns:p14="http://schemas.microsoft.com/office/powerpoint/2010/main" Requires="p14">
            <p:contentPart p14:bwMode="auto" r:id="rId202">
              <p14:nvContentPartPr>
                <p14:cNvPr id="118" name="Ink 117">
                  <a:extLst>
                    <a:ext uri="{FF2B5EF4-FFF2-40B4-BE49-F238E27FC236}">
                      <a16:creationId xmlns:a16="http://schemas.microsoft.com/office/drawing/2014/main" id="{F1382586-257C-85A7-9FF9-CB724476B660}"/>
                    </a:ext>
                  </a:extLst>
                </p14:cNvPr>
                <p14:cNvContentPartPr/>
                <p14:nvPr/>
              </p14:nvContentPartPr>
              <p14:xfrm>
                <a:off x="3829600" y="3049772"/>
                <a:ext cx="20520" cy="240840"/>
              </p14:xfrm>
            </p:contentPart>
          </mc:Choice>
          <mc:Fallback>
            <p:pic>
              <p:nvPicPr>
                <p:cNvPr id="118" name="Ink 117">
                  <a:extLst>
                    <a:ext uri="{FF2B5EF4-FFF2-40B4-BE49-F238E27FC236}">
                      <a16:creationId xmlns:a16="http://schemas.microsoft.com/office/drawing/2014/main" id="{F1382586-257C-85A7-9FF9-CB724476B660}"/>
                    </a:ext>
                  </a:extLst>
                </p:cNvPr>
                <p:cNvPicPr/>
                <p:nvPr/>
              </p:nvPicPr>
              <p:blipFill>
                <a:blip r:embed="rId203"/>
                <a:stretch>
                  <a:fillRect/>
                </a:stretch>
              </p:blipFill>
              <p:spPr>
                <a:xfrm>
                  <a:off x="3820960" y="3040772"/>
                  <a:ext cx="3816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204">
              <p14:nvContentPartPr>
                <p14:cNvPr id="119" name="Ink 118">
                  <a:extLst>
                    <a:ext uri="{FF2B5EF4-FFF2-40B4-BE49-F238E27FC236}">
                      <a16:creationId xmlns:a16="http://schemas.microsoft.com/office/drawing/2014/main" id="{FC781B5C-BB33-9A6E-5DB6-23C642E02145}"/>
                    </a:ext>
                  </a:extLst>
                </p14:cNvPr>
                <p14:cNvContentPartPr/>
                <p14:nvPr/>
              </p14:nvContentPartPr>
              <p14:xfrm>
                <a:off x="3920680" y="3155972"/>
                <a:ext cx="20160" cy="120240"/>
              </p14:xfrm>
            </p:contentPart>
          </mc:Choice>
          <mc:Fallback>
            <p:pic>
              <p:nvPicPr>
                <p:cNvPr id="119" name="Ink 118">
                  <a:extLst>
                    <a:ext uri="{FF2B5EF4-FFF2-40B4-BE49-F238E27FC236}">
                      <a16:creationId xmlns:a16="http://schemas.microsoft.com/office/drawing/2014/main" id="{FC781B5C-BB33-9A6E-5DB6-23C642E02145}"/>
                    </a:ext>
                  </a:extLst>
                </p:cNvPr>
                <p:cNvPicPr/>
                <p:nvPr/>
              </p:nvPicPr>
              <p:blipFill>
                <a:blip r:embed="rId205"/>
                <a:stretch>
                  <a:fillRect/>
                </a:stretch>
              </p:blipFill>
              <p:spPr>
                <a:xfrm>
                  <a:off x="3912040" y="3147332"/>
                  <a:ext cx="37800" cy="137880"/>
                </a:xfrm>
                <a:prstGeom prst="rect">
                  <a:avLst/>
                </a:prstGeom>
              </p:spPr>
            </p:pic>
          </mc:Fallback>
        </mc:AlternateContent>
        <mc:AlternateContent xmlns:mc="http://schemas.openxmlformats.org/markup-compatibility/2006">
          <mc:Choice xmlns:p14="http://schemas.microsoft.com/office/powerpoint/2010/main" Requires="p14">
            <p:contentPart p14:bwMode="auto" r:id="rId206">
              <p14:nvContentPartPr>
                <p14:cNvPr id="120" name="Ink 119">
                  <a:extLst>
                    <a:ext uri="{FF2B5EF4-FFF2-40B4-BE49-F238E27FC236}">
                      <a16:creationId xmlns:a16="http://schemas.microsoft.com/office/drawing/2014/main" id="{489A7E10-8CDE-D390-C133-76E6D8EA59B3}"/>
                    </a:ext>
                  </a:extLst>
                </p14:cNvPr>
                <p14:cNvContentPartPr/>
                <p14:nvPr/>
              </p14:nvContentPartPr>
              <p14:xfrm>
                <a:off x="3950920" y="3026732"/>
                <a:ext cx="35640" cy="45720"/>
              </p14:xfrm>
            </p:contentPart>
          </mc:Choice>
          <mc:Fallback>
            <p:pic>
              <p:nvPicPr>
                <p:cNvPr id="120" name="Ink 119">
                  <a:extLst>
                    <a:ext uri="{FF2B5EF4-FFF2-40B4-BE49-F238E27FC236}">
                      <a16:creationId xmlns:a16="http://schemas.microsoft.com/office/drawing/2014/main" id="{489A7E10-8CDE-D390-C133-76E6D8EA59B3}"/>
                    </a:ext>
                  </a:extLst>
                </p:cNvPr>
                <p:cNvPicPr/>
                <p:nvPr/>
              </p:nvPicPr>
              <p:blipFill>
                <a:blip r:embed="rId207"/>
                <a:stretch>
                  <a:fillRect/>
                </a:stretch>
              </p:blipFill>
              <p:spPr>
                <a:xfrm>
                  <a:off x="3942280" y="3018092"/>
                  <a:ext cx="53280" cy="63360"/>
                </a:xfrm>
                <a:prstGeom prst="rect">
                  <a:avLst/>
                </a:prstGeom>
              </p:spPr>
            </p:pic>
          </mc:Fallback>
        </mc:AlternateContent>
        <mc:AlternateContent xmlns:mc="http://schemas.openxmlformats.org/markup-compatibility/2006">
          <mc:Choice xmlns:p14="http://schemas.microsoft.com/office/powerpoint/2010/main" Requires="p14">
            <p:contentPart p14:bwMode="auto" r:id="rId208">
              <p14:nvContentPartPr>
                <p14:cNvPr id="121" name="Ink 120">
                  <a:extLst>
                    <a:ext uri="{FF2B5EF4-FFF2-40B4-BE49-F238E27FC236}">
                      <a16:creationId xmlns:a16="http://schemas.microsoft.com/office/drawing/2014/main" id="{88D258BA-E0F9-54A2-AE43-9561A859EC89}"/>
                    </a:ext>
                  </a:extLst>
                </p14:cNvPr>
                <p14:cNvContentPartPr/>
                <p14:nvPr/>
              </p14:nvContentPartPr>
              <p14:xfrm>
                <a:off x="4018960" y="3045452"/>
                <a:ext cx="7200" cy="227880"/>
              </p14:xfrm>
            </p:contentPart>
          </mc:Choice>
          <mc:Fallback>
            <p:pic>
              <p:nvPicPr>
                <p:cNvPr id="121" name="Ink 120">
                  <a:extLst>
                    <a:ext uri="{FF2B5EF4-FFF2-40B4-BE49-F238E27FC236}">
                      <a16:creationId xmlns:a16="http://schemas.microsoft.com/office/drawing/2014/main" id="{88D258BA-E0F9-54A2-AE43-9561A859EC89}"/>
                    </a:ext>
                  </a:extLst>
                </p:cNvPr>
                <p:cNvPicPr/>
                <p:nvPr/>
              </p:nvPicPr>
              <p:blipFill>
                <a:blip r:embed="rId209"/>
                <a:stretch>
                  <a:fillRect/>
                </a:stretch>
              </p:blipFill>
              <p:spPr>
                <a:xfrm>
                  <a:off x="4010320" y="3036812"/>
                  <a:ext cx="24840" cy="245520"/>
                </a:xfrm>
                <a:prstGeom prst="rect">
                  <a:avLst/>
                </a:prstGeom>
              </p:spPr>
            </p:pic>
          </mc:Fallback>
        </mc:AlternateContent>
        <mc:AlternateContent xmlns:mc="http://schemas.openxmlformats.org/markup-compatibility/2006">
          <mc:Choice xmlns:p14="http://schemas.microsoft.com/office/powerpoint/2010/main" Requires="p14">
            <p:contentPart p14:bwMode="auto" r:id="rId210">
              <p14:nvContentPartPr>
                <p14:cNvPr id="122" name="Ink 121">
                  <a:extLst>
                    <a:ext uri="{FF2B5EF4-FFF2-40B4-BE49-F238E27FC236}">
                      <a16:creationId xmlns:a16="http://schemas.microsoft.com/office/drawing/2014/main" id="{1D69FB8F-7070-87AB-F254-CB9F210DBE3B}"/>
                    </a:ext>
                  </a:extLst>
                </p14:cNvPr>
                <p14:cNvContentPartPr/>
                <p14:nvPr/>
              </p14:nvContentPartPr>
              <p14:xfrm>
                <a:off x="3963160" y="3113492"/>
                <a:ext cx="124560" cy="64440"/>
              </p14:xfrm>
            </p:contentPart>
          </mc:Choice>
          <mc:Fallback>
            <p:pic>
              <p:nvPicPr>
                <p:cNvPr id="122" name="Ink 121">
                  <a:extLst>
                    <a:ext uri="{FF2B5EF4-FFF2-40B4-BE49-F238E27FC236}">
                      <a16:creationId xmlns:a16="http://schemas.microsoft.com/office/drawing/2014/main" id="{1D69FB8F-7070-87AB-F254-CB9F210DBE3B}"/>
                    </a:ext>
                  </a:extLst>
                </p:cNvPr>
                <p:cNvPicPr/>
                <p:nvPr/>
              </p:nvPicPr>
              <p:blipFill>
                <a:blip r:embed="rId211"/>
                <a:stretch>
                  <a:fillRect/>
                </a:stretch>
              </p:blipFill>
              <p:spPr>
                <a:xfrm>
                  <a:off x="3954160" y="3104492"/>
                  <a:ext cx="142200" cy="82080"/>
                </a:xfrm>
                <a:prstGeom prst="rect">
                  <a:avLst/>
                </a:prstGeom>
              </p:spPr>
            </p:pic>
          </mc:Fallback>
        </mc:AlternateContent>
        <mc:AlternateContent xmlns:mc="http://schemas.openxmlformats.org/markup-compatibility/2006">
          <mc:Choice xmlns:p14="http://schemas.microsoft.com/office/powerpoint/2010/main" Requires="p14">
            <p:contentPart p14:bwMode="auto" r:id="rId212">
              <p14:nvContentPartPr>
                <p14:cNvPr id="124" name="Ink 123">
                  <a:extLst>
                    <a:ext uri="{FF2B5EF4-FFF2-40B4-BE49-F238E27FC236}">
                      <a16:creationId xmlns:a16="http://schemas.microsoft.com/office/drawing/2014/main" id="{6ABCDA42-BEC9-AB24-F195-53C06DFEC58B}"/>
                    </a:ext>
                  </a:extLst>
                </p14:cNvPr>
                <p14:cNvContentPartPr/>
                <p14:nvPr/>
              </p14:nvContentPartPr>
              <p14:xfrm>
                <a:off x="3416680" y="2913332"/>
                <a:ext cx="821880" cy="638640"/>
              </p14:xfrm>
            </p:contentPart>
          </mc:Choice>
          <mc:Fallback>
            <p:pic>
              <p:nvPicPr>
                <p:cNvPr id="124" name="Ink 123">
                  <a:extLst>
                    <a:ext uri="{FF2B5EF4-FFF2-40B4-BE49-F238E27FC236}">
                      <a16:creationId xmlns:a16="http://schemas.microsoft.com/office/drawing/2014/main" id="{6ABCDA42-BEC9-AB24-F195-53C06DFEC58B}"/>
                    </a:ext>
                  </a:extLst>
                </p:cNvPr>
                <p:cNvPicPr/>
                <p:nvPr/>
              </p:nvPicPr>
              <p:blipFill>
                <a:blip r:embed="rId213"/>
                <a:stretch>
                  <a:fillRect/>
                </a:stretch>
              </p:blipFill>
              <p:spPr>
                <a:xfrm>
                  <a:off x="3408040" y="2904332"/>
                  <a:ext cx="839520" cy="656280"/>
                </a:xfrm>
                <a:prstGeom prst="rect">
                  <a:avLst/>
                </a:prstGeom>
              </p:spPr>
            </p:pic>
          </mc:Fallback>
        </mc:AlternateContent>
        <mc:AlternateContent xmlns:mc="http://schemas.openxmlformats.org/markup-compatibility/2006">
          <mc:Choice xmlns:p14="http://schemas.microsoft.com/office/powerpoint/2010/main" Requires="p14">
            <p:contentPart p14:bwMode="auto" r:id="rId214">
              <p14:nvContentPartPr>
                <p14:cNvPr id="125" name="Ink 124">
                  <a:extLst>
                    <a:ext uri="{FF2B5EF4-FFF2-40B4-BE49-F238E27FC236}">
                      <a16:creationId xmlns:a16="http://schemas.microsoft.com/office/drawing/2014/main" id="{7F5F7DDC-D79A-B884-08A6-34703954BE40}"/>
                    </a:ext>
                  </a:extLst>
                </p14:cNvPr>
                <p14:cNvContentPartPr/>
                <p14:nvPr/>
              </p14:nvContentPartPr>
              <p14:xfrm>
                <a:off x="2720080" y="2249492"/>
                <a:ext cx="1030320" cy="763560"/>
              </p14:xfrm>
            </p:contentPart>
          </mc:Choice>
          <mc:Fallback>
            <p:pic>
              <p:nvPicPr>
                <p:cNvPr id="125" name="Ink 124">
                  <a:extLst>
                    <a:ext uri="{FF2B5EF4-FFF2-40B4-BE49-F238E27FC236}">
                      <a16:creationId xmlns:a16="http://schemas.microsoft.com/office/drawing/2014/main" id="{7F5F7DDC-D79A-B884-08A6-34703954BE40}"/>
                    </a:ext>
                  </a:extLst>
                </p:cNvPr>
                <p:cNvPicPr/>
                <p:nvPr/>
              </p:nvPicPr>
              <p:blipFill>
                <a:blip r:embed="rId215"/>
                <a:stretch>
                  <a:fillRect/>
                </a:stretch>
              </p:blipFill>
              <p:spPr>
                <a:xfrm>
                  <a:off x="2711440" y="2240852"/>
                  <a:ext cx="1047960" cy="781200"/>
                </a:xfrm>
                <a:prstGeom prst="rect">
                  <a:avLst/>
                </a:prstGeom>
              </p:spPr>
            </p:pic>
          </mc:Fallback>
        </mc:AlternateContent>
        <mc:AlternateContent xmlns:mc="http://schemas.openxmlformats.org/markup-compatibility/2006">
          <mc:Choice xmlns:p14="http://schemas.microsoft.com/office/powerpoint/2010/main" Requires="p14">
            <p:contentPart p14:bwMode="auto" r:id="rId216">
              <p14:nvContentPartPr>
                <p14:cNvPr id="126" name="Ink 125">
                  <a:extLst>
                    <a:ext uri="{FF2B5EF4-FFF2-40B4-BE49-F238E27FC236}">
                      <a16:creationId xmlns:a16="http://schemas.microsoft.com/office/drawing/2014/main" id="{E46AB162-92EC-BBBF-D2CD-F3D22D9F7887}"/>
                    </a:ext>
                  </a:extLst>
                </p14:cNvPr>
                <p14:cNvContentPartPr/>
                <p14:nvPr/>
              </p14:nvContentPartPr>
              <p14:xfrm>
                <a:off x="2794240" y="2184332"/>
                <a:ext cx="164520" cy="164520"/>
              </p14:xfrm>
            </p:contentPart>
          </mc:Choice>
          <mc:Fallback>
            <p:pic>
              <p:nvPicPr>
                <p:cNvPr id="126" name="Ink 125">
                  <a:extLst>
                    <a:ext uri="{FF2B5EF4-FFF2-40B4-BE49-F238E27FC236}">
                      <a16:creationId xmlns:a16="http://schemas.microsoft.com/office/drawing/2014/main" id="{E46AB162-92EC-BBBF-D2CD-F3D22D9F7887}"/>
                    </a:ext>
                  </a:extLst>
                </p:cNvPr>
                <p:cNvPicPr/>
                <p:nvPr/>
              </p:nvPicPr>
              <p:blipFill>
                <a:blip r:embed="rId217"/>
                <a:stretch>
                  <a:fillRect/>
                </a:stretch>
              </p:blipFill>
              <p:spPr>
                <a:xfrm>
                  <a:off x="2785240" y="2175332"/>
                  <a:ext cx="18216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218">
              <p14:nvContentPartPr>
                <p14:cNvPr id="128" name="Ink 127">
                  <a:extLst>
                    <a:ext uri="{FF2B5EF4-FFF2-40B4-BE49-F238E27FC236}">
                      <a16:creationId xmlns:a16="http://schemas.microsoft.com/office/drawing/2014/main" id="{95936034-EE43-C255-AEE4-640A024B1BBF}"/>
                    </a:ext>
                  </a:extLst>
                </p14:cNvPr>
                <p14:cNvContentPartPr/>
                <p14:nvPr/>
              </p14:nvContentPartPr>
              <p14:xfrm>
                <a:off x="4513600" y="895532"/>
                <a:ext cx="3769200" cy="4013280"/>
              </p14:xfrm>
            </p:contentPart>
          </mc:Choice>
          <mc:Fallback>
            <p:pic>
              <p:nvPicPr>
                <p:cNvPr id="128" name="Ink 127">
                  <a:extLst>
                    <a:ext uri="{FF2B5EF4-FFF2-40B4-BE49-F238E27FC236}">
                      <a16:creationId xmlns:a16="http://schemas.microsoft.com/office/drawing/2014/main" id="{95936034-EE43-C255-AEE4-640A024B1BBF}"/>
                    </a:ext>
                  </a:extLst>
                </p:cNvPr>
                <p:cNvPicPr/>
                <p:nvPr/>
              </p:nvPicPr>
              <p:blipFill>
                <a:blip r:embed="rId219"/>
                <a:stretch>
                  <a:fillRect/>
                </a:stretch>
              </p:blipFill>
              <p:spPr>
                <a:xfrm>
                  <a:off x="4504600" y="886532"/>
                  <a:ext cx="3786840" cy="4030920"/>
                </a:xfrm>
                <a:prstGeom prst="rect">
                  <a:avLst/>
                </a:prstGeom>
              </p:spPr>
            </p:pic>
          </mc:Fallback>
        </mc:AlternateContent>
        <mc:AlternateContent xmlns:mc="http://schemas.openxmlformats.org/markup-compatibility/2006">
          <mc:Choice xmlns:p14="http://schemas.microsoft.com/office/powerpoint/2010/main" Requires="p14">
            <p:contentPart p14:bwMode="auto" r:id="rId220">
              <p14:nvContentPartPr>
                <p14:cNvPr id="129" name="Ink 128">
                  <a:extLst>
                    <a:ext uri="{FF2B5EF4-FFF2-40B4-BE49-F238E27FC236}">
                      <a16:creationId xmlns:a16="http://schemas.microsoft.com/office/drawing/2014/main" id="{4EC42161-CE08-0343-C0BA-B80448800DDA}"/>
                    </a:ext>
                  </a:extLst>
                </p14:cNvPr>
                <p14:cNvContentPartPr/>
                <p14:nvPr/>
              </p14:nvContentPartPr>
              <p14:xfrm>
                <a:off x="4832200" y="2635772"/>
                <a:ext cx="3329280" cy="274680"/>
              </p14:xfrm>
            </p:contentPart>
          </mc:Choice>
          <mc:Fallback>
            <p:pic>
              <p:nvPicPr>
                <p:cNvPr id="129" name="Ink 128">
                  <a:extLst>
                    <a:ext uri="{FF2B5EF4-FFF2-40B4-BE49-F238E27FC236}">
                      <a16:creationId xmlns:a16="http://schemas.microsoft.com/office/drawing/2014/main" id="{4EC42161-CE08-0343-C0BA-B80448800DDA}"/>
                    </a:ext>
                  </a:extLst>
                </p:cNvPr>
                <p:cNvPicPr/>
                <p:nvPr/>
              </p:nvPicPr>
              <p:blipFill>
                <a:blip r:embed="rId221"/>
                <a:stretch>
                  <a:fillRect/>
                </a:stretch>
              </p:blipFill>
              <p:spPr>
                <a:xfrm>
                  <a:off x="4823200" y="2627132"/>
                  <a:ext cx="3346920" cy="292320"/>
                </a:xfrm>
                <a:prstGeom prst="rect">
                  <a:avLst/>
                </a:prstGeom>
              </p:spPr>
            </p:pic>
          </mc:Fallback>
        </mc:AlternateContent>
        <mc:AlternateContent xmlns:mc="http://schemas.openxmlformats.org/markup-compatibility/2006">
          <mc:Choice xmlns:p14="http://schemas.microsoft.com/office/powerpoint/2010/main" Requires="p14">
            <p:contentPart p14:bwMode="auto" r:id="rId222">
              <p14:nvContentPartPr>
                <p14:cNvPr id="131" name="Ink 130">
                  <a:extLst>
                    <a:ext uri="{FF2B5EF4-FFF2-40B4-BE49-F238E27FC236}">
                      <a16:creationId xmlns:a16="http://schemas.microsoft.com/office/drawing/2014/main" id="{DBEC951B-250D-DFF3-3D9A-609D08EF0BE5}"/>
                    </a:ext>
                  </a:extLst>
                </p14:cNvPr>
                <p14:cNvContentPartPr/>
                <p14:nvPr/>
              </p14:nvContentPartPr>
              <p14:xfrm>
                <a:off x="4979440" y="557852"/>
                <a:ext cx="86400" cy="397800"/>
              </p14:xfrm>
            </p:contentPart>
          </mc:Choice>
          <mc:Fallback>
            <p:pic>
              <p:nvPicPr>
                <p:cNvPr id="131" name="Ink 130">
                  <a:extLst>
                    <a:ext uri="{FF2B5EF4-FFF2-40B4-BE49-F238E27FC236}">
                      <a16:creationId xmlns:a16="http://schemas.microsoft.com/office/drawing/2014/main" id="{DBEC951B-250D-DFF3-3D9A-609D08EF0BE5}"/>
                    </a:ext>
                  </a:extLst>
                </p:cNvPr>
                <p:cNvPicPr/>
                <p:nvPr/>
              </p:nvPicPr>
              <p:blipFill>
                <a:blip r:embed="rId223"/>
                <a:stretch>
                  <a:fillRect/>
                </a:stretch>
              </p:blipFill>
              <p:spPr>
                <a:xfrm>
                  <a:off x="4970440" y="549212"/>
                  <a:ext cx="104040" cy="415440"/>
                </a:xfrm>
                <a:prstGeom prst="rect">
                  <a:avLst/>
                </a:prstGeom>
              </p:spPr>
            </p:pic>
          </mc:Fallback>
        </mc:AlternateContent>
        <mc:AlternateContent xmlns:mc="http://schemas.openxmlformats.org/markup-compatibility/2006">
          <mc:Choice xmlns:p14="http://schemas.microsoft.com/office/powerpoint/2010/main" Requires="p14">
            <p:contentPart p14:bwMode="auto" r:id="rId224">
              <p14:nvContentPartPr>
                <p14:cNvPr id="132" name="Ink 131">
                  <a:extLst>
                    <a:ext uri="{FF2B5EF4-FFF2-40B4-BE49-F238E27FC236}">
                      <a16:creationId xmlns:a16="http://schemas.microsoft.com/office/drawing/2014/main" id="{BFE774A9-76CB-5D00-091A-FEF7BDADA467}"/>
                    </a:ext>
                  </a:extLst>
                </p14:cNvPr>
                <p14:cNvContentPartPr/>
                <p14:nvPr/>
              </p14:nvContentPartPr>
              <p14:xfrm>
                <a:off x="4922200" y="472892"/>
                <a:ext cx="2847960" cy="658800"/>
              </p14:xfrm>
            </p:contentPart>
          </mc:Choice>
          <mc:Fallback>
            <p:pic>
              <p:nvPicPr>
                <p:cNvPr id="132" name="Ink 131">
                  <a:extLst>
                    <a:ext uri="{FF2B5EF4-FFF2-40B4-BE49-F238E27FC236}">
                      <a16:creationId xmlns:a16="http://schemas.microsoft.com/office/drawing/2014/main" id="{BFE774A9-76CB-5D00-091A-FEF7BDADA467}"/>
                    </a:ext>
                  </a:extLst>
                </p:cNvPr>
                <p:cNvPicPr/>
                <p:nvPr/>
              </p:nvPicPr>
              <p:blipFill>
                <a:blip r:embed="rId225"/>
                <a:stretch>
                  <a:fillRect/>
                </a:stretch>
              </p:blipFill>
              <p:spPr>
                <a:xfrm>
                  <a:off x="4913200" y="464252"/>
                  <a:ext cx="2865600" cy="676440"/>
                </a:xfrm>
                <a:prstGeom prst="rect">
                  <a:avLst/>
                </a:prstGeom>
              </p:spPr>
            </p:pic>
          </mc:Fallback>
        </mc:AlternateContent>
        <mc:AlternateContent xmlns:mc="http://schemas.openxmlformats.org/markup-compatibility/2006">
          <mc:Choice xmlns:p14="http://schemas.microsoft.com/office/powerpoint/2010/main" Requires="p14">
            <p:contentPart p14:bwMode="auto" r:id="rId226">
              <p14:nvContentPartPr>
                <p14:cNvPr id="133" name="Ink 132">
                  <a:extLst>
                    <a:ext uri="{FF2B5EF4-FFF2-40B4-BE49-F238E27FC236}">
                      <a16:creationId xmlns:a16="http://schemas.microsoft.com/office/drawing/2014/main" id="{3716B7E2-D16E-685E-92DB-79B7237A9569}"/>
                    </a:ext>
                  </a:extLst>
                </p14:cNvPr>
                <p14:cNvContentPartPr/>
                <p14:nvPr/>
              </p14:nvContentPartPr>
              <p14:xfrm>
                <a:off x="6085720" y="660812"/>
                <a:ext cx="241560" cy="196200"/>
              </p14:xfrm>
            </p:contentPart>
          </mc:Choice>
          <mc:Fallback>
            <p:pic>
              <p:nvPicPr>
                <p:cNvPr id="133" name="Ink 132">
                  <a:extLst>
                    <a:ext uri="{FF2B5EF4-FFF2-40B4-BE49-F238E27FC236}">
                      <a16:creationId xmlns:a16="http://schemas.microsoft.com/office/drawing/2014/main" id="{3716B7E2-D16E-685E-92DB-79B7237A9569}"/>
                    </a:ext>
                  </a:extLst>
                </p:cNvPr>
                <p:cNvPicPr/>
                <p:nvPr/>
              </p:nvPicPr>
              <p:blipFill>
                <a:blip r:embed="rId227"/>
                <a:stretch>
                  <a:fillRect/>
                </a:stretch>
              </p:blipFill>
              <p:spPr>
                <a:xfrm>
                  <a:off x="6077080" y="651812"/>
                  <a:ext cx="259200" cy="213840"/>
                </a:xfrm>
                <a:prstGeom prst="rect">
                  <a:avLst/>
                </a:prstGeom>
              </p:spPr>
            </p:pic>
          </mc:Fallback>
        </mc:AlternateContent>
        <mc:AlternateContent xmlns:mc="http://schemas.openxmlformats.org/markup-compatibility/2006">
          <mc:Choice xmlns:p14="http://schemas.microsoft.com/office/powerpoint/2010/main" Requires="p14">
            <p:contentPart p14:bwMode="auto" r:id="rId228">
              <p14:nvContentPartPr>
                <p14:cNvPr id="134" name="Ink 133">
                  <a:extLst>
                    <a:ext uri="{FF2B5EF4-FFF2-40B4-BE49-F238E27FC236}">
                      <a16:creationId xmlns:a16="http://schemas.microsoft.com/office/drawing/2014/main" id="{CB7E76FC-83D9-A184-91D8-D3EAAE516404}"/>
                    </a:ext>
                  </a:extLst>
                </p14:cNvPr>
                <p14:cNvContentPartPr/>
                <p14:nvPr/>
              </p14:nvContentPartPr>
              <p14:xfrm>
                <a:off x="6372280" y="646772"/>
                <a:ext cx="202320" cy="212040"/>
              </p14:xfrm>
            </p:contentPart>
          </mc:Choice>
          <mc:Fallback>
            <p:pic>
              <p:nvPicPr>
                <p:cNvPr id="134" name="Ink 133">
                  <a:extLst>
                    <a:ext uri="{FF2B5EF4-FFF2-40B4-BE49-F238E27FC236}">
                      <a16:creationId xmlns:a16="http://schemas.microsoft.com/office/drawing/2014/main" id="{CB7E76FC-83D9-A184-91D8-D3EAAE516404}"/>
                    </a:ext>
                  </a:extLst>
                </p:cNvPr>
                <p:cNvPicPr/>
                <p:nvPr/>
              </p:nvPicPr>
              <p:blipFill>
                <a:blip r:embed="rId229"/>
                <a:stretch>
                  <a:fillRect/>
                </a:stretch>
              </p:blipFill>
              <p:spPr>
                <a:xfrm>
                  <a:off x="6363280" y="638132"/>
                  <a:ext cx="219960" cy="229680"/>
                </a:xfrm>
                <a:prstGeom prst="rect">
                  <a:avLst/>
                </a:prstGeom>
              </p:spPr>
            </p:pic>
          </mc:Fallback>
        </mc:AlternateContent>
        <mc:AlternateContent xmlns:mc="http://schemas.openxmlformats.org/markup-compatibility/2006">
          <mc:Choice xmlns:p14="http://schemas.microsoft.com/office/powerpoint/2010/main" Requires="p14">
            <p:contentPart p14:bwMode="auto" r:id="rId230">
              <p14:nvContentPartPr>
                <p14:cNvPr id="135" name="Ink 134">
                  <a:extLst>
                    <a:ext uri="{FF2B5EF4-FFF2-40B4-BE49-F238E27FC236}">
                      <a16:creationId xmlns:a16="http://schemas.microsoft.com/office/drawing/2014/main" id="{F501597D-7FFB-1057-760A-778028DDFF17}"/>
                    </a:ext>
                  </a:extLst>
                </p14:cNvPr>
                <p14:cNvContentPartPr/>
                <p14:nvPr/>
              </p14:nvContentPartPr>
              <p14:xfrm>
                <a:off x="6632200" y="599252"/>
                <a:ext cx="225360" cy="239040"/>
              </p14:xfrm>
            </p:contentPart>
          </mc:Choice>
          <mc:Fallback>
            <p:pic>
              <p:nvPicPr>
                <p:cNvPr id="135" name="Ink 134">
                  <a:extLst>
                    <a:ext uri="{FF2B5EF4-FFF2-40B4-BE49-F238E27FC236}">
                      <a16:creationId xmlns:a16="http://schemas.microsoft.com/office/drawing/2014/main" id="{F501597D-7FFB-1057-760A-778028DDFF17}"/>
                    </a:ext>
                  </a:extLst>
                </p:cNvPr>
                <p:cNvPicPr/>
                <p:nvPr/>
              </p:nvPicPr>
              <p:blipFill>
                <a:blip r:embed="rId231"/>
                <a:stretch>
                  <a:fillRect/>
                </a:stretch>
              </p:blipFill>
              <p:spPr>
                <a:xfrm>
                  <a:off x="6623560" y="590252"/>
                  <a:ext cx="243000" cy="256680"/>
                </a:xfrm>
                <a:prstGeom prst="rect">
                  <a:avLst/>
                </a:prstGeom>
              </p:spPr>
            </p:pic>
          </mc:Fallback>
        </mc:AlternateContent>
        <mc:AlternateContent xmlns:mc="http://schemas.openxmlformats.org/markup-compatibility/2006">
          <mc:Choice xmlns:p14="http://schemas.microsoft.com/office/powerpoint/2010/main" Requires="p14">
            <p:contentPart p14:bwMode="auto" r:id="rId232">
              <p14:nvContentPartPr>
                <p14:cNvPr id="137" name="Ink 136">
                  <a:extLst>
                    <a:ext uri="{FF2B5EF4-FFF2-40B4-BE49-F238E27FC236}">
                      <a16:creationId xmlns:a16="http://schemas.microsoft.com/office/drawing/2014/main" id="{ACA711EA-142B-0B35-40C6-727A92275989}"/>
                    </a:ext>
                  </a:extLst>
                </p14:cNvPr>
                <p14:cNvContentPartPr/>
                <p14:nvPr/>
              </p14:nvContentPartPr>
              <p14:xfrm>
                <a:off x="8620120" y="1785812"/>
                <a:ext cx="76680" cy="67320"/>
              </p14:xfrm>
            </p:contentPart>
          </mc:Choice>
          <mc:Fallback>
            <p:pic>
              <p:nvPicPr>
                <p:cNvPr id="137" name="Ink 136">
                  <a:extLst>
                    <a:ext uri="{FF2B5EF4-FFF2-40B4-BE49-F238E27FC236}">
                      <a16:creationId xmlns:a16="http://schemas.microsoft.com/office/drawing/2014/main" id="{ACA711EA-142B-0B35-40C6-727A92275989}"/>
                    </a:ext>
                  </a:extLst>
                </p:cNvPr>
                <p:cNvPicPr/>
                <p:nvPr/>
              </p:nvPicPr>
              <p:blipFill>
                <a:blip r:embed="rId233"/>
                <a:stretch>
                  <a:fillRect/>
                </a:stretch>
              </p:blipFill>
              <p:spPr>
                <a:xfrm>
                  <a:off x="8611120" y="1777172"/>
                  <a:ext cx="94320" cy="84960"/>
                </a:xfrm>
                <a:prstGeom prst="rect">
                  <a:avLst/>
                </a:prstGeom>
              </p:spPr>
            </p:pic>
          </mc:Fallback>
        </mc:AlternateContent>
        <mc:AlternateContent xmlns:mc="http://schemas.openxmlformats.org/markup-compatibility/2006">
          <mc:Choice xmlns:p14="http://schemas.microsoft.com/office/powerpoint/2010/main" Requires="p14">
            <p:contentPart p14:bwMode="auto" r:id="rId234">
              <p14:nvContentPartPr>
                <p14:cNvPr id="138" name="Ink 137">
                  <a:extLst>
                    <a:ext uri="{FF2B5EF4-FFF2-40B4-BE49-F238E27FC236}">
                      <a16:creationId xmlns:a16="http://schemas.microsoft.com/office/drawing/2014/main" id="{BFF68658-0462-CD84-D437-441E44712A0B}"/>
                    </a:ext>
                  </a:extLst>
                </p14:cNvPr>
                <p14:cNvContentPartPr/>
                <p14:nvPr/>
              </p14:nvContentPartPr>
              <p14:xfrm>
                <a:off x="8774560" y="1694012"/>
                <a:ext cx="118080" cy="201960"/>
              </p14:xfrm>
            </p:contentPart>
          </mc:Choice>
          <mc:Fallback>
            <p:pic>
              <p:nvPicPr>
                <p:cNvPr id="138" name="Ink 137">
                  <a:extLst>
                    <a:ext uri="{FF2B5EF4-FFF2-40B4-BE49-F238E27FC236}">
                      <a16:creationId xmlns:a16="http://schemas.microsoft.com/office/drawing/2014/main" id="{BFF68658-0462-CD84-D437-441E44712A0B}"/>
                    </a:ext>
                  </a:extLst>
                </p:cNvPr>
                <p:cNvPicPr/>
                <p:nvPr/>
              </p:nvPicPr>
              <p:blipFill>
                <a:blip r:embed="rId235"/>
                <a:stretch>
                  <a:fillRect/>
                </a:stretch>
              </p:blipFill>
              <p:spPr>
                <a:xfrm>
                  <a:off x="8765560" y="1685012"/>
                  <a:ext cx="135720" cy="219600"/>
                </a:xfrm>
                <a:prstGeom prst="rect">
                  <a:avLst/>
                </a:prstGeom>
              </p:spPr>
            </p:pic>
          </mc:Fallback>
        </mc:AlternateContent>
        <mc:AlternateContent xmlns:mc="http://schemas.openxmlformats.org/markup-compatibility/2006">
          <mc:Choice xmlns:p14="http://schemas.microsoft.com/office/powerpoint/2010/main" Requires="p14">
            <p:contentPart p14:bwMode="auto" r:id="rId236">
              <p14:nvContentPartPr>
                <p14:cNvPr id="139" name="Ink 138">
                  <a:extLst>
                    <a:ext uri="{FF2B5EF4-FFF2-40B4-BE49-F238E27FC236}">
                      <a16:creationId xmlns:a16="http://schemas.microsoft.com/office/drawing/2014/main" id="{D8A9945B-E994-4B84-0EF9-EA4F839CF886}"/>
                    </a:ext>
                  </a:extLst>
                </p14:cNvPr>
                <p14:cNvContentPartPr/>
                <p14:nvPr/>
              </p14:nvContentPartPr>
              <p14:xfrm>
                <a:off x="8933320" y="1704812"/>
                <a:ext cx="185760" cy="164520"/>
              </p14:xfrm>
            </p:contentPart>
          </mc:Choice>
          <mc:Fallback>
            <p:pic>
              <p:nvPicPr>
                <p:cNvPr id="139" name="Ink 138">
                  <a:extLst>
                    <a:ext uri="{FF2B5EF4-FFF2-40B4-BE49-F238E27FC236}">
                      <a16:creationId xmlns:a16="http://schemas.microsoft.com/office/drawing/2014/main" id="{D8A9945B-E994-4B84-0EF9-EA4F839CF886}"/>
                    </a:ext>
                  </a:extLst>
                </p:cNvPr>
                <p:cNvPicPr/>
                <p:nvPr/>
              </p:nvPicPr>
              <p:blipFill>
                <a:blip r:embed="rId237"/>
                <a:stretch>
                  <a:fillRect/>
                </a:stretch>
              </p:blipFill>
              <p:spPr>
                <a:xfrm>
                  <a:off x="8924320" y="1695812"/>
                  <a:ext cx="203400" cy="182160"/>
                </a:xfrm>
                <a:prstGeom prst="rect">
                  <a:avLst/>
                </a:prstGeom>
              </p:spPr>
            </p:pic>
          </mc:Fallback>
        </mc:AlternateContent>
        <mc:AlternateContent xmlns:mc="http://schemas.openxmlformats.org/markup-compatibility/2006">
          <mc:Choice xmlns:p14="http://schemas.microsoft.com/office/powerpoint/2010/main" Requires="p14">
            <p:contentPart p14:bwMode="auto" r:id="rId238">
              <p14:nvContentPartPr>
                <p14:cNvPr id="145" name="Ink 144">
                  <a:extLst>
                    <a:ext uri="{FF2B5EF4-FFF2-40B4-BE49-F238E27FC236}">
                      <a16:creationId xmlns:a16="http://schemas.microsoft.com/office/drawing/2014/main" id="{7859CCCC-3D07-A029-8E3B-6D3F7A166529}"/>
                    </a:ext>
                  </a:extLst>
                </p14:cNvPr>
                <p14:cNvContentPartPr/>
                <p14:nvPr/>
              </p14:nvContentPartPr>
              <p14:xfrm>
                <a:off x="8038360" y="934412"/>
                <a:ext cx="371880" cy="794880"/>
              </p14:xfrm>
            </p:contentPart>
          </mc:Choice>
          <mc:Fallback>
            <p:pic>
              <p:nvPicPr>
                <p:cNvPr id="145" name="Ink 144">
                  <a:extLst>
                    <a:ext uri="{FF2B5EF4-FFF2-40B4-BE49-F238E27FC236}">
                      <a16:creationId xmlns:a16="http://schemas.microsoft.com/office/drawing/2014/main" id="{7859CCCC-3D07-A029-8E3B-6D3F7A166529}"/>
                    </a:ext>
                  </a:extLst>
                </p:cNvPr>
                <p:cNvPicPr/>
                <p:nvPr/>
              </p:nvPicPr>
              <p:blipFill>
                <a:blip r:embed="rId239"/>
                <a:stretch>
                  <a:fillRect/>
                </a:stretch>
              </p:blipFill>
              <p:spPr>
                <a:xfrm>
                  <a:off x="8029360" y="925772"/>
                  <a:ext cx="389520" cy="812520"/>
                </a:xfrm>
                <a:prstGeom prst="rect">
                  <a:avLst/>
                </a:prstGeom>
              </p:spPr>
            </p:pic>
          </mc:Fallback>
        </mc:AlternateContent>
        <mc:AlternateContent xmlns:mc="http://schemas.openxmlformats.org/markup-compatibility/2006">
          <mc:Choice xmlns:p14="http://schemas.microsoft.com/office/powerpoint/2010/main" Requires="p14">
            <p:contentPart p14:bwMode="auto" r:id="rId240">
              <p14:nvContentPartPr>
                <p14:cNvPr id="146" name="Ink 145">
                  <a:extLst>
                    <a:ext uri="{FF2B5EF4-FFF2-40B4-BE49-F238E27FC236}">
                      <a16:creationId xmlns:a16="http://schemas.microsoft.com/office/drawing/2014/main" id="{E5B0E68D-F54D-702C-8E43-1EB6294D5AC5}"/>
                    </a:ext>
                  </a:extLst>
                </p14:cNvPr>
                <p14:cNvContentPartPr/>
                <p14:nvPr/>
              </p14:nvContentPartPr>
              <p14:xfrm>
                <a:off x="8314840" y="1691852"/>
                <a:ext cx="172440" cy="109800"/>
              </p14:xfrm>
            </p:contentPart>
          </mc:Choice>
          <mc:Fallback>
            <p:pic>
              <p:nvPicPr>
                <p:cNvPr id="146" name="Ink 145">
                  <a:extLst>
                    <a:ext uri="{FF2B5EF4-FFF2-40B4-BE49-F238E27FC236}">
                      <a16:creationId xmlns:a16="http://schemas.microsoft.com/office/drawing/2014/main" id="{E5B0E68D-F54D-702C-8E43-1EB6294D5AC5}"/>
                    </a:ext>
                  </a:extLst>
                </p:cNvPr>
                <p:cNvPicPr/>
                <p:nvPr/>
              </p:nvPicPr>
              <p:blipFill>
                <a:blip r:embed="rId241"/>
                <a:stretch>
                  <a:fillRect/>
                </a:stretch>
              </p:blipFill>
              <p:spPr>
                <a:xfrm>
                  <a:off x="8306200" y="1683212"/>
                  <a:ext cx="190080" cy="127440"/>
                </a:xfrm>
                <a:prstGeom prst="rect">
                  <a:avLst/>
                </a:prstGeom>
              </p:spPr>
            </p:pic>
          </mc:Fallback>
        </mc:AlternateContent>
        <mc:AlternateContent xmlns:mc="http://schemas.openxmlformats.org/markup-compatibility/2006">
          <mc:Choice xmlns:p14="http://schemas.microsoft.com/office/powerpoint/2010/main" Requires="p14">
            <p:contentPart p14:bwMode="auto" r:id="rId242">
              <p14:nvContentPartPr>
                <p14:cNvPr id="140" name="Ink 139">
                  <a:extLst>
                    <a:ext uri="{FF2B5EF4-FFF2-40B4-BE49-F238E27FC236}">
                      <a16:creationId xmlns:a16="http://schemas.microsoft.com/office/drawing/2014/main" id="{32F71FBA-E254-1305-92C4-BCFC9DF720CF}"/>
                    </a:ext>
                  </a:extLst>
                </p14:cNvPr>
                <p14:cNvContentPartPr/>
                <p14:nvPr/>
              </p14:nvContentPartPr>
              <p14:xfrm>
                <a:off x="8643880" y="3510572"/>
                <a:ext cx="43560" cy="77400"/>
              </p14:xfrm>
            </p:contentPart>
          </mc:Choice>
          <mc:Fallback>
            <p:pic>
              <p:nvPicPr>
                <p:cNvPr id="140" name="Ink 139">
                  <a:extLst>
                    <a:ext uri="{FF2B5EF4-FFF2-40B4-BE49-F238E27FC236}">
                      <a16:creationId xmlns:a16="http://schemas.microsoft.com/office/drawing/2014/main" id="{32F71FBA-E254-1305-92C4-BCFC9DF720CF}"/>
                    </a:ext>
                  </a:extLst>
                </p:cNvPr>
                <p:cNvPicPr/>
                <p:nvPr/>
              </p:nvPicPr>
              <p:blipFill>
                <a:blip r:embed="rId243"/>
                <a:stretch>
                  <a:fillRect/>
                </a:stretch>
              </p:blipFill>
              <p:spPr>
                <a:xfrm>
                  <a:off x="8634880" y="3501932"/>
                  <a:ext cx="61200" cy="95040"/>
                </a:xfrm>
                <a:prstGeom prst="rect">
                  <a:avLst/>
                </a:prstGeom>
              </p:spPr>
            </p:pic>
          </mc:Fallback>
        </mc:AlternateContent>
        <mc:AlternateContent xmlns:mc="http://schemas.openxmlformats.org/markup-compatibility/2006">
          <mc:Choice xmlns:p14="http://schemas.microsoft.com/office/powerpoint/2010/main" Requires="p14">
            <p:contentPart p14:bwMode="auto" r:id="rId244">
              <p14:nvContentPartPr>
                <p14:cNvPr id="141" name="Ink 140">
                  <a:extLst>
                    <a:ext uri="{FF2B5EF4-FFF2-40B4-BE49-F238E27FC236}">
                      <a16:creationId xmlns:a16="http://schemas.microsoft.com/office/drawing/2014/main" id="{A8C96EDC-A72D-B033-C4F7-2A70C79C3325}"/>
                    </a:ext>
                  </a:extLst>
                </p14:cNvPr>
                <p14:cNvContentPartPr/>
                <p14:nvPr/>
              </p14:nvContentPartPr>
              <p14:xfrm>
                <a:off x="8790040" y="3485732"/>
                <a:ext cx="163080" cy="145800"/>
              </p14:xfrm>
            </p:contentPart>
          </mc:Choice>
          <mc:Fallback>
            <p:pic>
              <p:nvPicPr>
                <p:cNvPr id="141" name="Ink 140">
                  <a:extLst>
                    <a:ext uri="{FF2B5EF4-FFF2-40B4-BE49-F238E27FC236}">
                      <a16:creationId xmlns:a16="http://schemas.microsoft.com/office/drawing/2014/main" id="{A8C96EDC-A72D-B033-C4F7-2A70C79C3325}"/>
                    </a:ext>
                  </a:extLst>
                </p:cNvPr>
                <p:cNvPicPr/>
                <p:nvPr/>
              </p:nvPicPr>
              <p:blipFill>
                <a:blip r:embed="rId245"/>
                <a:stretch>
                  <a:fillRect/>
                </a:stretch>
              </p:blipFill>
              <p:spPr>
                <a:xfrm>
                  <a:off x="8781400" y="3476732"/>
                  <a:ext cx="180720" cy="163440"/>
                </a:xfrm>
                <a:prstGeom prst="rect">
                  <a:avLst/>
                </a:prstGeom>
              </p:spPr>
            </p:pic>
          </mc:Fallback>
        </mc:AlternateContent>
        <mc:AlternateContent xmlns:mc="http://schemas.openxmlformats.org/markup-compatibility/2006">
          <mc:Choice xmlns:p14="http://schemas.microsoft.com/office/powerpoint/2010/main" Requires="p14">
            <p:contentPart p14:bwMode="auto" r:id="rId246">
              <p14:nvContentPartPr>
                <p14:cNvPr id="142" name="Ink 141">
                  <a:extLst>
                    <a:ext uri="{FF2B5EF4-FFF2-40B4-BE49-F238E27FC236}">
                      <a16:creationId xmlns:a16="http://schemas.microsoft.com/office/drawing/2014/main" id="{64E65DF0-4D5C-42EC-70F0-BE907083A744}"/>
                    </a:ext>
                  </a:extLst>
                </p14:cNvPr>
                <p14:cNvContentPartPr/>
                <p14:nvPr/>
              </p14:nvContentPartPr>
              <p14:xfrm>
                <a:off x="9038440" y="3461252"/>
                <a:ext cx="213480" cy="172800"/>
              </p14:xfrm>
            </p:contentPart>
          </mc:Choice>
          <mc:Fallback>
            <p:pic>
              <p:nvPicPr>
                <p:cNvPr id="142" name="Ink 141">
                  <a:extLst>
                    <a:ext uri="{FF2B5EF4-FFF2-40B4-BE49-F238E27FC236}">
                      <a16:creationId xmlns:a16="http://schemas.microsoft.com/office/drawing/2014/main" id="{64E65DF0-4D5C-42EC-70F0-BE907083A744}"/>
                    </a:ext>
                  </a:extLst>
                </p:cNvPr>
                <p:cNvPicPr/>
                <p:nvPr/>
              </p:nvPicPr>
              <p:blipFill>
                <a:blip r:embed="rId247"/>
                <a:stretch>
                  <a:fillRect/>
                </a:stretch>
              </p:blipFill>
              <p:spPr>
                <a:xfrm>
                  <a:off x="9029440" y="3452612"/>
                  <a:ext cx="231120" cy="190440"/>
                </a:xfrm>
                <a:prstGeom prst="rect">
                  <a:avLst/>
                </a:prstGeom>
              </p:spPr>
            </p:pic>
          </mc:Fallback>
        </mc:AlternateContent>
        <mc:AlternateContent xmlns:mc="http://schemas.openxmlformats.org/markup-compatibility/2006">
          <mc:Choice xmlns:p14="http://schemas.microsoft.com/office/powerpoint/2010/main" Requires="p14">
            <p:contentPart p14:bwMode="auto" r:id="rId248">
              <p14:nvContentPartPr>
                <p14:cNvPr id="147" name="Ink 146">
                  <a:extLst>
                    <a:ext uri="{FF2B5EF4-FFF2-40B4-BE49-F238E27FC236}">
                      <a16:creationId xmlns:a16="http://schemas.microsoft.com/office/drawing/2014/main" id="{0C86CE48-6B94-8875-48EA-21330509C0E5}"/>
                    </a:ext>
                  </a:extLst>
                </p14:cNvPr>
                <p14:cNvContentPartPr/>
                <p14:nvPr/>
              </p14:nvContentPartPr>
              <p14:xfrm>
                <a:off x="8547760" y="2243012"/>
                <a:ext cx="50040" cy="896760"/>
              </p14:xfrm>
            </p:contentPart>
          </mc:Choice>
          <mc:Fallback>
            <p:pic>
              <p:nvPicPr>
                <p:cNvPr id="147" name="Ink 146">
                  <a:extLst>
                    <a:ext uri="{FF2B5EF4-FFF2-40B4-BE49-F238E27FC236}">
                      <a16:creationId xmlns:a16="http://schemas.microsoft.com/office/drawing/2014/main" id="{0C86CE48-6B94-8875-48EA-21330509C0E5}"/>
                    </a:ext>
                  </a:extLst>
                </p:cNvPr>
                <p:cNvPicPr/>
                <p:nvPr/>
              </p:nvPicPr>
              <p:blipFill>
                <a:blip r:embed="rId249"/>
                <a:stretch>
                  <a:fillRect/>
                </a:stretch>
              </p:blipFill>
              <p:spPr>
                <a:xfrm>
                  <a:off x="8538760" y="2234372"/>
                  <a:ext cx="67680" cy="914400"/>
                </a:xfrm>
                <a:prstGeom prst="rect">
                  <a:avLst/>
                </a:prstGeom>
              </p:spPr>
            </p:pic>
          </mc:Fallback>
        </mc:AlternateContent>
        <mc:AlternateContent xmlns:mc="http://schemas.openxmlformats.org/markup-compatibility/2006">
          <mc:Choice xmlns:p14="http://schemas.microsoft.com/office/powerpoint/2010/main" Requires="p14">
            <p:contentPart p14:bwMode="auto" r:id="rId250">
              <p14:nvContentPartPr>
                <p14:cNvPr id="148" name="Ink 147">
                  <a:extLst>
                    <a:ext uri="{FF2B5EF4-FFF2-40B4-BE49-F238E27FC236}">
                      <a16:creationId xmlns:a16="http://schemas.microsoft.com/office/drawing/2014/main" id="{08EF5EC2-257C-1F41-6975-05B21265AD8C}"/>
                    </a:ext>
                  </a:extLst>
                </p14:cNvPr>
                <p14:cNvContentPartPr/>
                <p14:nvPr/>
              </p14:nvContentPartPr>
              <p14:xfrm>
                <a:off x="8459560" y="3257132"/>
                <a:ext cx="190080" cy="131040"/>
              </p14:xfrm>
            </p:contentPart>
          </mc:Choice>
          <mc:Fallback>
            <p:pic>
              <p:nvPicPr>
                <p:cNvPr id="148" name="Ink 147">
                  <a:extLst>
                    <a:ext uri="{FF2B5EF4-FFF2-40B4-BE49-F238E27FC236}">
                      <a16:creationId xmlns:a16="http://schemas.microsoft.com/office/drawing/2014/main" id="{08EF5EC2-257C-1F41-6975-05B21265AD8C}"/>
                    </a:ext>
                  </a:extLst>
                </p:cNvPr>
                <p:cNvPicPr/>
                <p:nvPr/>
              </p:nvPicPr>
              <p:blipFill>
                <a:blip r:embed="rId251"/>
                <a:stretch>
                  <a:fillRect/>
                </a:stretch>
              </p:blipFill>
              <p:spPr>
                <a:xfrm>
                  <a:off x="8450920" y="3248492"/>
                  <a:ext cx="207720" cy="148680"/>
                </a:xfrm>
                <a:prstGeom prst="rect">
                  <a:avLst/>
                </a:prstGeom>
              </p:spPr>
            </p:pic>
          </mc:Fallback>
        </mc:AlternateContent>
        <mc:AlternateContent xmlns:mc="http://schemas.openxmlformats.org/markup-compatibility/2006">
          <mc:Choice xmlns:p14="http://schemas.microsoft.com/office/powerpoint/2010/main" Requires="p14">
            <p:contentPart p14:bwMode="auto" r:id="rId252">
              <p14:nvContentPartPr>
                <p14:cNvPr id="149" name="Ink 148">
                  <a:extLst>
                    <a:ext uri="{FF2B5EF4-FFF2-40B4-BE49-F238E27FC236}">
                      <a16:creationId xmlns:a16="http://schemas.microsoft.com/office/drawing/2014/main" id="{148EBCC9-97E8-2F25-507D-6FCE9FBF9731}"/>
                    </a:ext>
                  </a:extLst>
                </p14:cNvPr>
                <p14:cNvContentPartPr/>
                <p14:nvPr/>
              </p14:nvContentPartPr>
              <p14:xfrm>
                <a:off x="8242840" y="3995492"/>
                <a:ext cx="383040" cy="779400"/>
              </p14:xfrm>
            </p:contentPart>
          </mc:Choice>
          <mc:Fallback>
            <p:pic>
              <p:nvPicPr>
                <p:cNvPr id="149" name="Ink 148">
                  <a:extLst>
                    <a:ext uri="{FF2B5EF4-FFF2-40B4-BE49-F238E27FC236}">
                      <a16:creationId xmlns:a16="http://schemas.microsoft.com/office/drawing/2014/main" id="{148EBCC9-97E8-2F25-507D-6FCE9FBF9731}"/>
                    </a:ext>
                  </a:extLst>
                </p:cNvPr>
                <p:cNvPicPr/>
                <p:nvPr/>
              </p:nvPicPr>
              <p:blipFill>
                <a:blip r:embed="rId253"/>
                <a:stretch>
                  <a:fillRect/>
                </a:stretch>
              </p:blipFill>
              <p:spPr>
                <a:xfrm>
                  <a:off x="8233840" y="3986852"/>
                  <a:ext cx="400680" cy="797040"/>
                </a:xfrm>
                <a:prstGeom prst="rect">
                  <a:avLst/>
                </a:prstGeom>
              </p:spPr>
            </p:pic>
          </mc:Fallback>
        </mc:AlternateContent>
        <mc:AlternateContent xmlns:mc="http://schemas.openxmlformats.org/markup-compatibility/2006">
          <mc:Choice xmlns:p14="http://schemas.microsoft.com/office/powerpoint/2010/main" Requires="p14">
            <p:contentPart p14:bwMode="auto" r:id="rId254">
              <p14:nvContentPartPr>
                <p14:cNvPr id="150" name="Ink 149">
                  <a:extLst>
                    <a:ext uri="{FF2B5EF4-FFF2-40B4-BE49-F238E27FC236}">
                      <a16:creationId xmlns:a16="http://schemas.microsoft.com/office/drawing/2014/main" id="{9326FD61-23E0-A94F-3E91-D75D4588BCAF}"/>
                    </a:ext>
                  </a:extLst>
                </p14:cNvPr>
                <p14:cNvContentPartPr/>
                <p14:nvPr/>
              </p14:nvContentPartPr>
              <p14:xfrm>
                <a:off x="8216560" y="4710092"/>
                <a:ext cx="136080" cy="139320"/>
              </p14:xfrm>
            </p:contentPart>
          </mc:Choice>
          <mc:Fallback>
            <p:pic>
              <p:nvPicPr>
                <p:cNvPr id="150" name="Ink 149">
                  <a:extLst>
                    <a:ext uri="{FF2B5EF4-FFF2-40B4-BE49-F238E27FC236}">
                      <a16:creationId xmlns:a16="http://schemas.microsoft.com/office/drawing/2014/main" id="{9326FD61-23E0-A94F-3E91-D75D4588BCAF}"/>
                    </a:ext>
                  </a:extLst>
                </p:cNvPr>
                <p:cNvPicPr/>
                <p:nvPr/>
              </p:nvPicPr>
              <p:blipFill>
                <a:blip r:embed="rId255"/>
                <a:stretch>
                  <a:fillRect/>
                </a:stretch>
              </p:blipFill>
              <p:spPr>
                <a:xfrm>
                  <a:off x="8207920" y="4701452"/>
                  <a:ext cx="153720" cy="156960"/>
                </a:xfrm>
                <a:prstGeom prst="rect">
                  <a:avLst/>
                </a:prstGeom>
              </p:spPr>
            </p:pic>
          </mc:Fallback>
        </mc:AlternateContent>
        <mc:AlternateContent xmlns:mc="http://schemas.openxmlformats.org/markup-compatibility/2006">
          <mc:Choice xmlns:p14="http://schemas.microsoft.com/office/powerpoint/2010/main" Requires="p14">
            <p:contentPart p14:bwMode="auto" r:id="rId256">
              <p14:nvContentPartPr>
                <p14:cNvPr id="154" name="Ink 153">
                  <a:extLst>
                    <a:ext uri="{FF2B5EF4-FFF2-40B4-BE49-F238E27FC236}">
                      <a16:creationId xmlns:a16="http://schemas.microsoft.com/office/drawing/2014/main" id="{83846509-B125-B84A-A9B7-51F47B39941F}"/>
                    </a:ext>
                  </a:extLst>
                </p14:cNvPr>
                <p14:cNvContentPartPr/>
                <p14:nvPr/>
              </p14:nvContentPartPr>
              <p14:xfrm>
                <a:off x="242920" y="1723172"/>
                <a:ext cx="1217520" cy="3418920"/>
              </p14:xfrm>
            </p:contentPart>
          </mc:Choice>
          <mc:Fallback>
            <p:pic>
              <p:nvPicPr>
                <p:cNvPr id="154" name="Ink 153">
                  <a:extLst>
                    <a:ext uri="{FF2B5EF4-FFF2-40B4-BE49-F238E27FC236}">
                      <a16:creationId xmlns:a16="http://schemas.microsoft.com/office/drawing/2014/main" id="{83846509-B125-B84A-A9B7-51F47B39941F}"/>
                    </a:ext>
                  </a:extLst>
                </p:cNvPr>
                <p:cNvPicPr/>
                <p:nvPr/>
              </p:nvPicPr>
              <p:blipFill>
                <a:blip r:embed="rId257"/>
                <a:stretch>
                  <a:fillRect/>
                </a:stretch>
              </p:blipFill>
              <p:spPr>
                <a:xfrm>
                  <a:off x="234280" y="1714532"/>
                  <a:ext cx="1235160" cy="3436560"/>
                </a:xfrm>
                <a:prstGeom prst="rect">
                  <a:avLst/>
                </a:prstGeom>
              </p:spPr>
            </p:pic>
          </mc:Fallback>
        </mc:AlternateContent>
        <mc:AlternateContent xmlns:mc="http://schemas.openxmlformats.org/markup-compatibility/2006">
          <mc:Choice xmlns:p14="http://schemas.microsoft.com/office/powerpoint/2010/main" Requires="p14">
            <p:contentPart p14:bwMode="auto" r:id="rId258">
              <p14:nvContentPartPr>
                <p14:cNvPr id="155" name="Ink 154">
                  <a:extLst>
                    <a:ext uri="{FF2B5EF4-FFF2-40B4-BE49-F238E27FC236}">
                      <a16:creationId xmlns:a16="http://schemas.microsoft.com/office/drawing/2014/main" id="{00A4405F-17DE-D895-0ECA-4748E66ECA72}"/>
                    </a:ext>
                  </a:extLst>
                </p14:cNvPr>
                <p14:cNvContentPartPr/>
                <p14:nvPr/>
              </p14:nvContentPartPr>
              <p14:xfrm>
                <a:off x="631360" y="5209772"/>
                <a:ext cx="96840" cy="39240"/>
              </p14:xfrm>
            </p:contentPart>
          </mc:Choice>
          <mc:Fallback>
            <p:pic>
              <p:nvPicPr>
                <p:cNvPr id="155" name="Ink 154">
                  <a:extLst>
                    <a:ext uri="{FF2B5EF4-FFF2-40B4-BE49-F238E27FC236}">
                      <a16:creationId xmlns:a16="http://schemas.microsoft.com/office/drawing/2014/main" id="{00A4405F-17DE-D895-0ECA-4748E66ECA72}"/>
                    </a:ext>
                  </a:extLst>
                </p:cNvPr>
                <p:cNvPicPr/>
                <p:nvPr/>
              </p:nvPicPr>
              <p:blipFill>
                <a:blip r:embed="rId259"/>
                <a:stretch>
                  <a:fillRect/>
                </a:stretch>
              </p:blipFill>
              <p:spPr>
                <a:xfrm>
                  <a:off x="622360" y="5201132"/>
                  <a:ext cx="114480" cy="56880"/>
                </a:xfrm>
                <a:prstGeom prst="rect">
                  <a:avLst/>
                </a:prstGeom>
              </p:spPr>
            </p:pic>
          </mc:Fallback>
        </mc:AlternateContent>
        <mc:AlternateContent xmlns:mc="http://schemas.openxmlformats.org/markup-compatibility/2006">
          <mc:Choice xmlns:p14="http://schemas.microsoft.com/office/powerpoint/2010/main" Requires="p14">
            <p:contentPart p14:bwMode="auto" r:id="rId260">
              <p14:nvContentPartPr>
                <p14:cNvPr id="156" name="Ink 155">
                  <a:extLst>
                    <a:ext uri="{FF2B5EF4-FFF2-40B4-BE49-F238E27FC236}">
                      <a16:creationId xmlns:a16="http://schemas.microsoft.com/office/drawing/2014/main" id="{C557F7FA-02EC-97C9-074F-A54AEF781260}"/>
                    </a:ext>
                  </a:extLst>
                </p14:cNvPr>
                <p14:cNvContentPartPr/>
                <p14:nvPr/>
              </p14:nvContentPartPr>
              <p14:xfrm>
                <a:off x="792640" y="5052452"/>
                <a:ext cx="42840" cy="151200"/>
              </p14:xfrm>
            </p:contentPart>
          </mc:Choice>
          <mc:Fallback>
            <p:pic>
              <p:nvPicPr>
                <p:cNvPr id="156" name="Ink 155">
                  <a:extLst>
                    <a:ext uri="{FF2B5EF4-FFF2-40B4-BE49-F238E27FC236}">
                      <a16:creationId xmlns:a16="http://schemas.microsoft.com/office/drawing/2014/main" id="{C557F7FA-02EC-97C9-074F-A54AEF781260}"/>
                    </a:ext>
                  </a:extLst>
                </p:cNvPr>
                <p:cNvPicPr/>
                <p:nvPr/>
              </p:nvPicPr>
              <p:blipFill>
                <a:blip r:embed="rId261"/>
                <a:stretch>
                  <a:fillRect/>
                </a:stretch>
              </p:blipFill>
              <p:spPr>
                <a:xfrm>
                  <a:off x="784000" y="5043452"/>
                  <a:ext cx="60480" cy="168840"/>
                </a:xfrm>
                <a:prstGeom prst="rect">
                  <a:avLst/>
                </a:prstGeom>
              </p:spPr>
            </p:pic>
          </mc:Fallback>
        </mc:AlternateContent>
        <mc:AlternateContent xmlns:mc="http://schemas.openxmlformats.org/markup-compatibility/2006">
          <mc:Choice xmlns:p14="http://schemas.microsoft.com/office/powerpoint/2010/main" Requires="p14">
            <p:contentPart p14:bwMode="auto" r:id="rId262">
              <p14:nvContentPartPr>
                <p14:cNvPr id="158" name="Ink 157">
                  <a:extLst>
                    <a:ext uri="{FF2B5EF4-FFF2-40B4-BE49-F238E27FC236}">
                      <a16:creationId xmlns:a16="http://schemas.microsoft.com/office/drawing/2014/main" id="{9B040612-F9AA-146A-0D44-7E8A011103C5}"/>
                    </a:ext>
                  </a:extLst>
                </p14:cNvPr>
                <p14:cNvContentPartPr/>
                <p14:nvPr/>
              </p14:nvContentPartPr>
              <p14:xfrm>
                <a:off x="979120" y="5503532"/>
                <a:ext cx="122040" cy="204480"/>
              </p14:xfrm>
            </p:contentPart>
          </mc:Choice>
          <mc:Fallback>
            <p:pic>
              <p:nvPicPr>
                <p:cNvPr id="158" name="Ink 157">
                  <a:extLst>
                    <a:ext uri="{FF2B5EF4-FFF2-40B4-BE49-F238E27FC236}">
                      <a16:creationId xmlns:a16="http://schemas.microsoft.com/office/drawing/2014/main" id="{9B040612-F9AA-146A-0D44-7E8A011103C5}"/>
                    </a:ext>
                  </a:extLst>
                </p:cNvPr>
                <p:cNvPicPr/>
                <p:nvPr/>
              </p:nvPicPr>
              <p:blipFill>
                <a:blip r:embed="rId263"/>
                <a:stretch>
                  <a:fillRect/>
                </a:stretch>
              </p:blipFill>
              <p:spPr>
                <a:xfrm>
                  <a:off x="970120" y="5494892"/>
                  <a:ext cx="13968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264">
              <p14:nvContentPartPr>
                <p14:cNvPr id="159" name="Ink 158">
                  <a:extLst>
                    <a:ext uri="{FF2B5EF4-FFF2-40B4-BE49-F238E27FC236}">
                      <a16:creationId xmlns:a16="http://schemas.microsoft.com/office/drawing/2014/main" id="{472ED32F-B48E-11AB-6891-49F408F986B7}"/>
                    </a:ext>
                  </a:extLst>
                </p14:cNvPr>
                <p14:cNvContentPartPr/>
                <p14:nvPr/>
              </p14:nvContentPartPr>
              <p14:xfrm>
                <a:off x="1124560" y="5553572"/>
                <a:ext cx="210240" cy="128520"/>
              </p14:xfrm>
            </p:contentPart>
          </mc:Choice>
          <mc:Fallback>
            <p:pic>
              <p:nvPicPr>
                <p:cNvPr id="159" name="Ink 158">
                  <a:extLst>
                    <a:ext uri="{FF2B5EF4-FFF2-40B4-BE49-F238E27FC236}">
                      <a16:creationId xmlns:a16="http://schemas.microsoft.com/office/drawing/2014/main" id="{472ED32F-B48E-11AB-6891-49F408F986B7}"/>
                    </a:ext>
                  </a:extLst>
                </p:cNvPr>
                <p:cNvPicPr/>
                <p:nvPr/>
              </p:nvPicPr>
              <p:blipFill>
                <a:blip r:embed="rId265"/>
                <a:stretch>
                  <a:fillRect/>
                </a:stretch>
              </p:blipFill>
              <p:spPr>
                <a:xfrm>
                  <a:off x="1115920" y="5544932"/>
                  <a:ext cx="227880" cy="146160"/>
                </a:xfrm>
                <a:prstGeom prst="rect">
                  <a:avLst/>
                </a:prstGeom>
              </p:spPr>
            </p:pic>
          </mc:Fallback>
        </mc:AlternateContent>
        <mc:AlternateContent xmlns:mc="http://schemas.openxmlformats.org/markup-compatibility/2006">
          <mc:Choice xmlns:p14="http://schemas.microsoft.com/office/powerpoint/2010/main" Requires="p14">
            <p:contentPart p14:bwMode="auto" r:id="rId266">
              <p14:nvContentPartPr>
                <p14:cNvPr id="160" name="Ink 159">
                  <a:extLst>
                    <a:ext uri="{FF2B5EF4-FFF2-40B4-BE49-F238E27FC236}">
                      <a16:creationId xmlns:a16="http://schemas.microsoft.com/office/drawing/2014/main" id="{F8F6F53B-A7C1-1236-BB26-168A076368CE}"/>
                    </a:ext>
                  </a:extLst>
                </p14:cNvPr>
                <p14:cNvContentPartPr/>
                <p14:nvPr/>
              </p14:nvContentPartPr>
              <p14:xfrm>
                <a:off x="1394200" y="5565452"/>
                <a:ext cx="113400" cy="125280"/>
              </p14:xfrm>
            </p:contentPart>
          </mc:Choice>
          <mc:Fallback>
            <p:pic>
              <p:nvPicPr>
                <p:cNvPr id="160" name="Ink 159">
                  <a:extLst>
                    <a:ext uri="{FF2B5EF4-FFF2-40B4-BE49-F238E27FC236}">
                      <a16:creationId xmlns:a16="http://schemas.microsoft.com/office/drawing/2014/main" id="{F8F6F53B-A7C1-1236-BB26-168A076368CE}"/>
                    </a:ext>
                  </a:extLst>
                </p:cNvPr>
                <p:cNvPicPr/>
                <p:nvPr/>
              </p:nvPicPr>
              <p:blipFill>
                <a:blip r:embed="rId267"/>
                <a:stretch>
                  <a:fillRect/>
                </a:stretch>
              </p:blipFill>
              <p:spPr>
                <a:xfrm>
                  <a:off x="1385560" y="5556452"/>
                  <a:ext cx="131040" cy="142920"/>
                </a:xfrm>
                <a:prstGeom prst="rect">
                  <a:avLst/>
                </a:prstGeom>
              </p:spPr>
            </p:pic>
          </mc:Fallback>
        </mc:AlternateContent>
        <mc:AlternateContent xmlns:mc="http://schemas.openxmlformats.org/markup-compatibility/2006">
          <mc:Choice xmlns:p14="http://schemas.microsoft.com/office/powerpoint/2010/main" Requires="p14">
            <p:contentPart p14:bwMode="auto" r:id="rId268">
              <p14:nvContentPartPr>
                <p14:cNvPr id="161" name="Ink 160">
                  <a:extLst>
                    <a:ext uri="{FF2B5EF4-FFF2-40B4-BE49-F238E27FC236}">
                      <a16:creationId xmlns:a16="http://schemas.microsoft.com/office/drawing/2014/main" id="{0D3BBEB0-6C0B-9F70-E2E5-F27D9E96BF97}"/>
                    </a:ext>
                  </a:extLst>
                </p14:cNvPr>
                <p14:cNvContentPartPr/>
                <p14:nvPr/>
              </p14:nvContentPartPr>
              <p14:xfrm>
                <a:off x="1553320" y="5448092"/>
                <a:ext cx="117000" cy="240840"/>
              </p14:xfrm>
            </p:contentPart>
          </mc:Choice>
          <mc:Fallback>
            <p:pic>
              <p:nvPicPr>
                <p:cNvPr id="161" name="Ink 160">
                  <a:extLst>
                    <a:ext uri="{FF2B5EF4-FFF2-40B4-BE49-F238E27FC236}">
                      <a16:creationId xmlns:a16="http://schemas.microsoft.com/office/drawing/2014/main" id="{0D3BBEB0-6C0B-9F70-E2E5-F27D9E96BF97}"/>
                    </a:ext>
                  </a:extLst>
                </p:cNvPr>
                <p:cNvPicPr/>
                <p:nvPr/>
              </p:nvPicPr>
              <p:blipFill>
                <a:blip r:embed="rId269"/>
                <a:stretch>
                  <a:fillRect/>
                </a:stretch>
              </p:blipFill>
              <p:spPr>
                <a:xfrm>
                  <a:off x="1544680" y="5439092"/>
                  <a:ext cx="134640" cy="258480"/>
                </a:xfrm>
                <a:prstGeom prst="rect">
                  <a:avLst/>
                </a:prstGeom>
              </p:spPr>
            </p:pic>
          </mc:Fallback>
        </mc:AlternateContent>
        <mc:AlternateContent xmlns:mc="http://schemas.openxmlformats.org/markup-compatibility/2006">
          <mc:Choice xmlns:p14="http://schemas.microsoft.com/office/powerpoint/2010/main" Requires="p14">
            <p:contentPart p14:bwMode="auto" r:id="rId270">
              <p14:nvContentPartPr>
                <p14:cNvPr id="162" name="Ink 161">
                  <a:extLst>
                    <a:ext uri="{FF2B5EF4-FFF2-40B4-BE49-F238E27FC236}">
                      <a16:creationId xmlns:a16="http://schemas.microsoft.com/office/drawing/2014/main" id="{9B5D76DE-477B-1AE9-718F-646F7C02EF81}"/>
                    </a:ext>
                  </a:extLst>
                </p14:cNvPr>
                <p14:cNvContentPartPr/>
                <p14:nvPr/>
              </p14:nvContentPartPr>
              <p14:xfrm>
                <a:off x="1740160" y="5496332"/>
                <a:ext cx="148680" cy="194040"/>
              </p14:xfrm>
            </p:contentPart>
          </mc:Choice>
          <mc:Fallback>
            <p:pic>
              <p:nvPicPr>
                <p:cNvPr id="162" name="Ink 161">
                  <a:extLst>
                    <a:ext uri="{FF2B5EF4-FFF2-40B4-BE49-F238E27FC236}">
                      <a16:creationId xmlns:a16="http://schemas.microsoft.com/office/drawing/2014/main" id="{9B5D76DE-477B-1AE9-718F-646F7C02EF81}"/>
                    </a:ext>
                  </a:extLst>
                </p:cNvPr>
                <p:cNvPicPr/>
                <p:nvPr/>
              </p:nvPicPr>
              <p:blipFill>
                <a:blip r:embed="rId271"/>
                <a:stretch>
                  <a:fillRect/>
                </a:stretch>
              </p:blipFill>
              <p:spPr>
                <a:xfrm>
                  <a:off x="1731520" y="5487692"/>
                  <a:ext cx="166320" cy="211680"/>
                </a:xfrm>
                <a:prstGeom prst="rect">
                  <a:avLst/>
                </a:prstGeom>
              </p:spPr>
            </p:pic>
          </mc:Fallback>
        </mc:AlternateContent>
        <mc:AlternateContent xmlns:mc="http://schemas.openxmlformats.org/markup-compatibility/2006">
          <mc:Choice xmlns:p14="http://schemas.microsoft.com/office/powerpoint/2010/main" Requires="p14">
            <p:contentPart p14:bwMode="auto" r:id="rId272">
              <p14:nvContentPartPr>
                <p14:cNvPr id="164" name="Ink 163">
                  <a:extLst>
                    <a:ext uri="{FF2B5EF4-FFF2-40B4-BE49-F238E27FC236}">
                      <a16:creationId xmlns:a16="http://schemas.microsoft.com/office/drawing/2014/main" id="{44E37ED1-FF94-5511-0951-302D5BCC5144}"/>
                    </a:ext>
                  </a:extLst>
                </p14:cNvPr>
                <p14:cNvContentPartPr/>
                <p14:nvPr/>
              </p14:nvContentPartPr>
              <p14:xfrm>
                <a:off x="1960120" y="5570132"/>
                <a:ext cx="126720" cy="133560"/>
              </p14:xfrm>
            </p:contentPart>
          </mc:Choice>
          <mc:Fallback>
            <p:pic>
              <p:nvPicPr>
                <p:cNvPr id="164" name="Ink 163">
                  <a:extLst>
                    <a:ext uri="{FF2B5EF4-FFF2-40B4-BE49-F238E27FC236}">
                      <a16:creationId xmlns:a16="http://schemas.microsoft.com/office/drawing/2014/main" id="{44E37ED1-FF94-5511-0951-302D5BCC5144}"/>
                    </a:ext>
                  </a:extLst>
                </p:cNvPr>
                <p:cNvPicPr/>
                <p:nvPr/>
              </p:nvPicPr>
              <p:blipFill>
                <a:blip r:embed="rId273"/>
                <a:stretch>
                  <a:fillRect/>
                </a:stretch>
              </p:blipFill>
              <p:spPr>
                <a:xfrm>
                  <a:off x="1951120" y="5561132"/>
                  <a:ext cx="144360" cy="151200"/>
                </a:xfrm>
                <a:prstGeom prst="rect">
                  <a:avLst/>
                </a:prstGeom>
              </p:spPr>
            </p:pic>
          </mc:Fallback>
        </mc:AlternateContent>
        <mc:AlternateContent xmlns:mc="http://schemas.openxmlformats.org/markup-compatibility/2006">
          <mc:Choice xmlns:p14="http://schemas.microsoft.com/office/powerpoint/2010/main" Requires="p14">
            <p:contentPart p14:bwMode="auto" r:id="rId274">
              <p14:nvContentPartPr>
                <p14:cNvPr id="165" name="Ink 164">
                  <a:extLst>
                    <a:ext uri="{FF2B5EF4-FFF2-40B4-BE49-F238E27FC236}">
                      <a16:creationId xmlns:a16="http://schemas.microsoft.com/office/drawing/2014/main" id="{CE08AA1A-4F09-443F-FCC2-04DD58031B18}"/>
                    </a:ext>
                  </a:extLst>
                </p14:cNvPr>
                <p14:cNvContentPartPr/>
                <p14:nvPr/>
              </p14:nvContentPartPr>
              <p14:xfrm>
                <a:off x="2137600" y="5563292"/>
                <a:ext cx="132480" cy="127440"/>
              </p14:xfrm>
            </p:contentPart>
          </mc:Choice>
          <mc:Fallback>
            <p:pic>
              <p:nvPicPr>
                <p:cNvPr id="165" name="Ink 164">
                  <a:extLst>
                    <a:ext uri="{FF2B5EF4-FFF2-40B4-BE49-F238E27FC236}">
                      <a16:creationId xmlns:a16="http://schemas.microsoft.com/office/drawing/2014/main" id="{CE08AA1A-4F09-443F-FCC2-04DD58031B18}"/>
                    </a:ext>
                  </a:extLst>
                </p:cNvPr>
                <p:cNvPicPr/>
                <p:nvPr/>
              </p:nvPicPr>
              <p:blipFill>
                <a:blip r:embed="rId275"/>
                <a:stretch>
                  <a:fillRect/>
                </a:stretch>
              </p:blipFill>
              <p:spPr>
                <a:xfrm>
                  <a:off x="2128960" y="5554292"/>
                  <a:ext cx="150120" cy="145080"/>
                </a:xfrm>
                <a:prstGeom prst="rect">
                  <a:avLst/>
                </a:prstGeom>
              </p:spPr>
            </p:pic>
          </mc:Fallback>
        </mc:AlternateContent>
        <mc:AlternateContent xmlns:mc="http://schemas.openxmlformats.org/markup-compatibility/2006">
          <mc:Choice xmlns:p14="http://schemas.microsoft.com/office/powerpoint/2010/main" Requires="p14">
            <p:contentPart p14:bwMode="auto" r:id="rId276">
              <p14:nvContentPartPr>
                <p14:cNvPr id="167" name="Ink 166">
                  <a:extLst>
                    <a:ext uri="{FF2B5EF4-FFF2-40B4-BE49-F238E27FC236}">
                      <a16:creationId xmlns:a16="http://schemas.microsoft.com/office/drawing/2014/main" id="{A2D255E3-5DD7-F0BF-526C-923E95908C1F}"/>
                    </a:ext>
                  </a:extLst>
                </p14:cNvPr>
                <p14:cNvContentPartPr/>
                <p14:nvPr/>
              </p14:nvContentPartPr>
              <p14:xfrm>
                <a:off x="741880" y="5364572"/>
                <a:ext cx="2208240" cy="587160"/>
              </p14:xfrm>
            </p:contentPart>
          </mc:Choice>
          <mc:Fallback>
            <p:pic>
              <p:nvPicPr>
                <p:cNvPr id="167" name="Ink 166">
                  <a:extLst>
                    <a:ext uri="{FF2B5EF4-FFF2-40B4-BE49-F238E27FC236}">
                      <a16:creationId xmlns:a16="http://schemas.microsoft.com/office/drawing/2014/main" id="{A2D255E3-5DD7-F0BF-526C-923E95908C1F}"/>
                    </a:ext>
                  </a:extLst>
                </p:cNvPr>
                <p:cNvPicPr/>
                <p:nvPr/>
              </p:nvPicPr>
              <p:blipFill>
                <a:blip r:embed="rId277"/>
                <a:stretch>
                  <a:fillRect/>
                </a:stretch>
              </p:blipFill>
              <p:spPr>
                <a:xfrm>
                  <a:off x="733240" y="5355932"/>
                  <a:ext cx="2225880" cy="604800"/>
                </a:xfrm>
                <a:prstGeom prst="rect">
                  <a:avLst/>
                </a:prstGeom>
              </p:spPr>
            </p:pic>
          </mc:Fallback>
        </mc:AlternateContent>
        <mc:AlternateContent xmlns:mc="http://schemas.openxmlformats.org/markup-compatibility/2006">
          <mc:Choice xmlns:p14="http://schemas.microsoft.com/office/powerpoint/2010/main" Requires="p14">
            <p:contentPart p14:bwMode="auto" r:id="rId278">
              <p14:nvContentPartPr>
                <p14:cNvPr id="168" name="Ink 167">
                  <a:extLst>
                    <a:ext uri="{FF2B5EF4-FFF2-40B4-BE49-F238E27FC236}">
                      <a16:creationId xmlns:a16="http://schemas.microsoft.com/office/drawing/2014/main" id="{4FC74E4C-8AD2-3773-C72D-FB7C76F419CB}"/>
                    </a:ext>
                  </a:extLst>
                </p14:cNvPr>
                <p14:cNvContentPartPr/>
                <p14:nvPr/>
              </p14:nvContentPartPr>
              <p14:xfrm>
                <a:off x="571960" y="5296172"/>
                <a:ext cx="2675160" cy="526680"/>
              </p14:xfrm>
            </p:contentPart>
          </mc:Choice>
          <mc:Fallback>
            <p:pic>
              <p:nvPicPr>
                <p:cNvPr id="168" name="Ink 167">
                  <a:extLst>
                    <a:ext uri="{FF2B5EF4-FFF2-40B4-BE49-F238E27FC236}">
                      <a16:creationId xmlns:a16="http://schemas.microsoft.com/office/drawing/2014/main" id="{4FC74E4C-8AD2-3773-C72D-FB7C76F419CB}"/>
                    </a:ext>
                  </a:extLst>
                </p:cNvPr>
                <p:cNvPicPr/>
                <p:nvPr/>
              </p:nvPicPr>
              <p:blipFill>
                <a:blip r:embed="rId279"/>
                <a:stretch>
                  <a:fillRect/>
                </a:stretch>
              </p:blipFill>
              <p:spPr>
                <a:xfrm>
                  <a:off x="563320" y="5287172"/>
                  <a:ext cx="2692800" cy="544320"/>
                </a:xfrm>
                <a:prstGeom prst="rect">
                  <a:avLst/>
                </a:prstGeom>
              </p:spPr>
            </p:pic>
          </mc:Fallback>
        </mc:AlternateContent>
        <mc:AlternateContent xmlns:mc="http://schemas.openxmlformats.org/markup-compatibility/2006">
          <mc:Choice xmlns:p14="http://schemas.microsoft.com/office/powerpoint/2010/main" Requires="p14">
            <p:contentPart p14:bwMode="auto" r:id="rId280">
              <p14:nvContentPartPr>
                <p14:cNvPr id="169" name="Ink 168">
                  <a:extLst>
                    <a:ext uri="{FF2B5EF4-FFF2-40B4-BE49-F238E27FC236}">
                      <a16:creationId xmlns:a16="http://schemas.microsoft.com/office/drawing/2014/main" id="{EC6F2F54-15E8-0959-B401-9C316778D972}"/>
                    </a:ext>
                  </a:extLst>
                </p14:cNvPr>
                <p14:cNvContentPartPr/>
                <p14:nvPr/>
              </p14:nvContentPartPr>
              <p14:xfrm>
                <a:off x="2545120" y="5636372"/>
                <a:ext cx="34200" cy="46080"/>
              </p14:xfrm>
            </p:contentPart>
          </mc:Choice>
          <mc:Fallback>
            <p:pic>
              <p:nvPicPr>
                <p:cNvPr id="169" name="Ink 168">
                  <a:extLst>
                    <a:ext uri="{FF2B5EF4-FFF2-40B4-BE49-F238E27FC236}">
                      <a16:creationId xmlns:a16="http://schemas.microsoft.com/office/drawing/2014/main" id="{EC6F2F54-15E8-0959-B401-9C316778D972}"/>
                    </a:ext>
                  </a:extLst>
                </p:cNvPr>
                <p:cNvPicPr/>
                <p:nvPr/>
              </p:nvPicPr>
              <p:blipFill>
                <a:blip r:embed="rId281"/>
                <a:stretch>
                  <a:fillRect/>
                </a:stretch>
              </p:blipFill>
              <p:spPr>
                <a:xfrm>
                  <a:off x="2536120" y="5627372"/>
                  <a:ext cx="51840" cy="63720"/>
                </a:xfrm>
                <a:prstGeom prst="rect">
                  <a:avLst/>
                </a:prstGeom>
              </p:spPr>
            </p:pic>
          </mc:Fallback>
        </mc:AlternateContent>
        <mc:AlternateContent xmlns:mc="http://schemas.openxmlformats.org/markup-compatibility/2006">
          <mc:Choice xmlns:p14="http://schemas.microsoft.com/office/powerpoint/2010/main" Requires="p14">
            <p:contentPart p14:bwMode="auto" r:id="rId282">
              <p14:nvContentPartPr>
                <p14:cNvPr id="170" name="Ink 169">
                  <a:extLst>
                    <a:ext uri="{FF2B5EF4-FFF2-40B4-BE49-F238E27FC236}">
                      <a16:creationId xmlns:a16="http://schemas.microsoft.com/office/drawing/2014/main" id="{D7650130-6C64-9CCD-B87C-E917B4CAACA8}"/>
                    </a:ext>
                  </a:extLst>
                </p14:cNvPr>
                <p14:cNvContentPartPr/>
                <p14:nvPr/>
              </p14:nvContentPartPr>
              <p14:xfrm>
                <a:off x="2587240" y="5565452"/>
                <a:ext cx="81360" cy="243360"/>
              </p14:xfrm>
            </p:contentPart>
          </mc:Choice>
          <mc:Fallback>
            <p:pic>
              <p:nvPicPr>
                <p:cNvPr id="170" name="Ink 169">
                  <a:extLst>
                    <a:ext uri="{FF2B5EF4-FFF2-40B4-BE49-F238E27FC236}">
                      <a16:creationId xmlns:a16="http://schemas.microsoft.com/office/drawing/2014/main" id="{D7650130-6C64-9CCD-B87C-E917B4CAACA8}"/>
                    </a:ext>
                  </a:extLst>
                </p:cNvPr>
                <p:cNvPicPr/>
                <p:nvPr/>
              </p:nvPicPr>
              <p:blipFill>
                <a:blip r:embed="rId283"/>
                <a:stretch>
                  <a:fillRect/>
                </a:stretch>
              </p:blipFill>
              <p:spPr>
                <a:xfrm>
                  <a:off x="2578240" y="5556452"/>
                  <a:ext cx="99000" cy="261000"/>
                </a:xfrm>
                <a:prstGeom prst="rect">
                  <a:avLst/>
                </a:prstGeom>
              </p:spPr>
            </p:pic>
          </mc:Fallback>
        </mc:AlternateContent>
        <mc:AlternateContent xmlns:mc="http://schemas.openxmlformats.org/markup-compatibility/2006">
          <mc:Choice xmlns:p14="http://schemas.microsoft.com/office/powerpoint/2010/main" Requires="p14">
            <p:contentPart p14:bwMode="auto" r:id="rId284">
              <p14:nvContentPartPr>
                <p14:cNvPr id="171" name="Ink 170">
                  <a:extLst>
                    <a:ext uri="{FF2B5EF4-FFF2-40B4-BE49-F238E27FC236}">
                      <a16:creationId xmlns:a16="http://schemas.microsoft.com/office/drawing/2014/main" id="{9E646D1A-068E-6E32-188E-C4FC1523B0B8}"/>
                    </a:ext>
                  </a:extLst>
                </p14:cNvPr>
                <p14:cNvContentPartPr/>
                <p14:nvPr/>
              </p14:nvContentPartPr>
              <p14:xfrm>
                <a:off x="2671120" y="5591372"/>
                <a:ext cx="102600" cy="282600"/>
              </p14:xfrm>
            </p:contentPart>
          </mc:Choice>
          <mc:Fallback>
            <p:pic>
              <p:nvPicPr>
                <p:cNvPr id="171" name="Ink 170">
                  <a:extLst>
                    <a:ext uri="{FF2B5EF4-FFF2-40B4-BE49-F238E27FC236}">
                      <a16:creationId xmlns:a16="http://schemas.microsoft.com/office/drawing/2014/main" id="{9E646D1A-068E-6E32-188E-C4FC1523B0B8}"/>
                    </a:ext>
                  </a:extLst>
                </p:cNvPr>
                <p:cNvPicPr/>
                <p:nvPr/>
              </p:nvPicPr>
              <p:blipFill>
                <a:blip r:embed="rId285"/>
                <a:stretch>
                  <a:fillRect/>
                </a:stretch>
              </p:blipFill>
              <p:spPr>
                <a:xfrm>
                  <a:off x="2662120" y="5582732"/>
                  <a:ext cx="120240" cy="300240"/>
                </a:xfrm>
                <a:prstGeom prst="rect">
                  <a:avLst/>
                </a:prstGeom>
              </p:spPr>
            </p:pic>
          </mc:Fallback>
        </mc:AlternateContent>
        <mc:AlternateContent xmlns:mc="http://schemas.openxmlformats.org/markup-compatibility/2006">
          <mc:Choice xmlns:p14="http://schemas.microsoft.com/office/powerpoint/2010/main" Requires="p14">
            <p:contentPart p14:bwMode="auto" r:id="rId286">
              <p14:nvContentPartPr>
                <p14:cNvPr id="172" name="Ink 171">
                  <a:extLst>
                    <a:ext uri="{FF2B5EF4-FFF2-40B4-BE49-F238E27FC236}">
                      <a16:creationId xmlns:a16="http://schemas.microsoft.com/office/drawing/2014/main" id="{1D0062B4-11AD-A086-2B89-C42512071586}"/>
                    </a:ext>
                  </a:extLst>
                </p14:cNvPr>
                <p14:cNvContentPartPr/>
                <p14:nvPr/>
              </p14:nvContentPartPr>
              <p14:xfrm>
                <a:off x="2729080" y="5584892"/>
                <a:ext cx="172440" cy="375480"/>
              </p14:xfrm>
            </p:contentPart>
          </mc:Choice>
          <mc:Fallback>
            <p:pic>
              <p:nvPicPr>
                <p:cNvPr id="172" name="Ink 171">
                  <a:extLst>
                    <a:ext uri="{FF2B5EF4-FFF2-40B4-BE49-F238E27FC236}">
                      <a16:creationId xmlns:a16="http://schemas.microsoft.com/office/drawing/2014/main" id="{1D0062B4-11AD-A086-2B89-C42512071586}"/>
                    </a:ext>
                  </a:extLst>
                </p:cNvPr>
                <p:cNvPicPr/>
                <p:nvPr/>
              </p:nvPicPr>
              <p:blipFill>
                <a:blip r:embed="rId287"/>
                <a:stretch>
                  <a:fillRect/>
                </a:stretch>
              </p:blipFill>
              <p:spPr>
                <a:xfrm>
                  <a:off x="2720440" y="5576252"/>
                  <a:ext cx="190080" cy="393120"/>
                </a:xfrm>
                <a:prstGeom prst="rect">
                  <a:avLst/>
                </a:prstGeom>
              </p:spPr>
            </p:pic>
          </mc:Fallback>
        </mc:AlternateContent>
        <mc:AlternateContent xmlns:mc="http://schemas.openxmlformats.org/markup-compatibility/2006">
          <mc:Choice xmlns:p14="http://schemas.microsoft.com/office/powerpoint/2010/main" Requires="p14">
            <p:contentPart p14:bwMode="auto" r:id="rId288">
              <p14:nvContentPartPr>
                <p14:cNvPr id="173" name="Ink 172">
                  <a:extLst>
                    <a:ext uri="{FF2B5EF4-FFF2-40B4-BE49-F238E27FC236}">
                      <a16:creationId xmlns:a16="http://schemas.microsoft.com/office/drawing/2014/main" id="{7B37176B-28B3-8BDC-4E05-803773B99135}"/>
                    </a:ext>
                  </a:extLst>
                </p14:cNvPr>
                <p14:cNvContentPartPr/>
                <p14:nvPr/>
              </p14:nvContentPartPr>
              <p14:xfrm>
                <a:off x="2458360" y="5403452"/>
                <a:ext cx="39240" cy="43560"/>
              </p14:xfrm>
            </p:contentPart>
          </mc:Choice>
          <mc:Fallback>
            <p:pic>
              <p:nvPicPr>
                <p:cNvPr id="173" name="Ink 172">
                  <a:extLst>
                    <a:ext uri="{FF2B5EF4-FFF2-40B4-BE49-F238E27FC236}">
                      <a16:creationId xmlns:a16="http://schemas.microsoft.com/office/drawing/2014/main" id="{7B37176B-28B3-8BDC-4E05-803773B99135}"/>
                    </a:ext>
                  </a:extLst>
                </p:cNvPr>
                <p:cNvPicPr/>
                <p:nvPr/>
              </p:nvPicPr>
              <p:blipFill>
                <a:blip r:embed="rId289"/>
                <a:stretch>
                  <a:fillRect/>
                </a:stretch>
              </p:blipFill>
              <p:spPr>
                <a:xfrm>
                  <a:off x="2449360" y="5394452"/>
                  <a:ext cx="56880" cy="61200"/>
                </a:xfrm>
                <a:prstGeom prst="rect">
                  <a:avLst/>
                </a:prstGeom>
              </p:spPr>
            </p:pic>
          </mc:Fallback>
        </mc:AlternateContent>
        <mc:AlternateContent xmlns:mc="http://schemas.openxmlformats.org/markup-compatibility/2006">
          <mc:Choice xmlns:p14="http://schemas.microsoft.com/office/powerpoint/2010/main" Requires="p14">
            <p:contentPart p14:bwMode="auto" r:id="rId290">
              <p14:nvContentPartPr>
                <p14:cNvPr id="174" name="Ink 173">
                  <a:extLst>
                    <a:ext uri="{FF2B5EF4-FFF2-40B4-BE49-F238E27FC236}">
                      <a16:creationId xmlns:a16="http://schemas.microsoft.com/office/drawing/2014/main" id="{BE89457B-04D5-7D65-D489-FC0B6E3202EE}"/>
                    </a:ext>
                  </a:extLst>
                </p14:cNvPr>
                <p14:cNvContentPartPr/>
                <p14:nvPr/>
              </p14:nvContentPartPr>
              <p14:xfrm>
                <a:off x="2453680" y="5295452"/>
                <a:ext cx="152640" cy="204480"/>
              </p14:xfrm>
            </p:contentPart>
          </mc:Choice>
          <mc:Fallback>
            <p:pic>
              <p:nvPicPr>
                <p:cNvPr id="174" name="Ink 173">
                  <a:extLst>
                    <a:ext uri="{FF2B5EF4-FFF2-40B4-BE49-F238E27FC236}">
                      <a16:creationId xmlns:a16="http://schemas.microsoft.com/office/drawing/2014/main" id="{BE89457B-04D5-7D65-D489-FC0B6E3202EE}"/>
                    </a:ext>
                  </a:extLst>
                </p:cNvPr>
                <p:cNvPicPr/>
                <p:nvPr/>
              </p:nvPicPr>
              <p:blipFill>
                <a:blip r:embed="rId291"/>
                <a:stretch>
                  <a:fillRect/>
                </a:stretch>
              </p:blipFill>
              <p:spPr>
                <a:xfrm>
                  <a:off x="2444680" y="5286452"/>
                  <a:ext cx="170280" cy="222120"/>
                </a:xfrm>
                <a:prstGeom prst="rect">
                  <a:avLst/>
                </a:prstGeom>
              </p:spPr>
            </p:pic>
          </mc:Fallback>
        </mc:AlternateContent>
        <mc:AlternateContent xmlns:mc="http://schemas.openxmlformats.org/markup-compatibility/2006">
          <mc:Choice xmlns:p14="http://schemas.microsoft.com/office/powerpoint/2010/main" Requires="p14">
            <p:contentPart p14:bwMode="auto" r:id="rId292">
              <p14:nvContentPartPr>
                <p14:cNvPr id="175" name="Ink 174">
                  <a:extLst>
                    <a:ext uri="{FF2B5EF4-FFF2-40B4-BE49-F238E27FC236}">
                      <a16:creationId xmlns:a16="http://schemas.microsoft.com/office/drawing/2014/main" id="{2B560028-AF9B-4F8E-2738-3C86B2CD8D30}"/>
                    </a:ext>
                  </a:extLst>
                </p14:cNvPr>
                <p14:cNvContentPartPr/>
                <p14:nvPr/>
              </p14:nvContentPartPr>
              <p14:xfrm>
                <a:off x="2453680" y="5157212"/>
                <a:ext cx="258840" cy="367200"/>
              </p14:xfrm>
            </p:contentPart>
          </mc:Choice>
          <mc:Fallback>
            <p:pic>
              <p:nvPicPr>
                <p:cNvPr id="175" name="Ink 174">
                  <a:extLst>
                    <a:ext uri="{FF2B5EF4-FFF2-40B4-BE49-F238E27FC236}">
                      <a16:creationId xmlns:a16="http://schemas.microsoft.com/office/drawing/2014/main" id="{2B560028-AF9B-4F8E-2738-3C86B2CD8D30}"/>
                    </a:ext>
                  </a:extLst>
                </p:cNvPr>
                <p:cNvPicPr/>
                <p:nvPr/>
              </p:nvPicPr>
              <p:blipFill>
                <a:blip r:embed="rId293"/>
                <a:stretch>
                  <a:fillRect/>
                </a:stretch>
              </p:blipFill>
              <p:spPr>
                <a:xfrm>
                  <a:off x="2444680" y="5148572"/>
                  <a:ext cx="276480" cy="384840"/>
                </a:xfrm>
                <a:prstGeom prst="rect">
                  <a:avLst/>
                </a:prstGeom>
              </p:spPr>
            </p:pic>
          </mc:Fallback>
        </mc:AlternateContent>
        <mc:AlternateContent xmlns:mc="http://schemas.openxmlformats.org/markup-compatibility/2006">
          <mc:Choice xmlns:p14="http://schemas.microsoft.com/office/powerpoint/2010/main" Requires="p14">
            <p:contentPart p14:bwMode="auto" r:id="rId294">
              <p14:nvContentPartPr>
                <p14:cNvPr id="176" name="Ink 175">
                  <a:extLst>
                    <a:ext uri="{FF2B5EF4-FFF2-40B4-BE49-F238E27FC236}">
                      <a16:creationId xmlns:a16="http://schemas.microsoft.com/office/drawing/2014/main" id="{48230166-454C-B7EC-2DFE-F4D5CF7FADC8}"/>
                    </a:ext>
                  </a:extLst>
                </p14:cNvPr>
                <p14:cNvContentPartPr/>
                <p14:nvPr/>
              </p14:nvContentPartPr>
              <p14:xfrm>
                <a:off x="2629360" y="4989092"/>
                <a:ext cx="292680" cy="477720"/>
              </p14:xfrm>
            </p:contentPart>
          </mc:Choice>
          <mc:Fallback>
            <p:pic>
              <p:nvPicPr>
                <p:cNvPr id="176" name="Ink 175">
                  <a:extLst>
                    <a:ext uri="{FF2B5EF4-FFF2-40B4-BE49-F238E27FC236}">
                      <a16:creationId xmlns:a16="http://schemas.microsoft.com/office/drawing/2014/main" id="{48230166-454C-B7EC-2DFE-F4D5CF7FADC8}"/>
                    </a:ext>
                  </a:extLst>
                </p:cNvPr>
                <p:cNvPicPr/>
                <p:nvPr/>
              </p:nvPicPr>
              <p:blipFill>
                <a:blip r:embed="rId295"/>
                <a:stretch>
                  <a:fillRect/>
                </a:stretch>
              </p:blipFill>
              <p:spPr>
                <a:xfrm>
                  <a:off x="2620360" y="4980452"/>
                  <a:ext cx="310320" cy="495360"/>
                </a:xfrm>
                <a:prstGeom prst="rect">
                  <a:avLst/>
                </a:prstGeom>
              </p:spPr>
            </p:pic>
          </mc:Fallback>
        </mc:AlternateContent>
        <mc:AlternateContent xmlns:mc="http://schemas.openxmlformats.org/markup-compatibility/2006">
          <mc:Choice xmlns:p14="http://schemas.microsoft.com/office/powerpoint/2010/main" Requires="p14">
            <p:contentPart p14:bwMode="auto" r:id="rId296">
              <p14:nvContentPartPr>
                <p14:cNvPr id="178" name="Ink 177">
                  <a:extLst>
                    <a:ext uri="{FF2B5EF4-FFF2-40B4-BE49-F238E27FC236}">
                      <a16:creationId xmlns:a16="http://schemas.microsoft.com/office/drawing/2014/main" id="{5EB7F454-5E6F-9496-00A3-88DAC81DB78C}"/>
                    </a:ext>
                  </a:extLst>
                </p14:cNvPr>
                <p14:cNvContentPartPr/>
                <p14:nvPr/>
              </p14:nvContentPartPr>
              <p14:xfrm>
                <a:off x="1886680" y="5390492"/>
                <a:ext cx="65520" cy="43920"/>
              </p14:xfrm>
            </p:contentPart>
          </mc:Choice>
          <mc:Fallback>
            <p:pic>
              <p:nvPicPr>
                <p:cNvPr id="178" name="Ink 177">
                  <a:extLst>
                    <a:ext uri="{FF2B5EF4-FFF2-40B4-BE49-F238E27FC236}">
                      <a16:creationId xmlns:a16="http://schemas.microsoft.com/office/drawing/2014/main" id="{5EB7F454-5E6F-9496-00A3-88DAC81DB78C}"/>
                    </a:ext>
                  </a:extLst>
                </p:cNvPr>
                <p:cNvPicPr/>
                <p:nvPr/>
              </p:nvPicPr>
              <p:blipFill>
                <a:blip r:embed="rId297"/>
                <a:stretch>
                  <a:fillRect/>
                </a:stretch>
              </p:blipFill>
              <p:spPr>
                <a:xfrm>
                  <a:off x="1878040" y="5381492"/>
                  <a:ext cx="83160" cy="61560"/>
                </a:xfrm>
                <a:prstGeom prst="rect">
                  <a:avLst/>
                </a:prstGeom>
              </p:spPr>
            </p:pic>
          </mc:Fallback>
        </mc:AlternateContent>
        <mc:AlternateContent xmlns:mc="http://schemas.openxmlformats.org/markup-compatibility/2006">
          <mc:Choice xmlns:p14="http://schemas.microsoft.com/office/powerpoint/2010/main" Requires="p14">
            <p:contentPart p14:bwMode="auto" r:id="rId298">
              <p14:nvContentPartPr>
                <p14:cNvPr id="179" name="Ink 178">
                  <a:extLst>
                    <a:ext uri="{FF2B5EF4-FFF2-40B4-BE49-F238E27FC236}">
                      <a16:creationId xmlns:a16="http://schemas.microsoft.com/office/drawing/2014/main" id="{2D1B53BA-7225-F978-8A2D-9133C89E0D6A}"/>
                    </a:ext>
                  </a:extLst>
                </p14:cNvPr>
                <p14:cNvContentPartPr/>
                <p14:nvPr/>
              </p14:nvContentPartPr>
              <p14:xfrm>
                <a:off x="1749880" y="5327132"/>
                <a:ext cx="281880" cy="72720"/>
              </p14:xfrm>
            </p:contentPart>
          </mc:Choice>
          <mc:Fallback>
            <p:pic>
              <p:nvPicPr>
                <p:cNvPr id="179" name="Ink 178">
                  <a:extLst>
                    <a:ext uri="{FF2B5EF4-FFF2-40B4-BE49-F238E27FC236}">
                      <a16:creationId xmlns:a16="http://schemas.microsoft.com/office/drawing/2014/main" id="{2D1B53BA-7225-F978-8A2D-9133C89E0D6A}"/>
                    </a:ext>
                  </a:extLst>
                </p:cNvPr>
                <p:cNvPicPr/>
                <p:nvPr/>
              </p:nvPicPr>
              <p:blipFill>
                <a:blip r:embed="rId299"/>
                <a:stretch>
                  <a:fillRect/>
                </a:stretch>
              </p:blipFill>
              <p:spPr>
                <a:xfrm>
                  <a:off x="1740880" y="5318132"/>
                  <a:ext cx="299520" cy="90360"/>
                </a:xfrm>
                <a:prstGeom prst="rect">
                  <a:avLst/>
                </a:prstGeom>
              </p:spPr>
            </p:pic>
          </mc:Fallback>
        </mc:AlternateContent>
        <mc:AlternateContent xmlns:mc="http://schemas.openxmlformats.org/markup-compatibility/2006">
          <mc:Choice xmlns:p14="http://schemas.microsoft.com/office/powerpoint/2010/main" Requires="p14">
            <p:contentPart p14:bwMode="auto" r:id="rId300">
              <p14:nvContentPartPr>
                <p14:cNvPr id="180" name="Ink 179">
                  <a:extLst>
                    <a:ext uri="{FF2B5EF4-FFF2-40B4-BE49-F238E27FC236}">
                      <a16:creationId xmlns:a16="http://schemas.microsoft.com/office/drawing/2014/main" id="{22F64693-0A88-B2D3-F903-0FF4A8241ADD}"/>
                    </a:ext>
                  </a:extLst>
                </p14:cNvPr>
                <p14:cNvContentPartPr/>
                <p14:nvPr/>
              </p14:nvContentPartPr>
              <p14:xfrm>
                <a:off x="1673200" y="5188532"/>
                <a:ext cx="517680" cy="171360"/>
              </p14:xfrm>
            </p:contentPart>
          </mc:Choice>
          <mc:Fallback>
            <p:pic>
              <p:nvPicPr>
                <p:cNvPr id="180" name="Ink 179">
                  <a:extLst>
                    <a:ext uri="{FF2B5EF4-FFF2-40B4-BE49-F238E27FC236}">
                      <a16:creationId xmlns:a16="http://schemas.microsoft.com/office/drawing/2014/main" id="{22F64693-0A88-B2D3-F903-0FF4A8241ADD}"/>
                    </a:ext>
                  </a:extLst>
                </p:cNvPr>
                <p:cNvPicPr/>
                <p:nvPr/>
              </p:nvPicPr>
              <p:blipFill>
                <a:blip r:embed="rId301"/>
                <a:stretch>
                  <a:fillRect/>
                </a:stretch>
              </p:blipFill>
              <p:spPr>
                <a:xfrm>
                  <a:off x="1664560" y="5179532"/>
                  <a:ext cx="535320" cy="189000"/>
                </a:xfrm>
                <a:prstGeom prst="rect">
                  <a:avLst/>
                </a:prstGeom>
              </p:spPr>
            </p:pic>
          </mc:Fallback>
        </mc:AlternateContent>
        <mc:AlternateContent xmlns:mc="http://schemas.openxmlformats.org/markup-compatibility/2006">
          <mc:Choice xmlns:p14="http://schemas.microsoft.com/office/powerpoint/2010/main" Requires="p14">
            <p:contentPart p14:bwMode="auto" r:id="rId302">
              <p14:nvContentPartPr>
                <p14:cNvPr id="181" name="Ink 180">
                  <a:extLst>
                    <a:ext uri="{FF2B5EF4-FFF2-40B4-BE49-F238E27FC236}">
                      <a16:creationId xmlns:a16="http://schemas.microsoft.com/office/drawing/2014/main" id="{966652A6-FAA1-D74D-F6B7-D8EF63D2F4C2}"/>
                    </a:ext>
                  </a:extLst>
                </p14:cNvPr>
                <p14:cNvContentPartPr/>
                <p14:nvPr/>
              </p14:nvContentPartPr>
              <p14:xfrm>
                <a:off x="1647280" y="5020052"/>
                <a:ext cx="600120" cy="239760"/>
              </p14:xfrm>
            </p:contentPart>
          </mc:Choice>
          <mc:Fallback>
            <p:pic>
              <p:nvPicPr>
                <p:cNvPr id="181" name="Ink 180">
                  <a:extLst>
                    <a:ext uri="{FF2B5EF4-FFF2-40B4-BE49-F238E27FC236}">
                      <a16:creationId xmlns:a16="http://schemas.microsoft.com/office/drawing/2014/main" id="{966652A6-FAA1-D74D-F6B7-D8EF63D2F4C2}"/>
                    </a:ext>
                  </a:extLst>
                </p:cNvPr>
                <p:cNvPicPr/>
                <p:nvPr/>
              </p:nvPicPr>
              <p:blipFill>
                <a:blip r:embed="rId303"/>
                <a:stretch>
                  <a:fillRect/>
                </a:stretch>
              </p:blipFill>
              <p:spPr>
                <a:xfrm>
                  <a:off x="1638640" y="5011052"/>
                  <a:ext cx="617760" cy="257400"/>
                </a:xfrm>
                <a:prstGeom prst="rect">
                  <a:avLst/>
                </a:prstGeom>
              </p:spPr>
            </p:pic>
          </mc:Fallback>
        </mc:AlternateContent>
        <mc:AlternateContent xmlns:mc="http://schemas.openxmlformats.org/markup-compatibility/2006">
          <mc:Choice xmlns:p14="http://schemas.microsoft.com/office/powerpoint/2010/main" Requires="p14">
            <p:contentPart p14:bwMode="auto" r:id="rId304">
              <p14:nvContentPartPr>
                <p14:cNvPr id="183" name="Ink 182">
                  <a:extLst>
                    <a:ext uri="{FF2B5EF4-FFF2-40B4-BE49-F238E27FC236}">
                      <a16:creationId xmlns:a16="http://schemas.microsoft.com/office/drawing/2014/main" id="{E433E267-944A-0198-D6F8-6529062D3C3A}"/>
                    </a:ext>
                  </a:extLst>
                </p14:cNvPr>
                <p14:cNvContentPartPr/>
                <p14:nvPr/>
              </p14:nvContentPartPr>
              <p14:xfrm>
                <a:off x="1200880" y="5421092"/>
                <a:ext cx="52200" cy="38880"/>
              </p14:xfrm>
            </p:contentPart>
          </mc:Choice>
          <mc:Fallback>
            <p:pic>
              <p:nvPicPr>
                <p:cNvPr id="183" name="Ink 182">
                  <a:extLst>
                    <a:ext uri="{FF2B5EF4-FFF2-40B4-BE49-F238E27FC236}">
                      <a16:creationId xmlns:a16="http://schemas.microsoft.com/office/drawing/2014/main" id="{E433E267-944A-0198-D6F8-6529062D3C3A}"/>
                    </a:ext>
                  </a:extLst>
                </p:cNvPr>
                <p:cNvPicPr/>
                <p:nvPr/>
              </p:nvPicPr>
              <p:blipFill>
                <a:blip r:embed="rId305"/>
                <a:stretch>
                  <a:fillRect/>
                </a:stretch>
              </p:blipFill>
              <p:spPr>
                <a:xfrm>
                  <a:off x="1192240" y="5412452"/>
                  <a:ext cx="69840" cy="56520"/>
                </a:xfrm>
                <a:prstGeom prst="rect">
                  <a:avLst/>
                </a:prstGeom>
              </p:spPr>
            </p:pic>
          </mc:Fallback>
        </mc:AlternateContent>
        <mc:AlternateContent xmlns:mc="http://schemas.openxmlformats.org/markup-compatibility/2006">
          <mc:Choice xmlns:p14="http://schemas.microsoft.com/office/powerpoint/2010/main" Requires="p14">
            <p:contentPart p14:bwMode="auto" r:id="rId306">
              <p14:nvContentPartPr>
                <p14:cNvPr id="184" name="Ink 183">
                  <a:extLst>
                    <a:ext uri="{FF2B5EF4-FFF2-40B4-BE49-F238E27FC236}">
                      <a16:creationId xmlns:a16="http://schemas.microsoft.com/office/drawing/2014/main" id="{B6BD2270-9BDC-2971-9BC7-4F2C16159778}"/>
                    </a:ext>
                  </a:extLst>
                </p14:cNvPr>
                <p14:cNvContentPartPr/>
                <p14:nvPr/>
              </p14:nvContentPartPr>
              <p14:xfrm>
                <a:off x="1085320" y="5333612"/>
                <a:ext cx="305640" cy="93600"/>
              </p14:xfrm>
            </p:contentPart>
          </mc:Choice>
          <mc:Fallback>
            <p:pic>
              <p:nvPicPr>
                <p:cNvPr id="184" name="Ink 183">
                  <a:extLst>
                    <a:ext uri="{FF2B5EF4-FFF2-40B4-BE49-F238E27FC236}">
                      <a16:creationId xmlns:a16="http://schemas.microsoft.com/office/drawing/2014/main" id="{B6BD2270-9BDC-2971-9BC7-4F2C16159778}"/>
                    </a:ext>
                  </a:extLst>
                </p:cNvPr>
                <p:cNvPicPr/>
                <p:nvPr/>
              </p:nvPicPr>
              <p:blipFill>
                <a:blip r:embed="rId307"/>
                <a:stretch>
                  <a:fillRect/>
                </a:stretch>
              </p:blipFill>
              <p:spPr>
                <a:xfrm>
                  <a:off x="1076320" y="5324612"/>
                  <a:ext cx="323280" cy="111240"/>
                </a:xfrm>
                <a:prstGeom prst="rect">
                  <a:avLst/>
                </a:prstGeom>
              </p:spPr>
            </p:pic>
          </mc:Fallback>
        </mc:AlternateContent>
        <mc:AlternateContent xmlns:mc="http://schemas.openxmlformats.org/markup-compatibility/2006">
          <mc:Choice xmlns:p14="http://schemas.microsoft.com/office/powerpoint/2010/main" Requires="p14">
            <p:contentPart p14:bwMode="auto" r:id="rId308">
              <p14:nvContentPartPr>
                <p14:cNvPr id="185" name="Ink 184">
                  <a:extLst>
                    <a:ext uri="{FF2B5EF4-FFF2-40B4-BE49-F238E27FC236}">
                      <a16:creationId xmlns:a16="http://schemas.microsoft.com/office/drawing/2014/main" id="{455E03E8-7C92-374E-AE9C-8D234A9C8623}"/>
                    </a:ext>
                  </a:extLst>
                </p14:cNvPr>
                <p14:cNvContentPartPr/>
                <p14:nvPr/>
              </p14:nvContentPartPr>
              <p14:xfrm>
                <a:off x="1091800" y="5188892"/>
                <a:ext cx="390240" cy="146160"/>
              </p14:xfrm>
            </p:contentPart>
          </mc:Choice>
          <mc:Fallback>
            <p:pic>
              <p:nvPicPr>
                <p:cNvPr id="185" name="Ink 184">
                  <a:extLst>
                    <a:ext uri="{FF2B5EF4-FFF2-40B4-BE49-F238E27FC236}">
                      <a16:creationId xmlns:a16="http://schemas.microsoft.com/office/drawing/2014/main" id="{455E03E8-7C92-374E-AE9C-8D234A9C8623}"/>
                    </a:ext>
                  </a:extLst>
                </p:cNvPr>
                <p:cNvPicPr/>
                <p:nvPr/>
              </p:nvPicPr>
              <p:blipFill>
                <a:blip r:embed="rId309"/>
                <a:stretch>
                  <a:fillRect/>
                </a:stretch>
              </p:blipFill>
              <p:spPr>
                <a:xfrm>
                  <a:off x="1083160" y="5180252"/>
                  <a:ext cx="407880" cy="163800"/>
                </a:xfrm>
                <a:prstGeom prst="rect">
                  <a:avLst/>
                </a:prstGeom>
              </p:spPr>
            </p:pic>
          </mc:Fallback>
        </mc:AlternateContent>
        <mc:AlternateContent xmlns:mc="http://schemas.openxmlformats.org/markup-compatibility/2006">
          <mc:Choice xmlns:p14="http://schemas.microsoft.com/office/powerpoint/2010/main" Requires="p14">
            <p:contentPart p14:bwMode="auto" r:id="rId310">
              <p14:nvContentPartPr>
                <p14:cNvPr id="186" name="Ink 185">
                  <a:extLst>
                    <a:ext uri="{FF2B5EF4-FFF2-40B4-BE49-F238E27FC236}">
                      <a16:creationId xmlns:a16="http://schemas.microsoft.com/office/drawing/2014/main" id="{3DF403DD-30F9-115E-06FA-27335CA71E1D}"/>
                    </a:ext>
                  </a:extLst>
                </p14:cNvPr>
                <p14:cNvContentPartPr/>
                <p14:nvPr/>
              </p14:nvContentPartPr>
              <p14:xfrm>
                <a:off x="979840" y="4991252"/>
                <a:ext cx="570960" cy="271440"/>
              </p14:xfrm>
            </p:contentPart>
          </mc:Choice>
          <mc:Fallback>
            <p:pic>
              <p:nvPicPr>
                <p:cNvPr id="186" name="Ink 185">
                  <a:extLst>
                    <a:ext uri="{FF2B5EF4-FFF2-40B4-BE49-F238E27FC236}">
                      <a16:creationId xmlns:a16="http://schemas.microsoft.com/office/drawing/2014/main" id="{3DF403DD-30F9-115E-06FA-27335CA71E1D}"/>
                    </a:ext>
                  </a:extLst>
                </p:cNvPr>
                <p:cNvPicPr/>
                <p:nvPr/>
              </p:nvPicPr>
              <p:blipFill>
                <a:blip r:embed="rId311"/>
                <a:stretch>
                  <a:fillRect/>
                </a:stretch>
              </p:blipFill>
              <p:spPr>
                <a:xfrm>
                  <a:off x="971200" y="4982612"/>
                  <a:ext cx="588600" cy="289080"/>
                </a:xfrm>
                <a:prstGeom prst="rect">
                  <a:avLst/>
                </a:prstGeom>
              </p:spPr>
            </p:pic>
          </mc:Fallback>
        </mc:AlternateContent>
        <mc:AlternateContent xmlns:mc="http://schemas.openxmlformats.org/markup-compatibility/2006">
          <mc:Choice xmlns:p14="http://schemas.microsoft.com/office/powerpoint/2010/main" Requires="p14">
            <p:contentPart p14:bwMode="auto" r:id="rId312">
              <p14:nvContentPartPr>
                <p14:cNvPr id="187" name="Ink 186">
                  <a:extLst>
                    <a:ext uri="{FF2B5EF4-FFF2-40B4-BE49-F238E27FC236}">
                      <a16:creationId xmlns:a16="http://schemas.microsoft.com/office/drawing/2014/main" id="{76171ACD-BB57-6CA8-1DD9-568CC2A49BF3}"/>
                    </a:ext>
                  </a:extLst>
                </p14:cNvPr>
                <p14:cNvContentPartPr/>
                <p14:nvPr/>
              </p14:nvContentPartPr>
              <p14:xfrm>
                <a:off x="1012960" y="5764892"/>
                <a:ext cx="39600" cy="48960"/>
              </p14:xfrm>
            </p:contentPart>
          </mc:Choice>
          <mc:Fallback>
            <p:pic>
              <p:nvPicPr>
                <p:cNvPr id="187" name="Ink 186">
                  <a:extLst>
                    <a:ext uri="{FF2B5EF4-FFF2-40B4-BE49-F238E27FC236}">
                      <a16:creationId xmlns:a16="http://schemas.microsoft.com/office/drawing/2014/main" id="{76171ACD-BB57-6CA8-1DD9-568CC2A49BF3}"/>
                    </a:ext>
                  </a:extLst>
                </p:cNvPr>
                <p:cNvPicPr/>
                <p:nvPr/>
              </p:nvPicPr>
              <p:blipFill>
                <a:blip r:embed="rId313"/>
                <a:stretch>
                  <a:fillRect/>
                </a:stretch>
              </p:blipFill>
              <p:spPr>
                <a:xfrm>
                  <a:off x="1003960" y="5755892"/>
                  <a:ext cx="57240" cy="66600"/>
                </a:xfrm>
                <a:prstGeom prst="rect">
                  <a:avLst/>
                </a:prstGeom>
              </p:spPr>
            </p:pic>
          </mc:Fallback>
        </mc:AlternateContent>
        <mc:AlternateContent xmlns:mc="http://schemas.openxmlformats.org/markup-compatibility/2006">
          <mc:Choice xmlns:p14="http://schemas.microsoft.com/office/powerpoint/2010/main" Requires="p14">
            <p:contentPart p14:bwMode="auto" r:id="rId314">
              <p14:nvContentPartPr>
                <p14:cNvPr id="188" name="Ink 187">
                  <a:extLst>
                    <a:ext uri="{FF2B5EF4-FFF2-40B4-BE49-F238E27FC236}">
                      <a16:creationId xmlns:a16="http://schemas.microsoft.com/office/drawing/2014/main" id="{A4EB5668-FF13-E5D3-7E19-95EE0C992CE4}"/>
                    </a:ext>
                  </a:extLst>
                </p14:cNvPr>
                <p14:cNvContentPartPr/>
                <p14:nvPr/>
              </p14:nvContentPartPr>
              <p14:xfrm>
                <a:off x="894160" y="5755532"/>
                <a:ext cx="98640" cy="152640"/>
              </p14:xfrm>
            </p:contentPart>
          </mc:Choice>
          <mc:Fallback>
            <p:pic>
              <p:nvPicPr>
                <p:cNvPr id="188" name="Ink 187">
                  <a:extLst>
                    <a:ext uri="{FF2B5EF4-FFF2-40B4-BE49-F238E27FC236}">
                      <a16:creationId xmlns:a16="http://schemas.microsoft.com/office/drawing/2014/main" id="{A4EB5668-FF13-E5D3-7E19-95EE0C992CE4}"/>
                    </a:ext>
                  </a:extLst>
                </p:cNvPr>
                <p:cNvPicPr/>
                <p:nvPr/>
              </p:nvPicPr>
              <p:blipFill>
                <a:blip r:embed="rId315"/>
                <a:stretch>
                  <a:fillRect/>
                </a:stretch>
              </p:blipFill>
              <p:spPr>
                <a:xfrm>
                  <a:off x="885520" y="5746892"/>
                  <a:ext cx="116280" cy="170280"/>
                </a:xfrm>
                <a:prstGeom prst="rect">
                  <a:avLst/>
                </a:prstGeom>
              </p:spPr>
            </p:pic>
          </mc:Fallback>
        </mc:AlternateContent>
        <mc:AlternateContent xmlns:mc="http://schemas.openxmlformats.org/markup-compatibility/2006">
          <mc:Choice xmlns:p14="http://schemas.microsoft.com/office/powerpoint/2010/main" Requires="p14">
            <p:contentPart p14:bwMode="auto" r:id="rId316">
              <p14:nvContentPartPr>
                <p14:cNvPr id="189" name="Ink 188">
                  <a:extLst>
                    <a:ext uri="{FF2B5EF4-FFF2-40B4-BE49-F238E27FC236}">
                      <a16:creationId xmlns:a16="http://schemas.microsoft.com/office/drawing/2014/main" id="{3E7E2B9D-C3F4-74E9-956E-CED0C2D8B99C}"/>
                    </a:ext>
                  </a:extLst>
                </p14:cNvPr>
                <p14:cNvContentPartPr/>
                <p14:nvPr/>
              </p14:nvContentPartPr>
              <p14:xfrm>
                <a:off x="826840" y="5742932"/>
                <a:ext cx="150480" cy="316800"/>
              </p14:xfrm>
            </p:contentPart>
          </mc:Choice>
          <mc:Fallback>
            <p:pic>
              <p:nvPicPr>
                <p:cNvPr id="189" name="Ink 188">
                  <a:extLst>
                    <a:ext uri="{FF2B5EF4-FFF2-40B4-BE49-F238E27FC236}">
                      <a16:creationId xmlns:a16="http://schemas.microsoft.com/office/drawing/2014/main" id="{3E7E2B9D-C3F4-74E9-956E-CED0C2D8B99C}"/>
                    </a:ext>
                  </a:extLst>
                </p:cNvPr>
                <p:cNvPicPr/>
                <p:nvPr/>
              </p:nvPicPr>
              <p:blipFill>
                <a:blip r:embed="rId317"/>
                <a:stretch>
                  <a:fillRect/>
                </a:stretch>
              </p:blipFill>
              <p:spPr>
                <a:xfrm>
                  <a:off x="817840" y="5733932"/>
                  <a:ext cx="168120" cy="334440"/>
                </a:xfrm>
                <a:prstGeom prst="rect">
                  <a:avLst/>
                </a:prstGeom>
              </p:spPr>
            </p:pic>
          </mc:Fallback>
        </mc:AlternateContent>
        <mc:AlternateContent xmlns:mc="http://schemas.openxmlformats.org/markup-compatibility/2006">
          <mc:Choice xmlns:p14="http://schemas.microsoft.com/office/powerpoint/2010/main" Requires="p14">
            <p:contentPart p14:bwMode="auto" r:id="rId318">
              <p14:nvContentPartPr>
                <p14:cNvPr id="190" name="Ink 189">
                  <a:extLst>
                    <a:ext uri="{FF2B5EF4-FFF2-40B4-BE49-F238E27FC236}">
                      <a16:creationId xmlns:a16="http://schemas.microsoft.com/office/drawing/2014/main" id="{B3C9A921-976E-B130-24F9-2B4C94B6123A}"/>
                    </a:ext>
                  </a:extLst>
                </p14:cNvPr>
                <p14:cNvContentPartPr/>
                <p14:nvPr/>
              </p14:nvContentPartPr>
              <p14:xfrm>
                <a:off x="679600" y="5755892"/>
                <a:ext cx="258120" cy="344520"/>
              </p14:xfrm>
            </p:contentPart>
          </mc:Choice>
          <mc:Fallback>
            <p:pic>
              <p:nvPicPr>
                <p:cNvPr id="190" name="Ink 189">
                  <a:extLst>
                    <a:ext uri="{FF2B5EF4-FFF2-40B4-BE49-F238E27FC236}">
                      <a16:creationId xmlns:a16="http://schemas.microsoft.com/office/drawing/2014/main" id="{B3C9A921-976E-B130-24F9-2B4C94B6123A}"/>
                    </a:ext>
                  </a:extLst>
                </p:cNvPr>
                <p:cNvPicPr/>
                <p:nvPr/>
              </p:nvPicPr>
              <p:blipFill>
                <a:blip r:embed="rId319"/>
                <a:stretch>
                  <a:fillRect/>
                </a:stretch>
              </p:blipFill>
              <p:spPr>
                <a:xfrm>
                  <a:off x="670960" y="5746892"/>
                  <a:ext cx="275760" cy="362160"/>
                </a:xfrm>
                <a:prstGeom prst="rect">
                  <a:avLst/>
                </a:prstGeom>
              </p:spPr>
            </p:pic>
          </mc:Fallback>
        </mc:AlternateContent>
        <mc:AlternateContent xmlns:mc="http://schemas.openxmlformats.org/markup-compatibility/2006">
          <mc:Choice xmlns:p14="http://schemas.microsoft.com/office/powerpoint/2010/main" Requires="p14">
            <p:contentPart p14:bwMode="auto" r:id="rId320">
              <p14:nvContentPartPr>
                <p14:cNvPr id="191" name="Ink 190">
                  <a:extLst>
                    <a:ext uri="{FF2B5EF4-FFF2-40B4-BE49-F238E27FC236}">
                      <a16:creationId xmlns:a16="http://schemas.microsoft.com/office/drawing/2014/main" id="{6955F6AC-1D3C-AABB-CA33-D97517DC3455}"/>
                    </a:ext>
                  </a:extLst>
                </p14:cNvPr>
                <p14:cNvContentPartPr/>
                <p14:nvPr/>
              </p14:nvContentPartPr>
              <p14:xfrm>
                <a:off x="1466560" y="5811332"/>
                <a:ext cx="32400" cy="30240"/>
              </p14:xfrm>
            </p:contentPart>
          </mc:Choice>
          <mc:Fallback>
            <p:pic>
              <p:nvPicPr>
                <p:cNvPr id="191" name="Ink 190">
                  <a:extLst>
                    <a:ext uri="{FF2B5EF4-FFF2-40B4-BE49-F238E27FC236}">
                      <a16:creationId xmlns:a16="http://schemas.microsoft.com/office/drawing/2014/main" id="{6955F6AC-1D3C-AABB-CA33-D97517DC3455}"/>
                    </a:ext>
                  </a:extLst>
                </p:cNvPr>
                <p:cNvPicPr/>
                <p:nvPr/>
              </p:nvPicPr>
              <p:blipFill>
                <a:blip r:embed="rId321"/>
                <a:stretch>
                  <a:fillRect/>
                </a:stretch>
              </p:blipFill>
              <p:spPr>
                <a:xfrm>
                  <a:off x="1457920" y="5802692"/>
                  <a:ext cx="50040" cy="47880"/>
                </a:xfrm>
                <a:prstGeom prst="rect">
                  <a:avLst/>
                </a:prstGeom>
              </p:spPr>
            </p:pic>
          </mc:Fallback>
        </mc:AlternateContent>
        <mc:AlternateContent xmlns:mc="http://schemas.openxmlformats.org/markup-compatibility/2006">
          <mc:Choice xmlns:p14="http://schemas.microsoft.com/office/powerpoint/2010/main" Requires="p14">
            <p:contentPart p14:bwMode="auto" r:id="rId322">
              <p14:nvContentPartPr>
                <p14:cNvPr id="192" name="Ink 191">
                  <a:extLst>
                    <a:ext uri="{FF2B5EF4-FFF2-40B4-BE49-F238E27FC236}">
                      <a16:creationId xmlns:a16="http://schemas.microsoft.com/office/drawing/2014/main" id="{91418496-DBDE-7247-6699-B148098589B4}"/>
                    </a:ext>
                  </a:extLst>
                </p14:cNvPr>
                <p14:cNvContentPartPr/>
                <p14:nvPr/>
              </p14:nvContentPartPr>
              <p14:xfrm>
                <a:off x="1368280" y="5894132"/>
                <a:ext cx="224280" cy="33480"/>
              </p14:xfrm>
            </p:contentPart>
          </mc:Choice>
          <mc:Fallback>
            <p:pic>
              <p:nvPicPr>
                <p:cNvPr id="192" name="Ink 191">
                  <a:extLst>
                    <a:ext uri="{FF2B5EF4-FFF2-40B4-BE49-F238E27FC236}">
                      <a16:creationId xmlns:a16="http://schemas.microsoft.com/office/drawing/2014/main" id="{91418496-DBDE-7247-6699-B148098589B4}"/>
                    </a:ext>
                  </a:extLst>
                </p:cNvPr>
                <p:cNvPicPr/>
                <p:nvPr/>
              </p:nvPicPr>
              <p:blipFill>
                <a:blip r:embed="rId323"/>
                <a:stretch>
                  <a:fillRect/>
                </a:stretch>
              </p:blipFill>
              <p:spPr>
                <a:xfrm>
                  <a:off x="1359280" y="5885492"/>
                  <a:ext cx="241920" cy="51120"/>
                </a:xfrm>
                <a:prstGeom prst="rect">
                  <a:avLst/>
                </a:prstGeom>
              </p:spPr>
            </p:pic>
          </mc:Fallback>
        </mc:AlternateContent>
        <mc:AlternateContent xmlns:mc="http://schemas.openxmlformats.org/markup-compatibility/2006">
          <mc:Choice xmlns:p14="http://schemas.microsoft.com/office/powerpoint/2010/main" Requires="p14">
            <p:contentPart p14:bwMode="auto" r:id="rId324">
              <p14:nvContentPartPr>
                <p14:cNvPr id="193" name="Ink 192">
                  <a:extLst>
                    <a:ext uri="{FF2B5EF4-FFF2-40B4-BE49-F238E27FC236}">
                      <a16:creationId xmlns:a16="http://schemas.microsoft.com/office/drawing/2014/main" id="{53722302-B3B7-AFB2-A825-F015D991B00D}"/>
                    </a:ext>
                  </a:extLst>
                </p14:cNvPr>
                <p14:cNvContentPartPr/>
                <p14:nvPr/>
              </p14:nvContentPartPr>
              <p14:xfrm>
                <a:off x="1388080" y="5972972"/>
                <a:ext cx="288000" cy="66960"/>
              </p14:xfrm>
            </p:contentPart>
          </mc:Choice>
          <mc:Fallback>
            <p:pic>
              <p:nvPicPr>
                <p:cNvPr id="193" name="Ink 192">
                  <a:extLst>
                    <a:ext uri="{FF2B5EF4-FFF2-40B4-BE49-F238E27FC236}">
                      <a16:creationId xmlns:a16="http://schemas.microsoft.com/office/drawing/2014/main" id="{53722302-B3B7-AFB2-A825-F015D991B00D}"/>
                    </a:ext>
                  </a:extLst>
                </p:cNvPr>
                <p:cNvPicPr/>
                <p:nvPr/>
              </p:nvPicPr>
              <p:blipFill>
                <a:blip r:embed="rId325"/>
                <a:stretch>
                  <a:fillRect/>
                </a:stretch>
              </p:blipFill>
              <p:spPr>
                <a:xfrm>
                  <a:off x="1379080" y="5963972"/>
                  <a:ext cx="305640" cy="84600"/>
                </a:xfrm>
                <a:prstGeom prst="rect">
                  <a:avLst/>
                </a:prstGeom>
              </p:spPr>
            </p:pic>
          </mc:Fallback>
        </mc:AlternateContent>
        <mc:AlternateContent xmlns:mc="http://schemas.openxmlformats.org/markup-compatibility/2006">
          <mc:Choice xmlns:p14="http://schemas.microsoft.com/office/powerpoint/2010/main" Requires="p14">
            <p:contentPart p14:bwMode="auto" r:id="rId326">
              <p14:nvContentPartPr>
                <p14:cNvPr id="194" name="Ink 193">
                  <a:extLst>
                    <a:ext uri="{FF2B5EF4-FFF2-40B4-BE49-F238E27FC236}">
                      <a16:creationId xmlns:a16="http://schemas.microsoft.com/office/drawing/2014/main" id="{2AB40762-4824-B39E-8D27-49DFE9784214}"/>
                    </a:ext>
                  </a:extLst>
                </p14:cNvPr>
                <p14:cNvContentPartPr/>
                <p14:nvPr/>
              </p14:nvContentPartPr>
              <p14:xfrm>
                <a:off x="1269280" y="6091412"/>
                <a:ext cx="454680" cy="84960"/>
              </p14:xfrm>
            </p:contentPart>
          </mc:Choice>
          <mc:Fallback>
            <p:pic>
              <p:nvPicPr>
                <p:cNvPr id="194" name="Ink 193">
                  <a:extLst>
                    <a:ext uri="{FF2B5EF4-FFF2-40B4-BE49-F238E27FC236}">
                      <a16:creationId xmlns:a16="http://schemas.microsoft.com/office/drawing/2014/main" id="{2AB40762-4824-B39E-8D27-49DFE9784214}"/>
                    </a:ext>
                  </a:extLst>
                </p:cNvPr>
                <p:cNvPicPr/>
                <p:nvPr/>
              </p:nvPicPr>
              <p:blipFill>
                <a:blip r:embed="rId327"/>
                <a:stretch>
                  <a:fillRect/>
                </a:stretch>
              </p:blipFill>
              <p:spPr>
                <a:xfrm>
                  <a:off x="1260640" y="6082772"/>
                  <a:ext cx="472320" cy="102600"/>
                </a:xfrm>
                <a:prstGeom prst="rect">
                  <a:avLst/>
                </a:prstGeom>
              </p:spPr>
            </p:pic>
          </mc:Fallback>
        </mc:AlternateContent>
      </p:grpSp>
    </p:spTree>
    <p:extLst>
      <p:ext uri="{BB962C8B-B14F-4D97-AF65-F5344CB8AC3E}">
        <p14:creationId xmlns:p14="http://schemas.microsoft.com/office/powerpoint/2010/main" val="1713945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B366E-EB3F-A6ED-792A-9A77BDCDC404}"/>
              </a:ext>
            </a:extLst>
          </p:cNvPr>
          <p:cNvSpPr>
            <a:spLocks noGrp="1"/>
          </p:cNvSpPr>
          <p:nvPr>
            <p:ph type="title"/>
          </p:nvPr>
        </p:nvSpPr>
        <p:spPr/>
        <p:txBody>
          <a:bodyPr/>
          <a:lstStyle/>
          <a:p>
            <a:r>
              <a:rPr lang="en-US" dirty="0"/>
              <a:t>NPM – Node Package manager</a:t>
            </a:r>
          </a:p>
        </p:txBody>
      </p:sp>
      <p:sp>
        <p:nvSpPr>
          <p:cNvPr id="3" name="TextBox 2">
            <a:extLst>
              <a:ext uri="{FF2B5EF4-FFF2-40B4-BE49-F238E27FC236}">
                <a16:creationId xmlns:a16="http://schemas.microsoft.com/office/drawing/2014/main" id="{E435ECC9-0490-02A0-6C38-35F57A1469E1}"/>
              </a:ext>
            </a:extLst>
          </p:cNvPr>
          <p:cNvSpPr txBox="1"/>
          <p:nvPr/>
        </p:nvSpPr>
        <p:spPr>
          <a:xfrm>
            <a:off x="156593" y="908720"/>
            <a:ext cx="11809312" cy="5632311"/>
          </a:xfrm>
          <a:prstGeom prst="rect">
            <a:avLst/>
          </a:prstGeom>
          <a:noFill/>
        </p:spPr>
        <p:txBody>
          <a:bodyPr wrap="square" rtlCol="0">
            <a:spAutoFit/>
          </a:bodyPr>
          <a:lstStyle/>
          <a:p>
            <a:r>
              <a:rPr lang="en-US" sz="2000" dirty="0">
                <a:solidFill>
                  <a:schemeClr val="bg1"/>
                </a:solidFill>
              </a:rPr>
              <a:t>It is a dependency manager tool which gets installed along with node </a:t>
            </a:r>
            <a:r>
              <a:rPr lang="en-US" sz="2000" dirty="0" err="1">
                <a:solidFill>
                  <a:schemeClr val="bg1"/>
                </a:solidFill>
              </a:rPr>
              <a:t>js</a:t>
            </a:r>
            <a:r>
              <a:rPr lang="en-US" sz="2000" dirty="0">
                <a:solidFill>
                  <a:schemeClr val="bg1"/>
                </a:solidFill>
              </a:rPr>
              <a:t> in our system.</a:t>
            </a:r>
            <a:r>
              <a:rPr lang="en-IN" sz="2000" dirty="0">
                <a:solidFill>
                  <a:schemeClr val="bg1"/>
                </a:solidFill>
              </a:rPr>
              <a:t> Just like for java we had maven, we have </a:t>
            </a:r>
            <a:r>
              <a:rPr lang="en-IN" sz="2000" dirty="0" err="1">
                <a:solidFill>
                  <a:schemeClr val="bg1"/>
                </a:solidFill>
              </a:rPr>
              <a:t>npm</a:t>
            </a:r>
            <a:r>
              <a:rPr lang="en-IN" sz="2000" dirty="0">
                <a:solidFill>
                  <a:schemeClr val="bg1"/>
                </a:solidFill>
              </a:rPr>
              <a:t> for node </a:t>
            </a:r>
            <a:r>
              <a:rPr lang="en-IN" sz="2000" dirty="0" err="1">
                <a:solidFill>
                  <a:schemeClr val="bg1"/>
                </a:solidFill>
              </a:rPr>
              <a:t>js</a:t>
            </a:r>
            <a:r>
              <a:rPr lang="en-IN" sz="2000" dirty="0">
                <a:solidFill>
                  <a:schemeClr val="bg1"/>
                </a:solidFill>
              </a:rPr>
              <a:t>.</a:t>
            </a:r>
          </a:p>
          <a:p>
            <a:endParaRPr lang="en-IN" sz="2000" dirty="0">
              <a:solidFill>
                <a:schemeClr val="bg1"/>
              </a:solidFill>
            </a:endParaRPr>
          </a:p>
          <a:p>
            <a:r>
              <a:rPr lang="en-IN" sz="2000" dirty="0">
                <a:solidFill>
                  <a:schemeClr val="bg1"/>
                </a:solidFill>
              </a:rPr>
              <a:t>We can find millions of reusable node modules free on internet, which helps us avoid rebuilding everything/reinvent the wheel.</a:t>
            </a:r>
          </a:p>
          <a:p>
            <a:endParaRPr lang="en-IN" sz="2000" dirty="0">
              <a:solidFill>
                <a:schemeClr val="bg1"/>
              </a:solidFill>
            </a:endParaRPr>
          </a:p>
          <a:p>
            <a:r>
              <a:rPr lang="en-IN" sz="2000" dirty="0">
                <a:solidFill>
                  <a:schemeClr val="bg1"/>
                </a:solidFill>
              </a:rPr>
              <a:t>We can see world’s largest reusable code repository on </a:t>
            </a:r>
            <a:r>
              <a:rPr lang="en-IN" sz="2000" dirty="0">
                <a:solidFill>
                  <a:schemeClr val="bg1"/>
                </a:solidFill>
                <a:hlinkClick r:id="rId2">
                  <a:extLst>
                    <a:ext uri="{A12FA001-AC4F-418D-AE19-62706E023703}">
                      <ahyp:hlinkClr xmlns:ahyp="http://schemas.microsoft.com/office/drawing/2018/hyperlinkcolor" val="tx"/>
                    </a:ext>
                  </a:extLst>
                </a:hlinkClick>
              </a:rPr>
              <a:t>https://npmjs.com</a:t>
            </a:r>
            <a:endParaRPr lang="en-IN" sz="2000" dirty="0">
              <a:solidFill>
                <a:schemeClr val="bg1"/>
              </a:solidFill>
            </a:endParaRPr>
          </a:p>
          <a:p>
            <a:endParaRPr lang="en-IN" sz="2000" dirty="0">
              <a:solidFill>
                <a:schemeClr val="bg1"/>
              </a:solidFill>
            </a:endParaRPr>
          </a:p>
          <a:p>
            <a:r>
              <a:rPr lang="en-IN" sz="2000" dirty="0">
                <a:solidFill>
                  <a:schemeClr val="bg1"/>
                </a:solidFill>
              </a:rPr>
              <a:t>If we want to install any node module</a:t>
            </a:r>
          </a:p>
          <a:p>
            <a:endParaRPr lang="en-IN" sz="2000" dirty="0">
              <a:solidFill>
                <a:schemeClr val="bg1"/>
              </a:solidFill>
            </a:endParaRPr>
          </a:p>
          <a:p>
            <a:pPr marL="457200" indent="-457200">
              <a:buAutoNum type="arabicPeriod"/>
            </a:pPr>
            <a:r>
              <a:rPr lang="en-IN" sz="2000" dirty="0">
                <a:solidFill>
                  <a:schemeClr val="bg1"/>
                </a:solidFill>
              </a:rPr>
              <a:t>Globally - @computer level, all projects can reuse, option used to install CLI. </a:t>
            </a:r>
          </a:p>
          <a:p>
            <a:r>
              <a:rPr lang="en-IN" sz="2000" b="1" dirty="0" err="1">
                <a:solidFill>
                  <a:schemeClr val="bg1"/>
                </a:solidFill>
              </a:rPr>
              <a:t>npm</a:t>
            </a:r>
            <a:r>
              <a:rPr lang="en-IN" sz="2000" b="1" dirty="0">
                <a:solidFill>
                  <a:schemeClr val="bg1"/>
                </a:solidFill>
              </a:rPr>
              <a:t> install -g module</a:t>
            </a:r>
            <a:endParaRPr lang="en-IN" sz="2000" dirty="0">
              <a:solidFill>
                <a:schemeClr val="bg1"/>
              </a:solidFill>
            </a:endParaRPr>
          </a:p>
          <a:p>
            <a:pPr marL="457200" indent="-457200">
              <a:buAutoNum type="arabicPeriod"/>
            </a:pPr>
            <a:r>
              <a:rPr lang="en-IN" sz="2000" dirty="0">
                <a:solidFill>
                  <a:schemeClr val="bg1"/>
                </a:solidFill>
              </a:rPr>
              <a:t>With in the project  - @localproject level, only single project can use</a:t>
            </a:r>
          </a:p>
          <a:p>
            <a:r>
              <a:rPr lang="en-IN" sz="2000" b="1" dirty="0" err="1">
                <a:solidFill>
                  <a:schemeClr val="bg1"/>
                </a:solidFill>
              </a:rPr>
              <a:t>npm</a:t>
            </a:r>
            <a:r>
              <a:rPr lang="en-IN" sz="2000" b="1" dirty="0">
                <a:solidFill>
                  <a:schemeClr val="bg1"/>
                </a:solidFill>
              </a:rPr>
              <a:t> install module</a:t>
            </a:r>
          </a:p>
          <a:p>
            <a:endParaRPr lang="en-IN" sz="2000" b="1" dirty="0">
              <a:solidFill>
                <a:schemeClr val="bg1"/>
              </a:solidFill>
            </a:endParaRPr>
          </a:p>
          <a:p>
            <a:r>
              <a:rPr lang="en-IN" sz="2000" dirty="0">
                <a:solidFill>
                  <a:schemeClr val="bg1"/>
                </a:solidFill>
              </a:rPr>
              <a:t>When we build java project, we saw a pom.xml which contains dependencies. We have the </a:t>
            </a:r>
            <a:r>
              <a:rPr lang="en-IN" sz="2000" b="1" dirty="0" err="1">
                <a:solidFill>
                  <a:schemeClr val="bg1"/>
                </a:solidFill>
              </a:rPr>
              <a:t>package.json</a:t>
            </a:r>
            <a:r>
              <a:rPr lang="en-IN" sz="2000" b="1" dirty="0">
                <a:solidFill>
                  <a:schemeClr val="bg1"/>
                </a:solidFill>
              </a:rPr>
              <a:t> </a:t>
            </a:r>
            <a:r>
              <a:rPr lang="en-IN" sz="2000" dirty="0">
                <a:solidFill>
                  <a:schemeClr val="bg1"/>
                </a:solidFill>
              </a:rPr>
              <a:t>file in node project which contains details about our entire project and its dependencies. To create this we use </a:t>
            </a:r>
            <a:r>
              <a:rPr lang="en-IN" sz="2000" b="1" dirty="0" err="1">
                <a:solidFill>
                  <a:schemeClr val="bg1"/>
                </a:solidFill>
              </a:rPr>
              <a:t>npm</a:t>
            </a:r>
            <a:r>
              <a:rPr lang="en-IN" sz="2000" b="1" dirty="0">
                <a:solidFill>
                  <a:schemeClr val="bg1"/>
                </a:solidFill>
              </a:rPr>
              <a:t> </a:t>
            </a:r>
            <a:r>
              <a:rPr lang="en-IN" sz="2000" b="1" dirty="0" err="1">
                <a:solidFill>
                  <a:schemeClr val="bg1"/>
                </a:solidFill>
              </a:rPr>
              <a:t>init</a:t>
            </a:r>
            <a:r>
              <a:rPr lang="en-IN" sz="2000" b="1" dirty="0">
                <a:solidFill>
                  <a:schemeClr val="bg1"/>
                </a:solidFill>
              </a:rPr>
              <a:t> </a:t>
            </a:r>
            <a:r>
              <a:rPr lang="en-IN" sz="2000" dirty="0">
                <a:solidFill>
                  <a:schemeClr val="bg1"/>
                </a:solidFill>
              </a:rPr>
              <a:t>command.</a:t>
            </a:r>
          </a:p>
        </p:txBody>
      </p:sp>
    </p:spTree>
    <p:extLst>
      <p:ext uri="{BB962C8B-B14F-4D97-AF65-F5344CB8AC3E}">
        <p14:creationId xmlns:p14="http://schemas.microsoft.com/office/powerpoint/2010/main" val="3502712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animEffect transition="in" filter="fade">
                                      <p:cBhvr>
                                        <p:cTn id="35" dur="1000"/>
                                        <p:tgtEl>
                                          <p:spTgt spid="3">
                                            <p:txEl>
                                              <p:pRg st="8" end="8"/>
                                            </p:txEl>
                                          </p:spTgt>
                                        </p:tgtEl>
                                      </p:cBhvr>
                                    </p:animEffect>
                                    <p:anim calcmode="lin" valueType="num">
                                      <p:cBhvr>
                                        <p:cTn id="36"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8" end="8"/>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9" end="9"/>
                                            </p:txEl>
                                          </p:spTgt>
                                        </p:tgtEl>
                                        <p:attrNameLst>
                                          <p:attrName>style.visibility</p:attrName>
                                        </p:attrNameLst>
                                      </p:cBhvr>
                                      <p:to>
                                        <p:strVal val="visible"/>
                                      </p:to>
                                    </p:set>
                                    <p:animEffect transition="in" filter="fade">
                                      <p:cBhvr>
                                        <p:cTn id="40" dur="1000"/>
                                        <p:tgtEl>
                                          <p:spTgt spid="3">
                                            <p:txEl>
                                              <p:pRg st="9" end="9"/>
                                            </p:txEl>
                                          </p:spTgt>
                                        </p:tgtEl>
                                      </p:cBhvr>
                                    </p:animEffect>
                                    <p:anim calcmode="lin" valueType="num">
                                      <p:cBhvr>
                                        <p:cTn id="4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9" end="9"/>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fade">
                                      <p:cBhvr>
                                        <p:cTn id="45" dur="1000"/>
                                        <p:tgtEl>
                                          <p:spTgt spid="3">
                                            <p:txEl>
                                              <p:pRg st="10" end="10"/>
                                            </p:txEl>
                                          </p:spTgt>
                                        </p:tgtEl>
                                      </p:cBhvr>
                                    </p:animEffect>
                                    <p:anim calcmode="lin" valueType="num">
                                      <p:cBhvr>
                                        <p:cTn id="46"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10" end="10"/>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animEffect transition="in" filter="fade">
                                      <p:cBhvr>
                                        <p:cTn id="50" dur="1000"/>
                                        <p:tgtEl>
                                          <p:spTgt spid="3">
                                            <p:txEl>
                                              <p:pRg st="11" end="11"/>
                                            </p:txEl>
                                          </p:spTgt>
                                        </p:tgtEl>
                                      </p:cBhvr>
                                    </p:animEffect>
                                    <p:anim calcmode="lin" valueType="num">
                                      <p:cBhvr>
                                        <p:cTn id="51"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3">
                                            <p:txEl>
                                              <p:pRg st="13" end="13"/>
                                            </p:txEl>
                                          </p:spTgt>
                                        </p:tgtEl>
                                        <p:attrNameLst>
                                          <p:attrName>style.visibility</p:attrName>
                                        </p:attrNameLst>
                                      </p:cBhvr>
                                      <p:to>
                                        <p:strVal val="visible"/>
                                      </p:to>
                                    </p:set>
                                    <p:animEffect transition="in" filter="fade">
                                      <p:cBhvr>
                                        <p:cTn id="57" dur="1000"/>
                                        <p:tgtEl>
                                          <p:spTgt spid="3">
                                            <p:txEl>
                                              <p:pRg st="13" end="13"/>
                                            </p:txEl>
                                          </p:spTgt>
                                        </p:tgtEl>
                                      </p:cBhvr>
                                    </p:animEffect>
                                    <p:anim calcmode="lin" valueType="num">
                                      <p:cBhvr>
                                        <p:cTn id="58"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845FE-E470-0E03-4F29-7271AACA672B}"/>
              </a:ext>
            </a:extLst>
          </p:cNvPr>
          <p:cNvSpPr>
            <a:spLocks noGrp="1"/>
          </p:cNvSpPr>
          <p:nvPr>
            <p:ph type="title"/>
          </p:nvPr>
        </p:nvSpPr>
        <p:spPr/>
        <p:txBody>
          <a:bodyPr/>
          <a:lstStyle/>
          <a:p>
            <a:r>
              <a:rPr lang="en-US" dirty="0"/>
              <a:t>Hands on: Node JS</a:t>
            </a:r>
          </a:p>
        </p:txBody>
      </p:sp>
      <p:sp>
        <p:nvSpPr>
          <p:cNvPr id="3" name="TextBox 2">
            <a:extLst>
              <a:ext uri="{FF2B5EF4-FFF2-40B4-BE49-F238E27FC236}">
                <a16:creationId xmlns:a16="http://schemas.microsoft.com/office/drawing/2014/main" id="{15CEA730-A4E9-FF73-F878-8FE032C7DC28}"/>
              </a:ext>
            </a:extLst>
          </p:cNvPr>
          <p:cNvSpPr txBox="1"/>
          <p:nvPr/>
        </p:nvSpPr>
        <p:spPr>
          <a:xfrm>
            <a:off x="189756" y="1052736"/>
            <a:ext cx="11593288" cy="2677656"/>
          </a:xfrm>
          <a:prstGeom prst="rect">
            <a:avLst/>
          </a:prstGeom>
          <a:noFill/>
        </p:spPr>
        <p:txBody>
          <a:bodyPr wrap="square" rtlCol="0">
            <a:spAutoFit/>
          </a:bodyPr>
          <a:lstStyle/>
          <a:p>
            <a:r>
              <a:rPr lang="en-US" b="1" dirty="0">
                <a:solidFill>
                  <a:schemeClr val="bg1"/>
                </a:solidFill>
              </a:rPr>
              <a:t>Solution:</a:t>
            </a:r>
          </a:p>
          <a:p>
            <a:r>
              <a:rPr lang="en-US" dirty="0">
                <a:hlinkClick r:id="rId2"/>
              </a:rPr>
              <a:t>https://github.com/soyuztechnologies/BTP_Architect_Training/blob/master/Day%203/02basicnode.zip</a:t>
            </a:r>
            <a:endParaRPr lang="en-US" dirty="0"/>
          </a:p>
          <a:p>
            <a:endParaRPr lang="en-US" dirty="0"/>
          </a:p>
          <a:p>
            <a:r>
              <a:rPr lang="en-US" b="1" dirty="0">
                <a:solidFill>
                  <a:schemeClr val="bg1"/>
                </a:solidFill>
              </a:rPr>
              <a:t>Node Microservice Solution:</a:t>
            </a:r>
          </a:p>
          <a:p>
            <a:r>
              <a:rPr lang="en-US" dirty="0">
                <a:hlinkClick r:id="rId3"/>
              </a:rPr>
              <a:t>https://github.com/soyuztechnologies/BTP_Architect_Training/blob/master/Day%203/03Nodemicroservice.zip</a:t>
            </a:r>
            <a:r>
              <a:rPr lang="en-US" dirty="0"/>
              <a:t> </a:t>
            </a:r>
          </a:p>
        </p:txBody>
      </p:sp>
      <p:pic>
        <p:nvPicPr>
          <p:cNvPr id="2052" name="Picture 4" descr="Node.js - Wikipedia">
            <a:extLst>
              <a:ext uri="{FF2B5EF4-FFF2-40B4-BE49-F238E27FC236}">
                <a16:creationId xmlns:a16="http://schemas.microsoft.com/office/drawing/2014/main" id="{70CE5CA1-BBAA-EDD7-6748-2F2AFDF9240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97868" y="3998203"/>
            <a:ext cx="3840310" cy="234888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Microservices in Java? Never.. There has been an ever growing number… | by  Elliot Forbes | codeburst">
            <a:extLst>
              <a:ext uri="{FF2B5EF4-FFF2-40B4-BE49-F238E27FC236}">
                <a16:creationId xmlns:a16="http://schemas.microsoft.com/office/drawing/2014/main" id="{D4A1178E-F45B-050D-39A4-B6A645AFCB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62564" y="3510257"/>
            <a:ext cx="28575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6044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Functions in JS</a:t>
            </a:r>
          </a:p>
        </p:txBody>
      </p:sp>
      <p:sp>
        <p:nvSpPr>
          <p:cNvPr id="3" name="TextBox 2">
            <a:extLst>
              <a:ext uri="{FF2B5EF4-FFF2-40B4-BE49-F238E27FC236}">
                <a16:creationId xmlns:a16="http://schemas.microsoft.com/office/drawing/2014/main" id="{2111179D-922B-7E43-FC30-4F9FD5B4683D}"/>
              </a:ext>
            </a:extLst>
          </p:cNvPr>
          <p:cNvSpPr txBox="1"/>
          <p:nvPr/>
        </p:nvSpPr>
        <p:spPr>
          <a:xfrm>
            <a:off x="333772" y="980728"/>
            <a:ext cx="11521280" cy="1569660"/>
          </a:xfrm>
          <a:prstGeom prst="rect">
            <a:avLst/>
          </a:prstGeom>
          <a:noFill/>
        </p:spPr>
        <p:txBody>
          <a:bodyPr wrap="square" rtlCol="0">
            <a:spAutoFit/>
          </a:bodyPr>
          <a:lstStyle/>
          <a:p>
            <a:pPr marL="457200" indent="-457200">
              <a:buAutoNum type="arabicPeriod"/>
            </a:pPr>
            <a:r>
              <a:rPr lang="en-IN" dirty="0">
                <a:solidFill>
                  <a:schemeClr val="bg1"/>
                </a:solidFill>
              </a:rPr>
              <a:t>Named Function</a:t>
            </a:r>
          </a:p>
          <a:p>
            <a:pPr marL="1066693" lvl="1" indent="-457200">
              <a:buAutoNum type="arabicPeriod"/>
            </a:pPr>
            <a:r>
              <a:rPr lang="en-IN" dirty="0">
                <a:solidFill>
                  <a:schemeClr val="bg1"/>
                </a:solidFill>
              </a:rPr>
              <a:t>Simple name</a:t>
            </a:r>
          </a:p>
          <a:p>
            <a:pPr marL="1066693" lvl="1" indent="-457200">
              <a:buAutoNum type="arabicPeriod"/>
            </a:pPr>
            <a:r>
              <a:rPr lang="en-IN" dirty="0">
                <a:solidFill>
                  <a:schemeClr val="bg1"/>
                </a:solidFill>
              </a:rPr>
              <a:t>Arrow function</a:t>
            </a:r>
          </a:p>
          <a:p>
            <a:pPr marL="457200" indent="-457200">
              <a:buAutoNum type="arabicPeriod"/>
            </a:pPr>
            <a:r>
              <a:rPr lang="en-IN" dirty="0">
                <a:solidFill>
                  <a:schemeClr val="bg1"/>
                </a:solidFill>
              </a:rPr>
              <a:t>Anonymous function</a:t>
            </a:r>
          </a:p>
        </p:txBody>
      </p:sp>
    </p:spTree>
    <p:extLst>
      <p:ext uri="{BB962C8B-B14F-4D97-AF65-F5344CB8AC3E}">
        <p14:creationId xmlns:p14="http://schemas.microsoft.com/office/powerpoint/2010/main" val="376049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Asynchronous Non Blocking IO</a:t>
            </a:r>
          </a:p>
        </p:txBody>
      </p:sp>
      <p:sp>
        <p:nvSpPr>
          <p:cNvPr id="3" name="Smiley Face 2">
            <a:extLst>
              <a:ext uri="{FF2B5EF4-FFF2-40B4-BE49-F238E27FC236}">
                <a16:creationId xmlns:a16="http://schemas.microsoft.com/office/drawing/2014/main" id="{68909CCB-D595-F250-FFCB-73343D3CE699}"/>
              </a:ext>
            </a:extLst>
          </p:cNvPr>
          <p:cNvSpPr/>
          <p:nvPr/>
        </p:nvSpPr>
        <p:spPr>
          <a:xfrm>
            <a:off x="405780" y="784925"/>
            <a:ext cx="623346" cy="555843"/>
          </a:xfrm>
          <a:prstGeom prst="smileyFace">
            <a:avLst/>
          </a:prstGeom>
          <a:ln>
            <a:solidFill>
              <a:schemeClr val="accent1">
                <a:lumMod val="25000"/>
                <a:lumOff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 name="Straight Connector 4">
            <a:extLst>
              <a:ext uri="{FF2B5EF4-FFF2-40B4-BE49-F238E27FC236}">
                <a16:creationId xmlns:a16="http://schemas.microsoft.com/office/drawing/2014/main" id="{C8E6AF6E-8EEC-19FE-9F6E-3E5A360A77F3}"/>
              </a:ext>
            </a:extLst>
          </p:cNvPr>
          <p:cNvCxnSpPr>
            <a:cxnSpLocks/>
          </p:cNvCxnSpPr>
          <p:nvPr/>
        </p:nvCxnSpPr>
        <p:spPr>
          <a:xfrm>
            <a:off x="693812" y="1340768"/>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A73876A9-6908-F014-32E8-950485E36DCB}"/>
              </a:ext>
            </a:extLst>
          </p:cNvPr>
          <p:cNvSpPr/>
          <p:nvPr/>
        </p:nvSpPr>
        <p:spPr>
          <a:xfrm>
            <a:off x="1753782" y="888499"/>
            <a:ext cx="1872207" cy="555843"/>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Application</a:t>
            </a:r>
          </a:p>
        </p:txBody>
      </p:sp>
      <p:sp>
        <p:nvSpPr>
          <p:cNvPr id="11" name="Rectangle 10">
            <a:extLst>
              <a:ext uri="{FF2B5EF4-FFF2-40B4-BE49-F238E27FC236}">
                <a16:creationId xmlns:a16="http://schemas.microsoft.com/office/drawing/2014/main" id="{3EAF7125-C750-C31D-1BF7-3AD95555CB11}"/>
              </a:ext>
            </a:extLst>
          </p:cNvPr>
          <p:cNvSpPr/>
          <p:nvPr/>
        </p:nvSpPr>
        <p:spPr>
          <a:xfrm>
            <a:off x="5302324" y="892750"/>
            <a:ext cx="1872207" cy="555843"/>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dirty="0"/>
              <a:t>Server</a:t>
            </a:r>
          </a:p>
        </p:txBody>
      </p:sp>
      <p:cxnSp>
        <p:nvCxnSpPr>
          <p:cNvPr id="4" name="Straight Connector 3">
            <a:extLst>
              <a:ext uri="{FF2B5EF4-FFF2-40B4-BE49-F238E27FC236}">
                <a16:creationId xmlns:a16="http://schemas.microsoft.com/office/drawing/2014/main" id="{1A008E8E-D386-FA5B-B09A-8646E4E17034}"/>
              </a:ext>
            </a:extLst>
          </p:cNvPr>
          <p:cNvCxnSpPr>
            <a:cxnSpLocks/>
          </p:cNvCxnSpPr>
          <p:nvPr/>
        </p:nvCxnSpPr>
        <p:spPr>
          <a:xfrm>
            <a:off x="2710036" y="1444342"/>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p:cxnSp>
        <p:nvCxnSpPr>
          <p:cNvPr id="6" name="Straight Connector 5">
            <a:extLst>
              <a:ext uri="{FF2B5EF4-FFF2-40B4-BE49-F238E27FC236}">
                <a16:creationId xmlns:a16="http://schemas.microsoft.com/office/drawing/2014/main" id="{97763F75-A921-F417-7914-0091A0036819}"/>
              </a:ext>
            </a:extLst>
          </p:cNvPr>
          <p:cNvCxnSpPr>
            <a:cxnSpLocks/>
          </p:cNvCxnSpPr>
          <p:nvPr/>
        </p:nvCxnSpPr>
        <p:spPr>
          <a:xfrm>
            <a:off x="6238428" y="1340768"/>
            <a:ext cx="0" cy="5328592"/>
          </a:xfrm>
          <a:prstGeom prst="line">
            <a:avLst/>
          </a:prstGeom>
          <a:ln>
            <a:prstDash val="dashDot"/>
          </a:ln>
        </p:spPr>
        <p:style>
          <a:lnRef idx="1">
            <a:schemeClr val="accent2"/>
          </a:lnRef>
          <a:fillRef idx="0">
            <a:schemeClr val="accent2"/>
          </a:fillRef>
          <a:effectRef idx="0">
            <a:schemeClr val="accent2"/>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24" name="Ink 23">
                <a:extLst>
                  <a:ext uri="{FF2B5EF4-FFF2-40B4-BE49-F238E27FC236}">
                    <a16:creationId xmlns:a16="http://schemas.microsoft.com/office/drawing/2014/main" id="{74E91E81-5DA1-E039-71C0-AB63BD842354}"/>
                  </a:ext>
                </a:extLst>
              </p14:cNvPr>
              <p14:cNvContentPartPr/>
              <p14:nvPr/>
            </p14:nvContentPartPr>
            <p14:xfrm>
              <a:off x="3275920" y="1782572"/>
              <a:ext cx="360" cy="360"/>
            </p14:xfrm>
          </p:contentPart>
        </mc:Choice>
        <mc:Fallback>
          <p:pic>
            <p:nvPicPr>
              <p:cNvPr id="24" name="Ink 23">
                <a:extLst>
                  <a:ext uri="{FF2B5EF4-FFF2-40B4-BE49-F238E27FC236}">
                    <a16:creationId xmlns:a16="http://schemas.microsoft.com/office/drawing/2014/main" id="{74E91E81-5DA1-E039-71C0-AB63BD842354}"/>
                  </a:ext>
                </a:extLst>
              </p:cNvPr>
              <p:cNvPicPr/>
              <p:nvPr/>
            </p:nvPicPr>
            <p:blipFill>
              <a:blip r:embed="rId3"/>
              <a:stretch>
                <a:fillRect/>
              </a:stretch>
            </p:blipFill>
            <p:spPr>
              <a:xfrm>
                <a:off x="3266920" y="1773572"/>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64" name="Ink 163">
                <a:extLst>
                  <a:ext uri="{FF2B5EF4-FFF2-40B4-BE49-F238E27FC236}">
                    <a16:creationId xmlns:a16="http://schemas.microsoft.com/office/drawing/2014/main" id="{2400F853-0F49-B4A8-B5EA-851CA476BB1B}"/>
                  </a:ext>
                </a:extLst>
              </p14:cNvPr>
              <p14:cNvContentPartPr/>
              <p14:nvPr/>
            </p14:nvContentPartPr>
            <p14:xfrm>
              <a:off x="7400440" y="6413612"/>
              <a:ext cx="360" cy="360"/>
            </p14:xfrm>
          </p:contentPart>
        </mc:Choice>
        <mc:Fallback>
          <p:pic>
            <p:nvPicPr>
              <p:cNvPr id="164" name="Ink 163">
                <a:extLst>
                  <a:ext uri="{FF2B5EF4-FFF2-40B4-BE49-F238E27FC236}">
                    <a16:creationId xmlns:a16="http://schemas.microsoft.com/office/drawing/2014/main" id="{2400F853-0F49-B4A8-B5EA-851CA476BB1B}"/>
                  </a:ext>
                </a:extLst>
              </p:cNvPr>
              <p:cNvPicPr/>
              <p:nvPr/>
            </p:nvPicPr>
            <p:blipFill>
              <a:blip r:embed="rId3"/>
              <a:stretch>
                <a:fillRect/>
              </a:stretch>
            </p:blipFill>
            <p:spPr>
              <a:xfrm>
                <a:off x="7391440" y="6404972"/>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65" name="Ink 164">
                <a:extLst>
                  <a:ext uri="{FF2B5EF4-FFF2-40B4-BE49-F238E27FC236}">
                    <a16:creationId xmlns:a16="http://schemas.microsoft.com/office/drawing/2014/main" id="{31D12948-D56D-A6DB-7A4D-71610F7F6868}"/>
                  </a:ext>
                </a:extLst>
              </p14:cNvPr>
              <p14:cNvContentPartPr/>
              <p14:nvPr/>
            </p14:nvContentPartPr>
            <p14:xfrm>
              <a:off x="618840" y="1723680"/>
              <a:ext cx="1990800" cy="381240"/>
            </p14:xfrm>
          </p:contentPart>
        </mc:Choice>
        <mc:Fallback>
          <p:pic>
            <p:nvPicPr>
              <p:cNvPr id="165" name="Ink 164">
                <a:extLst>
                  <a:ext uri="{FF2B5EF4-FFF2-40B4-BE49-F238E27FC236}">
                    <a16:creationId xmlns:a16="http://schemas.microsoft.com/office/drawing/2014/main" id="{31D12948-D56D-A6DB-7A4D-71610F7F6868}"/>
                  </a:ext>
                </a:extLst>
              </p:cNvPr>
              <p:cNvPicPr/>
              <p:nvPr/>
            </p:nvPicPr>
            <p:blipFill>
              <a:blip r:embed="rId6"/>
              <a:stretch>
                <a:fillRect/>
              </a:stretch>
            </p:blipFill>
            <p:spPr>
              <a:xfrm>
                <a:off x="609480" y="1714320"/>
                <a:ext cx="2009520" cy="399960"/>
              </a:xfrm>
              <a:prstGeom prst="rect">
                <a:avLst/>
              </a:prstGeom>
            </p:spPr>
          </p:pic>
        </mc:Fallback>
      </mc:AlternateContent>
      <p:grpSp>
        <p:nvGrpSpPr>
          <p:cNvPr id="199" name="Group 198">
            <a:extLst>
              <a:ext uri="{FF2B5EF4-FFF2-40B4-BE49-F238E27FC236}">
                <a16:creationId xmlns:a16="http://schemas.microsoft.com/office/drawing/2014/main" id="{9E3146F5-E854-EDDC-D19B-962C40B017C3}"/>
              </a:ext>
            </a:extLst>
          </p:cNvPr>
          <p:cNvGrpSpPr/>
          <p:nvPr/>
        </p:nvGrpSpPr>
        <p:grpSpPr>
          <a:xfrm>
            <a:off x="90280" y="1796972"/>
            <a:ext cx="6291360" cy="1521360"/>
            <a:chOff x="90280" y="1796972"/>
            <a:chExt cx="6291360" cy="1521360"/>
          </a:xfrm>
        </p:grpSpPr>
        <mc:AlternateContent xmlns:mc="http://schemas.openxmlformats.org/markup-compatibility/2006">
          <mc:Choice xmlns:p14="http://schemas.microsoft.com/office/powerpoint/2010/main" Requires="p14">
            <p:contentPart p14:bwMode="auto" r:id="rId7">
              <p14:nvContentPartPr>
                <p14:cNvPr id="166" name="Ink 165">
                  <a:extLst>
                    <a:ext uri="{FF2B5EF4-FFF2-40B4-BE49-F238E27FC236}">
                      <a16:creationId xmlns:a16="http://schemas.microsoft.com/office/drawing/2014/main" id="{62AF293E-2CD2-5773-1E38-093761D15C31}"/>
                    </a:ext>
                  </a:extLst>
                </p14:cNvPr>
                <p14:cNvContentPartPr/>
                <p14:nvPr/>
              </p14:nvContentPartPr>
              <p14:xfrm>
                <a:off x="2751400" y="2144372"/>
                <a:ext cx="3450240" cy="75240"/>
              </p14:xfrm>
            </p:contentPart>
          </mc:Choice>
          <mc:Fallback>
            <p:pic>
              <p:nvPicPr>
                <p:cNvPr id="166" name="Ink 165">
                  <a:extLst>
                    <a:ext uri="{FF2B5EF4-FFF2-40B4-BE49-F238E27FC236}">
                      <a16:creationId xmlns:a16="http://schemas.microsoft.com/office/drawing/2014/main" id="{62AF293E-2CD2-5773-1E38-093761D15C31}"/>
                    </a:ext>
                  </a:extLst>
                </p:cNvPr>
                <p:cNvPicPr/>
                <p:nvPr/>
              </p:nvPicPr>
              <p:blipFill>
                <a:blip r:embed="rId8"/>
                <a:stretch>
                  <a:fillRect/>
                </a:stretch>
              </p:blipFill>
              <p:spPr>
                <a:xfrm>
                  <a:off x="2742400" y="2135732"/>
                  <a:ext cx="3467880" cy="9288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67" name="Ink 166">
                  <a:extLst>
                    <a:ext uri="{FF2B5EF4-FFF2-40B4-BE49-F238E27FC236}">
                      <a16:creationId xmlns:a16="http://schemas.microsoft.com/office/drawing/2014/main" id="{FE96C663-07D3-0637-A0BE-758DDFE7B237}"/>
                    </a:ext>
                  </a:extLst>
                </p14:cNvPr>
                <p14:cNvContentPartPr/>
                <p14:nvPr/>
              </p14:nvContentPartPr>
              <p14:xfrm>
                <a:off x="6062680" y="2085332"/>
                <a:ext cx="120600" cy="108000"/>
              </p14:xfrm>
            </p:contentPart>
          </mc:Choice>
          <mc:Fallback>
            <p:pic>
              <p:nvPicPr>
                <p:cNvPr id="167" name="Ink 166">
                  <a:extLst>
                    <a:ext uri="{FF2B5EF4-FFF2-40B4-BE49-F238E27FC236}">
                      <a16:creationId xmlns:a16="http://schemas.microsoft.com/office/drawing/2014/main" id="{FE96C663-07D3-0637-A0BE-758DDFE7B237}"/>
                    </a:ext>
                  </a:extLst>
                </p:cNvPr>
                <p:cNvPicPr/>
                <p:nvPr/>
              </p:nvPicPr>
              <p:blipFill>
                <a:blip r:embed="rId10"/>
                <a:stretch>
                  <a:fillRect/>
                </a:stretch>
              </p:blipFill>
              <p:spPr>
                <a:xfrm>
                  <a:off x="6054040" y="2076332"/>
                  <a:ext cx="138240" cy="125640"/>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69" name="Ink 168">
                  <a:extLst>
                    <a:ext uri="{FF2B5EF4-FFF2-40B4-BE49-F238E27FC236}">
                      <a16:creationId xmlns:a16="http://schemas.microsoft.com/office/drawing/2014/main" id="{DBB94DE8-FAB8-6C76-E433-FC8BBB489EE9}"/>
                    </a:ext>
                  </a:extLst>
                </p14:cNvPr>
                <p14:cNvContentPartPr/>
                <p14:nvPr/>
              </p14:nvContentPartPr>
              <p14:xfrm>
                <a:off x="6183280" y="2232932"/>
                <a:ext cx="100440" cy="518400"/>
              </p14:xfrm>
            </p:contentPart>
          </mc:Choice>
          <mc:Fallback>
            <p:pic>
              <p:nvPicPr>
                <p:cNvPr id="169" name="Ink 168">
                  <a:extLst>
                    <a:ext uri="{FF2B5EF4-FFF2-40B4-BE49-F238E27FC236}">
                      <a16:creationId xmlns:a16="http://schemas.microsoft.com/office/drawing/2014/main" id="{DBB94DE8-FAB8-6C76-E433-FC8BBB489EE9}"/>
                    </a:ext>
                  </a:extLst>
                </p:cNvPr>
                <p:cNvPicPr/>
                <p:nvPr/>
              </p:nvPicPr>
              <p:blipFill>
                <a:blip r:embed="rId12"/>
                <a:stretch>
                  <a:fillRect/>
                </a:stretch>
              </p:blipFill>
              <p:spPr>
                <a:xfrm>
                  <a:off x="6174640" y="2224292"/>
                  <a:ext cx="118080" cy="536040"/>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70" name="Ink 169">
                  <a:extLst>
                    <a:ext uri="{FF2B5EF4-FFF2-40B4-BE49-F238E27FC236}">
                      <a16:creationId xmlns:a16="http://schemas.microsoft.com/office/drawing/2014/main" id="{43E0F854-1045-9DDE-D62E-89F316B1FDFF}"/>
                    </a:ext>
                  </a:extLst>
                </p14:cNvPr>
                <p14:cNvContentPartPr/>
                <p14:nvPr/>
              </p14:nvContentPartPr>
              <p14:xfrm>
                <a:off x="6202360" y="2200892"/>
                <a:ext cx="18360" cy="6480"/>
              </p14:xfrm>
            </p:contentPart>
          </mc:Choice>
          <mc:Fallback>
            <p:pic>
              <p:nvPicPr>
                <p:cNvPr id="170" name="Ink 169">
                  <a:extLst>
                    <a:ext uri="{FF2B5EF4-FFF2-40B4-BE49-F238E27FC236}">
                      <a16:creationId xmlns:a16="http://schemas.microsoft.com/office/drawing/2014/main" id="{43E0F854-1045-9DDE-D62E-89F316B1FDFF}"/>
                    </a:ext>
                  </a:extLst>
                </p:cNvPr>
                <p:cNvPicPr/>
                <p:nvPr/>
              </p:nvPicPr>
              <p:blipFill>
                <a:blip r:embed="rId14"/>
                <a:stretch>
                  <a:fillRect/>
                </a:stretch>
              </p:blipFill>
              <p:spPr>
                <a:xfrm>
                  <a:off x="6193720" y="2192252"/>
                  <a:ext cx="36000" cy="2412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71" name="Ink 170">
                  <a:extLst>
                    <a:ext uri="{FF2B5EF4-FFF2-40B4-BE49-F238E27FC236}">
                      <a16:creationId xmlns:a16="http://schemas.microsoft.com/office/drawing/2014/main" id="{9F607E47-3854-C8D4-C273-980298CA6709}"/>
                    </a:ext>
                  </a:extLst>
                </p14:cNvPr>
                <p14:cNvContentPartPr/>
                <p14:nvPr/>
              </p14:nvContentPartPr>
              <p14:xfrm>
                <a:off x="6212440" y="2183612"/>
                <a:ext cx="169200" cy="641160"/>
              </p14:xfrm>
            </p:contentPart>
          </mc:Choice>
          <mc:Fallback>
            <p:pic>
              <p:nvPicPr>
                <p:cNvPr id="171" name="Ink 170">
                  <a:extLst>
                    <a:ext uri="{FF2B5EF4-FFF2-40B4-BE49-F238E27FC236}">
                      <a16:creationId xmlns:a16="http://schemas.microsoft.com/office/drawing/2014/main" id="{9F607E47-3854-C8D4-C273-980298CA6709}"/>
                    </a:ext>
                  </a:extLst>
                </p:cNvPr>
                <p:cNvPicPr/>
                <p:nvPr/>
              </p:nvPicPr>
              <p:blipFill>
                <a:blip r:embed="rId16"/>
                <a:stretch>
                  <a:fillRect/>
                </a:stretch>
              </p:blipFill>
              <p:spPr>
                <a:xfrm>
                  <a:off x="6203800" y="2174972"/>
                  <a:ext cx="186840" cy="65880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73" name="Ink 172">
                  <a:extLst>
                    <a:ext uri="{FF2B5EF4-FFF2-40B4-BE49-F238E27FC236}">
                      <a16:creationId xmlns:a16="http://schemas.microsoft.com/office/drawing/2014/main" id="{80BAE3F4-B3C7-C1C6-BA06-4DE8CBBAAC1E}"/>
                    </a:ext>
                  </a:extLst>
                </p14:cNvPr>
                <p14:cNvContentPartPr/>
                <p14:nvPr/>
              </p14:nvContentPartPr>
              <p14:xfrm>
                <a:off x="6208480" y="2234012"/>
                <a:ext cx="74520" cy="621720"/>
              </p14:xfrm>
            </p:contentPart>
          </mc:Choice>
          <mc:Fallback>
            <p:pic>
              <p:nvPicPr>
                <p:cNvPr id="173" name="Ink 172">
                  <a:extLst>
                    <a:ext uri="{FF2B5EF4-FFF2-40B4-BE49-F238E27FC236}">
                      <a16:creationId xmlns:a16="http://schemas.microsoft.com/office/drawing/2014/main" id="{80BAE3F4-B3C7-C1C6-BA06-4DE8CBBAAC1E}"/>
                    </a:ext>
                  </a:extLst>
                </p:cNvPr>
                <p:cNvPicPr/>
                <p:nvPr/>
              </p:nvPicPr>
              <p:blipFill>
                <a:blip r:embed="rId18"/>
                <a:stretch>
                  <a:fillRect/>
                </a:stretch>
              </p:blipFill>
              <p:spPr>
                <a:xfrm>
                  <a:off x="6199840" y="2225012"/>
                  <a:ext cx="92160" cy="639360"/>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75" name="Ink 174">
                  <a:extLst>
                    <a:ext uri="{FF2B5EF4-FFF2-40B4-BE49-F238E27FC236}">
                      <a16:creationId xmlns:a16="http://schemas.microsoft.com/office/drawing/2014/main" id="{15FB381F-31A7-D20A-0E55-5E03FA875C8B}"/>
                    </a:ext>
                  </a:extLst>
                </p14:cNvPr>
                <p14:cNvContentPartPr/>
                <p14:nvPr/>
              </p14:nvContentPartPr>
              <p14:xfrm>
                <a:off x="2734840" y="2736572"/>
                <a:ext cx="3627360" cy="181440"/>
              </p14:xfrm>
            </p:contentPart>
          </mc:Choice>
          <mc:Fallback>
            <p:pic>
              <p:nvPicPr>
                <p:cNvPr id="175" name="Ink 174">
                  <a:extLst>
                    <a:ext uri="{FF2B5EF4-FFF2-40B4-BE49-F238E27FC236}">
                      <a16:creationId xmlns:a16="http://schemas.microsoft.com/office/drawing/2014/main" id="{15FB381F-31A7-D20A-0E55-5E03FA875C8B}"/>
                    </a:ext>
                  </a:extLst>
                </p:cNvPr>
                <p:cNvPicPr/>
                <p:nvPr/>
              </p:nvPicPr>
              <p:blipFill>
                <a:blip r:embed="rId20"/>
                <a:stretch>
                  <a:fillRect/>
                </a:stretch>
              </p:blipFill>
              <p:spPr>
                <a:xfrm>
                  <a:off x="2725840" y="2727572"/>
                  <a:ext cx="3645000" cy="199080"/>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76" name="Ink 175">
                  <a:extLst>
                    <a:ext uri="{FF2B5EF4-FFF2-40B4-BE49-F238E27FC236}">
                      <a16:creationId xmlns:a16="http://schemas.microsoft.com/office/drawing/2014/main" id="{0D3FBF24-2869-40D6-4B39-BAAB3B3414D6}"/>
                    </a:ext>
                  </a:extLst>
                </p14:cNvPr>
                <p14:cNvContentPartPr/>
                <p14:nvPr/>
              </p14:nvContentPartPr>
              <p14:xfrm>
                <a:off x="2729080" y="2671772"/>
                <a:ext cx="138960" cy="184320"/>
              </p14:xfrm>
            </p:contentPart>
          </mc:Choice>
          <mc:Fallback>
            <p:pic>
              <p:nvPicPr>
                <p:cNvPr id="176" name="Ink 175">
                  <a:extLst>
                    <a:ext uri="{FF2B5EF4-FFF2-40B4-BE49-F238E27FC236}">
                      <a16:creationId xmlns:a16="http://schemas.microsoft.com/office/drawing/2014/main" id="{0D3FBF24-2869-40D6-4B39-BAAB3B3414D6}"/>
                    </a:ext>
                  </a:extLst>
                </p:cNvPr>
                <p:cNvPicPr/>
                <p:nvPr/>
              </p:nvPicPr>
              <p:blipFill>
                <a:blip r:embed="rId22"/>
                <a:stretch>
                  <a:fillRect/>
                </a:stretch>
              </p:blipFill>
              <p:spPr>
                <a:xfrm>
                  <a:off x="2720440" y="2662772"/>
                  <a:ext cx="156600" cy="201960"/>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77" name="Ink 176">
                  <a:extLst>
                    <a:ext uri="{FF2B5EF4-FFF2-40B4-BE49-F238E27FC236}">
                      <a16:creationId xmlns:a16="http://schemas.microsoft.com/office/drawing/2014/main" id="{B1FD40A6-B158-C520-7989-A4874F317282}"/>
                    </a:ext>
                  </a:extLst>
                </p14:cNvPr>
                <p14:cNvContentPartPr/>
                <p14:nvPr/>
              </p14:nvContentPartPr>
              <p14:xfrm>
                <a:off x="2516320" y="1901012"/>
                <a:ext cx="87480" cy="1250640"/>
              </p14:xfrm>
            </p:contentPart>
          </mc:Choice>
          <mc:Fallback>
            <p:pic>
              <p:nvPicPr>
                <p:cNvPr id="177" name="Ink 176">
                  <a:extLst>
                    <a:ext uri="{FF2B5EF4-FFF2-40B4-BE49-F238E27FC236}">
                      <a16:creationId xmlns:a16="http://schemas.microsoft.com/office/drawing/2014/main" id="{B1FD40A6-B158-C520-7989-A4874F317282}"/>
                    </a:ext>
                  </a:extLst>
                </p:cNvPr>
                <p:cNvPicPr/>
                <p:nvPr/>
              </p:nvPicPr>
              <p:blipFill>
                <a:blip r:embed="rId24"/>
                <a:stretch>
                  <a:fillRect/>
                </a:stretch>
              </p:blipFill>
              <p:spPr>
                <a:xfrm>
                  <a:off x="2507320" y="1892372"/>
                  <a:ext cx="105120" cy="1268280"/>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79" name="Ink 178">
                  <a:extLst>
                    <a:ext uri="{FF2B5EF4-FFF2-40B4-BE49-F238E27FC236}">
                      <a16:creationId xmlns:a16="http://schemas.microsoft.com/office/drawing/2014/main" id="{D58345AB-085C-0EF8-893F-37008F2698C9}"/>
                    </a:ext>
                  </a:extLst>
                </p14:cNvPr>
                <p14:cNvContentPartPr/>
                <p14:nvPr/>
              </p14:nvContentPartPr>
              <p14:xfrm>
                <a:off x="2483560" y="1796972"/>
                <a:ext cx="400680" cy="1455120"/>
              </p14:xfrm>
            </p:contentPart>
          </mc:Choice>
          <mc:Fallback>
            <p:pic>
              <p:nvPicPr>
                <p:cNvPr id="179" name="Ink 178">
                  <a:extLst>
                    <a:ext uri="{FF2B5EF4-FFF2-40B4-BE49-F238E27FC236}">
                      <a16:creationId xmlns:a16="http://schemas.microsoft.com/office/drawing/2014/main" id="{D58345AB-085C-0EF8-893F-37008F2698C9}"/>
                    </a:ext>
                  </a:extLst>
                </p:cNvPr>
                <p:cNvPicPr/>
                <p:nvPr/>
              </p:nvPicPr>
              <p:blipFill>
                <a:blip r:embed="rId26"/>
                <a:stretch>
                  <a:fillRect/>
                </a:stretch>
              </p:blipFill>
              <p:spPr>
                <a:xfrm>
                  <a:off x="2474920" y="1788332"/>
                  <a:ext cx="418320" cy="1472760"/>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81" name="Ink 180">
                  <a:extLst>
                    <a:ext uri="{FF2B5EF4-FFF2-40B4-BE49-F238E27FC236}">
                      <a16:creationId xmlns:a16="http://schemas.microsoft.com/office/drawing/2014/main" id="{867A86FC-A76E-FE89-E6DB-EF6D0780E18D}"/>
                    </a:ext>
                  </a:extLst>
                </p14:cNvPr>
                <p14:cNvContentPartPr/>
                <p14:nvPr/>
              </p14:nvContentPartPr>
              <p14:xfrm>
                <a:off x="652240" y="3072452"/>
                <a:ext cx="1905480" cy="129960"/>
              </p14:xfrm>
            </p:contentPart>
          </mc:Choice>
          <mc:Fallback>
            <p:pic>
              <p:nvPicPr>
                <p:cNvPr id="181" name="Ink 180">
                  <a:extLst>
                    <a:ext uri="{FF2B5EF4-FFF2-40B4-BE49-F238E27FC236}">
                      <a16:creationId xmlns:a16="http://schemas.microsoft.com/office/drawing/2014/main" id="{867A86FC-A76E-FE89-E6DB-EF6D0780E18D}"/>
                    </a:ext>
                  </a:extLst>
                </p:cNvPr>
                <p:cNvPicPr/>
                <p:nvPr/>
              </p:nvPicPr>
              <p:blipFill>
                <a:blip r:embed="rId28"/>
                <a:stretch>
                  <a:fillRect/>
                </a:stretch>
              </p:blipFill>
              <p:spPr>
                <a:xfrm>
                  <a:off x="643240" y="3063812"/>
                  <a:ext cx="1923120" cy="147600"/>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82" name="Ink 181">
                  <a:extLst>
                    <a:ext uri="{FF2B5EF4-FFF2-40B4-BE49-F238E27FC236}">
                      <a16:creationId xmlns:a16="http://schemas.microsoft.com/office/drawing/2014/main" id="{BF55D300-88EE-0EEF-FB81-95AA598C67FA}"/>
                    </a:ext>
                  </a:extLst>
                </p14:cNvPr>
                <p14:cNvContentPartPr/>
                <p14:nvPr/>
              </p14:nvContentPartPr>
              <p14:xfrm>
                <a:off x="607600" y="3065252"/>
                <a:ext cx="129240" cy="253080"/>
              </p14:xfrm>
            </p:contentPart>
          </mc:Choice>
          <mc:Fallback>
            <p:pic>
              <p:nvPicPr>
                <p:cNvPr id="182" name="Ink 181">
                  <a:extLst>
                    <a:ext uri="{FF2B5EF4-FFF2-40B4-BE49-F238E27FC236}">
                      <a16:creationId xmlns:a16="http://schemas.microsoft.com/office/drawing/2014/main" id="{BF55D300-88EE-0EEF-FB81-95AA598C67FA}"/>
                    </a:ext>
                  </a:extLst>
                </p:cNvPr>
                <p:cNvPicPr/>
                <p:nvPr/>
              </p:nvPicPr>
              <p:blipFill>
                <a:blip r:embed="rId30"/>
                <a:stretch>
                  <a:fillRect/>
                </a:stretch>
              </p:blipFill>
              <p:spPr>
                <a:xfrm>
                  <a:off x="598960" y="3056612"/>
                  <a:ext cx="146880" cy="270720"/>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84" name="Ink 183">
                  <a:extLst>
                    <a:ext uri="{FF2B5EF4-FFF2-40B4-BE49-F238E27FC236}">
                      <a16:creationId xmlns:a16="http://schemas.microsoft.com/office/drawing/2014/main" id="{4F97E410-4B75-6803-1295-88FB2D266DDD}"/>
                    </a:ext>
                  </a:extLst>
                </p14:cNvPr>
                <p14:cNvContentPartPr/>
                <p14:nvPr/>
              </p14:nvContentPartPr>
              <p14:xfrm>
                <a:off x="90280" y="2254892"/>
                <a:ext cx="584640" cy="627120"/>
              </p14:xfrm>
            </p:contentPart>
          </mc:Choice>
          <mc:Fallback>
            <p:pic>
              <p:nvPicPr>
                <p:cNvPr id="184" name="Ink 183">
                  <a:extLst>
                    <a:ext uri="{FF2B5EF4-FFF2-40B4-BE49-F238E27FC236}">
                      <a16:creationId xmlns:a16="http://schemas.microsoft.com/office/drawing/2014/main" id="{4F97E410-4B75-6803-1295-88FB2D266DDD}"/>
                    </a:ext>
                  </a:extLst>
                </p:cNvPr>
                <p:cNvPicPr/>
                <p:nvPr/>
              </p:nvPicPr>
              <p:blipFill>
                <a:blip r:embed="rId32"/>
                <a:stretch>
                  <a:fillRect/>
                </a:stretch>
              </p:blipFill>
              <p:spPr>
                <a:xfrm>
                  <a:off x="81280" y="2245892"/>
                  <a:ext cx="602280" cy="6447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185" name="Ink 184">
                  <a:extLst>
                    <a:ext uri="{FF2B5EF4-FFF2-40B4-BE49-F238E27FC236}">
                      <a16:creationId xmlns:a16="http://schemas.microsoft.com/office/drawing/2014/main" id="{6385E29B-43B6-BFF8-AB07-78C3E6E0DC7E}"/>
                    </a:ext>
                  </a:extLst>
                </p14:cNvPr>
                <p14:cNvContentPartPr/>
                <p14:nvPr/>
              </p14:nvContentPartPr>
              <p14:xfrm>
                <a:off x="253360" y="2671052"/>
                <a:ext cx="217440" cy="105480"/>
              </p14:xfrm>
            </p:contentPart>
          </mc:Choice>
          <mc:Fallback>
            <p:pic>
              <p:nvPicPr>
                <p:cNvPr id="185" name="Ink 184">
                  <a:extLst>
                    <a:ext uri="{FF2B5EF4-FFF2-40B4-BE49-F238E27FC236}">
                      <a16:creationId xmlns:a16="http://schemas.microsoft.com/office/drawing/2014/main" id="{6385E29B-43B6-BFF8-AB07-78C3E6E0DC7E}"/>
                    </a:ext>
                  </a:extLst>
                </p:cNvPr>
                <p:cNvPicPr/>
                <p:nvPr/>
              </p:nvPicPr>
              <p:blipFill>
                <a:blip r:embed="rId34"/>
                <a:stretch>
                  <a:fillRect/>
                </a:stretch>
              </p:blipFill>
              <p:spPr>
                <a:xfrm>
                  <a:off x="244720" y="2662052"/>
                  <a:ext cx="235080" cy="12312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186" name="Ink 185">
                  <a:extLst>
                    <a:ext uri="{FF2B5EF4-FFF2-40B4-BE49-F238E27FC236}">
                      <a16:creationId xmlns:a16="http://schemas.microsoft.com/office/drawing/2014/main" id="{14D05EE3-D244-6869-042F-F8766978E8C9}"/>
                    </a:ext>
                  </a:extLst>
                </p14:cNvPr>
                <p14:cNvContentPartPr/>
                <p14:nvPr/>
              </p14:nvContentPartPr>
              <p14:xfrm>
                <a:off x="235000" y="2476652"/>
                <a:ext cx="71640" cy="83160"/>
              </p14:xfrm>
            </p:contentPart>
          </mc:Choice>
          <mc:Fallback>
            <p:pic>
              <p:nvPicPr>
                <p:cNvPr id="186" name="Ink 185">
                  <a:extLst>
                    <a:ext uri="{FF2B5EF4-FFF2-40B4-BE49-F238E27FC236}">
                      <a16:creationId xmlns:a16="http://schemas.microsoft.com/office/drawing/2014/main" id="{14D05EE3-D244-6869-042F-F8766978E8C9}"/>
                    </a:ext>
                  </a:extLst>
                </p:cNvPr>
                <p:cNvPicPr/>
                <p:nvPr/>
              </p:nvPicPr>
              <p:blipFill>
                <a:blip r:embed="rId36"/>
                <a:stretch>
                  <a:fillRect/>
                </a:stretch>
              </p:blipFill>
              <p:spPr>
                <a:xfrm>
                  <a:off x="226360" y="2468012"/>
                  <a:ext cx="89280" cy="100800"/>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187" name="Ink 186">
                  <a:extLst>
                    <a:ext uri="{FF2B5EF4-FFF2-40B4-BE49-F238E27FC236}">
                      <a16:creationId xmlns:a16="http://schemas.microsoft.com/office/drawing/2014/main" id="{B3CDE16B-6E1A-64B5-5590-A249CFB9385B}"/>
                    </a:ext>
                  </a:extLst>
                </p14:cNvPr>
                <p14:cNvContentPartPr/>
                <p14:nvPr/>
              </p14:nvContentPartPr>
              <p14:xfrm>
                <a:off x="404200" y="2449292"/>
                <a:ext cx="87840" cy="107640"/>
              </p14:xfrm>
            </p:contentPart>
          </mc:Choice>
          <mc:Fallback>
            <p:pic>
              <p:nvPicPr>
                <p:cNvPr id="187" name="Ink 186">
                  <a:extLst>
                    <a:ext uri="{FF2B5EF4-FFF2-40B4-BE49-F238E27FC236}">
                      <a16:creationId xmlns:a16="http://schemas.microsoft.com/office/drawing/2014/main" id="{B3CDE16B-6E1A-64B5-5590-A249CFB9385B}"/>
                    </a:ext>
                  </a:extLst>
                </p:cNvPr>
                <p:cNvPicPr/>
                <p:nvPr/>
              </p:nvPicPr>
              <p:blipFill>
                <a:blip r:embed="rId38"/>
                <a:stretch>
                  <a:fillRect/>
                </a:stretch>
              </p:blipFill>
              <p:spPr>
                <a:xfrm>
                  <a:off x="395560" y="2440292"/>
                  <a:ext cx="105480" cy="125280"/>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189" name="Ink 188">
                  <a:extLst>
                    <a:ext uri="{FF2B5EF4-FFF2-40B4-BE49-F238E27FC236}">
                      <a16:creationId xmlns:a16="http://schemas.microsoft.com/office/drawing/2014/main" id="{66B8AEDF-BFD6-4A65-36FB-FCCE98E12589}"/>
                    </a:ext>
                  </a:extLst>
                </p14:cNvPr>
                <p14:cNvContentPartPr/>
                <p14:nvPr/>
              </p14:nvContentPartPr>
              <p14:xfrm>
                <a:off x="940240" y="2387732"/>
                <a:ext cx="33120" cy="224640"/>
              </p14:xfrm>
            </p:contentPart>
          </mc:Choice>
          <mc:Fallback>
            <p:pic>
              <p:nvPicPr>
                <p:cNvPr id="189" name="Ink 188">
                  <a:extLst>
                    <a:ext uri="{FF2B5EF4-FFF2-40B4-BE49-F238E27FC236}">
                      <a16:creationId xmlns:a16="http://schemas.microsoft.com/office/drawing/2014/main" id="{66B8AEDF-BFD6-4A65-36FB-FCCE98E12589}"/>
                    </a:ext>
                  </a:extLst>
                </p:cNvPr>
                <p:cNvPicPr/>
                <p:nvPr/>
              </p:nvPicPr>
              <p:blipFill>
                <a:blip r:embed="rId40"/>
                <a:stretch>
                  <a:fillRect/>
                </a:stretch>
              </p:blipFill>
              <p:spPr>
                <a:xfrm>
                  <a:off x="931600" y="2379092"/>
                  <a:ext cx="50760" cy="242280"/>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190" name="Ink 189">
                  <a:extLst>
                    <a:ext uri="{FF2B5EF4-FFF2-40B4-BE49-F238E27FC236}">
                      <a16:creationId xmlns:a16="http://schemas.microsoft.com/office/drawing/2014/main" id="{4FD32C83-C249-8FCB-F0C6-4036DA5186B1}"/>
                    </a:ext>
                  </a:extLst>
                </p14:cNvPr>
                <p14:cNvContentPartPr/>
                <p14:nvPr/>
              </p14:nvContentPartPr>
              <p14:xfrm>
                <a:off x="862840" y="2600492"/>
                <a:ext cx="153000" cy="51480"/>
              </p14:xfrm>
            </p:contentPart>
          </mc:Choice>
          <mc:Fallback>
            <p:pic>
              <p:nvPicPr>
                <p:cNvPr id="190" name="Ink 189">
                  <a:extLst>
                    <a:ext uri="{FF2B5EF4-FFF2-40B4-BE49-F238E27FC236}">
                      <a16:creationId xmlns:a16="http://schemas.microsoft.com/office/drawing/2014/main" id="{4FD32C83-C249-8FCB-F0C6-4036DA5186B1}"/>
                    </a:ext>
                  </a:extLst>
                </p:cNvPr>
                <p:cNvPicPr/>
                <p:nvPr/>
              </p:nvPicPr>
              <p:blipFill>
                <a:blip r:embed="rId42"/>
                <a:stretch>
                  <a:fillRect/>
                </a:stretch>
              </p:blipFill>
              <p:spPr>
                <a:xfrm>
                  <a:off x="854200" y="2591492"/>
                  <a:ext cx="170640" cy="69120"/>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191" name="Ink 190">
                  <a:extLst>
                    <a:ext uri="{FF2B5EF4-FFF2-40B4-BE49-F238E27FC236}">
                      <a16:creationId xmlns:a16="http://schemas.microsoft.com/office/drawing/2014/main" id="{51DFE768-E2B4-FFC1-072E-0F1FC77A9B7E}"/>
                    </a:ext>
                  </a:extLst>
                </p14:cNvPr>
                <p14:cNvContentPartPr/>
                <p14:nvPr/>
              </p14:nvContentPartPr>
              <p14:xfrm>
                <a:off x="877960" y="2412572"/>
                <a:ext cx="160920" cy="61200"/>
              </p14:xfrm>
            </p:contentPart>
          </mc:Choice>
          <mc:Fallback>
            <p:pic>
              <p:nvPicPr>
                <p:cNvPr id="191" name="Ink 190">
                  <a:extLst>
                    <a:ext uri="{FF2B5EF4-FFF2-40B4-BE49-F238E27FC236}">
                      <a16:creationId xmlns:a16="http://schemas.microsoft.com/office/drawing/2014/main" id="{51DFE768-E2B4-FFC1-072E-0F1FC77A9B7E}"/>
                    </a:ext>
                  </a:extLst>
                </p:cNvPr>
                <p:cNvPicPr/>
                <p:nvPr/>
              </p:nvPicPr>
              <p:blipFill>
                <a:blip r:embed="rId44"/>
                <a:stretch>
                  <a:fillRect/>
                </a:stretch>
              </p:blipFill>
              <p:spPr>
                <a:xfrm>
                  <a:off x="869320" y="2403572"/>
                  <a:ext cx="178560" cy="78840"/>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192" name="Ink 191">
                  <a:extLst>
                    <a:ext uri="{FF2B5EF4-FFF2-40B4-BE49-F238E27FC236}">
                      <a16:creationId xmlns:a16="http://schemas.microsoft.com/office/drawing/2014/main" id="{EFF15E8D-41D9-A43E-65FA-31FC372A5911}"/>
                    </a:ext>
                  </a:extLst>
                </p14:cNvPr>
                <p14:cNvContentPartPr/>
                <p14:nvPr/>
              </p14:nvContentPartPr>
              <p14:xfrm>
                <a:off x="1110520" y="2407172"/>
                <a:ext cx="160200" cy="191160"/>
              </p14:xfrm>
            </p:contentPart>
          </mc:Choice>
          <mc:Fallback>
            <p:pic>
              <p:nvPicPr>
                <p:cNvPr id="192" name="Ink 191">
                  <a:extLst>
                    <a:ext uri="{FF2B5EF4-FFF2-40B4-BE49-F238E27FC236}">
                      <a16:creationId xmlns:a16="http://schemas.microsoft.com/office/drawing/2014/main" id="{EFF15E8D-41D9-A43E-65FA-31FC372A5911}"/>
                    </a:ext>
                  </a:extLst>
                </p:cNvPr>
                <p:cNvPicPr/>
                <p:nvPr/>
              </p:nvPicPr>
              <p:blipFill>
                <a:blip r:embed="rId46"/>
                <a:stretch>
                  <a:fillRect/>
                </a:stretch>
              </p:blipFill>
              <p:spPr>
                <a:xfrm>
                  <a:off x="1101880" y="2398172"/>
                  <a:ext cx="177840" cy="208800"/>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193" name="Ink 192">
                  <a:extLst>
                    <a:ext uri="{FF2B5EF4-FFF2-40B4-BE49-F238E27FC236}">
                      <a16:creationId xmlns:a16="http://schemas.microsoft.com/office/drawing/2014/main" id="{A76C5EC4-4D45-902F-8073-DED80796BD31}"/>
                    </a:ext>
                  </a:extLst>
                </p14:cNvPr>
                <p14:cNvContentPartPr/>
                <p14:nvPr/>
              </p14:nvContentPartPr>
              <p14:xfrm>
                <a:off x="946720" y="2754932"/>
                <a:ext cx="123840" cy="212760"/>
              </p14:xfrm>
            </p:contentPart>
          </mc:Choice>
          <mc:Fallback>
            <p:pic>
              <p:nvPicPr>
                <p:cNvPr id="193" name="Ink 192">
                  <a:extLst>
                    <a:ext uri="{FF2B5EF4-FFF2-40B4-BE49-F238E27FC236}">
                      <a16:creationId xmlns:a16="http://schemas.microsoft.com/office/drawing/2014/main" id="{A76C5EC4-4D45-902F-8073-DED80796BD31}"/>
                    </a:ext>
                  </a:extLst>
                </p:cNvPr>
                <p:cNvPicPr/>
                <p:nvPr/>
              </p:nvPicPr>
              <p:blipFill>
                <a:blip r:embed="rId48"/>
                <a:stretch>
                  <a:fillRect/>
                </a:stretch>
              </p:blipFill>
              <p:spPr>
                <a:xfrm>
                  <a:off x="937720" y="2745932"/>
                  <a:ext cx="141480" cy="230400"/>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194" name="Ink 193">
                  <a:extLst>
                    <a:ext uri="{FF2B5EF4-FFF2-40B4-BE49-F238E27FC236}">
                      <a16:creationId xmlns:a16="http://schemas.microsoft.com/office/drawing/2014/main" id="{B53A5AAA-61D8-18F1-08CD-65DF29722E0A}"/>
                    </a:ext>
                  </a:extLst>
                </p14:cNvPr>
                <p14:cNvContentPartPr/>
                <p14:nvPr/>
              </p14:nvContentPartPr>
              <p14:xfrm>
                <a:off x="1111600" y="2774732"/>
                <a:ext cx="33480" cy="146520"/>
              </p14:xfrm>
            </p:contentPart>
          </mc:Choice>
          <mc:Fallback>
            <p:pic>
              <p:nvPicPr>
                <p:cNvPr id="194" name="Ink 193">
                  <a:extLst>
                    <a:ext uri="{FF2B5EF4-FFF2-40B4-BE49-F238E27FC236}">
                      <a16:creationId xmlns:a16="http://schemas.microsoft.com/office/drawing/2014/main" id="{B53A5AAA-61D8-18F1-08CD-65DF29722E0A}"/>
                    </a:ext>
                  </a:extLst>
                </p:cNvPr>
                <p:cNvPicPr/>
                <p:nvPr/>
              </p:nvPicPr>
              <p:blipFill>
                <a:blip r:embed="rId50"/>
                <a:stretch>
                  <a:fillRect/>
                </a:stretch>
              </p:blipFill>
              <p:spPr>
                <a:xfrm>
                  <a:off x="1102600" y="2766092"/>
                  <a:ext cx="51120" cy="16416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195" name="Ink 194">
                  <a:extLst>
                    <a:ext uri="{FF2B5EF4-FFF2-40B4-BE49-F238E27FC236}">
                      <a16:creationId xmlns:a16="http://schemas.microsoft.com/office/drawing/2014/main" id="{68C49C95-EF81-51A9-553B-93A29677FA70}"/>
                    </a:ext>
                  </a:extLst>
                </p14:cNvPr>
                <p14:cNvContentPartPr/>
                <p14:nvPr/>
              </p14:nvContentPartPr>
              <p14:xfrm>
                <a:off x="1218160" y="2802452"/>
                <a:ext cx="97200" cy="117360"/>
              </p14:xfrm>
            </p:contentPart>
          </mc:Choice>
          <mc:Fallback>
            <p:pic>
              <p:nvPicPr>
                <p:cNvPr id="195" name="Ink 194">
                  <a:extLst>
                    <a:ext uri="{FF2B5EF4-FFF2-40B4-BE49-F238E27FC236}">
                      <a16:creationId xmlns:a16="http://schemas.microsoft.com/office/drawing/2014/main" id="{68C49C95-EF81-51A9-553B-93A29677FA70}"/>
                    </a:ext>
                  </a:extLst>
                </p:cNvPr>
                <p:cNvPicPr/>
                <p:nvPr/>
              </p:nvPicPr>
              <p:blipFill>
                <a:blip r:embed="rId52"/>
                <a:stretch>
                  <a:fillRect/>
                </a:stretch>
              </p:blipFill>
              <p:spPr>
                <a:xfrm>
                  <a:off x="1209160" y="2793812"/>
                  <a:ext cx="114840" cy="135000"/>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196" name="Ink 195">
                  <a:extLst>
                    <a:ext uri="{FF2B5EF4-FFF2-40B4-BE49-F238E27FC236}">
                      <a16:creationId xmlns:a16="http://schemas.microsoft.com/office/drawing/2014/main" id="{0CC6F9B8-299B-7001-06E4-E578CA61502E}"/>
                    </a:ext>
                  </a:extLst>
                </p14:cNvPr>
                <p14:cNvContentPartPr/>
                <p14:nvPr/>
              </p14:nvContentPartPr>
              <p14:xfrm>
                <a:off x="1393480" y="2681132"/>
                <a:ext cx="216360" cy="206640"/>
              </p14:xfrm>
            </p:contentPart>
          </mc:Choice>
          <mc:Fallback>
            <p:pic>
              <p:nvPicPr>
                <p:cNvPr id="196" name="Ink 195">
                  <a:extLst>
                    <a:ext uri="{FF2B5EF4-FFF2-40B4-BE49-F238E27FC236}">
                      <a16:creationId xmlns:a16="http://schemas.microsoft.com/office/drawing/2014/main" id="{0CC6F9B8-299B-7001-06E4-E578CA61502E}"/>
                    </a:ext>
                  </a:extLst>
                </p:cNvPr>
                <p:cNvPicPr/>
                <p:nvPr/>
              </p:nvPicPr>
              <p:blipFill>
                <a:blip r:embed="rId54"/>
                <a:stretch>
                  <a:fillRect/>
                </a:stretch>
              </p:blipFill>
              <p:spPr>
                <a:xfrm>
                  <a:off x="1384840" y="2672492"/>
                  <a:ext cx="234000" cy="224280"/>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198" name="Ink 197">
                  <a:extLst>
                    <a:ext uri="{FF2B5EF4-FFF2-40B4-BE49-F238E27FC236}">
                      <a16:creationId xmlns:a16="http://schemas.microsoft.com/office/drawing/2014/main" id="{2BA66373-A58B-B1EB-4E0D-7462FA1AFBF3}"/>
                    </a:ext>
                  </a:extLst>
                </p14:cNvPr>
                <p14:cNvContentPartPr/>
                <p14:nvPr/>
              </p14:nvContentPartPr>
              <p14:xfrm>
                <a:off x="1628560" y="2587532"/>
                <a:ext cx="304560" cy="241200"/>
              </p14:xfrm>
            </p:contentPart>
          </mc:Choice>
          <mc:Fallback>
            <p:pic>
              <p:nvPicPr>
                <p:cNvPr id="198" name="Ink 197">
                  <a:extLst>
                    <a:ext uri="{FF2B5EF4-FFF2-40B4-BE49-F238E27FC236}">
                      <a16:creationId xmlns:a16="http://schemas.microsoft.com/office/drawing/2014/main" id="{2BA66373-A58B-B1EB-4E0D-7462FA1AFBF3}"/>
                    </a:ext>
                  </a:extLst>
                </p:cNvPr>
                <p:cNvPicPr/>
                <p:nvPr/>
              </p:nvPicPr>
              <p:blipFill>
                <a:blip r:embed="rId56"/>
                <a:stretch>
                  <a:fillRect/>
                </a:stretch>
              </p:blipFill>
              <p:spPr>
                <a:xfrm>
                  <a:off x="1619920" y="2578532"/>
                  <a:ext cx="322200" cy="25884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57">
            <p14:nvContentPartPr>
              <p14:cNvPr id="200" name="Ink 199">
                <a:extLst>
                  <a:ext uri="{FF2B5EF4-FFF2-40B4-BE49-F238E27FC236}">
                    <a16:creationId xmlns:a16="http://schemas.microsoft.com/office/drawing/2014/main" id="{DA5D68D2-9F8A-28AF-44A1-F0463A19E04D}"/>
                  </a:ext>
                </a:extLst>
              </p14:cNvPr>
              <p14:cNvContentPartPr/>
              <p14:nvPr/>
            </p14:nvContentPartPr>
            <p14:xfrm>
              <a:off x="276120" y="2113920"/>
              <a:ext cx="7389720" cy="4294800"/>
            </p14:xfrm>
          </p:contentPart>
        </mc:Choice>
        <mc:Fallback>
          <p:pic>
            <p:nvPicPr>
              <p:cNvPr id="200" name="Ink 199">
                <a:extLst>
                  <a:ext uri="{FF2B5EF4-FFF2-40B4-BE49-F238E27FC236}">
                    <a16:creationId xmlns:a16="http://schemas.microsoft.com/office/drawing/2014/main" id="{DA5D68D2-9F8A-28AF-44A1-F0463A19E04D}"/>
                  </a:ext>
                </a:extLst>
              </p:cNvPr>
              <p:cNvPicPr/>
              <p:nvPr/>
            </p:nvPicPr>
            <p:blipFill>
              <a:blip r:embed="rId58"/>
              <a:stretch>
                <a:fillRect/>
              </a:stretch>
            </p:blipFill>
            <p:spPr>
              <a:xfrm>
                <a:off x="266760" y="2104560"/>
                <a:ext cx="7408440" cy="4313520"/>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201" name="Ink 200">
                <a:extLst>
                  <a:ext uri="{FF2B5EF4-FFF2-40B4-BE49-F238E27FC236}">
                    <a16:creationId xmlns:a16="http://schemas.microsoft.com/office/drawing/2014/main" id="{45D9ED67-FE18-53D7-8132-E65D39258D2B}"/>
                  </a:ext>
                </a:extLst>
              </p14:cNvPr>
              <p14:cNvContentPartPr/>
              <p14:nvPr/>
            </p14:nvContentPartPr>
            <p14:xfrm>
              <a:off x="1775880" y="123840"/>
              <a:ext cx="9994320" cy="6075360"/>
            </p14:xfrm>
          </p:contentPart>
        </mc:Choice>
        <mc:Fallback>
          <p:pic>
            <p:nvPicPr>
              <p:cNvPr id="201" name="Ink 200">
                <a:extLst>
                  <a:ext uri="{FF2B5EF4-FFF2-40B4-BE49-F238E27FC236}">
                    <a16:creationId xmlns:a16="http://schemas.microsoft.com/office/drawing/2014/main" id="{45D9ED67-FE18-53D7-8132-E65D39258D2B}"/>
                  </a:ext>
                </a:extLst>
              </p:cNvPr>
              <p:cNvPicPr/>
              <p:nvPr/>
            </p:nvPicPr>
            <p:blipFill>
              <a:blip r:embed="rId60"/>
              <a:stretch>
                <a:fillRect/>
              </a:stretch>
            </p:blipFill>
            <p:spPr>
              <a:xfrm>
                <a:off x="1766520" y="114480"/>
                <a:ext cx="10013040" cy="6094080"/>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202" name="Ink 201">
                <a:extLst>
                  <a:ext uri="{FF2B5EF4-FFF2-40B4-BE49-F238E27FC236}">
                    <a16:creationId xmlns:a16="http://schemas.microsoft.com/office/drawing/2014/main" id="{3D5A579E-1C9F-B1AD-EC8B-D5451FE43FA3}"/>
                  </a:ext>
                </a:extLst>
              </p14:cNvPr>
              <p14:cNvContentPartPr/>
              <p14:nvPr/>
            </p14:nvContentPartPr>
            <p14:xfrm>
              <a:off x="2749600" y="-151348"/>
              <a:ext cx="360" cy="360"/>
            </p14:xfrm>
          </p:contentPart>
        </mc:Choice>
        <mc:Fallback>
          <p:pic>
            <p:nvPicPr>
              <p:cNvPr id="202" name="Ink 201">
                <a:extLst>
                  <a:ext uri="{FF2B5EF4-FFF2-40B4-BE49-F238E27FC236}">
                    <a16:creationId xmlns:a16="http://schemas.microsoft.com/office/drawing/2014/main" id="{3D5A579E-1C9F-B1AD-EC8B-D5451FE43FA3}"/>
                  </a:ext>
                </a:extLst>
              </p:cNvPr>
              <p:cNvPicPr/>
              <p:nvPr/>
            </p:nvPicPr>
            <p:blipFill>
              <a:blip r:embed="rId3"/>
              <a:stretch>
                <a:fillRect/>
              </a:stretch>
            </p:blipFill>
            <p:spPr>
              <a:xfrm>
                <a:off x="2740960" y="-159988"/>
                <a:ext cx="18000" cy="18000"/>
              </a:xfrm>
              <a:prstGeom prst="rect">
                <a:avLst/>
              </a:prstGeom>
            </p:spPr>
          </p:pic>
        </mc:Fallback>
      </mc:AlternateContent>
      <mc:AlternateContent xmlns:mc="http://schemas.openxmlformats.org/markup-compatibility/2006">
        <mc:Choice xmlns:p14="http://schemas.microsoft.com/office/powerpoint/2010/main" Requires="p14">
          <p:contentPart p14:bwMode="auto" r:id="rId62">
            <p14:nvContentPartPr>
              <p14:cNvPr id="203" name="Ink 202">
                <a:extLst>
                  <a:ext uri="{FF2B5EF4-FFF2-40B4-BE49-F238E27FC236}">
                    <a16:creationId xmlns:a16="http://schemas.microsoft.com/office/drawing/2014/main" id="{BA0B52A7-DA9D-619D-4968-1B1133A51CE3}"/>
                  </a:ext>
                </a:extLst>
              </p14:cNvPr>
              <p14:cNvContentPartPr/>
              <p14:nvPr/>
            </p14:nvContentPartPr>
            <p14:xfrm>
              <a:off x="7249240" y="4367372"/>
              <a:ext cx="171360" cy="881280"/>
            </p14:xfrm>
          </p:contentPart>
        </mc:Choice>
        <mc:Fallback>
          <p:pic>
            <p:nvPicPr>
              <p:cNvPr id="203" name="Ink 202">
                <a:extLst>
                  <a:ext uri="{FF2B5EF4-FFF2-40B4-BE49-F238E27FC236}">
                    <a16:creationId xmlns:a16="http://schemas.microsoft.com/office/drawing/2014/main" id="{BA0B52A7-DA9D-619D-4968-1B1133A51CE3}"/>
                  </a:ext>
                </a:extLst>
              </p:cNvPr>
              <p:cNvPicPr/>
              <p:nvPr/>
            </p:nvPicPr>
            <p:blipFill>
              <a:blip r:embed="rId63"/>
              <a:stretch>
                <a:fillRect/>
              </a:stretch>
            </p:blipFill>
            <p:spPr>
              <a:xfrm>
                <a:off x="7240600" y="4358372"/>
                <a:ext cx="189000" cy="898920"/>
              </a:xfrm>
              <a:prstGeom prst="rect">
                <a:avLst/>
              </a:prstGeom>
            </p:spPr>
          </p:pic>
        </mc:Fallback>
      </mc:AlternateContent>
      <p:grpSp>
        <p:nvGrpSpPr>
          <p:cNvPr id="216" name="Group 215">
            <a:extLst>
              <a:ext uri="{FF2B5EF4-FFF2-40B4-BE49-F238E27FC236}">
                <a16:creationId xmlns:a16="http://schemas.microsoft.com/office/drawing/2014/main" id="{E46312D0-E77E-9AC6-CA0D-0F3B6D88AD9C}"/>
              </a:ext>
            </a:extLst>
          </p:cNvPr>
          <p:cNvGrpSpPr/>
          <p:nvPr/>
        </p:nvGrpSpPr>
        <p:grpSpPr>
          <a:xfrm>
            <a:off x="7874200" y="4341092"/>
            <a:ext cx="1580040" cy="1392480"/>
            <a:chOff x="7874200" y="4341092"/>
            <a:chExt cx="1580040" cy="1392480"/>
          </a:xfrm>
        </p:grpSpPr>
        <mc:AlternateContent xmlns:mc="http://schemas.openxmlformats.org/markup-compatibility/2006">
          <mc:Choice xmlns:p14="http://schemas.microsoft.com/office/powerpoint/2010/main" Requires="p14">
            <p:contentPart p14:bwMode="auto" r:id="rId64">
              <p14:nvContentPartPr>
                <p14:cNvPr id="204" name="Ink 203">
                  <a:extLst>
                    <a:ext uri="{FF2B5EF4-FFF2-40B4-BE49-F238E27FC236}">
                      <a16:creationId xmlns:a16="http://schemas.microsoft.com/office/drawing/2014/main" id="{F913F77D-076E-C5B0-94ED-CC012EB27EFE}"/>
                    </a:ext>
                  </a:extLst>
                </p14:cNvPr>
                <p14:cNvContentPartPr/>
                <p14:nvPr/>
              </p14:nvContentPartPr>
              <p14:xfrm>
                <a:off x="7920640" y="4550612"/>
                <a:ext cx="178200" cy="478440"/>
              </p14:xfrm>
            </p:contentPart>
          </mc:Choice>
          <mc:Fallback>
            <p:pic>
              <p:nvPicPr>
                <p:cNvPr id="204" name="Ink 203">
                  <a:extLst>
                    <a:ext uri="{FF2B5EF4-FFF2-40B4-BE49-F238E27FC236}">
                      <a16:creationId xmlns:a16="http://schemas.microsoft.com/office/drawing/2014/main" id="{F913F77D-076E-C5B0-94ED-CC012EB27EFE}"/>
                    </a:ext>
                  </a:extLst>
                </p:cNvPr>
                <p:cNvPicPr/>
                <p:nvPr/>
              </p:nvPicPr>
              <p:blipFill>
                <a:blip r:embed="rId65"/>
                <a:stretch>
                  <a:fillRect/>
                </a:stretch>
              </p:blipFill>
              <p:spPr>
                <a:xfrm>
                  <a:off x="7912000" y="4541972"/>
                  <a:ext cx="195840" cy="496080"/>
                </a:xfrm>
                <a:prstGeom prst="rect">
                  <a:avLst/>
                </a:prstGeom>
              </p:spPr>
            </p:pic>
          </mc:Fallback>
        </mc:AlternateContent>
        <mc:AlternateContent xmlns:mc="http://schemas.openxmlformats.org/markup-compatibility/2006">
          <mc:Choice xmlns:p14="http://schemas.microsoft.com/office/powerpoint/2010/main" Requires="p14">
            <p:contentPart p14:bwMode="auto" r:id="rId66">
              <p14:nvContentPartPr>
                <p14:cNvPr id="205" name="Ink 204">
                  <a:extLst>
                    <a:ext uri="{FF2B5EF4-FFF2-40B4-BE49-F238E27FC236}">
                      <a16:creationId xmlns:a16="http://schemas.microsoft.com/office/drawing/2014/main" id="{914EA33C-6BE1-F049-2598-BA899DA421C8}"/>
                    </a:ext>
                  </a:extLst>
                </p14:cNvPr>
                <p14:cNvContentPartPr/>
                <p14:nvPr/>
              </p14:nvContentPartPr>
              <p14:xfrm>
                <a:off x="7874200" y="4814492"/>
                <a:ext cx="531720" cy="158760"/>
              </p14:xfrm>
            </p:contentPart>
          </mc:Choice>
          <mc:Fallback>
            <p:pic>
              <p:nvPicPr>
                <p:cNvPr id="205" name="Ink 204">
                  <a:extLst>
                    <a:ext uri="{FF2B5EF4-FFF2-40B4-BE49-F238E27FC236}">
                      <a16:creationId xmlns:a16="http://schemas.microsoft.com/office/drawing/2014/main" id="{914EA33C-6BE1-F049-2598-BA899DA421C8}"/>
                    </a:ext>
                  </a:extLst>
                </p:cNvPr>
                <p:cNvPicPr/>
                <p:nvPr/>
              </p:nvPicPr>
              <p:blipFill>
                <a:blip r:embed="rId67"/>
                <a:stretch>
                  <a:fillRect/>
                </a:stretch>
              </p:blipFill>
              <p:spPr>
                <a:xfrm>
                  <a:off x="7865200" y="4805492"/>
                  <a:ext cx="549360" cy="176400"/>
                </a:xfrm>
                <a:prstGeom prst="rect">
                  <a:avLst/>
                </a:prstGeom>
              </p:spPr>
            </p:pic>
          </mc:Fallback>
        </mc:AlternateContent>
        <mc:AlternateContent xmlns:mc="http://schemas.openxmlformats.org/markup-compatibility/2006">
          <mc:Choice xmlns:p14="http://schemas.microsoft.com/office/powerpoint/2010/main" Requires="p14">
            <p:contentPart p14:bwMode="auto" r:id="rId68">
              <p14:nvContentPartPr>
                <p14:cNvPr id="206" name="Ink 205">
                  <a:extLst>
                    <a:ext uri="{FF2B5EF4-FFF2-40B4-BE49-F238E27FC236}">
                      <a16:creationId xmlns:a16="http://schemas.microsoft.com/office/drawing/2014/main" id="{21FCCD13-56DA-9A7F-A706-3B234C138DFC}"/>
                    </a:ext>
                  </a:extLst>
                </p14:cNvPr>
                <p14:cNvContentPartPr/>
                <p14:nvPr/>
              </p14:nvContentPartPr>
              <p14:xfrm>
                <a:off x="8568640" y="4739612"/>
                <a:ext cx="106920" cy="286560"/>
              </p14:xfrm>
            </p:contentPart>
          </mc:Choice>
          <mc:Fallback>
            <p:pic>
              <p:nvPicPr>
                <p:cNvPr id="206" name="Ink 205">
                  <a:extLst>
                    <a:ext uri="{FF2B5EF4-FFF2-40B4-BE49-F238E27FC236}">
                      <a16:creationId xmlns:a16="http://schemas.microsoft.com/office/drawing/2014/main" id="{21FCCD13-56DA-9A7F-A706-3B234C138DFC}"/>
                    </a:ext>
                  </a:extLst>
                </p:cNvPr>
                <p:cNvPicPr/>
                <p:nvPr/>
              </p:nvPicPr>
              <p:blipFill>
                <a:blip r:embed="rId69"/>
                <a:stretch>
                  <a:fillRect/>
                </a:stretch>
              </p:blipFill>
              <p:spPr>
                <a:xfrm>
                  <a:off x="8560000" y="4730612"/>
                  <a:ext cx="124560" cy="304200"/>
                </a:xfrm>
                <a:prstGeom prst="rect">
                  <a:avLst/>
                </a:prstGeom>
              </p:spPr>
            </p:pic>
          </mc:Fallback>
        </mc:AlternateContent>
        <mc:AlternateContent xmlns:mc="http://schemas.openxmlformats.org/markup-compatibility/2006">
          <mc:Choice xmlns:p14="http://schemas.microsoft.com/office/powerpoint/2010/main" Requires="p14">
            <p:contentPart p14:bwMode="auto" r:id="rId70">
              <p14:nvContentPartPr>
                <p14:cNvPr id="207" name="Ink 206">
                  <a:extLst>
                    <a:ext uri="{FF2B5EF4-FFF2-40B4-BE49-F238E27FC236}">
                      <a16:creationId xmlns:a16="http://schemas.microsoft.com/office/drawing/2014/main" id="{861C9ED2-E4DD-A55B-67B7-5D3B29D7CB39}"/>
                    </a:ext>
                  </a:extLst>
                </p14:cNvPr>
                <p14:cNvContentPartPr/>
                <p14:nvPr/>
              </p14:nvContentPartPr>
              <p14:xfrm>
                <a:off x="9287560" y="4778852"/>
                <a:ext cx="166680" cy="290160"/>
              </p14:xfrm>
            </p:contentPart>
          </mc:Choice>
          <mc:Fallback>
            <p:pic>
              <p:nvPicPr>
                <p:cNvPr id="207" name="Ink 206">
                  <a:extLst>
                    <a:ext uri="{FF2B5EF4-FFF2-40B4-BE49-F238E27FC236}">
                      <a16:creationId xmlns:a16="http://schemas.microsoft.com/office/drawing/2014/main" id="{861C9ED2-E4DD-A55B-67B7-5D3B29D7CB39}"/>
                    </a:ext>
                  </a:extLst>
                </p:cNvPr>
                <p:cNvPicPr/>
                <p:nvPr/>
              </p:nvPicPr>
              <p:blipFill>
                <a:blip r:embed="rId71"/>
                <a:stretch>
                  <a:fillRect/>
                </a:stretch>
              </p:blipFill>
              <p:spPr>
                <a:xfrm>
                  <a:off x="9278560" y="4770212"/>
                  <a:ext cx="184320" cy="307800"/>
                </a:xfrm>
                <a:prstGeom prst="rect">
                  <a:avLst/>
                </a:prstGeom>
              </p:spPr>
            </p:pic>
          </mc:Fallback>
        </mc:AlternateContent>
        <mc:AlternateContent xmlns:mc="http://schemas.openxmlformats.org/markup-compatibility/2006">
          <mc:Choice xmlns:p14="http://schemas.microsoft.com/office/powerpoint/2010/main" Requires="p14">
            <p:contentPart p14:bwMode="auto" r:id="rId72">
              <p14:nvContentPartPr>
                <p14:cNvPr id="209" name="Ink 208">
                  <a:extLst>
                    <a:ext uri="{FF2B5EF4-FFF2-40B4-BE49-F238E27FC236}">
                      <a16:creationId xmlns:a16="http://schemas.microsoft.com/office/drawing/2014/main" id="{91D809F2-7E64-ED45-6615-DFCCF2C92D3E}"/>
                    </a:ext>
                  </a:extLst>
                </p14:cNvPr>
                <p14:cNvContentPartPr/>
                <p14:nvPr/>
              </p14:nvContentPartPr>
              <p14:xfrm>
                <a:off x="8055640" y="4341092"/>
                <a:ext cx="1105200" cy="993600"/>
              </p14:xfrm>
            </p:contentPart>
          </mc:Choice>
          <mc:Fallback>
            <p:pic>
              <p:nvPicPr>
                <p:cNvPr id="209" name="Ink 208">
                  <a:extLst>
                    <a:ext uri="{FF2B5EF4-FFF2-40B4-BE49-F238E27FC236}">
                      <a16:creationId xmlns:a16="http://schemas.microsoft.com/office/drawing/2014/main" id="{91D809F2-7E64-ED45-6615-DFCCF2C92D3E}"/>
                    </a:ext>
                  </a:extLst>
                </p:cNvPr>
                <p:cNvPicPr/>
                <p:nvPr/>
              </p:nvPicPr>
              <p:blipFill>
                <a:blip r:embed="rId73"/>
                <a:stretch>
                  <a:fillRect/>
                </a:stretch>
              </p:blipFill>
              <p:spPr>
                <a:xfrm>
                  <a:off x="8046640" y="4332092"/>
                  <a:ext cx="1122840" cy="1011240"/>
                </a:xfrm>
                <a:prstGeom prst="rect">
                  <a:avLst/>
                </a:prstGeom>
              </p:spPr>
            </p:pic>
          </mc:Fallback>
        </mc:AlternateContent>
        <mc:AlternateContent xmlns:mc="http://schemas.openxmlformats.org/markup-compatibility/2006">
          <mc:Choice xmlns:p14="http://schemas.microsoft.com/office/powerpoint/2010/main" Requires="p14">
            <p:contentPart p14:bwMode="auto" r:id="rId74">
              <p14:nvContentPartPr>
                <p14:cNvPr id="210" name="Ink 209">
                  <a:extLst>
                    <a:ext uri="{FF2B5EF4-FFF2-40B4-BE49-F238E27FC236}">
                      <a16:creationId xmlns:a16="http://schemas.microsoft.com/office/drawing/2014/main" id="{E80B81EE-30E0-1E97-60B2-61A506CA66F9}"/>
                    </a:ext>
                  </a:extLst>
                </p14:cNvPr>
                <p14:cNvContentPartPr/>
                <p14:nvPr/>
              </p14:nvContentPartPr>
              <p14:xfrm>
                <a:off x="8074000" y="4651412"/>
                <a:ext cx="1142640" cy="599760"/>
              </p14:xfrm>
            </p:contentPart>
          </mc:Choice>
          <mc:Fallback>
            <p:pic>
              <p:nvPicPr>
                <p:cNvPr id="210" name="Ink 209">
                  <a:extLst>
                    <a:ext uri="{FF2B5EF4-FFF2-40B4-BE49-F238E27FC236}">
                      <a16:creationId xmlns:a16="http://schemas.microsoft.com/office/drawing/2014/main" id="{E80B81EE-30E0-1E97-60B2-61A506CA66F9}"/>
                    </a:ext>
                  </a:extLst>
                </p:cNvPr>
                <p:cNvPicPr/>
                <p:nvPr/>
              </p:nvPicPr>
              <p:blipFill>
                <a:blip r:embed="rId75"/>
                <a:stretch>
                  <a:fillRect/>
                </a:stretch>
              </p:blipFill>
              <p:spPr>
                <a:xfrm>
                  <a:off x="8065000" y="4642412"/>
                  <a:ext cx="1160280" cy="617400"/>
                </a:xfrm>
                <a:prstGeom prst="rect">
                  <a:avLst/>
                </a:prstGeom>
              </p:spPr>
            </p:pic>
          </mc:Fallback>
        </mc:AlternateContent>
        <mc:AlternateContent xmlns:mc="http://schemas.openxmlformats.org/markup-compatibility/2006">
          <mc:Choice xmlns:p14="http://schemas.microsoft.com/office/powerpoint/2010/main" Requires="p14">
            <p:contentPart p14:bwMode="auto" r:id="rId76">
              <p14:nvContentPartPr>
                <p14:cNvPr id="212" name="Ink 211">
                  <a:extLst>
                    <a:ext uri="{FF2B5EF4-FFF2-40B4-BE49-F238E27FC236}">
                      <a16:creationId xmlns:a16="http://schemas.microsoft.com/office/drawing/2014/main" id="{262F7D53-224B-75BD-1398-41F3DD080FBC}"/>
                    </a:ext>
                  </a:extLst>
                </p14:cNvPr>
                <p14:cNvContentPartPr/>
                <p14:nvPr/>
              </p14:nvContentPartPr>
              <p14:xfrm>
                <a:off x="8006680" y="5290052"/>
                <a:ext cx="89640" cy="323640"/>
              </p14:xfrm>
            </p:contentPart>
          </mc:Choice>
          <mc:Fallback>
            <p:pic>
              <p:nvPicPr>
                <p:cNvPr id="212" name="Ink 211">
                  <a:extLst>
                    <a:ext uri="{FF2B5EF4-FFF2-40B4-BE49-F238E27FC236}">
                      <a16:creationId xmlns:a16="http://schemas.microsoft.com/office/drawing/2014/main" id="{262F7D53-224B-75BD-1398-41F3DD080FBC}"/>
                    </a:ext>
                  </a:extLst>
                </p:cNvPr>
                <p:cNvPicPr/>
                <p:nvPr/>
              </p:nvPicPr>
              <p:blipFill>
                <a:blip r:embed="rId77"/>
                <a:stretch>
                  <a:fillRect/>
                </a:stretch>
              </p:blipFill>
              <p:spPr>
                <a:xfrm>
                  <a:off x="7997680" y="5281412"/>
                  <a:ext cx="107280" cy="341280"/>
                </a:xfrm>
                <a:prstGeom prst="rect">
                  <a:avLst/>
                </a:prstGeom>
              </p:spPr>
            </p:pic>
          </mc:Fallback>
        </mc:AlternateContent>
        <mc:AlternateContent xmlns:mc="http://schemas.openxmlformats.org/markup-compatibility/2006">
          <mc:Choice xmlns:p14="http://schemas.microsoft.com/office/powerpoint/2010/main" Requires="p14">
            <p:contentPart p14:bwMode="auto" r:id="rId78">
              <p14:nvContentPartPr>
                <p14:cNvPr id="213" name="Ink 212">
                  <a:extLst>
                    <a:ext uri="{FF2B5EF4-FFF2-40B4-BE49-F238E27FC236}">
                      <a16:creationId xmlns:a16="http://schemas.microsoft.com/office/drawing/2014/main" id="{4B31080B-404B-7933-9852-C9A85F7BBA95}"/>
                    </a:ext>
                  </a:extLst>
                </p14:cNvPr>
                <p14:cNvContentPartPr/>
                <p14:nvPr/>
              </p14:nvContentPartPr>
              <p14:xfrm>
                <a:off x="8083000" y="5670572"/>
                <a:ext cx="8280" cy="8280"/>
              </p14:xfrm>
            </p:contentPart>
          </mc:Choice>
          <mc:Fallback>
            <p:pic>
              <p:nvPicPr>
                <p:cNvPr id="213" name="Ink 212">
                  <a:extLst>
                    <a:ext uri="{FF2B5EF4-FFF2-40B4-BE49-F238E27FC236}">
                      <a16:creationId xmlns:a16="http://schemas.microsoft.com/office/drawing/2014/main" id="{4B31080B-404B-7933-9852-C9A85F7BBA95}"/>
                    </a:ext>
                  </a:extLst>
                </p:cNvPr>
                <p:cNvPicPr/>
                <p:nvPr/>
              </p:nvPicPr>
              <p:blipFill>
                <a:blip r:embed="rId79"/>
                <a:stretch>
                  <a:fillRect/>
                </a:stretch>
              </p:blipFill>
              <p:spPr>
                <a:xfrm>
                  <a:off x="8074360" y="5661572"/>
                  <a:ext cx="25920" cy="25920"/>
                </a:xfrm>
                <a:prstGeom prst="rect">
                  <a:avLst/>
                </a:prstGeom>
              </p:spPr>
            </p:pic>
          </mc:Fallback>
        </mc:AlternateContent>
        <mc:AlternateContent xmlns:mc="http://schemas.openxmlformats.org/markup-compatibility/2006">
          <mc:Choice xmlns:p14="http://schemas.microsoft.com/office/powerpoint/2010/main" Requires="p14">
            <p:contentPart p14:bwMode="auto" r:id="rId80">
              <p14:nvContentPartPr>
                <p14:cNvPr id="214" name="Ink 213">
                  <a:extLst>
                    <a:ext uri="{FF2B5EF4-FFF2-40B4-BE49-F238E27FC236}">
                      <a16:creationId xmlns:a16="http://schemas.microsoft.com/office/drawing/2014/main" id="{F6EA3A10-D50B-C962-1279-3BECF96F18CC}"/>
                    </a:ext>
                  </a:extLst>
                </p14:cNvPr>
                <p14:cNvContentPartPr/>
                <p14:nvPr/>
              </p14:nvContentPartPr>
              <p14:xfrm>
                <a:off x="8268760" y="5385452"/>
                <a:ext cx="178200" cy="237240"/>
              </p14:xfrm>
            </p:contentPart>
          </mc:Choice>
          <mc:Fallback>
            <p:pic>
              <p:nvPicPr>
                <p:cNvPr id="214" name="Ink 213">
                  <a:extLst>
                    <a:ext uri="{FF2B5EF4-FFF2-40B4-BE49-F238E27FC236}">
                      <a16:creationId xmlns:a16="http://schemas.microsoft.com/office/drawing/2014/main" id="{F6EA3A10-D50B-C962-1279-3BECF96F18CC}"/>
                    </a:ext>
                  </a:extLst>
                </p:cNvPr>
                <p:cNvPicPr/>
                <p:nvPr/>
              </p:nvPicPr>
              <p:blipFill>
                <a:blip r:embed="rId81"/>
                <a:stretch>
                  <a:fillRect/>
                </a:stretch>
              </p:blipFill>
              <p:spPr>
                <a:xfrm>
                  <a:off x="8259760" y="5376812"/>
                  <a:ext cx="195840" cy="254880"/>
                </a:xfrm>
                <a:prstGeom prst="rect">
                  <a:avLst/>
                </a:prstGeom>
              </p:spPr>
            </p:pic>
          </mc:Fallback>
        </mc:AlternateContent>
        <mc:AlternateContent xmlns:mc="http://schemas.openxmlformats.org/markup-compatibility/2006">
          <mc:Choice xmlns:p14="http://schemas.microsoft.com/office/powerpoint/2010/main" Requires="p14">
            <p:contentPart p14:bwMode="auto" r:id="rId82">
              <p14:nvContentPartPr>
                <p14:cNvPr id="215" name="Ink 214">
                  <a:extLst>
                    <a:ext uri="{FF2B5EF4-FFF2-40B4-BE49-F238E27FC236}">
                      <a16:creationId xmlns:a16="http://schemas.microsoft.com/office/drawing/2014/main" id="{A18A95D8-CF4B-00C7-6C41-068FFBAD5254}"/>
                    </a:ext>
                  </a:extLst>
                </p14:cNvPr>
                <p14:cNvContentPartPr/>
                <p14:nvPr/>
              </p14:nvContentPartPr>
              <p14:xfrm>
                <a:off x="8327800" y="5729612"/>
                <a:ext cx="5760" cy="3960"/>
              </p14:xfrm>
            </p:contentPart>
          </mc:Choice>
          <mc:Fallback>
            <p:pic>
              <p:nvPicPr>
                <p:cNvPr id="215" name="Ink 214">
                  <a:extLst>
                    <a:ext uri="{FF2B5EF4-FFF2-40B4-BE49-F238E27FC236}">
                      <a16:creationId xmlns:a16="http://schemas.microsoft.com/office/drawing/2014/main" id="{A18A95D8-CF4B-00C7-6C41-068FFBAD5254}"/>
                    </a:ext>
                  </a:extLst>
                </p:cNvPr>
                <p:cNvPicPr/>
                <p:nvPr/>
              </p:nvPicPr>
              <p:blipFill>
                <a:blip r:embed="rId3"/>
                <a:stretch>
                  <a:fillRect/>
                </a:stretch>
              </p:blipFill>
              <p:spPr>
                <a:xfrm>
                  <a:off x="8319160" y="5720972"/>
                  <a:ext cx="23400" cy="21600"/>
                </a:xfrm>
                <a:prstGeom prst="rect">
                  <a:avLst/>
                </a:prstGeom>
              </p:spPr>
            </p:pic>
          </mc:Fallback>
        </mc:AlternateContent>
      </p:grpSp>
      <mc:AlternateContent xmlns:mc="http://schemas.openxmlformats.org/markup-compatibility/2006">
        <mc:Choice xmlns:p14="http://schemas.microsoft.com/office/powerpoint/2010/main" Requires="p14">
          <p:contentPart p14:bwMode="auto" r:id="rId83">
            <p14:nvContentPartPr>
              <p14:cNvPr id="217" name="Ink 216">
                <a:extLst>
                  <a:ext uri="{FF2B5EF4-FFF2-40B4-BE49-F238E27FC236}">
                    <a16:creationId xmlns:a16="http://schemas.microsoft.com/office/drawing/2014/main" id="{2F02E2AB-75F2-864D-2C69-015F5914719A}"/>
                  </a:ext>
                </a:extLst>
              </p14:cNvPr>
              <p14:cNvContentPartPr/>
              <p14:nvPr/>
            </p14:nvContentPartPr>
            <p14:xfrm>
              <a:off x="3236320" y="7124252"/>
              <a:ext cx="360" cy="360"/>
            </p14:xfrm>
          </p:contentPart>
        </mc:Choice>
        <mc:Fallback>
          <p:pic>
            <p:nvPicPr>
              <p:cNvPr id="217" name="Ink 216">
                <a:extLst>
                  <a:ext uri="{FF2B5EF4-FFF2-40B4-BE49-F238E27FC236}">
                    <a16:creationId xmlns:a16="http://schemas.microsoft.com/office/drawing/2014/main" id="{2F02E2AB-75F2-864D-2C69-015F5914719A}"/>
                  </a:ext>
                </a:extLst>
              </p:cNvPr>
              <p:cNvPicPr/>
              <p:nvPr/>
            </p:nvPicPr>
            <p:blipFill>
              <a:blip r:embed="rId3"/>
              <a:stretch>
                <a:fillRect/>
              </a:stretch>
            </p:blipFill>
            <p:spPr>
              <a:xfrm>
                <a:off x="3227680" y="7115252"/>
                <a:ext cx="18000" cy="18000"/>
              </a:xfrm>
              <a:prstGeom prst="rect">
                <a:avLst/>
              </a:prstGeom>
            </p:spPr>
          </p:pic>
        </mc:Fallback>
      </mc:AlternateContent>
    </p:spTree>
    <p:extLst>
      <p:ext uri="{BB962C8B-B14F-4D97-AF65-F5344CB8AC3E}">
        <p14:creationId xmlns:p14="http://schemas.microsoft.com/office/powerpoint/2010/main" val="3457671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Deploy Node Microservice to BTP</a:t>
            </a:r>
            <a:endParaRPr lang="en-US" dirty="0"/>
          </a:p>
        </p:txBody>
      </p:sp>
      <p:pic>
        <p:nvPicPr>
          <p:cNvPr id="1026" name="Picture 2" descr="Migrate and deploy Cloud Foundry applications to Kubernetes | Red Hat  Developer">
            <a:extLst>
              <a:ext uri="{FF2B5EF4-FFF2-40B4-BE49-F238E27FC236}">
                <a16:creationId xmlns:a16="http://schemas.microsoft.com/office/drawing/2014/main" id="{A8CBAEC0-374D-85C7-365A-E831AA0DDA0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3812" y="1268760"/>
            <a:ext cx="7201469" cy="4725144"/>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1C1FD12F-7B9A-C402-34A9-0CDD79FF9E14}"/>
                  </a:ext>
                </a:extLst>
              </p14:cNvPr>
              <p14:cNvContentPartPr/>
              <p14:nvPr/>
            </p14:nvContentPartPr>
            <p14:xfrm>
              <a:off x="2979004" y="6233516"/>
              <a:ext cx="360" cy="360"/>
            </p14:xfrm>
          </p:contentPart>
        </mc:Choice>
        <mc:Fallback xmlns="">
          <p:pic>
            <p:nvPicPr>
              <p:cNvPr id="4" name="Ink 3">
                <a:extLst>
                  <a:ext uri="{FF2B5EF4-FFF2-40B4-BE49-F238E27FC236}">
                    <a16:creationId xmlns:a16="http://schemas.microsoft.com/office/drawing/2014/main" id="{1C1FD12F-7B9A-C402-34A9-0CDD79FF9E14}"/>
                  </a:ext>
                </a:extLst>
              </p:cNvPr>
              <p:cNvPicPr/>
              <p:nvPr/>
            </p:nvPicPr>
            <p:blipFill>
              <a:blip r:embed="rId4"/>
              <a:stretch>
                <a:fillRect/>
              </a:stretch>
            </p:blipFill>
            <p:spPr>
              <a:xfrm>
                <a:off x="2970364" y="6224516"/>
                <a:ext cx="18000" cy="18000"/>
              </a:xfrm>
              <a:prstGeom prst="rect">
                <a:avLst/>
              </a:prstGeom>
            </p:spPr>
          </p:pic>
        </mc:Fallback>
      </mc:AlternateContent>
    </p:spTree>
    <p:extLst>
      <p:ext uri="{BB962C8B-B14F-4D97-AF65-F5344CB8AC3E}">
        <p14:creationId xmlns:p14="http://schemas.microsoft.com/office/powerpoint/2010/main" val="3564057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Challenges of building Apps on BTP</a:t>
            </a:r>
            <a:endParaRPr lang="en-US" dirty="0"/>
          </a:p>
        </p:txBody>
      </p:sp>
      <p:sp>
        <p:nvSpPr>
          <p:cNvPr id="3" name="TextBox 2">
            <a:extLst>
              <a:ext uri="{FF2B5EF4-FFF2-40B4-BE49-F238E27FC236}">
                <a16:creationId xmlns:a16="http://schemas.microsoft.com/office/drawing/2014/main" id="{6148E66F-ABF6-0B15-CE8B-9C044524F705}"/>
              </a:ext>
            </a:extLst>
          </p:cNvPr>
          <p:cNvSpPr txBox="1"/>
          <p:nvPr/>
        </p:nvSpPr>
        <p:spPr>
          <a:xfrm>
            <a:off x="189756" y="787935"/>
            <a:ext cx="11809312" cy="5632311"/>
          </a:xfrm>
          <a:prstGeom prst="rect">
            <a:avLst/>
          </a:prstGeom>
          <a:noFill/>
        </p:spPr>
        <p:txBody>
          <a:bodyPr wrap="square" rtlCol="0">
            <a:spAutoFit/>
          </a:bodyPr>
          <a:lstStyle/>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What is the best-practice/ gold-standard to build sap </a:t>
            </a:r>
            <a:r>
              <a:rPr kumimoji="0" lang="en-US" sz="1800" b="0" i="0" u="none" strike="noStrike" kern="1200" cap="none" spc="0" normalizeH="0" baseline="0" noProof="0" dirty="0" err="1">
                <a:ln>
                  <a:noFill/>
                </a:ln>
                <a:solidFill>
                  <a:prstClr val="white"/>
                </a:solidFill>
                <a:effectLst/>
                <a:uLnTx/>
                <a:uFillTx/>
                <a:latin typeface="Segoe UI"/>
                <a:ea typeface="+mn-ea"/>
                <a:cs typeface="+mn-cs"/>
                <a:sym typeface="Wingdings" panose="05000000000000000000" pitchFamily="2" charset="2"/>
              </a:rPr>
              <a:t>btp</a:t>
            </a: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 applications, recommendation by SAP</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Are there any existing sample apps which we can follow to build our app</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Many times, as a developer it is hard to add each part of app like files, dependencies, deploy descriptor, lots of code. Can this process be simplified?</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How can we have reusability of the code to speed up my development and use sap provided tools to generate the skeleton of the apps</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As a developer we want to focus more on functional aspect implementation rather initial project setup</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Our apps are sometime tightly coupled with DB technology, develop DB agnostic apps</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No matter what is the area we belong FIN, SD, MM, PP, PM, APO, CRM, HR etc. eventually as a developer we all do same work. Design tables, write logic, build UI</a:t>
            </a:r>
          </a:p>
          <a:p>
            <a:pPr marL="342900" marR="0" lvl="0" indent="-342900" algn="l" defTabSz="121898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How to develop software in BTP, which does not require too much time in handovers</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SAP CAPM – Cloud Application Programming Model</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It’s a SAP provided framework to develop SaaS apps in BTP which is PaaS. If the developer wants to use open source technologies like Node and Java. Great cost saving and freedom of choice of technology and consultants available easily in market. </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SAP RAP – Restful Application Programming Model</a:t>
            </a:r>
          </a:p>
          <a:p>
            <a:pPr marL="0" marR="0" lvl="0" indent="0" algn="l" defTabSz="1218987"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a:ea typeface="+mn-ea"/>
                <a:cs typeface="+mn-cs"/>
                <a:sym typeface="Wingdings" panose="05000000000000000000" pitchFamily="2" charset="2"/>
              </a:rPr>
              <a:t>It is based on ABAP on Cloud. We can build extensions and SaaS application using this framework. The skill required will be ABAP and CDS knowledge. The deployment is very costly as compared to open-source technologies used in CAP.</a:t>
            </a:r>
          </a:p>
          <a:p>
            <a:pPr marL="0" marR="0" lvl="0" indent="0" algn="l" defTabSz="1218987"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3201663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14" presetClass="entr" presetSubtype="10" fill="hold"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Effect transition="in" filter="randombar(horizontal)">
                                      <p:cBhvr>
                                        <p:cTn id="55" dur="500"/>
                                        <p:tgtEl>
                                          <p:spTgt spid="3">
                                            <p:txEl>
                                              <p:pRg st="8" end="8"/>
                                            </p:txEl>
                                          </p:spTgt>
                                        </p:tgtEl>
                                      </p:cBhvr>
                                    </p:animEffect>
                                  </p:childTnLst>
                                </p:cTn>
                              </p:par>
                              <p:par>
                                <p:cTn id="56" presetID="14" presetClass="entr" presetSubtype="10" fill="hold" nodeType="withEffect">
                                  <p:stCondLst>
                                    <p:cond delay="0"/>
                                  </p:stCondLst>
                                  <p:childTnLst>
                                    <p:set>
                                      <p:cBhvr>
                                        <p:cTn id="57" dur="1" fill="hold">
                                          <p:stCondLst>
                                            <p:cond delay="0"/>
                                          </p:stCondLst>
                                        </p:cTn>
                                        <p:tgtEl>
                                          <p:spTgt spid="3">
                                            <p:txEl>
                                              <p:pRg st="9" end="9"/>
                                            </p:txEl>
                                          </p:spTgt>
                                        </p:tgtEl>
                                        <p:attrNameLst>
                                          <p:attrName>style.visibility</p:attrName>
                                        </p:attrNameLst>
                                      </p:cBhvr>
                                      <p:to>
                                        <p:strVal val="visible"/>
                                      </p:to>
                                    </p:set>
                                    <p:animEffect transition="in" filter="randombar(horizontal)">
                                      <p:cBhvr>
                                        <p:cTn id="58" dur="500"/>
                                        <p:tgtEl>
                                          <p:spTgt spid="3">
                                            <p:txEl>
                                              <p:pRg st="9" end="9"/>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nodeType="clickEffect">
                                  <p:stCondLst>
                                    <p:cond delay="0"/>
                                  </p:stCondLst>
                                  <p:childTnLst>
                                    <p:set>
                                      <p:cBhvr>
                                        <p:cTn id="62" dur="1" fill="hold">
                                          <p:stCondLst>
                                            <p:cond delay="0"/>
                                          </p:stCondLst>
                                        </p:cTn>
                                        <p:tgtEl>
                                          <p:spTgt spid="3">
                                            <p:txEl>
                                              <p:pRg st="10" end="10"/>
                                            </p:txEl>
                                          </p:spTgt>
                                        </p:tgtEl>
                                        <p:attrNameLst>
                                          <p:attrName>style.visibility</p:attrName>
                                        </p:attrNameLst>
                                      </p:cBhvr>
                                      <p:to>
                                        <p:strVal val="visible"/>
                                      </p:to>
                                    </p:set>
                                    <p:animEffect transition="in" filter="randombar(horizontal)">
                                      <p:cBhvr>
                                        <p:cTn id="63" dur="500"/>
                                        <p:tgtEl>
                                          <p:spTgt spid="3">
                                            <p:txEl>
                                              <p:pRg st="10" end="10"/>
                                            </p:txEl>
                                          </p:spTgt>
                                        </p:tgtEl>
                                      </p:cBhvr>
                                    </p:animEffect>
                                  </p:childTnLst>
                                </p:cTn>
                              </p:par>
                              <p:par>
                                <p:cTn id="64" presetID="14" presetClass="entr" presetSubtype="10" fill="hold" nodeType="withEffect">
                                  <p:stCondLst>
                                    <p:cond delay="0"/>
                                  </p:stCondLst>
                                  <p:childTnLst>
                                    <p:set>
                                      <p:cBhvr>
                                        <p:cTn id="65" dur="1" fill="hold">
                                          <p:stCondLst>
                                            <p:cond delay="0"/>
                                          </p:stCondLst>
                                        </p:cTn>
                                        <p:tgtEl>
                                          <p:spTgt spid="3">
                                            <p:txEl>
                                              <p:pRg st="11" end="11"/>
                                            </p:txEl>
                                          </p:spTgt>
                                        </p:tgtEl>
                                        <p:attrNameLst>
                                          <p:attrName>style.visibility</p:attrName>
                                        </p:attrNameLst>
                                      </p:cBhvr>
                                      <p:to>
                                        <p:strVal val="visible"/>
                                      </p:to>
                                    </p:set>
                                    <p:animEffect transition="in" filter="randombar(horizontal)">
                                      <p:cBhvr>
                                        <p:cTn id="66"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dirty="0"/>
              <a:t>CAPM Introduction</a:t>
            </a:r>
          </a:p>
        </p:txBody>
      </p:sp>
      <p:sp>
        <p:nvSpPr>
          <p:cNvPr id="3" name="TextBox 2">
            <a:extLst>
              <a:ext uri="{FF2B5EF4-FFF2-40B4-BE49-F238E27FC236}">
                <a16:creationId xmlns:a16="http://schemas.microsoft.com/office/drawing/2014/main" id="{3B5C91F9-8D30-80D7-24C7-7E4D9F3757AA}"/>
              </a:ext>
            </a:extLst>
          </p:cNvPr>
          <p:cNvSpPr txBox="1"/>
          <p:nvPr/>
        </p:nvSpPr>
        <p:spPr>
          <a:xfrm>
            <a:off x="189757" y="784925"/>
            <a:ext cx="11809312" cy="193899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CAPM is a framework of (a framework is a collection of libraries, classes, function, attributes, events)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Languages – Java and Node 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Libraries – Node modules like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-dk etc.</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And Tools – VS Code or BAS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The CAP framework is used for building enterprise grade applications &amp; extensions which are cloud-native in SAP BTP.</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2300722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CDS – Core Data and Services </a:t>
            </a:r>
            <a:endParaRPr lang="en-US" dirty="0"/>
          </a:p>
        </p:txBody>
      </p:sp>
      <p:sp>
        <p:nvSpPr>
          <p:cNvPr id="3" name="TextBox 2">
            <a:extLst>
              <a:ext uri="{FF2B5EF4-FFF2-40B4-BE49-F238E27FC236}">
                <a16:creationId xmlns:a16="http://schemas.microsoft.com/office/drawing/2014/main" id="{DC6F944F-40C8-B576-8042-58CDF7803F33}"/>
              </a:ext>
            </a:extLst>
          </p:cNvPr>
          <p:cNvSpPr txBox="1"/>
          <p:nvPr/>
        </p:nvSpPr>
        <p:spPr>
          <a:xfrm>
            <a:off x="189757" y="764802"/>
            <a:ext cx="1180931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Conceptually CDS is same concept but different flavor. The concept says that, we have a design time object which is a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 file. We will create a </a:t>
            </a:r>
            <a:r>
              <a:rPr kumimoji="0" lang="en-US" sz="2000" b="1" i="0" u="none" strike="noStrike" kern="0" cap="none" spc="0" normalizeH="0" baseline="0" noProof="0" dirty="0">
                <a:ln>
                  <a:noFill/>
                </a:ln>
                <a:solidFill>
                  <a:prstClr val="white"/>
                </a:solidFill>
                <a:effectLst/>
                <a:uLnTx/>
                <a:uFillTx/>
                <a:latin typeface="Segoe UI"/>
                <a:ea typeface="+mn-ea"/>
                <a:cs typeface="+mn-cs"/>
              </a:rPr>
              <a:t>.</a:t>
            </a:r>
            <a:r>
              <a:rPr kumimoji="0" lang="en-US" sz="2000" b="1" i="0" u="none" strike="noStrike" kern="0" cap="none" spc="0" normalizeH="0" baseline="0" noProof="0" dirty="0" err="1">
                <a:ln>
                  <a:noFill/>
                </a:ln>
                <a:solidFill>
                  <a:prstClr val="white"/>
                </a:solidFill>
                <a:effectLst/>
                <a:uLnTx/>
                <a:uFillTx/>
                <a:latin typeface="Segoe UI"/>
                <a:ea typeface="+mn-ea"/>
                <a:cs typeface="+mn-cs"/>
              </a:rPr>
              <a:t>cds</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a:ln>
                  <a:noFill/>
                </a:ln>
                <a:solidFill>
                  <a:prstClr val="white"/>
                </a:solidFill>
                <a:effectLst/>
                <a:uLnTx/>
                <a:uFillTx/>
                <a:latin typeface="Segoe UI"/>
                <a:ea typeface="+mn-ea"/>
                <a:cs typeface="+mn-cs"/>
              </a:rPr>
              <a:t>file for almost everything e.g. database tables, views, models, services, UI/UX. This design time object file is compiled by CAPM framework (inside CAP we have node module called </a:t>
            </a:r>
            <a:r>
              <a:rPr kumimoji="0" lang="en-US" sz="2000" b="1" i="0" u="none" strike="noStrike" kern="0" cap="none" spc="0" normalizeH="0" baseline="0" noProof="0" dirty="0">
                <a:ln>
                  <a:noFill/>
                </a:ln>
                <a:solidFill>
                  <a:prstClr val="white"/>
                </a:solidFill>
                <a:effectLst/>
                <a:uLnTx/>
                <a:uFillTx/>
                <a:latin typeface="Segoe UI"/>
                <a:ea typeface="+mn-ea"/>
                <a:cs typeface="+mn-cs"/>
              </a:rPr>
              <a:t>@sap/cds)</a:t>
            </a:r>
            <a:r>
              <a:rPr kumimoji="0" lang="en-US" sz="2000" b="0" i="0" u="none" strike="noStrike" kern="0" cap="none" spc="0" normalizeH="0" baseline="0" noProof="0" dirty="0">
                <a:ln>
                  <a:noFill/>
                </a:ln>
                <a:solidFill>
                  <a:prstClr val="white"/>
                </a:solidFill>
                <a:effectLst/>
                <a:uLnTx/>
                <a:uFillTx/>
                <a:latin typeface="Segoe UI"/>
                <a:ea typeface="+mn-ea"/>
                <a:cs typeface="+mn-cs"/>
              </a:rPr>
              <a:t> Once the compilation is successful a </a:t>
            </a:r>
            <a:r>
              <a:rPr kumimoji="0" lang="en-US" sz="2000" b="1" i="0" u="none" strike="noStrike" kern="0" cap="none" spc="0" normalizeH="0" baseline="0" noProof="0" dirty="0">
                <a:ln>
                  <a:noFill/>
                </a:ln>
                <a:solidFill>
                  <a:prstClr val="white"/>
                </a:solidFill>
                <a:effectLst/>
                <a:uLnTx/>
                <a:uFillTx/>
                <a:latin typeface="Segoe UI"/>
                <a:ea typeface="+mn-ea"/>
                <a:cs typeface="+mn-cs"/>
              </a:rPr>
              <a:t>runtime</a:t>
            </a:r>
            <a:r>
              <a:rPr kumimoji="0" lang="en-US" sz="2000" b="0" i="0" u="none" strike="noStrike" kern="0" cap="none" spc="0" normalizeH="0" baseline="0" noProof="0" dirty="0">
                <a:ln>
                  <a:noFill/>
                </a:ln>
                <a:solidFill>
                  <a:prstClr val="white"/>
                </a:solidFill>
                <a:effectLst/>
                <a:uLnTx/>
                <a:uFillTx/>
                <a:latin typeface="Segoe UI"/>
                <a:ea typeface="+mn-ea"/>
                <a:cs typeface="+mn-cs"/>
              </a:rPr>
              <a:t> object gets created.</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p:txBody>
      </p:sp>
      <p:sp>
        <p:nvSpPr>
          <p:cNvPr id="4" name="Rectangle 3">
            <a:extLst>
              <a:ext uri="{FF2B5EF4-FFF2-40B4-BE49-F238E27FC236}">
                <a16:creationId xmlns:a16="http://schemas.microsoft.com/office/drawing/2014/main" id="{14C97D6F-AA53-D025-A8BC-97B38BF92B0E}"/>
              </a:ext>
            </a:extLst>
          </p:cNvPr>
          <p:cNvSpPr/>
          <p:nvPr/>
        </p:nvSpPr>
        <p:spPr>
          <a:xfrm>
            <a:off x="1243076" y="5290135"/>
            <a:ext cx="1800200" cy="825631"/>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MySQL</a:t>
            </a:r>
          </a:p>
        </p:txBody>
      </p:sp>
      <p:sp>
        <p:nvSpPr>
          <p:cNvPr id="5" name="TextBox 4">
            <a:extLst>
              <a:ext uri="{FF2B5EF4-FFF2-40B4-BE49-F238E27FC236}">
                <a16:creationId xmlns:a16="http://schemas.microsoft.com/office/drawing/2014/main" id="{502740B2-396C-7B09-6F05-57352F5B989E}"/>
              </a:ext>
            </a:extLst>
          </p:cNvPr>
          <p:cNvSpPr txBox="1"/>
          <p:nvPr/>
        </p:nvSpPr>
        <p:spPr>
          <a:xfrm>
            <a:off x="693812" y="2413183"/>
            <a:ext cx="3240360"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CREATE TABLE tab COLUMNS c1 integer, c2 varchar, KEY c1;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--20 lakh SQL statements</a:t>
            </a:r>
          </a:p>
        </p:txBody>
      </p:sp>
      <p:sp>
        <p:nvSpPr>
          <p:cNvPr id="6" name="Arrow: Down 5">
            <a:extLst>
              <a:ext uri="{FF2B5EF4-FFF2-40B4-BE49-F238E27FC236}">
                <a16:creationId xmlns:a16="http://schemas.microsoft.com/office/drawing/2014/main" id="{BC027F23-20DB-1584-2B1F-2C706F4CC0A7}"/>
              </a:ext>
            </a:extLst>
          </p:cNvPr>
          <p:cNvSpPr/>
          <p:nvPr/>
        </p:nvSpPr>
        <p:spPr>
          <a:xfrm>
            <a:off x="1989956" y="3345919"/>
            <a:ext cx="360040" cy="1656184"/>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7" name="Rectangle 6">
            <a:extLst>
              <a:ext uri="{FF2B5EF4-FFF2-40B4-BE49-F238E27FC236}">
                <a16:creationId xmlns:a16="http://schemas.microsoft.com/office/drawing/2014/main" id="{3658874E-454E-1BD0-F383-B955248FFC11}"/>
              </a:ext>
            </a:extLst>
          </p:cNvPr>
          <p:cNvSpPr/>
          <p:nvPr/>
        </p:nvSpPr>
        <p:spPr>
          <a:xfrm>
            <a:off x="5086300" y="5290135"/>
            <a:ext cx="1800200" cy="825631"/>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HANA</a:t>
            </a:r>
          </a:p>
        </p:txBody>
      </p:sp>
      <p:sp>
        <p:nvSpPr>
          <p:cNvPr id="8" name="Arrow: Down 7">
            <a:extLst>
              <a:ext uri="{FF2B5EF4-FFF2-40B4-BE49-F238E27FC236}">
                <a16:creationId xmlns:a16="http://schemas.microsoft.com/office/drawing/2014/main" id="{E66C5E84-AD3A-5B03-4F0B-B866473C75EE}"/>
              </a:ext>
            </a:extLst>
          </p:cNvPr>
          <p:cNvSpPr/>
          <p:nvPr/>
        </p:nvSpPr>
        <p:spPr>
          <a:xfrm>
            <a:off x="5734372" y="3345919"/>
            <a:ext cx="360040" cy="1656184"/>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9" name="Arrow: Down 8">
            <a:extLst>
              <a:ext uri="{FF2B5EF4-FFF2-40B4-BE49-F238E27FC236}">
                <a16:creationId xmlns:a16="http://schemas.microsoft.com/office/drawing/2014/main" id="{01BA5F7C-EEBF-9116-7607-D8BA196BFC0E}"/>
              </a:ext>
            </a:extLst>
          </p:cNvPr>
          <p:cNvSpPr/>
          <p:nvPr/>
        </p:nvSpPr>
        <p:spPr>
          <a:xfrm rot="19225908">
            <a:off x="3709153" y="3237906"/>
            <a:ext cx="648072" cy="1872208"/>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10" name="&quot;Not Allowed&quot; Symbol 9">
            <a:extLst>
              <a:ext uri="{FF2B5EF4-FFF2-40B4-BE49-F238E27FC236}">
                <a16:creationId xmlns:a16="http://schemas.microsoft.com/office/drawing/2014/main" id="{81E2AC82-DED5-D611-95D1-34338C0945F7}"/>
              </a:ext>
            </a:extLst>
          </p:cNvPr>
          <p:cNvSpPr/>
          <p:nvPr/>
        </p:nvSpPr>
        <p:spPr>
          <a:xfrm>
            <a:off x="3574132" y="3569122"/>
            <a:ext cx="864096" cy="830997"/>
          </a:xfrm>
          <a:prstGeom prst="noSmoking">
            <a:avLst/>
          </a:prstGeom>
          <a:solidFill>
            <a:srgbClr val="FF000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11" name="TextBox 10">
            <a:extLst>
              <a:ext uri="{FF2B5EF4-FFF2-40B4-BE49-F238E27FC236}">
                <a16:creationId xmlns:a16="http://schemas.microsoft.com/office/drawing/2014/main" id="{EF5E6E4A-BCB9-A94B-FB06-D6F0D7F285F3}"/>
              </a:ext>
            </a:extLst>
          </p:cNvPr>
          <p:cNvSpPr txBox="1"/>
          <p:nvPr/>
        </p:nvSpPr>
        <p:spPr>
          <a:xfrm>
            <a:off x="4294212" y="2236621"/>
            <a:ext cx="3240360" cy="107721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CREATE TABLE tab(c1 integer, c2 varchar(30), primary key (c1));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---2mn </a:t>
            </a:r>
            <a:r>
              <a:rPr kumimoji="0" lang="en-US" sz="1600" b="0" i="0" u="none" strike="noStrike" kern="0" cap="none" spc="0" normalizeH="0" baseline="0" noProof="0" dirty="0" err="1">
                <a:ln>
                  <a:noFill/>
                </a:ln>
                <a:solidFill>
                  <a:prstClr val="white"/>
                </a:solidFill>
                <a:effectLst/>
                <a:uLnTx/>
                <a:uFillTx/>
                <a:latin typeface="Segoe UI"/>
                <a:ea typeface="+mn-ea"/>
                <a:cs typeface="+mn-cs"/>
              </a:rPr>
              <a:t>sql</a:t>
            </a:r>
            <a:r>
              <a:rPr kumimoji="0" lang="en-US" sz="1600" b="0" i="0" u="none" strike="noStrike" kern="0" cap="none" spc="0" normalizeH="0" baseline="0" noProof="0" dirty="0">
                <a:ln>
                  <a:noFill/>
                </a:ln>
                <a:solidFill>
                  <a:prstClr val="white"/>
                </a:solidFill>
                <a:effectLst/>
                <a:uLnTx/>
                <a:uFillTx/>
                <a:latin typeface="Segoe UI"/>
                <a:ea typeface="+mn-ea"/>
                <a:cs typeface="+mn-cs"/>
              </a:rPr>
              <a:t> statements again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prstClr val="white"/>
                </a:solidFill>
                <a:effectLst/>
                <a:uLnTx/>
                <a:uFillTx/>
                <a:latin typeface="Segoe UI"/>
                <a:ea typeface="+mn-ea"/>
                <a:cs typeface="+mn-cs"/>
              </a:rPr>
              <a:t>20bn dollars of investment</a:t>
            </a:r>
          </a:p>
        </p:txBody>
      </p:sp>
      <p:sp>
        <p:nvSpPr>
          <p:cNvPr id="12" name="TextBox 11">
            <a:extLst>
              <a:ext uri="{FF2B5EF4-FFF2-40B4-BE49-F238E27FC236}">
                <a16:creationId xmlns:a16="http://schemas.microsoft.com/office/drawing/2014/main" id="{1D03AE17-3F96-D0FF-95A3-FD2B8476D1F6}"/>
              </a:ext>
            </a:extLst>
          </p:cNvPr>
          <p:cNvSpPr txBox="1"/>
          <p:nvPr/>
        </p:nvSpPr>
        <p:spPr>
          <a:xfrm>
            <a:off x="2472148" y="6111399"/>
            <a:ext cx="367240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0" cap="none" spc="0" normalizeH="0" baseline="0" noProof="0" dirty="0">
                <a:ln>
                  <a:noFill/>
                </a:ln>
                <a:solidFill>
                  <a:prstClr val="white"/>
                </a:solidFill>
                <a:effectLst/>
                <a:uLnTx/>
                <a:uFillTx/>
                <a:latin typeface="Segoe UI"/>
                <a:ea typeface="+mn-ea"/>
                <a:cs typeface="+mn-cs"/>
              </a:rPr>
              <a:t>Too much database coupled</a:t>
            </a:r>
          </a:p>
        </p:txBody>
      </p:sp>
    </p:spTree>
    <p:extLst>
      <p:ext uri="{BB962C8B-B14F-4D97-AF65-F5344CB8AC3E}">
        <p14:creationId xmlns:p14="http://schemas.microsoft.com/office/powerpoint/2010/main" val="1811670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additive="base">
                                        <p:cTn id="14" dur="500" fill="hold"/>
                                        <p:tgtEl>
                                          <p:spTgt spid="5"/>
                                        </p:tgtEl>
                                        <p:attrNameLst>
                                          <p:attrName>ppt_x</p:attrName>
                                        </p:attrNameLst>
                                      </p:cBhvr>
                                      <p:tavLst>
                                        <p:tav tm="0">
                                          <p:val>
                                            <p:strVal val="#ppt_x"/>
                                          </p:val>
                                        </p:tav>
                                        <p:tav tm="100000">
                                          <p:val>
                                            <p:strVal val="#ppt_x"/>
                                          </p:val>
                                        </p:tav>
                                      </p:tavLst>
                                    </p:anim>
                                    <p:anim calcmode="lin" valueType="num">
                                      <p:cBhvr additive="base">
                                        <p:cTn id="15" dur="500" fill="hold"/>
                                        <p:tgtEl>
                                          <p:spTgt spid="5"/>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 calcmode="lin" valueType="num">
                                      <p:cBhvr additive="base">
                                        <p:cTn id="18" dur="500" fill="hold"/>
                                        <p:tgtEl>
                                          <p:spTgt spid="6"/>
                                        </p:tgtEl>
                                        <p:attrNameLst>
                                          <p:attrName>ppt_x</p:attrName>
                                        </p:attrNameLst>
                                      </p:cBhvr>
                                      <p:tavLst>
                                        <p:tav tm="0">
                                          <p:val>
                                            <p:strVal val="#ppt_x"/>
                                          </p:val>
                                        </p:tav>
                                        <p:tav tm="100000">
                                          <p:val>
                                            <p:strVal val="#ppt_x"/>
                                          </p:val>
                                        </p:tav>
                                      </p:tavLst>
                                    </p:anim>
                                    <p:anim calcmode="lin" valueType="num">
                                      <p:cBhvr additive="base">
                                        <p:cTn id="19" dur="500" fill="hold"/>
                                        <p:tgtEl>
                                          <p:spTgt spid="6"/>
                                        </p:tgtEl>
                                        <p:attrNameLst>
                                          <p:attrName>ppt_y</p:attrName>
                                        </p:attrNameLst>
                                      </p:cBhvr>
                                      <p:tavLst>
                                        <p:tav tm="0">
                                          <p:val>
                                            <p:strVal val="1+#ppt_h/2"/>
                                          </p:val>
                                        </p:tav>
                                        <p:tav tm="100000">
                                          <p:val>
                                            <p:strVal val="#ppt_y"/>
                                          </p:val>
                                        </p:tav>
                                      </p:tavLst>
                                    </p:anim>
                                  </p:childTnLst>
                                </p:cTn>
                              </p:par>
                              <p:par>
                                <p:cTn id="20" presetID="2" presetClass="entr" presetSubtype="4" fill="hold" grpId="0"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additive="base">
                                        <p:cTn id="22" dur="500" fill="hold"/>
                                        <p:tgtEl>
                                          <p:spTgt spid="4"/>
                                        </p:tgtEl>
                                        <p:attrNameLst>
                                          <p:attrName>ppt_x</p:attrName>
                                        </p:attrNameLst>
                                      </p:cBhvr>
                                      <p:tavLst>
                                        <p:tav tm="0">
                                          <p:val>
                                            <p:strVal val="#ppt_x"/>
                                          </p:val>
                                        </p:tav>
                                        <p:tav tm="100000">
                                          <p:val>
                                            <p:strVal val="#ppt_x"/>
                                          </p:val>
                                        </p:tav>
                                      </p:tavLst>
                                    </p:anim>
                                    <p:anim calcmode="lin" valueType="num">
                                      <p:cBhvr additive="base">
                                        <p:cTn id="2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500" fill="hold"/>
                                        <p:tgtEl>
                                          <p:spTgt spid="9"/>
                                        </p:tgtEl>
                                        <p:attrNameLst>
                                          <p:attrName>ppt_x</p:attrName>
                                        </p:attrNameLst>
                                      </p:cBhvr>
                                      <p:tavLst>
                                        <p:tav tm="0">
                                          <p:val>
                                            <p:strVal val="#ppt_x"/>
                                          </p:val>
                                        </p:tav>
                                        <p:tav tm="100000">
                                          <p:val>
                                            <p:strVal val="#ppt_x"/>
                                          </p:val>
                                        </p:tav>
                                      </p:tavLst>
                                    </p:anim>
                                    <p:anim calcmode="lin" valueType="num">
                                      <p:cBhvr additive="base">
                                        <p:cTn id="3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1" presetClass="entr" presetSubtype="1"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heel(1)">
                                      <p:cBhvr>
                                        <p:cTn id="38" dur="20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1000"/>
                                        <p:tgtEl>
                                          <p:spTgt spid="8"/>
                                        </p:tgtEl>
                                      </p:cBhvr>
                                    </p:animEffect>
                                    <p:anim calcmode="lin" valueType="num">
                                      <p:cBhvr>
                                        <p:cTn id="44" dur="1000" fill="hold"/>
                                        <p:tgtEl>
                                          <p:spTgt spid="8"/>
                                        </p:tgtEl>
                                        <p:attrNameLst>
                                          <p:attrName>ppt_x</p:attrName>
                                        </p:attrNameLst>
                                      </p:cBhvr>
                                      <p:tavLst>
                                        <p:tav tm="0">
                                          <p:val>
                                            <p:strVal val="#ppt_x"/>
                                          </p:val>
                                        </p:tav>
                                        <p:tav tm="100000">
                                          <p:val>
                                            <p:strVal val="#ppt_x"/>
                                          </p:val>
                                        </p:tav>
                                      </p:tavLst>
                                    </p:anim>
                                    <p:anim calcmode="lin" valueType="num">
                                      <p:cBhvr>
                                        <p:cTn id="45" dur="1000" fill="hold"/>
                                        <p:tgtEl>
                                          <p:spTgt spid="8"/>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1000"/>
                                        <p:tgtEl>
                                          <p:spTgt spid="11"/>
                                        </p:tgtEl>
                                      </p:cBhvr>
                                    </p:animEffect>
                                    <p:anim calcmode="lin" valueType="num">
                                      <p:cBhvr>
                                        <p:cTn id="49" dur="1000" fill="hold"/>
                                        <p:tgtEl>
                                          <p:spTgt spid="11"/>
                                        </p:tgtEl>
                                        <p:attrNameLst>
                                          <p:attrName>ppt_x</p:attrName>
                                        </p:attrNameLst>
                                      </p:cBhvr>
                                      <p:tavLst>
                                        <p:tav tm="0">
                                          <p:val>
                                            <p:strVal val="#ppt_x"/>
                                          </p:val>
                                        </p:tav>
                                        <p:tav tm="100000">
                                          <p:val>
                                            <p:strVal val="#ppt_x"/>
                                          </p:val>
                                        </p:tav>
                                      </p:tavLst>
                                    </p:anim>
                                    <p:anim calcmode="lin" valueType="num">
                                      <p:cBhvr>
                                        <p:cTn id="5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animBg="1"/>
      <p:bldP spid="7" grpId="0" animBg="1"/>
      <p:bldP spid="8" grpId="0" animBg="1"/>
      <p:bldP spid="9" grpId="0" animBg="1"/>
      <p:bldP spid="10" grpId="0" animBg="1"/>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Solution – use CAP framework</a:t>
            </a:r>
            <a:endParaRPr lang="en-US" dirty="0"/>
          </a:p>
        </p:txBody>
      </p:sp>
      <p:sp>
        <p:nvSpPr>
          <p:cNvPr id="3" name="Rectangle: Folded Corner 2">
            <a:extLst>
              <a:ext uri="{FF2B5EF4-FFF2-40B4-BE49-F238E27FC236}">
                <a16:creationId xmlns:a16="http://schemas.microsoft.com/office/drawing/2014/main" id="{9A95FA0B-4A9F-333C-1AA7-C5E921F7181F}"/>
              </a:ext>
            </a:extLst>
          </p:cNvPr>
          <p:cNvSpPr/>
          <p:nvPr/>
        </p:nvSpPr>
        <p:spPr>
          <a:xfrm>
            <a:off x="1413892" y="980728"/>
            <a:ext cx="2232248" cy="1728192"/>
          </a:xfrm>
          <a:prstGeom prst="foldedCorner">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entity tab{</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c1 number,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c2 string(20)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a:t>
            </a:r>
          </a:p>
        </p:txBody>
      </p:sp>
      <p:sp>
        <p:nvSpPr>
          <p:cNvPr id="4" name="TextBox 3">
            <a:extLst>
              <a:ext uri="{FF2B5EF4-FFF2-40B4-BE49-F238E27FC236}">
                <a16:creationId xmlns:a16="http://schemas.microsoft.com/office/drawing/2014/main" id="{45DD6FC9-763F-819C-63CC-1867BA47F2F0}"/>
              </a:ext>
            </a:extLst>
          </p:cNvPr>
          <p:cNvSpPr txBox="1"/>
          <p:nvPr/>
        </p:nvSpPr>
        <p:spPr>
          <a:xfrm>
            <a:off x="3646140" y="1124744"/>
            <a:ext cx="1872208"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Design time artefact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white"/>
                </a:solidFill>
                <a:effectLst/>
                <a:uLnTx/>
                <a:uFillTx/>
                <a:latin typeface="Segoe UI"/>
                <a:ea typeface="+mn-ea"/>
                <a:cs typeface="+mn-cs"/>
              </a:rPr>
              <a:t>.</a:t>
            </a:r>
            <a:r>
              <a:rPr kumimoji="0" lang="en-US" sz="1800" b="1" i="0" u="none" strike="noStrike" kern="0" cap="none" spc="0" normalizeH="0" baseline="0" noProof="0" dirty="0" err="1">
                <a:ln>
                  <a:noFill/>
                </a:ln>
                <a:solidFill>
                  <a:prstClr val="white"/>
                </a:solidFill>
                <a:effectLst/>
                <a:uLnTx/>
                <a:uFillTx/>
                <a:latin typeface="Segoe UI"/>
                <a:ea typeface="+mn-ea"/>
                <a:cs typeface="+mn-cs"/>
              </a:rPr>
              <a:t>cds</a:t>
            </a:r>
            <a:endParaRPr kumimoji="0" lang="en-US" sz="1800" b="1" i="0" u="none" strike="noStrike" kern="0" cap="none" spc="0" normalizeH="0" baseline="0" noProof="0" dirty="0">
              <a:ln>
                <a:noFill/>
              </a:ln>
              <a:solidFill>
                <a:prstClr val="white"/>
              </a:solidFill>
              <a:effectLst/>
              <a:uLnTx/>
              <a:uFillTx/>
              <a:latin typeface="Segoe UI"/>
              <a:ea typeface="+mn-ea"/>
              <a:cs typeface="+mn-cs"/>
            </a:endParaRPr>
          </a:p>
        </p:txBody>
      </p:sp>
      <p:sp>
        <p:nvSpPr>
          <p:cNvPr id="5" name="Arrow: Down 4">
            <a:extLst>
              <a:ext uri="{FF2B5EF4-FFF2-40B4-BE49-F238E27FC236}">
                <a16:creationId xmlns:a16="http://schemas.microsoft.com/office/drawing/2014/main" id="{BEF93AA1-4FB8-2205-EE54-FA761629A5E9}"/>
              </a:ext>
            </a:extLst>
          </p:cNvPr>
          <p:cNvSpPr/>
          <p:nvPr/>
        </p:nvSpPr>
        <p:spPr>
          <a:xfrm>
            <a:off x="2195025" y="2872911"/>
            <a:ext cx="792088" cy="720080"/>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6" name="Rectangle: Rounded Corners 5">
            <a:extLst>
              <a:ext uri="{FF2B5EF4-FFF2-40B4-BE49-F238E27FC236}">
                <a16:creationId xmlns:a16="http://schemas.microsoft.com/office/drawing/2014/main" id="{BEED0806-C88E-25DF-81EA-74AD3B4FCCB8}"/>
              </a:ext>
            </a:extLst>
          </p:cNvPr>
          <p:cNvSpPr/>
          <p:nvPr/>
        </p:nvSpPr>
        <p:spPr>
          <a:xfrm>
            <a:off x="970889" y="3681516"/>
            <a:ext cx="3240359" cy="1060145"/>
          </a:xfrm>
          <a:prstGeom prst="round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CAPM Framework</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p:txBody>
      </p:sp>
      <p:sp>
        <p:nvSpPr>
          <p:cNvPr id="7" name="Rectangle: Rounded Corners 6">
            <a:extLst>
              <a:ext uri="{FF2B5EF4-FFF2-40B4-BE49-F238E27FC236}">
                <a16:creationId xmlns:a16="http://schemas.microsoft.com/office/drawing/2014/main" id="{15722310-6A47-C40B-8707-AFC990AD696F}"/>
              </a:ext>
            </a:extLst>
          </p:cNvPr>
          <p:cNvSpPr/>
          <p:nvPr/>
        </p:nvSpPr>
        <p:spPr>
          <a:xfrm>
            <a:off x="1485900" y="4077072"/>
            <a:ext cx="2232248" cy="576064"/>
          </a:xfrm>
          <a:prstGeom prst="roundRect">
            <a:avLst/>
          </a:prstGeom>
          <a:gradFill rotWithShape="1">
            <a:gsLst>
              <a:gs pos="0">
                <a:srgbClr val="38C6C6">
                  <a:tint val="50000"/>
                  <a:satMod val="300000"/>
                </a:srgbClr>
              </a:gs>
              <a:gs pos="35000">
                <a:srgbClr val="38C6C6">
                  <a:tint val="37000"/>
                  <a:satMod val="300000"/>
                </a:srgbClr>
              </a:gs>
              <a:gs pos="100000">
                <a:srgbClr val="38C6C6">
                  <a:tint val="15000"/>
                  <a:satMod val="350000"/>
                </a:srgbClr>
              </a:gs>
            </a:gsLst>
            <a:lin ang="16200000" scaled="1"/>
          </a:gradFill>
          <a:ln w="9525" cap="flat" cmpd="sng" algn="ctr">
            <a:solidFill>
              <a:srgbClr val="38C6C6">
                <a:shade val="95000"/>
                <a:satMod val="105000"/>
              </a:srgbClr>
            </a:solidFill>
            <a:prstDash val="solid"/>
          </a:ln>
          <a:effectLst>
            <a:outerShdw blurRad="40000" dist="20000" dir="5400000" rotWithShape="0">
              <a:srgbClr val="000000">
                <a:alpha val="38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Segoe UI"/>
                <a:ea typeface="+mn-ea"/>
                <a:cs typeface="+mn-cs"/>
              </a:rPr>
              <a:t>@sap/cds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prstClr val="black"/>
                </a:solidFill>
                <a:effectLst/>
                <a:uLnTx/>
                <a:uFillTx/>
                <a:latin typeface="Segoe UI"/>
                <a:ea typeface="+mn-ea"/>
                <a:cs typeface="+mn-cs"/>
              </a:rPr>
              <a:t>CDS Engine</a:t>
            </a:r>
          </a:p>
        </p:txBody>
      </p:sp>
      <p:sp>
        <p:nvSpPr>
          <p:cNvPr id="8" name="Arrow: Down 7">
            <a:extLst>
              <a:ext uri="{FF2B5EF4-FFF2-40B4-BE49-F238E27FC236}">
                <a16:creationId xmlns:a16="http://schemas.microsoft.com/office/drawing/2014/main" id="{0FF8E203-9B98-83E5-9DFF-897861D81898}"/>
              </a:ext>
            </a:extLst>
          </p:cNvPr>
          <p:cNvSpPr/>
          <p:nvPr/>
        </p:nvSpPr>
        <p:spPr>
          <a:xfrm>
            <a:off x="2277988" y="4893603"/>
            <a:ext cx="648072" cy="521822"/>
          </a:xfrm>
          <a:prstGeom prst="downArrow">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Segoe UI"/>
              <a:ea typeface="+mn-ea"/>
              <a:cs typeface="+mn-cs"/>
            </a:endParaRPr>
          </a:p>
        </p:txBody>
      </p:sp>
      <p:sp>
        <p:nvSpPr>
          <p:cNvPr id="9" name="Rectangle 8">
            <a:extLst>
              <a:ext uri="{FF2B5EF4-FFF2-40B4-BE49-F238E27FC236}">
                <a16:creationId xmlns:a16="http://schemas.microsoft.com/office/drawing/2014/main" id="{AE3AC2C6-5214-3993-1341-66AEBD051856}"/>
              </a:ext>
            </a:extLst>
          </p:cNvPr>
          <p:cNvSpPr/>
          <p:nvPr/>
        </p:nvSpPr>
        <p:spPr>
          <a:xfrm>
            <a:off x="1618960" y="5555116"/>
            <a:ext cx="1944216" cy="580872"/>
          </a:xfrm>
          <a:prstGeom prst="rect">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SQL Code</a:t>
            </a:r>
          </a:p>
        </p:txBody>
      </p:sp>
      <p:sp>
        <p:nvSpPr>
          <p:cNvPr id="10" name="Flowchart: Magnetic Disk 9">
            <a:extLst>
              <a:ext uri="{FF2B5EF4-FFF2-40B4-BE49-F238E27FC236}">
                <a16:creationId xmlns:a16="http://schemas.microsoft.com/office/drawing/2014/main" id="{AFC8D9F1-7729-B25E-62C2-EC833E7F6DA2}"/>
              </a:ext>
            </a:extLst>
          </p:cNvPr>
          <p:cNvSpPr/>
          <p:nvPr/>
        </p:nvSpPr>
        <p:spPr>
          <a:xfrm>
            <a:off x="4726260" y="3681516"/>
            <a:ext cx="1440160" cy="646331"/>
          </a:xfrm>
          <a:prstGeom prst="flowChartMagneticDisk">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SQLite</a:t>
            </a:r>
          </a:p>
        </p:txBody>
      </p:sp>
      <p:sp>
        <p:nvSpPr>
          <p:cNvPr id="11" name="&quot;Not Allowed&quot; Symbol 10">
            <a:extLst>
              <a:ext uri="{FF2B5EF4-FFF2-40B4-BE49-F238E27FC236}">
                <a16:creationId xmlns:a16="http://schemas.microsoft.com/office/drawing/2014/main" id="{12C1A82B-0D62-BB78-32C4-B2E3B6C53FE3}"/>
              </a:ext>
            </a:extLst>
          </p:cNvPr>
          <p:cNvSpPr/>
          <p:nvPr/>
        </p:nvSpPr>
        <p:spPr>
          <a:xfrm>
            <a:off x="5014292" y="3592991"/>
            <a:ext cx="1080120" cy="720080"/>
          </a:xfrm>
          <a:prstGeom prst="noSmoking">
            <a:avLst/>
          </a:prstGeom>
          <a:solidFill>
            <a:srgbClr val="FFC00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0" cap="none" spc="0" normalizeH="0" baseline="0" noProof="0">
              <a:ln w="22225">
                <a:solidFill>
                  <a:srgbClr val="38C6C6"/>
                </a:solidFill>
                <a:prstDash val="solid"/>
              </a:ln>
              <a:solidFill>
                <a:prstClr val="white"/>
              </a:solidFill>
              <a:effectLst/>
              <a:uLnTx/>
              <a:uFillTx/>
              <a:latin typeface="Segoe UI"/>
              <a:ea typeface="+mn-ea"/>
              <a:cs typeface="+mn-cs"/>
            </a:endParaRPr>
          </a:p>
        </p:txBody>
      </p:sp>
      <p:sp>
        <p:nvSpPr>
          <p:cNvPr id="12" name="Flowchart: Magnetic Disk 11">
            <a:extLst>
              <a:ext uri="{FF2B5EF4-FFF2-40B4-BE49-F238E27FC236}">
                <a16:creationId xmlns:a16="http://schemas.microsoft.com/office/drawing/2014/main" id="{82D31DB3-9CB9-25FA-5DC2-7C2E7DF2ACAD}"/>
              </a:ext>
            </a:extLst>
          </p:cNvPr>
          <p:cNvSpPr/>
          <p:nvPr/>
        </p:nvSpPr>
        <p:spPr>
          <a:xfrm>
            <a:off x="4762266" y="4465471"/>
            <a:ext cx="1440160" cy="646331"/>
          </a:xfrm>
          <a:prstGeom prst="flowChartMagneticDisk">
            <a:avLst/>
          </a:prstGeom>
          <a:solidFill>
            <a:srgbClr val="202B50"/>
          </a:solidFill>
          <a:ln w="25400" cap="flat" cmpd="sng" algn="ctr">
            <a:solidFill>
              <a:srgbClr val="202B50">
                <a:shade val="50000"/>
              </a:srgb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rPr>
              <a:t>HANA</a:t>
            </a:r>
          </a:p>
        </p:txBody>
      </p:sp>
      <p:sp>
        <p:nvSpPr>
          <p:cNvPr id="13" name="TextBox 12">
            <a:extLst>
              <a:ext uri="{FF2B5EF4-FFF2-40B4-BE49-F238E27FC236}">
                <a16:creationId xmlns:a16="http://schemas.microsoft.com/office/drawing/2014/main" id="{6C3A3EF8-9D04-0A9E-B2CC-C8AA3142A0D9}"/>
              </a:ext>
            </a:extLst>
          </p:cNvPr>
          <p:cNvSpPr txBox="1"/>
          <p:nvPr/>
        </p:nvSpPr>
        <p:spPr>
          <a:xfrm>
            <a:off x="4283344" y="5660886"/>
            <a:ext cx="224311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0" cap="none" spc="0" normalizeH="0" baseline="0" noProof="0" dirty="0">
                <a:ln>
                  <a:noFill/>
                </a:ln>
                <a:solidFill>
                  <a:prstClr val="white"/>
                </a:solidFill>
                <a:effectLst/>
                <a:uLnTx/>
                <a:uFillTx/>
                <a:latin typeface="Segoe UI"/>
                <a:ea typeface="+mn-ea"/>
                <a:cs typeface="+mn-cs"/>
              </a:rPr>
              <a:t>Database Agnostic</a:t>
            </a:r>
          </a:p>
        </p:txBody>
      </p:sp>
      <p:sp>
        <p:nvSpPr>
          <p:cNvPr id="14" name="TextBox 13">
            <a:extLst>
              <a:ext uri="{FF2B5EF4-FFF2-40B4-BE49-F238E27FC236}">
                <a16:creationId xmlns:a16="http://schemas.microsoft.com/office/drawing/2014/main" id="{315DC700-9C1A-9BAC-FDEA-995B1D72F73D}"/>
              </a:ext>
            </a:extLst>
          </p:cNvPr>
          <p:cNvSpPr txBox="1"/>
          <p:nvPr/>
        </p:nvSpPr>
        <p:spPr>
          <a:xfrm>
            <a:off x="6530990" y="980728"/>
            <a:ext cx="388276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Segoe UI"/>
                <a:ea typeface="+mn-ea"/>
                <a:cs typeface="+mn-cs"/>
                <a:hlinkClick r:id="rId2">
                  <a:extLst>
                    <a:ext uri="{A12FA001-AC4F-418D-AE19-62706E023703}">
                      <ahyp:hlinkClr xmlns:ahyp="http://schemas.microsoft.com/office/drawing/2018/hyperlinkcolor" val="tx"/>
                    </a:ext>
                  </a:extLst>
                </a:hlinkClick>
              </a:rPr>
              <a:t>https://cap.cloud.sap/</a:t>
            </a: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916190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1000"/>
                                        <p:tgtEl>
                                          <p:spTgt spid="5"/>
                                        </p:tgtEl>
                                      </p:cBhvr>
                                    </p:animEffect>
                                    <p:anim calcmode="lin" valueType="num">
                                      <p:cBhvr>
                                        <p:cTn id="18" dur="1000" fill="hold"/>
                                        <p:tgtEl>
                                          <p:spTgt spid="5"/>
                                        </p:tgtEl>
                                        <p:attrNameLst>
                                          <p:attrName>ppt_x</p:attrName>
                                        </p:attrNameLst>
                                      </p:cBhvr>
                                      <p:tavLst>
                                        <p:tav tm="0">
                                          <p:val>
                                            <p:strVal val="#ppt_x"/>
                                          </p:val>
                                        </p:tav>
                                        <p:tav tm="100000">
                                          <p:val>
                                            <p:strVal val="#ppt_x"/>
                                          </p:val>
                                        </p:tav>
                                      </p:tavLst>
                                    </p:anim>
                                    <p:anim calcmode="lin" valueType="num">
                                      <p:cBhvr>
                                        <p:cTn id="1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ppt_x"/>
                                          </p:val>
                                        </p:tav>
                                        <p:tav tm="100000">
                                          <p:val>
                                            <p:strVal val="#ppt_x"/>
                                          </p:val>
                                        </p:tav>
                                      </p:tavLst>
                                    </p:anim>
                                    <p:anim calcmode="lin" valueType="num">
                                      <p:cBhvr additive="base">
                                        <p:cTn id="25" dur="500" fill="hold"/>
                                        <p:tgtEl>
                                          <p:spTgt spid="6"/>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7"/>
                                        </p:tgtEl>
                                        <p:attrNameLst>
                                          <p:attrName>style.visibility</p:attrName>
                                        </p:attrNameLst>
                                      </p:cBhvr>
                                      <p:to>
                                        <p:strVal val="visible"/>
                                      </p:to>
                                    </p:set>
                                    <p:anim calcmode="lin" valueType="num">
                                      <p:cBhvr additive="base">
                                        <p:cTn id="28" dur="500" fill="hold"/>
                                        <p:tgtEl>
                                          <p:spTgt spid="7"/>
                                        </p:tgtEl>
                                        <p:attrNameLst>
                                          <p:attrName>ppt_x</p:attrName>
                                        </p:attrNameLst>
                                      </p:cBhvr>
                                      <p:tavLst>
                                        <p:tav tm="0">
                                          <p:val>
                                            <p:strVal val="#ppt_x"/>
                                          </p:val>
                                        </p:tav>
                                        <p:tav tm="100000">
                                          <p:val>
                                            <p:strVal val="#ppt_x"/>
                                          </p:val>
                                        </p:tav>
                                      </p:tavLst>
                                    </p:anim>
                                    <p:anim calcmode="lin" valueType="num">
                                      <p:cBhvr additive="base">
                                        <p:cTn id="29" dur="500" fill="hold"/>
                                        <p:tgtEl>
                                          <p:spTgt spid="7"/>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ppt_x"/>
                                          </p:val>
                                        </p:tav>
                                        <p:tav tm="100000">
                                          <p:val>
                                            <p:strVal val="#ppt_x"/>
                                          </p:val>
                                        </p:tav>
                                      </p:tavLst>
                                    </p:anim>
                                    <p:anim calcmode="lin" valueType="num">
                                      <p:cBhvr additive="base">
                                        <p:cTn id="37"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1000"/>
                                        <p:tgtEl>
                                          <p:spTgt spid="10"/>
                                        </p:tgtEl>
                                      </p:cBhvr>
                                    </p:animEffect>
                                    <p:anim calcmode="lin" valueType="num">
                                      <p:cBhvr>
                                        <p:cTn id="43" dur="1000" fill="hold"/>
                                        <p:tgtEl>
                                          <p:spTgt spid="10"/>
                                        </p:tgtEl>
                                        <p:attrNameLst>
                                          <p:attrName>ppt_x</p:attrName>
                                        </p:attrNameLst>
                                      </p:cBhvr>
                                      <p:tavLst>
                                        <p:tav tm="0">
                                          <p:val>
                                            <p:strVal val="#ppt_x"/>
                                          </p:val>
                                        </p:tav>
                                        <p:tav tm="100000">
                                          <p:val>
                                            <p:strVal val="#ppt_x"/>
                                          </p:val>
                                        </p:tav>
                                      </p:tavLst>
                                    </p:anim>
                                    <p:anim calcmode="lin" valueType="num">
                                      <p:cBhvr>
                                        <p:cTn id="44"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6" presetClass="entr" presetSubtype="16" fill="hold" grpId="0"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circle(in)">
                                      <p:cBhvr>
                                        <p:cTn id="49" dur="200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1000"/>
                                        <p:tgtEl>
                                          <p:spTgt spid="12"/>
                                        </p:tgtEl>
                                      </p:cBhvr>
                                    </p:animEffect>
                                    <p:anim calcmode="lin" valueType="num">
                                      <p:cBhvr>
                                        <p:cTn id="55" dur="1000" fill="hold"/>
                                        <p:tgtEl>
                                          <p:spTgt spid="12"/>
                                        </p:tgtEl>
                                        <p:attrNameLst>
                                          <p:attrName>ppt_x</p:attrName>
                                        </p:attrNameLst>
                                      </p:cBhvr>
                                      <p:tavLst>
                                        <p:tav tm="0">
                                          <p:val>
                                            <p:strVal val="#ppt_x"/>
                                          </p:val>
                                        </p:tav>
                                        <p:tav tm="100000">
                                          <p:val>
                                            <p:strVal val="#ppt_x"/>
                                          </p:val>
                                        </p:tav>
                                      </p:tavLst>
                                    </p:anim>
                                    <p:anim calcmode="lin" valueType="num">
                                      <p:cBhvr>
                                        <p:cTn id="5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5"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2000"/>
                                        <p:tgtEl>
                                          <p:spTgt spid="13"/>
                                        </p:tgtEl>
                                      </p:cBhvr>
                                    </p:animEffect>
                                    <p:anim calcmode="lin" valueType="num">
                                      <p:cBhvr>
                                        <p:cTn id="62" dur="2000" fill="hold"/>
                                        <p:tgtEl>
                                          <p:spTgt spid="13"/>
                                        </p:tgtEl>
                                        <p:attrNameLst>
                                          <p:attrName>ppt_w</p:attrName>
                                        </p:attrNameLst>
                                      </p:cBhvr>
                                      <p:tavLst>
                                        <p:tav tm="0" fmla="#ppt_w*sin(2.5*pi*$)">
                                          <p:val>
                                            <p:fltVal val="0"/>
                                          </p:val>
                                        </p:tav>
                                        <p:tav tm="100000">
                                          <p:val>
                                            <p:fltVal val="1"/>
                                          </p:val>
                                        </p:tav>
                                      </p:tavLst>
                                    </p:anim>
                                    <p:anim calcmode="lin" valueType="num">
                                      <p:cBhvr>
                                        <p:cTn id="63" dur="2000" fill="hold"/>
                                        <p:tgtEl>
                                          <p:spTgt spid="1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P spid="6" grpId="0" animBg="1"/>
      <p:bldP spid="7" grpId="0" animBg="1"/>
      <p:bldP spid="8" grpId="0" animBg="1"/>
      <p:bldP spid="9" grpId="0" animBg="1"/>
      <p:bldP spid="10" grpId="0" animBg="1"/>
      <p:bldP spid="11" grpId="0" animBg="1"/>
      <p:bldP spid="12" grpId="0" animBg="1"/>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B81C0-8D16-C258-195D-D6145A251909}"/>
              </a:ext>
            </a:extLst>
          </p:cNvPr>
          <p:cNvSpPr>
            <a:spLocks noGrp="1"/>
          </p:cNvSpPr>
          <p:nvPr>
            <p:ph type="title"/>
          </p:nvPr>
        </p:nvSpPr>
        <p:spPr/>
        <p:txBody>
          <a:bodyPr/>
          <a:lstStyle/>
          <a:p>
            <a:endParaRPr lang="en-US"/>
          </a:p>
        </p:txBody>
      </p:sp>
      <mc:AlternateContent xmlns:mc="http://schemas.openxmlformats.org/markup-compatibility/2006" xmlns:p14="http://schemas.microsoft.com/office/powerpoint/2010/main">
        <mc:Choice Requires="p14">
          <p:contentPart p14:bwMode="auto" r:id="rId2">
            <p14:nvContentPartPr>
              <p14:cNvPr id="33" name="Ink 32">
                <a:extLst>
                  <a:ext uri="{FF2B5EF4-FFF2-40B4-BE49-F238E27FC236}">
                    <a16:creationId xmlns:a16="http://schemas.microsoft.com/office/drawing/2014/main" id="{98D5A511-5716-CA9A-3FDB-A63025D6D6A6}"/>
                  </a:ext>
                </a:extLst>
              </p14:cNvPr>
              <p14:cNvContentPartPr/>
              <p14:nvPr/>
            </p14:nvContentPartPr>
            <p14:xfrm>
              <a:off x="2737084" y="2023676"/>
              <a:ext cx="366480" cy="1320120"/>
            </p14:xfrm>
          </p:contentPart>
        </mc:Choice>
        <mc:Fallback xmlns="">
          <p:pic>
            <p:nvPicPr>
              <p:cNvPr id="33" name="Ink 32">
                <a:extLst>
                  <a:ext uri="{FF2B5EF4-FFF2-40B4-BE49-F238E27FC236}">
                    <a16:creationId xmlns:a16="http://schemas.microsoft.com/office/drawing/2014/main" id="{98D5A511-5716-CA9A-3FDB-A63025D6D6A6}"/>
                  </a:ext>
                </a:extLst>
              </p:cNvPr>
              <p:cNvPicPr/>
              <p:nvPr/>
            </p:nvPicPr>
            <p:blipFill>
              <a:blip r:embed="rId3"/>
              <a:stretch>
                <a:fillRect/>
              </a:stretch>
            </p:blipFill>
            <p:spPr>
              <a:xfrm>
                <a:off x="2728084" y="2015036"/>
                <a:ext cx="384120" cy="1337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4" name="Ink 33">
                <a:extLst>
                  <a:ext uri="{FF2B5EF4-FFF2-40B4-BE49-F238E27FC236}">
                    <a16:creationId xmlns:a16="http://schemas.microsoft.com/office/drawing/2014/main" id="{0C322B0F-DC8E-931A-9FB3-12A5FE811EAE}"/>
                  </a:ext>
                </a:extLst>
              </p14:cNvPr>
              <p14:cNvContentPartPr/>
              <p14:nvPr/>
            </p14:nvContentPartPr>
            <p14:xfrm>
              <a:off x="2833924" y="3560876"/>
              <a:ext cx="400320" cy="1137240"/>
            </p14:xfrm>
          </p:contentPart>
        </mc:Choice>
        <mc:Fallback xmlns="">
          <p:pic>
            <p:nvPicPr>
              <p:cNvPr id="34" name="Ink 33">
                <a:extLst>
                  <a:ext uri="{FF2B5EF4-FFF2-40B4-BE49-F238E27FC236}">
                    <a16:creationId xmlns:a16="http://schemas.microsoft.com/office/drawing/2014/main" id="{0C322B0F-DC8E-931A-9FB3-12A5FE811EAE}"/>
                  </a:ext>
                </a:extLst>
              </p:cNvPr>
              <p:cNvPicPr/>
              <p:nvPr/>
            </p:nvPicPr>
            <p:blipFill>
              <a:blip r:embed="rId5"/>
              <a:stretch>
                <a:fillRect/>
              </a:stretch>
            </p:blipFill>
            <p:spPr>
              <a:xfrm>
                <a:off x="2824924" y="3552236"/>
                <a:ext cx="417960" cy="1154880"/>
              </a:xfrm>
              <a:prstGeom prst="rect">
                <a:avLst/>
              </a:prstGeom>
            </p:spPr>
          </p:pic>
        </mc:Fallback>
      </mc:AlternateContent>
      <p:grpSp>
        <p:nvGrpSpPr>
          <p:cNvPr id="43" name="Group 42">
            <a:extLst>
              <a:ext uri="{FF2B5EF4-FFF2-40B4-BE49-F238E27FC236}">
                <a16:creationId xmlns:a16="http://schemas.microsoft.com/office/drawing/2014/main" id="{00ADB880-F77B-5AF6-2608-D0E3E66E714C}"/>
              </a:ext>
            </a:extLst>
          </p:cNvPr>
          <p:cNvGrpSpPr/>
          <p:nvPr/>
        </p:nvGrpSpPr>
        <p:grpSpPr>
          <a:xfrm>
            <a:off x="2533324" y="5033636"/>
            <a:ext cx="7045200" cy="1359000"/>
            <a:chOff x="2533324" y="5033636"/>
            <a:chExt cx="7045200" cy="1359000"/>
          </a:xfrm>
        </p:grpSpPr>
        <mc:AlternateContent xmlns:mc="http://schemas.openxmlformats.org/markup-compatibility/2006" xmlns:p14="http://schemas.microsoft.com/office/powerpoint/2010/main">
          <mc:Choice Requires="p14">
            <p:contentPart p14:bwMode="auto" r:id="rId6">
              <p14:nvContentPartPr>
                <p14:cNvPr id="3" name="Ink 2">
                  <a:extLst>
                    <a:ext uri="{FF2B5EF4-FFF2-40B4-BE49-F238E27FC236}">
                      <a16:creationId xmlns:a16="http://schemas.microsoft.com/office/drawing/2014/main" id="{C97E7C47-BC36-C4D6-81C3-F6B8B356B0DF}"/>
                    </a:ext>
                  </a:extLst>
                </p14:cNvPr>
                <p14:cNvContentPartPr/>
                <p14:nvPr/>
              </p14:nvContentPartPr>
              <p14:xfrm>
                <a:off x="4740844" y="5313716"/>
                <a:ext cx="364320" cy="387000"/>
              </p14:xfrm>
            </p:contentPart>
          </mc:Choice>
          <mc:Fallback xmlns="">
            <p:pic>
              <p:nvPicPr>
                <p:cNvPr id="3" name="Ink 2">
                  <a:extLst>
                    <a:ext uri="{FF2B5EF4-FFF2-40B4-BE49-F238E27FC236}">
                      <a16:creationId xmlns:a16="http://schemas.microsoft.com/office/drawing/2014/main" id="{C97E7C47-BC36-C4D6-81C3-F6B8B356B0DF}"/>
                    </a:ext>
                  </a:extLst>
                </p:cNvPr>
                <p:cNvPicPr/>
                <p:nvPr/>
              </p:nvPicPr>
              <p:blipFill>
                <a:blip r:embed="rId7"/>
                <a:stretch>
                  <a:fillRect/>
                </a:stretch>
              </p:blipFill>
              <p:spPr>
                <a:xfrm>
                  <a:off x="4731844" y="5305076"/>
                  <a:ext cx="381960" cy="404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 name="Ink 3">
                  <a:extLst>
                    <a:ext uri="{FF2B5EF4-FFF2-40B4-BE49-F238E27FC236}">
                      <a16:creationId xmlns:a16="http://schemas.microsoft.com/office/drawing/2014/main" id="{BA7F525D-2B49-6C63-27B9-63746D2C28CE}"/>
                    </a:ext>
                  </a:extLst>
                </p14:cNvPr>
                <p14:cNvContentPartPr/>
                <p14:nvPr/>
              </p14:nvContentPartPr>
              <p14:xfrm>
                <a:off x="5280484" y="5337836"/>
                <a:ext cx="352800" cy="316080"/>
              </p14:xfrm>
            </p:contentPart>
          </mc:Choice>
          <mc:Fallback xmlns="">
            <p:pic>
              <p:nvPicPr>
                <p:cNvPr id="4" name="Ink 3">
                  <a:extLst>
                    <a:ext uri="{FF2B5EF4-FFF2-40B4-BE49-F238E27FC236}">
                      <a16:creationId xmlns:a16="http://schemas.microsoft.com/office/drawing/2014/main" id="{BA7F525D-2B49-6C63-27B9-63746D2C28CE}"/>
                    </a:ext>
                  </a:extLst>
                </p:cNvPr>
                <p:cNvPicPr/>
                <p:nvPr/>
              </p:nvPicPr>
              <p:blipFill>
                <a:blip r:embed="rId9"/>
                <a:stretch>
                  <a:fillRect/>
                </a:stretch>
              </p:blipFill>
              <p:spPr>
                <a:xfrm>
                  <a:off x="5271484" y="5328836"/>
                  <a:ext cx="370440" cy="3337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5" name="Ink 4">
                  <a:extLst>
                    <a:ext uri="{FF2B5EF4-FFF2-40B4-BE49-F238E27FC236}">
                      <a16:creationId xmlns:a16="http://schemas.microsoft.com/office/drawing/2014/main" id="{5434777F-4B77-4819-61FE-61FEA67119C9}"/>
                    </a:ext>
                  </a:extLst>
                </p14:cNvPr>
                <p14:cNvContentPartPr/>
                <p14:nvPr/>
              </p14:nvContentPartPr>
              <p14:xfrm>
                <a:off x="3292564" y="5260076"/>
                <a:ext cx="5360040" cy="966600"/>
              </p14:xfrm>
            </p:contentPart>
          </mc:Choice>
          <mc:Fallback xmlns="">
            <p:pic>
              <p:nvPicPr>
                <p:cNvPr id="5" name="Ink 4">
                  <a:extLst>
                    <a:ext uri="{FF2B5EF4-FFF2-40B4-BE49-F238E27FC236}">
                      <a16:creationId xmlns:a16="http://schemas.microsoft.com/office/drawing/2014/main" id="{5434777F-4B77-4819-61FE-61FEA67119C9}"/>
                    </a:ext>
                  </a:extLst>
                </p:cNvPr>
                <p:cNvPicPr/>
                <p:nvPr/>
              </p:nvPicPr>
              <p:blipFill>
                <a:blip r:embed="rId11"/>
                <a:stretch>
                  <a:fillRect/>
                </a:stretch>
              </p:blipFill>
              <p:spPr>
                <a:xfrm>
                  <a:off x="3283924" y="5251076"/>
                  <a:ext cx="5377680" cy="9842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6" name="Ink 5">
                  <a:extLst>
                    <a:ext uri="{FF2B5EF4-FFF2-40B4-BE49-F238E27FC236}">
                      <a16:creationId xmlns:a16="http://schemas.microsoft.com/office/drawing/2014/main" id="{40E01358-0EBC-94E5-48AD-D0F81D619421}"/>
                    </a:ext>
                  </a:extLst>
                </p14:cNvPr>
                <p14:cNvContentPartPr/>
                <p14:nvPr/>
              </p14:nvContentPartPr>
              <p14:xfrm>
                <a:off x="3298324" y="5033636"/>
                <a:ext cx="6280200" cy="871920"/>
              </p14:xfrm>
            </p:contentPart>
          </mc:Choice>
          <mc:Fallback xmlns="">
            <p:pic>
              <p:nvPicPr>
                <p:cNvPr id="6" name="Ink 5">
                  <a:extLst>
                    <a:ext uri="{FF2B5EF4-FFF2-40B4-BE49-F238E27FC236}">
                      <a16:creationId xmlns:a16="http://schemas.microsoft.com/office/drawing/2014/main" id="{40E01358-0EBC-94E5-48AD-D0F81D619421}"/>
                    </a:ext>
                  </a:extLst>
                </p:cNvPr>
                <p:cNvPicPr/>
                <p:nvPr/>
              </p:nvPicPr>
              <p:blipFill>
                <a:blip r:embed="rId13"/>
                <a:stretch>
                  <a:fillRect/>
                </a:stretch>
              </p:blipFill>
              <p:spPr>
                <a:xfrm>
                  <a:off x="3289684" y="5024636"/>
                  <a:ext cx="6297840" cy="8895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7" name="Ink 6">
                  <a:extLst>
                    <a:ext uri="{FF2B5EF4-FFF2-40B4-BE49-F238E27FC236}">
                      <a16:creationId xmlns:a16="http://schemas.microsoft.com/office/drawing/2014/main" id="{1B12AB57-B9D5-BFAA-A2F1-246B54FA7930}"/>
                    </a:ext>
                  </a:extLst>
                </p14:cNvPr>
                <p14:cNvContentPartPr/>
                <p14:nvPr/>
              </p14:nvContentPartPr>
              <p14:xfrm>
                <a:off x="6725164" y="5497676"/>
                <a:ext cx="6480" cy="153000"/>
              </p14:xfrm>
            </p:contentPart>
          </mc:Choice>
          <mc:Fallback xmlns="">
            <p:pic>
              <p:nvPicPr>
                <p:cNvPr id="7" name="Ink 6">
                  <a:extLst>
                    <a:ext uri="{FF2B5EF4-FFF2-40B4-BE49-F238E27FC236}">
                      <a16:creationId xmlns:a16="http://schemas.microsoft.com/office/drawing/2014/main" id="{1B12AB57-B9D5-BFAA-A2F1-246B54FA7930}"/>
                    </a:ext>
                  </a:extLst>
                </p:cNvPr>
                <p:cNvPicPr/>
                <p:nvPr/>
              </p:nvPicPr>
              <p:blipFill>
                <a:blip r:embed="rId15"/>
                <a:stretch>
                  <a:fillRect/>
                </a:stretch>
              </p:blipFill>
              <p:spPr>
                <a:xfrm>
                  <a:off x="6716164" y="5489036"/>
                  <a:ext cx="24120" cy="17064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8" name="Ink 7">
                  <a:extLst>
                    <a:ext uri="{FF2B5EF4-FFF2-40B4-BE49-F238E27FC236}">
                      <a16:creationId xmlns:a16="http://schemas.microsoft.com/office/drawing/2014/main" id="{B5E2194D-5ECF-437C-658B-DFCBAC47A081}"/>
                    </a:ext>
                  </a:extLst>
                </p14:cNvPr>
                <p14:cNvContentPartPr/>
                <p14:nvPr/>
              </p14:nvContentPartPr>
              <p14:xfrm>
                <a:off x="6556324" y="5477876"/>
                <a:ext cx="343080" cy="225360"/>
              </p14:xfrm>
            </p:contentPart>
          </mc:Choice>
          <mc:Fallback xmlns="">
            <p:pic>
              <p:nvPicPr>
                <p:cNvPr id="8" name="Ink 7">
                  <a:extLst>
                    <a:ext uri="{FF2B5EF4-FFF2-40B4-BE49-F238E27FC236}">
                      <a16:creationId xmlns:a16="http://schemas.microsoft.com/office/drawing/2014/main" id="{B5E2194D-5ECF-437C-658B-DFCBAC47A081}"/>
                    </a:ext>
                  </a:extLst>
                </p:cNvPr>
                <p:cNvPicPr/>
                <p:nvPr/>
              </p:nvPicPr>
              <p:blipFill>
                <a:blip r:embed="rId17"/>
                <a:stretch>
                  <a:fillRect/>
                </a:stretch>
              </p:blipFill>
              <p:spPr>
                <a:xfrm>
                  <a:off x="6547324" y="5468876"/>
                  <a:ext cx="360720" cy="243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 name="Ink 8">
                  <a:extLst>
                    <a:ext uri="{FF2B5EF4-FFF2-40B4-BE49-F238E27FC236}">
                      <a16:creationId xmlns:a16="http://schemas.microsoft.com/office/drawing/2014/main" id="{891D80E6-6E31-B234-EC07-302F4B443D06}"/>
                    </a:ext>
                  </a:extLst>
                </p14:cNvPr>
                <p14:cNvContentPartPr/>
                <p14:nvPr/>
              </p14:nvContentPartPr>
              <p14:xfrm>
                <a:off x="6927124" y="5477516"/>
                <a:ext cx="263160" cy="192960"/>
              </p14:xfrm>
            </p:contentPart>
          </mc:Choice>
          <mc:Fallback xmlns="">
            <p:pic>
              <p:nvPicPr>
                <p:cNvPr id="9" name="Ink 8">
                  <a:extLst>
                    <a:ext uri="{FF2B5EF4-FFF2-40B4-BE49-F238E27FC236}">
                      <a16:creationId xmlns:a16="http://schemas.microsoft.com/office/drawing/2014/main" id="{891D80E6-6E31-B234-EC07-302F4B443D06}"/>
                    </a:ext>
                  </a:extLst>
                </p:cNvPr>
                <p:cNvPicPr/>
                <p:nvPr/>
              </p:nvPicPr>
              <p:blipFill>
                <a:blip r:embed="rId19"/>
                <a:stretch>
                  <a:fillRect/>
                </a:stretch>
              </p:blipFill>
              <p:spPr>
                <a:xfrm>
                  <a:off x="6918124" y="5468876"/>
                  <a:ext cx="28080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0" name="Ink 9">
                  <a:extLst>
                    <a:ext uri="{FF2B5EF4-FFF2-40B4-BE49-F238E27FC236}">
                      <a16:creationId xmlns:a16="http://schemas.microsoft.com/office/drawing/2014/main" id="{E9B54813-5C5F-ABD2-1000-E9D5A516AECF}"/>
                    </a:ext>
                  </a:extLst>
                </p14:cNvPr>
                <p14:cNvContentPartPr/>
                <p14:nvPr/>
              </p14:nvContentPartPr>
              <p14:xfrm>
                <a:off x="7226644" y="5476436"/>
                <a:ext cx="73440" cy="192600"/>
              </p14:xfrm>
            </p:contentPart>
          </mc:Choice>
          <mc:Fallback xmlns="">
            <p:pic>
              <p:nvPicPr>
                <p:cNvPr id="10" name="Ink 9">
                  <a:extLst>
                    <a:ext uri="{FF2B5EF4-FFF2-40B4-BE49-F238E27FC236}">
                      <a16:creationId xmlns:a16="http://schemas.microsoft.com/office/drawing/2014/main" id="{E9B54813-5C5F-ABD2-1000-E9D5A516AECF}"/>
                    </a:ext>
                  </a:extLst>
                </p:cNvPr>
                <p:cNvPicPr/>
                <p:nvPr/>
              </p:nvPicPr>
              <p:blipFill>
                <a:blip r:embed="rId21"/>
                <a:stretch>
                  <a:fillRect/>
                </a:stretch>
              </p:blipFill>
              <p:spPr>
                <a:xfrm>
                  <a:off x="7218004" y="5467436"/>
                  <a:ext cx="9108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 name="Ink 10">
                  <a:extLst>
                    <a:ext uri="{FF2B5EF4-FFF2-40B4-BE49-F238E27FC236}">
                      <a16:creationId xmlns:a16="http://schemas.microsoft.com/office/drawing/2014/main" id="{844216F7-816A-010E-C4D9-FC27D16D25E8}"/>
                    </a:ext>
                  </a:extLst>
                </p14:cNvPr>
                <p14:cNvContentPartPr/>
                <p14:nvPr/>
              </p14:nvContentPartPr>
              <p14:xfrm>
                <a:off x="7344364" y="5459156"/>
                <a:ext cx="218520" cy="164880"/>
              </p14:xfrm>
            </p:contentPart>
          </mc:Choice>
          <mc:Fallback xmlns="">
            <p:pic>
              <p:nvPicPr>
                <p:cNvPr id="11" name="Ink 10">
                  <a:extLst>
                    <a:ext uri="{FF2B5EF4-FFF2-40B4-BE49-F238E27FC236}">
                      <a16:creationId xmlns:a16="http://schemas.microsoft.com/office/drawing/2014/main" id="{844216F7-816A-010E-C4D9-FC27D16D25E8}"/>
                    </a:ext>
                  </a:extLst>
                </p:cNvPr>
                <p:cNvPicPr/>
                <p:nvPr/>
              </p:nvPicPr>
              <p:blipFill>
                <a:blip r:embed="rId23"/>
                <a:stretch>
                  <a:fillRect/>
                </a:stretch>
              </p:blipFill>
              <p:spPr>
                <a:xfrm>
                  <a:off x="7335364" y="5450156"/>
                  <a:ext cx="23616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2" name="Ink 11">
                  <a:extLst>
                    <a:ext uri="{FF2B5EF4-FFF2-40B4-BE49-F238E27FC236}">
                      <a16:creationId xmlns:a16="http://schemas.microsoft.com/office/drawing/2014/main" id="{FFD22C1A-4531-3D19-761F-35C648ECB5D7}"/>
                    </a:ext>
                  </a:extLst>
                </p14:cNvPr>
                <p14:cNvContentPartPr/>
                <p14:nvPr/>
              </p14:nvContentPartPr>
              <p14:xfrm>
                <a:off x="7706164" y="5535116"/>
                <a:ext cx="145080" cy="30240"/>
              </p14:xfrm>
            </p:contentPart>
          </mc:Choice>
          <mc:Fallback xmlns="">
            <p:pic>
              <p:nvPicPr>
                <p:cNvPr id="12" name="Ink 11">
                  <a:extLst>
                    <a:ext uri="{FF2B5EF4-FFF2-40B4-BE49-F238E27FC236}">
                      <a16:creationId xmlns:a16="http://schemas.microsoft.com/office/drawing/2014/main" id="{FFD22C1A-4531-3D19-761F-35C648ECB5D7}"/>
                    </a:ext>
                  </a:extLst>
                </p:cNvPr>
                <p:cNvPicPr/>
                <p:nvPr/>
              </p:nvPicPr>
              <p:blipFill>
                <a:blip r:embed="rId25"/>
                <a:stretch>
                  <a:fillRect/>
                </a:stretch>
              </p:blipFill>
              <p:spPr>
                <a:xfrm>
                  <a:off x="7697524" y="5526116"/>
                  <a:ext cx="16272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3" name="Ink 12">
                  <a:extLst>
                    <a:ext uri="{FF2B5EF4-FFF2-40B4-BE49-F238E27FC236}">
                      <a16:creationId xmlns:a16="http://schemas.microsoft.com/office/drawing/2014/main" id="{896981C9-3250-07D4-A591-A7354A70C202}"/>
                    </a:ext>
                  </a:extLst>
                </p14:cNvPr>
                <p14:cNvContentPartPr/>
                <p14:nvPr/>
              </p14:nvContentPartPr>
              <p14:xfrm>
                <a:off x="7992364" y="5445836"/>
                <a:ext cx="119160" cy="189720"/>
              </p14:xfrm>
            </p:contentPart>
          </mc:Choice>
          <mc:Fallback xmlns="">
            <p:pic>
              <p:nvPicPr>
                <p:cNvPr id="13" name="Ink 12">
                  <a:extLst>
                    <a:ext uri="{FF2B5EF4-FFF2-40B4-BE49-F238E27FC236}">
                      <a16:creationId xmlns:a16="http://schemas.microsoft.com/office/drawing/2014/main" id="{896981C9-3250-07D4-A591-A7354A70C202}"/>
                    </a:ext>
                  </a:extLst>
                </p:cNvPr>
                <p:cNvPicPr/>
                <p:nvPr/>
              </p:nvPicPr>
              <p:blipFill>
                <a:blip r:embed="rId27"/>
                <a:stretch>
                  <a:fillRect/>
                </a:stretch>
              </p:blipFill>
              <p:spPr>
                <a:xfrm>
                  <a:off x="7983364" y="5437196"/>
                  <a:ext cx="13680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4" name="Ink 13">
                  <a:extLst>
                    <a:ext uri="{FF2B5EF4-FFF2-40B4-BE49-F238E27FC236}">
                      <a16:creationId xmlns:a16="http://schemas.microsoft.com/office/drawing/2014/main" id="{C0C41E5D-D60C-1A84-78E7-F03CC4997EFC}"/>
                    </a:ext>
                  </a:extLst>
                </p14:cNvPr>
                <p14:cNvContentPartPr/>
                <p14:nvPr/>
              </p14:nvContentPartPr>
              <p14:xfrm>
                <a:off x="8180284" y="5445836"/>
                <a:ext cx="223200" cy="178560"/>
              </p14:xfrm>
            </p:contentPart>
          </mc:Choice>
          <mc:Fallback xmlns="">
            <p:pic>
              <p:nvPicPr>
                <p:cNvPr id="14" name="Ink 13">
                  <a:extLst>
                    <a:ext uri="{FF2B5EF4-FFF2-40B4-BE49-F238E27FC236}">
                      <a16:creationId xmlns:a16="http://schemas.microsoft.com/office/drawing/2014/main" id="{C0C41E5D-D60C-1A84-78E7-F03CC4997EFC}"/>
                    </a:ext>
                  </a:extLst>
                </p:cNvPr>
                <p:cNvPicPr/>
                <p:nvPr/>
              </p:nvPicPr>
              <p:blipFill>
                <a:blip r:embed="rId29"/>
                <a:stretch>
                  <a:fillRect/>
                </a:stretch>
              </p:blipFill>
              <p:spPr>
                <a:xfrm>
                  <a:off x="8171284" y="5436836"/>
                  <a:ext cx="24084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5" name="Ink 14">
                  <a:extLst>
                    <a:ext uri="{FF2B5EF4-FFF2-40B4-BE49-F238E27FC236}">
                      <a16:creationId xmlns:a16="http://schemas.microsoft.com/office/drawing/2014/main" id="{D41A4E5C-FA55-7329-56D3-F91151B7F3CB}"/>
                    </a:ext>
                  </a:extLst>
                </p14:cNvPr>
                <p14:cNvContentPartPr/>
                <p14:nvPr/>
              </p14:nvContentPartPr>
              <p14:xfrm>
                <a:off x="8475124" y="5405516"/>
                <a:ext cx="208080" cy="190440"/>
              </p14:xfrm>
            </p:contentPart>
          </mc:Choice>
          <mc:Fallback xmlns="">
            <p:pic>
              <p:nvPicPr>
                <p:cNvPr id="15" name="Ink 14">
                  <a:extLst>
                    <a:ext uri="{FF2B5EF4-FFF2-40B4-BE49-F238E27FC236}">
                      <a16:creationId xmlns:a16="http://schemas.microsoft.com/office/drawing/2014/main" id="{D41A4E5C-FA55-7329-56D3-F91151B7F3CB}"/>
                    </a:ext>
                  </a:extLst>
                </p:cNvPr>
                <p:cNvPicPr/>
                <p:nvPr/>
              </p:nvPicPr>
              <p:blipFill>
                <a:blip r:embed="rId31"/>
                <a:stretch>
                  <a:fillRect/>
                </a:stretch>
              </p:blipFill>
              <p:spPr>
                <a:xfrm>
                  <a:off x="8466484" y="5396516"/>
                  <a:ext cx="22572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5" name="Ink 34">
                  <a:extLst>
                    <a:ext uri="{FF2B5EF4-FFF2-40B4-BE49-F238E27FC236}">
                      <a16:creationId xmlns:a16="http://schemas.microsoft.com/office/drawing/2014/main" id="{C44B220E-1C59-8A0A-E4CE-581092E64413}"/>
                    </a:ext>
                  </a:extLst>
                </p14:cNvPr>
                <p14:cNvContentPartPr/>
                <p14:nvPr/>
              </p14:nvContentPartPr>
              <p14:xfrm>
                <a:off x="2533324" y="5132636"/>
                <a:ext cx="484920" cy="1260000"/>
              </p14:xfrm>
            </p:contentPart>
          </mc:Choice>
          <mc:Fallback xmlns="">
            <p:pic>
              <p:nvPicPr>
                <p:cNvPr id="35" name="Ink 34">
                  <a:extLst>
                    <a:ext uri="{FF2B5EF4-FFF2-40B4-BE49-F238E27FC236}">
                      <a16:creationId xmlns:a16="http://schemas.microsoft.com/office/drawing/2014/main" id="{C44B220E-1C59-8A0A-E4CE-581092E64413}"/>
                    </a:ext>
                  </a:extLst>
                </p:cNvPr>
                <p:cNvPicPr/>
                <p:nvPr/>
              </p:nvPicPr>
              <p:blipFill>
                <a:blip r:embed="rId33"/>
                <a:stretch>
                  <a:fillRect/>
                </a:stretch>
              </p:blipFill>
              <p:spPr>
                <a:xfrm>
                  <a:off x="2524684" y="5123636"/>
                  <a:ext cx="502560" cy="127764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8" name="Ink 37">
                  <a:extLst>
                    <a:ext uri="{FF2B5EF4-FFF2-40B4-BE49-F238E27FC236}">
                      <a16:creationId xmlns:a16="http://schemas.microsoft.com/office/drawing/2014/main" id="{53E21C36-CDD5-B13D-7F61-7548B4238B6C}"/>
                    </a:ext>
                  </a:extLst>
                </p14:cNvPr>
                <p14:cNvContentPartPr/>
                <p14:nvPr/>
              </p14:nvContentPartPr>
              <p14:xfrm>
                <a:off x="3893404" y="5494076"/>
                <a:ext cx="367920" cy="294840"/>
              </p14:xfrm>
            </p:contentPart>
          </mc:Choice>
          <mc:Fallback xmlns="">
            <p:pic>
              <p:nvPicPr>
                <p:cNvPr id="38" name="Ink 37">
                  <a:extLst>
                    <a:ext uri="{FF2B5EF4-FFF2-40B4-BE49-F238E27FC236}">
                      <a16:creationId xmlns:a16="http://schemas.microsoft.com/office/drawing/2014/main" id="{53E21C36-CDD5-B13D-7F61-7548B4238B6C}"/>
                    </a:ext>
                  </a:extLst>
                </p:cNvPr>
                <p:cNvPicPr/>
                <p:nvPr/>
              </p:nvPicPr>
              <p:blipFill>
                <a:blip r:embed="rId35"/>
                <a:stretch>
                  <a:fillRect/>
                </a:stretch>
              </p:blipFill>
              <p:spPr>
                <a:xfrm>
                  <a:off x="3884404" y="5485436"/>
                  <a:ext cx="385560" cy="312480"/>
                </a:xfrm>
                <a:prstGeom prst="rect">
                  <a:avLst/>
                </a:prstGeom>
              </p:spPr>
            </p:pic>
          </mc:Fallback>
        </mc:AlternateContent>
      </p:grpSp>
      <p:grpSp>
        <p:nvGrpSpPr>
          <p:cNvPr id="42" name="Group 41">
            <a:extLst>
              <a:ext uri="{FF2B5EF4-FFF2-40B4-BE49-F238E27FC236}">
                <a16:creationId xmlns:a16="http://schemas.microsoft.com/office/drawing/2014/main" id="{CF9E2ACF-8D6B-36E8-27CA-CCFED15DC2C8}"/>
              </a:ext>
            </a:extLst>
          </p:cNvPr>
          <p:cNvGrpSpPr/>
          <p:nvPr/>
        </p:nvGrpSpPr>
        <p:grpSpPr>
          <a:xfrm>
            <a:off x="3322084" y="3647276"/>
            <a:ext cx="6343200" cy="1180800"/>
            <a:chOff x="3322084" y="3647276"/>
            <a:chExt cx="6343200" cy="1180800"/>
          </a:xfrm>
        </p:grpSpPr>
        <mc:AlternateContent xmlns:mc="http://schemas.openxmlformats.org/markup-compatibility/2006" xmlns:p14="http://schemas.microsoft.com/office/powerpoint/2010/main">
          <mc:Choice Requires="p14">
            <p:contentPart p14:bwMode="auto" r:id="rId36">
              <p14:nvContentPartPr>
                <p14:cNvPr id="17" name="Ink 16">
                  <a:extLst>
                    <a:ext uri="{FF2B5EF4-FFF2-40B4-BE49-F238E27FC236}">
                      <a16:creationId xmlns:a16="http://schemas.microsoft.com/office/drawing/2014/main" id="{41BE0000-3150-C359-EBA5-818C68774E37}"/>
                    </a:ext>
                  </a:extLst>
                </p14:cNvPr>
                <p14:cNvContentPartPr/>
                <p14:nvPr/>
              </p14:nvContentPartPr>
              <p14:xfrm>
                <a:off x="3322084" y="3798476"/>
                <a:ext cx="203400" cy="1029600"/>
              </p14:xfrm>
            </p:contentPart>
          </mc:Choice>
          <mc:Fallback xmlns="">
            <p:pic>
              <p:nvPicPr>
                <p:cNvPr id="17" name="Ink 16">
                  <a:extLst>
                    <a:ext uri="{FF2B5EF4-FFF2-40B4-BE49-F238E27FC236}">
                      <a16:creationId xmlns:a16="http://schemas.microsoft.com/office/drawing/2014/main" id="{41BE0000-3150-C359-EBA5-818C68774E37}"/>
                    </a:ext>
                  </a:extLst>
                </p:cNvPr>
                <p:cNvPicPr/>
                <p:nvPr/>
              </p:nvPicPr>
              <p:blipFill>
                <a:blip r:embed="rId37"/>
                <a:stretch>
                  <a:fillRect/>
                </a:stretch>
              </p:blipFill>
              <p:spPr>
                <a:xfrm>
                  <a:off x="3313444" y="3789836"/>
                  <a:ext cx="221040" cy="104724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8" name="Ink 17">
                  <a:extLst>
                    <a:ext uri="{FF2B5EF4-FFF2-40B4-BE49-F238E27FC236}">
                      <a16:creationId xmlns:a16="http://schemas.microsoft.com/office/drawing/2014/main" id="{6C7F0B3A-AD42-B7D2-A94A-0811BD4CB2A5}"/>
                    </a:ext>
                  </a:extLst>
                </p14:cNvPr>
                <p14:cNvContentPartPr/>
                <p14:nvPr/>
              </p14:nvContentPartPr>
              <p14:xfrm>
                <a:off x="3385084" y="4541156"/>
                <a:ext cx="5199480" cy="149040"/>
              </p14:xfrm>
            </p:contentPart>
          </mc:Choice>
          <mc:Fallback xmlns="">
            <p:pic>
              <p:nvPicPr>
                <p:cNvPr id="18" name="Ink 17">
                  <a:extLst>
                    <a:ext uri="{FF2B5EF4-FFF2-40B4-BE49-F238E27FC236}">
                      <a16:creationId xmlns:a16="http://schemas.microsoft.com/office/drawing/2014/main" id="{6C7F0B3A-AD42-B7D2-A94A-0811BD4CB2A5}"/>
                    </a:ext>
                  </a:extLst>
                </p:cNvPr>
                <p:cNvPicPr/>
                <p:nvPr/>
              </p:nvPicPr>
              <p:blipFill>
                <a:blip r:embed="rId39"/>
                <a:stretch>
                  <a:fillRect/>
                </a:stretch>
              </p:blipFill>
              <p:spPr>
                <a:xfrm>
                  <a:off x="3376444" y="4532156"/>
                  <a:ext cx="521712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9" name="Ink 18">
                  <a:extLst>
                    <a:ext uri="{FF2B5EF4-FFF2-40B4-BE49-F238E27FC236}">
                      <a16:creationId xmlns:a16="http://schemas.microsoft.com/office/drawing/2014/main" id="{08AC7E23-6467-B9D2-4245-6292171EF52E}"/>
                    </a:ext>
                  </a:extLst>
                </p14:cNvPr>
                <p14:cNvContentPartPr/>
                <p14:nvPr/>
              </p14:nvContentPartPr>
              <p14:xfrm>
                <a:off x="3354484" y="3647276"/>
                <a:ext cx="6310800" cy="909720"/>
              </p14:xfrm>
            </p:contentPart>
          </mc:Choice>
          <mc:Fallback xmlns="">
            <p:pic>
              <p:nvPicPr>
                <p:cNvPr id="19" name="Ink 18">
                  <a:extLst>
                    <a:ext uri="{FF2B5EF4-FFF2-40B4-BE49-F238E27FC236}">
                      <a16:creationId xmlns:a16="http://schemas.microsoft.com/office/drawing/2014/main" id="{08AC7E23-6467-B9D2-4245-6292171EF52E}"/>
                    </a:ext>
                  </a:extLst>
                </p:cNvPr>
                <p:cNvPicPr/>
                <p:nvPr/>
              </p:nvPicPr>
              <p:blipFill>
                <a:blip r:embed="rId41"/>
                <a:stretch>
                  <a:fillRect/>
                </a:stretch>
              </p:blipFill>
              <p:spPr>
                <a:xfrm>
                  <a:off x="3345844" y="3638636"/>
                  <a:ext cx="6328440" cy="9273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1" name="Ink 20">
                  <a:extLst>
                    <a:ext uri="{FF2B5EF4-FFF2-40B4-BE49-F238E27FC236}">
                      <a16:creationId xmlns:a16="http://schemas.microsoft.com/office/drawing/2014/main" id="{7055A4E8-C53D-57E7-367E-1B38B75DF611}"/>
                    </a:ext>
                  </a:extLst>
                </p14:cNvPr>
                <p14:cNvContentPartPr/>
                <p14:nvPr/>
              </p14:nvContentPartPr>
              <p14:xfrm>
                <a:off x="4689004" y="4083956"/>
                <a:ext cx="223920" cy="327960"/>
              </p14:xfrm>
            </p:contentPart>
          </mc:Choice>
          <mc:Fallback xmlns="">
            <p:pic>
              <p:nvPicPr>
                <p:cNvPr id="21" name="Ink 20">
                  <a:extLst>
                    <a:ext uri="{FF2B5EF4-FFF2-40B4-BE49-F238E27FC236}">
                      <a16:creationId xmlns:a16="http://schemas.microsoft.com/office/drawing/2014/main" id="{7055A4E8-C53D-57E7-367E-1B38B75DF611}"/>
                    </a:ext>
                  </a:extLst>
                </p:cNvPr>
                <p:cNvPicPr/>
                <p:nvPr/>
              </p:nvPicPr>
              <p:blipFill>
                <a:blip r:embed="rId43"/>
                <a:stretch>
                  <a:fillRect/>
                </a:stretch>
              </p:blipFill>
              <p:spPr>
                <a:xfrm>
                  <a:off x="4680364" y="4075316"/>
                  <a:ext cx="24156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22" name="Ink 21">
                  <a:extLst>
                    <a:ext uri="{FF2B5EF4-FFF2-40B4-BE49-F238E27FC236}">
                      <a16:creationId xmlns:a16="http://schemas.microsoft.com/office/drawing/2014/main" id="{F36A17F1-6D68-981B-03E6-B4960FD6E514}"/>
                    </a:ext>
                  </a:extLst>
                </p14:cNvPr>
                <p14:cNvContentPartPr/>
                <p14:nvPr/>
              </p14:nvContentPartPr>
              <p14:xfrm>
                <a:off x="4704844" y="4108076"/>
                <a:ext cx="418320" cy="271800"/>
              </p14:xfrm>
            </p:contentPart>
          </mc:Choice>
          <mc:Fallback xmlns="">
            <p:pic>
              <p:nvPicPr>
                <p:cNvPr id="22" name="Ink 21">
                  <a:extLst>
                    <a:ext uri="{FF2B5EF4-FFF2-40B4-BE49-F238E27FC236}">
                      <a16:creationId xmlns:a16="http://schemas.microsoft.com/office/drawing/2014/main" id="{F36A17F1-6D68-981B-03E6-B4960FD6E514}"/>
                    </a:ext>
                  </a:extLst>
                </p:cNvPr>
                <p:cNvPicPr/>
                <p:nvPr/>
              </p:nvPicPr>
              <p:blipFill>
                <a:blip r:embed="rId45"/>
                <a:stretch>
                  <a:fillRect/>
                </a:stretch>
              </p:blipFill>
              <p:spPr>
                <a:xfrm>
                  <a:off x="4696204" y="4099076"/>
                  <a:ext cx="435960" cy="2894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3" name="Ink 22">
                  <a:extLst>
                    <a:ext uri="{FF2B5EF4-FFF2-40B4-BE49-F238E27FC236}">
                      <a16:creationId xmlns:a16="http://schemas.microsoft.com/office/drawing/2014/main" id="{79B07278-0719-B637-BBBB-BD9DA8456769}"/>
                    </a:ext>
                  </a:extLst>
                </p14:cNvPr>
                <p14:cNvContentPartPr/>
                <p14:nvPr/>
              </p14:nvContentPartPr>
              <p14:xfrm>
                <a:off x="5200924" y="4108076"/>
                <a:ext cx="127080" cy="264960"/>
              </p14:xfrm>
            </p:contentPart>
          </mc:Choice>
          <mc:Fallback xmlns="">
            <p:pic>
              <p:nvPicPr>
                <p:cNvPr id="23" name="Ink 22">
                  <a:extLst>
                    <a:ext uri="{FF2B5EF4-FFF2-40B4-BE49-F238E27FC236}">
                      <a16:creationId xmlns:a16="http://schemas.microsoft.com/office/drawing/2014/main" id="{79B07278-0719-B637-BBBB-BD9DA8456769}"/>
                    </a:ext>
                  </a:extLst>
                </p:cNvPr>
                <p:cNvPicPr/>
                <p:nvPr/>
              </p:nvPicPr>
              <p:blipFill>
                <a:blip r:embed="rId47"/>
                <a:stretch>
                  <a:fillRect/>
                </a:stretch>
              </p:blipFill>
              <p:spPr>
                <a:xfrm>
                  <a:off x="5192284" y="4099436"/>
                  <a:ext cx="14472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9" name="Ink 38">
                  <a:extLst>
                    <a:ext uri="{FF2B5EF4-FFF2-40B4-BE49-F238E27FC236}">
                      <a16:creationId xmlns:a16="http://schemas.microsoft.com/office/drawing/2014/main" id="{C1F5573C-188F-B081-5ABD-851A87C772E7}"/>
                    </a:ext>
                  </a:extLst>
                </p14:cNvPr>
                <p14:cNvContentPartPr/>
                <p14:nvPr/>
              </p14:nvContentPartPr>
              <p14:xfrm>
                <a:off x="3942724" y="4048316"/>
                <a:ext cx="416880" cy="384480"/>
              </p14:xfrm>
            </p:contentPart>
          </mc:Choice>
          <mc:Fallback xmlns="">
            <p:pic>
              <p:nvPicPr>
                <p:cNvPr id="39" name="Ink 38">
                  <a:extLst>
                    <a:ext uri="{FF2B5EF4-FFF2-40B4-BE49-F238E27FC236}">
                      <a16:creationId xmlns:a16="http://schemas.microsoft.com/office/drawing/2014/main" id="{C1F5573C-188F-B081-5ABD-851A87C772E7}"/>
                    </a:ext>
                  </a:extLst>
                </p:cNvPr>
                <p:cNvPicPr/>
                <p:nvPr/>
              </p:nvPicPr>
              <p:blipFill>
                <a:blip r:embed="rId49"/>
                <a:stretch>
                  <a:fillRect/>
                </a:stretch>
              </p:blipFill>
              <p:spPr>
                <a:xfrm>
                  <a:off x="3933724" y="4039676"/>
                  <a:ext cx="434520" cy="402120"/>
                </a:xfrm>
                <a:prstGeom prst="rect">
                  <a:avLst/>
                </a:prstGeom>
              </p:spPr>
            </p:pic>
          </mc:Fallback>
        </mc:AlternateContent>
      </p:grpSp>
      <p:grpSp>
        <p:nvGrpSpPr>
          <p:cNvPr id="41" name="Group 40">
            <a:extLst>
              <a:ext uri="{FF2B5EF4-FFF2-40B4-BE49-F238E27FC236}">
                <a16:creationId xmlns:a16="http://schemas.microsoft.com/office/drawing/2014/main" id="{384C1832-8B22-9FF0-2543-3829AE955F06}"/>
              </a:ext>
            </a:extLst>
          </p:cNvPr>
          <p:cNvGrpSpPr/>
          <p:nvPr/>
        </p:nvGrpSpPr>
        <p:grpSpPr>
          <a:xfrm>
            <a:off x="3361324" y="2244356"/>
            <a:ext cx="6678000" cy="991800"/>
            <a:chOff x="3361324" y="2244356"/>
            <a:chExt cx="6678000" cy="991800"/>
          </a:xfrm>
        </p:grpSpPr>
        <mc:AlternateContent xmlns:mc="http://schemas.openxmlformats.org/markup-compatibility/2006" xmlns:p14="http://schemas.microsoft.com/office/powerpoint/2010/main">
          <mc:Choice Requires="p14">
            <p:contentPart p14:bwMode="auto" r:id="rId50">
              <p14:nvContentPartPr>
                <p14:cNvPr id="25" name="Ink 24">
                  <a:extLst>
                    <a:ext uri="{FF2B5EF4-FFF2-40B4-BE49-F238E27FC236}">
                      <a16:creationId xmlns:a16="http://schemas.microsoft.com/office/drawing/2014/main" id="{B0CE48F9-D4E3-0A23-1469-AE8651C19DA8}"/>
                    </a:ext>
                  </a:extLst>
                </p14:cNvPr>
                <p14:cNvContentPartPr/>
                <p14:nvPr/>
              </p14:nvContentPartPr>
              <p14:xfrm>
                <a:off x="3361324" y="2330036"/>
                <a:ext cx="30960" cy="796680"/>
              </p14:xfrm>
            </p:contentPart>
          </mc:Choice>
          <mc:Fallback xmlns="">
            <p:pic>
              <p:nvPicPr>
                <p:cNvPr id="25" name="Ink 24">
                  <a:extLst>
                    <a:ext uri="{FF2B5EF4-FFF2-40B4-BE49-F238E27FC236}">
                      <a16:creationId xmlns:a16="http://schemas.microsoft.com/office/drawing/2014/main" id="{B0CE48F9-D4E3-0A23-1469-AE8651C19DA8}"/>
                    </a:ext>
                  </a:extLst>
                </p:cNvPr>
                <p:cNvPicPr/>
                <p:nvPr/>
              </p:nvPicPr>
              <p:blipFill>
                <a:blip r:embed="rId51"/>
                <a:stretch>
                  <a:fillRect/>
                </a:stretch>
              </p:blipFill>
              <p:spPr>
                <a:xfrm>
                  <a:off x="3352684" y="2321396"/>
                  <a:ext cx="48600" cy="8143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26" name="Ink 25">
                  <a:extLst>
                    <a:ext uri="{FF2B5EF4-FFF2-40B4-BE49-F238E27FC236}">
                      <a16:creationId xmlns:a16="http://schemas.microsoft.com/office/drawing/2014/main" id="{B2C8B007-1107-8352-D007-A9BBC07BF201}"/>
                    </a:ext>
                  </a:extLst>
                </p14:cNvPr>
                <p14:cNvContentPartPr/>
                <p14:nvPr/>
              </p14:nvContentPartPr>
              <p14:xfrm>
                <a:off x="3441244" y="3114836"/>
                <a:ext cx="5554800" cy="89280"/>
              </p14:xfrm>
            </p:contentPart>
          </mc:Choice>
          <mc:Fallback xmlns="">
            <p:pic>
              <p:nvPicPr>
                <p:cNvPr id="26" name="Ink 25">
                  <a:extLst>
                    <a:ext uri="{FF2B5EF4-FFF2-40B4-BE49-F238E27FC236}">
                      <a16:creationId xmlns:a16="http://schemas.microsoft.com/office/drawing/2014/main" id="{B2C8B007-1107-8352-D007-A9BBC07BF201}"/>
                    </a:ext>
                  </a:extLst>
                </p:cNvPr>
                <p:cNvPicPr/>
                <p:nvPr/>
              </p:nvPicPr>
              <p:blipFill>
                <a:blip r:embed="rId53"/>
                <a:stretch>
                  <a:fillRect/>
                </a:stretch>
              </p:blipFill>
              <p:spPr>
                <a:xfrm>
                  <a:off x="3432604" y="3106196"/>
                  <a:ext cx="5572440" cy="1069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27" name="Ink 26">
                  <a:extLst>
                    <a:ext uri="{FF2B5EF4-FFF2-40B4-BE49-F238E27FC236}">
                      <a16:creationId xmlns:a16="http://schemas.microsoft.com/office/drawing/2014/main" id="{DCE7898D-EEE7-A1B8-F50B-9726F7F2CB16}"/>
                    </a:ext>
                  </a:extLst>
                </p14:cNvPr>
                <p14:cNvContentPartPr/>
                <p14:nvPr/>
              </p14:nvContentPartPr>
              <p14:xfrm>
                <a:off x="3581284" y="2244356"/>
                <a:ext cx="6458040" cy="991800"/>
              </p14:xfrm>
            </p:contentPart>
          </mc:Choice>
          <mc:Fallback xmlns="">
            <p:pic>
              <p:nvPicPr>
                <p:cNvPr id="27" name="Ink 26">
                  <a:extLst>
                    <a:ext uri="{FF2B5EF4-FFF2-40B4-BE49-F238E27FC236}">
                      <a16:creationId xmlns:a16="http://schemas.microsoft.com/office/drawing/2014/main" id="{DCE7898D-EEE7-A1B8-F50B-9726F7F2CB16}"/>
                    </a:ext>
                  </a:extLst>
                </p:cNvPr>
                <p:cNvPicPr/>
                <p:nvPr/>
              </p:nvPicPr>
              <p:blipFill>
                <a:blip r:embed="rId55"/>
                <a:stretch>
                  <a:fillRect/>
                </a:stretch>
              </p:blipFill>
              <p:spPr>
                <a:xfrm>
                  <a:off x="3572284" y="2235356"/>
                  <a:ext cx="6475680" cy="100944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28" name="Ink 27">
                  <a:extLst>
                    <a:ext uri="{FF2B5EF4-FFF2-40B4-BE49-F238E27FC236}">
                      <a16:creationId xmlns:a16="http://schemas.microsoft.com/office/drawing/2014/main" id="{02246BD4-DA48-3004-6B59-6EC965B81A22}"/>
                    </a:ext>
                  </a:extLst>
                </p14:cNvPr>
                <p14:cNvContentPartPr/>
                <p14:nvPr/>
              </p14:nvContentPartPr>
              <p14:xfrm>
                <a:off x="4898884" y="2734316"/>
                <a:ext cx="183960" cy="188280"/>
              </p14:xfrm>
            </p:contentPart>
          </mc:Choice>
          <mc:Fallback xmlns="">
            <p:pic>
              <p:nvPicPr>
                <p:cNvPr id="28" name="Ink 27">
                  <a:extLst>
                    <a:ext uri="{FF2B5EF4-FFF2-40B4-BE49-F238E27FC236}">
                      <a16:creationId xmlns:a16="http://schemas.microsoft.com/office/drawing/2014/main" id="{02246BD4-DA48-3004-6B59-6EC965B81A22}"/>
                    </a:ext>
                  </a:extLst>
                </p:cNvPr>
                <p:cNvPicPr/>
                <p:nvPr/>
              </p:nvPicPr>
              <p:blipFill>
                <a:blip r:embed="rId57"/>
                <a:stretch>
                  <a:fillRect/>
                </a:stretch>
              </p:blipFill>
              <p:spPr>
                <a:xfrm>
                  <a:off x="4890244" y="2725676"/>
                  <a:ext cx="20160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29" name="Ink 28">
                  <a:extLst>
                    <a:ext uri="{FF2B5EF4-FFF2-40B4-BE49-F238E27FC236}">
                      <a16:creationId xmlns:a16="http://schemas.microsoft.com/office/drawing/2014/main" id="{9E56EEA5-67ED-7D4A-ED44-0BF9A3048359}"/>
                    </a:ext>
                  </a:extLst>
                </p14:cNvPr>
                <p14:cNvContentPartPr/>
                <p14:nvPr/>
              </p14:nvContentPartPr>
              <p14:xfrm>
                <a:off x="5171404" y="2742956"/>
                <a:ext cx="10440" cy="85320"/>
              </p14:xfrm>
            </p:contentPart>
          </mc:Choice>
          <mc:Fallback xmlns="">
            <p:pic>
              <p:nvPicPr>
                <p:cNvPr id="29" name="Ink 28">
                  <a:extLst>
                    <a:ext uri="{FF2B5EF4-FFF2-40B4-BE49-F238E27FC236}">
                      <a16:creationId xmlns:a16="http://schemas.microsoft.com/office/drawing/2014/main" id="{9E56EEA5-67ED-7D4A-ED44-0BF9A3048359}"/>
                    </a:ext>
                  </a:extLst>
                </p:cNvPr>
                <p:cNvPicPr/>
                <p:nvPr/>
              </p:nvPicPr>
              <p:blipFill>
                <a:blip r:embed="rId59"/>
                <a:stretch>
                  <a:fillRect/>
                </a:stretch>
              </p:blipFill>
              <p:spPr>
                <a:xfrm>
                  <a:off x="5162404" y="2734316"/>
                  <a:ext cx="2808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31" name="Ink 30">
                  <a:extLst>
                    <a:ext uri="{FF2B5EF4-FFF2-40B4-BE49-F238E27FC236}">
                      <a16:creationId xmlns:a16="http://schemas.microsoft.com/office/drawing/2014/main" id="{D3FB839B-D372-B035-4335-BB812B53A66E}"/>
                    </a:ext>
                  </a:extLst>
                </p14:cNvPr>
                <p14:cNvContentPartPr/>
                <p14:nvPr/>
              </p14:nvContentPartPr>
              <p14:xfrm>
                <a:off x="5155924" y="2731076"/>
                <a:ext cx="24120" cy="178200"/>
              </p14:xfrm>
            </p:contentPart>
          </mc:Choice>
          <mc:Fallback xmlns="">
            <p:pic>
              <p:nvPicPr>
                <p:cNvPr id="31" name="Ink 30">
                  <a:extLst>
                    <a:ext uri="{FF2B5EF4-FFF2-40B4-BE49-F238E27FC236}">
                      <a16:creationId xmlns:a16="http://schemas.microsoft.com/office/drawing/2014/main" id="{D3FB839B-D372-B035-4335-BB812B53A66E}"/>
                    </a:ext>
                  </a:extLst>
                </p:cNvPr>
                <p:cNvPicPr/>
                <p:nvPr/>
              </p:nvPicPr>
              <p:blipFill>
                <a:blip r:embed="rId61"/>
                <a:stretch>
                  <a:fillRect/>
                </a:stretch>
              </p:blipFill>
              <p:spPr>
                <a:xfrm>
                  <a:off x="5146924" y="2722436"/>
                  <a:ext cx="41760" cy="1958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0" name="Ink 39">
                  <a:extLst>
                    <a:ext uri="{FF2B5EF4-FFF2-40B4-BE49-F238E27FC236}">
                      <a16:creationId xmlns:a16="http://schemas.microsoft.com/office/drawing/2014/main" id="{A30E9A4B-0093-E31B-873B-DD2BFF36D52D}"/>
                    </a:ext>
                  </a:extLst>
                </p14:cNvPr>
                <p14:cNvContentPartPr/>
                <p14:nvPr/>
              </p14:nvContentPartPr>
              <p14:xfrm>
                <a:off x="3853804" y="2752676"/>
                <a:ext cx="542160" cy="323640"/>
              </p14:xfrm>
            </p:contentPart>
          </mc:Choice>
          <mc:Fallback xmlns="">
            <p:pic>
              <p:nvPicPr>
                <p:cNvPr id="40" name="Ink 39">
                  <a:extLst>
                    <a:ext uri="{FF2B5EF4-FFF2-40B4-BE49-F238E27FC236}">
                      <a16:creationId xmlns:a16="http://schemas.microsoft.com/office/drawing/2014/main" id="{A30E9A4B-0093-E31B-873B-DD2BFF36D52D}"/>
                    </a:ext>
                  </a:extLst>
                </p:cNvPr>
                <p:cNvPicPr/>
                <p:nvPr/>
              </p:nvPicPr>
              <p:blipFill>
                <a:blip r:embed="rId63"/>
                <a:stretch>
                  <a:fillRect/>
                </a:stretch>
              </p:blipFill>
              <p:spPr>
                <a:xfrm>
                  <a:off x="3844804" y="2744036"/>
                  <a:ext cx="559800" cy="341280"/>
                </a:xfrm>
                <a:prstGeom prst="rect">
                  <a:avLst/>
                </a:prstGeom>
              </p:spPr>
            </p:pic>
          </mc:Fallback>
        </mc:AlternateContent>
      </p:grpSp>
    </p:spTree>
    <p:extLst>
      <p:ext uri="{BB962C8B-B14F-4D97-AF65-F5344CB8AC3E}">
        <p14:creationId xmlns:p14="http://schemas.microsoft.com/office/powerpoint/2010/main" val="3338816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6D0D1-C360-929C-6634-B73035BFFD79}"/>
              </a:ext>
            </a:extLst>
          </p:cNvPr>
          <p:cNvSpPr>
            <a:spLocks noGrp="1"/>
          </p:cNvSpPr>
          <p:nvPr>
            <p:ph type="title"/>
          </p:nvPr>
        </p:nvSpPr>
        <p:spPr/>
        <p:txBody>
          <a:bodyPr/>
          <a:lstStyle/>
          <a:p>
            <a:r>
              <a:rPr lang="en-US" sz="3600" dirty="0">
                <a:latin typeface="Cooper Black" panose="0208090404030B020404" pitchFamily="18" charset="0"/>
              </a:rPr>
              <a:t>Hands on: Modules for using CAP</a:t>
            </a:r>
            <a:endParaRPr lang="en-IN" sz="3600" dirty="0">
              <a:latin typeface="Cooper Black" panose="0208090404030B020404" pitchFamily="18" charset="0"/>
            </a:endParaRPr>
          </a:p>
        </p:txBody>
      </p:sp>
      <p:sp>
        <p:nvSpPr>
          <p:cNvPr id="3" name="TextBox 2">
            <a:extLst>
              <a:ext uri="{FF2B5EF4-FFF2-40B4-BE49-F238E27FC236}">
                <a16:creationId xmlns:a16="http://schemas.microsoft.com/office/drawing/2014/main" id="{3BD5C468-C983-C981-7134-1C975624C2ED}"/>
              </a:ext>
            </a:extLst>
          </p:cNvPr>
          <p:cNvSpPr txBox="1"/>
          <p:nvPr/>
        </p:nvSpPr>
        <p:spPr>
          <a:xfrm>
            <a:off x="189757" y="836712"/>
            <a:ext cx="11809312" cy="440120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Tx/>
              <a:buAutoNum type="arabicPeriod"/>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We need to install sap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-dk (Development kit), This kit includes required framework libraries and source code to build, test, deploy, run cap applications. It comes along with </a:t>
            </a:r>
            <a:r>
              <a:rPr kumimoji="0" lang="en-US" sz="2000" b="0" i="0" u="none" strike="noStrike" kern="0" cap="none" spc="0" normalizeH="0" baseline="0" noProof="0" dirty="0" err="1">
                <a:ln>
                  <a:noFill/>
                </a:ln>
                <a:solidFill>
                  <a:prstClr val="white"/>
                </a:solidFill>
                <a:effectLst/>
                <a:uLnTx/>
                <a:uFillTx/>
                <a:latin typeface="Segoe UI"/>
                <a:ea typeface="+mn-ea"/>
                <a:cs typeface="+mn-cs"/>
              </a:rPr>
              <a:t>cds</a:t>
            </a:r>
            <a:r>
              <a:rPr kumimoji="0" lang="en-US" sz="2000" b="0" i="0" u="none" strike="noStrike" kern="0" cap="none" spc="0" normalizeH="0" baseline="0" noProof="0" dirty="0">
                <a:ln>
                  <a:noFill/>
                </a:ln>
                <a:solidFill>
                  <a:prstClr val="white"/>
                </a:solidFill>
                <a:effectLst/>
                <a:uLnTx/>
                <a:uFillTx/>
                <a:latin typeface="Segoe UI"/>
                <a:ea typeface="+mn-ea"/>
                <a:cs typeface="+mn-cs"/>
              </a:rPr>
              <a:t> CLI which will be used by developers to quickly generate the cap project skeleton. This module needs to be installed globally in our system if we are using VS Code, in case we use BAS, this module is pre-installed.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npm</a:t>
            </a:r>
            <a:r>
              <a:rPr kumimoji="0" lang="en-US" sz="2000" b="1" i="0" u="none" strike="noStrike" kern="0" cap="none" spc="0" normalizeH="0" baseline="0" noProof="0" dirty="0">
                <a:ln>
                  <a:noFill/>
                </a:ln>
                <a:solidFill>
                  <a:prstClr val="white"/>
                </a:solidFill>
                <a:effectLst/>
                <a:uLnTx/>
                <a:uFillTx/>
                <a:latin typeface="Segoe UI"/>
                <a:ea typeface="+mn-ea"/>
                <a:cs typeface="+mn-cs"/>
              </a:rPr>
              <a:t> install -g @sap/cds-dk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      node version &gt;= 14</a:t>
            </a:r>
          </a:p>
          <a:p>
            <a:pPr marL="457200" marR="0" lvl="0" indent="-457200" algn="l" defTabSz="914400" rtl="0" eaLnBrk="1" fontAlgn="auto" latinLnBrk="0" hangingPunct="1">
              <a:lnSpc>
                <a:spcPct val="100000"/>
              </a:lnSpc>
              <a:spcBef>
                <a:spcPts val="0"/>
              </a:spcBef>
              <a:spcAft>
                <a:spcPts val="0"/>
              </a:spcAft>
              <a:buClrTx/>
              <a:buSzTx/>
              <a:buFontTx/>
              <a:buAutoNum type="arabicPeriod" startAt="2"/>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Check if the CAP is installed in my system </a:t>
            </a:r>
            <a:r>
              <a:rPr kumimoji="0" lang="en-US" sz="2000" b="0" i="0" u="none" strike="noStrike" kern="0" cap="none" spc="0" normalizeH="0" baseline="0" noProof="0" dirty="0">
                <a:ln>
                  <a:noFill/>
                </a:ln>
                <a:solidFill>
                  <a:prstClr val="white"/>
                </a:solidFill>
                <a:effectLst/>
                <a:uLnTx/>
                <a:uFillTx/>
                <a:latin typeface="Segoe UI"/>
                <a:ea typeface="+mn-ea"/>
                <a:cs typeface="+mn-cs"/>
                <a:sym typeface="Wingdings" panose="05000000000000000000" pitchFamily="2" charset="2"/>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sym typeface="Wingdings" panose="05000000000000000000" pitchFamily="2" charset="2"/>
              </a:rPr>
              <a:t>cds</a:t>
            </a:r>
            <a:r>
              <a:rPr kumimoji="0" lang="en-US" sz="2000" b="1" i="0" u="none" strike="noStrike" kern="0" cap="none" spc="0" normalizeH="0" baseline="0" noProof="0" dirty="0">
                <a:ln>
                  <a:noFill/>
                </a:ln>
                <a:solidFill>
                  <a:prstClr val="white"/>
                </a:solidFill>
                <a:effectLst/>
                <a:uLnTx/>
                <a:uFillTx/>
                <a:latin typeface="Segoe UI"/>
                <a:ea typeface="+mn-ea"/>
                <a:cs typeface="+mn-cs"/>
                <a:sym typeface="Wingdings" panose="05000000000000000000" pitchFamily="2" charset="2"/>
              </a:rPr>
              <a:t> –v &amp; </a:t>
            </a:r>
            <a:r>
              <a:rPr kumimoji="0" lang="en-US" sz="2000" b="1" i="0" u="none" strike="noStrike" kern="0" cap="none" spc="0" normalizeH="0" baseline="0" noProof="0" dirty="0" err="1">
                <a:ln>
                  <a:noFill/>
                </a:ln>
                <a:solidFill>
                  <a:prstClr val="white"/>
                </a:solidFill>
                <a:effectLst/>
                <a:uLnTx/>
                <a:uFillTx/>
                <a:latin typeface="Segoe UI"/>
                <a:ea typeface="+mn-ea"/>
                <a:cs typeface="+mn-cs"/>
                <a:sym typeface="Wingdings" panose="05000000000000000000" pitchFamily="2" charset="2"/>
              </a:rPr>
              <a:t>cds</a:t>
            </a:r>
            <a:r>
              <a:rPr kumimoji="0" lang="en-US" sz="2000" b="1" i="0" u="none" strike="noStrike" kern="0" cap="none" spc="0" normalizeH="0" baseline="0" noProof="0" dirty="0">
                <a:ln>
                  <a:noFill/>
                </a:ln>
                <a:solidFill>
                  <a:prstClr val="white"/>
                </a:solidFill>
                <a:effectLst/>
                <a:uLnTx/>
                <a:uFillTx/>
                <a:latin typeface="Segoe UI"/>
                <a:ea typeface="+mn-ea"/>
                <a:cs typeface="+mn-cs"/>
                <a:sym typeface="Wingdings" panose="05000000000000000000" pitchFamily="2" charset="2"/>
              </a:rPr>
              <a:t> --help</a:t>
            </a:r>
          </a:p>
          <a:p>
            <a:pPr marL="457200" marR="0" lvl="0" indent="-457200" algn="l" defTabSz="914400" rtl="0" eaLnBrk="1" fontAlgn="auto" latinLnBrk="0" hangingPunct="1">
              <a:lnSpc>
                <a:spcPct val="100000"/>
              </a:lnSpc>
              <a:spcBef>
                <a:spcPts val="0"/>
              </a:spcBef>
              <a:spcAft>
                <a:spcPts val="0"/>
              </a:spcAft>
              <a:buClrTx/>
              <a:buSzTx/>
              <a:buFontTx/>
              <a:buAutoNum type="arabicPeriod" startAt="2"/>
              <a:tabLst/>
              <a:defRPr/>
            </a:pPr>
            <a:r>
              <a:rPr kumimoji="0" lang="en-US" sz="2000" b="0" i="0" u="none" strike="noStrike" kern="0" cap="none" spc="0" normalizeH="0" baseline="0" noProof="0" dirty="0">
                <a:ln>
                  <a:noFill/>
                </a:ln>
                <a:solidFill>
                  <a:prstClr val="white"/>
                </a:solidFill>
                <a:effectLst/>
                <a:uLnTx/>
                <a:uFillTx/>
                <a:latin typeface="Segoe UI"/>
                <a:ea typeface="+mn-ea"/>
                <a:cs typeface="+mn-cs"/>
              </a:rPr>
              <a:t>Create a folder in our computer, and run </a:t>
            </a:r>
            <a:r>
              <a:rPr kumimoji="0" lang="en-US" sz="2000" b="1" i="0" u="none" strike="noStrike" kern="0" cap="none" spc="0" normalizeH="0" baseline="0" noProof="0" dirty="0" err="1">
                <a:ln>
                  <a:noFill/>
                </a:ln>
                <a:solidFill>
                  <a:prstClr val="white"/>
                </a:solidFill>
                <a:effectLst/>
                <a:uLnTx/>
                <a:uFillTx/>
                <a:latin typeface="Segoe UI"/>
                <a:ea typeface="+mn-ea"/>
                <a:cs typeface="+mn-cs"/>
              </a:rPr>
              <a:t>cds</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init</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a:ln>
                  <a:noFill/>
                </a:ln>
                <a:solidFill>
                  <a:prstClr val="white"/>
                </a:solidFill>
                <a:effectLst/>
                <a:uLnTx/>
                <a:uFillTx/>
                <a:latin typeface="Segoe UI"/>
                <a:ea typeface="+mn-ea"/>
                <a:cs typeface="+mn-cs"/>
              </a:rPr>
              <a:t>command. This will create a project skeleton automatically which includes </a:t>
            </a:r>
            <a:r>
              <a:rPr kumimoji="0" lang="en-US" sz="2000" b="1" i="0" u="none" strike="noStrike" kern="0" cap="none" spc="0" normalizeH="0" baseline="0" noProof="0" dirty="0" err="1">
                <a:ln>
                  <a:noFill/>
                </a:ln>
                <a:solidFill>
                  <a:prstClr val="white"/>
                </a:solidFill>
                <a:effectLst/>
                <a:uLnTx/>
                <a:uFillTx/>
                <a:latin typeface="Segoe UI"/>
                <a:ea typeface="+mn-ea"/>
                <a:cs typeface="+mn-cs"/>
              </a:rPr>
              <a:t>db</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srv</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1" i="0" u="none" strike="noStrike" kern="0" cap="none" spc="0" normalizeH="0" baseline="0" noProof="0" dirty="0" err="1">
                <a:ln>
                  <a:noFill/>
                </a:ln>
                <a:solidFill>
                  <a:prstClr val="white"/>
                </a:solidFill>
                <a:effectLst/>
                <a:uLnTx/>
                <a:uFillTx/>
                <a:latin typeface="Segoe UI"/>
                <a:ea typeface="+mn-ea"/>
                <a:cs typeface="+mn-cs"/>
              </a:rPr>
              <a:t>ui</a:t>
            </a:r>
            <a:r>
              <a:rPr kumimoji="0" lang="en-US" sz="2000" b="1" i="0" u="none" strike="noStrike" kern="0" cap="none" spc="0" normalizeH="0" baseline="0" noProof="0" dirty="0">
                <a:ln>
                  <a:noFill/>
                </a:ln>
                <a:solidFill>
                  <a:prstClr val="white"/>
                </a:solidFill>
                <a:effectLst/>
                <a:uLnTx/>
                <a:uFillTx/>
                <a:latin typeface="Segoe UI"/>
                <a:ea typeface="+mn-ea"/>
                <a:cs typeface="+mn-cs"/>
              </a:rPr>
              <a:t> </a:t>
            </a:r>
            <a:r>
              <a:rPr kumimoji="0" lang="en-US" sz="2000" b="0" i="0" u="none" strike="noStrike" kern="0" cap="none" spc="0" normalizeH="0" baseline="0" noProof="0" dirty="0">
                <a:ln>
                  <a:noFill/>
                </a:ln>
                <a:solidFill>
                  <a:prstClr val="white"/>
                </a:solidFill>
                <a:effectLst/>
                <a:uLnTx/>
                <a:uFillTx/>
                <a:latin typeface="Segoe UI"/>
                <a:ea typeface="+mn-ea"/>
                <a:cs typeface="+mn-cs"/>
              </a:rPr>
              <a:t>folders.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prstClr val="white"/>
                </a:solidFill>
                <a:effectLst/>
                <a:uLnTx/>
                <a:uFillTx/>
                <a:latin typeface="Segoe UI"/>
                <a:ea typeface="+mn-ea"/>
                <a:cs typeface="+mn-cs"/>
              </a:rPr>
              <a:t>If you want to quickly manage multiple node versions in your computer you can use </a:t>
            </a:r>
            <a:r>
              <a:rPr kumimoji="0" lang="en-IN" sz="2000" b="0" i="0" u="none" strike="noStrike" kern="0" cap="none" spc="0" normalizeH="0" baseline="0" noProof="0" dirty="0" err="1">
                <a:ln>
                  <a:noFill/>
                </a:ln>
                <a:solidFill>
                  <a:prstClr val="white"/>
                </a:solidFill>
                <a:effectLst/>
                <a:uLnTx/>
                <a:uFillTx/>
                <a:latin typeface="Segoe UI"/>
                <a:ea typeface="+mn-ea"/>
                <a:cs typeface="+mn-cs"/>
              </a:rPr>
              <a:t>nvm</a:t>
            </a:r>
            <a:r>
              <a:rPr kumimoji="0" lang="en-IN" sz="2000" b="0" i="0" u="none" strike="noStrike" kern="0" cap="none" spc="0" normalizeH="0" baseline="0" noProof="0" dirty="0">
                <a:ln>
                  <a:noFill/>
                </a:ln>
                <a:solidFill>
                  <a:prstClr val="white"/>
                </a:solidFill>
                <a:effectLst/>
                <a:uLnTx/>
                <a:uFillTx/>
                <a:latin typeface="Segoe UI"/>
                <a:ea typeface="+mn-ea"/>
                <a:cs typeface="+mn-cs"/>
              </a:rPr>
              <a:t> tool - </a:t>
            </a:r>
            <a:r>
              <a:rPr kumimoji="0" lang="en-IN" sz="2000" b="0" i="0" u="none" strike="noStrike" kern="0" cap="none" spc="0" normalizeH="0" baseline="0" noProof="0" dirty="0">
                <a:ln>
                  <a:noFill/>
                </a:ln>
                <a:solidFill>
                  <a:prstClr val="white"/>
                </a:solidFill>
                <a:effectLst/>
                <a:uLnTx/>
                <a:uFillTx/>
                <a:latin typeface="Segoe UI"/>
                <a:ea typeface="+mn-ea"/>
                <a:cs typeface="+mn-cs"/>
                <a:hlinkClick r:id="rId2">
                  <a:extLst>
                    <a:ext uri="{A12FA001-AC4F-418D-AE19-62706E023703}">
                      <ahyp:hlinkClr xmlns:ahyp="http://schemas.microsoft.com/office/drawing/2018/hyperlinkcolor" val="tx"/>
                    </a:ext>
                  </a:extLst>
                </a:hlinkClick>
              </a:rPr>
              <a:t>https://github.com/coreybutler/nvm-windows/releases</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0" cap="none" spc="0" normalizeH="0" baseline="0" noProof="0" dirty="0">
                <a:ln>
                  <a:noFill/>
                </a:ln>
                <a:solidFill>
                  <a:prstClr val="white"/>
                </a:solidFill>
                <a:effectLst/>
                <a:uLnTx/>
                <a:uFillTx/>
                <a:latin typeface="Segoe UI"/>
                <a:ea typeface="+mn-ea"/>
                <a:cs typeface="+mn-cs"/>
              </a:rPr>
              <a:t>When we make constant changes to the project, we want project to detect a correction and automatically restart the server. We can use the </a:t>
            </a:r>
            <a:r>
              <a:rPr kumimoji="0" lang="en-IN" sz="2000" b="1" i="0" u="none" strike="noStrike" kern="0" cap="none" spc="0" normalizeH="0" baseline="0" noProof="0" dirty="0" err="1">
                <a:ln>
                  <a:noFill/>
                </a:ln>
                <a:solidFill>
                  <a:prstClr val="white"/>
                </a:solidFill>
                <a:effectLst/>
                <a:uLnTx/>
                <a:uFillTx/>
                <a:latin typeface="Segoe UI"/>
                <a:ea typeface="+mn-ea"/>
                <a:cs typeface="+mn-cs"/>
              </a:rPr>
              <a:t>cds</a:t>
            </a:r>
            <a:r>
              <a:rPr kumimoji="0" lang="en-IN" sz="2000" b="1" i="0" u="none" strike="noStrike" kern="0" cap="none" spc="0" normalizeH="0" baseline="0" noProof="0" dirty="0">
                <a:ln>
                  <a:noFill/>
                </a:ln>
                <a:solidFill>
                  <a:prstClr val="white"/>
                </a:solidFill>
                <a:effectLst/>
                <a:uLnTx/>
                <a:uFillTx/>
                <a:latin typeface="Segoe UI"/>
                <a:ea typeface="+mn-ea"/>
                <a:cs typeface="+mn-cs"/>
              </a:rPr>
              <a:t> watch </a:t>
            </a:r>
            <a:r>
              <a:rPr kumimoji="0" lang="en-IN" sz="2000" b="0" i="0" u="none" strike="noStrike" kern="0" cap="none" spc="0" normalizeH="0" baseline="0" noProof="0" dirty="0">
                <a:ln>
                  <a:noFill/>
                </a:ln>
                <a:solidFill>
                  <a:prstClr val="white"/>
                </a:solidFill>
                <a:effectLst/>
                <a:uLnTx/>
                <a:uFillTx/>
                <a:latin typeface="Segoe UI"/>
                <a:ea typeface="+mn-ea"/>
                <a:cs typeface="+mn-cs"/>
              </a:rPr>
              <a:t>command instead of </a:t>
            </a:r>
            <a:r>
              <a:rPr kumimoji="0" lang="en-IN" sz="2000" b="1" i="0" u="none" strike="noStrike" kern="0" cap="none" spc="0" normalizeH="0" baseline="0" noProof="0" dirty="0" err="1">
                <a:ln>
                  <a:noFill/>
                </a:ln>
                <a:solidFill>
                  <a:prstClr val="white"/>
                </a:solidFill>
                <a:effectLst/>
                <a:uLnTx/>
                <a:uFillTx/>
                <a:latin typeface="Segoe UI"/>
                <a:ea typeface="+mn-ea"/>
                <a:cs typeface="+mn-cs"/>
              </a:rPr>
              <a:t>cds</a:t>
            </a:r>
            <a:r>
              <a:rPr kumimoji="0" lang="en-IN" sz="2000" b="1" i="0" u="none" strike="noStrike" kern="0" cap="none" spc="0" normalizeH="0" baseline="0" noProof="0" dirty="0">
                <a:ln>
                  <a:noFill/>
                </a:ln>
                <a:solidFill>
                  <a:prstClr val="white"/>
                </a:solidFill>
                <a:effectLst/>
                <a:uLnTx/>
                <a:uFillTx/>
                <a:latin typeface="Segoe UI"/>
                <a:ea typeface="+mn-ea"/>
                <a:cs typeface="+mn-cs"/>
              </a:rPr>
              <a:t> run</a:t>
            </a:r>
            <a:endParaRPr kumimoji="0" lang="en-IN" sz="2000" b="0" i="0" u="none" strike="noStrike" kern="0" cap="none" spc="0" normalizeH="0" baseline="0" noProof="0" dirty="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843697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Placeholder 11">
            <a:extLst>
              <a:ext uri="{FF2B5EF4-FFF2-40B4-BE49-F238E27FC236}">
                <a16:creationId xmlns:a16="http://schemas.microsoft.com/office/drawing/2014/main" id="{420F5850-2D59-4C25-ADFF-E9013C5A6AAE}"/>
              </a:ext>
            </a:extLst>
          </p:cNvPr>
          <p:cNvPicPr>
            <a:picLocks noGrp="1" noChangeAspect="1"/>
          </p:cNvPicPr>
          <p:nvPr>
            <p:ph type="pic" sz="quarter" idx="14"/>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rcRect l="10185" r="10185"/>
          <a:stretch>
            <a:fillRect/>
          </a:stretch>
        </p:blipFill>
        <p:spPr/>
      </p:pic>
      <p:sp>
        <p:nvSpPr>
          <p:cNvPr id="4" name="Rectangle: Rounded Corners 3">
            <a:extLst>
              <a:ext uri="{FF2B5EF4-FFF2-40B4-BE49-F238E27FC236}">
                <a16:creationId xmlns:a16="http://schemas.microsoft.com/office/drawing/2014/main" id="{4DCA9A03-C201-42B6-AF8D-AB31333C8852}"/>
              </a:ext>
            </a:extLst>
          </p:cNvPr>
          <p:cNvSpPr/>
          <p:nvPr/>
        </p:nvSpPr>
        <p:spPr>
          <a:xfrm>
            <a:off x="6065406" y="980728"/>
            <a:ext cx="5298342" cy="2776268"/>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09D3EC-7881-4341-8189-469046CA259E}"/>
              </a:ext>
            </a:extLst>
          </p:cNvPr>
          <p:cNvSpPr txBox="1"/>
          <p:nvPr/>
        </p:nvSpPr>
        <p:spPr>
          <a:xfrm>
            <a:off x="6641014" y="1389517"/>
            <a:ext cx="4239950" cy="615553"/>
          </a:xfrm>
          <a:prstGeom prst="rect">
            <a:avLst/>
          </a:prstGeom>
          <a:noFill/>
        </p:spPr>
        <p:txBody>
          <a:bodyPr wrap="square" lIns="0" tIns="0" rIns="0" bIns="0" rtlCol="0">
            <a:spAutoFit/>
          </a:bodyPr>
          <a:lstStyle/>
          <a:p>
            <a:r>
              <a:rPr lang="en-IN" sz="4000" b="1" i="0" dirty="0">
                <a:solidFill>
                  <a:schemeClr val="accent3"/>
                </a:solidFill>
                <a:effectLst/>
              </a:rPr>
              <a:t>What We</a:t>
            </a:r>
            <a:r>
              <a:rPr lang="en-IN" sz="4000" b="1" i="0" dirty="0">
                <a:solidFill>
                  <a:schemeClr val="accent1"/>
                </a:solidFill>
                <a:effectLst/>
              </a:rPr>
              <a:t> </a:t>
            </a:r>
            <a:r>
              <a:rPr lang="en-IN" sz="4000" b="1" i="0" dirty="0">
                <a:solidFill>
                  <a:schemeClr val="accent2"/>
                </a:solidFill>
                <a:effectLst/>
                <a:latin typeface="Segoe UI Light" panose="020B0502040204020203" pitchFamily="34" charset="0"/>
                <a:cs typeface="Segoe UI Light" panose="020B0502040204020203" pitchFamily="34" charset="0"/>
              </a:rPr>
              <a:t>Did</a:t>
            </a:r>
            <a:endParaRPr lang="en-IN" sz="4000" b="1" dirty="0">
              <a:solidFill>
                <a:schemeClr val="accent2"/>
              </a:solidFill>
              <a:latin typeface="Segoe UI Light" panose="020B0502040204020203" pitchFamily="34" charset="0"/>
              <a:cs typeface="Segoe UI Light" panose="020B0502040204020203" pitchFamily="34" charset="0"/>
            </a:endParaRPr>
          </a:p>
        </p:txBody>
      </p:sp>
      <p:sp>
        <p:nvSpPr>
          <p:cNvPr id="6" name="TextBox 5">
            <a:extLst>
              <a:ext uri="{FF2B5EF4-FFF2-40B4-BE49-F238E27FC236}">
                <a16:creationId xmlns:a16="http://schemas.microsoft.com/office/drawing/2014/main" id="{A0CBE2D0-9475-4BE8-AC62-B9A03DC275C3}"/>
              </a:ext>
            </a:extLst>
          </p:cNvPr>
          <p:cNvSpPr txBox="1"/>
          <p:nvPr/>
        </p:nvSpPr>
        <p:spPr>
          <a:xfrm>
            <a:off x="6641014" y="2147518"/>
            <a:ext cx="4239950" cy="615553"/>
          </a:xfrm>
          <a:prstGeom prst="rect">
            <a:avLst/>
          </a:prstGeom>
          <a:noFill/>
        </p:spPr>
        <p:txBody>
          <a:bodyPr wrap="square" lIns="0" tIns="0" rIns="0" bIns="0" rtlCol="0" anchor="t">
            <a:spAutoFit/>
          </a:bodyPr>
          <a:lstStyle/>
          <a:p>
            <a:r>
              <a:rPr lang="en-US" sz="4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4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7" name="Group 6">
            <a:extLst>
              <a:ext uri="{FF2B5EF4-FFF2-40B4-BE49-F238E27FC236}">
                <a16:creationId xmlns:a16="http://schemas.microsoft.com/office/drawing/2014/main" id="{CBADDFA3-0336-41F5-81AE-B9456B828C2C}"/>
              </a:ext>
            </a:extLst>
          </p:cNvPr>
          <p:cNvGrpSpPr/>
          <p:nvPr/>
        </p:nvGrpSpPr>
        <p:grpSpPr>
          <a:xfrm>
            <a:off x="6664269" y="3161139"/>
            <a:ext cx="617354" cy="109990"/>
            <a:chOff x="6006451" y="5603130"/>
            <a:chExt cx="617354" cy="109990"/>
          </a:xfrm>
        </p:grpSpPr>
        <p:sp>
          <p:nvSpPr>
            <p:cNvPr id="8"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chemeClr val="accent2">
                <a:lumMod val="75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771561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r>
              <a:rPr lang="en-IN" sz="6000" b="1" i="0" dirty="0">
                <a:solidFill>
                  <a:schemeClr val="bg1"/>
                </a:solidFill>
                <a:effectLst/>
              </a:rPr>
              <a:t>Thank</a:t>
            </a:r>
            <a:r>
              <a:rPr lang="en-IN" sz="6000" b="1" i="0" dirty="0">
                <a:solidFill>
                  <a:schemeClr val="accent1"/>
                </a:solidFill>
                <a:effectLst/>
              </a:rPr>
              <a:t> </a:t>
            </a:r>
            <a:r>
              <a:rPr lang="en-IN" sz="6000" b="1" dirty="0">
                <a:solidFill>
                  <a:schemeClr val="accent2"/>
                </a:solidFill>
                <a:latin typeface="Segoe UI Light" panose="020B0502040204020203" pitchFamily="34" charset="0"/>
                <a:cs typeface="Segoe UI Light" panose="020B0502040204020203" pitchFamily="34" charset="0"/>
              </a:rPr>
              <a:t>You</a:t>
            </a:r>
            <a:endParaRPr lang="en-IN" sz="6000" dirty="0">
              <a:solidFill>
                <a:schemeClr val="accent2"/>
              </a:solidFill>
              <a:latin typeface="Segoe UI Light" panose="020B0502040204020203" pitchFamily="34" charset="0"/>
              <a:cs typeface="Segoe UI Light" panose="020B0502040204020203" pitchFamily="34" charset="0"/>
            </a:endParaRPr>
          </a:p>
        </p:txBody>
      </p:sp>
      <p:sp>
        <p:nvSpPr>
          <p:cNvPr id="4" name="TextBox 3">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r>
              <a:rPr lang="en-US" sz="5400" b="1" kern="0" dirty="0">
                <a:solidFill>
                  <a:schemeClr val="accent2"/>
                </a:solidFill>
                <a:latin typeface="Segoe UI" panose="020B0502040204020203" pitchFamily="34" charset="0"/>
                <a:ea typeface="Calibri Light" charset="0"/>
                <a:cs typeface="Segoe UI" panose="020B0502040204020203" pitchFamily="34" charset="0"/>
              </a:rPr>
              <a:t>End of Day 2</a:t>
            </a:r>
            <a:endParaRPr lang="en-US" sz="5400" b="1" dirty="0">
              <a:solidFill>
                <a:schemeClr val="accent2"/>
              </a:solidFill>
              <a:latin typeface="Segoe UI" panose="020B0502040204020203" pitchFamily="34" charset="0"/>
              <a:ea typeface="Calibri Light" charset="0"/>
              <a:cs typeface="Segoe UI" panose="020B0502040204020203" pitchFamily="34" charset="0"/>
            </a:endParaRPr>
          </a:p>
        </p:txBody>
      </p:sp>
      <p:cxnSp>
        <p:nvCxnSpPr>
          <p:cNvPr id="6" name="Straight Connector 5">
            <a:extLst>
              <a:ext uri="{FF2B5EF4-FFF2-40B4-BE49-F238E27FC236}">
                <a16:creationId xmlns:a16="http://schemas.microsoft.com/office/drawing/2014/main" id="{3CB110C8-9FFD-4804-BDCA-1C9EB581BD4D}"/>
              </a:ext>
            </a:extLst>
          </p:cNvPr>
          <p:cNvCxnSpPr>
            <a:cxnSpLocks/>
          </p:cNvCxnSpPr>
          <p:nvPr/>
        </p:nvCxnSpPr>
        <p:spPr>
          <a:xfrm flipV="1">
            <a:off x="1300694" y="-21772"/>
            <a:ext cx="0" cy="3284984"/>
          </a:xfrm>
          <a:prstGeom prst="line">
            <a:avLst/>
          </a:prstGeom>
          <a:ln w="63500" cap="rnd">
            <a:gradFill flip="none" rotWithShape="1">
              <a:gsLst>
                <a:gs pos="0">
                  <a:schemeClr val="accent2"/>
                </a:gs>
                <a:gs pos="100000">
                  <a:schemeClr val="accent3"/>
                </a:gs>
              </a:gsLst>
              <a:lin ang="16200000" scaled="1"/>
              <a:tileRect/>
            </a:gradFill>
          </a:ln>
        </p:spPr>
        <p:style>
          <a:lnRef idx="1">
            <a:schemeClr val="accent1"/>
          </a:lnRef>
          <a:fillRef idx="0">
            <a:schemeClr val="accent1"/>
          </a:fillRef>
          <a:effectRef idx="0">
            <a:schemeClr val="accent1"/>
          </a:effectRef>
          <a:fontRef idx="minor">
            <a:schemeClr val="tx1"/>
          </a:fontRef>
        </p:style>
      </p:cxnSp>
      <p:grpSp>
        <p:nvGrpSpPr>
          <p:cNvPr id="2" name="Group 1">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14" name="Oval 13">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2" name="Oval 11">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sp>
          <p:nvSpPr>
            <p:cNvPr id="10" name="Oval 9">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a:defRPr sz="3000">
                  <a:solidFill>
                    <a:srgbClr val="FFFFFF"/>
                  </a:solidFill>
                  <a:effectLst>
                    <a:outerShdw blurRad="38100" dist="12700" dir="5400000" rotWithShape="0">
                      <a:srgbClr val="000000">
                        <a:alpha val="50000"/>
                      </a:srgbClr>
                    </a:outerShdw>
                  </a:effectLst>
                </a:defRPr>
              </a:pPr>
              <a:endParaRPr/>
            </a:p>
          </p:txBody>
        </p:sp>
      </p:grpSp>
      <p:pic>
        <p:nvPicPr>
          <p:cNvPr id="16" name="Picture 2" descr="E:\cloud\drive\websites\slidemodel\logo\sebastian\slidemodel-logo-trans.png">
            <a:extLst>
              <a:ext uri="{FF2B5EF4-FFF2-40B4-BE49-F238E27FC236}">
                <a16:creationId xmlns:a16="http://schemas.microsoft.com/office/drawing/2014/main" id="{59E8070B-51C3-4A5F-B241-A7744B4F61D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0638418" y="6398156"/>
            <a:ext cx="1432658" cy="27120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solidFill>
              <a:schemeClr val="accent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t>www.anubhavtrainings.com</a:t>
            </a:r>
          </a:p>
        </p:txBody>
      </p:sp>
    </p:spTree>
    <p:extLst>
      <p:ext uri="{BB962C8B-B14F-4D97-AF65-F5344CB8AC3E}">
        <p14:creationId xmlns:p14="http://schemas.microsoft.com/office/powerpoint/2010/main" val="1842044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defTabSz="913943">
              <a:defRPr/>
            </a:pPr>
            <a:r>
              <a:rPr lang="en-US" sz="1799" b="1" dirty="0">
                <a:solidFill>
                  <a:srgbClr val="44546A"/>
                </a:solidFill>
                <a:latin typeface="Arial" panose="020B0604020202020204" pitchFamily="34" charset="0"/>
                <a:cs typeface="Arial" panose="020B0604020202020204" pitchFamily="34" charset="0"/>
              </a:rPr>
              <a:t>Contact us today!</a:t>
            </a:r>
          </a:p>
          <a:p>
            <a:pPr defTabSz="913943">
              <a:defRPr/>
            </a:pPr>
            <a:r>
              <a:rPr lang="en-US" sz="179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algn="ctr" defTabSz="914126">
              <a:defRPr/>
            </a:pPr>
            <a:r>
              <a:rPr lang="en-IN" sz="1200" spc="50"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1200" spc="50"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 </a:t>
            </a:r>
          </a:p>
          <a:p>
            <a:pPr algn="ctr" defTabSz="914126">
              <a:defRPr/>
            </a:pPr>
            <a:r>
              <a:rPr lang="en-US" sz="12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30,000+</a:t>
            </a:r>
          </a:p>
          <a:p>
            <a:pPr algn="ctr" defTabSz="914126">
              <a:defRPr/>
            </a:pPr>
            <a:r>
              <a:rPr lang="en-US" sz="12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algn="ctr" defTabSz="914126">
              <a:defRPr/>
            </a:pPr>
            <a:r>
              <a:rPr lang="en-US" sz="2399" dirty="0">
                <a:solidFill>
                  <a:srgbClr val="FFFFFF"/>
                </a:solidFill>
                <a:latin typeface="Arial" panose="020B0604020202020204"/>
              </a:rPr>
              <a:t>25000+ </a:t>
            </a:r>
          </a:p>
          <a:p>
            <a:pPr algn="ctr" defTabSz="914126">
              <a:defRPr/>
            </a:pPr>
            <a:r>
              <a:rPr lang="en-US" sz="12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algn="ctr" defTabSz="914126">
              <a:defRPr/>
            </a:pPr>
            <a:r>
              <a:rPr lang="en-US" sz="1999" b="1" dirty="0">
                <a:solidFill>
                  <a:srgbClr val="FFFFFF"/>
                </a:solidFill>
                <a:latin typeface="Arial" panose="020B0604020202020204" pitchFamily="34" charset="0"/>
                <a:cs typeface="Arial" panose="020B0604020202020204" pitchFamily="34" charset="0"/>
              </a:rPr>
              <a:t>We’re committed to empower you to be</a:t>
            </a:r>
          </a:p>
          <a:p>
            <a:pPr algn="ctr" defTabSz="914126">
              <a:defRPr/>
            </a:pPr>
            <a:r>
              <a:rPr lang="en-US" sz="1999" b="1" dirty="0">
                <a:solidFill>
                  <a:srgbClr val="FFFFFF"/>
                </a:solidFill>
                <a:latin typeface="Arial" panose="020B0604020202020204" pitchFamily="34" charset="0"/>
                <a:cs typeface="Arial" panose="020B0604020202020204" pitchFamily="34" charset="0"/>
              </a:rPr>
              <a:t> </a:t>
            </a:r>
            <a:r>
              <a:rPr lang="en-US" sz="2799" b="1" dirty="0">
                <a:solidFill>
                  <a:srgbClr val="2AC6D1">
                    <a:lumMod val="40000"/>
                    <a:lumOff val="60000"/>
                  </a:srgbClr>
                </a:solidFill>
                <a:latin typeface="Arial" panose="020B0604020202020204" pitchFamily="34" charset="0"/>
                <a:cs typeface="Arial" panose="020B0604020202020204" pitchFamily="34" charset="0"/>
              </a:rPr>
              <a:t>#</a:t>
            </a:r>
            <a:r>
              <a:rPr lang="en-US" sz="2799" b="1" dirty="0" err="1">
                <a:solidFill>
                  <a:srgbClr val="2AC6D1">
                    <a:lumMod val="40000"/>
                    <a:lumOff val="60000"/>
                  </a:srgbClr>
                </a:solidFill>
                <a:latin typeface="Arial" panose="020B0604020202020204" pitchFamily="34" charset="0"/>
                <a:cs typeface="Arial" panose="020B0604020202020204" pitchFamily="34" charset="0"/>
              </a:rPr>
              <a:t>FutureReady</a:t>
            </a:r>
            <a:r>
              <a:rPr lang="en-US" sz="2799" b="1" dirty="0">
                <a:solidFill>
                  <a:srgbClr val="2AC6D1">
                    <a:lumMod val="40000"/>
                    <a:lumOff val="60000"/>
                  </a:srgbClr>
                </a:solidFill>
                <a:latin typeface="Arial" panose="020B0604020202020204" pitchFamily="34" charset="0"/>
                <a:cs typeface="Arial" panose="020B0604020202020204" pitchFamily="34" charset="0"/>
              </a:rPr>
              <a:t> </a:t>
            </a:r>
          </a:p>
          <a:p>
            <a:pPr algn="ctr" defTabSz="914126">
              <a:defRPr/>
            </a:pPr>
            <a:r>
              <a:rPr lang="en-US" sz="19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defTabSz="914126">
              <a:defRPr/>
            </a:pPr>
            <a:r>
              <a:rPr lang="en-US" sz="1999" b="1" spc="100" dirty="0">
                <a:solidFill>
                  <a:srgbClr val="F97700"/>
                </a:solidFill>
                <a:latin typeface="Arial" panose="020B0604020202020204"/>
              </a:rPr>
              <a:t>FREE WEBINARS </a:t>
            </a:r>
          </a:p>
          <a:p>
            <a:pPr defTabSz="914126">
              <a:defRPr/>
            </a:pPr>
            <a:r>
              <a:rPr lang="en-US" sz="16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126">
              <a:defRPr/>
            </a:pPr>
            <a:endParaRPr lang="en-US" sz="179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defTabSz="914126">
              <a:defRPr/>
            </a:pPr>
            <a:r>
              <a:rPr lang="en-US" sz="1799" b="1" dirty="0">
                <a:solidFill>
                  <a:srgbClr val="44546A"/>
                </a:solidFill>
                <a:latin typeface="Arial" panose="020B0604020202020204"/>
              </a:rPr>
              <a:t>Enroll Now!</a:t>
            </a:r>
            <a:endParaRPr lang="en-US" sz="179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572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8277</TotalTime>
  <Words>1137</Words>
  <Application>Microsoft Office PowerPoint</Application>
  <PresentationFormat>Custom</PresentationFormat>
  <Paragraphs>118</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Amasis MT Pro Black</vt:lpstr>
      <vt:lpstr>Arial</vt:lpstr>
      <vt:lpstr>Arial Black</vt:lpstr>
      <vt:lpstr>Calibri</vt:lpstr>
      <vt:lpstr>Cooper Black</vt:lpstr>
      <vt:lpstr>Segoe UI</vt:lpstr>
      <vt:lpstr>Segoe UI Light</vt:lpstr>
      <vt:lpstr>Office Theme</vt:lpstr>
      <vt:lpstr>SAP BTP Extension Suite Training</vt:lpstr>
      <vt:lpstr>PowerPoint Presentation</vt:lpstr>
      <vt:lpstr>Agenda – Day 4</vt:lpstr>
      <vt:lpstr>PowerPoint Presentation</vt:lpstr>
      <vt:lpstr>NPM – Node Package manager</vt:lpstr>
      <vt:lpstr>Hands on: Node JS</vt:lpstr>
      <vt:lpstr>Functions in JS</vt:lpstr>
      <vt:lpstr>Asynchronous Non Blocking IO</vt:lpstr>
      <vt:lpstr>Deploy Node Microservice to BTP</vt:lpstr>
      <vt:lpstr>Challenges of building Apps on BTP</vt:lpstr>
      <vt:lpstr>CAPM Introduction</vt:lpstr>
      <vt:lpstr>CDS – Core Data and Services </vt:lpstr>
      <vt:lpstr>Solution – use CAP framework</vt:lpstr>
      <vt:lpstr>PowerPoint Presentation</vt:lpstr>
      <vt:lpstr>Hands on: Modules for using CAP</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Julian</dc:creator>
  <cp:lastModifiedBy>Anubhav Oberoy</cp:lastModifiedBy>
  <cp:revision>218</cp:revision>
  <dcterms:created xsi:type="dcterms:W3CDTF">2013-09-12T13:05:01Z</dcterms:created>
  <dcterms:modified xsi:type="dcterms:W3CDTF">2026-01-16T08:03:21Z</dcterms:modified>
</cp:coreProperties>
</file>