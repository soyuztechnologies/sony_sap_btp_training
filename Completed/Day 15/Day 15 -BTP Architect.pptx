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76" r:id="rId2"/>
    <p:sldId id="4122" r:id="rId3"/>
    <p:sldId id="277" r:id="rId4"/>
    <p:sldId id="4783" r:id="rId5"/>
    <p:sldId id="4784" r:id="rId6"/>
    <p:sldId id="4823" r:id="rId7"/>
    <p:sldId id="4824" r:id="rId8"/>
    <p:sldId id="282" r:id="rId9"/>
    <p:sldId id="280" r:id="rId10"/>
    <p:sldId id="4711" r:id="rId11"/>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40" autoAdjust="0"/>
    <p:restoredTop sz="95033" autoAdjust="0"/>
  </p:normalViewPr>
  <p:slideViewPr>
    <p:cSldViewPr>
      <p:cViewPr varScale="1">
        <p:scale>
          <a:sx n="102" d="100"/>
          <a:sy n="102" d="100"/>
        </p:scale>
        <p:origin x="640" y="288"/>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25.318"/>
    </inkml:context>
    <inkml:brush xml:id="br0">
      <inkml:brushProperty name="width" value="0.05" units="cm"/>
      <inkml:brushProperty name="height" value="0.05" units="cm"/>
      <inkml:brushProperty name="color" value="#FFFFFF"/>
    </inkml:brush>
  </inkml:definitions>
  <inkml:trace contextRef="#ctx0" brushRef="#br0">753 49 24575,'3'3'0,"-1"0"0,0 0 0,1 0 0,-1 0 0,1-1 0,0 1 0,0-1 0,0 1 0,0-1 0,0 0 0,1 0 0,-1-1 0,0 1 0,1-1 0,0 0 0,-1 1 0,6-1 0,-6 0 0,0 0 0,-1 0 0,1-1 0,0 0 0,0 1 0,0-1 0,0 0 0,0-1 0,0 1 0,0 0 0,0-1 0,-1 0 0,1 1 0,0-1 0,0 0 0,-1-1 0,1 1 0,0 0 0,-1-1 0,0 1 0,1-1 0,3-4 0,-4 5 0,-1-1 0,0 1 0,0 0 0,0-1 0,0 0 0,0 1 0,0-1 0,0 0 0,-1 1 0,1-1 0,-1 0 0,1 0 0,-1 0 0,0 1 0,1-1 0,-1 0 0,0 0 0,0-2 0,-1 2 0,1 1 0,-1-1 0,0 1 0,1 0 0,-1-1 0,0 1 0,0 0 0,0-1 0,0 1 0,0 0 0,0 0 0,0 0 0,0 0 0,0 0 0,-1 0 0,1 0 0,-2-1 0,-3 0 0,1-1 0,-1 1 0,0 0 0,0 0 0,0 1 0,0 0 0,0 0 0,0 0 0,-10 1 0,-11 3 0,0 0 0,0 2 0,1 0 0,0 2 0,0 1 0,-36 17 0,8 1 0,-93 61 0,104-59 0,3 3 0,0 2 0,-56 59 0,76-70 0,0 1 0,2 1 0,1 1 0,0 1 0,2 0 0,2 1 0,-16 41 0,25-59 0,2 0 0,-1 0 0,2 0 0,-1 1 0,1-1 0,0 1 0,1-1 0,0 1 0,1 0 0,0-1 0,0 1 0,3 8 0,-1-10 0,0 0 0,0 0 0,1 0 0,0-1 0,0 0 0,1 0 0,0 0 0,0 0 0,0-1 0,1 0 0,0 0 0,0 0 0,14 9 0,1-3 34,0-1 1,0 0-1,1-2 0,1 0 0,-1-2 0,1 0 0,1-1 0,-1-2 0,32 3 1,24-2-889,111-7 1,-69-5-5973</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25.536"/>
    </inkml:context>
    <inkml:brush xml:id="br0">
      <inkml:brushProperty name="width" value="0.05" units="cm"/>
      <inkml:brushProperty name="height" value="0.05" units="cm"/>
      <inkml:brushProperty name="color" value="#FFFFFF"/>
    </inkml:brush>
  </inkml:definitions>
  <inkml:trace contextRef="#ctx0" brushRef="#br0">46 64 24575,'-6'0'0,"-4"0"0,-5-3 0,4-4 0,7 0 0,10 0 0,12 2 0,13-2 0,13 1 0,10 2 0,8 0 0,5 2 0,4-2 0,-2 0 0,-13 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25.707"/>
    </inkml:context>
    <inkml:brush xml:id="br0">
      <inkml:brushProperty name="width" value="0.05" units="cm"/>
      <inkml:brushProperty name="height" value="0.05" units="cm"/>
      <inkml:brushProperty name="color" value="#FFFFFF"/>
    </inkml:brush>
  </inkml:definitions>
  <inkml:trace contextRef="#ctx0" brushRef="#br0">270 18 24575,'-18'-5'0,"1"1"0,-1 1 0,0 0 0,0 2 0,0 0 0,-1 1 0,-32 4 0,47-4 0,0 1 0,-1 0 0,1 1 0,0-1 0,0 1 0,0-1 0,0 1 0,1 0 0,-1 1 0,0-1 0,1 1 0,0-1 0,-1 1 0,1 0 0,0 0 0,1 0 0,-1 1 0,0-1 0,1 1 0,0 0 0,0-1 0,0 1 0,0 0 0,1 0 0,-1 0 0,1 0 0,-1 6 0,-1 10 0,0 0 0,1 0 0,2 1 0,2 30 0,-2-36 0,38 394-361,-29-334-643,-3-25-5822</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26.317"/>
    </inkml:context>
    <inkml:brush xml:id="br0">
      <inkml:brushProperty name="width" value="0.05" units="cm"/>
      <inkml:brushProperty name="height" value="0.05" units="cm"/>
      <inkml:brushProperty name="color" value="#FFFFFF"/>
    </inkml:brush>
  </inkml:definitions>
  <inkml:trace contextRef="#ctx0" brushRef="#br0">90 186 24575,'-1'6'0,"0"-1"0,0 1 0,-1-1 0,1 0 0,-1 0 0,0 0 0,-4 6 0,-5 16 0,-4 22 0,1 1 0,3 0 0,2 1 0,3 1 0,-1 90 0,7-141 0,0 0 0,0-1 0,0 1 0,0 0 0,0 0 0,0 0 0,0 0 0,0 0 0,0 0 0,0 0 0,0 0 0,1-1 0,-1 1 0,0 0 0,1 0 0,-1 0 0,1 0 0,0 1 0,6-14 0,5-32 0,3-26 0,32-129 0,-34 155 0,2-1 0,27-55 0,-36 89 0,0 0 0,0 1 0,1 0 0,0 0 0,1 0 0,0 1 0,1 0 0,0 1 0,18-14 0,-22 18 0,1 1 0,-1 0 0,1 0 0,0 1 0,0 0 0,0 0 0,0 0 0,0 0 0,0 1 0,0 0 0,1 1 0,-1-1 0,0 1 0,0 0 0,1 1 0,-1 0 0,0 0 0,0 0 0,1 0 0,9 5 0,-8-2 0,1 0 0,-1 1 0,0 0 0,0 1 0,-1-1 0,1 1 0,-1 1 0,-1-1 0,1 1 0,-1 1 0,0-1 0,-1 1 0,0 0 0,6 12 0,-3-4 0,-1 1 0,0 0 0,-2 1 0,0-1 0,0 1 0,2 28 0,-6-35 0,-1 0 0,0 0 0,-1 0 0,0 0 0,-5 20 0,5-25 0,-1 0 0,0 0 0,0-1 0,0 1 0,-1-1 0,0 1 0,0-1 0,0 0 0,-1 0 0,0-1 0,-8 10 0,11-14 0,1 1 0,0-1 0,-1 1 0,1-1 0,-1 1 0,1-1 0,-1 0 0,1 1 0,-1-1 0,1 0 0,-1 1 0,1-1 0,-1 0 0,0 1 0,1-1 0,-1 0 0,1 0 0,-1 0 0,0 0 0,1 0 0,-1 0 0,0 0 0,1 0 0,-1 0 0,0 0 0,1 0 0,-1 0 0,0 0 0,1 0 0,-1 0 0,1-1 0,-1 1 0,0 0 0,1-1 0,-1 1 0,1 0 0,-1-1 0,1 1 0,-1 0 0,1-1 0,-1 1 0,1-1 0,0 1 0,-1-1 0,1 1 0,-1-2 0,0 0 0,0 0 0,0-1 0,1 1 0,-1-1 0,0 0 0,1 1 0,0-1 0,0 1 0,0-1 0,0 0 0,0-2 0,3-10 0,0 1 0,1-1 0,0 1 0,1 0 0,1 0 0,15-25 0,-2 7 0,38-47 0,-39 57 0,2 0 0,0 1 0,28-22 0,-37 35 0,0 0 0,0 0 0,1 1 0,0 0 0,0 1 0,0 1 0,1 0 0,0 1 0,14-4 0,-22 7 0,0 1 0,0-1 0,-1 1 0,1 0 0,0 0 0,0 0 0,-1 1 0,1-1 0,0 1 0,0 0 0,-1 1 0,1-1 0,-1 1 0,0 0 0,1 0 0,-1 0 0,0 1 0,0-1 0,0 1 0,0 0 0,-1 0 0,1 1 0,-1-1 0,0 1 0,0-1 0,0 1 0,0 0 0,-1 0 0,0 1 0,4 7 0,0 4 0,0 1 0,-1 0 0,0 0 0,-2 1 0,0-1 0,-1 1 0,0 18 0,-3-4-227,0 0-1,-2-1 1,-1 1-1,-2-1 1,-13 42-1,5-29-6598</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26.707"/>
    </inkml:context>
    <inkml:brush xml:id="br0">
      <inkml:brushProperty name="width" value="0.05" units="cm"/>
      <inkml:brushProperty name="height" value="0.05" units="cm"/>
      <inkml:brushProperty name="color" value="#FFFFFF"/>
    </inkml:brush>
  </inkml:definitions>
  <inkml:trace contextRef="#ctx0" brushRef="#br0">630 140 24575,'1'0'0,"0"0"0,1 0 0,-1 0 0,0 0 0,1 0 0,-1 0 0,0-1 0,1 1 0,-1 0 0,0-1 0,1 1 0,-1-1 0,0 0 0,0 1 0,0-1 0,0 0 0,0 0 0,0 0 0,0 0 0,0 1 0,0-1 0,0-1 0,0 1 0,0 0 0,-1 0 0,1 0 0,0 0 0,-1 0 0,1-1 0,-1 1 0,1 0 0,-1-1 0,0 1 0,0 0 0,1-1 0,-1 1 0,0 0 0,0-1 0,0 1 0,-1 0 0,1-1 0,0 1 0,0 0 0,-1-1 0,1 1 0,-1 0 0,1 0 0,-1-1 0,1 1 0,-1 0 0,-1-2 0,-4-2 0,1 0 0,-1 0 0,0 0 0,-1 1 0,1 0 0,-1 0 0,0 0 0,-13-4 0,-4 0 0,-34-7 0,24 7 0,0 2 0,-1 2 0,-35 0 0,56 4 0,1 0 0,0 1 0,0 0 0,0 2 0,0-1 0,0 1 0,0 1 0,1 0 0,0 1 0,0 1 0,-14 7 0,22-10 0,0 0 0,0 0 0,0 0 0,0 0 0,1 1 0,-1-1 0,1 1 0,0 0 0,0 0 0,0 0 0,1 0 0,-1 1 0,1-1 0,0 1 0,1 0 0,-1-1 0,1 1 0,0 0 0,0 0 0,0 0 0,0 0 0,1 0 0,0 0 0,0 0 0,1 0 0,-1 0 0,1 0 0,0 0 0,0 0 0,1-1 0,-1 1 0,1 0 0,0-1 0,1 1 0,4 7 0,3 3 0,1-1 0,0 0 0,1-1 0,1 0 0,0 0 0,0-2 0,1 1 0,17 9 0,133 69 0,-96-57 0,-38-17 0,50 28 0,-71-39 0,0 1 0,-1 1 0,0-1 0,0 2 0,0-1 0,7 11 0,-13-17 0,-1 1 0,0 0 0,1 0 0,-1 0 0,0-1 0,0 1 0,0 0 0,0 1 0,-1-1 0,1 0 0,0 0 0,-1 0 0,0 0 0,1 1 0,-1-1 0,0 0 0,0 0 0,0 0 0,-1 1 0,1-1 0,0 0 0,-1 0 0,1 0 0,-1 0 0,0 1 0,0-1 0,0 0 0,0 0 0,0-1 0,0 1 0,-1 0 0,1 0 0,0-1 0,-1 1 0,0 0 0,-2 1 0,-3 3 0,0-1 0,-1 0 0,1-1 0,-1 0 0,0 0 0,-1 0 0,-14 4 0,-12 0 0,-1 0 0,1-3 0,-56 2 0,-110-13 0,105-4-1365,10-2-5461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28.192"/>
    </inkml:context>
    <inkml:brush xml:id="br0">
      <inkml:brushProperty name="width" value="0.05" units="cm"/>
      <inkml:brushProperty name="height" value="0.05" units="cm"/>
      <inkml:brushProperty name="color" value="#FFFFFF"/>
    </inkml:brush>
  </inkml:definitions>
  <inkml:trace contextRef="#ctx0" brushRef="#br0">935 316 24575,'-16'-20'0,"15"17"0,-1 0 0,0 1 0,1-1 0,-1 1 0,0-1 0,-1 1 0,1 0 0,0 0 0,-1 0 0,1 0 0,-1 1 0,-4-4 0,6 5 0,0 0 0,0 0 0,0 0 0,1 0 0,-1 0 0,0 1 0,0-1 0,1 0 0,-1 0 0,0 1 0,1-1 0,-1 0 0,0 1 0,1-1 0,-1 1 0,0-1 0,1 0 0,-1 1 0,1 0 0,-1-1 0,1 1 0,-1-1 0,1 1 0,-1 0 0,1-1 0,0 1 0,-1 0 0,1-1 0,0 1 0,0 0 0,-1-1 0,1 3 0,-8 28 0,7-27 0,-222 1010-1062,143-697-239,-356 1349-997,436-1665 2298,-107 429 621,102-407-314,2-1 0,0 0-1,2 1 1,1 28 0,0-46-231,1 0 0,-1 0 0,1 0 1,0 0-1,1 1 0,-1-1 1,1 0-1,0-1 0,0 1 0,0 0 1,1-1-1,0 1 0,0-1 0,0 0 1,0 0-1,1 0 0,-1 0 0,1 0 1,0-1-1,0 0 0,1 0 0,-1 0 1,1 0-1,6 2 0,1-1-26,-1 0 0,1-1 1,0 0-1,-1-1 0,1 0 0,16-1 0,74-6 188,-77 3-227,273-26-633,55-5-154,2606 3-8365,-6 265 7191,-2270-158 1819,933 83 151,-1006-138 1505,-458-25 610,298-45 0,-413 42-1384,-1-2 0,0-2 0,55-21 0,-81 27-571,-1-1 1,0 1-1,0-1 0,0-1 1,-1 1-1,0-2 1,0 1-1,0-1 0,-1 0 1,0 0-1,-1-1 1,1 0-1,-2-1 0,1 1 1,-1-1-1,0 0 1,-1 0-1,4-11 0,-4 4-138,-1-1 0,0 1-1,-2-1 1,0 1-1,-1-1 1,0 1-1,-4-22 1,-27-116 0,25 127-43,-88-402-380,36-6 0,48 183 381,12-1 0,45-341 0,147-489 0,-182 1028 33,3-10 268,14-134 0,-28 195-297,-1 0 0,0 0-1,0 0 1,0 0 0,0 0 0,-1 0-1,1 0 1,-1 0 0,0 1 0,0-1-1,-1 0 1,1 0 0,-1 1 0,0-1-1,0 1 1,0-1 0,0 1-1,0 0 1,-1 0 0,1 0 0,-1 0-1,0 0 1,0 1 0,0-1 0,-1 1-1,1 0 1,0 0 0,-1 0 0,1 0-1,-1 1 1,0 0 0,0-1 0,-6 0-1,-39-9-3,-2 3 0,1 2 0,-64 0 0,50 3 0,-4495-230-9007,975 146 7677,3155 93 2727,5 27 3817,298-12-3043,106-16-1860,0 0 0,0 1 0,1 2 0,-21 10 0,31-13-311,1 1 0,0 0 0,1 0 0,0 1 0,-12 13 0,12-12 0,-1 0 0,0 0 0,0-1 0,-13 9 0,1-5 0,0-2 0,-1 0 0,0-1 0,-1-1 0,1-1 0,-1-1 0,-1-1 0,-26 2 0,43-5 19,1 0 0,-1 0 0,1 0 0,0 1 0,-1 0 0,1 0 0,0 0 0,0 1 0,0-1 0,0 1 0,1 1 0,-1-1 0,1 1 0,0-1 0,0 1 0,0 0 0,-6 8 0,6-5-162,0 0 1,1 0 0,-1 0 0,1 0-1,1 1 1,-1-1 0,1 1 0,1-1 0,-1 1-1,1 0 1,0 15 0,1-4-6684</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1.213"/>
    </inkml:context>
    <inkml:brush xml:id="br0">
      <inkml:brushProperty name="width" value="0.05" units="cm"/>
      <inkml:brushProperty name="height" value="0.05" units="cm"/>
      <inkml:brushProperty name="color" value="#FFFFFF"/>
    </inkml:brush>
  </inkml:definitions>
  <inkml:trace contextRef="#ctx0" brushRef="#br0">432 654 24575,'0'-3'0,"0"1"0,0-1 0,0 1 0,1-1 0,-1 1 0,1-1 0,0 1 0,-1-1 0,1 1 0,0 0 0,0-1 0,1 1 0,-1 0 0,2-3 0,-2 4 0,0 0 0,0 0 0,0 0 0,1 0 0,-1 0 0,0 1 0,1-1 0,-1 0 0,1 0 0,-1 1 0,1-1 0,-1 1 0,1 0 0,-1-1 0,1 1 0,0 0 0,-1 0 0,1 0 0,-1 0 0,1 0 0,0 0 0,-1 0 0,4 2 0,-3-2 0,1 1 0,-1 0 0,0 1 0,1-1 0,-1 0 0,0 1 0,1-1 0,-1 1 0,0 0 0,0-1 0,-1 1 0,1 0 0,0 0 0,0 1 0,-1-1 0,0 0 0,1 0 0,-1 1 0,2 4 0,1 5 0,0-1 0,4 25 0,5 39 0,3 107 0,-12 80 0,-4-252 0,-7 227-623,-47 304 0,-94 228-623,-161 270 1674,294-1001 39,8-22-239,1 0 0,0 0 0,1 0 1,1 1-1,0 0 0,-1 23 0,5-37-228,0-1 0,0 1 0,1 0 0,-1-1 0,1 1 0,-1 0 0,1-1 0,0 1 0,0-1 0,1 0 0,-1 1 0,0-1 0,1 0 0,-1 0 0,1 1 0,0-1 0,0 0 0,0-1 0,0 1 0,0 0 0,0-1 0,0 1 0,0-1 0,1 1 0,-1-1 0,1 0 0,-1 0 0,1 0 0,3 0 0,8 3 0,0-2 0,1 1 0,-1-2 0,19 0 0,-27-1 0,108-2-12,127-19 0,-148 11-176,150-15-464,786-66-1869,39 53-53,-1 0 1229,-1033 36 1449,204-15-134,-171 9 761,96-23 0,-148 27-455,0 0 0,-1-1-1,1-1 1,-1 0 0,0-1 0,-1-1 0,0 0 0,15-12 0,-20 13-101,-1 0 1,0 0 0,0-1 0,0 0 0,-1-1 0,-1 1-1,1-1 1,-1 0 0,-1 0 0,0-1 0,0 1 0,-1-1-1,3-13 1,2-32 13,-1 0 1,-4 0-1,-4-82 0,-1 49-122,37-1383-2678,49 357 1811,-31 713 787,-39 307 576,-14 92-551,2-7 247,-1 0-1,0 0 1,-1 0-1,0-1 1,-2-14-1,2 22-217,0 0 0,-1 0-1,0 0 1,1 0-1,-1 0 1,0 0-1,0 1 1,0-1-1,0 0 1,0 0 0,-1 1-1,1-1 1,0 1-1,-1-1 1,1 1-1,-1 0 1,0-1-1,1 1 1,-1 0 0,0 0-1,0 0 1,1 1-1,-1-1 1,0 0-1,0 1 1,0-1-1,0 1 1,0-1 0,0 1-1,0 0 1,-2 0-1,-22 0-40,-1 1 0,1 1 0,-50 11 0,25-3 0,-942 106-1434,270-73-1862,-150 11 2518,5 27 620,501-32-855,8 32 1855,327-71-585,0 1 0,-36 20 0,29-10-3382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1.870"/>
    </inkml:context>
    <inkml:brush xml:id="br0">
      <inkml:brushProperty name="width" value="0.05" units="cm"/>
      <inkml:brushProperty name="height" value="0.05" units="cm"/>
      <inkml:brushProperty name="color" value="#FFFFFF"/>
    </inkml:brush>
  </inkml:definitions>
  <inkml:trace contextRef="#ctx0" brushRef="#br0">257 616 24575,'-2'-2'0,"1"0"0,-1 0 0,1 0 0,0 0 0,0-1 0,0 1 0,0 0 0,0 0 0,0-1 0,0 1 0,1-1 0,-1-3 0,-1-4 0,2 10 0,0 0 0,0 0 0,0 0 0,0-1 0,0 1 0,0 0 0,0 0 0,0 0 0,-1 0 0,1 0 0,0 0 0,0-1 0,0 1 0,0 0 0,0 0 0,0 0 0,0 0 0,0 0 0,0 0 0,-1 0 0,1 0 0,0 0 0,0-1 0,0 1 0,0 0 0,0 0 0,-1 0 0,1 0 0,0 0 0,0 0 0,0 0 0,0 0 0,0 0 0,0 0 0,-1 0 0,1 0 0,0 0 0,0 0 0,0 0 0,0 0 0,0 0 0,-1 0 0,1 0 0,0 0 0,0 1 0,-9 5 0,-6 14 0,14-19 0,-43 57 0,15-22 0,-39 67 0,52-75 0,-20 38 0,33-59 0,0 0 0,1 0 0,-1 0 0,1 1 0,1-1 0,-1 0 0,1 11 0,0-17 0,1 1 0,0-1 0,1 1 0,-1-1 0,0 0 0,0 1 0,0-1 0,1 1 0,-1-1 0,1 0 0,-1 1 0,1-1 0,0 0 0,-1 0 0,1 1 0,0-1 0,0 0 0,0 0 0,0 0 0,0 0 0,0 0 0,0 0 0,0 0 0,0 0 0,1 0 0,-1-1 0,0 1 0,0-1 0,1 1 0,-1-1 0,1 1 0,-1-1 0,0 1 0,1-1 0,-1 0 0,1 0 0,-1 0 0,1 0 0,1 0 0,4-1 0,1 1 0,-1-1 0,0-1 0,0 1 0,0-1 0,11-5 0,3-4 0,0 0 0,-1-1 0,-1-1 0,0-1 0,0 0 0,-2-2 0,0 0 0,0-1 0,-2 0 0,15-22 0,-6 5 0,-1-2 0,-2-1 0,-2 0 0,26-70 0,-26 47 0,-3 0 0,-2-1 0,-3-1 0,-3 0 0,1-125 0,-12 146 0,3 40 0,0 0 0,0 1 0,0-1 0,0 0 0,0 0 0,0 1 0,0-1 0,0 0 0,-1 0 0,1 1 0,0-1 0,-1 0 0,1 0 0,-1 1 0,1-1 0,0 0 0,-1 1 0,0-1 0,1 1 0,-1 0 0,1 0 0,-1 0 0,1 0 0,0 0 0,-1 0 0,1 1 0,0-1 0,-1 0 0,1 0 0,0 0 0,0 1 0,-1-1 0,1 0 0,0 0 0,-1 1 0,1-1 0,0 0 0,0 1 0,0-1 0,-1 0 0,1 1 0,0-1 0,0 0 0,0 1 0,-12 31 0,-4 47 0,2 1 0,5 0 0,2 1 0,7 114 0,0-184 0,7 98 0,-5-94 0,1 1 0,0-2 0,1 1 0,0 0 0,7 14 0,-9-26-59,-1 0 0,0 0-1,1 0 1,0 0-1,0 0 1,0 0 0,0-1-1,0 1 1,1-1 0,-1 1-1,1-1 1,-1 0 0,1 0-1,0 0 1,0 0-1,0 0 1,0-1 0,0 1-1,0-1 1,0 0 0,1 0-1,5 1 1,13-2-6767</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2.557"/>
    </inkml:context>
    <inkml:brush xml:id="br0">
      <inkml:brushProperty name="width" value="0.05" units="cm"/>
      <inkml:brushProperty name="height" value="0.05" units="cm"/>
      <inkml:brushProperty name="color" value="#FFFFFF"/>
    </inkml:brush>
  </inkml:definitions>
  <inkml:trace contextRef="#ctx0" brushRef="#br0">1 212 24575,'3'-6'0,"0"1"0,1 0 0,-1-1 0,1 1 0,1 1 0,8-9 0,-12 12 0,0 0 0,-1 0 0,1 1 0,0-1 0,0 0 0,0 1 0,0-1 0,0 1 0,0-1 0,0 1 0,0-1 0,0 1 0,0 0 0,0-1 0,0 1 0,0 0 0,0 0 0,0 0 0,1 0 0,-1 0 0,0 0 0,0 0 0,0 0 0,0 0 0,0 0 0,0 1 0,0-1 0,0 1 0,0-1 0,0 0 0,0 1 0,0 0 0,0-1 0,0 1 0,0 0 0,0-1 0,0 1 0,-1 0 0,1 0 0,0 0 0,0-1 0,-1 1 0,1 0 0,-1 0 0,1 0 0,0 2 0,7 16 0,-6-15 0,-1 0 0,1 0 0,0 1 0,0-1 0,1-1 0,3 6 0,-5-8 0,0 0 0,1 0 0,-1 0 0,0 0 0,0 0 0,0 0 0,1-1 0,-1 1 0,1-1 0,-1 1 0,0-1 0,1 1 0,-1-1 0,1 0 0,-1 1 0,1-1 0,-1 0 0,1 0 0,-1 0 0,1-1 0,-1 1 0,1 0 0,-1 0 0,3-2 0,11-3 0,0-2 0,0 0 0,-1-1 0,0 0 0,0-1 0,-1-1 0,0 0 0,16-17 0,-26 25 0,-1-1 0,1 0 0,-1 1 0,0-1 0,0 0 0,0 0 0,-1 0 0,1 0 0,-1 0 0,1-1 0,-1 1 0,0 0 0,0-1 0,0-5 0,-1 7 0,0 1 0,0-1 0,-1 0 0,1 1 0,0-1 0,-1 1 0,0-1 0,1 1 0,-1 0 0,0-1 0,1 1 0,-1-1 0,0 1 0,0 0 0,0 0 0,0 0 0,0-1 0,-1 1 0,1 0 0,0 0 0,0 1 0,-1-1 0,1 0 0,-1 0 0,1 1 0,0-1 0,-1 1 0,1-1 0,-1 1 0,0-1 0,1 1 0,-1 0 0,1 0 0,-3 0 0,-5-1 0,1 1 0,-1 0 0,0 0 0,0 1 0,0 1 0,0-1 0,1 1 0,-1 1 0,0-1 0,1 1 0,-14 8 0,12-6 0,0 1 0,0 0 0,0 1 0,1 0 0,0 0 0,1 1 0,0 0 0,-13 16 0,18-20 0,1 0 0,-1 0 0,1 0 0,0 0 0,0 1 0,0-1 0,1 1 0,-1 0 0,1-1 0,0 1 0,1 0 0,-1 0 0,1-1 0,0 1 0,0 0 0,0 0 0,1 0 0,0 0 0,-1-1 0,2 1 0,-1 0 0,1-1 0,-1 1 0,1-1 0,1 0 0,-1 1 0,6 6 0,-1-1 0,0-1 0,1-1 0,1 1 0,-1-1 0,2-1 0,-1 0 0,1 0 0,0 0 0,0-2 0,15 8 0,-8-7 0,0 0 0,1 0 0,-1-2 0,1 0 0,0-2 0,0 1 0,0-2 0,0-1 0,0 0 0,0-1 0,0-1 0,0 0 0,20-7 0,-27 6 0,1 0 0,-2-1 0,1 0 0,0-1 0,-1-1 0,0 1 0,0-1 0,-1-1 0,0 0 0,0 0 0,0-1 0,-1 0 0,0-1 0,-1 1 0,0-2 0,0 1 0,-1-1 0,0 0 0,0 0 0,-1 0 0,5-18 0,-5 9 0,-1-1 0,0 0 0,-2 0 0,0 0 0,-1 0 0,-2-1 0,-2-23 0,9 84 0,18 68 0,-19-91 0,1-1 0,0 0 0,1 0 0,0-1 0,1 0 0,1 0 0,17 22 0,-22-33 0,1-1 0,-1 1 0,1 0 0,0-1 0,0 0 0,0 0 0,0-1 0,0 1 0,1-1 0,-1 0 0,1-1 0,0 1 0,-1-1 0,1 0 0,0 0 0,0-1 0,0 0 0,-1 0 0,1 0 0,0-1 0,0 0 0,11-3 0,-7 2 0,0-1 0,0-1 0,0 0 0,0 0 0,0-1 0,-1 0 0,0-1 0,0 0 0,0 0 0,-1-1 0,13-13 0,-13 10 31,-1 0 0,0 0 0,-1-1 0,0 0 0,-1 0 0,0 0 0,0 0 0,-1-1 1,-1 0-1,3-15 0,-2-2-458,-1 0 0,-1 0 1,-3-33-1,0 50-6399</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1.813"/>
    </inkml:context>
    <inkml:brush xml:id="br0">
      <inkml:brushProperty name="width" value="0.05" units="cm"/>
      <inkml:brushProperty name="height" value="0.05" units="cm"/>
      <inkml:brushProperty name="color" value="#FFFFFF"/>
    </inkml:brush>
  </inkml:definitions>
  <inkml:trace contextRef="#ctx0" brushRef="#br0">369 212 24575,'1'1'0,"0"-1"0,0 1 0,0 0 0,0-1 0,-1 1 0,1-1 0,0 0 0,0 1 0,0-1 0,1 0 0,-1 1 0,0-1 0,2 0 0,-2-1 0,-10-1 0,-3 2 0,0 0 0,1 1 0,-1 0 0,0 1 0,0 0 0,0 1 0,1 0 0,0 0 0,-1 2 0,1-1 0,1 1 0,-19 12 0,9-4 0,-1 2 0,2 0 0,0 1 0,1 1 0,-19 23 0,27-28 0,0 1 0,1 1 0,0 0 0,1 0 0,-7 17 0,12-26 0,1 1 0,0 0 0,0 1 0,0-1 0,1 0 0,0 1 0,0-1 0,1 0 0,0 1 0,0-1 0,0 1 0,1-1 0,0 0 0,0 1 0,3 10 0,-2-15 0,-1 1 0,0 0 0,0 0 0,1-1 0,0 1 0,-1-1 0,1 0 0,0 1 0,0-1 0,0 0 0,1 0 0,-1 0 0,0-1 0,1 1 0,-1 0 0,1-1 0,5 2 0,-4-1 0,1-1 0,0 0 0,-1 0 0,1-1 0,0 1 0,0-1 0,0 0 0,0 0 0,0-1 0,5-1 0,3-1 0,-1 0 0,1-2 0,0 1 0,-1-2 0,0 1 0,0-2 0,11-7 0,-3-2 0,0-1 0,-1 0 0,-1-1 0,-1-1 0,-1-1 0,0 0 0,-2-1 0,19-35 0,-7 4 0,-3-1 0,29-92 0,-18 18 0,-48 214-273,3 1 0,4 0 0,4 0 0,10 106 0,-3-151-6553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2.449"/>
    </inkml:context>
    <inkml:brush xml:id="br0">
      <inkml:brushProperty name="width" value="0.05" units="cm"/>
      <inkml:brushProperty name="height" value="0.05" units="cm"/>
      <inkml:brushProperty name="color" value="#FFFFFF"/>
    </inkml:brush>
  </inkml:definitions>
  <inkml:trace contextRef="#ctx0" brushRef="#br0">80 238 24575,'2'1'0,"1"-1"0,0 1 0,0 0 0,0 0 0,-1 0 0,1 1 0,-1-1 0,1 1 0,2 1 0,11 6 0,-8-6 0,0 0 0,0-1 0,0 0 0,1-1 0,-1 0 0,0 0 0,1-1 0,-1 0 0,0 0 0,1-1 0,-1 0 0,0 0 0,1-1 0,-1 0 0,0-1 0,0 0 0,-1 0 0,1 0 0,12-9 0,-14 9 0,-1-1 0,0 1 0,0-1 0,-1-1 0,1 1 0,-1-1 0,0 1 0,0-1 0,0 0 0,-1-1 0,1 1 0,-1-1 0,-1 1 0,1-1 0,-1 0 0,0 0 0,0 0 0,-1 0 0,0 0 0,0-1 0,0 1 0,-1 0 0,0-1 0,0 1 0,0 0 0,-3-11 0,2 13 0,0-1 0,0 1 0,-1 0 0,1 0 0,-1-1 0,0 1 0,0 0 0,0 1 0,-1-1 0,0 0 0,1 1 0,-1-1 0,0 1 0,-1 0 0,1 0 0,0 0 0,-1 0 0,0 1 0,0 0 0,1-1 0,-1 1 0,-1 1 0,-5-3 0,4 2 0,-1 1 0,1 0 0,0 0 0,0 1 0,-1 0 0,1 0 0,0 0 0,-1 1 0,1 0 0,0 0 0,0 1 0,-1 0 0,1 0 0,0 0 0,1 0 0,-8 5 0,0 2 0,0 0 0,0 1 0,1 0 0,0 1 0,1 0 0,0 1 0,0 1 0,2-1 0,0 2 0,0-1 0,-8 19 0,9-17 0,2 0 0,-1 1 0,2 0 0,0 0 0,1 0 0,1 0 0,0 1 0,1-1 0,1 1 0,2 30 0,-1-40 0,1-1 0,1 1 0,-1 0 0,1 0 0,0-1 0,0 1 0,1-1 0,0 0 0,0 0 0,1 0 0,0 0 0,0 0 0,0-1 0,0 1 0,1-1 0,8 7 0,-6-7 0,0-1 0,1 1 0,-1-1 0,1-1 0,0 1 0,0-1 0,0-1 0,0 0 0,0 0 0,0 0 0,1-1 0,-1 0 0,11-1 0,3-1 0,-1-1 0,0 0 0,-1-2 0,1-1 0,0 0 0,-1-2 0,0 0 0,-1-1 0,30-17 0,-20 9 0,-2-2 0,0-1 0,-1-1 0,-1-2 0,33-35 0,-42 38 0,0 0 0,19-31 0,-29 40 0,-1 0 0,0-1 0,0 1 0,-1-1 0,-1 0 0,1 0 0,1-18 0,-4 27 0,-1 0 0,0-1 0,1 1 0,-1 0 0,0 0 0,-1 0 0,1-1 0,0 1 0,-1 0 0,1 0 0,-1 0 0,0 0 0,1 0 0,-1 0 0,0 0 0,0 0 0,0 0 0,-1 0 0,1 0 0,0 1 0,-1-1 0,1 0 0,-1 1 0,0-1 0,1 1 0,-4-2 0,4 3 0,-1-1 0,0 1 0,1-1 0,-1 1 0,0 0 0,1 0 0,-1 0 0,0 0 0,0 0 0,1 0 0,-1 1 0,0-1 0,0 0 0,1 1 0,-1-1 0,1 1 0,-1 0 0,0 0 0,1 0 0,-1-1 0,1 1 0,0 0 0,-1 1 0,1-1 0,0 0 0,0 0 0,-1 1 0,1-1 0,0 0 0,0 1 0,1-1 0,-1 1 0,-1 2 0,0 0 0,0 0 0,1 0 0,-1 0 0,1 0 0,0 1 0,0-1 0,1 0 0,-1 1 0,1-1 0,0 1 0,0-1 0,0 0 0,1 1 0,-1-1 0,1 0 0,2 8 0,3 6 0,1 0 0,13 25 0,-16-34 0,36 60 0,-29-51 0,0 0 0,-1 1 0,-1 1 0,12 34 0,-20-52 0,-1 0 0,1 1 0,-1-1 0,0 1 0,1-1 0,-1 0 0,0 1 0,-1-1 0,1 0 0,0 1 0,-1-1 0,1 0 0,-1 1 0,0-1 0,1 0 0,-1 0 0,0 1 0,-1-1 0,-1 2 0,1-1 0,0 0 0,-1-1 0,0 1 0,0-1 0,0 0 0,0 0 0,0 0 0,0 0 0,-1 0 0,1-1 0,-5 2 0,-3 0 0,1 0 0,-1-1 0,0 0 0,0-1 0,1 0 0,-1-1 0,-17-1 0,-11-7-1365,4-3-5461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2.664"/>
    </inkml:context>
    <inkml:brush xml:id="br0">
      <inkml:brushProperty name="width" value="0.05" units="cm"/>
      <inkml:brushProperty name="height" value="0.05" units="cm"/>
      <inkml:brushProperty name="color" value="#FFFFFF"/>
    </inkml:brush>
  </inkml:definitions>
  <inkml:trace contextRef="#ctx0" brushRef="#br0">1 0 24575,'0'0'0,"5"0"0,1 0 0,-1 0 0,0 1 0,0-1 0,0 1 0,8 2 0,-11-2 0,0 0 0,0 0 0,-1 1 0,1-1 0,0 0 0,-1 1 0,1-1 0,-1 1 0,1-1 0,-1 1 0,0 0 0,1-1 0,-1 1 0,0 0 0,0 0 0,-1 0 0,1 0 0,0 0 0,0 2 0,7 28 0,-2 1 0,-1-1 0,1 56 0,-4-62 0,6 89 230,6 144-1825,-12-215-5231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2.817"/>
    </inkml:context>
    <inkml:brush xml:id="br0">
      <inkml:brushProperty name="width" value="0.05" units="cm"/>
      <inkml:brushProperty name="height" value="0.05" units="cm"/>
      <inkml:brushProperty name="color" value="#FFFFFF"/>
    </inkml:brush>
  </inkml:definitions>
  <inkml:trace contextRef="#ctx0" brushRef="#br0">0 127 24575,'0'-6'0,"3"-8"0,4-5 0,4-1 0,3 2 0,5 1 0,4 4 0,3 4 0,2 3 0,2 3 0,2 2 0,-1 1 0,-6 1-8191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3.638"/>
    </inkml:context>
    <inkml:brush xml:id="br0">
      <inkml:brushProperty name="width" value="0.05" units="cm"/>
      <inkml:brushProperty name="height" value="0.05" units="cm"/>
      <inkml:brushProperty name="color" value="#FFFFFF"/>
    </inkml:brush>
  </inkml:definitions>
  <inkml:trace contextRef="#ctx0" brushRef="#br0">2056 213 24575,'-2'-4'0,"1"0"0,0 0 0,-1 0 0,0 0 0,0 0 0,0 0 0,-1 1 0,1-1 0,-1 1 0,0-1 0,0 1 0,-6-6 0,2 2 0,-8-7 0,-1 0 0,0 1 0,-1 0 0,0 2 0,-1 0 0,0 1 0,-1 0 0,0 2 0,0 0 0,-1 1 0,0 1 0,-40-6 0,-12 3 0,1 4 0,-104 5 0,104 1 0,-852 50 0,764-25 0,142-21 0,0-1 0,0 2 0,1 0 0,0 1 0,0 1 0,1 0 0,-18 13 0,25-14 0,1 0 0,-1 1 0,1 0 0,0 0 0,1 1 0,0 0 0,1 0 0,-1 0 0,2 0 0,-1 1 0,1 0 0,-3 14 0,-3 14 0,-8 75 0,10-44 0,4 0 0,3-1 0,3 1 0,2 0 0,4 0 0,3-1 0,20 67 0,-24-110 0,1 0 0,1-1 0,1 0 0,1-1 0,2 0 0,26 38 0,-30-50 0,0 0 0,1-1 0,0 0 0,1 0 0,0-1 0,0 0 0,1-1 0,0-1 0,1 0 0,0 0 0,0-1 0,0-1 0,26 7 0,-4-5 0,0-2 0,47 2 0,74-7 0,-96-1 0,203 1 0,469-18 0,-646 11 0,139-28 0,-201 29 0,0 0 0,0-2 0,-1-1 0,0 0 0,-1-2 0,0 0 0,-1-2 0,0 0 0,-1-1 0,29-27 0,-36 27 0,0-1 0,-1 0 0,-1-1 0,0 0 0,-1-1 0,-1 0 0,0-1 0,-1 0 0,-1 0 0,-1 0 0,-1-1 0,-1 0 0,0 0 0,-1-1 0,-1 1 0,-1-1 0,-1 1 0,0-1 0,-2 1 0,0-1 0,-1 1 0,-1 0 0,-1 0 0,-7-19 0,-137-287 0,53 125 0,82 167 0,10 22 0,0 0 0,0 1 0,-1-1 0,-1 1 0,0 1 0,-12-17 0,7 18-1365,3 7-5461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4.558"/>
    </inkml:context>
    <inkml:brush xml:id="br0">
      <inkml:brushProperty name="width" value="0.05" units="cm"/>
      <inkml:brushProperty name="height" value="0.05" units="cm"/>
      <inkml:brushProperty name="color" value="#FFFFFF"/>
    </inkml:brush>
  </inkml:definitions>
  <inkml:trace contextRef="#ctx0" brushRef="#br0">110 141 24575,'-4'-3'0,"-1"0"0,1 0 0,-1 0 0,0 1 0,0 0 0,0 0 0,0 0 0,-10-2 0,9 3 0,1-1 0,-1 0 0,1 1 0,0-2 0,0 1 0,0-1 0,0 1 0,-6-6 0,11 8 0,0 0 0,-1 0 0,1-1 0,0 1 0,-1 0 0,1 0 0,0-1 0,0 1 0,0 0 0,-1-1 0,1 1 0,0 0 0,0-1 0,0 1 0,0 0 0,-1-1 0,1 1 0,0 0 0,0-1 0,0 1 0,0 0 0,0-1 0,0 1 0,0 0 0,0-1 0,0 1 0,0 0 0,0-1 0,0 1 0,1-1 0,9-7 0,21-1 0,-28 8 0,78-13 0,86-4 0,-59 8 0,-49 3 0,115-8 0,-445 24 0,67 1 0,167-9 0,20 1 0,0-2 0,-33-3 0,75-4 0,88-2 0,181 7 0,-286 2 0,1 0 0,-1 1 0,1 0 0,-1 0 0,1 1 0,7 3 0,-16-5 0,0 0 0,0 0 0,-1 0 0,1 0 0,0 0 0,-1 0 0,1 0 0,0 0 0,-1 1 0,1-1 0,0 0 0,0 0 0,-1 0 0,1 0 0,0 1 0,0-1 0,-1 0 0,1 0 0,0 0 0,0 1 0,0-1 0,-1 0 0,1 1 0,0-1 0,0 0 0,0 0 0,0 1 0,0-1 0,-1 0 0,1 1 0,0-1 0,0 0 0,0 0 0,0 1 0,0-1 0,0 0 0,0 1 0,0-1 0,0 0 0,0 1 0,0-1 0,0 0 0,1 1 0,-1-1 0,0 0 0,0 0 0,0 1 0,0-1 0,0 0 0,1 1 0,-1-1 0,0 0 0,0 0 0,0 0 0,1 1 0,-1-1 0,0 0 0,0 0 0,1 0 0,-1 1 0,0-1 0,1 0 0,-1 0 0,0 0 0,0 0 0,1 0 0,0 0 0,-28 9 0,-27 0 0,0-2 0,0-3 0,-79-3 0,127-1 0,-15-1 0,21 1 6,0 0 0,0 1 0,0-1 0,-1 0 0,1 0 0,0 0 0,0 0 0,0 0 0,0 0 0,0 0 0,0 0 0,-1 0 0,1 0 0,0 0 0,0 0 0,0 0 0,0 0 0,0 0 0,-1 0 0,1 0 0,0 0 0,0 0 0,0 0 0,0 0 0,0 0 0,-1 0 0,1 0 0,0 0 0,0 0 0,0-1 0,0 1 0,0 0 0,0 0 0,-1 0 0,1 0 0,0 0 0,0 0 0,0 0 0,0 0 0,0-1 0,0 1 0,0 0 0,0 0 0,0 0 0,0 0 0,0 0 0,0-1 0,0 1 0,0 0 0,0 0 0,0 0 0,0 0 0,0 0 0,0-1 0,0 1 0,0 0 0,7-4-1713,7 1-5119</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4.966"/>
    </inkml:context>
    <inkml:brush xml:id="br0">
      <inkml:brushProperty name="width" value="0.05" units="cm"/>
      <inkml:brushProperty name="height" value="0.05" units="cm"/>
      <inkml:brushProperty name="color" value="#FFFFFF"/>
    </inkml:brush>
  </inkml:definitions>
  <inkml:trace contextRef="#ctx0" brushRef="#br0">52 34 24575,'0'-3'0,"-1"1"0,1-1 0,-1 0 0,0 0 0,0 1 0,0-1 0,-3-4 0,-4 0 0,7 7 0,1 0 0,-1 0 0,1 1 0,-1-1 0,1 0 0,0 1 0,-1-1 0,1 0 0,-1 1 0,1-1 0,0 0 0,-1 1 0,1-1 0,0 1 0,-1-1 0,1 1 0,0-1 0,-1 1 0,1-1 0,0 1 0,0-1 0,0 1 0,0-1 0,-1 1 0,-2 13 0,0 0 0,1 1 0,0-1 0,1 27 0,0 0 0,-13 539-1365,15-537-5461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5.263"/>
    </inkml:context>
    <inkml:brush xml:id="br0">
      <inkml:brushProperty name="width" value="0.05" units="cm"/>
      <inkml:brushProperty name="height" value="0.05" units="cm"/>
      <inkml:brushProperty name="color" value="#FFFFFF"/>
    </inkml:brush>
  </inkml:definitions>
  <inkml:trace contextRef="#ctx0" brushRef="#br0">2 45 24575,'-1'-7'0,"1"2"0,9 4 0,42 14 0,-37-8 0,0-1 0,23 3 0,-18-5 0,0-1 0,1-1 0,20-2 0,-34 2 0,1-1 0,-1-1 0,0 1 0,0-1 0,0 0 0,0 0 0,0-1 0,0 0 0,-1 0 0,1 0 0,-1-1 0,0 0 0,6-5 0,-8 6 0,17-15 0,-12 16 0,-8 3 0,1-1 0,-1 0 0,0 1 0,1-1 0,-1 1 0,0-1 0,0 1 0,0-1 0,1 1 0,-1-1 0,0 0 0,0 1 0,0-1 0,0 1 0,0-1 0,0 1 0,0-1 0,0 1 0,0-1 0,0 1 0,0 0 0,-4 18-1365,-2 2-5461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6.785"/>
    </inkml:context>
    <inkml:brush xml:id="br0">
      <inkml:brushProperty name="width" value="0.05" units="cm"/>
      <inkml:brushProperty name="height" value="0.05" units="cm"/>
      <inkml:brushProperty name="color" value="#FFFFFF"/>
    </inkml:brush>
  </inkml:definitions>
  <inkml:trace contextRef="#ctx0" brushRef="#br0">0 1 24575,'3'1'0,"0"0"0,0 0 0,0 0 0,0 0 0,0 1 0,-1 0 0,1-1 0,0 1 0,3 3 0,3 2 0,177 141 0,-119-90 0,468 431-1225,-28 33-448,-357-366 1533,560 531-905,41-43 1,-289-267 895,522 437-655,-662-529 634,-25 22 4021,-245-241-1908,-56-85-1646,-6-12-138,-6-24-159,3 0 0,-12-107 0,24 152 0,1 1 0,0 0 0,0-1 0,1 1 0,1 0 0,-1 0 0,1-1 0,1 1 0,0 0 0,0 1 0,0-1 0,1 1 0,1-1 0,-1 1 0,1 0 0,1 1 0,0-1 0,0 1 0,12-12 0,-17 19 0,-1-1 0,1 1 0,-1-1 0,1 1 0,-1-1 0,1 1 0,-1-1 0,1 1 0,-1-1 0,1 1 0,0 0 0,-1-1 0,1 1 0,0 0 0,-1 0 0,1-1 0,0 1 0,0 0 0,-1 0 0,1 0 0,0 0 0,-1 0 0,1 0 0,0 0 0,0 0 0,-1 0 0,1 0 0,0 0 0,-1 1 0,1-1 0,0 0 0,-1 0 0,1 1 0,0-1 0,-1 1 0,1-1 0,0 0 0,-1 1 0,1-1 0,-1 1 0,1-1 0,-1 1 0,1-1 0,-1 1 0,0 0 0,1-1 0,-1 1 0,1 0 0,-1-1 0,0 1 0,0 0 0,1-1 0,-1 1 0,0 0 0,0 0 0,0-1 0,0 1 0,0 1 0,2 8 0,-1 1 0,-1-1 0,0 15 0,0-13 0,1 4 0,1 0 0,1 0 0,0 0 0,1 0 0,6 16 0,36 73 0,-29-69 0,-16-34 0,0 0 0,0 0 0,0 0 0,0 0 0,0 0 0,0 0 0,-1 0 0,1 1 0,-1-1 0,1 0 0,-1 1 0,0-1 0,0 0 0,0 1 0,0-1 0,-1 0 0,1 0 0,-1 1 0,1-1 0,-1 0 0,0 0 0,0 0 0,0 0 0,0 0 0,0 0 0,0 0 0,0 0 0,-1 0 0,1 0 0,-1 0 0,0-1 0,1 1 0,-1-1 0,0 1 0,0-1 0,0 0 0,0 0 0,0 0 0,0 0 0,0 0 0,-4 1 0,-19 6 0,0-2 0,0-1 0,-1-1 0,-48 2 0,48-4 0,-140 6-1365,83-6-5461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8.061"/>
    </inkml:context>
    <inkml:brush xml:id="br0">
      <inkml:brushProperty name="width" value="0.05" units="cm"/>
      <inkml:brushProperty name="height" value="0.05" units="cm"/>
      <inkml:brushProperty name="color" value="#FFFFFF"/>
    </inkml:brush>
  </inkml:definitions>
  <inkml:trace contextRef="#ctx0" brushRef="#br0">54 384 24575,'2'0'0,"-1"1"0,0-1 0,0 0 0,0 0 0,1 0 0,-1 0 0,0 1 0,0-1 0,0 1 0,0-1 0,0 1 0,0-1 0,0 1 0,0 0 0,0-1 0,0 1 0,0 0 0,0 0 0,0 0 0,0 0 0,0 1 0,1 1 0,-1 0 0,1-1 0,-1 1 0,0 0 0,0 0 0,0 0 0,-1 0 0,1 5 0,0 5 0,-1 0 0,0 0 0,-2 14 0,1-24 0,-39 230 0,22-146 0,-8 109 0,25-192 0,1-1 0,-1 1 0,1-1 0,0 1 0,0 0 0,1-1 0,-1 1 0,1-1 0,0 1 0,0-1 0,0 1 0,0-1 0,1 0 0,-1 0 0,1 1 0,0-1 0,0 0 0,0 0 0,0 0 0,0-1 0,1 1 0,-1-1 0,1 1 0,0-1 0,0 0 0,0 0 0,0 0 0,0 0 0,0 0 0,0-1 0,7 2 0,21 8 0,0-1 0,0-2 0,1-2 0,33 4 0,-27-5 0,902 89-520,4-61 0,-150-27 520,-778-6 14,23 0-44,-37 0 41,-1 0 1,1 0 0,0 0 0,0-1 0,-1 1 0,1-1-1,0 1 1,0-1 0,-1 1 0,1-1 0,-1 0 0,1 0 0,-1 0-1,1 0 1,2-2 0,-4 2 5,0 1 1,0-1-1,0 1 1,0-1-1,0 1 1,0-1-1,0 0 1,0 1-1,0-1 0,0 1 1,0-1-1,0 0 1,-1 1-1,1-1 1,0 1-1,0-1 0,0 1 1,-1-1-1,1 1 1,0-1-1,-1 1 1,1-1-1,-1 1 0,1 0 1,0-1-1,-1 1 1,0-1-1,-15-14 333,12 12-321,-11-10-29,0-1 0,1 0 0,1-2 0,-18-24 0,25 29 0,-1 0 0,2 0 0,0-1 0,0 0 0,1 0 0,0 0 0,1 0 0,-2-19 0,2-7 0,1-1 0,2 0 0,2 0 0,1 1 0,13-59 0,1 26 0,3 2 0,30-71 0,52-91 0,-100 228 0,-1 0 0,0 1 0,0-1 0,0 0 0,-1 0 0,1 0 0,-1 0 0,1 0 0,-1 0 0,0 0 0,0 1 0,-1-1 0,1 0 0,0 0 0,-1 0 0,0 0 0,1 0 0,-1 0 0,-2-3 0,1 3 0,-1 0 0,1 0 0,-1 0 0,1 0 0,-1 0 0,0 0 0,0 1 0,0 0 0,0-1 0,-1 1 0,1 0 0,-1 0 0,1 1 0,-6-2 0,-28-8 0,-1 1 0,-1 2 0,1 2 0,-44-1 0,36 3 0,-659-36-948,473 32 777,-1208-22-2387,1404 30 2551,-27 0 91,-100 14 1,121-3 567,41-11-628,0 0 0,0 1-1,0 0 1,0-1-1,0 1 1,0 0-1,0-1 1,0 1-1,0 0 1,0 0 0,0 0-1,-1 2 1,2-3-21,-1 1 0,1-1 1,0 1-1,0-1 0,0 1 0,0 0 1,0-1-1,0 1 0,0-1 1,0 1-1,0-1 0,0 1 0,0 0 1,0-1-1,0 1 0,0-1 1,1 1-1,-1-1 0,0 1 0,0 0 1,1-1-1,-1 1 0,0-1 0,1 1 1,-1-1-1,0 0 0,2 2 1,14 11-5731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8.563"/>
    </inkml:context>
    <inkml:brush xml:id="br0">
      <inkml:brushProperty name="width" value="0.05" units="cm"/>
      <inkml:brushProperty name="height" value="0.05" units="cm"/>
      <inkml:brushProperty name="color" value="#FFFFFF"/>
    </inkml:brush>
  </inkml:definitions>
  <inkml:trace contextRef="#ctx0" brushRef="#br0">578 427 24575,'-8'0'0,"1"0"0,0-1 0,-1-1 0,1 1 0,0-1 0,0 0 0,0-1 0,0 1 0,0-1 0,0-1 0,-8-5 0,-4-5 0,0-1 0,-20-21 0,28 25 0,0 0 0,-1 1 0,0 0 0,-1 1 0,0 0 0,0 1 0,-27-12 0,33 18 0,0 0 0,0 0 0,0 1 0,0 0 0,-1 0 0,1 1 0,0 0 0,0 0 0,0 0 0,-1 1 0,1 0 0,0 1 0,0 0 0,0 0 0,1 0 0,-8 4 0,4-1 0,1 1 0,0 0 0,0 0 0,0 1 0,1 0 0,0 1 0,0 0 0,1 0 0,0 0 0,-5 10 0,2-4 0,2 1 0,0 0 0,1 0 0,-7 19 0,12-27 0,-1 1 0,1 0 0,1 0 0,-1 0 0,1 0 0,1 0 0,-1 0 0,1 0 0,1 0 0,2 14 0,-3-20 0,1 1 0,-1-1 0,1 0 0,0 0 0,0 0 0,0 1 0,0-1 0,0 0 0,1 0 0,-1 0 0,0-1 0,1 1 0,0 0 0,-1 0 0,1-1 0,0 1 0,0-1 0,0 0 0,0 1 0,3 0 0,-2-1 0,0 0 0,1 0 0,0 0 0,-1-1 0,1 0 0,-1 0 0,1 0 0,-1 0 0,1 0 0,0 0 0,-1-1 0,4-1 0,8-2 0,-1-2 0,0 1 0,0-2 0,-1 0 0,16-10 0,1-4 0,0-2 0,-2 0 0,-1-2 0,0-1 0,-2-1 0,43-61 0,-38 42 0,-2-2 0,-2 0 0,-3-2 0,18-53 0,-54 144 114,2 0 0,-8 48 0,15-59-456,1 0 1,1 1 0,1-1-1,5 42 1,3-28-6485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9.186"/>
    </inkml:context>
    <inkml:brush xml:id="br0">
      <inkml:brushProperty name="width" value="0.05" units="cm"/>
      <inkml:brushProperty name="height" value="0.05" units="cm"/>
      <inkml:brushProperty name="color" value="#FFFFFF"/>
    </inkml:brush>
  </inkml:definitions>
  <inkml:trace contextRef="#ctx0" brushRef="#br0">19 257 24575,'0'-1'0,"0"1"0,0-1 0,0 1 0,1-1 0,-1 1 0,0-1 0,0 1 0,1-1 0,-1 1 0,0-1 0,1 1 0,-1-1 0,0 1 0,1-1 0,-1 1 0,1 0 0,-1-1 0,0 1 0,1 0 0,-1-1 0,1 1 0,-1 0 0,1-1 0,-1 1 0,1 0 0,0 0 0,-1 0 0,1 0 0,-1 0 0,1 0 0,-1 0 0,1 0 0,0 0 0,-1 0 0,1 0 0,0 0 0,27 3 0,-22-2 0,3 1 0,0-2 0,0 1 0,1-1 0,-1 0 0,0-1 0,0 0 0,0 0 0,0-1 0,0-1 0,8-2 0,-12 3 0,-1 0 0,0-1 0,0 1 0,0-1 0,0 1 0,0-1 0,-1 0 0,1-1 0,-1 1 0,0-1 0,0 1 0,0-1 0,-1 0 0,1 0 0,-1 0 0,0 0 0,0-1 0,0 1 0,-1-1 0,1 1 0,0-6 0,-1 2 0,0 0 0,0 0 0,-1 0 0,0 0 0,0 0 0,-1 0 0,0 0 0,0 0 0,-1 1 0,0-1 0,-3-7 0,3 12 0,1-1 0,0 1 0,-1 0 0,0 0 0,1 0 0,-1 0 0,-1 0 0,1 1 0,0-1 0,-1 0 0,1 1 0,-1 0 0,0 0 0,1 0 0,-1 0 0,0 0 0,0 0 0,-1 1 0,1-1 0,0 1 0,0 0 0,-1 0 0,1 0 0,-1 1 0,1-1 0,-1 1 0,-4 0 0,2 0 0,1 1 0,-1 0 0,1 1 0,0 0 0,-1-1 0,1 2 0,0-1 0,0 0 0,0 1 0,0 0 0,1 0 0,-1 1 0,1-1 0,0 1 0,0 0 0,0 0 0,1 0 0,-1 1 0,-4 7 0,0 1 0,1 0 0,0 0 0,1 1 0,0 0 0,1 0 0,-4 17 0,7-20 0,-1-1 0,2 1 0,0 0 0,0 0 0,1-1 0,0 1 0,1 0 0,0-1 0,4 18 0,-3-24 0,-1 1 0,1-1 0,0 0 0,0 0 0,0 0 0,0 0 0,1 0 0,0 0 0,0-1 0,0 0 0,0 1 0,0-1 0,1 0 0,-1 0 0,1-1 0,0 1 0,0-1 0,0 0 0,0 0 0,0 0 0,1 0 0,-1-1 0,0 0 0,1 0 0,4 1 0,1-1 0,-1-1 0,0 0 0,0 0 0,0-1 0,1 0 0,-1-1 0,0 1 0,0-2 0,-1 1 0,1-2 0,0 1 0,-1-1 0,12-7 0,3-3 0,0-1 0,-1-2 0,24-22 0,-9 4 0,-2-1 0,-2-2 0,55-80 0,-78 106 0,-10 12 0,0 0 0,0 0 0,0 0 0,0 0 0,0 0 0,0 0 0,0 0 0,0 0 0,0 0 0,0 0 0,0 0 0,0 0 0,0 0 0,0-1 0,0 1 0,0 0 0,1 0 0,-1 0 0,0 0 0,0 0 0,0 0 0,0 0 0,0 0 0,0 0 0,0 0 0,0 0 0,0 0 0,0 0 0,1 0 0,-1 0 0,0 0 0,0 0 0,0 0 0,0 0 0,0 0 0,0 0 0,0 0 0,0 0 0,0 1 0,0-1 0,0 0 0,0 0 0,1 0 0,-1 0 0,0 0 0,0 0 0,0 0 0,0 0 0,0 0 0,0 0 0,0 0 0,0 0 0,0 0 0,0 0 0,0 1 0,0-1 0,0 0 0,0 0 0,-2 23 0,-1-4 0,3-5 0,0-1 0,1 0 0,1 0 0,0 0 0,0 0 0,1 0 0,9 23 0,5 3 0,24 40 0,-16-33 0,-25-44 0,1-1 0,0 0 0,0 1 0,0-1 0,-1 1 0,1-1 0,-1 1 0,1-1 0,-1 1 0,0 0 0,0-1 0,0 1 0,0-1 0,0 1 0,0 0 0,0-1 0,0 1 0,0-1 0,-1 1 0,1 0 0,-1-1 0,0 2 0,1-2 0,-1-1 0,1 1 0,-1-1 0,1 0 0,-1 1 0,1-1 0,-1 1 0,1-1 0,-1 0 0,0 0 0,1 1 0,-1-1 0,1 0 0,-1 0 0,0 0 0,1 1 0,-1-1 0,0 0 0,1 0 0,-2 0 0,0-1 0,0 1 0,0 0 0,0-1 0,0 1 0,0-1 0,0 0 0,0 0 0,0 0 0,-2-1 0,-23-17-1365,17 8-5461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49.967"/>
    </inkml:context>
    <inkml:brush xml:id="br0">
      <inkml:brushProperty name="width" value="0.05" units="cm"/>
      <inkml:brushProperty name="height" value="0.05" units="cm"/>
      <inkml:brushProperty name="color" value="#FFFFFF"/>
    </inkml:brush>
  </inkml:definitions>
  <inkml:trace contextRef="#ctx0" brushRef="#br0">52 44 24575,'-9'-16'0,"-4"-9"0,5 23 0,0 13 0,5-2 0,0 1 0,1 0 0,0 0 0,0 0 0,1 0 0,0 0 0,2 14 0,8 74 0,-6-80 0,9 59-273,3 0 0,4-2 0,3 0 0,32 73 0,-42-120-6553</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0.120"/>
    </inkml:context>
    <inkml:brush xml:id="br0">
      <inkml:brushProperty name="width" value="0.05" units="cm"/>
      <inkml:brushProperty name="height" value="0.05" units="cm"/>
      <inkml:brushProperty name="color" value="#FFFFFF"/>
    </inkml:brush>
  </inkml:definitions>
  <inkml:trace contextRef="#ctx0" brushRef="#br0">12 196 24575,'-3'-8'0,"-1"-10"0,0-7 0,4-2 0,5 0 0,4 2 0,7 2 0,4 5 0,3 6 0,5 4 0,3 5 0,3 1 0,-3 2 0,-5 1-8191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0.274"/>
    </inkml:context>
    <inkml:brush xml:id="br0">
      <inkml:brushProperty name="width" value="0.05" units="cm"/>
      <inkml:brushProperty name="height" value="0.05" units="cm"/>
      <inkml:brushProperty name="color" value="#FFFFFF"/>
    </inkml:brush>
  </inkml:definitions>
  <inkml:trace contextRef="#ctx0" brushRef="#br0">1 0 24575,'0'3'0,"3"1"0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1.281"/>
    </inkml:context>
    <inkml:brush xml:id="br0">
      <inkml:brushProperty name="width" value="0.05" units="cm"/>
      <inkml:brushProperty name="height" value="0.05" units="cm"/>
      <inkml:brushProperty name="color" value="#FFFFFF"/>
    </inkml:brush>
  </inkml:definitions>
  <inkml:trace contextRef="#ctx0" brushRef="#br0">0 0 24575,'3'1'0,"-1"0"0,0 0 0,1 0 0,-1 0 0,0 0 0,0 0 0,0 1 0,0-1 0,0 1 0,2 1 0,4 4 0,580 333-719,-464-273 518,483 253-2236,83 45-168,292 172 1205,925 496-2399,73 38 3219,-1610-871 1288,43 23 1732,-141-68 2781,-253-143-4249,0-1 623,-31-23-790,5 7-805,1 0 0,0-1 0,0 0 0,1 0 0,-1 0 0,-5-10 0,9 13 0,0-1 0,1 1 0,-1-1 0,1 0 0,0 0 0,0 1 0,0-1 0,1 0 0,0 0 0,-1 0 0,1 0 0,0 0 0,1 0 0,-1 0 0,2-5 0,1-1 0,-1-1 0,0 1 0,-1-1 0,0 1 0,-1-1 0,0 1 0,-1-1 0,0 0 0,0 1 0,-1 0 0,-5-15 0,5 17 0,-1 2 0,1 1 0,1 0 0,-1-1 0,1 1 0,0-1 0,0 1 0,0-1 0,1-8 0,0 14 0,0 0 0,0-1 0,0 1 0,0 0 0,0-1 0,0 1 0,0 0 0,0-1 0,0 1 0,0 0 0,0-1 0,1 1 0,-1 0 0,0 0 0,0-1 0,0 1 0,0 0 0,1 0 0,-1-1 0,0 1 0,0 0 0,1 0 0,-1-1 0,0 1 0,0 0 0,1 0 0,-1 0 0,0 0 0,0 0 0,1-1 0,-1 1 0,0 0 0,1 0 0,-1 0 0,0 0 0,1 0 0,-1 0 0,0 0 0,1 0 0,-1 0 0,0 0 0,1 0 0,-1 0 0,0 0 0,0 0 0,1 0 0,-1 1 0,0-1 0,1 0 0,-1 0 0,0 0 0,0 0 0,1 1 0,-1-1 0,0 0 0,0 0 0,1 0 0,-1 1 0,0-1 0,0 0 0,1 1 0,15 17 0,-15-18 0,12 17 0,-1 0 0,-1 1 0,0 0 0,-2 0 0,0 1 0,-1 1 0,-1-1 0,0 1 0,-2 1 0,0-1 0,-2 1 0,0-1 0,-1 1 0,-1 30 0,-2-46 0,1 0 0,-1 0 0,1 0 0,-1 0 0,-1 0 0,1-1 0,-1 1 0,0 0 0,0-1 0,0 1 0,0-1 0,-1 0 0,0 0 0,-6 7 0,4-6 0,0-1 0,0 0 0,-1 0 0,1 0 0,-1-1 0,0 0 0,0 0 0,0 0 0,-12 3 0,-7-1 0,0-1 0,0-1 0,0-2 0,-45-1 0,-53-7-1365,-1-3-5461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4.085"/>
    </inkml:context>
    <inkml:brush xml:id="br0">
      <inkml:brushProperty name="width" value="0.05" units="cm"/>
      <inkml:brushProperty name="height" value="0.05" units="cm"/>
      <inkml:brushProperty name="color" value="#FFFFFF"/>
    </inkml:brush>
  </inkml:definitions>
  <inkml:trace contextRef="#ctx0" brushRef="#br0">741 99 24575,'0'-3'0,"-1"0"0,1 0 0,0 1 0,-1-1 0,0 0 0,1 0 0,-1 1 0,0-1 0,0 1 0,-1-1 0,1 1 0,-1-1 0,1 1 0,-1 0 0,-2-3 0,0 1 0,-1 0 0,1 0 0,-1 1 0,1-1 0,-1 1 0,0 1 0,-7-4 0,-1 1 0,0 1 0,-1 0 0,0 0 0,1 2 0,-24-3 0,23 5 0,1 0 0,-1 1 0,0 0 0,0 1 0,1 1 0,-1 0 0,-23 9 0,18-4 0,0 1 0,0 1 0,1 0 0,-27 21 0,14-5 0,2 0 0,1 2 0,1 1 0,-46 65 0,55-67 0,1 0 0,2 0 0,1 2 0,1 0 0,1 0 0,1 1 0,2 1 0,1 0 0,-5 43 0,11-55 0,1 1 0,1-1 0,0 1 0,2-1 0,0 0 0,1 1 0,1-1 0,1-1 0,0 1 0,1-1 0,2 1 0,0-2 0,0 1 0,2-1 0,0-1 0,19 24 0,-11-20 0,1-1 0,1-1 0,0 0 0,2-2 0,0 0 0,0-2 0,1 0 0,1-2 0,1 0 0,-1-2 0,35 10 0,-13-7 0,1-3 0,0-1 0,1-2 0,0-3 0,71-2 0,-82-3 0,1-3 0,-1 0 0,0-3 0,-1-1 0,0-2 0,0-1 0,-1-2 0,60-30 0,-74 31 0,0 0 0,-1-1 0,-1-2 0,0 0 0,-1-1 0,-1 0 0,-1-2 0,0 0 0,-1 0 0,-1-2 0,0 0 0,-2 0 0,0-1 0,14-40 0,-17 34 0,-2-1 0,-1 1 0,-2-1 0,0 0 0,-2-1 0,-1 1 0,-1 0 0,-2-1 0,0 1 0,-2 0 0,-1 0 0,-2 0 0,0 1 0,-17-38 0,15 44 0,0 1 0,-2 1 0,-1-1 0,0 2 0,-1-1 0,-1 2 0,-1 0 0,-20-19 0,21 25 0,1 0 0,-2 1 0,1 0 0,-1 2 0,-1-1 0,1 2 0,-1 0 0,-1 1 0,1 1 0,-1 0 0,-23-3 0,20 6-227,0 0-1,0 2 1,0 0-1,0 2 1,-22 3-1,-17 7-6598</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4.710"/>
    </inkml:context>
    <inkml:brush xml:id="br0">
      <inkml:brushProperty name="width" value="0.05" units="cm"/>
      <inkml:brushProperty name="height" value="0.05" units="cm"/>
      <inkml:brushProperty name="color" value="#FFFFFF"/>
    </inkml:brush>
  </inkml:definitions>
  <inkml:trace contextRef="#ctx0" brushRef="#br0">262 96 24575,'0'-96'0,"-1"101"0,-1 0 0,1-1 0,-1 1 0,0 0 0,-1-1 0,-3 6 0,-5 12 0,-44 97 0,-46 114 0,81-181 0,3 0 0,-16 86 0,30-122 0,1 0 0,0 0 0,2 0 0,0 0 0,3 30 0,-2-40 0,1-1 0,-1 1 0,1-1 0,0 1 0,0-1 0,0 1 0,1-1 0,0 0 0,0 0 0,0 0 0,1-1 0,-1 1 0,1-1 0,0 0 0,0 0 0,1 0 0,-1-1 0,1 1 0,7 3 0,2 0 0,1-1 0,-1-1 0,1 0 0,0-1 0,1-1 0,28 3 0,96-3 0,-134-3 0,135-5 0,163-28 0,-292 31 0,0 0 0,0-1 0,0 0 0,0-1 0,15-6 0,-23 7 0,0 1 0,1-1 0,-1 0 0,-1 0 0,1 0 0,0 0 0,-1-1 0,0 0 0,1 1 0,-1-1 0,-1 0 0,1-1 0,-1 1 0,0 0 0,0-1 0,2-5 0,5-20 0,-1-1 0,-1 0 0,-2 0 0,2-40 0,-9-127 0,0 172 0,0 0 0,-2 0 0,-1 1 0,-8-27 0,11 44 0,-1 0 0,-1 1 0,1-1 0,-1 1 0,-1-1 0,1 1 0,-1 0 0,-1 1 0,1-1 0,-1 1 0,0 0 0,0 1 0,-1-1 0,0 1 0,0 0 0,-8-4 0,-3 0-1365</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5.952"/>
    </inkml:context>
    <inkml:brush xml:id="br0">
      <inkml:brushProperty name="width" value="0.05" units="cm"/>
      <inkml:brushProperty name="height" value="0.05" units="cm"/>
      <inkml:brushProperty name="color" value="#FFFFFF"/>
    </inkml:brush>
  </inkml:definitions>
  <inkml:trace contextRef="#ctx0" brushRef="#br0">7043 246 24575,'-488'-17'0,"-443"-33"-1396,-989-44-2763,1449 77 4621,-959-31-1734,-1 30 2487,1324 17 618,-112 3 1355,184 5-4424,25-3-5590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6.216"/>
    </inkml:context>
    <inkml:brush xml:id="br0">
      <inkml:brushProperty name="width" value="0.05" units="cm"/>
      <inkml:brushProperty name="height" value="0.05" units="cm"/>
      <inkml:brushProperty name="color" value="#FFFFFF"/>
    </inkml:brush>
  </inkml:definitions>
  <inkml:trace contextRef="#ctx0" brushRef="#br0">360 78 24575,'4'-5'0,"-1"0"0,1 0 0,-1 0 0,0-1 0,-1 1 0,4-11 0,8-15 0,-137 114 0,29-25 0,59-39 0,2 2 0,-55 45 0,86-64 0,0-1 0,0 1 0,0 0 0,0 0 0,0 1 0,1-1 0,-1 0 0,0 0 0,1 1 0,0-1 0,0 1 0,0 0 0,0-1 0,0 1 0,0 0 0,0-1 0,1 1 0,0 0 0,-1 0 0,1 4 0,1-4 0,0 0 0,0 1 0,0-1 0,1 0 0,-1 0 0,1 0 0,0 0 0,-1 0 0,1 0 0,1-1 0,-1 1 0,0-1 0,1 1 0,-1-1 0,1 0 0,4 3 0,155 95 13,-107-69-1391,-10-4-5448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7.076"/>
    </inkml:context>
    <inkml:brush xml:id="br0">
      <inkml:brushProperty name="width" value="0.05" units="cm"/>
      <inkml:brushProperty name="height" value="0.05" units="cm"/>
      <inkml:brushProperty name="color" value="#FFFFFF"/>
    </inkml:brush>
  </inkml:definitions>
  <inkml:trace contextRef="#ctx0" brushRef="#br0">125 7 24575,'0'0'0,"1"0"0,-1 0 0,0 0 0,0 0 0,0 0 0,0 0 0,0 0 0,0-1 0,0 1 0,0 0 0,1 0 0,-1 0 0,0 0 0,0 0 0,0 0 0,0 0 0,0 0 0,0 0 0,0 0 0,0 0 0,0 0 0,0-1 0,0 1 0,0 0 0,0 0 0,1 0 0,-1 0 0,0 0 0,0 0 0,0 0 0,0 0 0,0-1 0,0 1 0,0 0 0,0 0 0,0 0 0,0 0 0,0 0 0,0 0 0,0 0 0,-1-1 0,1 1 0,0 0 0,0 0 0,0 0 0,0 0 0,0 0 0,0 0 0,0 0 0,0 0 0,0 0 0,0-1 0,0 1 0,0 0 0,0 0 0,-1 0 0,1 0 0,0 0 0,0 0 0,0 0 0,0 0 0,0 0 0,-1 0 0,1 0 0,0-1 0,-1 1 0,1 0 0,0 0 0,-1 0 0,1 0 0,-1 0 0,1-1 0,0 1 0,-1 0 0,1 0 0,-1 0 0,1 0 0,0 0 0,-1 0 0,1 1 0,-1-1 0,1 0 0,0 0 0,-1 0 0,1 0 0,0 0 0,-1 1 0,1-1 0,0 0 0,-1 0 0,1 0 0,0 1 0,-1-1 0,-2 3 0,0 0 0,1 0 0,-1 0 0,1 0 0,0 0 0,0 0 0,0 1 0,0-1 0,1 1 0,-1 0 0,-1 4 0,-8 47 0,8-39 0,-58 445 0,60-453 0,-3 20 113,2-15-324,0 1-1,0 0 1,2 0 0,-1 0 0,2 1 0,4 26 0,-1-31-6615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7.686"/>
    </inkml:context>
    <inkml:brush xml:id="br0">
      <inkml:brushProperty name="width" value="0.05" units="cm"/>
      <inkml:brushProperty name="height" value="0.05" units="cm"/>
      <inkml:brushProperty name="color" value="#FFFFFF"/>
    </inkml:brush>
  </inkml:definitions>
  <inkml:trace contextRef="#ctx0" brushRef="#br0">197 123 24575,'-11'-10'0,"7"8"0,1-1 0,0 0 0,0 0 0,-1 0 0,2 0 0,-6-7 0,8 9 0,-1 0 0,1 0 0,0 0 0,0 0 0,-1 0 0,1 0 0,0 0 0,0 0 0,0 0 0,0 0 0,0 0 0,0 0 0,0 0 0,0 0 0,1 0 0,-1 0 0,0 0 0,0 1 0,1-1 0,-1 0 0,1 0 0,-1 0 0,1 0 0,-1 0 0,1 0 0,0 1 0,-1-1 0,1 0 0,0 1 0,-1-1 0,1 0 0,0 1 0,0-1 0,0 1 0,1-1 0,5-3 0,0 0 0,0 1 0,0-1 0,0 2 0,0-1 0,15-2 0,51-5 0,-42 7 0,87-9 0,231 8 0,-345 4 0,1 0 0,-1 1 0,1-1 0,-1 1 0,1 0 0,-1 0 0,0 1 0,0-1 0,1 1 0,4 3 0,-7-4 0,0 1 0,0 0 0,-1-1 0,1 1 0,0 0 0,-1 0 0,1 0 0,-1 0 0,0 1 0,1-1 0,-1 0 0,0 1 0,-1-1 0,1 0 0,0 1 0,-1-1 0,1 1 0,-1-1 0,1 5 0,0 44 0,-5 54 0,0 21 0,13-17 0,1 15 0,-10-108 0,-1 1 0,0 0 0,-1 0 0,-1-1 0,-5 20 0,6-31 0,1 0 0,-1 0 0,0 0 0,0 0 0,-1 0 0,1-1 0,-1 1 0,0-1 0,0 0 0,-1 1 0,1-2 0,-1 1 0,0 0 0,0-1 0,0 1 0,-1-1 0,1-1 0,-1 1 0,0 0 0,1-1 0,-1 0 0,0 0 0,0-1 0,0 1 0,-9 0 0,-32 5 0,1-2 0,-1-1 0,-48-4 0,-139-19 0,-45-1 0,258 21-1365,5-1-5461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8.029"/>
    </inkml:context>
    <inkml:brush xml:id="br0">
      <inkml:brushProperty name="width" value="0.05" units="cm"/>
      <inkml:brushProperty name="height" value="0.05" units="cm"/>
      <inkml:brushProperty name="color" value="#FFFFFF"/>
    </inkml:brush>
  </inkml:definitions>
  <inkml:trace contextRef="#ctx0" brushRef="#br0">0 0 24575,'4'2'0,"-1"0"0,0-1 0,-1 2 0,1-1 0,0 0 0,0 0 0,-1 1 0,0 0 0,1-1 0,-1 1 0,2 4 0,-1-4 0,6 10 0,-1 0 0,-1 1 0,0 0 0,0 0 0,-1 0 0,-1 1 0,-1 0 0,0 0 0,-1 0 0,0 1 0,-1-1 0,-1 1 0,-1 16 0,-2 24 0,-3-1 0,-16 71 0,15-92 0,-22 100-1365,24-114-5461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8.546"/>
    </inkml:context>
    <inkml:brush xml:id="br0">
      <inkml:brushProperty name="width" value="0.05" units="cm"/>
      <inkml:brushProperty name="height" value="0.05" units="cm"/>
      <inkml:brushProperty name="color" value="#FFFFFF"/>
    </inkml:brush>
  </inkml:definitions>
  <inkml:trace contextRef="#ctx0" brushRef="#br0">126 125 24575,'0'-19'0,"-1"11"0,1 0 0,0 0 0,1 0 0,1-10 0,-1 15 0,-1 1 0,1 0 0,0 0 0,0 0 0,0 0 0,0 0 0,0 0 0,0 0 0,1 0 0,-1 0 0,0 0 0,1 1 0,0-1 0,-1 1 0,1-1 0,0 1 0,0-1 0,0 1 0,3-2 0,4 0 0,1-1 0,0 1 0,-1 1 0,1 0 0,0 0 0,16 0 0,64 3 0,-65 0 0,65 2 0,1 5 0,136 28 0,-222-35 0,0 0 0,0 1 0,0-1 0,0 1 0,-1 1 0,1-1 0,5 4 0,-9-5 0,0-1 0,0 1 0,0 0 0,0 0 0,0 0 0,0 0 0,-1 0 0,1 1 0,0-1 0,0 0 0,-1 0 0,1 0 0,-1 1 0,1-1 0,-1 0 0,1 1 0,-1-1 0,0 0 0,0 1 0,0-1 0,0 0 0,0 1 0,0-1 0,0 1 0,0-1 0,0 0 0,-1 1 0,1-1 0,-1 0 0,1 1 0,-2 1 0,-24 55 0,12-29 0,1 1 0,1 0 0,-12 51 0,20-55 0,1 1 0,1-1 0,1 1 0,2 0 0,0 0 0,9 41 0,-9-64 0,0-1 0,0 1 0,-1 0 0,1-1 0,-1 1 0,0 0 0,0-1 0,-1 1 0,1 0 0,-1-1 0,0 1 0,0-1 0,0 1 0,0-1 0,0 1 0,-1-1 0,1 0 0,-1 0 0,0 0 0,0 0 0,-1 0 0,1 0 0,0 0 0,-1-1 0,0 1 0,1-1 0,-1 1 0,0-1 0,0 0 0,-4 1 0,-9 5 0,0 0 0,0-1 0,0-1 0,-1-1 0,0-1 0,-26 4 0,-110 5 0,92-9 0,-56 0 0,-70 8 0,179-11 163,-13 4-1691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8.791"/>
    </inkml:context>
    <inkml:brush xml:id="br0">
      <inkml:brushProperty name="width" value="0.05" units="cm"/>
      <inkml:brushProperty name="height" value="0.05" units="cm"/>
      <inkml:brushProperty name="color" value="#FFFFFF"/>
    </inkml:brush>
  </inkml:definitions>
  <inkml:trace contextRef="#ctx0" brushRef="#br0">422 11 24575,'-51'-5'0,"46"3"0,-1 1 0,0 0 0,-1 0 0,1 1 0,0-1 0,0 1 0,0 1 0,0-1 0,0 1 0,0 0 0,0 1 0,0-1 0,0 1 0,-8 4 0,2 1 0,1 1 0,0 0 0,0 0 0,1 1 0,0 0 0,-12 16 0,-48 71 0,20-26 0,5-20-1365,25-31-5461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9.057"/>
    </inkml:context>
    <inkml:brush xml:id="br0">
      <inkml:brushProperty name="width" value="0.05" units="cm"/>
      <inkml:brushProperty name="height" value="0.05" units="cm"/>
      <inkml:brushProperty name="color" value="#FFFFFF"/>
    </inkml:brush>
  </inkml:definitions>
  <inkml:trace contextRef="#ctx0" brushRef="#br0">198 0 24575,'-3'0'0,"-4"0"0,-4 3 0,-2 4 0,-3 7 0,1 4 0,1 4 0,0 3 0,-1 1 0,2 4 0,0 1 0,0 0 0,2-4 0,0-3 0,1-2 0,0-2 0,2-5-8191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9.346"/>
    </inkml:context>
    <inkml:brush xml:id="br0">
      <inkml:brushProperty name="width" value="0.05" units="cm"/>
      <inkml:brushProperty name="height" value="0.05" units="cm"/>
      <inkml:brushProperty name="color" value="#FFFFFF"/>
    </inkml:brush>
  </inkml:definitions>
  <inkml:trace contextRef="#ctx0" brushRef="#br0">242 8 24575,'0'-3'0,"-3"-1"0,-4 4 0,-3 3 0,-4 3 0,1 5 0,-3 4 0,-2 6 0,-1 2 0,0 2 0,0 4 0,0 6 0,1 2 0,1 1 0,-1-3 0,1-1 0,2-7-8191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59.582"/>
    </inkml:context>
    <inkml:brush xml:id="br0">
      <inkml:brushProperty name="width" value="0.05" units="cm"/>
      <inkml:brushProperty name="height" value="0.05" units="cm"/>
      <inkml:brushProperty name="color" value="#FFFFFF"/>
    </inkml:brush>
  </inkml:definitions>
  <inkml:trace contextRef="#ctx0" brushRef="#br0">156 1 24575,'-3'3'0,"-7"7"0,-4 5 0,-4 5 0,-1 6 0,0 3 0,-1 7 0,2 3 0,-1 3 0,4-5-8191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03.206"/>
    </inkml:context>
    <inkml:brush xml:id="br0">
      <inkml:brushProperty name="width" value="0.05" units="cm"/>
      <inkml:brushProperty name="height" value="0.05" units="cm"/>
      <inkml:brushProperty name="color" value="#FFFFFF"/>
    </inkml:brush>
  </inkml:definitions>
  <inkml:trace contextRef="#ctx0" brushRef="#br0">15 262 24575,'-7'-29'0,"0"5"0,7 16 0,0 1 0,0-1 0,0 0 0,1 0 0,0 1 0,1-1 0,0 0 0,0 1 0,1-1 0,0 1 0,0 0 0,0 0 0,1 0 0,0 1 0,0-1 0,1 1 0,0 0 0,0 0 0,1 0 0,-1 1 0,12-8 0,-10 7 0,1 1 0,-1 0 0,1 0 0,0 0 0,0 1 0,1 1 0,-1-1 0,1 2 0,0-1 0,0 1 0,0 0 0,0 1 0,0 0 0,0 0 0,0 1 0,0 0 0,1 1 0,11 2 0,-17-2 0,1 1 0,-1-1 0,1 1 0,-1 0 0,0 0 0,0 0 0,0 1 0,0-1 0,0 1 0,0 0 0,-1 0 0,1 1 0,4 5 0,-4-3 0,0 0 0,-1 0 0,0 0 0,0 1 0,0-1 0,-1 1 0,1 0 0,0 9 0,0 1 0,-1 0 0,-1 0 0,-1 0 0,0 0 0,-1 0 0,-7 30 0,-6 10 168,-35 89 0,-8 28-1869,48-137-5125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03.363"/>
    </inkml:context>
    <inkml:brush xml:id="br0">
      <inkml:brushProperty name="width" value="0.05" units="cm"/>
      <inkml:brushProperty name="height" value="0.05" units="cm"/>
      <inkml:brushProperty name="color" value="#FFFFFF"/>
    </inkml:brush>
  </inkml:definitions>
  <inkml:trace contextRef="#ctx0" brushRef="#br0">8 0 24575,'0'3'0,"-3"1"0,-1 3 0,3 0 0,5-2 0,4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03.739"/>
    </inkml:context>
    <inkml:brush xml:id="br0">
      <inkml:brushProperty name="width" value="0.05" units="cm"/>
      <inkml:brushProperty name="height" value="0.05" units="cm"/>
      <inkml:brushProperty name="color" value="#FFFFFF"/>
    </inkml:brush>
  </inkml:definitions>
  <inkml:trace contextRef="#ctx0" brushRef="#br0">1 250 24575,'-1'-20'0,"2"-1"0,0 1 0,1-1 0,7-24 0,-8 39 0,1 0 0,0 0 0,1 0 0,-1 0 0,1 0 0,1 1 0,-1-1 0,1 1 0,0 0 0,0 0 0,0 0 0,1 1 0,-1-1 0,1 1 0,0 0 0,1 1 0,9-6 0,-5 4 0,1 1 0,-1 0 0,1 0 0,0 2 0,21-4 0,-26 5 0,0 0 0,1 1 0,-1 0 0,1 0 0,-1 1 0,0-1 0,1 2 0,-1-1 0,0 0 0,0 1 0,11 5 0,-14-5 0,0 0 0,0 1 0,0-1 0,-1 1 0,1 0 0,-1-1 0,1 1 0,-1 1 0,0-1 0,0 0 0,0 0 0,-1 1 0,1-1 0,-1 1 0,0-1 0,0 1 0,0 0 0,0-1 0,-1 1 0,1 0 0,-1 0 0,0-1 0,0 1 0,-1 5 0,0 6 0,-2 1 0,1 0 0,-2-1 0,-7 21 0,-11 20 142,-39 71-1,-12 29-255,65-135-142,1 2 0,1-1 1,0 1-1,2 0 1,-2 33-1,5-25-6570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03.864"/>
    </inkml:context>
    <inkml:brush xml:id="br0">
      <inkml:brushProperty name="width" value="0.05" units="cm"/>
      <inkml:brushProperty name="height" value="0.05" units="cm"/>
      <inkml:brushProperty name="color" value="#FFFFFF"/>
    </inkml:brush>
  </inkml:definitions>
  <inkml:trace contextRef="#ctx0" brushRef="#br0">0 1 24575,'3'0'0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08.203"/>
    </inkml:context>
    <inkml:brush xml:id="br0">
      <inkml:brushProperty name="width" value="0.05" units="cm"/>
      <inkml:brushProperty name="height" value="0.05" units="cm"/>
      <inkml:brushProperty name="color" value="#FFFFFF"/>
    </inkml:brush>
  </inkml:definitions>
  <inkml:trace contextRef="#ctx0" brushRef="#br0">40 51 24575,'-16'0'0,"-6"1"0,21-2 0,11 0 0,662-48 0,-580 49 0,-77 3 0,-15-2 0,0-1 0,1 0 0,-1 0 0,0 0 0,0 0 0,0 0 0,0 0 0,0 1 0,0-1 0,0 0 0,0 0 0,0 0 0,0 0 0,0 0 0,0 1 0,0-1 0,0 0 0,0 0 0,0 0 0,0 0 0,0 0 0,0 1 0,0-1 0,0 0 0,0 0 0,0 0 0,0 0 0,0 0 0,0 0 0,0 1 0,-1-1 0,1 0 0,0 0 0,0 0 0,0 0 0,0 0 0,0 0 0,0 0 0,0 0 0,-1 1 0,1-1 0,0 0 0,0 0 0,0 0 0,-27 11 0,-49 8 0,-135 16 0,144-25 0,-15 1 0,-145 24 0,404-57 0,271-21 0,-435 45 0,-26 4 0,-28 4 0,-12-1 0,32-6 0,0 1 0,1 0 0,0 2 0,-22 8 0,42-14 0,0 0 0,-1 0 0,1 0 0,0 0 0,0 0 0,-1 0 0,1 0 0,0 0 0,0 1 0,0-1 0,-1 0 0,1 0 0,0 0 0,0 0 0,0 0 0,-1 0 0,1 0 0,0 1 0,0-1 0,0 0 0,0 0 0,-1 0 0,1 1 0,0-1 0,0 0 0,0 0 0,0 0 0,0 1 0,0-1 0,0 0 0,0 0 0,0 0 0,0 1 0,0-1 0,0 0 0,0 0 0,0 1 0,0-1 0,0 0 0,9 4 0,21-1 0,18-5-1365,6-1-5461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08.877"/>
    </inkml:context>
    <inkml:brush xml:id="br0">
      <inkml:brushProperty name="width" value="0.05" units="cm"/>
      <inkml:brushProperty name="height" value="0.05" units="cm"/>
      <inkml:brushProperty name="color" value="#FFFFFF"/>
    </inkml:brush>
  </inkml:definitions>
  <inkml:trace contextRef="#ctx0" brushRef="#br0">176 21 24575,'-43'-1'0,"41"-1"0,7-1 0,8-2 0,21 0 0,0 2 0,1 1 0,34 3 0,-24 0 0,-28 1 0,-17-2 0,0 0 0,0 0 0,0 0 0,0 0 0,0 0 0,0 0 0,0 0 0,0 1 0,0-1 0,1 0 0,-1 0 0,0 0 0,0 0 0,0 0 0,0 0 0,0 0 0,0 0 0,0 0 0,0 0 0,0 1 0,0-1 0,0 0 0,0 0 0,0 0 0,0 0 0,0 0 0,0 0 0,0 0 0,0 0 0,0 0 0,0 1 0,0-1 0,0 0 0,-1 0 0,1 0 0,0 0 0,0 0 0,0 0 0,0 0 0,0 0 0,0 0 0,0 0 0,0 0 0,0 0 0,0 1 0,0-1 0,0 0 0,0 0 0,-1 0 0,1 0 0,0 0 0,0 0 0,0 0 0,0 0 0,0 0 0,0 0 0,0 0 0,0 0 0,0 0 0,-1 0 0,1 0 0,0 0 0,0 0 0,-30 9 0,-77 8 0,-120 4 0,224-21 0,-10 1 0,15-1 0,24 0 0,146-11-1365,-107 8-5461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19.845"/>
    </inkml:context>
    <inkml:brush xml:id="br0">
      <inkml:brushProperty name="width" value="0.05" units="cm"/>
      <inkml:brushProperty name="height" value="0.05" units="cm"/>
      <inkml:brushProperty name="color" value="#FFFFFF"/>
    </inkml:brush>
  </inkml:definitions>
  <inkml:trace contextRef="#ctx0" brushRef="#br0">1 18 24575,'3'-2'0,"0"0"0,0 0 0,0 1 0,0-1 0,0 0 0,0 1 0,0 0 0,1 0 0,-1 0 0,0 0 0,1 1 0,-1-1 0,1 1 0,-1 0 0,1 0 0,-1 0 0,7 1 0,4 1 0,1 1 0,25 8 0,-1 4 0,-2 1 0,1 1 0,-2 2 0,61 43 0,-25-8 0,73 71 0,-41-22-337,-4 5 0,110 154 0,140 263-1098,-155-198 1134,61 94 350,29-27-592,-266-371 556,-3-3 10,0-1 1,1 0-1,1-1 0,1-1 1,22 16-1,-40-32-30,0 0 0,1 0 0,-1 0 0,0 0 0,1 0 0,-1 0 1,1 0-1,-1-1 0,1 1 0,0-1 0,-1 1 0,1-1 0,-1 0 0,1 1 1,0-1-1,-1 0 0,1 0 0,0 0 0,-1 0 0,1 0 0,0-1 0,-1 1 0,1 0 1,0-1-1,-1 1 0,1-1 0,-1 0 0,1 1 0,-1-1 0,2-1 0,12-15-4882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0.264"/>
    </inkml:context>
    <inkml:brush xml:id="br0">
      <inkml:brushProperty name="width" value="0.05" units="cm"/>
      <inkml:brushProperty name="height" value="0.05" units="cm"/>
      <inkml:brushProperty name="color" value="#FFFFFF"/>
    </inkml:brush>
  </inkml:definitions>
  <inkml:trace contextRef="#ctx0" brushRef="#br0">2169 167 24575,'-13'-51'0,"11"40"0,0-1 0,-1 0 0,-1 1 0,0 0 0,-1 0 0,-6-13 0,9 22 0,1 1 0,0-1 0,0 0 0,-1 1 0,1-1 0,-1 1 0,1-1 0,-1 1 0,0 0 0,0 0 0,1 0 0,-1 0 0,0 0 0,0 0 0,0 0 0,0 0 0,0 1 0,0-1 0,0 1 0,0 0 0,-1 0 0,1-1 0,0 1 0,0 0 0,0 1 0,0-1 0,0 0 0,0 1 0,0-1 0,0 1 0,0 0 0,0-1 0,0 1 0,0 0 0,-2 2 0,-8 3 0,0 2 0,0 0 0,1 0 0,-13 13 0,16-13 0,-322 317-544,238-228 322,-58 58 95,-382 405-1150,40 34 1024,164-115-11,323-471 374,-2 3 193,0-1 0,0 2 1,1-1-1,1 1 1,0 0-1,-5 17 0,10-24-60,1-5-17,4-8-1036,-4 7 240,6-10-6256</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1.600"/>
    </inkml:context>
    <inkml:brush xml:id="br0">
      <inkml:brushProperty name="width" value="0.05" units="cm"/>
      <inkml:brushProperty name="height" value="0.05" units="cm"/>
      <inkml:brushProperty name="color" value="#FFFFFF"/>
    </inkml:brush>
  </inkml:definitions>
  <inkml:trace contextRef="#ctx0" brushRef="#br0">617 139 24575,'3'-14'0,"-3"13"0,1 0 0,-1 1 0,0-1 0,1 0 0,-1 0 0,0 1 0,0-1 0,1 0 0,-1 0 0,0 1 0,0-1 0,0 0 0,0 0 0,0 0 0,0 1 0,0-1 0,-1 0 0,1 0 0,0 1 0,0-1 0,0 0 0,-1 0 0,1 1 0,0-1 0,-1 0 0,1 1 0,-1-1 0,1 0 0,-1 1 0,1-1 0,-1 1 0,1-1 0,-1 1 0,0-1 0,1 1 0,-1-1 0,0 1 0,1-1 0,-2 1 0,-2-2 0,-1 0 0,0 0 0,1 0 0,-1 1 0,0 0 0,0 0 0,0 0 0,0 1 0,0 0 0,0 0 0,0 0 0,0 0 0,0 1 0,-8 2 0,-3 1 0,-1 1 0,-30 13 0,9 0 0,1 3 0,1 1 0,0 1 0,2 2 0,1 1 0,1 2 0,2 1 0,-45 55 0,63-69 0,0 2 0,1 0 0,0 0 0,2 1 0,0 0 0,1 1 0,-6 20 0,10-28 0,2 1 0,0-1 0,0 1 0,1 0 0,0 0 0,1-1 0,0 1 0,1 0 0,1 0 0,0-1 0,0 1 0,1 0 0,6 14 0,-1-8 0,2 0 0,0-1 0,0-1 0,2 1 0,0-2 0,1 0 0,0 0 0,1-1 0,1-1 0,0 0 0,1-1 0,32 18 0,-12-10 0,0-2 0,1-2 0,1-1 0,1-2 0,51 11 0,-46-15 0,1-2 0,-1-2 0,1-2 0,0-2 0,0-1 0,0-3 0,-1-2 0,55-12 0,-70 9 0,0 0 0,-1-2 0,-1-2 0,1 0 0,39-26 0,-47 25 0,0-1 0,-2-1 0,0-1 0,0 0 0,-2-2 0,0 0 0,21-32 0,-24 29 0,0-1 0,-2 0 0,-1-1 0,0 0 0,-2-1 0,-1 0 0,-1 0 0,-1 0 0,-1-1 0,-1 0 0,-1 0 0,-1 0 0,-1 0 0,-7-47 0,3 52 0,0 0 0,-1 0 0,-1 0 0,-1 0 0,-1 1 0,0 0 0,-2 1 0,0 0 0,-1 0 0,-1 1 0,0 0 0,-1 1 0,-1 1 0,-1 0 0,0 1 0,0 0 0,-2 2 0,-22-15 0,24 18 31,-1 1 0,0 1 0,0 0 0,-1 1 0,1 0 0,-1 2 0,-1 0 0,1 1 1,0 1-1,-24-1 0,26 3-163,1 1 1,0 1 0,-1 0-1,1 1 1,0 0 0,1 1 0,-1 1-1,1 0 1,-1 1 0,1 0 0,1 1-1,-23 16 1,-9 14-6695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2.224"/>
    </inkml:context>
    <inkml:brush xml:id="br0">
      <inkml:brushProperty name="width" value="0.05" units="cm"/>
      <inkml:brushProperty name="height" value="0.05" units="cm"/>
      <inkml:brushProperty name="color" value="#FFFFFF"/>
    </inkml:brush>
  </inkml:definitions>
  <inkml:trace contextRef="#ctx0" brushRef="#br0">405 61 24575,'0'-4'0,"0"0"0,0 0 0,0 0 0,1-1 0,-1 1 0,1 0 0,0 0 0,1 0 0,-1 0 0,1 0 0,-1 1 0,1-1 0,3-4 0,-25 54 0,-133 216 0,-38 72 0,178-308 0,-18 51 0,28-67 0,1-1 0,-1 1 0,2 0 0,-1 0 0,1 0 0,1 0 0,0 0 0,2 20 0,-1-25 0,1-1 0,-1 0 0,1 1 0,0-1 0,0 0 0,0 0 0,1 0 0,-1 0 0,1 0 0,0-1 0,0 1 0,0-1 0,0 0 0,1 0 0,-1 0 0,1 0 0,0-1 0,0 1 0,0-1 0,0 0 0,0 0 0,6 1 0,10 3 0,0 0 0,0-2 0,33 4 0,-47-7 0,192 13 0,-29-2 0,-69-1 0,94 8 0,-184-18 0,1-1 0,0 0 0,-1-1 0,1 0 0,20-6 0,-26 5 0,0 0 0,0 0 0,0 0 0,-1-1 0,1 0 0,-1 0 0,1 0 0,-1 0 0,0-1 0,0 0 0,0 0 0,-1 0 0,5-6 0,11-20 0,-2 0 0,-2-1 0,0 0 0,-2-2 0,-2 1 0,-1-1 0,-1-1 0,-2 0 0,-1 0 0,-2-1 0,0-42 0,-3 68 0,-1 0 0,-1-1 0,0 1 0,0 0 0,-1 0 0,0 0 0,0 1 0,-1-1 0,-1 0 0,1 1 0,-10-15 0,9 16 0,-1 1 0,0 0 0,-1 1 0,1-1 0,-1 1 0,0 0 0,0 1 0,-1-1 0,1 1 0,-1 1 0,0-1 0,0 1 0,0 0 0,-10-2 0,3 1-341,1 2 0,-1-1-1,-19 0 1,15 3-6485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2.841"/>
    </inkml:context>
    <inkml:brush xml:id="br0">
      <inkml:brushProperty name="width" value="0.05" units="cm"/>
      <inkml:brushProperty name="height" value="0.05" units="cm"/>
      <inkml:brushProperty name="color" value="#FFFFFF"/>
    </inkml:brush>
  </inkml:definitions>
  <inkml:trace contextRef="#ctx0" brushRef="#br0">643 2313 24575,'-2'-1'0,"1"0"0,-1 0 0,0 0 0,0-1 0,0 1 0,1 0 0,-1-1 0,1 0 0,-1 1 0,1-1 0,0 0 0,0 1 0,-1-1 0,1 0 0,0 0 0,0-2 0,-3-3 0,-15-28 0,2-2 0,1 0 0,-13-47 0,8 24 0,-248-768-295,196 552 147,-38-297 0,69 263 148,41 304 3,1 3 51,0 0 1,-1 0-1,1 0 0,-1 0 1,0 0-1,1 0 1,-2 1-1,-1-5 1,3 7-54,0 0 0,0 0 1,0 0-1,0 0 0,0-1 1,0 1-1,0 0 0,0 0 0,0 0 1,0 0-1,0 0 0,-1 0 1,1 0-1,0 0 0,0 0 0,0 0 1,0 0-1,0 0 0,0 0 1,0 0-1,0 0 0,0 0 1,-1 0-1,1 0 0,0 0 0,0 0 1,0 0-1,0 0 0,0 0 1,0 0-1,0 0 0,0 0 0,-1 0 1,1 0-1,0 0 0,0 0 1,0 0-1,0 0 0,0 0 0,0 0 1,0 0-1,0 0 0,0 0 1,0 0-1,0 0 0,-1 1 1,1-1-1,0 0 0,0 0 0,0 0 1,0 0-1,0 0 0,0 0 1,0 0-1,0 0 0,0 0 0,0 1 1,0-1-1,0 0 0,0 0 1,-2 6-1281,2-5 1212,-2 10-6759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3.341"/>
    </inkml:context>
    <inkml:brush xml:id="br0">
      <inkml:brushProperty name="width" value="0.05" units="cm"/>
      <inkml:brushProperty name="height" value="0.05" units="cm"/>
      <inkml:brushProperty name="color" value="#FFFFFF"/>
    </inkml:brush>
  </inkml:definitions>
  <inkml:trace contextRef="#ctx0" brushRef="#br0">86 291 24575,'-2'11'0,"1"0"0,-1 0 0,-1-1 0,0 1 0,-8 16 0,2-2 0,-4 16 0,1 0 0,2 1 0,-9 83 0,21-102 0,-2-23 0,0 0 0,1 1 0,-1-1 0,0 0 0,0 0 0,0 0 0,0 0 0,1 1 0,-1-1 0,0 0 0,0 0 0,0 0 0,1 0 0,-1 0 0,0 0 0,0 0 0,1 0 0,-1 1 0,0-1 0,0 0 0,0 0 0,1 0 0,-1 0 0,0 0 0,0 0 0,1 0 0,-1 0 0,0-1 0,0 1 0,0 0 0,1 0 0,-1 0 0,0 0 0,0 0 0,1 0 0,-1 0 0,0 0 0,0-1 0,0 1 0,0 0 0,1 0 0,-1 0 0,4-5 0,0 1 0,0-1 0,-1 1 0,1-1 0,2-6 0,93-167 0,9-15 0,-78 145 0,67-81 0,-88 118 0,1 1 0,0 0 0,0 1 0,1 0 0,22-14 0,-29 21 0,0 0 0,1 0 0,-1 0 0,0 0 0,1 1 0,0-1 0,-1 1 0,1 0 0,0 1 0,0-1 0,-1 1 0,1 0 0,0 0 0,0 1 0,-1-1 0,1 1 0,0 0 0,0 0 0,-1 1 0,8 3 0,-3 0 0,-1 0 0,1 1 0,-1 0 0,0 0 0,-1 1 0,0 0 0,0 1 0,0-1 0,-1 1 0,9 16 0,3 8 0,22 53 0,2 19-1365,-26-61-5461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4.022"/>
    </inkml:context>
    <inkml:brush xml:id="br0">
      <inkml:brushProperty name="width" value="0.05" units="cm"/>
      <inkml:brushProperty name="height" value="0.05" units="cm"/>
      <inkml:brushProperty name="color" value="#FFFFFF"/>
    </inkml:brush>
  </inkml:definitions>
  <inkml:trace contextRef="#ctx0" brushRef="#br0">366 211 24575,'3'-4'0,"0"-1"0,-1 0 0,1 1 0,-1-1 0,-1 0 0,1 0 0,-1-1 0,1 1 0,-1-8 0,2-1 0,0 5 0,-1 0 0,0 0 0,0-1 0,-1 1 0,0-1 0,-1 1 0,0-1 0,-1 1 0,-3-19 0,4 26 0,-1 0 0,0 1 0,0-1 0,0 1 0,0-1 0,0 1 0,-1-1 0,1 1 0,0-1 0,-1 1 0,1 0 0,-1 0 0,1 0 0,-1 0 0,0 0 0,1 0 0,-1 0 0,0 0 0,1 1 0,-1-1 0,0 1 0,0-1 0,0 1 0,0 0 0,0 0 0,0 0 0,1 0 0,-1 0 0,0 0 0,0 0 0,-2 1 0,-5 1 0,0-1 0,0 2 0,1-1 0,-1 1 0,-9 4 0,-1 2 0,0 1 0,1 1 0,-28 21 0,39-27 0,0 0 0,1 1 0,0 0 0,0 0 0,1 1 0,-1 0 0,1 0 0,1 0 0,-1 0 0,1 1 0,-5 14 0,8-20 0,1-1 0,0 1 0,-1-1 0,1 1 0,0-1 0,0 1 0,-1-1 0,1 1 0,1-1 0,-1 1 0,0-1 0,0 1 0,0-1 0,1 1 0,-1-1 0,1 1 0,-1-1 0,1 0 0,0 1 0,-1-1 0,1 1 0,2 1 0,-1-1 0,0 0 0,1 0 0,-1-1 0,0 1 0,1-1 0,-1 0 0,1 1 0,0-1 0,-1 0 0,1-1 0,4 2 0,7 0 0,-1-1 0,1 0 0,27-2 0,-28 0 0,-1 0 0,1-2 0,-1 1 0,0-2 0,0 0 0,0 0 0,0-1 0,20-11 0,-25 12 0,0-1 0,-1 1 0,0-1 0,0-1 0,0 1 0,0-1 0,-1 0 0,0 0 0,0 0 0,-1-1 0,1 0 0,-1 0 0,-1 0 0,0 0 0,3-8 0,-5 11 0,-1 1 0,1 0 0,-1-1 0,0 1 0,0 0 0,0-1 0,-1-3 0,-5-2 0,6 10 0,-1-1 0,1 0 0,-1 0 0,0 0 0,1 0 0,-1 0 0,1 1 0,-1-1 0,1 0 0,-1 1 0,1-1 0,-1 0 0,1 1 0,-1-1 0,1 0 0,0 1 0,-1-1 0,1 1 0,0-1 0,-1 1 0,1-1 0,0 1 0,-1 0 0,-3 5 0,0 1 0,1 0 0,-1 0 0,1 0 0,1 1 0,0-1 0,-2 9 0,-7 58 0,10-70 0,-6 266 0,2-24 0,4-236 0,0 1 0,-1-1 0,0 0 0,-1 0 0,0 0 0,-8 19 0,9-26 0,0 1 0,-1 0 0,1-1 0,-1 1 0,0-1 0,0 0 0,0 0 0,0 0 0,0 0 0,-1 0 0,1-1 0,-1 1 0,0-1 0,0 0 0,0 0 0,0-1 0,0 1 0,0-1 0,-5 1 0,0 0 0,1-1 0,-1-1 0,1 0 0,-1 0 0,1 0 0,0-1 0,-1 0 0,1-1 0,0 0 0,-15-5 0,11 2 0,1 0 0,0-1 0,0 0 0,0-1 0,1 0 0,0 0 0,-11-12 0,12 10 0,1 0 0,0 0 0,0-1 0,1 0 0,1-1 0,-1 1 0,-5-16 0,9 18 0,0 0 0,0 0 0,1 0 0,0 0 0,1-1 0,-1 1 0,2-1 0,-1 1 0,1-1 0,2-15 0,0 17 17,0-1 0,0 1 0,1 0 1,0 0-1,0 0 0,0 0 0,1 0 0,0 1 0,0-1 0,1 1 0,0 0 0,0 1 0,0-1 0,1 1 0,0 0 0,0 0 0,0 1 0,0 0 1,12-6-1,3 0-302,0 2 1,0 0-1,0 1 1,1 1-1,31-4 1,-3 3-6542</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4.240"/>
    </inkml:context>
    <inkml:brush xml:id="br0">
      <inkml:brushProperty name="width" value="0.05" units="cm"/>
      <inkml:brushProperty name="height" value="0.05" units="cm"/>
      <inkml:brushProperty name="color" value="#FFFFFF"/>
    </inkml:brush>
  </inkml:definitions>
  <inkml:trace contextRef="#ctx0" brushRef="#br0">27 8 24575,'-3'-3'0,"-4"-1"0,-1 3 0,2 5 0,4 2 0,2 5 0,5 4 0,1 6 0,-1 4 0,2 5 0,1 3 0,-3 1 0,-1 2 0,-1-4 0,-2-3 0,0-7-8191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4.413"/>
    </inkml:context>
    <inkml:brush xml:id="br0">
      <inkml:brushProperty name="width" value="0.05" units="cm"/>
      <inkml:brushProperty name="height" value="0.05" units="cm"/>
      <inkml:brushProperty name="color" value="#FFFFFF"/>
    </inkml:brush>
  </inkml:definitions>
  <inkml:trace contextRef="#ctx0" brushRef="#br0">0 98 24575,'0'-9'0,"0"-8"0,0-5 0,0-2 0,0 7 0,0 9 0,0 9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4.724"/>
    </inkml:context>
    <inkml:brush xml:id="br0">
      <inkml:brushProperty name="width" value="0.05" units="cm"/>
      <inkml:brushProperty name="height" value="0.05" units="cm"/>
      <inkml:brushProperty name="color" value="#FFFFFF"/>
    </inkml:brush>
  </inkml:definitions>
  <inkml:trace contextRef="#ctx0" brushRef="#br0">15 0 24575,'-2'3'0,"1"-1"0,-1 0 0,1 0 0,-1 1 0,1-1 0,0 1 0,0-1 0,0 1 0,0-1 0,1 1 0,-1 0 0,1-1 0,-1 1 0,1 0 0,0-1 0,0 1 0,0 0 0,1 4 0,1 6 0,1 0 0,6 20 0,-4-17 0,6 29 0,-3 0 0,-1 0 0,0 90 0,-20 138 0,12-266 0,0 8 0,0 0 0,0 0 0,2 0 0,2 16 0,-3-28 0,0 0 0,1 0 0,0 0 0,0 0 0,0 0 0,0 0 0,0 0 0,1 0 0,-1 0 0,1-1 0,0 1 0,0 0 0,0-1 0,0 0 0,0 1 0,0-1 0,1 0 0,-1 0 0,1 0 0,-1 0 0,1-1 0,0 1 0,0-1 0,0 0 0,4 2 0,20 0-1365,-1-3-5461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4.880"/>
    </inkml:context>
    <inkml:brush xml:id="br0">
      <inkml:brushProperty name="width" value="0.05" units="cm"/>
      <inkml:brushProperty name="height" value="0.05" units="cm"/>
      <inkml:brushProperty name="color" value="#FFFFFF"/>
    </inkml:brush>
  </inkml:definitions>
  <inkml:trace contextRef="#ctx0" brushRef="#br0">3 8 24575,'-3'-3'0,"5"2"0,5 1 0,8 1 0,6 0 0,6 0 0,8-1 0,6 1 0,2-4 0,-6-1-8191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5.300"/>
    </inkml:context>
    <inkml:brush xml:id="br0">
      <inkml:brushProperty name="width" value="0.05" units="cm"/>
      <inkml:brushProperty name="height" value="0.05" units="cm"/>
      <inkml:brushProperty name="color" value="#FFFFFF"/>
    </inkml:brush>
  </inkml:definitions>
  <inkml:trace contextRef="#ctx0" brushRef="#br0">1934 19 24575,'-90'-11'-118,"1"5"1,-1 4-1,0 4 0,1 3 0,-126 25 0,145-15 30,0 4-1,1 2 1,1 3 0,1 4-1,2 2 1,1 3 0,-71 49-1,77-42 89,3 3 0,1 3 0,2 2 0,3 2 0,2 2 0,2 2 0,2 2 0,3 1 0,3 3 0,-36 74 0,53-87 0,1 0 0,3 1 0,1 1 0,3 0 0,2 0 0,-5 67 0,13-73 0,1-1 0,3 0 0,1 0 0,3-1 0,1 1 0,1-1 0,3 0 0,19 47 0,-13-48 0,1-1 0,2-1 0,2-1 0,2-1 0,1-1 0,2-1 0,1-1 0,1-1 0,2-2 0,1-1 0,67 46 0,-54-46 0,2-2 0,1-2 0,1-2 0,1-3 0,1-1 0,0-3 0,1-2 0,1-2 0,60 5 0,-39-11-26,0-3 1,0-4-1,0-3 0,0-3 0,-1-3 0,103-28 0,-96 15-40,-2-4 0,-2-2-1,0-5 1,-3-2 0,116-77-1,-127 70 10,-2-4 1,-2-2-1,-2-2 0,-2-3 0,-3-3 0,54-77 0,-69 81 35,-2-1-1,-3-2 1,-2-1-1,-3-1 0,-3-1 1,-2-2-1,24-112 0,-37 128 23,-2 0 0,-2 1 0,-2-2 0,-2 1 0,-2 0 0,-2 0 0,-15-67 0,11 80 0,-1 1 0,-1 1 0,-2 0 0,-1 0 0,-2 1 0,0 1 0,-2 1 0,-1 0 0,-1 1 0,-1 1 0,-31-30 0,22 30 30,-1 0-1,-1 2 0,-1 1 1,-1 2-1,-1 1 0,-1 2 0,-57-21 1,25 17-323,-1 2 0,-1 3 1,-84-7-1,-26 6-4390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6.126"/>
    </inkml:context>
    <inkml:brush xml:id="br0">
      <inkml:brushProperty name="width" value="0.05" units="cm"/>
      <inkml:brushProperty name="height" value="0.05" units="cm"/>
      <inkml:brushProperty name="color" value="#FFFFFF"/>
    </inkml:brush>
  </inkml:definitions>
  <inkml:trace contextRef="#ctx0" brushRef="#br0">2400 26 24575,'0'-1'0,"0"-1"0,0 1 0,0-1 0,0 1 0,0-1 0,0 1 0,0-1 0,-1 1 0,1-1 0,-1 1 0,1-1 0,-1 1 0,1-1 0,-2-1 0,1 3 0,0-1 0,0 1 0,0 0 0,0 0 0,1 0 0,-1 0 0,0 0 0,0 0 0,0 0 0,0 0 0,0 0 0,0 0 0,0 1 0,0-1 0,0 0 0,1 0 0,-1 1 0,0-1 0,0 1 0,0-1 0,1 1 0,-1-1 0,0 1 0,0-1 0,1 1 0,-2 1 0,-30 25 0,1 0 0,1 2 0,-37 47 0,6-7 0,-574 597-1016,-168 183-434,709-745 1487,-161 173-593,-11-17 547,250-245-93,0-1 1,-27 16-1,22-19-4790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6.421"/>
    </inkml:context>
    <inkml:brush xml:id="br0">
      <inkml:brushProperty name="width" value="0.05" units="cm"/>
      <inkml:brushProperty name="height" value="0.05" units="cm"/>
      <inkml:brushProperty name="color" value="#FFFFFF"/>
    </inkml:brush>
  </inkml:definitions>
  <inkml:trace contextRef="#ctx0" brushRef="#br0">148 1 24575,'-4'16'0,"1"0"0,-2-1 0,0 1 0,0-1 0,-12 20 0,5-7 0,-74 163 0,84-187 0,1 0 0,-1 0 0,1 0 0,-1 0 0,1 0 0,1 1 0,-1-1 0,0 0 0,1 1 0,0-1 0,0 0 0,1 6 0,0-8 0,0 1 0,0-1 0,0 0 0,0 0 0,0 0 0,0 0 0,1 0 0,-1 0 0,1-1 0,-1 1 0,1 0 0,0-1 0,0 1 0,-1-1 0,1 0 0,0 1 0,0-1 0,1 0 0,-1 0 0,0-1 0,0 1 0,0 0 0,1-1 0,3 1 0,28 5 0,1-2 0,0-1 0,1-2 0,34-4 0,-13 1 0,4 1-1365,-8 0-5461</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6.920"/>
    </inkml:context>
    <inkml:brush xml:id="br0">
      <inkml:brushProperty name="width" value="0.05" units="cm"/>
      <inkml:brushProperty name="height" value="0.05" units="cm"/>
      <inkml:brushProperty name="color" value="#FFFFFF"/>
    </inkml:brush>
  </inkml:definitions>
  <inkml:trace contextRef="#ctx0" brushRef="#br0">623 119 24575,'-5'-12'0,"-1"0"0,0 0 0,-1 1 0,-13-16 0,16 23 0,0 0 0,0 0 0,0 0 0,-1 1 0,1 0 0,-1 0 0,0 0 0,0 0 0,0 1 0,0 0 0,0 0 0,-1 1 0,-8-3 0,1 3 0,0 0 0,0 1 0,0 0 0,0 1 0,0 0 0,1 1 0,-1 1 0,0 0 0,1 0 0,0 1 0,0 1 0,-22 12 0,9-3 0,1 0 0,1 2 0,0 1 0,-38 37 0,43-35 0,0 0 0,2 1 0,0 1 0,1 1 0,2 0 0,0 1 0,1 0 0,-12 34 0,20-44 0,1-1 0,0 1 0,1 0 0,0 0 0,1 0 0,0 0 0,1 0 0,2 14 0,-1-17 0,1-1 0,0 1 0,1-1 0,0 0 0,0 0 0,1 0 0,0 0 0,1-1 0,0 1 0,0-1 0,13 14 0,-7-11 31,1 0 0,0-1 0,0 0 0,1-1 0,0 0 0,0-1 0,1-1 0,1 0 1,-1-1-1,25 7 0,-2-3-458,2-2 0,-1-1 1,41 1-1,4-3-6399</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7.090"/>
    </inkml:context>
    <inkml:brush xml:id="br0">
      <inkml:brushProperty name="width" value="0.05" units="cm"/>
      <inkml:brushProperty name="height" value="0.05" units="cm"/>
      <inkml:brushProperty name="color" value="#FFFFFF"/>
    </inkml:brush>
  </inkml:definitions>
  <inkml:trace contextRef="#ctx0" brushRef="#br0">20 83 24575,'0'-6'0,"0"-1"0,0-1 0,0 0 0,0 1 0,-1-1 0,-1 1 0,1-1 0,-1 1 0,-3-9 0,2 15 0,1 7 0,0 11 0,1 248 169,2-143-1703,-1-87-5292</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7.356"/>
    </inkml:context>
    <inkml:brush xml:id="br0">
      <inkml:brushProperty name="width" value="0.05" units="cm"/>
      <inkml:brushProperty name="height" value="0.05" units="cm"/>
      <inkml:brushProperty name="color" value="#FFFFFF"/>
    </inkml:brush>
  </inkml:definitions>
  <inkml:trace contextRef="#ctx0" brushRef="#br0">83 17 24575,'-2'-16'0,"1"16"0,1 0 0,0 0 0,0 0 0,0 0 0,0 0 0,-1 0 0,1 0 0,0 0 0,0 0 0,0 0 0,-1 0 0,1 0 0,0 0 0,0 0 0,0 0 0,-1 0 0,1 0 0,0 0 0,0 0 0,0 0 0,0 0 0,-1 0 0,1 0 0,0 0 0,0 0 0,0 0 0,0 1 0,-1-1 0,1 0 0,0 0 0,0 0 0,0 0 0,0 0 0,0 1 0,0-1 0,-1 0 0,1 0 0,0 1 0,-2 1 0,0 1 0,1 0 0,-1 1 0,1-1 0,-1 0 0,-1 7 0,-41 255 0,30-157 0,13-100-341,0-1 0,0 1-1,1 14 1,3-8-6485</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7.807"/>
    </inkml:context>
    <inkml:brush xml:id="br0">
      <inkml:brushProperty name="width" value="0.05" units="cm"/>
      <inkml:brushProperty name="height" value="0.05" units="cm"/>
      <inkml:brushProperty name="color" value="#FFFFFF"/>
    </inkml:brush>
  </inkml:definitions>
  <inkml:trace contextRef="#ctx0" brushRef="#br0">261 180 24575,'1'-18'0,"7"-34"0,-1-2 0,-6 49 0,-1 0 0,0 0 0,0 0 0,0 0 0,-1 1 0,0-1 0,-1-6 0,1 11 0,1-1 0,0 0 0,0 1 0,-1-1 0,1 1 0,-1-1 0,1 0 0,0 1 0,-1-1 0,1 1 0,-1-1 0,1 1 0,-1-1 0,1 1 0,-1 0 0,1-1 0,-1 1 0,0 0 0,1-1 0,-1 1 0,0 0 0,-1-1 0,1 1 0,0 0 0,-1 1 0,1-1 0,-1 0 0,1 1 0,-1-1 0,1 0 0,0 1 0,-1 0 0,1-1 0,0 1 0,-1 0 0,1 0 0,0-1 0,-2 3 0,-9 8 0,0 0 0,1 1 0,0 0 0,1 0 0,-9 16 0,-40 72 0,-4 27 0,55-107 0,0-1 0,2 1 0,0 0 0,-5 37 0,10-51 11,1-1 0,0 0-1,0 0 1,0 1 0,1-1-1,0 0 1,0 1 0,0-1-1,0 0 1,1 0 0,0 0-1,0 0 1,0 0 0,1-1-1,4 8 1,-2-7 4,0 1 1,0-1-1,0 0 1,1 0-1,0-1 1,0 1 0,0-1-1,0-1 1,1 1-1,7 2 1,7 2-260,1-2 0,0 0 0,1-1 0,-1-1 1,1-2-1,25 1 0,-15-2-6582</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8.072"/>
    </inkml:context>
    <inkml:brush xml:id="br0">
      <inkml:brushProperty name="width" value="0.05" units="cm"/>
      <inkml:brushProperty name="height" value="0.05" units="cm"/>
      <inkml:brushProperty name="color" value="#FFFFFF"/>
    </inkml:brush>
  </inkml:definitions>
  <inkml:trace contextRef="#ctx0" brushRef="#br0">70 1 24575,'-3'6'0,"-4"5"0,-4 9 0,-2 10 0,0 10 0,2 6 0,4 7 0,3 3 0,4 5 0,6 0 0,2-1 0,2-5 0,0-3 0,1-4 0,-2-8 0,-1-7 0,-1-7 0,0-7-8191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8.369"/>
    </inkml:context>
    <inkml:brush xml:id="br0">
      <inkml:brushProperty name="width" value="0.05" units="cm"/>
      <inkml:brushProperty name="height" value="0.05" units="cm"/>
      <inkml:brushProperty name="color" value="#FFFFFF"/>
    </inkml:brush>
  </inkml:definitions>
  <inkml:trace contextRef="#ctx0" brushRef="#br0">39 208 24575,'0'-8'0,"0"-1"0,0 0 0,1 0 0,1 1 0,-1-1 0,1 1 0,1-1 0,0 1 0,0 0 0,0 0 0,1 0 0,0 1 0,1-1 0,0 1 0,0 0 0,1 0 0,-1 1 0,1-1 0,1 1 0,-1 0 0,1 1 0,0 0 0,0 0 0,1 1 0,-1-1 0,1 1 0,0 1 0,0 0 0,1 0 0,-1 1 0,1 0 0,-1 0 0,1 1 0,-1 0 0,1 0 0,12 1 0,-10 1 0,-1 0 0,1 1 0,0 0 0,-1 1 0,0 0 0,1 0 0,-1 1 0,0 0 0,-1 1 0,1 0 0,-1 1 0,14 11 0,-11-7 0,-1 0 0,-1 1 0,0 1 0,-1 0 0,0 0 0,0 1 0,-1 0 0,7 18 0,-4-5 0,-1 2 0,-1-1 0,-1 2 0,-2-1 0,-1 1 0,-1-1 0,-1 1 0,-3 58 0,-1-69 0,-1 0 0,-1 0 0,-1 0 0,0 0 0,-2 0 0,0-1 0,0 0 0,-2 0 0,-14 22 0,16-29 0,-1 0 0,0 0 0,-1-1 0,0 0 0,-1-1 0,0 0 0,0 0 0,-1-1 0,1 0 0,-2-1 0,1 0 0,-1 0 0,0-1 0,0-1 0,-16 5 0,10-5-97,-1-1-1,0-1 1,0-1-1,1 0 1,-1-1-1,0-1 1,0-1-1,0 0 1,1-2-1,-1 0 1,1 0-1,0-2 0,-31-14 1,5-3-6729</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29.096"/>
    </inkml:context>
    <inkml:brush xml:id="br0">
      <inkml:brushProperty name="width" value="0.05" units="cm"/>
      <inkml:brushProperty name="height" value="0.05" units="cm"/>
      <inkml:brushProperty name="color" value="#FFFFFF"/>
    </inkml:brush>
  </inkml:definitions>
  <inkml:trace contextRef="#ctx0" brushRef="#br0">3736 461 24575,'-313'-111'-64,"-119"-39"-170,-11 30-44,292 90 253,-1 7 0,-1 6 0,0 7 0,-179 12 0,232 5 26,0 5 0,1 3 1,1 6-1,0 3 0,2 5 0,1 3 1,-129 66-1,170-70-5,2 3 0,2 1 0,1 4 0,-85 77 0,99-77-5,1 1-1,2 2 1,1 1-1,3 2 0,1 0 1,-26 58-1,31-53 10,3 0 0,2 1 0,2 1 0,2 1 0,2 0 0,2 0 0,-2 64 0,10-82 0,2-1 0,0 1 0,3 0 0,0-1 0,2 0 0,2 0 0,0-1 0,2 0 0,1 0 0,2-1 0,1-1 0,33 51 0,-20-43-9,2-2 0,1-1 1,1-1-1,2-2 0,2-1 0,74 48 0,-29-30-12,2-3 1,118 44-1,-29-26-215,2-7-1,305 54 1,-214-71-119,322 6 1,-98-56 496,-369-1-269,-1-4 0,130-38 0,-170 32 8,-1-3 0,-1-3 0,140-78 0,-162 74 95,-2-2 0,-1-2 1,-2-3-1,-1-2 0,73-83 0,-90 86 12,-1-1 0,-2-1 0,-2-1-1,-1-1 1,-3-2 0,-1 0 0,-3-1 0,-1-1-1,16-81 1,-26 93 4,-2-1 0,-2 1 0,-1 0 0,-1-1 0,-3 1-1,0-1 1,-3 1 0,0 0 0,-3 0 0,-1 0 0,-1 1 0,-2 1 0,-1 0 0,-23-40-1,16 39 9,-2 2 0,-1 0 0,-1 1 0,-47-44 0,31 38 0,-1 3 0,-86-56 0,50 46 0,-2 4 0,-2 3 0,-163-51 0,152 62-265,-2 5 0,-96-10 0,88 21-3709</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30.680"/>
    </inkml:context>
    <inkml:brush xml:id="br0">
      <inkml:brushProperty name="width" value="0.05" units="cm"/>
      <inkml:brushProperty name="height" value="0.05" units="cm"/>
      <inkml:brushProperty name="color" value="#FFFFFF"/>
    </inkml:brush>
  </inkml:definitions>
  <inkml:trace contextRef="#ctx0" brushRef="#br0">7529 3167 24575,'0'0'0,"0"0"0,1 0 0,-1 0 0,1 0 0,-1 0 0,1 0 0,-1 0 0,1-1 0,-1 1 0,0 0 0,1 0 0,-1 0 0,1 0 0,-1-1 0,0 1 0,1 0 0,-1 0 0,1-1 0,-1 1 0,0 0 0,0-1 0,1 1 0,-1 0 0,0-1 0,1 1 0,-1-1 0,0 1 0,0 0 0,0-1 0,0 1 0,1-1 0,-1 1 0,0-1 0,0 1 0,0 0 0,0-1 0,0 1 0,0-1 0,0 1 0,0-1 0,0 1 0,0-1 0,0 1 0,0 0 0,-1-1 0,1 1 0,0-1 0,0 1 0,0-1 0,0 1 0,-1 0 0,1-1 0,-13-22 0,-8-1 0,0 0 0,-1 2 0,-2 0 0,0 2 0,-53-34 0,-149-68 0,193 106 0,-480-213-865,-13 26-843,118 46 656,-544-237-1241,7-21 2671,713 313-551,-1796-739-1149,1770 737 1263,-379-122 1686,205 108 2304,384 105-3362,24 6-85,-42-6-1,59 14-1848</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30.991"/>
    </inkml:context>
    <inkml:brush xml:id="br0">
      <inkml:brushProperty name="width" value="0.05" units="cm"/>
      <inkml:brushProperty name="height" value="0.05" units="cm"/>
      <inkml:brushProperty name="color" value="#FFFFFF"/>
    </inkml:brush>
  </inkml:definitions>
  <inkml:trace contextRef="#ctx0" brushRef="#br0">604 15 24575,'1'0'0,"1"0"0,-1 0 0,0 0 0,1 0 0,-1-1 0,0 1 0,1 0 0,-1-1 0,0 0 0,1 1 0,-1-1 0,0 0 0,2-1 0,-3-3 0,-12 3 0,-40 5 0,0 2 0,0 2 0,-70 20 0,35-7 0,57-14 0,-17 3 0,-83 28 0,127-36 0,0 0 0,0 0 0,0 0 0,1 1 0,-1 0 0,0-1 0,1 1 0,-1 0 0,1 0 0,-1 0 0,-2 4 0,4-4 0,1-1 0,-1 0 0,1 1 0,-1-1 0,1 0 0,0 1 0,-1-1 0,1 0 0,0 1 0,0-1 0,0 1 0,0-1 0,0 0 0,0 1 0,1-1 0,-1 1 0,0-1 0,1 0 0,-1 1 0,1-1 0,-1 0 0,1 0 0,0 1 0,-1-1 0,1 0 0,0 0 0,0 0 0,1 1 0,24 28 0,1-1 0,38 32 0,-29-28 0,214 199-1365,-196-182-5461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3.725"/>
    </inkml:context>
    <inkml:brush xml:id="br0">
      <inkml:brushProperty name="width" value="0.05" units="cm"/>
      <inkml:brushProperty name="height" value="0.05" units="cm"/>
      <inkml:brushProperty name="color" value="#FFFFFF"/>
    </inkml:brush>
  </inkml:definitions>
  <inkml:trace contextRef="#ctx0" brushRef="#br0">366 516 24575,'9'-19'0,"-7"13"0,1 0 0,-1 0 0,1 0 0,1 0 0,-1 0 0,1 1 0,0-1 0,6-5 0,-9 10 0,-1 1 0,0 0 0,1-1 0,-1 1 0,0 0 0,0 0 0,1-1 0,-1 1 0,1 0 0,-1 0 0,0 0 0,1 0 0,-1-1 0,0 1 0,1 0 0,-1 0 0,1 0 0,-1 0 0,0 0 0,1 0 0,-1 0 0,1 0 0,-1 0 0,1 0 0,-1 0 0,0 0 0,1 0 0,-1 1 0,0-1 0,1 0 0,-1 0 0,1 0 0,-1 1 0,0-1 0,1 0 0,-1 0 0,0 1 0,0-1 0,1 0 0,-1 0 0,0 1 0,1-1 0,-1 0 0,0 1 0,0-1 0,0 1 0,1-1 0,-1 0 0,0 1 0,0-1 0,0 0 0,0 2 0,5 24 0,-5-26 0,5 80 0,-4-1 0,-16 137 0,8-148 0,-84 660-685,-31-2-651,-22 146 400,99-510 309,35-245 530,6 129 1,5-211 262,2 0 0,1-1-1,2 1 1,1-1 0,22 65-1,-24-87-33,0-1-1,1 1 0,0-1 0,1 0 0,0-1 0,1 1 1,0-1-1,0-1 0,1 0 0,0 0 0,1 0 0,0-1 0,0-1 1,1 0-1,0 0 0,0-1 0,0 0 0,1-1 0,18 5 1,0-3-93,1-1 1,0-1 0,1-1 0,39-2 0,129-12-80,-198 10 40,435-48-973,-20 1-336,538 2-831,3 42-117,-692 4 1333,147 1 866,876-11-838,-904-13 805,-7-30 286,-337 44 306,-1-2 1,0-2-1,0-1 1,-1-2-1,48-26 1,-73 33-301,-1 0 0,0-1 0,-1 0 0,0-1 0,0 0 0,-1-1 0,-1 0 0,1-1 0,-2 0 1,0-1-1,0 0 0,-1 0 0,-1-1 0,0 0 0,-1 0 0,-1 0 0,6-22 0,-6 8-138,-1-1 0,-1 1 1,-2-1-1,-1 0 0,-1 0 0,-6-38 0,-6-6-73,-28-90 0,-115-292 60,-26 7-1085,-51-136 499,119 242 186,-118-605 0,219 877 265,-65-286 204,73 341 126,0-1 1,0 1-1,-2 0 0,0 1 1,-15-24-1,18 31-114,-1 2-1,0-1 0,0 0 1,0 1-1,-1 0 0,0 1 1,0-1-1,0 1 0,0 0 0,-1 0 1,0 1-1,1 0 0,-1 0 1,-12-3-1,-22-1-96,-1 2 1,1 2-1,-1 1 0,-50 5 1,47-1-44,-594 32-1594,257-11 452,20-4 766,-640 35-1047,4 21 625,524-24 183,6 26 181,449-73 570,-106 26 282,103-23-47,0 0 1,1 2 0,-30 16-1,47-23-241,0 1 0,-1 0-1,1 0 1,0 0 0,0 0-1,1 0 1,-1 1-1,1 0 1,0-1 0,0 1-1,0 1 1,0-1 0,1 0-1,-1 1 1,-1 5-1,3-5 7,0-1 0,0 1 0,1-1 0,-1 1 0,1 0 0,1-1 0,-1 1 0,0-1 0,1 1 0,0-1 0,0 1 0,0-1 0,1 1 0,0-1-1,0 0 1,3 6 0,5 6-329,1 0 0,0-1-1,1 0 1,16 14 0,15 14-6607</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4.697"/>
    </inkml:context>
    <inkml:brush xml:id="br0">
      <inkml:brushProperty name="width" value="0.05" units="cm"/>
      <inkml:brushProperty name="height" value="0.05" units="cm"/>
      <inkml:brushProperty name="color" value="#FFFFFF"/>
    </inkml:brush>
  </inkml:definitions>
  <inkml:trace contextRef="#ctx0" brushRef="#br0">567 420 24575,'-1'1'0,"0"0"0,1-1 0,-1 1 0,0 0 0,1-1 0,-1 1 0,0-1 0,0 1 0,0-1 0,1 0 0,-1 1 0,0-1 0,0 0 0,0 1 0,0-1 0,0 0 0,0 0 0,0 0 0,0 0 0,0 0 0,0 0 0,1 0 0,-1 0 0,0 0 0,0 0 0,-2-1 0,2 0 0,-1 0 0,0 0 0,1-1 0,-1 1 0,0 0 0,1-1 0,0 1 0,-1-1 0,1 0 0,0 1 0,-2-4 0,-2-6 0,0 1 0,1-1 0,-4-15 0,7 24 0,-15-56 0,-18-56 0,29 101 0,-1-1 0,0 1 0,-1 0 0,-1 1 0,0 0 0,-9-12 0,14 22 0,1-1 0,0 1 0,-1-1 0,0 1 0,0 0 0,1 0 0,-1 0 0,0 0 0,-1 1 0,1-1 0,0 1 0,0 0 0,-1 0 0,1 0 0,0 0 0,-5 0 0,3 1 0,-1 0 0,1 0 0,-1 1 0,1-1 0,-1 1 0,1 1 0,0-1 0,-1 1 0,-6 3 0,-3 3 0,-1 1 0,2 0 0,-1 1 0,1 0 0,-18 19 0,11-9 0,1 2 0,1 0 0,1 1 0,-27 45 0,38-55 0,1-1 0,0 1 0,0-1 0,1 2 0,1-1 0,0 0 0,1 1 0,1 0 0,0 0 0,0 0 0,2 0 0,0 15 0,1-22 0,0 0 0,1-1 0,0 1 0,0-1 0,1 1 0,-1-1 0,1 0 0,1 0 0,-1 0 0,1 0 0,0-1 0,0 0 0,1 1 0,0-2 0,0 1 0,0 0 0,0-1 0,1 0 0,-1 0 0,1-1 0,0 1 0,0-1 0,12 4 0,1-1 0,0 0 0,1-1 0,0-1 0,0-1 0,0-1 0,37 0 0,-35-2 0,1-2 0,-1-1 0,0 0 0,0-2 0,0 0 0,-1-2 0,1 0 0,-2-1 0,1-2 0,33-19 0,-44 22 0,0 0 0,0 0 0,-1-1 0,0 0 0,0-1 0,-1 1 0,0-2 0,-1 1 0,1-1 0,-2-1 0,0 1 0,0-1 0,-1 0 0,0 0 0,-1 0 0,0-1 0,-1 0 0,0 0 0,-1 0 0,0 0 0,-1-16 0,-1 22 0,0 0 0,-1 1 0,0-1 0,0 0 0,0 1 0,-1-1 0,0 1 0,0-1 0,0 1 0,-1 0 0,1 0 0,-1 0 0,-7-8 0,8 11 0,1 0 0,-1 1 0,0-1 0,0 1 0,0-1 0,0 1 0,0-1 0,0 1 0,0 0 0,0 0 0,0 0 0,0 0 0,-1 1 0,1-1 0,0 1 0,-1-1 0,1 1 0,-1 0 0,1 0 0,0 0 0,-1 0 0,1 0 0,-1 0 0,1 1 0,0-1 0,-1 1 0,1 0 0,0 0 0,0 0 0,-1 0 0,1 0 0,0 0 0,0 0 0,0 1 0,-2 1 0,-3 3 0,1-1 0,0 1 0,1 1 0,-1-1 0,1 1 0,0 0 0,1 0 0,0 0 0,0 0 0,0 1 0,1 0 0,0 0 0,1 0 0,-3 12 0,2-2 0,0 0 0,1-1 0,1 1 0,1 0 0,4 33 0,0-29 0,0 0 0,2 0 0,1 0 0,0-1 0,2 0 0,0 0 0,2-1 0,0-1 0,1 0 0,1 0 0,0-1 0,2-1 0,16 16 0,-21-23 0,1-1 0,0-1 0,0 0 0,0 0 0,1-1 0,0-1 0,1 0 0,-1-1 0,26 8 0,-27-11 0,0 0 0,0-1 0,0 0 0,0-1 0,0 0 0,1-1 0,-1 0 0,0 0 0,0-1 0,-1-1 0,1 0 0,0-1 0,13-6 0,-8 3 0,-1-1 0,-1-1 0,0 0 0,0-1 0,0 0 0,-1-1 0,-1-1 0,0 0 0,16-21 0,-15 14 0,0-1 0,-2 0 0,0-1 0,-1 0 0,-1-1 0,9-30 0,-9 13 0,-1 0 0,-2-1 0,-2 1 0,-1-1 0,-2 0 0,-2 0 0,-11-75 0,10 101 0,-13-59 0,13 67 0,1 1 0,-1 0 0,0-1 0,0 1 0,-1 0 0,0 0 0,0 0 0,0 1 0,0-1 0,-5-4 0,7 8 0,1 1 0,-1-1 0,0 1 0,1-1 0,-1 0 0,0 1 0,0 0 0,1-1 0,-1 1 0,0-1 0,0 1 0,0 0 0,0 0 0,1 0 0,-1-1 0,0 1 0,0 0 0,0 0 0,0 0 0,0 0 0,0 0 0,1 0 0,-1 1 0,0-1 0,0 0 0,0 0 0,0 1 0,1-1 0,-1 0 0,0 1 0,0-1 0,0 1 0,1-1 0,-1 1 0,0-1 0,1 1 0,-1-1 0,1 1 0,-1 0 0,0-1 0,1 1 0,-1 0 0,0 1 0,-2 3 0,0 0 0,1 0 0,0 1 0,-1-1 0,-1 10 0,-2 12 0,1 1 0,1 1 0,2-1 0,1 41 0,4-19 0,15 82 0,-13-103 0,2 0 0,18 47 0,-21-66 0,1 0 0,0-1 0,0 1 0,1-1 0,0 0 0,0 0 0,1-1 0,0 0 0,1 0 0,14 11 0,-18-16 0,0 0 0,0-1 0,0 0 0,1 0 0,0 0 0,-1 0 0,1-1 0,0 1 0,-1-1 0,1-1 0,0 1 0,0-1 0,7 0 0,-4 0 0,-1-1 0,1-1 0,0 1 0,-1-1 0,1-1 0,-1 1 0,13-8 0,-5 2 0,-1-1 0,0-1 0,0-1 0,-1 0 0,0 0 0,-1-1 0,11-15 0,-6 6 0,0-2 0,23-45 0,-34 56 0,0 0 0,-1 0 0,-1-1 0,0 0 0,0 1 0,-2-1 0,1 0 0,-1-15 0,-2 26 0,0 1 0,0-1 0,0 0 0,0 0 0,0 1 0,0-1 0,-1 0 0,1 1 0,-1-1 0,1 1 0,-1-1 0,0 0 0,-1-2 0,2 4 0,0 0 0,-1 0 0,1 0 0,0 0 0,0 0 0,0 0 0,0 0 0,0 0 0,0 0 0,-1-1 0,1 1 0,0 0 0,0 0 0,0 0 0,0 0 0,-1 0 0,1 0 0,0 0 0,0 0 0,0 0 0,0 0 0,0 0 0,-1 0 0,1 0 0,0 0 0,0 0 0,0 0 0,0 0 0,-1 0 0,1 1 0,0-1 0,0 0 0,0 0 0,0 0 0,0 0 0,0 0 0,-1 0 0,1 0 0,0 0 0,0 1 0,0-1 0,-5 15 0,2 2-136,1-1-1,1 1 1,1 0-1,1 0 1,0 0-1,1 0 1,1 0-1,0-1 0,10 29 1,-7-28-6690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4.912"/>
    </inkml:context>
    <inkml:brush xml:id="br0">
      <inkml:brushProperty name="width" value="0.05" units="cm"/>
      <inkml:brushProperty name="height" value="0.05" units="cm"/>
      <inkml:brushProperty name="color" value="#FFFFFF"/>
    </inkml:brush>
  </inkml:definitions>
  <inkml:trace contextRef="#ctx0" brushRef="#br0">15 100 24575,'-3'0'0,"-4"0"0,2 0 0,6-3 0,7-4 0,12-1 0,8 2 0,9-2 0,9-3 0,9 1 0,4 2 0,4 0 0,0 1 0,-5 1 0,-6 0 0,-6 0 0,-11 1-8191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5.816"/>
    </inkml:context>
    <inkml:brush xml:id="br0">
      <inkml:brushProperty name="width" value="0.05" units="cm"/>
      <inkml:brushProperty name="height" value="0.05" units="cm"/>
      <inkml:brushProperty name="color" value="#FFFFFF"/>
    </inkml:brush>
  </inkml:definitions>
  <inkml:trace contextRef="#ctx0" brushRef="#br0">15 94 24575,'-2'-3'0,"0"1"0,1-1 0,0 1 0,-1-1 0,1 1 0,0-1 0,0 0 0,0 0 0,1 0 0,-1 1 0,1-1 0,-1 0 0,1 0 0,0 0 0,0-4 0,0 5 0,0-1 0,0 1 0,1-1 0,-1 1 0,0-1 0,1 1 0,0 0 0,0-1 0,-1 1 0,1-1 0,1 1 0,-1 0 0,0 0 0,0 0 0,1 0 0,-1 0 0,3-2 0,-4 4 0,1-1 0,-1 1 0,0 0 0,1 0 0,-1-1 0,0 1 0,1 0 0,-1 0 0,1 0 0,-1-1 0,1 1 0,-1 0 0,0 0 0,1 0 0,-1 0 0,1 0 0,-1 0 0,1 0 0,-1 0 0,0 0 0,1 0 0,-1 0 0,1 0 0,-1 1 0,1-1 0,-1 0 0,0 0 0,1 0 0,-1 0 0,1 1 0,-1-1 0,0 0 0,1 1 0,8 17 0,-2 23 0,-7-41 0,4 83 0,-11 124 0,0 33 0,7-226-124,1 0 0,0-1 0,1 1 0,0-1 0,1 1 0,1-1-1,0 0 1,1 0 0,0-1 0,9 15 0,10 6-6702</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39.018"/>
    </inkml:context>
    <inkml:brush xml:id="br0">
      <inkml:brushProperty name="width" value="0.05" units="cm"/>
      <inkml:brushProperty name="height" value="0.05" units="cm"/>
      <inkml:brushProperty name="color" value="#FFFFFF"/>
    </inkml:brush>
  </inkml:definitions>
  <inkml:trace contextRef="#ctx0" brushRef="#br0">20 433 24575,'0'1'0,"0"-1"0,0 1 0,0-1 0,0 0 0,-1 1 0,1-1 0,0 1 0,0-1 0,0 1 0,0-1 0,-1 0 0,1 1 0,0-1 0,-1 0 0,1 1 0,0-1 0,0 0 0,-1 1 0,1-1 0,0 0 0,-1 0 0,1 1 0,-1-1 0,1 0 0,0 0 0,-1 0 0,1 0 0,-1 1 0,1-1 0,-1 0 0,1 0 0,0 0 0,-1 0 0,1 0 0,-1 0 0,1 0 0,-1 0 0,1 0 0,-1 0 0,1 0 0,0-1 0,-1 1 0,1 0 0,-1 0 0,1 0 0,0 0 0,-1-1 0,1 1 0,-1 0 0,1-1 0,0 1 0,-1 0 0,1 0 0,0-1 0,0 1 0,-1-1 0,1 1 0,12 28 0,30 54 0,5 10 0,-39-73 0,-4-7 0,0-1 0,1 0 0,1 0 0,0-1 0,11 16 0,-16-24 0,1 0 0,0-1 0,0 1 0,-1 0 0,1-1 0,0 1 0,1-1 0,-1 1 0,0-1 0,0 0 0,0 0 0,1 0 0,-1 0 0,0-1 0,1 1 0,-1-1 0,1 1 0,-1-1 0,1 0 0,-1 0 0,1 0 0,-1 0 0,1 0 0,-1-1 0,1 1 0,-1-1 0,0 1 0,1-1 0,-1 0 0,0 0 0,1 0 0,3-3 0,6-4 0,0 0 0,-1 0 0,0-1 0,0-1 0,-1 0 0,11-13 0,53-75 0,-55 71 0,73-110 0,24-32 0,-87 130 0,2 2 0,42-39 0,-58 63-273,0 1 0,1 0 0,0 0 0,25-12 0,4 4-6553</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6.872"/>
    </inkml:context>
    <inkml:brush xml:id="br0">
      <inkml:brushProperty name="width" value="0.05" units="cm"/>
      <inkml:brushProperty name="height" value="0.05" units="cm"/>
      <inkml:brushProperty name="color" value="#FFFFFF"/>
    </inkml:brush>
  </inkml:definitions>
  <inkml:trace contextRef="#ctx0" brushRef="#br0">245 137 24575,'21'-25'0,"-18"21"0,0-1 0,0 1 0,1 0 0,0 1 0,-1-1 0,1 1 0,1-1 0,-1 1 0,9-5 0,-12 8 0,1-1 0,-1 1 0,0 0 0,0 0 0,0-1 0,0 1 0,1 0 0,-1 0 0,0 0 0,0 1 0,0-1 0,1 0 0,-1 0 0,0 1 0,0-1 0,0 1 0,0-1 0,0 1 0,0-1 0,0 1 0,0-1 0,0 1 0,0 0 0,0 0 0,0 0 0,0-1 0,0 1 0,-1 0 0,1 0 0,0 0 0,-1 0 0,1 0 0,-1 0 0,1 1 0,-1-1 0,1 0 0,-1 0 0,1 2 0,2 6 0,-1 1 0,1 0 0,0 14 0,-3-23 0,4 40 13,-2 1 1,-6 81-1,-24 85-93,15-127-50,-127 793-2040,9-62 1885,89-474-238,35-234 439,6 130 1,3-198 267,2 0 0,2-1 0,1 1 1,1-1-1,2-1 0,2 0 0,1 0 0,21 39 1,-20-49-47,0-1 0,2-1 0,1 0 0,0-1 0,2 0 0,0-2 1,1 0-1,1-2 0,1 0 0,0-1 0,34 17 0,-23-17-131,1-1 0,1-2-1,0-2 1,0-1 0,1-1 0,44 4-1,223 2-241,414-50-1743,-246 5 1096,208 24 448,0 26-474,413 1-59,-547-46 310,-420 11 438,-1-5 0,158-46 0,-234 52 767,-1-3 0,0-2 0,-2-2-1,60-35 1,-88 44-222,-1 0 0,0-2 0,-1 0 0,0-1 0,22-26 0,-29 29-222,0-1 0,-1 1 0,0-1 0,-1 0 0,0 0 0,-1-1 1,0 0-1,-1 0 0,3-19 0,-4 6-15,-1 0 0,-1-1 0,-1 1 0,-1 0 0,-7-36 0,-35-132 293,32 150-363,-167-739-436,67-13 0,85 80 417,26 700 4,0-8 62,-1 0 0,-1 0 0,-7-34 0,7 51-42,1 1 0,-1 0-1,-1 0 1,1 0 0,-1 0 0,0 0-1,-1 0 1,1 1 0,-1-1-1,0 1 1,0 0 0,-1 0 0,1 1-1,-1-1 1,0 1 0,-1 0-1,-8-5 1,-2 1 11,-1 0 0,0 2-1,0 0 1,-26-5 0,-76-7-69,105 16 33,-767-47-3099,587 42 2365,-664-33-617,-789-25-830,1045 65 1295,409 9 442,-211 38 1,142 10 673,218-43 254,0 1-1,1 2 0,-68 38 0,98-47-241,0 0 0,0 1 0,1 0 0,1 1 0,-1 0 0,1 1 0,-10 13-1,-4 16-3371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1:38.493"/>
    </inkml:context>
    <inkml:brush xml:id="br0">
      <inkml:brushProperty name="width" value="0.05" units="cm"/>
      <inkml:brushProperty name="height" value="0.05" units="cm"/>
      <inkml:brushProperty name="color" value="#FFFFFF"/>
    </inkml:brush>
  </inkml:definitions>
  <inkml:trace contextRef="#ctx0" brushRef="#br0">58 439 24575,'-3'0'0,"-1"0"0,0-1 0,0 1 0,0 1 0,0-1 0,0 1 0,0-1 0,1 1 0,-6 2 0,8-2 0,0 0 0,0 0 0,0 0 0,0 0 0,0 0 0,0 0 0,0 0 0,0 0 0,0 0 0,0 1 0,1-1 0,-1 0 0,1 1 0,-1-1 0,1 0 0,-1 1 0,1-1 0,0 1 0,0-1 0,-1 0 0,1 1 0,0-1 0,0 1 0,1-1 0,-1 1 0,0 1 0,21 209 0,0 137 0,-21-346 0,0 0 0,0 0 0,0 1 0,1-1 0,-1 0 0,1 0 0,0 0 0,2 6 0,-2-12 0,1 0 0,-1 0 0,0 0 0,0 0 0,-1 0 0,1 0 0,-1-1 0,1-5 0,-1-100 0,-20-150 0,11 167 0,5 45 0,-8-116 0,11 133 0,2-1 0,1 1 0,8-39 0,-8 59 0,0 0 0,1 0 0,0 1 0,1-1 0,0 1 0,1 0 0,-1 1 0,2-1 0,-1 1 0,1 0 0,1 0 0,11-12 0,-11 15 0,-1 0 0,1 0 0,0 1 0,0 0 0,1 0 0,-1 0 0,1 1 0,0 0 0,0 1 0,0 0 0,0 0 0,0 0 0,1 1 0,-1 1 0,14 0 0,-5 1 0,0 1 0,0 1 0,0 1 0,0 1 0,-1 0 0,0 1 0,0 0 0,-1 1 0,1 1 0,-1 1 0,-1 0 0,21 18 0,-26-20 0,-1 1 0,0 0 0,-1 0 0,0 1 0,0 0 0,0 0 0,-2 1 0,1-1 0,4 12 0,-8-14 0,1 0 0,-1 1 0,0-1 0,-1 1 0,0-1 0,0 1 0,0 0 0,-1 0 0,-1-1 0,1 1 0,-1 0 0,0-1 0,-1 1 0,-2 7 0,-1-4 0,0 1 0,-1-1 0,0 0 0,-1-1 0,0 1 0,-1-1 0,0-1 0,0 1 0,-1-2 0,0 1 0,-1-1 0,0 0 0,0-1 0,0 0 0,-1-1 0,0 0 0,-1-1 0,1 0 0,-1-1 0,-24 6 0,35-10 0,0 1 0,-1-1 0,1 0 0,0 0 0,0 0 0,0 0 0,0 0 0,-1 0 0,1 0 0,0 0 0,0 0 0,0-1 0,0 1 0,0 0 0,0-1 0,0 1 0,0-1 0,0 1 0,0-1 0,0 0 0,-1 0 0,1 0 0,1 0 0,-1 0 0,1 0 0,0 1 0,-1-1 0,1 0 0,0 0 0,0 0 0,0 0 0,0 0 0,0 0 0,0 0 0,0 0 0,0 0 0,0 0 0,0 0 0,0 1 0,0-1 0,1 0 0,-1-1 0,3-4 0,-1 1 0,1-1 0,0 1 0,0 0 0,1 0 0,6-7 0,2-1 0,1 1 0,0 1 0,1 0 0,1 1 0,-1 1 0,1 0 0,1 1 0,0 0 0,30-9 0,-31 12 0,1 1 0,0 1 0,0 0 0,0 1 0,0 1 0,0 0 0,0 1 0,1 1 0,-1 0 0,29 7 0,-38-5 0,0-1 0,0 1 0,0 1 0,-1-1 0,1 1 0,-1 0 0,1 1 0,-2-1 0,1 1 0,0 0 0,-1 1 0,0-1 0,0 1 0,0 0 0,-1 1 0,0-1 0,0 1 0,-1-1 0,0 1 0,0 0 0,0 1 0,-1-1 0,0 0 0,-1 1 0,0-1 0,1 11 0,-1-9 0,0 1 0,-1-1 0,0 1 0,-1-1 0,0 1 0,-1-1 0,0 0 0,0 1 0,0-1 0,-2 0 0,1 0 0,-1-1 0,0 1 0,-1-1 0,0 0 0,0 0 0,-1 0 0,0-1 0,0 0 0,-14 12 0,15-15 0,-1 0 0,0-1 0,0 0 0,0-1 0,0 1 0,-1-1 0,1 0 0,-1-1 0,-10 2 0,15-3 0,1 1 0,-1-1 0,1 0 0,-1 0 0,1 0 0,-1 0 0,0 0 0,1 0 0,-1 0 0,1-1 0,-1 1 0,1-1 0,-1 1 0,1-1 0,-1 1 0,1-1 0,-1 0 0,1 0 0,0 1 0,-1-1 0,1 0 0,0 0 0,0-1 0,0 1 0,0 0 0,0 0 0,0 0 0,0-1 0,0 1 0,0 0 0,1-1 0,-1 1 0,0-1 0,1 1 0,0-1 0,-1 1 0,1-1 0,0 1 0,-1-1 0,1 0 0,0 1 0,0-1 0,0 1 0,1-4 0,0-2 0,1 0 0,0 0 0,0 0 0,0 1 0,1-1 0,0 0 0,0 1 0,1 0 0,-1 0 0,2 0 0,-1 0 0,0 0 0,1 1 0,9-8 0,3-1 0,0 0 0,0 2 0,32-19 0,-5 8 0,1 2 0,0 1 0,2 3 0,0 2 0,0 1 0,1 3 0,53-5 0,-96 15 0,0 1 0,1-1 0,-1 1 0,0 0 0,1 1 0,7 1 0,-12-2 0,1 1 0,-1-1 0,0 1 0,0 0 0,1-1 0,-1 1 0,0 0 0,0 0 0,0 0 0,0 0 0,0 0 0,0 0 0,0 0 0,0 0 0,0 0 0,0 0 0,-1 0 0,1 1 0,0-1 0,-1 0 0,1 1 0,-1-1 0,1 0 0,-1 1 0,0-1 0,0 1 0,0-1 0,0 3 0,0 13 0,-1-1 0,-1 1 0,-1-1 0,0 0 0,-8 22 0,4-14 0,-4 29 0,10-45 0,0-1 0,1 1 0,0-1 0,0 0 0,1 1 0,0-1 0,0 0 0,3 10 0,-4-16 0,1 1 0,-1-1 0,1 1 0,0-1 0,0 1 0,0-1 0,-1 0 0,1 0 0,1 1 0,-1-1 0,0 0 0,0 0 0,0 0 0,1 0 0,-1 0 0,0 0 0,3 1 0,-2-2 0,1 1 0,-1-1 0,0 0 0,0 0 0,1 0 0,-1 0 0,0 0 0,0 0 0,1 0 0,-1-1 0,0 1 0,0-1 0,0 0 0,0 1 0,1-1 0,1-2 0,5-1 0,0-1 0,-1 0 0,0-1 0,0 0 0,0 0 0,0 0 0,-1-1 0,0-1 0,-1 1 0,0-1 0,0 0 0,7-12 0,-10 15 0,-1-1 0,1 1 0,-1-1 0,0 1 0,0-1 0,-1 0 0,0 1 0,0-1 0,0 0 0,-1 0 0,0 0 0,0 0 0,0 0 0,-1 0 0,0 0 0,0 1 0,0-1 0,-1 0 0,0 1 0,0-1 0,0 1 0,-4-6 0,1 2 0,-1 1 0,-1 0 0,1 0 0,-1 0 0,-1 1 0,1 0 0,-17-11 0,18 13 0,0 1 0,-1 1 0,1-1 0,-1 1 0,1 0 0,-1 1 0,0 0 0,0 0 0,-1 0 0,1 1 0,-13-1 0,12 3 0,7 2 0,14 5 0,25 7 0,12-3 0,0-1 0,0-3 0,1-2 0,0-2 0,0-3 0,1-1 0,77-12 0,-112 11 0,-17 1 0,0 0 0,1 0 0,-1 0 0,0 0 0,0 0 0,0 0 0,0 0 0,0 0 0,0 0 0,0 0 0,0 0 0,0 0 0,1 0 0,-1 0 0,0 0 0,0 0 0,0 0 0,0 0 0,0 0 0,0 0 0,0 0 0,0 0 0,0 0 0,0 0 0,1 0 0,-1 0 0,0 0 0,0 0 0,0 0 0,0 0 0,0 0 0,0 0 0,0 0 0,0 1 0,0-1 0,0 0 0,0 0 0,0 0 0,0 0 0,0 0 0,0 0 0,0 0 0,0 0 0,0 0 0,0 0 0,0 1 0,0-1 0,0 0 0,0 0 0,0 0 0,0 0 0,0 0 0,0 0 0,0 0 0,0 0 0,0 0 0,0 1 0,0-1 0,-20 14 0,0-1 0,12-6 0,1 0 0,0 1 0,0 0 0,0 0 0,1 1 0,0 0 0,1 0 0,0 0 0,1 1 0,-1-1 0,-4 19 0,7-21 0,0 0 0,1 0 0,0 0 0,0 0 0,0 0 0,1 0 0,0 0 0,0 1 0,1-1 0,0 0 0,0 0 0,1 0 0,0 0 0,0 0 0,1-1 0,0 1 0,0 0 0,4 6 0,-4-9 0,0 0 0,0-1 0,0 1 0,0-1 0,0 0 0,1 0 0,-1 0 0,1 0 0,0-1 0,0 1 0,0-1 0,0 0 0,0 0 0,0-1 0,1 1 0,-1-1 0,1 0 0,-1 0 0,1-1 0,-1 1 0,1-1 0,0 0 0,-1 0 0,1 0 0,-1-1 0,1 1 0,-1-1 0,1-1 0,-1 1 0,8-3 0,2-3 0,0 0 0,0 0 0,-1-1 0,0-1 0,0 0 0,-1-1 0,21-20 0,-20 14 0,0 0 0,-1-1 0,0 0 0,-1-1 0,-1-1 0,-1 1 0,-1-1 0,-1-1 0,0 0 0,-1 0 0,5-36 0,-6 19 0,-2 0 0,-1 0 0,-2 0 0,-1 0 0,-11-64 0,10 90 0,1 3 0,0-1 0,-1 1 0,0 0 0,0 0 0,-1 0 0,0 0 0,0 0 0,-1 0 0,-5-9 0,8 17 0,1-1 0,0 1 0,0-1 0,0 1 0,-1-1 0,1 1 0,0 0 0,-1-1 0,1 1 0,0-1 0,-1 1 0,1 0 0,-1-1 0,1 1 0,-1 0 0,1-1 0,0 1 0,-1 0 0,1 0 0,-1 0 0,1-1 0,-1 1 0,1 0 0,-1 0 0,0 0 0,1 0 0,-1 0 0,1 0 0,-1 0 0,1 0 0,-1 0 0,1 0 0,-1 0 0,1 0 0,-1 0 0,1 1 0,-1-1 0,1 0 0,-1 0 0,1 0 0,-1 1 0,1-1 0,-1 0 0,1 1 0,0-1 0,-1 0 0,1 1 0,-1-1 0,1 1 0,0-1 0,0 0 0,-1 1 0,1-1 0,0 1 0,0-1 0,-1 1 0,1-1 0,0 1 0,0-1 0,0 1 0,0-1 0,0 1 0,0 1 0,-7 36 0,5-2 0,2 1 0,2-1 0,7 46 0,29 107 0,-37-184 0,12 51 0,3-1 0,44 105 0,-55-150 0,0-1 0,0 0 0,1 0 0,1 0 0,-1 0 0,16 14 0,-20-22 0,-1 1 0,1 0 0,0 0 0,0-1 0,0 0 0,1 1 0,-1-1 0,0 0 0,0 0 0,1 0 0,-1 0 0,1 0 0,-1-1 0,0 1 0,1-1 0,-1 1 0,1-1 0,0 0 0,-1 0 0,1 0 0,-1 0 0,1-1 0,-1 1 0,1-1 0,-1 1 0,1-1 0,-1 0 0,0 0 0,1 0 0,-1 0 0,0-1 0,0 1 0,0-1 0,2-1 0,10-11-1365,-2-1-5461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2:39.548"/>
    </inkml:context>
    <inkml:brush xml:id="br0">
      <inkml:brushProperty name="width" value="0.05" units="cm"/>
      <inkml:brushProperty name="height" value="0.05" units="cm"/>
      <inkml:brushProperty name="color" value="#FFFFFF"/>
    </inkml:brush>
  </inkml:definitions>
  <inkml:trace contextRef="#ctx0" brushRef="#br0">0 407 24575,'15'-1'0,"-13"1"0,-1 0 0,0 0 0,1-1 0,-1 1 0,1 0 0,-1 0 0,1 0 0,-1 1 0,0-1 0,1 0 0,-1 0 0,0 1 0,1-1 0,-1 1 0,0-1 0,1 1 0,-1 0 0,0 0 0,0-1 0,0 1 0,1 0 0,-1 0 0,0 0 0,0 0 0,0 0 0,-1 0 0,1 0 0,0 0 0,0 1 0,-1-1 0,2 2 0,28 53 0,8 14 0,-34-64 0,1 0 0,-1 0 0,1 0 0,0-1 0,1 1 0,-1-1 0,13 8 0,-15-11 0,1-1 0,0 0 0,-1 1 0,1-1 0,0 0 0,0-1 0,0 1 0,0-1 0,0 0 0,0 0 0,0 0 0,-1 0 0,1 0 0,0-1 0,0 0 0,0 0 0,0 0 0,-1 0 0,7-3 0,7-5 0,0 1 0,27-20 0,-35 22 0,241-164 238,21-14-259,7 20-1561,-209 129-5244</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2.077"/>
    </inkml:context>
    <inkml:brush xml:id="br0">
      <inkml:brushProperty name="width" value="0.05" units="cm"/>
      <inkml:brushProperty name="height" value="0.05" units="cm"/>
      <inkml:brushProperty name="color" value="#FFFFFF"/>
    </inkml:brush>
  </inkml:definitions>
  <inkml:trace contextRef="#ctx0" brushRef="#br0">614 204 24575,'2'-2'0,"0"-1"0,-1 1 0,1-1 0,-1 1 0,1-1 0,-1 0 0,0 0 0,0 0 0,0 0 0,0 0 0,-1 0 0,1-4 0,1-42 0,-2 33 0,0 8 0,0-1 0,0 1 0,-1 0 0,0 0 0,0-1 0,-4-11 0,4 18 0,0 1 0,1-1 0,-1 1 0,0-1 0,0 0 0,0 1 0,0 0 0,0-1 0,0 1 0,0-1 0,-1 1 0,1 0 0,0 0 0,-1 0 0,1 0 0,-1 0 0,1 0 0,-1 0 0,0 1 0,1-1 0,-1 0 0,0 1 0,1-1 0,-1 1 0,0 0 0,0 0 0,1-1 0,-1 1 0,0 0 0,0 0 0,0 1 0,1-1 0,-1 0 0,0 1 0,-3 0 0,-10 5 0,-1-1 0,1 2 0,0 0 0,1 1 0,-1 0 0,2 1 0,-23 19 0,-4 7 0,-36 43 0,41-39 0,1 3 0,2 0 0,2 2 0,2 2 0,3 0 0,1 1 0,-24 70 0,34-79 0,3 1 0,1 0 0,2 0 0,2 1 0,2-1 0,1 1 0,2 1 0,2-1 0,1 0 0,11 56 0,-9-79 0,0 1 0,1-1 0,1 0 0,1 0 0,0-1 0,1 1 0,0-2 0,2 1 0,0-1 0,0-1 0,2 0 0,0 0 0,0-1 0,1-1 0,1 0 0,0 0 0,0-2 0,1 0 0,1 0 0,-1-2 0,2 0 0,23 9 0,-7-8 0,1-1 0,-1-1 0,1-2 0,0-1 0,0-2 0,0-1 0,0-2 0,43-6 0,-27 0 0,0-3 0,0-2 0,-1-2 0,90-39 0,-97 32 0,-1-1 0,-1-2 0,0-1 0,-2-3 0,-1-1 0,-2-1 0,-1-3 0,-1 0 0,-2-2 0,29-41 0,-40 46 0,-1 0 0,-1-1 0,-2-1 0,-1-1 0,-1 0 0,-2-1 0,-1 0 0,-2-1 0,-2 0 0,-1 0 0,-1-1 0,-2 0 0,-3-60 0,-2 71 0,-2 1 0,0 0 0,-1 0 0,-1 1 0,-1-1 0,-2 1 0,0 1 0,-1-1 0,-1 2 0,-17-25 0,18 32 0,0 1 0,0 0 0,-2 1 0,1 0 0,-2 1 0,1 0 0,-2 1 0,1 1 0,-1 0 0,-1 0 0,1 2 0,-1 0 0,-1 0 0,1 1 0,-29-6 0,23 9-124,0 1 0,-1 0 0,1 2 0,-1 0 0,1 2 0,-1 0-1,1 2 1,0 0 0,0 1 0,-26 10 0,-4 5-6702</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2.701"/>
    </inkml:context>
    <inkml:brush xml:id="br0">
      <inkml:brushProperty name="width" value="0.05" units="cm"/>
      <inkml:brushProperty name="height" value="0.05" units="cm"/>
      <inkml:brushProperty name="color" value="#FFFFFF"/>
    </inkml:brush>
  </inkml:definitions>
  <inkml:trace contextRef="#ctx0" brushRef="#br0">267 98 24575,'5'-10'0,"0"1"0,1 0 0,0 0 0,0 0 0,1 1 0,0 0 0,0 0 0,14-11 0,-21 19 0,0 0 0,0 0 0,0 0 0,0 0 0,0 0 0,0 0 0,0 0 0,0 0 0,1 0 0,-1 0 0,0 0 0,0 0 0,0-1 0,0 1 0,0 0 0,0 0 0,0 0 0,0 0 0,0 0 0,0 0 0,0 0 0,0 0 0,0 0 0,0 0 0,0 0 0,1 0 0,-1 0 0,0 0 0,0 0 0,0 0 0,0 0 0,0 0 0,0 0 0,0 0 0,0 0 0,0 0 0,0 0 0,0 0 0,0 0 0,0 0 0,0 0 0,1 0 0,-1 0 0,0 1 0,0-1 0,0 0 0,0 0 0,0 0 0,0 0 0,0 0 0,0 0 0,0 0 0,0 0 0,0 0 0,0 0 0,0 0 0,0 0 0,0 0 0,0 0 0,0 0 0,0 1 0,0-1 0,0 0 0,0 0 0,0 0 0,0 0 0,0 0 0,0 0 0,0 0 0,-3 8 0,-8 10 0,-47 72 0,-9 10 0,-83 168 0,138-241 0,-16 53 0,25-69 0,1-1 0,0 1 0,0 0 0,1 0 0,1 0 0,0-1 0,0 1 0,3 15 0,-2-23 0,0 1 0,0-1 0,0 0 0,1 1 0,-1-1 0,1 0 0,0 0 0,0 0 0,0 0 0,1 0 0,-1-1 0,1 1 0,-1 0 0,1-1 0,0 0 0,0 0 0,0 0 0,0 0 0,0 0 0,0-1 0,1 1 0,-1-1 0,1 0 0,-1 0 0,5 1 0,10 1 0,0-1 0,0 0 0,34-2 0,-34 0 0,309 5 0,-81 1 0,-225-6 0,-1 0 0,0-2 0,0 0 0,0-1 0,27-8 0,-39 9 0,0-1 0,1-1 0,-2 0 0,1 0 0,0 0 0,-1-1 0,0 0 0,0-1 0,0 1 0,-1-1 0,0-1 0,0 1 0,-1-1 0,10-14 0,-7 5 0,0 0 0,-1-1 0,0 1 0,-2-2 0,0 1 0,-1-1 0,-1 1 0,0-1 0,-1 0 0,-1 0 0,-2-23 0,-1 13 0,-1-1 0,-1 1 0,-2 1 0,0-1 0,-2 1 0,-17-38 0,16 45 0,-1 1 0,0 0 0,-2 0 0,0 1 0,-1 1 0,-1 0 0,-1 0 0,0 2 0,-1 0 0,-24-18 0,21 23-1365,6 5-5461</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3.387"/>
    </inkml:context>
    <inkml:brush xml:id="br0">
      <inkml:brushProperty name="width" value="0.05" units="cm"/>
      <inkml:brushProperty name="height" value="0.05" units="cm"/>
      <inkml:brushProperty name="color" value="#FFFFFF"/>
    </inkml:brush>
  </inkml:definitions>
  <inkml:trace contextRef="#ctx0" brushRef="#br0">649 175 24575,'1'-2'0,"1"-1"0,-1 1 0,1-1 0,-1 1 0,0-1 0,0 0 0,0 1 0,0-1 0,0 0 0,-1 0 0,1 0 0,-1 1 0,0-1 0,0 0 0,0-4 0,0-1 0,-1-1 0,0 1 0,-4-16 0,3 19 0,1 1 0,0 0 0,-1 0 0,0 0 0,0 0 0,-1 0 0,1 1 0,-1-1 0,1 1 0,-1-1 0,0 1 0,0 0 0,-1 0 0,1 0 0,-6-3 0,4 3 0,0 1 0,-1-1 0,1 1 0,-1 0 0,0 1 0,0-1 0,0 1 0,1 0 0,-1 1 0,-8-1 0,-1 2 0,0 1 0,1 0 0,-1 0 0,1 2 0,-1-1 0,1 2 0,1 0 0,-21 11 0,7-1 0,1 2 0,1 0 0,1 2 0,0 1 0,1 1 0,2 1 0,0 0 0,1 2 0,2 0 0,0 2 0,2 0 0,-24 50 0,23-39 0,3 0 0,1 1 0,1 0 0,2 1 0,2 0 0,2 1 0,2 0 0,1 0 0,3 56 0,1-79 0,1 0 0,1 0 0,0-1 0,1 1 0,1-1 0,1 0 0,0 0 0,1-1 0,17 28 0,-17-33 0,0 0 0,1 0 0,0-1 0,0-1 0,1 1 0,1-1 0,-1-1 0,1 0 0,0 0 0,1-1 0,0 0 0,0-1 0,0 0 0,17 5 0,-2-4 0,0-1 0,0-1 0,1-1 0,-1-2 0,1 0 0,-1-2 0,1-1 0,-1-1 0,0-1 0,0-2 0,0 0 0,0-2 0,26-11 0,-23 6 0,-1 0 0,0-2 0,-2-1 0,1-1 0,-2-1 0,-1-1 0,0-1 0,-1-1 0,-1-2 0,36-47 0,-40 42 0,0-1 0,-2-1 0,-2 0 0,0-1 0,-2-1 0,-1 0 0,-2 0 0,-1-1 0,3-35 0,-8 46 0,-1-1 0,-1 0 0,-1 0 0,-1 0 0,-1 1 0,-1-1 0,0 1 0,-2-1 0,-1 1 0,-1 1 0,-1-1 0,-1 1 0,0 0 0,-16-24 0,19 37 0,0 0 0,-1-1 0,0 2 0,0-1 0,-1 1 0,1 0 0,-2 1 0,1 0 0,-1 0 0,0 1 0,0 0 0,0 1 0,-1 0 0,1 0 0,-1 1 0,0 0 0,0 1 0,0 0 0,-1 0 0,1 1 0,0 1 0,-1-1 0,1 2 0,0-1 0,-1 2 0,1-1 0,-15 6 0,-34 12-1365,8 4-5461</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4.011"/>
    </inkml:context>
    <inkml:brush xml:id="br0">
      <inkml:brushProperty name="width" value="0.05" units="cm"/>
      <inkml:brushProperty name="height" value="0.05" units="cm"/>
      <inkml:brushProperty name="color" value="#FFFFFF"/>
    </inkml:brush>
  </inkml:definitions>
  <inkml:trace contextRef="#ctx0" brushRef="#br0">520 252 24575,'2'-2'0,"0"-1"0,-1 0 0,1 0 0,-1 0 0,0-1 0,0 1 0,0 0 0,0-1 0,0 1 0,0-7 0,1-4 0,4-11 0,4-19 0,7-65 0,-19 92 0,2 17 0,0 0 0,0-1 0,0 1 0,0 0 0,0 0 0,-1 0 0,1 0 0,0 0 0,0 0 0,0 0 0,0 0 0,-1 0 0,1-1 0,0 1 0,0 0 0,0 0 0,0 0 0,-1 0 0,1 0 0,0 0 0,0 0 0,0 0 0,0 0 0,-1 0 0,1 0 0,0 0 0,0 0 0,0 1 0,0-1 0,-1 0 0,1 0 0,0 0 0,0 0 0,0 0 0,0 0 0,-1 0 0,1 0 0,0 0 0,0 1 0,0-1 0,0 0 0,0 0 0,-19 26 0,-123 301 0,89-195 0,-113 242 0,43-99 0,110-247 0,-18 47 0,28-67 0,0 1 0,1 0 0,0 0 0,1 0 0,0 1 0,0 11 0,1-18 0,0 0 0,1 0 0,-1 0 0,1 0 0,0 0 0,0-1 0,0 1 0,0 0 0,0 0 0,1-1 0,-1 1 0,1-1 0,-1 1 0,1-1 0,3 4 0,0-3 0,-1 1 0,0-1 0,1 0 0,-1 0 0,1 0 0,0-1 0,10 4 0,5 0 0,1-1 0,-1-1 0,32 1 0,-39-3 0,119 7 0,217-13 0,-279 0 0,122-24 0,-170 23 0,0 0 0,0-2 0,-1-1 0,1 0 0,-2-2 0,1 0 0,-1-1 0,-1-2 0,26-20 0,-32 21 0,-2-1 0,0 0 0,0-1 0,-1 0 0,-1-1 0,0 0 0,-1 0 0,-1-1 0,0 0 0,8-31 0,-4 0 0,-1-1 0,4-77 0,-4-159 0,-12 244 0,-2 0 0,-1 0 0,-2 1 0,-2-1 0,-14-38 0,21 72-85,1 0 0,-2 0-1,1 0 1,-1 1 0,0-1-1,0 1 1,0 0 0,-1 0-1,0 0 1,0 0 0,0 1-1,-1 0 1,1-1 0,-1 2-1,-6-5 1,-4 2-6741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4.633"/>
    </inkml:context>
    <inkml:brush xml:id="br0">
      <inkml:brushProperty name="width" value="0.05" units="cm"/>
      <inkml:brushProperty name="height" value="0.05" units="cm"/>
      <inkml:brushProperty name="color" value="#FFFFFF"/>
    </inkml:brush>
  </inkml:definitions>
  <inkml:trace contextRef="#ctx0" brushRef="#br0">426 281 24575,'7'-7'0,"-1"0"0,0 0 0,0-1 0,-1 0 0,0 0 0,-1 0 0,1-1 0,-2 1 0,1-1 0,-1 0 0,0 0 0,-1-1 0,2-17 0,-4 25 0,1-1 0,-1 1 0,0 0 0,-1-1 0,1 1 0,0-1 0,-1 1 0,0 0 0,1-1 0,-1 1 0,0 0 0,0 0 0,0 0 0,0 0 0,-1-1 0,1 2 0,0-1 0,-1 0 0,0 0 0,1 0 0,-1 1 0,0-1 0,0 1 0,0-1 0,0 1 0,0 0 0,0 0 0,0 0 0,0 0 0,-1 0 0,1 0 0,0 0 0,-1 1 0,1 0 0,0-1 0,-1 1 0,1 0 0,-1 0 0,-1 0 0,-5 1 0,0 0 0,0 1 0,1-1 0,-1 2 0,1-1 0,0 1 0,0 1 0,0-1 0,-12 9 0,-2 3 0,1 1 0,1 1 0,0 1 0,1 1 0,2 1 0,0 0 0,0 1 0,-17 32 0,10-12 0,2 2 0,2 0 0,-25 82 0,36-96 0,2 1 0,0 0 0,2 0 0,2 1 0,1-1 0,1 1 0,1 0 0,6 38 0,-4-54 0,1 0 0,1-1 0,0 1 0,0-1 0,2 0 0,0 0 0,0 0 0,2-1 0,-1 0 0,2-1 0,0 1 0,0-2 0,1 1 0,0-1 0,1-1 0,0 0 0,1 0 0,22 13 0,-12-12 0,1 0 0,0-1 0,0-2 0,1 0 0,0-2 0,0 0 0,1-2 0,0-1 0,-1-1 0,1 0 0,0-2 0,36-5 0,-27 1 0,0-2 0,-1-1 0,0-1 0,-1-2 0,0-2 0,0 0 0,-1-3 0,47-28 0,-57 29 0,0-1 0,-2-2 0,0 1 0,0-2 0,-2-1 0,0 0 0,-1-1 0,-2 0 0,0-2 0,-1 1 0,0-2 0,-2 0 0,-1 0 0,-1-1 0,-1 0 0,-1 0 0,-1-1 0,-2 0 0,0 0 0,-1 0 0,-2-1 0,0 1 0,-2-1 0,-6-40 0,1 30 0,-2 2 0,-1-1 0,-1 1 0,-2 0 0,-28-55 0,31 71 0,-2 0 0,0 0 0,-1 1 0,-1 0 0,-1 1 0,0 1 0,-1 0 0,0 1 0,-1 1 0,-1 0 0,-19-11 0,24 18-151,1 1-1,-1 0 0,0 0 0,0 1 1,0 1-1,0 0 0,-1 1 1,-17-1-1,-25 3-6674</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5.176"/>
    </inkml:context>
    <inkml:brush xml:id="br0">
      <inkml:brushProperty name="width" value="0.05" units="cm"/>
      <inkml:brushProperty name="height" value="0.05" units="cm"/>
      <inkml:brushProperty name="color" value="#FFFFFF"/>
    </inkml:brush>
  </inkml:definitions>
  <inkml:trace contextRef="#ctx0" brushRef="#br0">438 219 24575,'-5'-19'0,"-5"-36"0,-2-13 0,10 62 0,0 0 0,0 1 0,-1-1 0,1 0 0,-1 1 0,0-1 0,-1 1 0,-6-8 0,9 11 0,-1 1 0,1-1 0,-1 1 0,0-1 0,1 1 0,-1 0 0,0-1 0,0 1 0,0 0 0,0 0 0,0 1 0,0-1 0,0 0 0,0 1 0,-1-1 0,1 1 0,0 0 0,0-1 0,0 1 0,-5 1 0,3-1 0,0 1 0,-1 1 0,1-1 0,0 1 0,0-1 0,0 1 0,0 0 0,0 1 0,-6 4 0,-3 4 0,0 1 0,1 0 0,1 1 0,-15 19 0,0 7 0,2 0 0,2 2 0,1 0 0,-20 58 0,22-40 0,1 0 0,-15 107 0,29-143 0,2 0 0,0 0 0,1 1 0,5 38 0,-3-54 0,1 0 0,0 0 0,0 0 0,0-1 0,1 1 0,0 0 0,1-1 0,0 0 0,0 0 0,1 0 0,-1 0 0,1-1 0,1 1 0,-1-1 0,1-1 0,11 9 0,-4-5 0,0-2 0,1 1 0,0-2 0,0 0 0,0-1 0,1 0 0,0-1 0,0-1 0,0 0 0,25 1 0,-1-3 0,1-1 0,75-11 0,-54 1 0,-1-3 0,-1-2 0,0-4 0,-1-1 0,-1-3 0,-1-3 0,82-51 0,-120 66 0,-1-1 0,0-1 0,0 0 0,-2-2 0,0 1 0,26-34 0,-36 40 0,1 0 0,-1-1 0,-1 1 0,0-1 0,0 0 0,-1 0 0,0-1 0,0 1 0,-1-1 0,0 1 0,-1-1 0,0 0 0,-1 0 0,0 1 0,0-1 0,-1 0 0,-2-11 0,-3-1 0,0 1 0,-2 0 0,0 0 0,-1 0 0,-23-37 0,13 29 0,-1 0 0,-2 1 0,-28-27 0,39 45-195,0 0 0,-1 0 0,0 1 0,0 1 0,-1 0 0,-25-11 0,19 11-6631</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9.157"/>
    </inkml:context>
    <inkml:brush xml:id="br0">
      <inkml:brushProperty name="width" value="0.05" units="cm"/>
      <inkml:brushProperty name="height" value="0.05" units="cm"/>
      <inkml:brushProperty name="color" value="#FFFFFF"/>
    </inkml:brush>
  </inkml:definitions>
  <inkml:trace contextRef="#ctx0" brushRef="#br0">532 785 24575,'0'-6'0,"1"1"0,1-1 0,-1 1 0,1-1 0,0 1 0,4-8 0,3-8 0,2-22 0,-10 40 0,0 0 0,-1 0 0,0 0 0,1 0 0,-1-1 0,-1 1 0,1 0 0,0 0 0,-1 0 0,1 0 0,-1 0 0,-1-3 0,1 5 0,0 0 0,0 0 0,0 0 0,0 0 0,0 1 0,-1-1 0,1 0 0,0 1 0,0-1 0,-1 1 0,1-1 0,0 1 0,-1-1 0,1 1 0,-1 0 0,1 0 0,0 0 0,-1 0 0,1 0 0,-1 0 0,1 0 0,0 0 0,-1 0 0,1 1 0,0-1 0,-1 1 0,1-1 0,0 1 0,-2 0 0,-42 20 0,14-3 0,0 3 0,2 0 0,-45 43 0,-68 88 0,118-123 0,1 1 0,2 0 0,1 2 0,1 0 0,-21 53 0,35-71 0,0 1 0,1 0 0,1 0 0,0 0 0,1 0 0,0 30 0,2-34 0,2 0 0,-1-1 0,1 1 0,1 0 0,0-1 0,0 1 0,1-1 0,0 0 0,1 0 0,10 16 0,-6-14 0,0 0 0,1 0 0,1-1 0,0 0 0,0-1 0,1 0 0,20 13 0,-12-11 0,1-1 0,0-1 0,0-1 0,32 9 0,-6-6 0,1-3 0,0-1 0,0-3 0,55-1 0,4-5 0,-108 1 0,1 0 0,0 0 0,0 0 0,0 1 0,0-1 0,-1 0 0,1 0 0,0 0 0,0 0 0,0 1 0,0-1 0,0 0 0,0 0 0,-1 0 0,1 1 0,0-1 0,0 0 0,0 0 0,0 1 0,0-1 0,0 0 0,0 0 0,0 0 0,0 1 0,0-1 0,0 0 0,0 0 0,0 1 0,0-1 0,0 0 0,1 0 0,-1 0 0,0 1 0,0-1 0,0 0 0,0 0 0,0 0 0,0 1 0,1-1 0,-1 0 0,0 0 0,0 0 0,0 0 0,0 1 0,1-1 0,-1 0 0,0 0 0,0 0 0,0 0 0,1 0 0,-1 0 0,0 0 0,0 0 0,0 0 0,1 0 0,-1 0 0,0 0 0,0 0 0,1 0 0,-1 0 0,0 0 0,0 0 0,1 0 0,-1 0 0,0 0 0,0 0 0,0 0 0,1 0 0,-18 14 0,14-11 0,-32 25 0,1 1 0,1 2 0,2 2 0,1 0 0,2 2 0,-39 62 0,55-76 0,0 1 0,1 0 0,2 1 0,0-1 0,1 2 0,1-1 0,2 1 0,0 0 0,2 1 0,0-1 0,2 1 0,1-1 0,4 45 0,-1-53 0,1 0 0,0 0 0,1 0 0,0 0 0,1-1 0,1 0 0,1 0 0,0-1 0,1 0 0,13 16 0,-8-13 0,1-2 0,1 0 0,0-1 0,1 0 0,0-1 0,1-1 0,21 10 0,4-2 0,0-2 0,1-2 0,1-2 0,0-2 0,1-2 0,77 7 0,-26-11-78,1-3-1,0-5 1,0-4-1,-1-5 1,0-3-1,124-36 1,-155 30 78,-1-2 0,108-54 0,-129 53 0,-1-3 0,-1-1 0,-2-3 0,53-48 0,-79 68-21,-14 10 21,1 0 1,-1 0 0,0 0 0,0 0 0,0 0 0,0 0 0,0 0-1,0 0 1,1 0 0,-1 0 0,0 0 0,0 0 0,0 0 0,0 0-1,0 0 1,0 0 0,0 0 0,1 0 0,-1 1 0,0-1-1,0 0 1,0 0 0,0 0 0,0 0 0,0 0 0,0 0 0,0 0-1,0 1 1,0-1 0,0 0 0,0 0 0,0 0 0,0 0 0,0 0-1,0 0 1,0 1 0,0-1 0,0 0 0,0 0 0,0 0-1,0 0 1,0 0 0,0 0 0,0 1 0,0-1 0,0 0 0,0 0-1,0 0 1,0 0 0,0 0 0,0 0 0,0 0 0,-1 1 0,-13 31 248,7-17-65,-5 14-170,1 0 0,2 0 1,1 1-1,1 1 0,2-1 1,0 1-1,1 45 0,4-60-15,2 0-1,-1 0 0,2 0 1,0 0-1,1-1 0,12 30 1,-11-34 0,1 0-1,0 0 1,1 0 0,0-1 0,0 0 0,1-1 0,0 0 0,1 0-1,19 15 1,-9-12 1,-1 0 0,2-2 0,0 0 0,0-1 0,0-1 0,1-1 0,0-1 0,33 6 0,10-3 0,104 2 0,-39-11-115,0-6-1,0-5 0,157-35 1,-125 9-39,-2-7-1,169-71 1,-222 72 149,-2-5-1,-2-5 1,185-128-1,-258 157-106,-21 16 274,1 1 1,16-11-1,-22 16-114,1 0-1,0 1 0,-1-1 1,1 1-1,0 0 0,0 0 1,0 0-1,0 0 0,0 0 1,0 1-1,5 0 0,32 0-46,-1-1-1,0-2 0,0-2 1,-1-1-1,1-3 0,-2-1 1,1-2-1,-1-1 1,-1-2-1,64-36 0,-81 38 0,0 0 0,0-1 0,-2-2 0,0 0 0,-1 0 0,0-2 0,-2 0 0,0-1 0,-1-1 0,-1 0 0,0 0 0,-2-2 0,-1 1 0,0-1 0,-2-1 0,0 0 0,-2 0 0,0 0 0,-2-1 0,0 0 0,-2 1 0,-1-47 0,-4 34 0,-1 1 0,-2 0 0,-2 0 0,-1 0 0,-2 1 0,-1 0 0,-1 1 0,-2 1 0,-1 0 0,-2 1 0,-1 1 0,-1 1 0,-40-44 0,37 48 0,-1 1 0,-1 1 0,-2 2 0,0 0 0,-1 2 0,-37-19 0,40 26 0,0 0 0,0 3 0,-1 0 0,0 1 0,-1 1 0,1 2 0,-1 1 0,-32-1 0,46 4 0,-1 2 0,0 0 0,1 0 0,0 1 0,-1 1 0,1 0 0,0 1 0,0 1 0,-19 9 0,28-12 0,0 0 0,0 0 0,1 0 0,-1 1 0,1-1 0,0 1 0,-1 0 0,1 0 0,0 0 0,1 0 0,-1 1 0,1-1 0,-1 1 0,1 0 0,0-1 0,0 1 0,1 0 0,-1 0 0,1 0 0,0 1 0,0-1 0,0 0 0,0 0 0,1 1 0,0-1 0,0 0 0,0 0 0,0 1 0,1-1 0,0 0 0,0 0 0,0 1 0,2 5 0,1-1 0,-1-1 0,1 0 0,1 0 0,0 0 0,0 0 0,0-1 0,1 1 0,0-1 0,1-1 0,-1 1 0,1-1 0,0 0 0,1-1 0,-1 0 0,1 0 0,0-1 0,1 1 0,-1-2 0,1 1 0,0-1 0,-1-1 0,1 0 0,0 0 0,1 0 0,12-1 0,-12 0 0,0-1 0,0 0 0,0-1 0,-1 0 0,1 0 0,0-1 0,0-1 0,-1 1 0,1-2 0,-1 1 0,0-1 0,0-1 0,0 0 0,-1 0 0,0 0 0,0-1 0,0 0 0,0-1 0,-1 0 0,0 0 0,-1-1 0,0 1 0,9-15 0,-8 8 0,0-1 0,-2 0 0,1-1 0,-2 1 0,0-1 0,-1 0 0,0 0 0,-1 0 0,-1 0 0,-1-1 0,-3-27 0,-1 6 0,-3 0 0,-1 1 0,-24-69 0,16 63 0,-3 0 0,-1 1 0,-2 1 0,-2 1 0,-1 1 0,-3 1 0,0 2 0,-3 0 0,-1 2 0,-1 2 0,-2 1 0,-1 1 0,-2 2 0,0 2 0,-2 2 0,0 1 0,-2 2 0,-1 2 0,0 2 0,-1 1 0,-58-11 0,45 17 0,-1 3 0,0 2 0,0 3 0,0 3 0,0 2 0,1 3 0,-95 21 0,16 8 0,3 6 0,-131 60 0,248-94 0,8-3 0,0-1 0,0 0 0,0 0 0,0 0 0,-1-1 0,1-1 0,-13 2 0,20-3 0,0 0 0,0 0 0,0 0 0,0 0 0,0-1 0,0 1 0,0 0 0,0 0 0,0-1 0,1 1 0,-1-1 0,0 1 0,0-1 0,0 1 0,0-1 0,0 1 0,1-1 0,-1 0 0,0 1 0,1-1 0,-1 0 0,0 0 0,1 0 0,-1 1 0,1-1 0,-1 0 0,1 0 0,0 0 0,-1 0 0,1 0 0,0 0 0,0 0 0,-1 0 0,1 0 0,0 0 0,0-1 0,0-6 0,0 1 0,1 0 0,0 0 0,2-9 0,0 0 0,-2 9 0,-1 1 0,1-1 0,-1 1 0,-1-1 0,1 1 0,-1-1 0,0 1 0,-1-1 0,0 1 0,0-1 0,0 1 0,0 0 0,-1 0 0,0 0 0,-1 1 0,1-1 0,-1 1 0,0 0 0,0 0 0,-1 0 0,0 0 0,1 1 0,-2 0 0,1 0 0,0 0 0,-1 0 0,0 1 0,-5-3 0,-10-2 0,1 0 0,-1 1 0,0 1 0,-1 1 0,1 1 0,-1 0 0,-27 1 0,-21 1 0,0 3 0,-117 18 0,-134 51 0,126-3 0,157-50 0,0 1 0,-67 45 0,95-56 0,1 0 0,0 0 0,0 1 0,1 1 0,-11 14 0,14-17 0,1 0 0,1 0 0,-1 1 0,1-1 0,0 1 0,1 0 0,0 0 0,0 0 0,-2 13 0,4-19 0,0 0 0,0 0 0,0-1 0,0 1 0,0 0 0,0 0 0,0-1 0,0 1 0,0 0 0,0 0 0,-1-1 0,1 1 0,0 0 0,0-1 0,-1 1 0,1 0 0,0-1 0,-1 1 0,1 0 0,-1-1 0,1 1 0,-1-1 0,1 1 0,-1-1 0,0 1 0,1-1 0,-1 1 0,1-1 0,-1 0 0,-1 1 0,0-1 0,0-1 0,0 0 0,0 1 0,1-1 0,-1 0 0,0 0 0,1 0 0,-1 0 0,0-1 0,1 1 0,-3-3 0,-175-144 0,134 116 0,0 2 0,-65-32 0,72 44 0,-2 1 0,0 2 0,0 2 0,-2 1 0,-78-11 0,92 21 0,0 0 0,0 2 0,-1 1 0,1 1 0,0 1 0,0 2 0,0 0 0,1 2 0,-50 20 0,42-11 0,1 2 0,1 1 0,1 2 0,0 1 0,2 2 0,1 0 0,-41 45 0,41-36 0,0 2 0,2 1 0,2 1 0,2 1 0,1 2 0,-19 47 0,30-61 0,2 0 0,-9 42 0,16-57 0,0-1 0,1 0 0,0 1 0,1 0 0,0-1 0,1 1 0,0-1 0,0 1 0,6 18 0,-5-25-72,1 1 1,-1 0-1,1-1 0,0 1 0,0-1 0,0 0 0,0 0 0,1 0 1,-1-1-1,1 1 0,0-1 0,1 0 0,-1 0 0,0 0 0,1 0 1,0-1-1,-1 0 0,7 2 0,23 8-6754</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39.841"/>
    </inkml:context>
    <inkml:brush xml:id="br0">
      <inkml:brushProperty name="width" value="0.05" units="cm"/>
      <inkml:brushProperty name="height" value="0.05" units="cm"/>
      <inkml:brushProperty name="color" value="#FFFFFF"/>
    </inkml:brush>
  </inkml:definitions>
  <inkml:trace contextRef="#ctx0" brushRef="#br0">453 105 24575,'-23'-25'0,"18"18"0,-1 1 0,0-1 0,-1 1 0,0 0 0,0 1 0,0-1 0,-13-5 0,11 6 0,-1 1 0,0 1 0,0-1 0,-1 2 0,1-1 0,-1 2 0,1-1 0,-1 1 0,1 1 0,-1 0 0,0 0 0,1 1 0,-1 1 0,1 0 0,-1 0 0,1 1 0,0 0 0,0 1 0,0 0 0,0 0 0,1 1 0,0 1 0,-9 6 0,9-5 0,-1 0 0,2 1 0,-1 0 0,1 0 0,1 1 0,-1 0 0,2 1 0,-1 0 0,1 0 0,1 0 0,0 0 0,0 1 0,1 0 0,0 0 0,1 0 0,0 1 0,1-1 0,0 1 0,1-1 0,0 23 0,2-28 0,-1 0 0,1 1 0,0-1 0,0 0 0,1 1 0,0-1 0,0 0 0,0 0 0,1 0 0,0-1 0,4 7 0,-5-8 0,1-1 0,0 0 0,0 0 0,0 0 0,1 0 0,-1-1 0,1 1 0,-1-1 0,1 0 0,0 0 0,0 0 0,0 0 0,0-1 0,0 1 0,1-1 0,-1 0 0,6 0 0,3 0 0,0 0 0,0-1 0,1-1 0,-1 0 0,0-1 0,0-1 0,0 0 0,-1 0 0,1-1 0,-1-1 0,14-6 0,-11 3 0,0 0 0,0-1 0,-1-1 0,0 0 0,-1-1 0,0 0 0,-1-1 0,12-15 0,-9 7 0,-2-2 0,0 1 0,10-26 0,-18 38 0,-15 66 0,7-32 0,-8 87 0,5 145 0,-7 85 0,11-324 0,-1 0 0,0-1 0,-2 1 0,0-1 0,-1 0 0,-10 21 0,14-33 0,-1-1 0,1 0 0,-1 1 0,0-1 0,0-1 0,0 1 0,0 0 0,-1-1 0,1 1 0,-1-1 0,0 0 0,0 0 0,0-1 0,0 1 0,-1-1 0,1 0 0,0 0 0,-1 0 0,0-1 0,0 0 0,1 0 0,-1 0 0,0 0 0,0-1 0,0 1 0,0-1 0,-8-1 0,5-1 0,0 0 0,0-1 0,0 0 0,0 0 0,1 0 0,-1-1 0,1 0 0,0-1 0,0 1 0,1-1 0,-1-1 0,1 1 0,0-1 0,-7-9 0,1 0 0,0-1 0,1 0 0,1-1 0,0 0 0,-7-20 0,8 14 0,1 0 0,1 0 0,1-1 0,1 0 0,1 0 0,-1-48 0,5 59 0,0 0 0,1 0 0,0 0 0,1 0 0,1 0 0,0 1 0,1-1 0,0 1 0,1 0 0,0 0 0,1 0 0,0 0 0,1 1 0,13-16 0,-14 21 23,0 0 0,0 0 0,1 1-1,0 0 1,0 1 0,0-1 0,1 1-1,-1 1 1,1-1 0,0 1 0,0 1-1,0-1 1,0 1 0,16-1 0,1 1-450,0 1 0,-1 2 1,43 5-1,-23 0-6399</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0.056"/>
    </inkml:context>
    <inkml:brush xml:id="br0">
      <inkml:brushProperty name="width" value="0.05" units="cm"/>
      <inkml:brushProperty name="height" value="0.05" units="cm"/>
      <inkml:brushProperty name="color" value="#FFFFFF"/>
    </inkml:brush>
  </inkml:definitions>
  <inkml:trace contextRef="#ctx0" brushRef="#br0">0 91 24575,'0'-7'0,"2"-39"0,-2 44 0,1 0 0,-1-1 0,1 1 0,-1 0 0,1 0 0,0-1 0,0 1 0,0 0 0,0 0 0,0 0 0,0 0 0,0 0 0,1 0 0,-1 1 0,4-4 0,-5 5 0,1-1 0,-1 1 0,0 0 0,0 0 0,1 0 0,-1 0 0,0 0 0,0 0 0,1 0 0,-1 0 0,0 0 0,0 0 0,1 0 0,-1 0 0,0 0 0,1 0 0,-1 0 0,0 0 0,0 0 0,1 0 0,-1 0 0,0 0 0,0 0 0,1 0 0,-1 0 0,0 1 0,0-1 0,1 0 0,-1 0 0,0 0 0,0 0 0,0 1 0,1-1 0,-1 0 0,0 0 0,0 1 0,0-1 0,0 0 0,0 0 0,1 0 0,-1 1 0,0-1 0,0 0 0,0 1 0,0-1 0,0 0 0,0 1 0,3 14 0,-3-15 0,4 40 0,-2 0 0,-2 0 0,-1-1 0,-2 1 0,-11 52 0,4-57-1365,0-7-5461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0.202"/>
    </inkml:context>
    <inkml:brush xml:id="br0">
      <inkml:brushProperty name="width" value="0.05" units="cm"/>
      <inkml:brushProperty name="height" value="0.05" units="cm"/>
      <inkml:brushProperty name="color" value="#FFFFFF"/>
    </inkml:brush>
  </inkml:definitions>
  <inkml:trace contextRef="#ctx0" brushRef="#br0">1 86 24575,'3'-8'0,"1"-10"0,2-7 0,-1 3 0,-3 9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0.417"/>
    </inkml:context>
    <inkml:brush xml:id="br0">
      <inkml:brushProperty name="width" value="0.05" units="cm"/>
      <inkml:brushProperty name="height" value="0.05" units="cm"/>
      <inkml:brushProperty name="color" value="#FFFFFF"/>
    </inkml:brush>
  </inkml:definitions>
  <inkml:trace contextRef="#ctx0" brushRef="#br0">1 5 24575,'0'1'0,"0"-1"0,0 1 0,1 0 0,-1-1 0,0 1 0,0-1 0,1 1 0,-1-1 0,1 1 0,-1-1 0,0 1 0,1-1 0,-1 1 0,1-1 0,-1 1 0,1-1 0,-1 0 0,1 1 0,0-1 0,-1 0 0,1 1 0,-1-1 0,1 0 0,0 0 0,-1 0 0,1 0 0,0 0 0,-1 1 0,1-1 0,0 0 0,-1 0 0,1 0 0,-1-1 0,1 1 0,0 0 0,-1 0 0,1 0 0,0 0 0,-1-1 0,1 1 0,-1 0 0,1-1 0,0 1 0,-1 0 0,1-1 0,-1 1 0,1 0 0,-1-1 0,1 1 0,-1-1 0,0 1 0,1-1 0,-1 0 0,0 1 0,1-1 0,-1 1 0,0-1 0,0 1 0,1-1 0,-1 0 0,0 1 0,0-1 0,0 0 0,0 1 0,0-1 0,0 0 0,0 0 0,6 21 0,-1 1 0,-1 0 0,2 32 0,-3 67 0,-3-77 0,0-37 1,-8 389-1367,4-349-5460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0.867"/>
    </inkml:context>
    <inkml:brush xml:id="br0">
      <inkml:brushProperty name="width" value="0.05" units="cm"/>
      <inkml:brushProperty name="height" value="0.05" units="cm"/>
      <inkml:brushProperty name="color" value="#FFFFFF"/>
    </inkml:brush>
  </inkml:definitions>
  <inkml:trace contextRef="#ctx0" brushRef="#br0">1 284 24575,'0'0'0,"0"-1"0,0 0 0,1 1 0,-1-1 0,0 0 0,1 1 0,-1-1 0,1 1 0,-1-1 0,0 1 0,1-1 0,-1 1 0,1-1 0,-1 1 0,1 0 0,0-1 0,-1 1 0,1 0 0,-1-1 0,1 1 0,0 0 0,-1 0 0,1 0 0,0-1 0,-1 1 0,1 0 0,0 0 0,-1 0 0,1 0 0,0 0 0,-1 0 0,1 0 0,1 1 0,26 1 0,-27-2 0,10 2 0,66 9 0,97 2 0,-150-13 0,0-1 0,0-1 0,-1 0 0,1-2 0,-1-1 0,0-1 0,0-1 0,34-16 0,-51 20 0,0 0 0,0 0 0,0-1 0,0 0 0,-1 0 0,0 0 0,10-11 0,-13 13 0,-1-1 0,1 1 0,0-1 0,-1 1 0,0-1 0,0 0 0,0 0 0,0 0 0,0 1 0,0-1 0,-1 0 0,1 0 0,-1 0 0,0 0 0,0 0 0,0 0 0,0 0 0,0 0 0,-1 0 0,-1-5 0,-2-4 0,0 1 0,-1-1 0,-1 1 0,0 1 0,0-1 0,-1 1 0,-1 0 0,1 0 0,-2 1 0,1 0 0,-1 0 0,-10-7 0,18 15 0,0 1 0,1-1 0,-1 1 0,0-1 0,1 0 0,-1 1 0,0-1 0,1 1 0,-1 0 0,0-1 0,0 1 0,0 0 0,0-1 0,1 1 0,-1 0 0,0 0 0,0 0 0,0 0 0,0 0 0,0 0 0,0 0 0,0 0 0,1 0 0,-1 0 0,0 0 0,0 0 0,0 1 0,0-1 0,1 0 0,-1 1 0,0-1 0,0 1 0,0-1 0,1 1 0,-1-1 0,0 1 0,1-1 0,-1 1 0,0 0 0,1-1 0,-1 1 0,1 0 0,-1-1 0,1 1 0,0 0 0,-1 0 0,1 0 0,-1 0 0,1-1 0,0 1 0,0 0 0,0 0 0,0 0 0,-1 1 0,0 7 0,-1 1 0,1-1 0,1 19 0,0-25 0,31 347 0,-7-136 0,-21-181 0,9 43 0,-12-76 0,0 0 0,0 0 0,0 0 0,0 0 0,0 0 0,0 0 0,1 0 0,-1 0 0,0 0 0,0 0 0,0 0 0,0 0 0,0 0 0,0 0 0,0-1 0,0 1 0,0 0 0,0 0 0,0 0 0,0 0 0,0 0 0,0 0 0,0 0 0,0 0 0,1 0 0,-1 0 0,0 0 0,0 0 0,0 0 0,0 0 0,0 0 0,0 0 0,0 0 0,0 0 0,0 0 0,0 0 0,0 0 0,0 0 0,0 0 0,1 0 0,-1 0 0,0 0 0,0 0 0,0 0 0,0 1 0,0-1 0,0 0 0,0 0 0,0 0 0,0 0 0,0 0 0,0 0 0,0 0 0,0 0 0,0 0 0,0 0 0,0 0 0,0 0 0,0 0 0,0 0 0,0 0 0,0 1 0,0-1 0,0 0 0,5-10 0,2-14 0,22-113-1365,-24 113-5461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1.418"/>
    </inkml:context>
    <inkml:brush xml:id="br0">
      <inkml:brushProperty name="width" value="0.05" units="cm"/>
      <inkml:brushProperty name="height" value="0.05" units="cm"/>
      <inkml:brushProperty name="color" value="#FFFFFF"/>
    </inkml:brush>
  </inkml:definitions>
  <inkml:trace contextRef="#ctx0" brushRef="#br0">8 335 24575,'0'0'0,"0"0"0,-1 0 0,1 0 0,0 0 0,-1 1 0,1-1 0,0 0 0,-1 0 0,1 0 0,0 0 0,-1 0 0,1 0 0,0 1 0,0-1 0,-1 0 0,1 0 0,0 1 0,0-1 0,-1 0 0,1 0 0,0 1 0,0-1 0,0 0 0,-1 1 0,1-1 0,0 0 0,0 0 0,0 1 0,0-1 0,0 0 0,0 1 0,0-1 0,0 0 0,0 1 0,0-1 0,0 1 0,0-1 0,0 0 0,0 1 0,0-1 0,0 0 0,0 1 0,0-1 0,0 0 0,0 1 0,0-1 0,1 0 0,-1 0 0,0 1 0,0-1 0,0 0 0,1 1 0,11 16 0,-8-13 0,1-2 0,0 1 0,0 0 0,0-1 0,0 0 0,0 0 0,1 0 0,-1-1 0,0 0 0,1 0 0,-1 0 0,1-1 0,0 0 0,-1 0 0,1 0 0,9-2 0,-3 0 0,1-1 0,0 0 0,-1-1 0,0 0 0,0-1 0,13-7 0,-17 7 0,0-1 0,-1 1 0,0-1 0,0-1 0,0 1 0,0-1 0,-1 0 0,-1-1 0,1 0 0,-1 1 0,0-2 0,-1 1 0,0 0 0,0-1 0,-1 0 0,0 0 0,2-13 0,0-2 0,-1-1 0,-2 1 0,0-1 0,-2 1 0,-4-38 0,4 61 0,0-1 0,0 0 0,0 0 0,-1 0 0,1 0 0,-1 0 0,0 1 0,1-1 0,-1 0 0,0 1 0,-1-3 0,1 3 0,1 1 0,0 0 0,0 0 0,0 0 0,0 0 0,0 0 0,-1 0 0,1-1 0,0 1 0,0 0 0,0 0 0,0 0 0,-1 0 0,1 0 0,0 0 0,0 0 0,0 0 0,-1 0 0,1 0 0,0 0 0,0 0 0,0 0 0,-1 0 0,1 0 0,0 0 0,0 0 0,0 0 0,0 0 0,-1 0 0,1 1 0,0-1 0,0 0 0,0 0 0,0 0 0,-1 0 0,1 0 0,-7 14 0,-1 15 0,1-1 0,2 1 0,-3 38 0,3 92 0,5-124 0,0-11 0,1 114 0,1-111 0,0 0 0,3-1 0,6 28 0,-2-30-1365,0-8-5461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1.725"/>
    </inkml:context>
    <inkml:brush xml:id="br0">
      <inkml:brushProperty name="width" value="0.05" units="cm"/>
      <inkml:brushProperty name="height" value="0.05" units="cm"/>
      <inkml:brushProperty name="color" value="#FFFFFF"/>
    </inkml:brush>
  </inkml:definitions>
  <inkml:trace contextRef="#ctx0" brushRef="#br0">20 52 24575,'12'-32'0,"-12"29"0,-1 5 0,-3 18 0,-6 36 0,2 0 0,-1 73 0,9-106 0,1 1 0,1-1 0,0 0 0,2 0 0,1 0 0,1-1 0,1 1 0,13 28 0,-19-48 0,0 0 0,1-1 0,-1 1 0,1-1 0,-1 0 0,1 0 0,0 1 0,0-1 0,0 0 0,0 0 0,0-1 0,0 1 0,1 0 0,-1-1 0,5 3 0,-5-4 0,0 1 0,0-1 0,0 0 0,0 1 0,1-1 0,-1 0 0,0-1 0,0 1 0,0 0 0,0-1 0,0 1 0,0-1 0,0 1 0,0-1 0,0 0 0,-1 0 0,1 0 0,0 0 0,0 0 0,-1 0 0,1-1 0,1-1 0,8-6 0,-1-2 0,0 1 0,0-2 0,-2 1 0,1-1 0,12-24 0,33-86 0,-40 87 0,16-39-682,28-104-1,-51 151-6143</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2.346"/>
    </inkml:context>
    <inkml:brush xml:id="br0">
      <inkml:brushProperty name="width" value="0.05" units="cm"/>
      <inkml:brushProperty name="height" value="0.05" units="cm"/>
      <inkml:brushProperty name="color" value="#FFFFFF"/>
    </inkml:brush>
  </inkml:definitions>
  <inkml:trace contextRef="#ctx0" brushRef="#br0">0 248 24575,'4'4'0,"-1"-2"0,-1 0 0,1 1 0,-1-1 0,0 1 0,0 0 0,0 0 0,0 0 0,-1 0 0,1 0 0,-1 0 0,1 0 0,0 4 0,10 44 0,-3 1 0,-1 0 0,0 66 0,-8-113 0,3 131 0,-3-167 0,2-219 0,1 197 0,2 1 0,22-89 0,-23 124 0,2 0 0,-1 1 0,2-1 0,0 1 0,1 1 0,11-16 0,-16 26 0,0 1 0,1 0 0,0 0 0,-1 0 0,1 0 0,1 1 0,-1 0 0,0 0 0,1 0 0,6-3 0,-7 5 0,-1-1 0,1 1 0,0 1 0,0-1 0,-1 0 0,1 1 0,0 0 0,0 0 0,0 0 0,0 0 0,-1 0 0,1 1 0,0 0 0,0 0 0,-1 0 0,5 2 0,3 2 0,1 1 0,-1 0 0,0 1 0,-1 0 0,0 0 0,0 1 0,-1 1 0,17 18 0,-16-15 0,0 1 0,-1 0 0,0 0 0,-1 1 0,-1 0 0,10 25 0,-15-33 0,0 0 0,-1-1 0,1 1 0,-1 0 0,0 1 0,-1-1 0,1 0 0,-1 0 0,-1 0 0,1 0 0,-3 12 0,1-14 0,1 1 0,-1-1 0,-1 1 0,1-1 0,-1 0 0,1 0 0,-1 0 0,0 0 0,-1 0 0,1 0 0,0-1 0,-1 0 0,0 0 0,0 0 0,-5 3 0,-5 1 0,0 0 0,0 0 0,-1-2 0,0 0 0,0 0 0,-16 2 0,-15 4 0,34-4 0,12-7 0,0 0 0,0 1 0,0-1 0,0 0 0,0 1 0,0-1 0,0 0 0,1 0 0,-1 1 0,0-1 0,0 0 0,0 0 0,0 1 0,0-1 0,1 0 0,-1 0 0,0 1 0,0-1 0,0 0 0,1 0 0,-1 0 0,0 1 0,0-1 0,1 0 0,-1 0 0,0 0 0,0 0 0,1 1 0,29 9 0,-22-7 0,19 6 0,1 1 0,-2 2 0,1 0 0,40 28 0,-59-35 0,0 1 0,-1 0 0,0 0 0,0 1 0,0-1 0,-1 2 0,0-1 0,0 1 0,-1 0 0,0 0 0,-1 0 0,1 1 0,-2-1 0,1 1 0,-1 0 0,0 0 0,-1 1 0,2 11 0,-4-15 0,0 0 0,0 0 0,0 0 0,-1 0 0,0 0 0,0 0 0,0-1 0,-1 1 0,0 0 0,0-1 0,0 1 0,-1-1 0,0 0 0,0 0 0,0 0 0,-1 0 0,1 0 0,-1-1 0,0 1 0,-1-1 0,1 0 0,-1-1 0,0 1 0,1-1 0,-12 6 0,2-2 0,0-1 0,-1 0 0,1-1 0,-1-1 0,-1 0 0,1-1 0,0-1 0,-30 1 0,5-4-682,-65-9-1,36-1-6143</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3.142"/>
    </inkml:context>
    <inkml:brush xml:id="br0">
      <inkml:brushProperty name="width" value="0.05" units="cm"/>
      <inkml:brushProperty name="height" value="0.05" units="cm"/>
      <inkml:brushProperty name="color" value="#FFFFFF"/>
    </inkml:brush>
  </inkml:definitions>
  <inkml:trace contextRef="#ctx0" brushRef="#br0">0 277 24575,'150'-18'0,"747"-43"-2329,4 42-903,-814 17 3081,1046-3-221,-388 4-886,-665 0 1242,206-3-191,-5-24 1757,-271 27-1412,-6 1 30,0-1-1,0 1 1,0-1 0,0 0 0,0 0 0,0 0 0,0 0 0,0-1 0,-1 1 0,1-1 0,-1 0-1,1 0 1,-1 0 0,4-4 0,-7 6-139,0 0 0,1-1 0,-1 1 0,0-1-1,0 1 1,0-1 0,0 1 0,1-1 0,-1 1-1,0-1 1,0 1 0,0-1 0,0 1 0,0-1 0,0 1-1,0-1 1,0 1 0,-1-1 0,1 1 0,0 0 0,0-1-1,0 1 1,0-1 0,-1 1 0,1-1 0,0 1 0,0-1-1,-1 1 1,1 0 0,0-1 0,-1 1 0,1 0 0,0-1-1,-1 1 1,1 0 0,-1-1 0,-18-9 973,-13-1-706,0 2 1,-1 1 0,-67-7-1,38 6-192,3 0-104,12 3 0,-55-15 0,117 26 0,-1 1 0,1 0 0,-2 1 0,1 0 0,-1 1 0,0 1 0,0 0 0,-1 0 0,-1 1 0,1 1 0,-2 0 0,13 16 0,-18-20 0,0 0 0,0 0 0,0 1 0,-1 0 0,0 0 0,-1 0 0,0 0 0,0 0 0,0 1 0,-1-1 0,-1 1 0,0 0 0,0 0 0,0-1 0,-1 1 0,0 0 0,-1 0 0,0 0 0,0-1 0,-1 1 0,0-1 0,-1 1 0,0-1 0,-4 9 0,-19 26-1365,-2-6-5461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3.707"/>
    </inkml:context>
    <inkml:brush xml:id="br0">
      <inkml:brushProperty name="width" value="0.05" units="cm"/>
      <inkml:brushProperty name="height" value="0.05" units="cm"/>
      <inkml:brushProperty name="color" value="#FFFFFF"/>
    </inkml:brush>
  </inkml:definitions>
  <inkml:trace contextRef="#ctx0" brushRef="#br0">270 2389 24575,'-81'27'0,"-101"28"0,176-55 0,15-5 0,21-7 0,304-104-640,-69 25-221,605-228-3565,178-63-530,2159-613 3571,-3043 952 1342,580-174 1339,-716 207-1361,116-43 1829,-121 42-1108,0 0 0,0-2 0,36-26 0,-55 35-436,0 1-1,0-1 0,0 1 1,0-1-1,-1 0 0,1 0 0,-1-1 1,0 1-1,2-6 0,-4 8-132,0 1-1,-1-1 0,1 0 1,-1 1-1,0-1 1,1 0-1,-1 0 0,0 1 1,0-1-1,0 0 1,0 0-1,-1 1 0,1-1 1,0 0-1,-1 0 1,1 1-1,-1-1 0,1 0 1,-1 1-1,0-1 1,0 1-1,0-1 0,0 1 1,0-1-1,0 1 1,0 0-1,0-1 0,-1 1 1,-1-1-1,-4-4 82,-1 1-1,0 0 0,0 0 0,0 1 1,-1 0-1,1 1 0,-1 0 0,0 0 1,-16-2-1,-11-1-531,-39 0 0,65 5-53,-53-2-6395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3.975"/>
    </inkml:context>
    <inkml:brush xml:id="br0">
      <inkml:brushProperty name="width" value="0.05" units="cm"/>
      <inkml:brushProperty name="height" value="0.05" units="cm"/>
      <inkml:brushProperty name="color" value="#FFFFFF"/>
    </inkml:brush>
  </inkml:definitions>
  <inkml:trace contextRef="#ctx0" brushRef="#br0">0 1 24575,'17'0'0,"1"-1"0,1 2 0,36 5 0,-49-5 0,0 1 0,0 0 0,0 0 0,0 0 0,0 1 0,0 0 0,-1 0 0,0 0 0,1 1 0,-1 0 0,-1 0 0,9 8 0,-5-2 25,0 0-1,0 1 0,-1 0 1,0 0-1,-1 1 1,-1 0-1,1 0 0,-2 0 1,0 1-1,0-1 0,-1 1 1,-1 0-1,1 13 1,-2-7-215,-1 0 0,0-1 1,-2 1-1,0-1 0,-1 1 1,0-1-1,-2 0 1,-10 26-1,-9 12-6636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4.753"/>
    </inkml:context>
    <inkml:brush xml:id="br0">
      <inkml:brushProperty name="width" value="0.05" units="cm"/>
      <inkml:brushProperty name="height" value="0.05" units="cm"/>
      <inkml:brushProperty name="color" value="#FFFFFF"/>
    </inkml:brush>
  </inkml:definitions>
  <inkml:trace contextRef="#ctx0" brushRef="#br0">302 4747 24575,'-15'19'0,"0"-2"0,0 0 0,-2-1 0,-34 26 0,6-4 0,34-28 0,-13 11 0,-37 42 0,55-57 0,1 1 0,1-1 0,-1 1 0,1 0 0,0 0 0,1 0 0,0 0 0,0 1 0,1-1 0,-1 1 0,2 0 0,-3 12 0,4-17 0,0-1 0,0 0 0,0 1 0,0-1 0,0 0 0,1 1 0,-1-1 0,1 0 0,0 1 0,-1-1 0,1 0 0,0 0 0,0 0 0,0 0 0,1 0 0,-1 0 0,0 0 0,1 0 0,-1 0 0,1-1 0,0 1 0,-1 0 0,1-1 0,0 0 0,0 1 0,0-1 0,0 0 0,0 0 0,0 0 0,1 0 0,-1 0 0,0-1 0,0 1 0,1-1 0,2 1 0,6 0 0,0-1 0,0 0 0,0 0 0,0-1 0,0 0 0,14-5 0,35-9 33,82-33 0,60-37-324,-192 80 253,654-319-3415,-14-32-243,-446 242 3073,1571-879-4202,-14-31 4799,-897 485-697,-600 357 810,277-250 0,-255 154 1260,-236 222-754,-2-2 1,-3-2-1,45-81 1,-77 119-138,-2 0 0,0-1 1,-2-1-1,0 1 0,-2-1 1,8-41-1,-14 56-260,0-1 0,-1 1 0,0 0 0,-1 0 0,1 0 0,-2 0-1,1 0 1,-2 0 0,-3-11 0,3 14-34,0-1-1,0 1 0,-1 0 1,0 0-1,0 0 0,0 0 1,-1 1-1,0-1 0,0 1 1,0 1-1,-1-1 0,0 1 1,-7-5-1,-2 1-1,-1 1 0,-1 0-1,1 1 1,-1 0 0,0 2 0,0 0 0,-1 0-1,-26 0 1,0 2 128,0 2 0,-55 6 0,87-4-288,-99 14 0,101-14 0,0 1 0,0 0 0,0 0 0,1 1 0,0 0 0,0 0 0,0 1 0,-14 11 0,21-15-31,1 0 0,-1 0 0,1 1 0,-1-1 0,1 0 0,0 1 0,0-1 0,0 1 0,-1-1 0,2 1 0,-1-1 0,0 1 0,0 0 0,0-1 0,1 1 0,-1 0 0,1 0 0,-1 0 0,1-1 0,0 1 0,0 0 0,0 0 0,0 0 0,0 0-1,0 0 1,0 0 0,0-1 0,1 1 0,-1 0 0,1 0 0,0 0 0,-1-1 0,1 1 0,0 0 0,0-1 0,0 1 0,0-1 0,0 1 0,1-1 0,-1 1 0,0-1 0,1 0 0,2 2 0,8 5-6795</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45.063"/>
    </inkml:context>
    <inkml:brush xml:id="br0">
      <inkml:brushProperty name="width" value="0.05" units="cm"/>
      <inkml:brushProperty name="height" value="0.05" units="cm"/>
      <inkml:brushProperty name="color" value="#FFFFFF"/>
    </inkml:brush>
  </inkml:definitions>
  <inkml:trace contextRef="#ctx0" brushRef="#br0">1 78 24575,'0'0'0,"0"0"0,0 0 0,0-1 0,0 1 0,0 0 0,0 0 0,0 0 0,0-1 0,0 1 0,0 0 0,0 0 0,0 0 0,0-1 0,0 1 0,0 0 0,0 0 0,0 0 0,0-1 0,0 1 0,0 0 0,0 0 0,0 0 0,1-1 0,-1 1 0,0 0 0,0 0 0,0 0 0,0 0 0,0 0 0,0-1 0,1 1 0,-1 0 0,0 0 0,0 0 0,0 0 0,1 0 0,-1 0 0,0 0 0,0 0 0,0 0 0,1-1 0,7 8 0,6 11 0,-8-8 0,0-1 0,1 0 0,0 0 0,15 13 0,-18-18 0,1-1 0,0 0 0,-1 0 0,1-1 0,0 1 0,0-1 0,1 0 0,-1-1 0,0 1 0,1-1 0,-1 0 0,6 0 0,4 0 0,0 0 0,0-2 0,0 0 0,-1 0 0,1-1 0,0-1 0,-1-1 0,0 0 0,24-10 0,6-7 0,67-43 0,1-1 0,-111 64 0,0 1 0,0-1 0,-1 1 0,1-1 0,0 1 0,0 0 0,0-1 0,0 1 0,1 0 0,-1 0 0,0 0 0,0 0 0,0 0 0,0 0 0,0 0 0,0 0 0,0 0 0,1 0 0,-1 1 0,-1-1 0,1 1 0,-1-1 0,1 0 0,-1 1 0,0-1 0,1 1 0,-1-1 0,1 1 0,-1-1 0,0 1 0,0 0 0,1-1 0,-1 1 0,0-1 0,0 1 0,0 0 0,1-1 0,-1 1 0,0-1 0,0 1 0,0 0 0,-1 6 0,1 0 0,-1-1 0,0 0 0,-3 11 0,2-11 0,-8 31-1365,-1-1-5461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2.343"/>
    </inkml:context>
    <inkml:brush xml:id="br0">
      <inkml:brushProperty name="width" value="0.05" units="cm"/>
      <inkml:brushProperty name="height" value="0.05" units="cm"/>
      <inkml:brushProperty name="color" value="#FFFFFF"/>
    </inkml:brush>
  </inkml:definitions>
  <inkml:trace contextRef="#ctx0" brushRef="#br0">314 0 24575,'-2'10'0,"-1"0"0,0-1 0,0 1 0,-7 12 0,-4 12 0,-8 29 31,-88 244 270,-20-9-1998,114-266-5129</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2.700"/>
    </inkml:context>
    <inkml:brush xml:id="br0">
      <inkml:brushProperty name="width" value="0.05" units="cm"/>
      <inkml:brushProperty name="height" value="0.05" units="cm"/>
      <inkml:brushProperty name="color" value="#FFFFFF"/>
    </inkml:brush>
  </inkml:definitions>
  <inkml:trace contextRef="#ctx0" brushRef="#br0">2 105 24575,'-1'-26'0,"1"18"0,-1 0 0,1-1 0,0 1 0,1 0 0,0-1 0,3-9 0,-4 17 0,0 1 0,0 0 0,0-1 0,0 1 0,0-1 0,0 1 0,0-1 0,0 1 0,1 0 0,-1-1 0,0 1 0,0-1 0,0 1 0,1 0 0,-1-1 0,0 1 0,0 0 0,1-1 0,-1 1 0,0 0 0,1 0 0,-1-1 0,0 1 0,1 0 0,-1 0 0,1-1 0,-1 1 0,0 0 0,1 0 0,-1 0 0,1 0 0,-1 0 0,1 0 0,-1 0 0,0 0 0,1-1 0,-1 2 0,1-1 0,-1 0 0,1 0 0,-1 0 0,0 0 0,1 0 0,-1 0 0,1 0 0,-1 0 0,0 1 0,1-1 0,-1 0 0,0 0 0,1 1 0,-1-1 0,1 0 0,-1 0 0,0 1 0,0-1 0,1 0 0,-1 1 0,0-1 0,0 1 0,1-1 0,-1 0 0,0 1 0,0-1 0,0 1 0,0 0 0,17 29 0,-17-30 0,20 55 0,20 90 0,-22-76 0,13 39 172,-4-15-941,23 142 1,-48-211-6058</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3.039"/>
    </inkml:context>
    <inkml:brush xml:id="br0">
      <inkml:brushProperty name="width" value="0.05" units="cm"/>
      <inkml:brushProperty name="height" value="0.05" units="cm"/>
      <inkml:brushProperty name="color" value="#FFFFFF"/>
    </inkml:brush>
  </inkml:definitions>
  <inkml:trace contextRef="#ctx0" brushRef="#br0">13 0 24575,'-1'0'0,"1"0"0,-1 0 0,0 0 0,1 0 0,-1 0 0,1 0 0,-1 0 0,0 0 0,1 0 0,-1 0 0,1 1 0,-1-1 0,0 0 0,1 0 0,-1 1 0,1-1 0,-1 0 0,1 0 0,-2 2 0,7 5 0,19 7 0,7-5 0,0 0 0,1-2 0,60 6 0,98-6 0,-159-6 0,172-2-1365,-173 1-5461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3.777"/>
    </inkml:context>
    <inkml:brush xml:id="br0">
      <inkml:brushProperty name="width" value="0.05" units="cm"/>
      <inkml:brushProperty name="height" value="0.05" units="cm"/>
      <inkml:brushProperty name="color" value="#FFFFFF"/>
    </inkml:brush>
  </inkml:definitions>
  <inkml:trace contextRef="#ctx0" brushRef="#br0">140 38 24575,'-4'-12'0,"4"11"0,0 1 0,-1 0 0,1-1 0,0 1 0,0-1 0,0 1 0,-1 0 0,1-1 0,0 1 0,0-1 0,0 1 0,0-1 0,0 1 0,0-1 0,0 1 0,0-1 0,0 1 0,0-1 0,0 1 0,0-1 0,0 1 0,0-1 0,0 1 0,0 0 0,0-1 0,1 1 0,-1-1 0,0 1 0,0-1 0,1 1 0,-1 0 0,0-1 0,0 1 0,1 0 0,-1-1 0,0 1 0,1 0 0,-1-1 0,1 1 0,-1 0 0,0 0 0,1-1 0,-1 1 0,1 0 0,-1 0 0,1 0 0,-1 0 0,1-1 0,-1 1 0,1 0 0,0 0 0,2 0 0,1-1 0,-1 1 0,0 0 0,1-1 0,-1 2 0,1-1 0,-1 0 0,1 1 0,-1-1 0,0 1 0,1 0 0,-1 0 0,0 0 0,0 1 0,0-1 0,0 1 0,0 0 0,0 0 0,0 0 0,-1 0 0,5 4 0,1 2 0,0 0 0,0 0 0,-1 0 0,-1 1 0,10 14 0,-13-17 0,0-1 0,0 1 0,-1 0 0,0 0 0,0-1 0,0 1 0,0 1 0,-1-1 0,1 12 0,-2-15 0,-1 0 0,1 0 0,-1-1 0,1 1 0,-1 0 0,0 0 0,0 0 0,0-1 0,0 1 0,-1 0 0,1-1 0,-1 1 0,1-1 0,-1 1 0,0-1 0,0 0 0,0 0 0,0 0 0,0 0 0,-1 0 0,1-1 0,-5 4 0,-1-1 0,-1-1 0,1 0 0,0 0 0,-1 0 0,1-1 0,-1-1 0,0 1 0,1-1 0,-1-1 0,0 1 0,0-2 0,0 1 0,1-1 0,-11-3 0,12 3 0,1 0 0,0-1 0,0 0 0,0 0 0,0 0 0,0-1 0,0 0 0,1 0 0,-1 0 0,1-1 0,0 0 0,0 0 0,0 0 0,0-1 0,1 0 0,0 0 0,0 0 0,0 0 0,1 0 0,-4-7 0,6 8 0,-1 1 0,1-1 0,0 0 0,1 0 0,-1 0 0,1 0 0,-1-1 0,1 1 0,0 0 0,1 0 0,-1 0 0,1 0 0,0 0 0,0 0 0,0 0 0,0 0 0,0 1 0,1-1 0,0 0 0,0 1 0,0-1 0,0 1 0,1-1 0,-1 1 0,1 0 0,0 0 0,0 0 0,0 1 0,6-5 0,-1 1 0,0 1 0,0 0 0,0 0 0,1 1 0,0 0 0,0 0 0,0 1 0,0 0 0,0 1 0,1 0 0,15-1 0,-21 3 0,1 0 0,-1 0 0,1 0 0,-1 1 0,1 0 0,-1 0 0,0 0 0,0 0 0,1 1 0,-1 0 0,0 0 0,0 0 0,0 0 0,-1 0 0,1 1 0,-1 0 0,1 0 0,-1 0 0,4 5 0,-5-6 0,0 0 0,-1 1 0,0-1 0,1 1 0,-1 0 0,0-1 0,0 1 0,0 0 0,-1 0 0,1 0 0,-1 0 0,1 0 0,-1 0 0,0 0 0,0-1 0,0 1 0,-1 0 0,1 0 0,-1 0 0,1 0 0,-1 0 0,0 0 0,0-1 0,0 1 0,-1 0 0,1-1 0,-1 1 0,1-1 0,-1 0 0,-2 3 0,-1 1 0,0-1 0,0 0 0,0 0 0,-1-1 0,0 1 0,0-1 0,0-1 0,-12 6 0,15-7 0,-1 0 0,0-1 0,0 1 0,0-1 0,1 0 0,-1 0 0,0-1 0,-1 1 0,1-1 0,0 0 0,0 0 0,0 0 0,0-1 0,0 1 0,0-1 0,-7-2 0,10 2-40,1 1 0,-1-1 0,0 0 0,0 1 0,1-1 0,-1 0 0,1 0 0,-1 0 0,1 0 0,-1 1 0,1-1 0,-1 0 0,1 0 0,0 0 0,-1 0 0,1 0 0,0 0 0,0 0 0,0 0 0,0 0 0,0 0 0,0 0 0,0 0 0,0 0 0,0 0 0,1 0 0,-1 0 0,0 0 0,1 0 0,-1 0 0,0 0 0,1 0 0,0-1 0,-1 2 35,5-13-6821</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4.164"/>
    </inkml:context>
    <inkml:brush xml:id="br0">
      <inkml:brushProperty name="width" value="0.05" units="cm"/>
      <inkml:brushProperty name="height" value="0.05" units="cm"/>
      <inkml:brushProperty name="color" value="#FFFFFF"/>
    </inkml:brush>
  </inkml:definitions>
  <inkml:trace contextRef="#ctx0" brushRef="#br0">4 12 24575,'0'-3'0,"-3"-1"0,2 0 0,4 4 0,5 5 0,7 4 0,3 4 0,5 5 0,2 6 0,2 5 0,-1 3 0,-1 5 0,-5 2 0,-6 4 0,-9 3 0,-10-1 0,-11-1 0,-3-9-8191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4.599"/>
    </inkml:context>
    <inkml:brush xml:id="br0">
      <inkml:brushProperty name="width" value="0.05" units="cm"/>
      <inkml:brushProperty name="height" value="0.05" units="cm"/>
      <inkml:brushProperty name="color" value="#FFFFFF"/>
    </inkml:brush>
  </inkml:definitions>
  <inkml:trace contextRef="#ctx0" brushRef="#br0">1 0 24575,'13'12'0,"0"-1"0,17 10 0,18 16 0,-26-16 0,-1 0 0,-1 2 0,-1 0 0,-1 1 0,-1 1 0,-1 1 0,-1 0 0,-2 1 0,20 54 0,-26-57 0,-1 0 0,0 0 0,-2 1 0,-1 0 0,-1 0 0,-1 0 0,-1 0 0,-1 0 0,-1 0 0,-2 0 0,0 0 0,-10 30 0,5-29-273,-1-1 0,-1-1 0,-1 0 0,-20 29 0,-12 7-6553</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5.069"/>
    </inkml:context>
    <inkml:brush xml:id="br0">
      <inkml:brushProperty name="width" value="0.05" units="cm"/>
      <inkml:brushProperty name="height" value="0.05" units="cm"/>
      <inkml:brushProperty name="color" value="#FFFFFF"/>
    </inkml:brush>
  </inkml:definitions>
  <inkml:trace contextRef="#ctx0" brushRef="#br0">1 5 24575,'1'0'0,"0"-1"0,0 0 0,1 1 0,-1-1 0,0 1 0,0-1 0,1 1 0,-1 0 0,0 0 0,1-1 0,-1 1 0,0 0 0,1 0 0,-1 0 0,0 0 0,1 1 0,-1-1 0,0 0 0,3 1 0,27 10 0,-29-10 0,18 8 0,-2 1 0,1 0 0,-2 1 0,29 24 0,58 62 0,-71-60-28,-1 0-1,-2 2 1,-2 2-1,-2 0 1,-1 2-1,-2 1 1,-3 0 0,-1 2-1,14 51 1,-21-54 2,-2 1 0,-1 0 0,-3 0 0,-1 1 0,-2 0 0,-3 0 0,-1 0 1,-2 0-1,-3-1 0,-11 50 0,6-58-72,-1 0 0,-2-2 1,-1 1-1,-2-2 0,-1 0 1,-2-1-1,-1-1 0,-1-1 0,-2 0 1,-1-2-1,-1-1 0,-46 36 1,-29 15-6255</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9.359"/>
    </inkml:context>
    <inkml:brush xml:id="br0">
      <inkml:brushProperty name="width" value="0.05" units="cm"/>
      <inkml:brushProperty name="height" value="0.05" units="cm"/>
      <inkml:brushProperty name="color" value="#FFFFFF"/>
    </inkml:brush>
  </inkml:definitions>
  <inkml:trace contextRef="#ctx0" brushRef="#br0">33 78 24575,'0'-16'0,"0"10"0,-1 0 0,1 0 0,1 0 0,-1 0 0,1 0 0,0 0 0,0 0 0,3-8 0,-3 27 0,-5 13 0,-29 188 0,31-178 0,0 1 0,3-1 0,10 71 0,-10-100 0,1 1 0,0 0 0,0-1 0,1 0 0,0 1 0,0-1 0,1-1 0,0 1 0,0 0 0,8 9 0,-10-13 0,1-1 0,0 1 0,0-1 0,0 1 0,0-1 0,0 0 0,1 0 0,-1-1 0,0 1 0,1-1 0,0 1 0,-1-1 0,1 0 0,0 0 0,-1-1 0,1 1 0,0-1 0,0 0 0,0 0 0,0 0 0,-1 0 0,1-1 0,4 0 0,2-2 0,0-1 0,0 0 0,0 0 0,-1-1 0,0 0 0,1-1 0,-2 0 0,1 0 0,-1-1 0,0 0 0,0 0 0,-1-1 0,10-12 0,4-8 0,-2-1 0,28-56 0,-11-1 0,-27 59 0,21-40 0,-30 66 0,0 1 0,1-1 0,-1 1 0,0-1 0,0 1 0,1 0 0,-1-1 0,0 1 0,1-1 0,-1 1 0,0-1 0,1 1 0,-1 0 0,0-1 0,1 1 0,-1 0 0,1 0 0,-1-1 0,1 1 0,-1 0 0,1 0 0,0-1 0,5 9 0,0 24 0,-5-26 0,7 62 0,-3-20 0,16 64 0,-17-98 0,0 0 0,0-1 0,2 1 0,0-1 0,0-1 0,1 1 0,1-1 0,0 0 0,11 12 0,-16-21 0,-1 1 0,1-1 0,0-1 0,1 1 0,-1 0 0,0-1 0,1 0 0,-1 0 0,1 0 0,0 0 0,0 0 0,0-1 0,0 1 0,0-1 0,0 0 0,0-1 0,0 1 0,0-1 0,7 1 0,-6-2 0,0 0 0,0-1 0,-1 1 0,1-1 0,0 0 0,-1 0 0,1 0 0,-1 0 0,1-1 0,-1 0 0,0 0 0,0 0 0,-1-1 0,1 1 0,6-9 0,0-1 0,0-2 0,-1 1 0,0-2 0,-1 1 0,-1-1 0,0 0 0,-1 0 0,5-26 0,-3 5 0,-2-1 0,3-67 0,-9 89 86,0 1-1,-1-1 0,-3-20 1,3 32-176,1 0 0,-1 0 0,0 1 0,-1-1 0,1 0 1,-1 1-1,1-1 0,-1 1 0,0-1 0,0 1 1,-1 0-1,1 0 0,-1 0 0,1 0 0,-1 0 0,0 1 1,0-1-1,-6-3 0,-6 0-6736</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29:59.776"/>
    </inkml:context>
    <inkml:brush xml:id="br0">
      <inkml:brushProperty name="width" value="0.05" units="cm"/>
      <inkml:brushProperty name="height" value="0.05" units="cm"/>
      <inkml:brushProperty name="color" value="#FFFFFF"/>
    </inkml:brush>
  </inkml:definitions>
  <inkml:trace contextRef="#ctx0" brushRef="#br0">109 276 24575,'1'1'0,"-1"0"0,0 0 0,1-1 0,-1 1 0,0 0 0,1 0 0,-1-1 0,1 1 0,-1 0 0,1-1 0,-1 1 0,1-1 0,0 1 0,-1-1 0,1 1 0,0-1 0,-1 1 0,1-1 0,0 1 0,0-1 0,-1 0 0,1 0 0,0 1 0,0-1 0,-1 0 0,1 0 0,2 0 0,25 4 0,-25-4 0,7 0 0,-1 0 0,1 0 0,-1-1 0,1 0 0,-1-1 0,0 0 0,0-1 0,0 1 0,0-2 0,0 1 0,0-1 0,-1-1 0,0 0 0,15-10 0,-19 11 0,0 1 0,0-1 0,-1 0 0,1 0 0,-1 0 0,0 0 0,0-1 0,0 1 0,-1-1 0,0 0 0,1 0 0,-2 0 0,1 0 0,-1 0 0,1 0 0,-1 0 0,-1 0 0,1-1 0,-1 1 0,0 0 0,0-1 0,0 1 0,-1 0 0,0 0 0,0-1 0,0 1 0,-4-9 0,2 7 0,0 1 0,0 0 0,0 0 0,-1 0 0,0 0 0,0 0 0,-1 1 0,1 0 0,-1 0 0,0 0 0,-1 1 0,1-1 0,-1 1 0,0 1 0,0-1 0,0 1 0,0 0 0,-1 0 0,1 1 0,-1 0 0,0 0 0,1 0 0,-1 1 0,0 0 0,0 0 0,0 1 0,0 0 0,0 0 0,0 1 0,0 0 0,0 0 0,1 0 0,-1 1 0,0 0 0,1 0 0,-1 1 0,1 0 0,-8 4 0,5 0 0,0 0 0,1 1 0,0 0 0,0 0 0,1 0 0,0 1 0,0 0 0,1 1 0,0 0 0,1 0 0,0 0 0,1 0 0,0 1 0,0-1 0,-3 19 0,4-13 0,1 1 0,0-1 0,1 1 0,0 0 0,1 0 0,1-1 0,1 1 0,1-1 0,8 33 0,-7-40-72,0 0 1,0 0-1,0 0 0,1-1 0,0 0 0,1 0 0,0 0 0,0 0 1,1-1-1,0 0 0,0-1 0,0 1 0,1-2 0,0 1 0,1-1 1,-1 0-1,1 0 0,15 5 0,19 4-6754</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0.492"/>
    </inkml:context>
    <inkml:brush xml:id="br0">
      <inkml:brushProperty name="width" value="0.05" units="cm"/>
      <inkml:brushProperty name="height" value="0.05" units="cm"/>
      <inkml:brushProperty name="color" value="#FFFFFF"/>
    </inkml:brush>
  </inkml:definitions>
  <inkml:trace contextRef="#ctx0" brushRef="#br0">46 41 24575,'-14'-41'0,"14"41"0,0 0 0,-1 0 0,1 0 0,0 0 0,0 0 0,0 0 0,-1 0 0,1 0 0,0 0 0,0 0 0,-1 0 0,1 0 0,0 0 0,0 0 0,0 0 0,-1 1 0,1-1 0,0 0 0,0 0 0,0 0 0,-1 0 0,1 0 0,0 0 0,0 1 0,0-1 0,0 0 0,0 0 0,-1 0 0,1 1 0,0-1 0,0 0 0,0 0 0,0 0 0,0 1 0,0-1 0,0 0 0,0 0 0,0 0 0,0 1 0,0-1 0,0 0 0,0 0 0,0 1 0,0-1 0,0 0 0,0 1 0,-5 13 0,-2 27 0,3 0 0,1 1 0,4 65 0,1-36 0,-2 302 0,0-371 0,0-1 0,0 1 0,0 0 0,0-1 0,0 1 0,0-1 0,1 1 0,-1 0 0,0-1 0,1 1 0,-1-1 0,1 1 0,0-1 0,0 3 0,6-6 0,3-11 0,13-22 0,-23 35 0,0 0 0,0 0 0,0 0 0,0 1 0,0-1 0,0 0 0,0 0 0,0 0 0,0 0 0,0 1 0,0-1 0,0 0 0,0 0 0,0 0 0,0 0 0,0 0 0,0 1 0,0-1 0,0 0 0,0 0 0,1 0 0,-1 0 0,0 0 0,0 0 0,0 0 0,0 1 0,0-1 0,0 0 0,1 0 0,-1 0 0,0 0 0,0 0 0,0 0 0,0 0 0,0 0 0,1 0 0,-1 0 0,0 0 0,0 0 0,0 0 0,0 0 0,1 0 0,-1 0 0,0 0 0,0 0 0,0 0 0,0 0 0,0 0 0,1 0 0,-1 0 0,0 0 0,0 0 0,0 0 0,0 0 0,0-1 0,1 1 0,-5 15 0,4-13 0,-17 31 0,16-32 0,0 1 0,0-1 0,0 0 0,0 1 0,0-1 0,0 0 0,-1 1 0,1-1 0,0 0 0,-1 0 0,1 0 0,-1 0 0,1 0 0,-1-1 0,0 1 0,1 0 0,-1-1 0,-1 1 0,2-1 0,0 0 0,1 0 0,-1 0 0,1 0 0,-1 0 0,1-1 0,-1 1 0,1 0 0,-1 0 0,1-1 0,-1 1 0,1 0 0,-1-1 0,1 1 0,-1 0 0,1-1 0,0 1 0,-1-1 0,1 1 0,0 0 0,-1-1 0,1 1 0,0-1 0,0 1 0,-1-1 0,1 1 0,0-1 0,0 0 0,0 1 0,0-1 0,-1 1 0,1-1 0,0 1 0,0-1 0,0 0 0,0 1 0,1-1 0,-1 1 0,0-1 0,0 1 0,0-1 0,0 1 0,1-1 0,6-31 0,-6 29 0,6-20 0,1 1 0,1 0 0,1 1 0,1-1 0,1 2 0,1 0 0,0 0 0,2 1 0,0 1 0,25-23 0,-37 38 0,0 0 0,0 1 0,0-1 0,1 1 0,-1 0 0,1 0 0,-1 0 0,1 0 0,0 1 0,-1 0 0,1 0 0,0 0 0,0 0 0,0 0 0,0 1 0,0-1 0,0 1 0,0 0 0,0 1 0,0-1 0,0 1 0,0-1 0,0 1 0,0 0 0,-1 1 0,1-1 0,0 1 0,-1-1 0,1 1 0,-1 0 0,1 1 0,-1-1 0,0 0 0,0 1 0,0 0 0,0 0 0,0 0 0,-1 0 0,5 6 0,-1 1 0,0 0 0,0 0 0,-1 0 0,-1 1 0,1 0 0,-2 0 0,0 0 0,0 0 0,0 0 0,-2 1 0,1-1 0,-2 1 0,1-1 0,-2 1 0,1-1 0,-2 1 0,-3 15 0,4-20 0,-1 1 0,-1 0 0,1-1 0,-1 1 0,0-1 0,-1 0 0,0 0 0,0-1 0,-1 1 0,1-1 0,-1 0 0,-1 0 0,1 0 0,-1-1 0,0 1 0,0-2 0,-1 1 0,0-1 0,1 0 0,-1 0 0,-1 0 0,1-1 0,0-1 0,-1 1 0,1-1 0,-10 1 0,8-2-105,-1-1 0,1 0 0,-1 0 0,1-1 0,-1 0 0,1-1 0,0 0 0,0-1 0,0 0 0,0 0 0,0-1 0,-14-8 0,-7-6-6721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0.945"/>
    </inkml:context>
    <inkml:brush xml:id="br0">
      <inkml:brushProperty name="width" value="0.05" units="cm"/>
      <inkml:brushProperty name="height" value="0.05" units="cm"/>
      <inkml:brushProperty name="color" value="#FFFFFF"/>
    </inkml:brush>
  </inkml:definitions>
  <inkml:trace contextRef="#ctx0" brushRef="#br0">32 114 24575,'-6'-13'0,"1"0"0,0-1 0,1 1 0,0-1 0,1 0 0,-2-18 0,5 32 0,0 0 0,0 0 0,1 0 0,-1 0 0,0 0 0,0 0 0,0 0 0,0 0 0,0 0 0,0 0 0,0 0 0,0 0 0,0 0 0,0 0 0,0 0 0,0 0 0,0 0 0,0 0 0,0 0 0,1 0 0,-1 0 0,0 0 0,0 0 0,0 0 0,0 0 0,0 0 0,0 0 0,0-1 0,0 1 0,0 0 0,0 0 0,0 0 0,5 13 0,5 23 0,21 272 0,-28 1 0,-4-292 0,1-17 0,4-27 0,3-13 0,2 1 0,2 0 0,2 1 0,1 0 0,2 1 0,34-58 0,-45 88 0,0-1 0,0 1 0,1 0 0,0 1 0,0-1 0,1 1 0,9-7 0,-14 12 0,0-1 0,0 1 0,0 0 0,0 0 0,0 0 0,1 0 0,-1 0 0,0 1 0,0-1 0,1 1 0,-1-1 0,0 1 0,1 0 0,-1 0 0,1 0 0,-1 0 0,0 0 0,1 0 0,-1 1 0,0-1 0,1 1 0,-1 0 0,0 0 0,0 0 0,0 0 0,0 0 0,0 0 0,0 0 0,0 1 0,0-1 0,0 1 0,2 2 0,1 2 0,0 0 0,0 1 0,0 0 0,-1 0 0,0 0 0,-1 0 0,1 0 0,2 13 0,15 65 0,-21-84 0,28 188-1365,-25-157-5461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1.307"/>
    </inkml:context>
    <inkml:brush xml:id="br0">
      <inkml:brushProperty name="width" value="0.05" units="cm"/>
      <inkml:brushProperty name="height" value="0.05" units="cm"/>
      <inkml:brushProperty name="color" value="#FFFFFF"/>
    </inkml:brush>
  </inkml:definitions>
  <inkml:trace contextRef="#ctx0" brushRef="#br0">1 8 24575,'0'-1'0,"0"1"0,0 0 0,-1 0 0,1 0 0,0 0 0,0-1 0,0 1 0,0 0 0,0 0 0,0 0 0,0-1 0,0 1 0,0 0 0,0 0 0,0 0 0,0-1 0,0 1 0,0 0 0,0 0 0,1 0 0,-1 0 0,0-1 0,0 1 0,0 0 0,0 0 0,0 0 0,0 0 0,0-1 0,0 1 0,1 0 0,-1 0 0,0 0 0,0 0 0,0 0 0,0 0 0,1-1 0,-1 1 0,0 0 0,0 0 0,0 0 0,0 0 0,1 0 0,-1 0 0,0 0 0,0 0 0,0 0 0,1 0 0,-1 0 0,0 0 0,0 0 0,0 0 0,1 0 0,-1 0 0,0 0 0,0 0 0,0 0 0,1 1 0,-1-1 0,1 0 0,-1 1 0,1-1 0,-1 1 0,1-1 0,-1 1 0,1-1 0,-1 1 0,0-1 0,1 1 0,-1 0 0,0-1 0,0 1 0,1 0 0,-1-1 0,0 1 0,0 0 0,0 0 0,1 16 0,-2-1 0,-4 31 0,0 3 0,3-9 0,4 46 0,-1-75 0,0 1 0,1 0 0,1-1 0,0 0 0,1 1 0,0-1 0,12 22 0,-14-31 0,0 1 0,0-1 0,0 0 0,1 0 0,-1 0 0,1 0 0,0 0 0,0 0 0,0-1 0,0 0 0,1 1 0,-1-1 0,0 0 0,1-1 0,0 1 0,-1-1 0,1 1 0,7 0 0,-7-1 0,-1-1 0,1 0 0,-1 0 0,1-1 0,-1 1 0,1-1 0,-1 1 0,0-1 0,1 0 0,-1 0 0,0-1 0,1 1 0,-1-1 0,0 0 0,0 1 0,0-1 0,-1-1 0,1 1 0,0 0 0,-1-1 0,4-4 0,4-5 0,-1-1 0,-1 0 0,0-1 0,-1 1 0,0-2 0,-1 1 0,7-26 0,-8 20 0,-1 0 0,0 0 0,-2 0 0,0-1 0,-2-27 0,0 40 0,-1 1 0,0-1 0,0 1 0,-1-1 0,0 1 0,0 0 0,-1 0 0,0 0 0,-8-13 0,10 17 0,-1 1 0,0 0 0,0 0 0,0-1 0,0 1 0,0 0 0,0 1 0,-1-1 0,1 0 0,0 1 0,-1-1 0,0 1 0,1 0 0,-1 0 0,0 0 0,0 0 0,1 0 0,-1 1 0,0-1 0,0 1 0,0 0 0,0 0 0,0 0 0,0 0 0,0 0 0,0 1 0,1-1 0,-5 2 0,-2 1-124,0 0 0,1 1 0,-1 0 0,1 1 0,0 0 0,0 0-1,0 1 1,1-1 0,0 2 0,-12 13 0,0 0-6702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1.665"/>
    </inkml:context>
    <inkml:brush xml:id="br0">
      <inkml:brushProperty name="width" value="0.05" units="cm"/>
      <inkml:brushProperty name="height" value="0.05" units="cm"/>
      <inkml:brushProperty name="color" value="#FFFFFF"/>
    </inkml:brush>
  </inkml:definitions>
  <inkml:trace contextRef="#ctx0" brushRef="#br0">158 159 24575,'0'-3'0,"0"0"0,0 0 0,-1 1 0,0-1 0,1 0 0,-1 1 0,0-1 0,0 0 0,0 1 0,-1-1 0,1 1 0,-1 0 0,1-1 0,-1 1 0,0 0 0,0 0 0,1 0 0,-2 0 0,1 1 0,0-1 0,0 0 0,-1 1 0,-3-3 0,3 3 0,1 0 0,0 0 0,0 0 0,-1 1 0,1-1 0,0 1 0,-1-1 0,1 1 0,-1 0 0,1 0 0,0 0 0,-1 0 0,1 0 0,-1 1 0,1-1 0,0 1 0,-1-1 0,1 1 0,0 0 0,-1 0 0,1 0 0,0 0 0,0 0 0,0 1 0,0-1 0,-3 3 0,0 2 0,0 0 0,1 0 0,0 1 0,0-1 0,0 1 0,1 0 0,0 0 0,1 0 0,-1 0 0,-1 10 0,-1 9 0,-2 40 0,5-44 0,1 0 0,2 0 0,0 0 0,5 26 0,-5-41 0,0-1 0,1 1 0,-1 0 0,1-1 0,1 0 0,-1 1 0,1-1 0,0 0 0,1-1 0,0 1 0,0 0 0,0-1 0,0 0 0,1 0 0,0 0 0,0-1 0,10 8 0,-12-10 0,0-1 0,0 1 0,1-1 0,-1 0 0,0 0 0,1 0 0,-1-1 0,1 1 0,-1-1 0,1 1 0,-1-1 0,1 0 0,-1-1 0,1 1 0,4-1 0,-2-1 0,0 0 0,-1 0 0,1-1 0,-1 1 0,1-1 0,-1 0 0,0-1 0,6-4 0,2-4 0,0-1 0,-1 0 0,0 0 0,-1-1 0,11-19 0,-10 14 0,-1-1 0,-1-1 0,-1 0 0,-1 0 0,-1-1 0,-1 0 0,-1 0 0,0-1 0,-2 0 0,-1 1 0,0-1 0,-4-43 0,2 61 0,-1 1 0,0-1 0,0 1 0,0-1 0,-1 1 0,1 0 0,-1 0 0,0 0 0,-1 0 0,1 0 0,0 0 0,-1 0 0,0 1 0,0-1 0,0 1 0,-5-4 0,5 5 0,-1-1 0,1 1 0,-1 1 0,1-1 0,-1 1 0,0-1 0,0 1 0,0 0 0,0 0 0,0 1 0,0-1 0,0 1 0,0 0 0,0 0 0,0 0 0,0 0 0,0 1 0,-6 1 0,-4 3-195,0 0 0,1 1 0,0 0 0,0 1 0,1 0 0,-17 13 0,-2 3-6631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2.195"/>
    </inkml:context>
    <inkml:brush xml:id="br0">
      <inkml:brushProperty name="width" value="0.05" units="cm"/>
      <inkml:brushProperty name="height" value="0.05" units="cm"/>
      <inkml:brushProperty name="color" value="#FFFFFF"/>
    </inkml:brush>
  </inkml:definitions>
  <inkml:trace contextRef="#ctx0" brushRef="#br0">70 126 24575,'-5'-6'0,"0"-1"0,1 1 0,0-1 0,0 0 0,0-1 0,1 1 0,-5-13 0,6 11 0,-1 1 0,-1 0 0,0 1 0,0-1 0,-6-8 0,10 16 0,0 0 0,0 0 0,0-1 0,0 1 0,0 0 0,0 0 0,-1 0 0,1 0 0,0 0 0,0 0 0,0 0 0,0 0 0,0 0 0,0 0 0,0 0 0,-1 0 0,1 0 0,0 0 0,0 0 0,0 0 0,0 0 0,0 0 0,0 0 0,0 0 0,-1 0 0,1 0 0,0 0 0,0 0 0,0 0 0,0 0 0,0 0 0,0 0 0,0 0 0,-1 0 0,1 0 0,0 0 0,0 0 0,0 0 0,0 0 0,0 0 0,0 1 0,0-1 0,0 0 0,0 0 0,0 0 0,0 0 0,-1 0 0,1 0 0,0 0 0,0 1 0,0-1 0,0 0 0,0 0 0,0 0 0,0 0 0,0 0 0,0 0 0,0 0 0,0 1 0,0-1 0,0 0 0,0 0 0,0 0 0,0 0 0,0 0 0,-1 11 0,16 188 0,-2-61 0,-9-86 0,1 22 0,-2 0 0,-9 84 0,4-145 0,0-1 0,5-19 0,28-66 0,3 1 0,73-115 0,-103 180 0,0 0 0,1 1 0,0-1 0,1 1 0,8-8 0,-4 10 0,-6 9 0,-7 16 0,-3-4 0,-2-1 0,1-1 0,-2 1 0,0-1 0,-1-1 0,-22 26 0,2-8 0,-53 44 0,82-76 0,0 1 0,-1 0 0,1 0 0,0 0 0,0 0 0,0 1 0,0-1 0,1 0 0,-1 0 0,0 1 0,-1 1 0,2-2 0,0-1 0,0 0 0,0 1 0,0-1 0,0 0 0,0 1 0,0-1 0,0 0 0,0 1 0,1-1 0,-1 0 0,0 1 0,0-1 0,0 0 0,0 0 0,0 1 0,1-1 0,-1 0 0,0 0 0,0 1 0,0-1 0,1 0 0,-1 0 0,0 0 0,0 1 0,1-1 0,-1 0 0,0 0 0,1 0 0,-1 0 0,0 0 0,1 1 0,5 0 0,-1 0 0,1 0 0,-1-1 0,12 0 0,2 1 0,11 3-105,0 2 0,0 1 0,-1 1 0,0 1 0,-1 2 0,0 1 0,-1 1 0,0 1 0,-1 2 0,0 0 0,-2 2 0,25 22 0,-9-2-6721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4.705"/>
    </inkml:context>
    <inkml:brush xml:id="br0">
      <inkml:brushProperty name="width" value="0.05" units="cm"/>
      <inkml:brushProperty name="height" value="0.05" units="cm"/>
      <inkml:brushProperty name="color" value="#FFFFFF"/>
    </inkml:brush>
  </inkml:definitions>
  <inkml:trace contextRef="#ctx0" brushRef="#br0">1669 88 24575,'-50'-15'0,"-1"2"0,-66-8 0,-106-1 0,199 20 0,-692-13 0,575 16 0,128-1 0,4 0 0,-1 0 0,1 0 0,-1 1 0,-16 4 0,24-5 0,0 1 0,0 0 0,0-1 0,0 1 0,0 0 0,1 0 0,-1 0 0,0 0 0,1 0 0,-1 1 0,1-1 0,-1 0 0,1 1 0,0-1 0,0 1 0,-1-1 0,1 1 0,0 0 0,0-1 0,1 1 0,-1 0 0,0 0 0,0 0 0,1 0 0,-1 0 0,1 0 0,0 0 0,0-1 0,-1 3 0,4 72 0,-1-50 0,-2 33 0,-36 213 0,7-71 0,-33 549-570,42-462 437,-34 306 118,32-378 12,10-74 355,8 250 1,6-364-351,1 0 0,1 0 0,2 0 0,17 52 1,-20-70-3,2 0 0,-1-1 1,1 0-1,0 0 0,1 0 1,0-1-1,1 1 0,-1-1 1,2-1-1,-1 1 0,1-2 1,0 1-1,0-1 0,1 0 1,0 0-1,15 6 0,1-2 0,0-2 0,0-1 0,0-1 0,50 5 0,109-4 0,-141-6 0,412 6-621,866 22-3471,679 88-790,-904-47 4184,156-37 192,-1250-33 506,264-13 796,-215 7-401,1-1 1,-1-3-1,50-16 0,-88 22 4,-1-1 0,1 0 0,-1 0-1,0-2 1,0 1 0,-1-1-1,0-1 1,16-15 0,-22 18-188,0 0 0,0-1 1,-1 1-1,0-1 0,0 0 0,-1-1 1,1 1-1,-1-1 0,-1 1 0,1-1 1,-1 0-1,0 0 0,-1 0 0,1 0 1,-1 0-1,-1 0 0,0-12 0,-1-1-79,-2 0 0,0 0 0,-1 0 0,-7-20 0,-33-79 195,20 58-283,-2-12-44,4-1 0,-19-105 0,32 122 0,3 0 0,3-1 0,7-108 0,14 17-205,69-269 0,81-136-257,-152 506 457,44-127 5,47-162 0,-100 312 110,-2 1 0,0-1-1,1-40 1,-6 57-86,0 1 1,0 0-1,-1 0 0,0-1 1,0 1-1,-1 0 0,1 0 1,-2 0-1,1 1 0,-1-1 1,0 0-1,0 1 0,-1 0 1,0 0-1,0 0 1,0 0-1,-8-6 0,-2-1-24,-2 1 0,0 1 0,0 0 0,-1 2 0,0 0 0,-1 0 0,-25-7 0,-135-33 0,-238-24-515,-4 25-578,-571-32-1490,-3 28 360,922 49 2209,-2225-25-1167,1955 44 921,3 24 2188,323-37-1874,-7 1 883,-34 10 0,52-13-699,0 1 0,0-1 0,1 1 0,-1 1 0,0-1 0,1 1 0,0-1 0,0 1 0,0 1 0,0-1 0,0 0 0,-5 8 0,8-10-267,0 1 1,0-1-1,0 1 1,1 0-1,-1-1 0,0 1 1,1-1-1,0 1 1,-1 0-1,1-1 0,0 1 1,0 0-1,0 0 1,0-1-1,0 1 0,0 0 1,0-1-1,1 4 0,5 10-6699</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5.221"/>
    </inkml:context>
    <inkml:brush xml:id="br0">
      <inkml:brushProperty name="width" value="0.05" units="cm"/>
      <inkml:brushProperty name="height" value="0.05" units="cm"/>
      <inkml:brushProperty name="color" value="#FFFFFF"/>
    </inkml:brush>
  </inkml:definitions>
  <inkml:trace contextRef="#ctx0" brushRef="#br0">514 226 24575,'1'-11'0,"0"0"0,1 0 0,0 0 0,1 0 0,5-12 0,-5 15 0,0 1 0,-1-1 0,1 0 0,-2 0 0,1 0 0,-1 0 0,0 0 0,-1 0 0,0 0 0,0 0 0,-2-11 0,1 17 0,1 0 0,-1 0 0,0 0 0,0 0 0,0 0 0,0 0 0,0 0 0,0 0 0,-1 0 0,1 1 0,0-1 0,-1 1 0,0-1 0,1 1 0,-1-1 0,0 1 0,1 0 0,-1 0 0,-3-2 0,1 2 0,0-1 0,0 1 0,-1 0 0,1 1 0,0-1 0,-1 1 0,1-1 0,0 1 0,-6 1 0,-4 1 0,0 1 0,0 0 0,1 1 0,-1 0 0,-13 7 0,0 2 0,0 1 0,1 2 0,1 1 0,0 1 0,1 0 0,1 2 0,-36 41 0,44-43 0,0 0 0,1 1 0,1 1 0,1 0 0,0 1 0,2 0 0,0 1 0,2 0 0,0 0 0,-7 37 0,14-47 0,-1 1 0,1-1 0,1 1 0,1-1 0,-1 1 0,2-1 0,0 1 0,0-1 0,1 0 0,1 0 0,0 0 0,1 0 0,0-1 0,7 12 0,-4-10 0,0-2 0,1 1 0,0-1 0,0-1 0,2 0 0,-1 0 0,1-1 0,0 0 0,1-1 0,0 0 0,0-1 0,16 6 0,-3-3 0,1-1 0,0-1 0,0-2 0,1 0 0,-1-2 0,1-1 0,0-1 0,42-3 0,-27-2 0,0-2 0,0-2 0,-1-1 0,71-25 0,-52 8-1365,-12 1-5461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5.485"/>
    </inkml:context>
    <inkml:brush xml:id="br0">
      <inkml:brushProperty name="width" value="0.05" units="cm"/>
      <inkml:brushProperty name="height" value="0.05" units="cm"/>
      <inkml:brushProperty name="color" value="#FFFFFF"/>
    </inkml:brush>
  </inkml:definitions>
  <inkml:trace contextRef="#ctx0" brushRef="#br0">0 16 24575,'0'-3'0,"3"-4"0,1 2 0,0 5 0,-2 5 0,1 9 0,-2 6 0,-1 10 0,1 8 0,-1 10 0,0 5 0,-1 3 0,1 0 0,0 0 0,0 0 0,0-5 0,0-5 0,0-9-8191</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5.780"/>
    </inkml:context>
    <inkml:brush xml:id="br0">
      <inkml:brushProperty name="width" value="0.05" units="cm"/>
      <inkml:brushProperty name="height" value="0.05" units="cm"/>
      <inkml:brushProperty name="color" value="#FFFFFF"/>
    </inkml:brush>
  </inkml:definitions>
  <inkml:trace contextRef="#ctx0" brushRef="#br0">402 13 24575,'10'-8'0,"-6"3"0,-4 11 0,-19 60 0,-2 0 0,-34 70 0,32-80 0,-258 566-1365,264-590-5461</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6.091"/>
    </inkml:context>
    <inkml:brush xml:id="br0">
      <inkml:brushProperty name="width" value="0.05" units="cm"/>
      <inkml:brushProperty name="height" value="0.05" units="cm"/>
      <inkml:brushProperty name="color" value="#FFFFFF"/>
    </inkml:brush>
  </inkml:definitions>
  <inkml:trace contextRef="#ctx0" brushRef="#br0">401 33 24575,'0'0'0,"1"0"0,-1 0 0,0 0 0,0 0 0,1 0 0,-1 0 0,0 0 0,0 0 0,1 0 0,-1 0 0,0 0 0,0 0 0,1 0 0,-1 0 0,0 0 0,0 0 0,0 0 0,1 0 0,-1-1 0,0 1 0,0 0 0,1 0 0,-1 0 0,0 0 0,0 0 0,0-1 0,0 1 0,1 0 0,-1 0 0,0 0 0,0-1 0,0 1 0,0 0 0,0 0 0,1 0 0,-1-1 0,-6-8 0,-13-5 0,12 12 0,-1 1 0,1 0 0,0 0 0,0 0 0,0 1 0,-1 0 0,1 1 0,0 0 0,0 0 0,0 0 0,0 1 0,0 0 0,-12 5 0,0 1 0,1 1 0,0 1 0,-29 21 0,31-19 0,0 2 0,1 0 0,1 0 0,0 1 0,1 1 0,1 1 0,0 0 0,1 0 0,-16 36 0,23-43 0,1 0 0,-1 0 0,2 0 0,0 0 0,0 1 0,0-1 0,2 0 0,-1 1 0,2 14 0,0-18 0,0 0 0,1 0 0,0 1 0,0-1 0,1 0 0,0-1 0,0 1 0,0 0 0,1-1 0,0 0 0,0 0 0,1 0 0,-1 0 0,9 7 0,-4-6 31,0 0 0,0 0 0,0-1 0,1-1 0,0 1 0,0-1 0,1-1 0,0 0 1,-1-1-1,20 4 0,-8-3-373,1-1 1,-1-1 0,1-1-1,29-3 1,8-4-6485</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6.312"/>
    </inkml:context>
    <inkml:brush xml:id="br0">
      <inkml:brushProperty name="width" value="0.05" units="cm"/>
      <inkml:brushProperty name="height" value="0.05" units="cm"/>
      <inkml:brushProperty name="color" value="#FFFFFF"/>
    </inkml:brush>
  </inkml:definitions>
  <inkml:trace contextRef="#ctx0" brushRef="#br0">89 0 24575,'-3'1'0,"1"-1"0,0 0 0,0 1 0,0-1 0,0 1 0,0 0 0,0 0 0,0 0 0,0 0 0,0 0 0,0 0 0,1 0 0,-1 1 0,0-1 0,1 1 0,-1-1 0,1 1 0,-1 0 0,1-1 0,0 1 0,0 0 0,0 0 0,0 0 0,0 0 0,0 0 0,0 0 0,0 3 0,-3 8 0,1 1 0,0-1 0,-1 18 0,3-19 0,-2 6 6,-20 208 328,20-182-760,3 0-1,2 0 1,8 49 0,-7-73-6400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6.576"/>
    </inkml:context>
    <inkml:brush xml:id="br0">
      <inkml:brushProperty name="width" value="0.05" units="cm"/>
      <inkml:brushProperty name="height" value="0.05" units="cm"/>
      <inkml:brushProperty name="color" value="#FFFFFF"/>
    </inkml:brush>
  </inkml:definitions>
  <inkml:trace contextRef="#ctx0" brushRef="#br0">1 279 24575,'-1'-46'0,"2"-49"0,0 81 0,0 1 0,1 0 0,1 0 0,8-24 0,-11 34 0,1 1 0,1-1 0,-1 0 0,0 1 0,1-1 0,-1 1 0,1-1 0,0 1 0,0 0 0,0-1 0,0 1 0,0 0 0,0 0 0,0 1 0,1-1 0,-1 0 0,1 1 0,-1-1 0,6-1 0,-4 2 0,0 1 0,0-1 0,0 1 0,0 0 0,0 0 0,0 0 0,0 1 0,0-1 0,0 1 0,0 0 0,-1 0 0,8 3 0,7 5 0,-1 0 0,0 1 0,-1 1 0,25 21 0,-6-2 0,-2 0 0,46 55 0,-62-63 0,0 0 0,-2 1 0,0 1 0,-2 0 0,15 38 0,-24-53 0,-1-1 0,-1 1 0,0 0 0,0 0 0,-1 0 0,0 1 0,0-1 0,-1 0 0,0 0 0,-1 0 0,-2 15 0,1-17 0,0-1 0,0 0 0,-1 0 0,0 0 0,0 0 0,-1 0 0,1 0 0,-1-1 0,0 0 0,-1 0 0,1 0 0,-1 0 0,0-1 0,0 1 0,0-1 0,-11 5 0,1 0 49,-1-2 0,0 0 0,0-1-1,-1 0 1,0-2 0,-18 4 0,-103 6-1756,65-11-5119</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8.426"/>
    </inkml:context>
    <inkml:brush xml:id="br0">
      <inkml:brushProperty name="width" value="0.05" units="cm"/>
      <inkml:brushProperty name="height" value="0.05" units="cm"/>
      <inkml:brushProperty name="color" value="#FFFFFF"/>
    </inkml:brush>
  </inkml:definitions>
  <inkml:trace contextRef="#ctx0" brushRef="#br0">274 22 24575,'3'-3'0,"1"-4"0,-3-1 0,-2 5 0,-3 7 0,-5 10 0,-3 9 0,-6 8 0,-2 8 0,-4 7 0,-4 4 0,-3 3 0,1 0 0,-1-2 0,2-4 0,4-4 0,5-9-8191</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8.767"/>
    </inkml:context>
    <inkml:brush xml:id="br0">
      <inkml:brushProperty name="width" value="0.05" units="cm"/>
      <inkml:brushProperty name="height" value="0.05" units="cm"/>
      <inkml:brushProperty name="color" value="#FFFFFF"/>
    </inkml:brush>
  </inkml:definitions>
  <inkml:trace contextRef="#ctx0" brushRef="#br0">2 85 24575,'-1'-13'0,"1"6"0,0 1 0,0 0 0,0-1 0,1 1 0,2-10 0,-3 15 0,0 0 0,1-1 0,0 1 0,-1 0 0,1 0 0,0 0 0,-1-1 0,1 1 0,0 0 0,0 0 0,0 0 0,0 0 0,0 0 0,0 0 0,0 1 0,0-1 0,1 0 0,-1 0 0,0 1 0,0-1 0,1 1 0,-1-1 0,0 1 0,1 0 0,-1-1 0,0 1 0,1 0 0,-1 0 0,0 0 0,3 0 0,5 1 0,-1-1 0,1 2 0,0 0 0,0 0 0,-1 0 0,12 5 0,49 26 0,-55-25 0,0-1 0,-2 0 0,1 1 0,-1 0 0,0 1 0,-1 0 0,16 16 0,-22-18 0,1 0 0,-1 1 0,0-1 0,0 1 0,-1 0 0,0 0 0,-1 1 0,1-1 0,-2 1 0,1-1 0,2 17 0,-4-3-136,0 1-1,-2-1 1,0 1-1,-2-1 1,0 1-1,-1-1 1,-2 0-1,0 0 0,-9 21 1,9-27-6690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09.407"/>
    </inkml:context>
    <inkml:brush xml:id="br0">
      <inkml:brushProperty name="width" value="0.05" units="cm"/>
      <inkml:brushProperty name="height" value="0.05" units="cm"/>
      <inkml:brushProperty name="color" value="#FFFFFF"/>
    </inkml:brush>
  </inkml:definitions>
  <inkml:trace contextRef="#ctx0" brushRef="#br0">100 47 24575,'-1'-7'0,"1"7"0,0-1 0,0 1 0,0 0 0,-1-1 0,1 1 0,0 0 0,0-1 0,0 1 0,0 0 0,1-1 0,-1 1 0,0 0 0,0-1 0,0 1 0,0 0 0,0 0 0,0-1 0,0 1 0,1 0 0,-1-1 0,0 1 0,0 0 0,0 0 0,0 0 0,1-1 0,-1 1 0,0 0 0,0 0 0,1 0 0,-1-1 0,0 1 0,1 0 0,-1 0 0,0 0 0,0 0 0,1 0 0,-1-1 0,0 1 0,1 0 0,-1 0 0,0 0 0,1 0 0,-1 0 0,0 0 0,1 0 0,-1 0 0,1 1 0,6-4 0,1 0 0,0 1 0,0 1 0,1-1 0,-1 1 0,0 1 0,0-1 0,0 1 0,14 2 0,-18-1 0,-1 0 0,1 0 0,-1 0 0,1 0 0,-1 1 0,0-1 0,1 1 0,-1 0 0,0 0 0,0 0 0,0 1 0,-1-1 0,1 1 0,0-1 0,-1 1 0,0 0 0,1 0 0,-1 0 0,0 0 0,-1 0 0,1 1 0,-1-1 0,1 0 0,0 5 0,0-2 0,0 0 0,0 1 0,-1-1 0,0 1 0,-1-1 0,1 1 0,-1-1 0,0 1 0,-1 0 0,1-1 0,-1 1 0,-1-1 0,1 1 0,-1-1 0,0 0 0,-1 0 0,-3 6 0,2-5 0,0-1 0,0-1 0,-1 1 0,1 0 0,-2-1 0,1 0 0,0-1 0,-1 1 0,0-1 0,0 0 0,0 0 0,-1-1 0,1 0 0,-1 0 0,-8 3 0,7-4 0,0 1 0,0-1 0,-1-1 0,1 0 0,0 0 0,0 0 0,-1-1 0,1 0 0,0-1 0,-15-2 0,20 2 0,0 0 0,0 0 0,0-1 0,0 1 0,0 0 0,0-1 0,0 0 0,0 0 0,1 0 0,-1 0 0,1 0 0,-1 0 0,1-1 0,0 1 0,0-1 0,0 0 0,0 1 0,0-1 0,1 0 0,-1 0 0,1 0 0,0 0 0,0 0 0,0-1 0,0 1 0,0 0 0,1 0 0,0-1 0,-1-3 0,2-1 0,-1-1 0,1 1 0,1 0 0,-1 0 0,1 0 0,1 0 0,0 0 0,0 0 0,0 0 0,1 1 0,6-9 0,-2 3 0,0 1 0,1 1 0,0-1 0,1 2 0,17-16 0,-24 24 31,1-1 0,-1 1 0,0 0 0,1 0 0,-1 0 0,1 0 0,0 1 0,-1-1 1,1 1-1,6-1 0,-8 2-83,-1 0 0,1 0 0,-1 0 1,0 0-1,1 0 0,-1 0 1,1 0-1,-1 1 0,0-1 0,1 1 1,-1-1-1,0 1 0,1-1 1,-1 1-1,0 0 0,0 0 0,1-1 1,-1 1-1,0 0 0,0 0 1,0 0-1,0 0 0,0 0 0,-1 1 1,1-1-1,0 0 0,0 0 1,-1 1-1,1-1 0,-1 0 0,1 1 1,0 0-1,3 16-6774</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0.418"/>
    </inkml:context>
    <inkml:brush xml:id="br0">
      <inkml:brushProperty name="width" value="0.05" units="cm"/>
      <inkml:brushProperty name="height" value="0.05" units="cm"/>
      <inkml:brushProperty name="color" value="#FFFFFF"/>
    </inkml:brush>
  </inkml:definitions>
  <inkml:trace contextRef="#ctx0" brushRef="#br0">197 1 24575,'0'3'0,"3"4"0,1 3 0,0 7 0,-1 6 0,-4 8 0,-4 7 0,-5 10 0,-7 5 0,-6 5 0,-8 2 0,-7 0 0,-7-5 0,5-11-8191</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0.802"/>
    </inkml:context>
    <inkml:brush xml:id="br0">
      <inkml:brushProperty name="width" value="0.05" units="cm"/>
      <inkml:brushProperty name="height" value="0.05" units="cm"/>
      <inkml:brushProperty name="color" value="#FFFFFF"/>
    </inkml:brush>
  </inkml:definitions>
  <inkml:trace contextRef="#ctx0" brushRef="#br0">280 4 24575,'3'-3'0,"1"2"0,-1 7 0,0 6 0,-1 9 0,-3 7 0,-3 11 0,-2 8 0,-7 7 0,-4 9 0,-4 7 0,-9 2 0,-10 1 0,-11-3 0,-8-4 0,6-14-8191</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1.210"/>
    </inkml:context>
    <inkml:brush xml:id="br0">
      <inkml:brushProperty name="width" value="0.05" units="cm"/>
      <inkml:brushProperty name="height" value="0.05" units="cm"/>
      <inkml:brushProperty name="color" value="#FFFFFF"/>
    </inkml:brush>
  </inkml:definitions>
  <inkml:trace contextRef="#ctx0" brushRef="#br0">195 1 24575,'3'0'0,"4"2"0,1 8 0,2 8 0,2 12 0,2 13 0,-1 12 0,0 13 0,-3 13 0,-2 11 0,-6 7 0,-9 5 0,-9 2 0,-14 2 0,-14-4 0,-13-8 0,-16-10 0,5-21-8191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8.640"/>
    </inkml:context>
    <inkml:brush xml:id="br0">
      <inkml:brushProperty name="width" value="0.05" units="cm"/>
      <inkml:brushProperty name="height" value="0.05" units="cm"/>
      <inkml:brushProperty name="color" value="#FFFFFF"/>
    </inkml:brush>
  </inkml:definitions>
  <inkml:trace contextRef="#ctx0" brushRef="#br0">1 140 24575,'26'-1'0,"46"-9"0,-5 1 0,946-47-3919,-922 52 3624,1761-37-6430,4 25 6221,174 34-1058,-1163 8 5432,-662-19 471,-308-21-1043,18 0-1802,71 13-1379,10 1-241,0 0 1,0-1-1,-1 1 1,1-1-1,0 0 1,0 0-1,0 0 1,0-1-1,0 1 1,1-1-1,-8-4 1,4-3-6703</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8.892"/>
    </inkml:context>
    <inkml:brush xml:id="br0">
      <inkml:brushProperty name="width" value="0.05" units="cm"/>
      <inkml:brushProperty name="height" value="0.05" units="cm"/>
      <inkml:brushProperty name="color" value="#FFFFFF"/>
    </inkml:brush>
  </inkml:definitions>
  <inkml:trace contextRef="#ctx0" brushRef="#br0">115 6 24575,'-11'-3'0,"0"1"0,21 11 0,-2-4 0,0 1 0,0 1 0,-1 0 0,0 0 0,0 0 0,0 1 0,-1 0 0,0 0 0,-1 1 0,0 0 0,0-1 0,-1 2 0,4 9 0,-6-10 0,0-1 0,0 1 0,-1 0 0,0-1 0,0 1 0,-1 0 0,-1 0 0,1 0 0,-1-1 0,-1 1 0,0 0 0,0-1 0,0 1 0,-1-1 0,-6 13 0,-2-1-227,-1-1-1,-1 0 1,-1-1-1,0 0 1,-31 28-1,-27 20-6598</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07.213"/>
    </inkml:context>
    <inkml:brush xml:id="br0">
      <inkml:brushProperty name="width" value="0.05" units="cm"/>
      <inkml:brushProperty name="height" value="0.05" units="cm"/>
      <inkml:brushProperty name="color" value="#FFFFFF"/>
    </inkml:brush>
  </inkml:definitions>
  <inkml:trace contextRef="#ctx0" brushRef="#br0">724 1 24575,'-9'0'0,"1"1"0,0 1 0,0-1 0,1 2 0,-1-1 0,0 1 0,1 0 0,-1 0 0,1 1 0,0 0 0,0 0 0,0 1 0,1 0 0,0 0 0,-10 10 0,-4 7 0,0 1 0,2 0 0,-16 27 0,-38 70-188,6 3 0,-89 231 0,105-218 126,-52 232 1,80-253 64,5 0 0,-4 182 1,26 342-85,-1-409-252,22 360 243,59-7 98,-65-496-136,4-1 1,63 149 0,-63-183 112,3 0 0,2-2 0,3 0 0,1-3 0,52 58 0,-71-90 90,1 0-1,1-1 1,0 0-1,33 20 1,-38-28 44,0 0-1,1-1 1,-1 0 0,1-1 0,1 0 0,-1-1 0,0 0 0,1-1 0,13 0 0,122-7 81,-104 2-941,70 2 0,-83 5-6085</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4.787"/>
    </inkml:context>
    <inkml:brush xml:id="br0">
      <inkml:brushProperty name="width" value="0.05" units="cm"/>
      <inkml:brushProperty name="height" value="0.05" units="cm"/>
      <inkml:brushProperty name="color" value="#FFFFFF"/>
    </inkml:brush>
  </inkml:definitions>
  <inkml:trace contextRef="#ctx0" brushRef="#br0">2 38 24575,'0'-33'0,"0"29"0,0 22 0,-1 156 204,5 269-1773,0-370-5257</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5.550"/>
    </inkml:context>
    <inkml:brush xml:id="br0">
      <inkml:brushProperty name="width" value="0.05" units="cm"/>
      <inkml:brushProperty name="height" value="0.05" units="cm"/>
      <inkml:brushProperty name="color" value="#FFFFFF"/>
    </inkml:brush>
  </inkml:definitions>
  <inkml:trace contextRef="#ctx0" brushRef="#br0">35 116 24575,'1'-11'0,"-2"0"0,0 0 0,0 0 0,-1 0 0,0 0 0,-1 1 0,0-1 0,-7-14 0,10 24 0,0 1 0,0 0 0,0 0 0,0 0 0,0 0 0,0 0 0,0-1 0,0 1 0,0 0 0,0 0 0,0 0 0,0 0 0,0 0 0,0 0 0,0 0 0,0-1 0,-1 1 0,1 0 0,0 0 0,0 0 0,0 0 0,0 0 0,0 0 0,0 0 0,0 0 0,-1 0 0,1 0 0,0 0 0,0 0 0,0 0 0,0 0 0,0 0 0,0-1 0,-1 1 0,1 0 0,0 0 0,0 0 0,0 1 0,0-1 0,0 0 0,0 0 0,-1 0 0,1 0 0,0 0 0,0 0 0,0 0 0,0 0 0,0 0 0,0 0 0,-1 0 0,1 0 0,0 0 0,0 0 0,0 0 0,0 1 0,0-1 0,0 0 0,0 0 0,0 0 0,-4 13 0,1 17 0,4 44 0,18 124 0,-7-106 0,8 48 0,-19-155 0,0 0 0,2 1 0,-1-1 0,2 1 0,10-27 0,-11 35 0,0 0 0,0 0 0,0 1 0,1-1 0,0 1 0,0 0 0,0 0 0,1 0 0,0 1 0,0 0 0,0 0 0,0 0 0,0 0 0,1 1 0,0 0 0,0 0 0,0 0 0,0 1 0,0 0 0,0 0 0,1 0 0,-1 1 0,1 0 0,-1 1 0,1-1 0,-1 1 0,1 0 0,-1 1 0,1 0 0,-1 0 0,1 0 0,-1 0 0,0 1 0,0 0 0,0 1 0,0 0 0,0-1 0,0 2 0,0-1 0,-1 1 0,0 0 0,0 0 0,0 0 0,9 10 0,-11-10 0,0-1 0,-1 1 0,1 0 0,-1 0 0,1 0 0,-1 0 0,0 1 0,-1-1 0,1 1 0,-1-1 0,0 1 0,0-1 0,0 1 0,0 0 0,-1-1 0,0 1 0,0 0 0,0-1 0,-2 9 0,0-8 0,1 0 0,-1-1 0,0 1 0,0 0 0,-1-1 0,1 0 0,-1 0 0,0 0 0,0 0 0,-1 0 0,1 0 0,-1-1 0,0 0 0,0 0 0,0 0 0,0 0 0,0 0 0,-7 2 0,-3 1-114,1 0 1,0-2-1,-1 1 0,0-2 0,0 0 1,0 0-1,0-2 0,-1 1 0,1-2 1,0 0-1,-29-4 0,13-3-6712</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5.849"/>
    </inkml:context>
    <inkml:brush xml:id="br0">
      <inkml:brushProperty name="width" value="0.05" units="cm"/>
      <inkml:brushProperty name="height" value="0.05" units="cm"/>
      <inkml:brushProperty name="color" value="#FFFFFF"/>
    </inkml:brush>
  </inkml:definitions>
  <inkml:trace contextRef="#ctx0" brushRef="#br0">1 94 24575,'1'-5'0,"-1"0"0,1 0 0,1 0 0,-1 0 0,1 0 0,0 1 0,0-1 0,0 0 0,6-7 0,-6 9 0,0 0 0,-1 0 0,2 0 0,-1 1 0,0-1 0,0 1 0,1-1 0,0 1 0,-1 0 0,1 0 0,0 0 0,0 0 0,0 1 0,0-1 0,5-1 0,-7 3 0,0 0 0,1 0 0,-1 0 0,0 0 0,0 1 0,1-1 0,-1 0 0,0 1 0,0-1 0,1 0 0,-1 1 0,0-1 0,0 1 0,0 0 0,0-1 0,0 1 0,0 0 0,0 0 0,0 0 0,0 0 0,0 0 0,0 0 0,-1 0 0,1 0 0,0 0 0,-1 0 0,1 0 0,0 0 0,-1 0 0,0 1 0,1-1 0,-1 0 0,0 0 0,1 2 0,1 7 0,0-1 0,-1 1 0,0 13 0,-1-16 0,3 51 83,22 246-1531,-21-278-5378</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6.001"/>
    </inkml:context>
    <inkml:brush xml:id="br0">
      <inkml:brushProperty name="width" value="0.05" units="cm"/>
      <inkml:brushProperty name="height" value="0.05" units="cm"/>
      <inkml:brushProperty name="color" value="#FFFFFF"/>
    </inkml:brush>
  </inkml:definitions>
  <inkml:trace contextRef="#ctx0" brushRef="#br0">12 72 24575,'-3'-3'0,"-1"-4"0,0-3 0,4-1 0,5 2 0,7-1 0,5 2 0,5 2 0,8 2 0,4 2 0,7 0 0,0 2 0,1 0 0,-8 1-8191</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7.016"/>
    </inkml:context>
    <inkml:brush xml:id="br0">
      <inkml:brushProperty name="width" value="0.05" units="cm"/>
      <inkml:brushProperty name="height" value="0.05" units="cm"/>
      <inkml:brushProperty name="color" value="#FFFFFF"/>
    </inkml:brush>
  </inkml:definitions>
  <inkml:trace contextRef="#ctx0" brushRef="#br0">158 141 24575,'2'0'0,"-1"-1"0,0 1 0,1-1 0,-1 0 0,1 1 0,-1-1 0,0 0 0,0 0 0,0 0 0,0 0 0,1 0 0,-1 0 0,-1-1 0,1 1 0,0 0 0,0 0 0,1-3 0,13-26 0,-14 29 0,0-2 0,1-1 0,-1 1 0,0-1 0,0 0 0,0 1 0,-1-1 0,1 0 0,-1 1 0,0-1 0,0 0 0,0 0 0,0 1 0,-1-1 0,1 0 0,-3-4 0,3 6 0,-1 0 0,0 1 0,0-1 0,0 0 0,0 1 0,0-1 0,0 1 0,-1-1 0,1 1 0,-1 0 0,1 0 0,-1 0 0,1-1 0,-1 1 0,1 0 0,-1 1 0,0-1 0,1 0 0,-1 1 0,0-1 0,0 0 0,0 1 0,0 0 0,0 0 0,1-1 0,-1 1 0,0 0 0,0 0 0,0 1 0,0-1 0,0 0 0,-2 1 0,-3 0 0,1 0 0,-1 1 0,0 0 0,1 0 0,-9 4 0,13-5 0,0 0 0,0 0 0,0 1 0,0-1 0,1 0 0,-1 1 0,0-1 0,1 1 0,-1 0 0,1 0 0,0-1 0,0 1 0,-1 0 0,1 0 0,0 0 0,1 0 0,-1 0 0,0 0 0,1 1 0,-1 1 0,-7 53 0,2 0 0,2 64 0,3-97 0,-2 1 0,0-1 0,-12 41 0,4-19 0,-7 19 0,17-119 0,1 48 0,-1-61 0,4 0 0,20-122 0,-22 186 0,-1-1 0,1 1 0,0-1 0,0 1 0,1 0 0,-1-1 0,1 1 0,0 0 0,0 0 0,0 0 0,0 0 0,0 1 0,1-1 0,-1 0 0,1 1 0,-1 0 0,1-1 0,0 1 0,4-2 0,-1 2 0,1 0 0,-1 0 0,0 0 0,0 1 0,1 0 0,-1 0 0,1 1 0,-1 0 0,12 1 0,-1 1 0,0 0 0,0 1 0,31 9 0,-42-10 0,1 0 0,-1 1 0,0 0 0,0 0 0,0 0 0,0 1 0,0 0 0,-1 0 0,1 0 0,-1 1 0,0-1 0,6 10 0,-9-13 0,-1 1 0,0 0 0,0 0 0,-1 0 0,1 0 0,0 0 0,-1 0 0,1 0 0,-1 0 0,1 0 0,-1 0 0,0 1 0,0-1 0,0 0 0,0 0 0,0 0 0,-1 0 0,1 0 0,-1 0 0,1 0 0,-1 0 0,0 0 0,0 0 0,0 0 0,0 0 0,0 0 0,0 0 0,0-1 0,-1 1 0,1 0 0,-1-1 0,1 1 0,-1-1 0,1 0 0,-3 2 0,-7 5 0,0-1 0,0 0 0,-1-1 0,-16 7 0,25-12 0,-80 32-1365,62-26-5461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7.263"/>
    </inkml:context>
    <inkml:brush xml:id="br0">
      <inkml:brushProperty name="width" value="0.05" units="cm"/>
      <inkml:brushProperty name="height" value="0.05" units="cm"/>
      <inkml:brushProperty name="color" value="#FFFFFF"/>
    </inkml:brush>
  </inkml:definitions>
  <inkml:trace contextRef="#ctx0" brushRef="#br0">77 0 24575,'-5'3'0,"-6"1"0,-4-1 0,-1 0 0,-2-1 0,8 0 0,9-2 0,11 1 0,9-1 0,7 0 0,9-1 0,3 1 0,2 0 0,-3 0 0,-5 0 0,-5 0 0,-7 0-8191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7.604"/>
    </inkml:context>
    <inkml:brush xml:id="br0">
      <inkml:brushProperty name="width" value="0.05" units="cm"/>
      <inkml:brushProperty name="height" value="0.05" units="cm"/>
      <inkml:brushProperty name="color" value="#FFFFFF"/>
    </inkml:brush>
  </inkml:definitions>
  <inkml:trace contextRef="#ctx0" brushRef="#br0">296 63 24575,'-2'-1'0,"0"-1"0,0 1 0,0 0 0,0-1 0,0 1 0,0-1 0,0 0 0,0 1 0,0-1 0,1 0 0,-1 0 0,1 0 0,-2-4 0,-11-11 0,11 15 0,1 0 0,-1 0 0,0 1 0,0-1 0,0 0 0,0 1 0,0 0 0,0-1 0,0 1 0,-1 1 0,1-1 0,0 0 0,-1 1 0,1 0 0,0-1 0,-4 2 0,2-1 0,0 1 0,0 0 0,0 1 0,1-1 0,-1 1 0,1 0 0,-1 0 0,1 0 0,-8 6 0,-1 2 0,1 1 0,0 0 0,1 1 0,0 0 0,-15 23 0,17-22 0,1 1 0,0-1 0,1 1 0,0 0 0,1 1 0,-5 20 0,10-30 0,0 0 0,0 1 0,1-1 0,-1 0 0,1 0 0,0 1 0,1-1 0,-1 0 0,3 10 0,-1-12 0,-1 1 0,0-1 0,1 0 0,-1 0 0,1 0 0,0-1 0,0 1 0,0 0 0,0-1 0,1 1 0,-1-1 0,1 0 0,-1 0 0,1 0 0,0 0 0,5 3 0,1-1 48,0-1-1,0 0 1,0 0-1,0-1 1,0 0-1,13 1 1,58 0-1070,-65-3 346,32 0-6150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8.210"/>
    </inkml:context>
    <inkml:brush xml:id="br0">
      <inkml:brushProperty name="width" value="0.05" units="cm"/>
      <inkml:brushProperty name="height" value="0.05" units="cm"/>
      <inkml:brushProperty name="color" value="#FFFFFF"/>
    </inkml:brush>
  </inkml:definitions>
  <inkml:trace contextRef="#ctx0" brushRef="#br0">110 150 24575,'0'-1'0,"0"0"0,-1 0 0,1 0 0,-1-1 0,1 1 0,-1 0 0,0 0 0,1 0 0,-1 0 0,0 0 0,0 0 0,0 0 0,1 0 0,-1 1 0,0-1 0,0 0 0,-1 0 0,1 1 0,0-1 0,0 1 0,0-1 0,-2 0 0,-27-9 0,30 10 0,-29-5 0,27 5 0,0 0 0,1 0 0,-1 0 0,0 0 0,1 0 0,-1 0 0,0 1 0,1-1 0,-1 1 0,1-1 0,-1 1 0,0-1 0,1 1 0,-1 0 0,-1 1 0,3-1 0,-1 0 0,1-1 0,-1 1 0,1 0 0,0 0 0,0 0 0,0 0 0,0 0 0,-1-1 0,1 1 0,0 0 0,0 0 0,0 0 0,1 0 0,-1 0 0,0 0 0,0-1 0,0 1 0,1 0 0,-1 0 0,0 0 0,1 0 0,-1-1 0,1 1 0,-1 0 0,1-1 0,-1 1 0,1 0 0,-1-1 0,2 2 0,0 1 0,0-1 0,1 1 0,-1-1 0,0 0 0,1 0 0,0 0 0,3 2 0,-3-5 0,-4-5 0,-7-12 0,5 10 0,6 10 0,1-1 0,-1 1 0,0 0 0,0 0 0,0 0 0,0 0 0,0 1 0,-1-1 0,1 1 0,-1 0 0,3 3 0,1 1 0,-1 0 0,-1 0 0,8 15 0,-11-21 0,0 1 0,-1-1 0,1 1 0,-1-1 0,1 1 0,-1 0 0,1-1 0,-1 1 0,0 0 0,0-1 0,0 1 0,0 0 0,0-1 0,0 1 0,0-1 0,-1 1 0,1 0 0,-1-1 0,0 3 0,1-4 0,0 0 0,0 0 0,-1 0 0,1 0 0,0 0 0,0 0 0,-1 0 0,1-1 0,0 1 0,0 0 0,0 0 0,-1 0 0,1 0 0,0 0 0,0 0 0,0 0 0,-1 0 0,1-1 0,0 1 0,0 0 0,0 0 0,-1 0 0,1 0 0,0-1 0,0 1 0,0 0 0,0 0 0,0 0 0,0-1 0,0 1 0,-1 0 0,1 0 0,0 0 0,0-1 0,0 1 0,0 0 0,0 0 0,0-1 0,0 1 0,0 0 0,0 0 0,0-1 0,-3-11 0,3 6 0,0-1 0,0 0 0,0 1 0,1-1 0,0 1 0,0-1 0,1 1 0,0 0 0,0 0 0,0 0 0,1 0 0,0 0 0,0 0 0,0 0 0,8-8 0,2-3 0,2-1 0,0 2 0,22-18 0,-18 18-1365,-2 4-5461</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8.596"/>
    </inkml:context>
    <inkml:brush xml:id="br0">
      <inkml:brushProperty name="width" value="0.05" units="cm"/>
      <inkml:brushProperty name="height" value="0.05" units="cm"/>
      <inkml:brushProperty name="color" value="#FFFFFF"/>
    </inkml:brush>
  </inkml:definitions>
  <inkml:trace contextRef="#ctx0" brushRef="#br0">1 202 24575,'11'6'0,"11"2"0,-12-6 0,1-1 0,0 0 0,0-1 0,-1 0 0,1-1 0,0 0 0,-1-1 0,1 0 0,-1 0 0,18-8 0,-24 9 0,0-1 0,-1 0 0,1 0 0,-1 0 0,1 0 0,-1-1 0,0 1 0,0-1 0,0 0 0,0 0 0,0 0 0,-1 0 0,0 0 0,1 0 0,-1-1 0,0 0 0,-1 1 0,1-1 0,0 0 0,-1 0 0,0 1 0,0-1 0,0 0 0,-1 0 0,1 0 0,-1-1 0,0 1 0,0 0 0,0 0 0,-1 0 0,-1-5 0,1 4 0,0 0 0,-1 0 0,1 0 0,-1 0 0,0 0 0,-1 1 0,1-1 0,-1 1 0,0 0 0,0 0 0,-1 0 0,1 0 0,-1 0 0,1 0 0,-1 1 0,0 0 0,-1 0 0,-6-4 0,8 6 0,0-1 0,0 1 0,0 0 0,0 0 0,-1 0 0,1 0 0,0 0 0,0 1 0,-1 0 0,1 0 0,0 0 0,-1 0 0,1 0 0,0 0 0,-1 1 0,1 0 0,0-1 0,0 1 0,0 1 0,0-1 0,0 0 0,0 1 0,0-1 0,0 1 0,0 0 0,1 0 0,-1 0 0,1 0 0,-4 5 0,-1 1 25,1 0-1,0 1 0,1 0 1,0 0-1,0 0 1,1 1-1,0 0 0,1 0 1,0 0-1,0 0 0,1 0 1,1 0-1,-1 16 1,1-17-120,1-1 0,0 0 0,1 1 0,-1-1 1,2 0-1,-1 0 0,1 0 0,1 0 0,-1 0 0,1 0 1,0 0-1,1-1 0,0 1 0,0-1 0,1 0 1,0-1-1,7 9 0,9 3-6731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9.020"/>
    </inkml:context>
    <inkml:brush xml:id="br0">
      <inkml:brushProperty name="width" value="0.05" units="cm"/>
      <inkml:brushProperty name="height" value="0.05" units="cm"/>
      <inkml:brushProperty name="color" value="#FFFFFF"/>
    </inkml:brush>
  </inkml:definitions>
  <inkml:trace contextRef="#ctx0" brushRef="#br0">241 271 24575,'0'-3'0,"1"0"0,-2 0 0,1 1 0,0-1 0,0 0 0,-1 1 0,0-1 0,1 0 0,-1 1 0,0-1 0,0 0 0,-1 1 0,1 0 0,0-1 0,-1 1 0,1 0 0,-1 0 0,0 0 0,0 0 0,-4-4 0,0 3 0,-1-1 0,1 1 0,-1 0 0,0 0 0,0 1 0,-12-3 0,15 4 0,0 0 0,0 0 0,0 0 0,-1 1 0,1-1 0,0 1 0,0 0 0,0 0 0,0 1 0,0-1 0,-1 1 0,1 0 0,0 0 0,0 0 0,0 1 0,1-1 0,-1 1 0,0 0 0,1 0 0,-1 0 0,1 0 0,-1 1 0,1 0 0,0-1 0,0 1 0,0 0 0,1 1 0,-1-1 0,-2 4 0,0 0 0,-1 0 0,1 1 0,1 0 0,-1-1 0,1 2 0,0-1 0,1 0 0,-3 14 0,5-20 0,1 1 0,-1-1 0,1 1 0,0-1 0,0 1 0,0-1 0,0 1 0,0-1 0,1 0 0,-1 1 0,1-1 0,0 1 0,-1-1 0,1 0 0,0 1 0,0-1 0,1 0 0,-1 0 0,0 0 0,1 0 0,-1 0 0,1 0 0,0 0 0,0-1 0,-1 1 0,1-1 0,0 1 0,0-1 0,1 0 0,-1 1 0,0-1 0,0 0 0,1 0 0,-1-1 0,4 2 0,1 0 0,-1-1 0,1 0 0,0 0 0,0 0 0,0-1 0,0 0 0,-1 0 0,1-1 0,0 0 0,0 0 0,0-1 0,-1 1 0,1-2 0,-1 1 0,1-1 0,-1 0 0,0 0 0,0 0 0,0-1 0,-1 0 0,11-9 0,-5 3 0,-1 0 0,0-1 0,-1 0 0,0 0 0,0-1 0,-1-1 0,-1 1 0,0-1 0,6-19 0,-4 6 0,-1-1 0,-2 0 0,0 0 0,-2-1 0,1-50 0,-14 263 341,-2 26-2047,11-184-5120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9.531"/>
    </inkml:context>
    <inkml:brush xml:id="br0">
      <inkml:brushProperty name="width" value="0.05" units="cm"/>
      <inkml:brushProperty name="height" value="0.05" units="cm"/>
      <inkml:brushProperty name="color" value="#FFFFFF"/>
    </inkml:brush>
  </inkml:definitions>
  <inkml:trace contextRef="#ctx0" brushRef="#br0">4524 493 24575,'-45'-28'15,"-1"2"0,-76-32 1,-104-23-243,15 20-1279,-391-60-1,-230 51-1085,17 85 2613,601 7-150,-374 86 1,242-1-1039,294-87 1212,1 3 0,1 2-1,1 2 1,-62 47-1,94-61 1,0 0 1,2 2-1,0 0 0,0 0 0,1 2 0,1 0 0,-15 25 0,24-34 43,0 0 0,0 0 0,1 1 0,-1-1 0,2 1 0,-1-1 1,2 1-1,-1 0 0,1 0 0,0 0 0,1 0 0,0 0 0,0 0 1,1 0-1,0 0 0,1 0 0,0 0 0,0 0 0,6 13 0,-1-7 140,1-1-1,1-1 0,-1 1 0,2-2 0,0 1 1,0-1-1,2-1 0,-1 0 0,26 19 0,0-5-217,1-2-1,58 27 0,5-6-228,2-4 0,164 40-1,230 19-1126,616 14-1824,8-125 1,-468-51 2699,-15-63 0,-567 107 641,0-3 0,-1-4 0,105-53 0,-160 71 9,0-1 0,-1 0-1,0-1 1,-1-1 0,0 0 0,0-1-1,15-18 1,-25 25-134,0 1-1,0-1 1,0 0 0,0 0-1,-1 1 1,0-2 0,0 1-1,-1 0 1,1 0 0,-1-1-1,0 1 1,0 0 0,-1-1-1,0 1 1,0-1 0,0 1-1,-1-1 1,1 1-1,-1 0 1,0-1 0,-1 1-1,0 0 1,1 0 0,-2-1-1,1 2 1,-4-7 0,-1-1-58,-2-1 0,0 2 0,0-1 0,-1 1 0,0 0 0,-1 1 0,-13-9 0,-11-6 252,-53-29 0,-6 4 718,-152-56 0,-118-16-826,-963-200-2206,1031 269 1996</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0.822"/>
    </inkml:context>
    <inkml:brush xml:id="br0">
      <inkml:brushProperty name="width" value="0.05" units="cm"/>
      <inkml:brushProperty name="height" value="0.05" units="cm"/>
      <inkml:brushProperty name="color" value="#FFFFFF"/>
    </inkml:brush>
  </inkml:definitions>
  <inkml:trace contextRef="#ctx0" brushRef="#br0">4680 1 24575,'17'61'0,"17"162"0,9 43 0,-42-260 0,0-1 0,0 0 0,0 1 0,-1-1 0,0 1 0,0 6 0,-1-10 0,1-1 0,0 1 0,-1-1 0,1 1 0,-1-1 0,0 1 0,1-1 0,-1 0 0,0 0 0,0 1 0,0-1 0,0 0 0,0 0 0,0 0 0,0 0 0,0 0 0,0 0 0,-1 0 0,1 0 0,0 0 0,-1 0 0,1-1 0,0 1 0,-1-1 0,1 1 0,-1-1 0,-1 1 0,-21 3 0,-1-1 0,1-1 0,-29-1 0,3 0 0,-1935 7-5700,-339-141 5200,2087 110 4894,219 24-3926,11 5 132,7-4-533,0 0 0,0 0 0,1 0 0,-1 0 1,1 0-1,0 1 0,-1-1 0,1 0 0,0 0 0,2 3 0,4 16-67,0 0 0,-2 1 0,0 0 0,-2 0 0,0 0 0,-1 29 0,0-14 0,9 358 0,-6-91 0,25 0 0,62 87 0,-83-357 0,-8-56-455,-1 0 0,-2-24 0,-2 27-6371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1.133"/>
    </inkml:context>
    <inkml:brush xml:id="br0">
      <inkml:brushProperty name="width" value="0.05" units="cm"/>
      <inkml:brushProperty name="height" value="0.05" units="cm"/>
      <inkml:brushProperty name="color" value="#FFFFFF"/>
    </inkml:brush>
  </inkml:definitions>
  <inkml:trace contextRef="#ctx0" brushRef="#br0">54 46 24575,'-3'0'0,"-1"0"0,1 0 0,0 1 0,0-1 0,0 1 0,0 0 0,0 0 0,0 0 0,0 0 0,0 1 0,1-1 0,-1 1 0,-4 3 0,6-4 0,1-1 0,-1 1 0,0-1 0,1 1 0,-1 0 0,1-1 0,-1 1 0,1 0 0,0 0 0,-1-1 0,1 1 0,0 0 0,-1 0 0,1 0 0,0 0 0,0-1 0,0 1 0,0 0 0,0 0 0,0 1 0,0 0 0,1-1 0,-1 1 0,1-1 0,0 0 0,-1 1 0,1-1 0,0 0 0,0 0 0,0 1 0,0-1 0,0 0 0,0 0 0,0 0 0,0 0 0,1 0 0,0 0 0,41 29 0,87 46 0,-126-74 0,0 0 0,0-1 0,0 0 0,0 1 0,0-1 0,0 0 0,0-1 0,0 1 0,0-1 0,1 0 0,-1 0 0,0 0 0,0 0 0,0-1 0,0 0 0,1 0 0,6-2 0,-5-1 0,0 1 0,0-1 0,-1 0 0,1 0 0,-1 0 0,0-1 0,0 0 0,0 0 0,-1 0 0,5-7 0,16-23 0,-2-2 0,23-47 0,-63 115 0,-2-1 0,-23 27 0,37-50 0,-29 38-1365,2-4-5461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3.656"/>
    </inkml:context>
    <inkml:brush xml:id="br0">
      <inkml:brushProperty name="width" value="0.05" units="cm"/>
      <inkml:brushProperty name="height" value="0.05" units="cm"/>
      <inkml:brushProperty name="color" value="#FFFFFF"/>
    </inkml:brush>
  </inkml:definitions>
  <inkml:trace contextRef="#ctx0" brushRef="#br0">506 0 24575,'-1'0'0,"0"0"0,0 0 0,0 1 0,1-1 0,-1 0 0,0 0 0,0 0 0,1 1 0,-1-1 0,0 0 0,0 1 0,1-1 0,-1 1 0,0-1 0,1 1 0,-1-1 0,1 1 0,-1-1 0,1 1 0,-1 0 0,1-1 0,-1 1 0,1 0 0,-1-1 0,1 1 0,0 0 0,0 0 0,-1-1 0,1 1 0,0 0 0,0 0 0,0 0 0,0-1 0,0 3 0,1 34 0,0-27 0,7 529-242,-45 0-197,3-43 228,31-445 211,-1 476 0,5-516 33,0 2 131,0 0-1,4 17 0,-5-28-146,1 0 0,-1 0 0,1 0-1,-1 0 1,1 0 0,0 0 0,0 0 0,0-1-1,0 1 1,0 0 0,0 0 0,0-1-1,1 1 1,-1-1 0,1 1 0,-1-1-1,1 0 1,0 1 0,-1-1 0,1 0-1,3 1 1,-2-2-17,0 0 0,0 0 0,-1 0 0,1-1 0,0 1 0,0-1 0,0 0 0,0 0 0,0 0 0,-1 0 0,1 0 0,0 0 0,-1-1 0,1 0 0,-1 1 0,5-5 0,5-2 0,39-21-75,1 2 0,2 3 1,0 2-1,1 3 0,1 2 0,63-11 0,19 6-187,197-8 0,285 21-1491,3 28-869,-351-10 2212,55 2 487,1338 23-1612,-1611-34 1706,320-18 1176,-368 17-1283,-1 1 147,0-1 0,1 1-1,-1-1 1,0 0 0,0-1 0,0 1 0,0-1 0,0 0 0,0 0-1,-1 0 1,7-5 0,-10 6-156,0 0-1,-1 0 1,1 0 0,-1 0-1,1 0 1,-1 0 0,1 0-1,-1 0 1,0 0 0,0 0-1,1 0 1,-1 0-1,0 0 1,0 0 0,0 0-1,0 0 1,0 0 0,0-1-1,0 1 1,-1 0 0,1 0-1,0 0 1,0 0 0,-1 0-1,1 0 1,-1 0 0,1 0-1,-1 0 1,1 0-1,-1 0 1,0 1 0,0-2-1,-29-29 798,26 27-900,-62-55 192,14 14-37,3-2 0,1-2 0,-54-73 0,71 77-107,3-2 0,2-1 0,2-1 0,2-1 0,2-1 0,2-1 0,3 0 0,-9-56 0,15 47 0,2-1 0,3 1 0,2-1 0,4 0 0,2 0 0,21-112 0,-3 90 0,45-114 0,-20 69 0,-45 123 0,2-5 0,-1 1 0,0-1 0,0-1 0,-1 1 0,0-12 0,-1 20 0,-2 0 0,1 0 0,0 1 0,0-1 0,-1 0 0,1 1 0,-1-1 0,0 0 0,0 1 0,0-1 0,0 1 0,0-1 0,-1 1 0,1 0 0,-1 0 0,1-1 0,-1 1 0,0 0 0,0 0 0,0 1 0,0-1 0,0 0 0,-1 1 0,1-1 0,0 1 0,-5-3 0,-9-1 0,0 1 0,0 0 0,-1 1 0,1 0 0,0 2 0,-1 0 0,0 0 0,-16 3 0,11-2 0,-462 20-909,151-4-165,-839-8-4517,-3-38 3584,-65-1 1348,1162 30 684,9-2 844,-1 4 1,-73 10-1,138-10-701,-27 6 1465,31-7-1618,0 0 1,1 1-1,-1-1 1,0 0-1,0 1 0,0-1 1,0 1-1,0-1 0,1 1 1,-1-1-1,0 1 1,0 0-1,1-1 0,-1 1 1,0 0-1,1-1 0,-1 1 1,1 0-1,-1 0 1,1 0-1,-1 0 0,1 0 1,0-1-1,-1 3 0,5 10-2784</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4.247"/>
    </inkml:context>
    <inkml:brush xml:id="br0">
      <inkml:brushProperty name="width" value="0.05" units="cm"/>
      <inkml:brushProperty name="height" value="0.05" units="cm"/>
      <inkml:brushProperty name="color" value="#FFFFFF"/>
    </inkml:brush>
  </inkml:definitions>
  <inkml:trace contextRef="#ctx0" brushRef="#br0">141 451 24575,'8'-1'0,"0"-1"0,-1 0 0,1-1 0,-1 0 0,1 0 0,-1 0 0,8-6 0,-12 7 0,11-5 0,-1-2 0,0 0 0,0 0 0,15-16 0,-22 20 0,-1-1 0,1-1 0,-1 1 0,0-1 0,-1 0 0,1 0 0,-1 0 0,-1-1 0,6-15 0,-8 22 0,-1-1 0,0 0 0,1 0 0,-1 1 0,0-1 0,0 0 0,0 0 0,0 1 0,0-1 0,-1 0 0,1 1 0,0-1 0,-1 0 0,1 0 0,-1 1 0,0-1 0,1 1 0,-1-1 0,0 1 0,0-1 0,0 1 0,0-1 0,0 1 0,-1 0 0,1 0 0,0-1 0,-1 1 0,1 0 0,0 0 0,-1 0 0,1 0 0,-1 1 0,0-1 0,1 0 0,-1 1 0,0-1 0,1 1 0,-1-1 0,-2 1 0,-3-2 0,-1 1 0,1 0 0,-1 1 0,0-1 0,1 2 0,-1-1 0,-14 3 0,8 1 0,0 0 0,1 1 0,-1 1 0,1 0 0,0 0 0,1 2 0,0-1 0,0 2 0,-21 18 0,24-19 0,2 0 0,-1 0 0,1 1 0,0-1 0,1 2 0,0-1 0,0 1 0,1 0 0,0 0 0,1 0 0,0 1 0,1-1 0,-3 17 0,5-24 0,1 0 0,0 0 0,0 0 0,0 0 0,0 0 0,0 1 0,1-1 0,-1 0 0,1 0 0,0 0 0,0 0 0,0 0 0,0 0 0,0-1 0,1 1 0,0 0 0,-1-1 0,1 1 0,0-1 0,0 1 0,0-1 0,1 0 0,-1 0 0,0 0 0,1 0 0,-1 0 0,1 0 0,0-1 0,5 3 0,-1-2 0,0 1 0,1-1 0,-1 0 0,1-1 0,-1 1 0,1-2 0,0 1 0,-1-1 0,1 0 0,0-1 0,7-1 0,0 0 0,-1-1 0,0-1 0,0 0 0,-1-1 0,1 0 0,-1-1 0,0-1 0,-1 0 0,1-1 0,-2 0 0,1-1 0,-1 0 0,0-1 0,-1 0 0,0-1 0,-1 0 0,0 0 0,0-1 0,-2 0 0,1-1 0,7-18 0,-3-1 0,-1-1 0,-1 0 0,-2 0 0,-1-1 0,-2 0 0,-2 0 0,-1 0 0,-3-49 0,-3 264 0,3-95 0,6 164 0,-4-230-455,2 0 0,9 33 0,-1-22-6371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4.592"/>
    </inkml:context>
    <inkml:brush xml:id="br0">
      <inkml:brushProperty name="width" value="0.05" units="cm"/>
      <inkml:brushProperty name="height" value="0.05" units="cm"/>
      <inkml:brushProperty name="color" value="#FFFFFF"/>
    </inkml:brush>
  </inkml:definitions>
  <inkml:trace contextRef="#ctx0" brushRef="#br0">30 203 24575,'0'5'0,"0"0"0,0 0 0,1 1 0,0-1 0,0 0 0,0 0 0,0 0 0,5 9 0,-5-12 0,0 0 0,1 0 0,-1 0 0,1 0 0,-1 0 0,1-1 0,0 1 0,-1 0 0,1-1 0,0 0 0,0 1 0,0-1 0,0 0 0,1 0 0,-1 0 0,0 0 0,0-1 0,1 1 0,-1 0 0,0-1 0,1 0 0,-1 0 0,0 1 0,1-1 0,-1 0 0,3-1 0,4 0 0,0-1 0,0 0 0,0-1 0,0 0 0,-1 0 0,0-1 0,1 0 0,-1 0 0,-1-1 0,1 0 0,-1 0 0,1-1 0,-2 0 0,1 0 0,-1-1 0,0 0 0,6-8 0,-8 9 0,0 0 0,0 0 0,-1 0 0,0-1 0,0 1 0,-1-1 0,1 0 0,-1 1 0,-1-1 0,2-8 0,-3 10 0,0 0 0,0 0 0,0 0 0,-1 0 0,0 0 0,0 0 0,0 0 0,0 1 0,-1-1 0,1 0 0,-1 1 0,-1-1 0,1 1 0,0 0 0,-5-6 0,5 7 0,-1 0 0,1 0 0,0 0 0,-1 1 0,0-1 0,0 1 0,0 0 0,0-1 0,0 1 0,0 0 0,0 1 0,-1-1 0,1 1 0,-1-1 0,1 1 0,-1 0 0,-6-1 0,5 2 0,1 0 0,-1 1 0,1-1 0,-1 1 0,1 0 0,-1 0 0,1 0 0,0 1 0,-1-1 0,1 1 0,0 0 0,-7 5 0,1 0 0,0 1 0,0 1 0,1-1 0,0 1 0,1 1 0,0 0 0,0 0 0,1 0 0,-9 19 0,11-19 0,0 1 0,1 1 0,0-1 0,1 1 0,0-1 0,1 1 0,0 0 0,1 0 0,0 0 0,1 0 0,2 17 0,-1-23 0,0 0 0,0 0 0,1 0 0,0 0 0,0 0 0,0-1 0,1 1 0,0-1 0,0 0 0,0 0 0,0 0 0,1 0 0,0 0 0,0-1 0,1 1 0,-1-1 0,1 0 0,-1-1 0,1 1 0,1-1 0,-1 0 0,0 0 0,1-1 0,7 3 0,27 5-1365,-2-4-5461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34.889"/>
    </inkml:context>
    <inkml:brush xml:id="br0">
      <inkml:brushProperty name="width" value="0.05" units="cm"/>
      <inkml:brushProperty name="height" value="0.05" units="cm"/>
      <inkml:brushProperty name="color" value="#FFFFFF"/>
    </inkml:brush>
  </inkml:definitions>
  <inkml:trace contextRef="#ctx0" brushRef="#br0">36 89 24575,'0'-10'0,"-2"-31"0,2 38 0,-1 1 0,1-1 0,-1 1 0,1 0 0,-1-1 0,0 1 0,0 0 0,0-1 0,0 1 0,-1 0 0,1 0 0,-1 0 0,-2-3 0,4 5 0,0 0 0,0 0 0,-1 0 0,1-1 0,0 1 0,0 0 0,0 0 0,-1 0 0,1 0 0,0-1 0,0 1 0,-1 0 0,1 0 0,0 0 0,0 0 0,-1 0 0,1 0 0,0 0 0,0 0 0,-1 0 0,1 0 0,0 0 0,0 0 0,-1 0 0,1 0 0,0 0 0,-1 0 0,1 0 0,0 0 0,0 0 0,-1 0 0,1 0 0,0 1 0,0-1 0,0 0 0,-1 0 0,-4 11 0,1 17 0,4-27 0,1 21 0,0 0 0,1 0 0,2 0 0,0 0 0,1 0 0,2-1 0,0 0 0,1 0 0,1-1 0,15 26 0,-19-38 0,0 1 0,1-1 0,-1 0 0,2 0 0,-1-1 0,1 0 0,8 6 0,-12-11 0,-1 0 0,1 0 0,-1 0 0,1-1 0,0 1 0,0-1 0,-1 0 0,1 0 0,0 0 0,0 0 0,0-1 0,0 1 0,0-1 0,0 0 0,0 1 0,1-1 0,-1-1 0,0 1 0,0 0 0,0-1 0,0 1 0,0-1 0,0 0 0,0 0 0,-1-1 0,6-1 0,2-4 0,-1 0 0,0 0 0,0-1 0,0 0 0,-1-1 0,0 0 0,-1 0 0,9-14 0,45-87 0,-52 93 0,-4 7 0,1-1 0,0-1 0,0 0 0,-1 0 0,0 0 0,-1-1 0,-1 1 0,0-1 0,1-14 0,-4 26-28,0 0-1,1 0 1,-1 0-1,-1 0 1,1 0 0,0 0-1,0 0 1,0 0-1,0 0 1,-1 0-1,1 1 1,-1-1-1,1 0 1,0 0 0,-1 0-1,0 0 1,1 0-1,-1 1 1,1-1-1,-1 0 1,0 0-1,0 1 1,1-1 0,-1 0-1,0 1 1,0-1-1,0 1 1,0-1-1,0 1 1,1 0-1,-1-1 1,0 1 0,0 0-1,0 0 1,0-1-1,0 1 1,0 0-1,0 0 1,0 0-1,0 0 1,0 0 0,0 0-1,0 1 1,0-1-1,0 0 1,0 0-1,-1 1 1,-16 5-6798</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7.509"/>
    </inkml:context>
    <inkml:brush xml:id="br0">
      <inkml:brushProperty name="width" value="0.05" units="cm"/>
      <inkml:brushProperty name="height" value="0.05" units="cm"/>
      <inkml:brushProperty name="color" value="#FFFFFF"/>
    </inkml:brush>
  </inkml:definitions>
  <inkml:trace contextRef="#ctx0" brushRef="#br0">451 137 24575,'-1'-4'0,"0"0"0,-1 0 0,1 0 0,-1 0 0,0 0 0,0 1 0,0-1 0,0 1 0,-5-5 0,1-1 0,2 2 0,-1 0 0,0 1 0,0 0 0,-1 0 0,0 0 0,0 0 0,0 1 0,-1 0 0,0 0 0,0 1 0,0 0 0,0 0 0,-9-3 0,10 5 0,-1 1 0,1-1 0,-1 1 0,0 0 0,1 1 0,-1-1 0,0 1 0,1 1 0,-1-1 0,0 1 0,1 0 0,-1 1 0,1 0 0,-1 0 0,1 0 0,-10 5 0,1 2 0,0 1 0,0 0 0,1 1 0,1 0 0,-1 1 0,2 1 0,0 0 0,0 0 0,1 1 0,1 1 0,1 0 0,0 0 0,0 1 0,2 0 0,0 0 0,1 1 0,1 0 0,-5 25 0,8-35 0,2 0 0,-1 0 0,1 0 0,0 0 0,1 0 0,-1-1 0,1 1 0,1 0 0,-1 0 0,1-1 0,0 1 0,1-1 0,0 1 0,0-1 0,0 0 0,1 0 0,-1 0 0,1-1 0,1 1 0,-1-1 0,10 8 0,-7-7 0,1 0 0,0-1 0,0 0 0,0 0 0,1-1 0,0 0 0,-1-1 0,2 1 0,-1-2 0,0 1 0,0-1 0,1-1 0,-1 0 0,1 0 0,11-1 0,-4-2 0,0 0 0,0-1 0,0 0 0,-1-2 0,1 0 0,-1-1 0,0 0 0,0-2 0,-1 1 0,0-2 0,0 0 0,-1-1 0,0-1 0,14-13 0,-18 15 0,-1-1 0,0 1 0,-1-1 0,0-1 0,0 1 0,-1-1 0,-1-1 0,0 1 0,0-1 0,-1 0 0,-1-1 0,0 1 0,-1-1 0,0 0 0,-1 0 0,0 1 0,-1-2 0,0 1 0,-2-16 0,-7-8-1365,-5 7-5461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7.787"/>
    </inkml:context>
    <inkml:brush xml:id="br0">
      <inkml:brushProperty name="width" value="0.05" units="cm"/>
      <inkml:brushProperty name="height" value="0.05" units="cm"/>
      <inkml:brushProperty name="color" value="#FFFFFF"/>
    </inkml:brush>
  </inkml:definitions>
  <inkml:trace contextRef="#ctx0" brushRef="#br0">53 5 24575,'0'0'0,"0"0"0,0 0 0,0 0 0,0 1 0,0-1 0,-1 0 0,1 0 0,0 0 0,0 0 0,0 0 0,0 0 0,0 0 0,-1 0 0,1 0 0,0 0 0,0 0 0,0 0 0,-1 0 0,1 0 0,0 0 0,0 0 0,0 0 0,0 0 0,-1 0 0,1 0 0,0 0 0,0 0 0,0 0 0,0 0 0,0 0 0,-1 0 0,1 0 0,0-1 0,0 1 0,0 0 0,0 0 0,0 0 0,-1 0 0,1 0 0,0 0 0,0-1 0,0 1 0,0 0 0,0 0 0,0 0 0,0 0 0,0 0 0,0-1 0,0 1 0,0 0 0,0 0 0,0 0 0,0 0 0,0-1 0,0 1 0,0 0 0,0 0 0,0 0 0,0-1 0,0 1 0,0 0 0,0 0 0,0 0 0,0 0 0,0-1 0,-7 15 0,3 15 0,1 55 0,2-16 0,-29 482 0,28-487-1365,2-43-5461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8.193"/>
    </inkml:context>
    <inkml:brush xml:id="br0">
      <inkml:brushProperty name="width" value="0.05" units="cm"/>
      <inkml:brushProperty name="height" value="0.05" units="cm"/>
      <inkml:brushProperty name="color" value="#FFFFFF"/>
    </inkml:brush>
  </inkml:definitions>
  <inkml:trace contextRef="#ctx0" brushRef="#br0">122 165 24575,'0'-2'0,"0"1"0,0-1 0,0 1 0,0 0 0,0-1 0,-1 1 0,1-1 0,0 1 0,-1 0 0,1-1 0,-1 1 0,1 0 0,-1-1 0,0 1 0,1 0 0,-1 0 0,0 0 0,0 0 0,0 0 0,0 0 0,0 0 0,0 0 0,0 0 0,0 0 0,-1 0 0,1 1 0,0-1 0,0 0 0,-2 0 0,1 1 0,0 0 0,0-1 0,1 1 0,-1 0 0,0 0 0,0 0 0,1 1 0,-1-1 0,0 0 0,0 1 0,1-1 0,-1 1 0,0-1 0,1 1 0,-1 0 0,0 0 0,1-1 0,-1 1 0,1 0 0,0 1 0,-1-1 0,-1 2 0,-3 4 0,0 0 0,0 0 0,1 1 0,0 0 0,0 0 0,1 0 0,0 1 0,0 0 0,1 0 0,0 0 0,1 0 0,0 0 0,0 0 0,1 0 0,0 1 0,0-1 0,2 17 0,0-18 0,0-1 0,1 0 0,-1 0 0,1 0 0,1 1 0,-1-2 0,1 1 0,0 0 0,1 0 0,0-1 0,0 0 0,0 0 0,1 0 0,-1 0 0,2-1 0,-1 0 0,0 0 0,1 0 0,0-1 0,0 0 0,0 0 0,14 6 0,-5-4 0,0-2 0,1 0 0,-1 0 0,1-1 0,-1-1 0,1-1 0,0 0 0,0-1 0,0-1 0,0-1 0,0 0 0,-1-1 0,1 0 0,27-11 0,-28 9 0,-1 0 0,-1-2 0,1 1 0,-1-2 0,0 0 0,-1 0 0,0-1 0,0-1 0,-1 0 0,0 0 0,-1-1 0,0-1 0,-1 0 0,0 0 0,12-24 0,-17 29 0,-1 0 0,0-1 0,-1 1 0,1-1 0,-2 0 0,1 0 0,-1 0 0,0 0 0,-1 0 0,0 1 0,0-1 0,0 0 0,-1 0 0,-1 0 0,1 0 0,-1 0 0,0 1 0,-1-1 0,0 1 0,0-1 0,-1 1 0,0 0 0,0 0 0,0 1 0,-1-1 0,0 1 0,0 0 0,-1 0 0,0 1 0,0 0 0,0 0 0,-1 0 0,1 1 0,-1 0 0,-11-5 0,3 2-273,-1 2 0,0 0 0,0 0 0,-28-3 0,-7 2-6553</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8.536"/>
    </inkml:context>
    <inkml:brush xml:id="br0">
      <inkml:brushProperty name="width" value="0.05" units="cm"/>
      <inkml:brushProperty name="height" value="0.05" units="cm"/>
      <inkml:brushProperty name="color" value="#FFFFFF"/>
    </inkml:brush>
  </inkml:definitions>
  <inkml:trace contextRef="#ctx0" brushRef="#br0">1 8 24575,'16'-4'0,"-16"4"0,1-1 0,0 1 0,0-1 0,-1 1 0,1 0 0,0-1 0,0 1 0,0 0 0,0 0 0,-1 0 0,1-1 0,0 1 0,0 0 0,0 0 0,0 0 0,0 0 0,-1 1 0,1-1 0,0 0 0,0 0 0,0 0 0,0 1 0,-1-1 0,1 0 0,0 1 0,0-1 0,-1 1 0,1-1 0,0 1 0,0-1 0,-1 1 0,1-1 0,-1 1 0,1 0 0,-1-1 0,1 1 0,-1 0 0,1 0 0,-1-1 0,1 2 0,2 7 0,-1-1 0,0 1 0,0 0 0,-1 0 0,0-1 0,-1 1 0,-1 15 0,2 21 0,6 8-195,1 0 0,3-1 0,2-1 0,2 0 0,2-1 0,27 54 0,-28-75-6631</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8.989"/>
    </inkml:context>
    <inkml:brush xml:id="br0">
      <inkml:brushProperty name="width" value="0.05" units="cm"/>
      <inkml:brushProperty name="height" value="0.05" units="cm"/>
      <inkml:brushProperty name="color" value="#FFFFFF"/>
    </inkml:brush>
  </inkml:definitions>
  <inkml:trace contextRef="#ctx0" brushRef="#br0">172 14 24575,'0'-1'0,"0"1"0,0-1 0,0 0 0,-1 1 0,1-1 0,0 0 0,-1 1 0,1-1 0,0 0 0,-1 1 0,1-1 0,-1 1 0,1-1 0,-1 1 0,1-1 0,-1 1 0,1-1 0,-1 1 0,1-1 0,-1 1 0,0 0 0,1-1 0,-1 1 0,0 0 0,1 0 0,-1 0 0,0-1 0,1 1 0,-1 0 0,0 0 0,0 0 0,1 0 0,-1 0 0,0 0 0,1 0 0,-1 0 0,-1 1 0,-27 5 0,22-2 0,1 1 0,0-1 0,-1 1 0,1 0 0,1 0 0,-1 1 0,1 0 0,0 0 0,0 0 0,1 1 0,0-1 0,0 1 0,-3 8 0,-2 4 0,2 0 0,0 0 0,-7 39 0,11-43 0,1 1 0,1-1 0,0 1 0,1-1 0,0 1 0,2 0 0,0-1 0,5 21 0,-5-28 0,1 0 0,-1 0 0,2-1 0,-1 1 0,1-1 0,0 0 0,1 0 0,-1-1 0,1 1 0,1-1 0,-1 0 0,1 0 0,0 0 0,1-1 0,-1 0 0,1-1 0,12 7 0,-5-4 0,1-2 0,-1 1 0,2-2 0,-1 0 0,0-1 0,1-1 0,-1 0 0,1-1 0,0 0 0,0-2 0,-1 1 0,1-2 0,-1 0 0,1-1 0,-1-1 0,19-7 0,-20 6 0,-1 0 0,0-1 0,-1 0 0,0-1 0,0-1 0,0 0 0,-1 0 0,0-1 0,-1 0 0,0-1 0,0-1 0,-1 1 0,-1-1 0,1-1 0,-2 0 0,0 0 0,0 0 0,6-18 0,-9 19 0,-1-1 0,0 1 0,0-1 0,-1 0 0,-1 1 0,0-1 0,-1 0 0,0 0 0,-1 0 0,-3-18 0,3 23 0,-1 1 0,0-1 0,0 0 0,-1 1 0,0 0 0,0 0 0,-1 0 0,1 0 0,-1 0 0,-1 1 0,1 0 0,-1-1 0,0 2 0,0-1 0,0 0 0,-1 1 0,1 0 0,-1 1 0,-9-5 0,1 2-151,0 1-1,0 1 0,-1 1 0,0 0 1,1 0-1,-1 2 0,0 0 1,-23 1-1,-10 3-6674</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9.389"/>
    </inkml:context>
    <inkml:brush xml:id="br0">
      <inkml:brushProperty name="width" value="0.05" units="cm"/>
      <inkml:brushProperty name="height" value="0.05" units="cm"/>
      <inkml:brushProperty name="color" value="#FFFFFF"/>
    </inkml:brush>
  </inkml:definitions>
  <inkml:trace contextRef="#ctx0" brushRef="#br0">0 3 24575,'2'-2'0,"3"8"0,2 13 0,4 112 0,-4-21 0,8-8-455,4 0 0,32 101 0,-39-164-6371</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19.780"/>
    </inkml:context>
    <inkml:brush xml:id="br0">
      <inkml:brushProperty name="width" value="0.05" units="cm"/>
      <inkml:brushProperty name="height" value="0.05" units="cm"/>
      <inkml:brushProperty name="color" value="#FFFFFF"/>
    </inkml:brush>
  </inkml:definitions>
  <inkml:trace contextRef="#ctx0" brushRef="#br0">240 118 24575,'-2'0'0,"0"0"0,0-1 0,0 0 0,0 1 0,0-1 0,1 0 0,-1 0 0,0 0 0,0 0 0,1-1 0,-1 1 0,-1-2 0,-12-8 0,11 10 0,1 0 0,-1 0 0,1 0 0,-1 0 0,1 0 0,-1 1 0,1 0 0,-1 0 0,1 0 0,-1 0 0,0 1 0,1-1 0,-1 1 0,1 0 0,-1 0 0,1 0 0,0 0 0,-1 1 0,1-1 0,0 1 0,0 0 0,0 0 0,0 0 0,-4 5 0,-5 4 0,0 0 0,1 1 0,1 0 0,-11 17 0,15-21 0,1 0 0,0 1 0,0-1 0,1 1 0,0 1 0,0-1 0,1 0 0,1 1 0,0 0 0,0-1 0,-1 16 0,3-19 0,0 1 0,1 0 0,0-1 0,0 1 0,0-1 0,1 1 0,0-1 0,0 0 0,0 0 0,1 1 0,0-2 0,0 1 0,1 0 0,0-1 0,0 1 0,0-1 0,0 0 0,6 4 0,2 1 0,0-1 0,1 0 0,0-1 0,0 0 0,1-1 0,0-1 0,0 0 0,0-1 0,1-1 0,0 0 0,0 0 0,0-2 0,21 2 0,-18-3 0,0-1 0,0-1 0,0 0 0,0-1 0,-1-1 0,1 0 0,-1-2 0,0 0 0,0-1 0,0 0 0,18-11 0,-26 12 0,0-1 0,0 0 0,-1-1 0,0 0 0,0 0 0,0-1 0,-1 0 0,0 0 0,-1-1 0,1 0 0,-2 0 0,1 0 0,-2-1 0,1 0 0,-1 0 0,0 0 0,3-19 0,-5 20 0,-1-1 0,0 1 0,-1-1 0,0 1 0,0-1 0,-1 0 0,0 1 0,-1-1 0,0 1 0,-1 0 0,0 0 0,0 0 0,-1 0 0,0 0 0,0 1 0,-1-1 0,0 1 0,-1 0 0,0 1 0,-7-9 0,1 6-136,1 0-1,-2 0 1,1 1-1,-1 1 1,-1 0-1,1 1 1,-1 0-1,-1 1 0,-27-7 1,-18-3-6690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1.626"/>
    </inkml:context>
    <inkml:brush xml:id="br0">
      <inkml:brushProperty name="width" value="0.05" units="cm"/>
      <inkml:brushProperty name="height" value="0.05" units="cm"/>
      <inkml:brushProperty name="color" value="#FFFFFF"/>
    </inkml:brush>
  </inkml:definitions>
  <inkml:trace contextRef="#ctx0" brushRef="#br0">37 467 24575,'-1'0'0,"0"0"0,0 0 0,-1 0 0,1 0 0,0-1 0,0 1 0,0 0 0,-1-1 0,1 1 0,0-1 0,0 1 0,0-1 0,0 0 0,0 1 0,0-1 0,0 0 0,0 0 0,0 1 0,0-1 0,1 0 0,-2-1 0,0-1 0,1 0 0,0 0 0,-1 0 0,1 0 0,0 0 0,0 0 0,0 0 0,0-4 0,0-7 0,0 0 0,3-27 0,-2 36 0,2-11 0,0 0 0,1 0 0,1 1 0,0-1 0,1 1 0,1 0 0,0 1 0,1-1 0,0 1 0,2 1 0,-1-1 0,2 1 0,0 1 0,0 0 0,1 0 0,0 1 0,18-13 0,-15 14 0,0 0 0,0 0 0,2 2 0,-1 0 0,1 0 0,0 2 0,0 0 0,1 1 0,-1 0 0,1 2 0,1 0 0,-1 1 0,0 0 0,0 1 0,30 3 0,-20 2 0,0 1 0,-1 2 0,0 0 0,0 1 0,-1 2 0,0 1 0,0 1 0,26 17 0,-33-18 0,-1 2 0,0 0 0,0 1 0,-1 0 0,-1 1 0,-1 1 0,0 1 0,-1 0 0,0 1 0,17 34 0,-26-44-341,-1 1 0,0-1-1,2 13 1,-1-3-6485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2.020"/>
    </inkml:context>
    <inkml:brush xml:id="br0">
      <inkml:brushProperty name="width" value="0.05" units="cm"/>
      <inkml:brushProperty name="height" value="0.05" units="cm"/>
      <inkml:brushProperty name="color" value="#FFFFFF"/>
    </inkml:brush>
  </inkml:definitions>
  <inkml:trace contextRef="#ctx0" brushRef="#br0">1 38 24575,'17'-4'0,"-15"3"0,-1 0 0,1 1 0,-1-1 0,1 0 0,-1 1 0,1 0 0,-1-1 0,1 1 0,-1 0 0,1 0 0,-1 0 0,1 0 0,0 0 0,-1 0 0,1 1 0,1-1 0,16 7 0,0 1 0,18 10 0,-21-10 0,1 0 0,-1-1 0,21 5 0,-22-8 0,11 3 0,0-2 0,40 5 0,-59-10 0,-1 1 0,1-1 0,-1-1 0,1 1 0,-1-1 0,1 0 0,-1 0 0,0-1 0,0 0 0,0 0 0,0-1 0,0 1 0,0-1 0,0 0 0,10-8 0,-13 7 0,0 0 0,1 0 0,-1 0 0,0 0 0,-1 0 0,1-1 0,-1 1 0,0-1 0,0 1 0,-1-1 0,1 0 0,-1 0 0,0 0 0,0 0 0,0 0 0,-1-8 0,-3 6 171,-2 9 0,-4 13-1878,4-3-5119</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2.424"/>
    </inkml:context>
    <inkml:brush xml:id="br0">
      <inkml:brushProperty name="width" value="0.05" units="cm"/>
      <inkml:brushProperty name="height" value="0.05" units="cm"/>
      <inkml:brushProperty name="color" value="#FFFFFF"/>
    </inkml:brush>
  </inkml:definitions>
  <inkml:trace contextRef="#ctx0" brushRef="#br0">320 75 24575,'-11'-1'0,"0"-1"0,0 0 0,0 0 0,0-1 0,1-1 0,-1 1 0,1-2 0,-12-6 0,8 4 0,0 1 0,0 1 0,-27-8 0,40 13 0,-59-9 0,54 8 0,1 1 0,-1 0 0,0 0 0,1 0 0,-1 1 0,1 0 0,0 0 0,-10 3 0,15-4 0,-1 0 0,1 0 0,-1 1 0,1-1 0,-1 0 0,1 1 0,-1-1 0,1 1 0,-1-1 0,1 0 0,0 1 0,-1-1 0,1 1 0,0-1 0,-1 1 0,1 0 0,0-1 0,0 1 0,-1-1 0,1 1 0,0-1 0,0 1 0,0 0 0,0-1 0,0 1 0,0-1 0,0 1 0,0 0 0,0-1 0,0 1 0,0-1 0,0 1 0,1 0 0,-1-1 0,0 1 0,0-1 0,0 1 0,1-1 0,-1 1 0,0-1 0,1 1 0,-1-1 0,1 1 0,-1-1 0,0 1 0,1-1 0,-1 0 0,1 1 0,0-1 0,27 25 0,-25-23 0,14 10 0,0 2 0,-2 0 0,1 1 0,-2 1 0,0 0 0,-1 1 0,0 0 0,-2 1 0,0 0 0,-1 1 0,0 0 0,-2 1 0,-1 0 0,0 0 0,7 37 0,-7-20-1365,-4-22-5461</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30:22.786"/>
    </inkml:context>
    <inkml:brush xml:id="br0">
      <inkml:brushProperty name="width" value="0.05" units="cm"/>
      <inkml:brushProperty name="height" value="0.05" units="cm"/>
      <inkml:brushProperty name="color" value="#FFFFFF"/>
    </inkml:brush>
  </inkml:definitions>
  <inkml:trace contextRef="#ctx0" brushRef="#br0">37 1 24575,'-2'0'0,"-1"0"0,1 0 0,-1 0 0,1 0 0,-1 1 0,1-1 0,-1 1 0,1 0 0,-1 0 0,-3 1 0,6-1 0,-1-1 0,1 0 0,0 1 0,-1-1 0,1 0 0,-1 1 0,1-1 0,0 1 0,-1-1 0,1 1 0,0-1 0,0 1 0,0-1 0,-1 0 0,1 1 0,0-1 0,0 1 0,0 0 0,0-1 0,0 1 0,0 0 0,0 0 0,0 0 0,0 1 0,1-1 0,-1 0 0,0 0 0,1 1 0,0-1 0,-1 0 0,1 0 0,-1 0 0,1 0 0,1 2 0,4 3 0,0 0 0,0 0 0,1-1 0,-1 1 0,1-2 0,0 1 0,15 6 0,57 22 0,-71-30 0,234 75 0,-188-64 0,0-2 0,89 6 0,-130-17 0,1-1 0,-1 0 0,0-1 0,0 0 0,1-2 0,-1 1 0,19-7 0,-26 6 0,1 0 0,-1 0 0,1 0 0,-1-1 0,0 0 0,-1 0 0,1 0 0,-1-1 0,0 0 0,0 0 0,0 0 0,0 0 0,-1-1 0,0 0 0,5-10 0,-2 3-170,-1-1-1,-1 0 0,0 0 1,-1 0-1,0-1 0,-2 1 1,3-18-1,-5 17-6655</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0.498"/>
    </inkml:context>
    <inkml:brush xml:id="br0">
      <inkml:brushProperty name="width" value="0.05" units="cm"/>
      <inkml:brushProperty name="height" value="0.05" units="cm"/>
      <inkml:brushProperty name="color" value="#FFFFFF"/>
    </inkml:brush>
  </inkml:definitions>
  <inkml:trace contextRef="#ctx0" brushRef="#br0">56 1 24575,'-2'21'0,"0"-1"0,0 1 0,-2-1 0,-1 0 0,-9 25 0,11-35 0,-4 15 0,2 0 0,0 1 0,-1 40 0,6 79 0,1-108 0,6 294 0,5 440 0,-11-490 0,-3 468 0,-5-612-1365,4-93-5461</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6.067"/>
    </inkml:context>
    <inkml:brush xml:id="br0">
      <inkml:brushProperty name="width" value="0.05" units="cm"/>
      <inkml:brushProperty name="height" value="0.05" units="cm"/>
      <inkml:brushProperty name="color" value="#FFFFFF"/>
    </inkml:brush>
  </inkml:definitions>
  <inkml:trace contextRef="#ctx0" brushRef="#br0">111 87 24575,'2'-1'0,"0"1"0,-1-1 0,1 1 0,-1-1 0,1 0 0,0 0 0,-1 1 0,1-1 0,-1 0 0,0-1 0,1 1 0,-1 0 0,0 0 0,0 0 0,0-1 0,0 1 0,2-4 0,13-26 0,-16 30 0,1 0 0,-1 0 0,0 0 0,1 0 0,-1 0 0,0 0 0,0 0 0,0 0 0,0 0 0,0 0 0,0 0 0,0 0 0,0 0 0,0 0 0,-1 0 0,1 0 0,0 0 0,-1 0 0,1 0 0,0 0 0,-1 0 0,1 0 0,-1 0 0,0 0 0,1 0 0,-2-1 0,0 1 0,0 0 0,0 0 0,1 1 0,-1-1 0,0 0 0,0 1 0,0-1 0,0 1 0,1 0 0,-1-1 0,0 1 0,0 0 0,-3 1 0,-3-1 0,1 1 0,-1 1 0,1-1 0,0 1 0,0 1 0,-12 5 0,15-6 0,-1 0 0,1 1 0,0-1 0,1 1 0,-1 0 0,0 1 0,1-1 0,0 0 0,0 1 0,0 0 0,0 0 0,0 0 0,1 0 0,-3 7 0,4-8 0,0 0 0,1 0 0,-1 0 0,1 0 0,0 0 0,0 0 0,0 0 0,0 0 0,0 0 0,1 0 0,0 0 0,-1 0 0,1 0 0,0 0 0,1 0 0,-1 0 0,0 0 0,1-1 0,-1 1 0,1-1 0,0 1 0,0-1 0,3 4 0,11 9 0,0-1 0,1 0 0,0-1 0,1-1 0,26 13 0,-22-12 0,-1 0 0,0 1 0,25 22 0,-45-35 0,1 1 0,0-1 0,0 1 0,-1 0 0,1-1 0,-1 1 0,1 0 0,-1 0 0,0 0 0,0 0 0,0 1 0,0-1 0,0 0 0,0 0 0,0 0 0,-1 1 0,0-1 0,1 0 0,-1 1 0,0-1 0,0 1 0,0-1 0,0 0 0,0 1 0,-2 3 0,1-3 0,-1 0 0,1-1 0,-1 1 0,0-1 0,0 1 0,0-1 0,0 0 0,0 0 0,-1 0 0,1 0 0,-1 0 0,1-1 0,-1 1 0,0-1 0,1 1 0,-1-1 0,0 0 0,0 0 0,-4 1 0,-36 5-1365,24-6-5461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6.300"/>
    </inkml:context>
    <inkml:brush xml:id="br0">
      <inkml:brushProperty name="width" value="0.05" units="cm"/>
      <inkml:brushProperty name="height" value="0.05" units="cm"/>
      <inkml:brushProperty name="color" value="#FFFFFF"/>
    </inkml:brush>
  </inkml:definitions>
  <inkml:trace contextRef="#ctx0" brushRef="#br0">0 53 24575,'17'-23'0,"-16"20"0,0 0 0,1 1 0,-1-1 0,1 1 0,0-1 0,0 1 0,0 0 0,0 0 0,0 0 0,4-3 0,-5 5 0,0 0 0,-1 0 0,1 0 0,0 1 0,-1-1 0,1 0 0,-1 0 0,1 1 0,0-1 0,-1 1 0,1-1 0,-1 0 0,1 1 0,-1-1 0,1 1 0,-1-1 0,0 1 0,1 0 0,-1-1 0,0 1 0,1-1 0,-1 1 0,0 0 0,0-1 0,1 1 0,-1-1 0,0 1 0,0 1 0,6 21 0,-6-23 0,35 277 45,-27-177-1455,-6-79-5416</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6.532"/>
    </inkml:context>
    <inkml:brush xml:id="br0">
      <inkml:brushProperty name="width" value="0.05" units="cm"/>
      <inkml:brushProperty name="height" value="0.05" units="cm"/>
      <inkml:brushProperty name="color" value="#FFFFFF"/>
    </inkml:brush>
  </inkml:definitions>
  <inkml:trace contextRef="#ctx0" brushRef="#br0">85 28 24575,'6'-19'0,"-2"11"0,-9 12 0,2 1 0,-50 77 0,47-71 0,1-1 0,0 1 0,1 0 0,0 0 0,0 1 0,-1 13 0,4-22 0,1 0 0,1-1 0,-1 1 0,0 0 0,1-1 0,-1 1 0,1 0 0,0-1 0,0 1 0,0-1 0,0 1 0,1-1 0,-1 1 0,1-1 0,-1 0 0,1 0 0,0 0 0,0 0 0,0 0 0,0 0 0,0 0 0,0 0 0,0-1 0,1 1 0,3 1 0,9 5 0,0-1 0,0-1 0,18 6 0,-17-6 0,118 49-1365,-111-45-5461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6.782"/>
    </inkml:context>
    <inkml:brush xml:id="br0">
      <inkml:brushProperty name="width" value="0.05" units="cm"/>
      <inkml:brushProperty name="height" value="0.05" units="cm"/>
      <inkml:brushProperty name="color" value="#FFFFFF"/>
    </inkml:brush>
  </inkml:definitions>
  <inkml:trace contextRef="#ctx0" brushRef="#br0">117 0 24575,'-3'3'0,"-4"4"0,-4 4 0,0 6 0,-1 5 0,-1 6 0,-2 7 0,-1 2 0,2 5 0,3 4 0,8 3 0,8-1 0,14-3 0,12-3 0,12-2 0,14-6 0,-2-8-8191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6.981"/>
    </inkml:context>
    <inkml:brush xml:id="br0">
      <inkml:brushProperty name="width" value="0.05" units="cm"/>
      <inkml:brushProperty name="height" value="0.05" units="cm"/>
      <inkml:brushProperty name="color" value="#FFFFFF"/>
    </inkml:brush>
  </inkml:definitions>
  <inkml:trace contextRef="#ctx0" brushRef="#br0">0 4 24575,'0'-3'0,"3"2"0,7 7 0,5 12 0,8 14 0,7 13 0,7 12 0,2 10 0,2 6 0,-7 5 0,-12 1 0,-16 0 0,-23-3 0,-10-14-8191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3.331"/>
    </inkml:context>
    <inkml:brush xml:id="br0">
      <inkml:brushProperty name="width" value="0.05" units="cm"/>
      <inkml:brushProperty name="height" value="0.05" units="cm"/>
      <inkml:brushProperty name="color" value="#FFFFFF"/>
    </inkml:brush>
  </inkml:definitions>
  <inkml:trace contextRef="#ctx0" brushRef="#br0">792 67 24575,'0'-2'0,"0"1"0,-1-1 0,1 0 0,-1 0 0,1 1 0,-1-1 0,0 1 0,1-1 0,-1 0 0,0 1 0,0-1 0,0 1 0,0 0 0,-1-1 0,1 1 0,0 0 0,0 0 0,-1 0 0,1 0 0,-1 0 0,1 0 0,-1 0 0,-2-1 0,-6-3 0,0 1 0,-19-5 0,8 2 0,13 5 0,1 0 0,0 1 0,0 0 0,-1 0 0,1 0 0,-1 1 0,1 1 0,0-1 0,-1 1 0,1 0 0,0 0 0,-9 4 0,-12 4 0,-45 21 0,52-21 0,-50 22 0,-87 54 0,132-68 0,0 1 0,1 1 0,1 1 0,0 1 0,2 1 0,-23 29 0,39-44 0,1 0 0,0 1 0,0 0 0,1 0 0,0 1 0,0-1 0,1 1 0,0 0 0,0 0 0,1 0 0,-2 16 0,4-19 0,0 0 0,0 0 0,1 0 0,0 0 0,0 0 0,1 0 0,-1 0 0,1 0 0,0-1 0,1 1 0,-1-1 0,1 0 0,0 0 0,1 0 0,-1 0 0,1 0 0,0 0 0,0-1 0,6 5 0,5 3 0,1-1 0,-1-1 0,2 0 0,0-1 0,0-1 0,1-1 0,-1 0 0,34 7 0,0-3 0,102 8 0,-52-15-1365,-10-4-5461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3.937"/>
    </inkml:context>
    <inkml:brush xml:id="br0">
      <inkml:brushProperty name="width" value="0.05" units="cm"/>
      <inkml:brushProperty name="height" value="0.05" units="cm"/>
      <inkml:brushProperty name="color" value="#FFFFFF"/>
    </inkml:brush>
  </inkml:definitions>
  <inkml:trace contextRef="#ctx0" brushRef="#br0">142 165 24575,'-3'-4'0,"-1"0"0,-1 0 0,1 0 0,0 1 0,-1-1 0,0 1 0,0 1 0,0-1 0,0 1 0,0-1 0,-8-1 0,13 4 0,-1 0 0,1 0 0,-1 0 0,1 0 0,-1 0 0,0 1 0,1-1 0,-1 0 0,1 0 0,-1 0 0,1 1 0,-1-1 0,1 0 0,0 1 0,-1-1 0,1 0 0,-1 1 0,1-1 0,0 0 0,-1 1 0,1-1 0,0 1 0,-1-1 0,1 1 0,0-1 0,0 1 0,-1-1 0,1 1 0,0-1 0,0 1 0,0-1 0,0 1 0,0-1 0,-1 1 0,1-1 0,0 1 0,0-1 0,1 1 0,-1 0 0,0-1 0,0 1 0,0-1 0,0 1 0,6 29 0,-5-27 0,7 29 0,-1-1 0,-1 1 0,-2 1 0,0 34 0,-4-54 0,-1 0 0,0 0 0,0 0 0,-2 0 0,1-1 0,-2 1 0,0 0 0,0-1 0,-1 0 0,0 0 0,-1-1 0,-1 1 0,-8 11 0,14-22 0,0 0 0,0 1 0,0-1 0,0 0 0,0 0 0,0 0 0,0 0 0,0 0 0,-1 0 0,1 0 0,0 0 0,-1 0 0,1-1 0,-1 1 0,1-1 0,-1 1 0,1-1 0,-3 1 0,3-1 0,1-1 0,-1 1 0,0 0 0,0-1 0,0 1 0,0-1 0,1 1 0,-1-1 0,0 1 0,0-1 0,1 0 0,-1 1 0,0-1 0,1 0 0,-1 1 0,1-1 0,-1 0 0,1 0 0,-1 0 0,1 0 0,-1 1 0,1-1 0,0 0 0,0 0 0,-1 0 0,1 0 0,0 0 0,0 0 0,0 0 0,0 0 0,0-1 0,-2-22 0,1 0 0,1-1 0,1 1 0,6-30 0,24-95 0,-27 134 0,4-15 0,14-40 0,-19 63 0,0-1 0,1 1 0,0 0 0,0 0 0,0 1 0,1-1 0,0 1 0,0 0 0,1 0 0,9-8 0,-13 13 0,0-1 0,-1 1 0,1 0 0,0 0 0,0 0 0,0 0 0,0 0 0,0 0 0,0 1 0,0-1 0,0 1 0,0-1 0,0 1 0,0 0 0,0 0 0,1 0 0,-1 0 0,0 0 0,0 0 0,0 1 0,2 0 0,-1 0 0,0 0 0,-1 1 0,1 0 0,-1-1 0,1 1 0,-1 0 0,0 0 0,0 0 0,0 1 0,0-1 0,0 0 0,0 1 0,1 3 0,4 8 0,0 0 0,-1 1 0,-1-1 0,5 23 0,-10-35 0,7 27 0,-2-1 0,-1 1 0,1 57 0,-5-86 0,0 0 0,0 0 0,0 0 0,0 0 0,0 0 0,1-1 0,-1 1 0,0 0 0,0 0 0,0 0 0,0 0 0,0 0 0,0 0 0,0 0 0,0 0 0,1 0 0,-1 1 0,0-1 0,0 0 0,0 0 0,0 0 0,0 0 0,0 0 0,0 0 0,0 0 0,1 0 0,-1 0 0,0 0 0,0 0 0,0 0 0,0 0 0,0 0 0,0 0 0,0 1 0,0-1 0,0 0 0,0 0 0,0 0 0,0 0 0,0 0 0,0 0 0,0 0 0,0 0 0,0 1 0,0-1 0,0 0 0,0 0 0,0 0 0,0 0 0,0 0 0,0 0 0,0 0 0,0 0 0,0 1 0,0-1 0,0 0 0,0 0 0,0 0 0,0 0 0,0 0 0,0 0 0,0 0 0,0 0 0,0 1 0,0-1 0,0 0 0,7-12 0,11-32 0,-11 26 0,5-8 0,1 1 0,1 0 0,1 1 0,19-24 0,-23 35 0,0 0 0,1 1 0,0 0 0,1 0 0,0 2 0,1 0 0,0 0 0,16-7 0,-26 15 0,0 0 0,0 0 0,0 0 0,0 1 0,0 0 0,1 0 0,-1 0 0,0 0 0,1 1 0,-1-1 0,0 1 0,1 0 0,-1 1 0,0-1 0,1 1 0,-1 0 0,0 0 0,0 0 0,1 0 0,6 4 0,-6-2 0,-1 1 0,1-1 0,-1 1 0,0 0 0,0 0 0,-1 0 0,1 0 0,-1 1 0,0-1 0,0 1 0,0 0 0,-1 0 0,0 0 0,1 0 0,1 11 0,-1-4 34,-1 1 1,0-1-1,-1 1 0,0 0 0,-1 0 0,0 0 0,-1-1 0,0 1 0,-7 25 1,-2-6-604,0-1 0,-25 49 0,25-59-6257</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4.536"/>
    </inkml:context>
    <inkml:brush xml:id="br0">
      <inkml:brushProperty name="width" value="0.05" units="cm"/>
      <inkml:brushProperty name="height" value="0.05" units="cm"/>
      <inkml:brushProperty name="color" value="#FFFFFF"/>
    </inkml:brush>
  </inkml:definitions>
  <inkml:trace contextRef="#ctx0" brushRef="#br0">342 63 24575,'9'-9'0,"-1"-1"0,11-17 0,-18 27 0,-1-1 0,0 1 0,1 0 0,-1 0 0,0-1 0,0 1 0,1 0 0,-1-1 0,0 1 0,0 0 0,0-1 0,0 1 0,1-1 0,-1 1 0,0 0 0,0-1 0,0 1 0,0-1 0,0 1 0,0 0 0,0-1 0,0 1 0,0-1 0,0 1 0,0 0 0,0-1 0,-1 1 0,1 0 0,0-1 0,0 1 0,0-1 0,0 1 0,-1 0 0,1-1 0,0 1 0,0 0 0,-1 0 0,1-1 0,0 1 0,0 0 0,-1 0 0,1-1 0,0 1 0,-1 0 0,1 0 0,0-1 0,-1 1 0,1 0 0,-1 0 0,1 0 0,0 0 0,-1 0 0,1 0 0,-1 0 0,1 0 0,0 0 0,-1 0 0,1 0 0,-1 0 0,1 0 0,-28 3 0,-13 7 0,-1 3 0,2 1 0,0 2 0,-45 25 0,84-41 0,-11 7 0,0-1 0,0 2 0,0-1 0,-11 12 0,21-18 0,1 1 0,-1-1 0,0 1 0,1-1 0,-1 1 0,1 0 0,-1 0 0,1 0 0,0 0 0,0 0 0,-1 0 0,2 0 0,-1 0 0,0 0 0,0 0 0,1 1 0,-1-1 0,1 0 0,0 0 0,-1 1 0,1-1 0,0 0 0,1 1 0,-1-1 0,0 0 0,1 1 0,-1-1 0,1 0 0,-1 0 0,1 0 0,0 1 0,0-1 0,2 2 0,2 2 0,0 0 0,0 0 0,1 0 0,0-1 0,0 0 0,1-1 0,-1 1 0,1-1 0,11 5 0,71 27 0,-73-31 0,134 42 0,6 3 0,-124-35 0,-31-14 0,-1-1 0,1 0 0,-1 0 0,1 1 0,-1-1 0,1 1 0,-1-1 0,1 0 0,-1 1 0,0-1 0,1 1 0,-1-1 0,0 1 0,1-1 0,-1 1 0,0-1 0,0 1 0,0 0 0,1-1 0,-1 1 0,0-1 0,0 1 0,0-1 0,0 1 0,0 0 0,0-1 0,0 1 0,0-1 0,0 1 0,0 0 0,0-1 0,-1 1 0,1-1 0,0 1 0,0-1 0,-1 1 0,1-1 0,0 1 0,0-1 0,-1 1 0,1-1 0,-1 1 0,1-1 0,0 1 0,-1-1 0,1 0 0,-1 1 0,1-1 0,-1 0 0,1 1 0,-2-1 0,-8 6 0,-1-1 0,0-1 0,0 0 0,0 0 0,0-1 0,0 0 0,-1-1 0,-14 1 0,1 0 0,-145 16-1365,84-13-5461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4.973"/>
    </inkml:context>
    <inkml:brush xml:id="br0">
      <inkml:brushProperty name="width" value="0.05" units="cm"/>
      <inkml:brushProperty name="height" value="0.05" units="cm"/>
      <inkml:brushProperty name="color" value="#FFFFFF"/>
    </inkml:brush>
  </inkml:definitions>
  <inkml:trace contextRef="#ctx0" brushRef="#br0">1720 14 24575,'-15'-4'0,"1"1"0,-1 0 0,1 1 0,-1 1 0,-26 1 0,-76 12 0,42 1-125,0 4 0,1 2 0,-122 51 0,83-19-125,-164 100 0,5 34 250,215-139 0,1 2 0,-70 81 0,105-106-8,2 2 0,0 1 1,2 0-1,1 1 1,1 1-1,1 0 1,-11 36-1,19-48 3,2 0 0,0 0 0,1 1 0,1-1 0,0 1 0,1-1 0,1 1 0,1-1 0,0 1 0,1 0 0,1-1 0,0 0 0,2 0 0,0 0 0,8 19 0,-4-17-15,1 0 0,1 0 0,0-1 0,1 0 0,1-1 0,22 22 0,-13-18-57,1 0 0,1-2 0,50 30 0,-26-23-12,1-2-1,1-2 0,1-3 1,85 20-1,-45-21-177,0-4 0,0-4 0,1-3 0,0-5 0,140-16 0,-85-5-267,0-6 0,238-76 0,-253 57 558,-2-5 1,142-77-1,-208 93-200,-2-4 0,-1-2 0,-3-2 0,-1-3 0,97-101 0,-135 125 159,-1-1-1,-1-1 1,-1 0-1,-1-1 1,-1-1 0,-2 0-1,0-1 1,9-30 0,-17 43 24,-1 0 0,0 0 1,-1-1-1,0 1 0,-1-1 1,-1 1-1,0-1 0,-1 1 0,-1-1 1,0 1-1,0-1 0,-1 1 1,-1 0-1,0 0 0,-1 1 1,-1-1-1,0 1 0,-13-21 0,4 14-8,0 0-1,-1 1 1,-1 1-1,-1 0 0,0 2 1,-1 0-1,-1 1 0,0 0 1,-25-11-1,-11-2-8,0 3 0,-89-25 0,22 16-39,-1 6 1,-172-16-1,-249 16-306,291 26-1047</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7.934"/>
    </inkml:context>
    <inkml:brush xml:id="br0">
      <inkml:brushProperty name="width" value="0.05" units="cm"/>
      <inkml:brushProperty name="height" value="0.05" units="cm"/>
      <inkml:brushProperty name="color" value="#FFFFFF"/>
    </inkml:brush>
  </inkml:definitions>
  <inkml:trace contextRef="#ctx0" brushRef="#br0">1 93 24575,'0'-93'0,"0"1422"-1365,0-1235-5461</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9.120"/>
    </inkml:context>
    <inkml:brush xml:id="br0">
      <inkml:brushProperty name="width" value="0.05" units="cm"/>
      <inkml:brushProperty name="height" value="0.05" units="cm"/>
      <inkml:brushProperty name="color" value="#FFFFFF"/>
    </inkml:brush>
  </inkml:definitions>
  <inkml:trace contextRef="#ctx0" brushRef="#br0">0 9 24575,'3'0'0,"1"-3"0,3-1 0,3 3 0,2 5 0,0 4 0,4 7 0,2 4 0,0 5 0,4 1 0,1 2 0,2 2 0,3 0 0,6-2 0,2-7 0,2-2 0,-6-6-8191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9.257"/>
    </inkml:context>
    <inkml:brush xml:id="br0">
      <inkml:brushProperty name="width" value="0.05" units="cm"/>
      <inkml:brushProperty name="height" value="0.05" units="cm"/>
      <inkml:brushProperty name="color" value="#FFFFFF"/>
    </inkml:brush>
  </inkml:definitions>
  <inkml:trace contextRef="#ctx0" brushRef="#br0">167 155 24575,'3'-3'0,"1"-7"0,0-4 0,-1-7 0,-1-1 0,0-1 0,-2 0 0,-2 5 0,-5 5 0,-4 5 0,-3 10 0,-5 10 0,-2 9 0,-4 10 0,-3 12 0,-3 10 0,4-4-8191</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19.868"/>
    </inkml:context>
    <inkml:brush xml:id="br0">
      <inkml:brushProperty name="width" value="0.05" units="cm"/>
      <inkml:brushProperty name="height" value="0.05" units="cm"/>
      <inkml:brushProperty name="color" value="#FFFFFF"/>
    </inkml:brush>
  </inkml:definitions>
  <inkml:trace contextRef="#ctx0" brushRef="#br0">1689 1 24575,'-65'2'-95,"0"3"-1,1 3 1,-1 2 0,-110 35-1,55-4-142,-169 82-1,196-77 239,3 4 0,-167 121 0,217-139 0,1 1 0,2 2 0,2 1 0,1 2 0,2 1 0,2 1 0,1 2 0,-26 52 0,42-67 0,2 0 0,0 0 0,2 1 0,1 0 0,1 1 0,1 0 0,2 0 0,1 0 0,1 1 0,1-1 0,2 1 0,1-1 0,1 0 0,2 0 0,1 0 0,1 0 0,1-1 0,2 0 0,0-1 0,2 0 0,2 0 0,0-2 0,26 37 0,-14-29-43,2-1 0,1-1 0,2-1 0,41 32 0,-22-26-260,1-2 0,78 39 0,-28-27-98,1-4 0,202 52 0,-113-50-897,2-8 1,204 10-1,-142-33 753,283-22-1,-343-6 550,-1-7 1,333-84 0,-405 70-17,192-85 1,-225 78-38,-3-3 0,136-96 1,-168 101-107,-2-1 0,-2-3 0,-2-2 0,55-69 0,-80 86 163,-2-1 0,-1-1 0,25-55-1,-35 63 35,-1 0-1,-1-1 1,-1 0-1,-1 0 1,4-51-1,-9 55-37,-1 0-1,-1 1 1,-1-1 0,-1 1-1,-1-1 1,-1 1-1,0 0 1,-2 1 0,0-1-1,-1 1 1,-1 1 0,0 0-1,-2 0 1,0 0 0,-26-29-1,8 16 2,0 2-1,-2 0 1,-1 3 0,-2 0-1,0 2 1,-74-38-1,21 21 50,-1 3-1,-141-39 1,-199-20-116,-418 5 38,3 89 125,573 14 357</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0.863"/>
    </inkml:context>
    <inkml:brush xml:id="br0">
      <inkml:brushProperty name="width" value="0.05" units="cm"/>
      <inkml:brushProperty name="height" value="0.05" units="cm"/>
      <inkml:brushProperty name="color" value="#FFFFFF"/>
    </inkml:brush>
  </inkml:definitions>
  <inkml:trace contextRef="#ctx0" brushRef="#br0">533 80 24575,'-15'-13'0,"-2"1"0,-17-11 0,29 20 0,-1-1 0,-1 0 0,0 1 0,0 0 0,0 0 0,-1 0 0,1 1 0,-1 0 0,1 1 0,-1-1 0,0 1 0,1 1 0,-1 0 0,-9 0 0,6 2 0,-1 0 0,1 0 0,0 1 0,-1 0 0,2 1 0,-1 1 0,0 0 0,-10 6 0,0 2 0,2 1 0,0 1 0,0 1 0,1 0 0,1 1 0,1 1 0,-27 38 0,34-41 0,0 0 0,1 0 0,1 0 0,0 1 0,1 0 0,1 1 0,0-1 0,2 1 0,-1 0 0,2 0 0,0 20 0,1-27 0,2 1 0,0-1 0,0 0 0,0 1 0,2-1 0,-1 0 0,1 0 0,1 0 0,-1-1 0,2 1 0,-1-1 0,1 0 0,1 0 0,0-1 0,0 0 0,0 1 0,1-2 0,1 1 0,13 10 0,-8-8 0,1-2 0,-1 1 0,2-2 0,-1 0 0,1-1 0,0 0 0,0-1 0,29 6 0,-23-8 0,0-1 0,1-1 0,-1 0 0,0-2 0,1 0 0,26-6 0,-25 3 0,0-2 0,0 0 0,-1-2 0,1-1 0,-2 0 0,1-2 0,-1 0 0,-1-1 0,0-1 0,-1-1 0,0-1 0,29-30 0,-37 31 0,-1 0 0,0 0 0,0-1 0,-2 0 0,0 0 0,0-1 0,-2 0 0,0-1 0,-1 1 0,0-1 0,-1 0 0,2-33 0,-5 39 0,-1 1 0,0 0 0,0-1 0,-1 1 0,-1 0 0,1-1 0,-2 1 0,1 0 0,-2 0 0,1 1 0,-1-1 0,-1 1 0,1 0 0,-2 0 0,1 0 0,-1 0 0,-1 1 0,1 0 0,-1 1 0,-1-1 0,1 1 0,-16-10 0,18 13 0,-1 1 0,0 0 0,0 0 0,0 0 0,0 0 0,-1 1 0,1 0 0,-1 0 0,0 1 0,1 0 0,-1 0 0,0 1 0,1-1 0,-1 2 0,0-1 0,0 1 0,1 0 0,-13 3 0,13-2 0,-1 1 0,0 0 0,1 1 0,0-1 0,0 1 0,0 0 0,0 1 0,1-1 0,-1 1 0,1 0 0,0 1 0,1-1 0,-1 1 0,1 0 0,1 0 0,-1 0 0,-4 11 0,2 0 0,0 1 0,1-1 0,1 1 0,1 0 0,1 1 0,0-1 0,1 0 0,1 0 0,1 1 0,0-1 0,2 0 0,5 21 0,5 17 0,4-1 0,35 82 0,-36-100-341,2-1 0,1 0-1,25 34 1,-15-31-6485</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1.080"/>
    </inkml:context>
    <inkml:brush xml:id="br0">
      <inkml:brushProperty name="width" value="0.05" units="cm"/>
      <inkml:brushProperty name="height" value="0.05" units="cm"/>
      <inkml:brushProperty name="color" value="#FFFFFF"/>
    </inkml:brush>
  </inkml:definitions>
  <inkml:trace contextRef="#ctx0" brushRef="#br0">0 9 24575,'0'-3'0,"3"-1"0,1 3 0,0 5 0,-1 4 0,-1 7 0,0 7 0,-2 9 0,1 7 0,-1 10 0,0 5 0,-1 6 0,1 4 0,3 4 0,1-2 0,3-2 0,2-6 0,1-12-8191</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1.329"/>
    </inkml:context>
    <inkml:brush xml:id="br0">
      <inkml:brushProperty name="width" value="0.05" units="cm"/>
      <inkml:brushProperty name="height" value="0.05" units="cm"/>
      <inkml:brushProperty name="color" value="#FFFFFF"/>
    </inkml:brush>
  </inkml:definitions>
  <inkml:trace contextRef="#ctx0" brushRef="#br0">103 13 24575,'-22'-7'0,"21"7"0,0-1 0,0 0 0,0 1 0,0-1 0,0 1 0,-1-1 0,1 1 0,0-1 0,0 1 0,0 0 0,0 0 0,-1 0 0,1-1 0,0 1 0,0 0 0,-1 1 0,1-1 0,0 0 0,0 0 0,0 0 0,-1 1 0,1-1 0,0 0 0,0 1 0,0-1 0,0 1 0,0 0 0,0-1 0,0 1 0,0 0 0,0 0 0,0-1 0,-1 3 0,-1 0 0,0 1 0,1 0 0,-1 1 0,1-1 0,0 0 0,0 1 0,0-1 0,-2 10 0,-6 42 0,9-47 0,-3 25 0,1-1 0,2 1 0,1 0 0,2 0 0,1-1 0,2 1 0,1-1 0,1 0 0,2-1 0,24 58 0,-30-85-85,0 1 0,-1-1-1,2 0 1,-1 1 0,1-2-1,-1 1 1,1 0 0,1-1-1,-1 0 1,1 0 0,-1 0-1,1 0 1,0-1 0,1 0-1,9 5 1,11 0-6741</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1.499"/>
    </inkml:context>
    <inkml:brush xml:id="br0">
      <inkml:brushProperty name="width" value="0.05" units="cm"/>
      <inkml:brushProperty name="height" value="0.05" units="cm"/>
      <inkml:brushProperty name="color" value="#FFFFFF"/>
    </inkml:brush>
  </inkml:definitions>
  <inkml:trace contextRef="#ctx0" brushRef="#br0">26 1 24575,'-6'2'0,"-5"2"0,3 3 0,8 0 0,16 2 0,20-1 0,22-1 0,22-2 0,17-3 0,17-3 0,6-2 0,-17-1-8191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3.830"/>
    </inkml:context>
    <inkml:brush xml:id="br0">
      <inkml:brushProperty name="width" value="0.05" units="cm"/>
      <inkml:brushProperty name="height" value="0.05" units="cm"/>
      <inkml:brushProperty name="color" value="#FFFFFF"/>
    </inkml:brush>
  </inkml:definitions>
  <inkml:trace contextRef="#ctx0" brushRef="#br0">49 23 24575,'-2'-1'0,"0"1"0,0 0 0,0-1 0,0 0 0,-1 1 0,1-1 0,1 0 0,-1 0 0,0 0 0,0 0 0,-3-3 0,4 3 0,-1-1 0,0 1 0,1 0 0,-1 0 0,0 0 0,0 1 0,0-1 0,1 0 0,-1 1 0,-3-1 0,17 11 0,98 49 0,119 43 0,-131-60 0,537 225-523,3 0-5,-633-265 480,19 9-523,34 10 0,-36-16-5379</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4.047"/>
    </inkml:context>
    <inkml:brush xml:id="br0">
      <inkml:brushProperty name="width" value="0.05" units="cm"/>
      <inkml:brushProperty name="height" value="0.05" units="cm"/>
      <inkml:brushProperty name="color" value="#FFFFFF"/>
    </inkml:brush>
  </inkml:definitions>
  <inkml:trace contextRef="#ctx0" brushRef="#br0">1 69 24575,'0'-2'0,"0"-1"0,0 0 0,0 1 0,0-1 0,1 0 0,-1 1 0,1-1 0,0 1 0,0-1 0,0 1 0,0-1 0,0 1 0,0-1 0,1 1 0,-1 0 0,1 0 0,0 0 0,-1 0 0,1 0 0,0 0 0,0 0 0,4-2 0,-2 2 0,1 0 0,-1 0 0,1 1 0,-1-1 0,1 1 0,-1 0 0,1 0 0,0 1 0,-1 0 0,1-1 0,0 2 0,6 0 0,6 1 0,-1 2 0,0-1 0,-1 2 0,1 1 0,-1 0 0,0 0 0,0 2 0,24 15 0,-13-4 0,0 0 0,-1 2 0,33 35 0,-42-38 0,-1-1 0,0 2 0,-2 0 0,0 0 0,11 24 0,-20-36 0,-1 1 0,0 0 0,-1 1 0,0-1 0,0 0 0,0 1 0,-1 12 0,-1-16 0,0 1 0,0 0 0,-1-1 0,0 1 0,0-1 0,-1 1 0,0-1 0,0 1 0,0-1 0,0 0 0,-1 0 0,-4 6 0,1-3 34,0 0 1,-1-1-1,1 0 0,-2-1 0,1 1 0,-1-1 0,0-1 0,0 0 0,-10 5 1,-8 2-889,-47 16 1,-9-3-5973</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5.047"/>
    </inkml:context>
    <inkml:brush xml:id="br0">
      <inkml:brushProperty name="width" value="0.05" units="cm"/>
      <inkml:brushProperty name="height" value="0.05" units="cm"/>
      <inkml:brushProperty name="color" value="#FFFFFF"/>
    </inkml:brush>
  </inkml:definitions>
  <inkml:trace contextRef="#ctx0" brushRef="#br0">1278 1 24575,'-178'81'-474,"3"7"0,-294 201 0,394-235 468,-79 74 1,126-101 14,1 0 1,2 2-1,1 0 0,1 2 1,-30 54-1,45-70 12,1 0-1,1 1 1,0 0 0,1 0-1,1 0 1,0 0 0,1 1-1,1 0 1,1-1 0,0 22-1,2-23-20,1 0 0,0 0 0,1 0 0,1-1 0,1 1 0,0-1 0,0 0 0,1 0-1,1-1 1,1 0 0,14 20 0,0-6-43,1 0-1,1-2 0,2 0 1,1-2-1,0-1 1,35 20-1,8 1-214,116 51 0,-40-33 73,2-7-1,162 38 1,321 24-184,-452-96-466,288-4-1,-373-19 822,0-5 0,-1-4 0,0-4-1,168-53 1,-210 51-114,0-3 1,-2-1-1,-1-3 0,0-2 0,-2-2 1,56-48-1,-77 56 160,-1-2 1,-1-1-1,-1 0 0,34-52 1,-44 56-15,0-1 1,-2 0-1,0-1 0,-1 0 1,-2-1-1,0 1 1,5-34-1,-9 36-17,-1-1 0,-1 1-1,-1-1 1,-1 1 0,0 0 0,-2-1-1,0 1 1,-13-39 0,6 32-4,-1 1 0,-1 0 0,-1 1 1,-1 1-1,-33-43 0,10 24 34,-2 1-1,-2 2 1,-2 2-1,-1 1 0,-94-57 1,43 39-23,-2 4 1,-2 5 0,-2 4-1,-155-42 1,116 48-12,-3 7 0,-271-20 0,90 48-526,196 9-2116</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6.633"/>
    </inkml:context>
    <inkml:brush xml:id="br0">
      <inkml:brushProperty name="width" value="0.05" units="cm"/>
      <inkml:brushProperty name="height" value="0.05" units="cm"/>
      <inkml:brushProperty name="color" value="#FFFFFF"/>
    </inkml:brush>
  </inkml:definitions>
  <inkml:trace contextRef="#ctx0" brushRef="#br0">1 355 24575,'11'94'0,"-4"-46"0,0 9 0,4 35 0,39 154 0,-51-300 0,-10-31 0,-16-174 0,22 176 0,5-93 0,0 175 0,2-30 0,10-54 0,-11 77 0,1 1 0,0 0 0,1-1 0,-1 1 0,1 0 0,0 1 0,1-1 0,0 0 0,0 1 0,0 0 0,1 0 0,0 0 0,6-5 0,-8 9 0,-1 0 0,1 0 0,-1 0 0,1 1 0,0-1 0,0 1 0,0-1 0,0 1 0,0 0 0,0 1 0,0-1 0,0 0 0,1 1 0,-1 0 0,0-1 0,0 1 0,5 1 0,-3 0 0,0 0 0,-1 1 0,1-1 0,-1 1 0,1 0 0,-1 0 0,0 1 0,0-1 0,0 1 0,6 5 0,1 2 0,-1 0 0,-1 1 0,1 0 0,-2 1 0,0 0 0,12 22 0,-13-20 0,-1 0 0,0 1 0,-1-1 0,-1 1 0,0 0 0,-1 0 0,-1 0 0,0 1 0,-1-1 0,-1 0 0,-2 23 0,1-29 0,-1 1 0,0-1 0,0 0 0,-1 0 0,0 0 0,-1 0 0,0 0 0,-1 0 0,0-1 0,0 0 0,0 0 0,-1-1 0,0 1 0,-1-1 0,0 0 0,0-1 0,0 0 0,-1 0 0,-10 6 0,1-2-455,-1-2 0,-18 7 0,5-4-6371</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4T07:54:27.739"/>
    </inkml:context>
    <inkml:brush xml:id="br0">
      <inkml:brushProperty name="width" value="0.05" units="cm"/>
      <inkml:brushProperty name="height" value="0.05" units="cm"/>
      <inkml:brushProperty name="color" value="#FFFFFF"/>
    </inkml:brush>
  </inkml:definitions>
  <inkml:trace contextRef="#ctx0" brushRef="#br0">1 343 24575,'3'0'0,"1"1"0,0 0 0,0 0 0,-1 0 0,1 1 0,-1-1 0,1 1 0,-1 0 0,0 0 0,1 0 0,-1 0 0,0 1 0,0-1 0,-1 1 0,1 0 0,0 0 0,-1 0 0,0 0 0,0 0 0,0 0 0,2 5 0,6 10 0,-1 1 0,11 29 0,-20-45 0,10 23 0,10 48 0,-18-66 0,-1 0 0,0 1 0,0-1 0,-1 0 0,0 0 0,0 1 0,-1-1 0,0 0 0,-1 0 0,-3 13 0,5-20 0,-1 0 0,1 0 0,-1 1 0,1-1 0,-1 0 0,0 0 0,0 0 0,1 0 0,-1 0 0,0 0 0,0 0 0,0 0 0,0 0 0,0 0 0,0 0 0,0 0 0,0-1 0,-2 2 0,2-2 0,0 0 0,0 0 0,0 0 0,1 0 0,-1 0 0,0 0 0,0 0 0,0 0 0,0 0 0,0 0 0,0-1 0,0 1 0,1 0 0,-1-1 0,0 1 0,0 0 0,0-1 0,0 1 0,1-1 0,-2 0 0,0-2 0,-1 1 0,1 0 0,0-1 0,0 0 0,0 0 0,0 1 0,0-1 0,0 0 0,1-1 0,0 1 0,-1 0 0,0-6 0,0-4 0,1 1 0,1-1 0,0 1 0,1-1 0,0 1 0,1-1 0,1 1 0,0 0 0,0-1 0,7-13 0,-1 3 0,2 0 0,0 1 0,2 1 0,18-26 0,-24 38 0,0 0 0,1 1 0,-1-1 0,2 1 0,-1 1 0,18-12 0,-23 17 0,0 0 0,1 0 0,-1 1 0,1-1 0,0 1 0,-1 0 0,1 0 0,0 0 0,0 1 0,-1-1 0,1 1 0,0 0 0,0 0 0,0 0 0,0 0 0,-1 1 0,1 0 0,0 0 0,0 0 0,-1 0 0,1 0 0,0 1 0,4 2 0,19 11 0,0-1 0,1-2 0,49 16 0,-51-22 0,20 5 0,-42-10 0,-1 1 0,0-1 0,0 0 0,1 1 0,-1-1 0,0 1 0,0 0 0,-1 0 0,5 4 0,-6-5 0,0 0 0,-1 0 0,1 1 0,-1-1 0,1 0 0,-1 0 0,1 0 0,-1 0 0,0 1 0,0-1 0,0 0 0,0 0 0,1 0 0,-1 1 0,-1-1 0,1 0 0,0 0 0,0 1 0,0-1 0,-1 0 0,1 0 0,-1 0 0,1 0 0,-1 1 0,1-1 0,-1 0 0,1 0 0,-1 0 0,0 0 0,0 0 0,0 0 0,1-1 0,-1 1 0,-2 1 0,-4 5 0,-1 0 0,0-1 0,-10 6 0,12-8 0,-44 26 0,-18 11 0,61-36 0,1 1 0,-1-1 0,1 1 0,0 0 0,0 0 0,-8 13 0,13-18 0,0 1 0,0 0 0,0 0 0,0-1 0,0 1 0,0 0 0,0 0 0,1 0 0,-1 0 0,1 0 0,-1 0 0,1 0 0,0 0 0,0 0 0,0 0 0,0 0 0,0 0 0,0 0 0,1 0 0,0 4 0,0-4 0,1 0 0,-1 1 0,1-1 0,-1 0 0,1-1 0,0 1 0,-1 0 0,1 0 0,0-1 0,0 1 0,0-1 0,1 0 0,-1 0 0,4 2 0,3 1 0,1-1 0,-1-1 0,1 1 0,-1-2 0,1 1 0,0-1 0,15-1 0,-20 0 0,1 0 0,0-1 0,0 0 0,0 0 0,-1-1 0,1 1 0,-1-1 0,1 0 0,-1-1 0,0 1 0,0-1 0,0 0 0,0-1 0,0 1 0,4-5 0,-6 5 0,0 0 0,-1 0 0,0-1 0,1 1 0,-1-1 0,0 1 0,-1-1 0,1 0 0,-1 0 0,1 1 0,-1-1 0,0 0 0,-1 0 0,1-1 0,-1 1 0,0 0 0,0 0 0,0 0 0,0 0 0,-1 0 0,1 0 0,-3-6 0,0-2 0,-2 0 0,1 0 0,-2 1 0,0-1 0,0 1 0,-1 0 0,0 1 0,-1-1 0,0 1 0,-11-9 0,2 2 0,-1 2 0,0 0 0,-1 1 0,-31-17 0,36 22 0,14 9 0,0 0 0,0 0 0,0 0 0,0 0 0,0 0 0,0 0 0,0 0 0,0 0 0,0 0 0,1 0 0,-1 0 0,0 0 0,0 0 0,0 0 0,0-1 0,0 1 0,0 0 0,0 0 0,0 0 0,0 0 0,0 0 0,0 0 0,0 0 0,0 0 0,0 0 0,0 0 0,0 0 0,0 0 0,0 0 0,0 0 0,1 0 0,-1 0 0,0 0 0,0-1 0,0 1 0,0 0 0,0 0 0,0 0 0,0 0 0,0 0 0,0 0 0,0 0 0,0 0 0,0 0 0,0 0 0,0 0 0,0 0 0,-1 0 0,1-1 0,0 1 0,0 0 0,0 0 0,0 0 0,0 0 0,0 0 0,0 0 0,0 0 0,0 0 0,0 0 0,0 0 0,0 0 0,0 0 0,0 0 0,0 0 0,0 0 0,0 0 0,0 0 0,25 4 0,-13-2 0,53 11 0,64 12 0,187 13 0,-315-38 0,29 0 0,-29 0 0,-1 0 0,1 0 0,0 0 0,0 0 0,0 0 0,-1 0 0,1 0 0,0 0 0,0 0 0,-1 0 0,1 0 0,0-1 0,0 1 0,-1 0 0,1 0 0,0-1 0,0 1 0,-1-1 0,1 1 0,-1 0 0,1-1 0,0 1 0,-1-1 0,1 0 0,-1 1 0,1-1 0,-1 1 0,1-1 0,0-1 0,-2 2 0,1-1 0,-1 0 0,1 0 0,-1 0 0,0 1 0,1-1 0,-1 0 0,0 1 0,1-1 0,-1 0 0,0 1 0,0-1 0,1 1 0,-1-1 0,0 1 0,0-1 0,0 1 0,0 0 0,0 0 0,-1-1 0,-23-4 0,21 5 0,-11-3 0,0 2 0,0 0 0,0 0 0,1 2 0,-1 0 0,0 0 0,-26 7 0,37-7 0,0 0 0,1 0 0,-1 0 0,1 1 0,-1 0 0,1-1 0,0 1 0,0 0 0,-1 1 0,1-1 0,1 0 0,-1 1 0,0 0 0,1-1 0,-1 1 0,1 0 0,0 1 0,0-1 0,0 0 0,0 0 0,1 1 0,-1-1 0,1 1 0,0 0 0,0-1 0,0 1 0,0 0 0,1 0 0,0-1 0,-1 1 0,1 0 0,1 0 0,-1-1 0,1 1 0,1 6 0,-1-4 0,1 0 0,0 0 0,0-1 0,1 1 0,0 0 0,0-1 0,0 0 0,0 0 0,1 0 0,0 0 0,0-1 0,0 1 0,1-1 0,-1 0 0,1 0 0,0 0 0,0-1 0,0 0 0,1 0 0,-1 0 0,1-1 0,0 0 0,0 0 0,0 0 0,-1-1 0,2 0 0,-1 0 0,0 0 0,0-1 0,0 0 0,0 0 0,0 0 0,0-1 0,0 0 0,0 0 0,0-1 0,0 1 0,0-2 0,0 1 0,-1 0 0,1-1 0,-1 0 0,9-6 0,-5 0 0,0 0 0,-1-1 0,0 0 0,-1 0 0,0-1 0,0 0 0,-1 0 0,-1-1 0,0 1 0,0-1 0,5-23 0,-3 2 0,0-1 0,-3 0 0,1-41 0,-5 49 0,0-1 0,-7-39 0,5 55 0,-1-1 0,1 0 0,-2 1 0,0-1 0,0 1 0,-1 0 0,-12-18 0,16 27 0,0 0 0,0 1 0,0-1 0,-1 1 0,1-1 0,0 1 0,-1-1 0,0 1 0,1 0 0,-1 0 0,0 0 0,1 0 0,-1 0 0,0 0 0,-4-1 0,5 2 0,0 0 0,-1 0 0,1 0 0,0 0 0,-1 0 0,1 0 0,0 0 0,-1 1 0,1-1 0,0 0 0,0 1 0,-1-1 0,1 1 0,0 0 0,0-1 0,0 1 0,0 0 0,-2 1 0,-1 2 0,0 0 0,1 0 0,-1 1 0,1 0 0,0-1 0,0 1 0,1 0 0,0 0 0,-4 11 0,-1 10 0,1-1 0,2 2 0,0-1 0,2 0 0,1 37 0,3-12 0,17 93 0,-2-71-1365,0-9-5461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2/4/2026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2/4/2026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17" Type="http://schemas.openxmlformats.org/officeDocument/2006/relationships/image" Target="../media/image63.png"/><Relationship Id="rId21" Type="http://schemas.openxmlformats.org/officeDocument/2006/relationships/image" Target="../media/image15.png"/><Relationship Id="rId42" Type="http://schemas.openxmlformats.org/officeDocument/2006/relationships/customXml" Target="../ink/ink21.xml"/><Relationship Id="rId63" Type="http://schemas.openxmlformats.org/officeDocument/2006/relationships/image" Target="../media/image36.png"/><Relationship Id="rId84" Type="http://schemas.openxmlformats.org/officeDocument/2006/relationships/customXml" Target="../ink/ink42.xml"/><Relationship Id="rId138" Type="http://schemas.openxmlformats.org/officeDocument/2006/relationships/customXml" Target="../ink/ink69.xml"/><Relationship Id="rId107" Type="http://schemas.openxmlformats.org/officeDocument/2006/relationships/image" Target="../media/image58.png"/><Relationship Id="rId11" Type="http://schemas.openxmlformats.org/officeDocument/2006/relationships/image" Target="../media/image10.png"/><Relationship Id="rId32" Type="http://schemas.openxmlformats.org/officeDocument/2006/relationships/customXml" Target="../ink/ink16.xml"/><Relationship Id="rId53" Type="http://schemas.openxmlformats.org/officeDocument/2006/relationships/image" Target="../media/image31.png"/><Relationship Id="rId74" Type="http://schemas.openxmlformats.org/officeDocument/2006/relationships/customXml" Target="../ink/ink37.xml"/><Relationship Id="rId128" Type="http://schemas.openxmlformats.org/officeDocument/2006/relationships/customXml" Target="../ink/ink64.xml"/><Relationship Id="rId149" Type="http://schemas.openxmlformats.org/officeDocument/2006/relationships/image" Target="../media/image79.png"/><Relationship Id="rId5" Type="http://schemas.openxmlformats.org/officeDocument/2006/relationships/image" Target="../media/image7.png"/><Relationship Id="rId95" Type="http://schemas.openxmlformats.org/officeDocument/2006/relationships/image" Target="../media/image52.png"/><Relationship Id="rId22" Type="http://schemas.openxmlformats.org/officeDocument/2006/relationships/customXml" Target="../ink/ink11.xml"/><Relationship Id="rId27" Type="http://schemas.openxmlformats.org/officeDocument/2006/relationships/image" Target="../media/image18.png"/><Relationship Id="rId43" Type="http://schemas.openxmlformats.org/officeDocument/2006/relationships/image" Target="../media/image26.png"/><Relationship Id="rId48" Type="http://schemas.openxmlformats.org/officeDocument/2006/relationships/customXml" Target="../ink/ink24.xml"/><Relationship Id="rId64" Type="http://schemas.openxmlformats.org/officeDocument/2006/relationships/customXml" Target="../ink/ink32.xml"/><Relationship Id="rId69" Type="http://schemas.openxmlformats.org/officeDocument/2006/relationships/image" Target="../media/image39.png"/><Relationship Id="rId113" Type="http://schemas.openxmlformats.org/officeDocument/2006/relationships/image" Target="../media/image61.png"/><Relationship Id="rId118" Type="http://schemas.openxmlformats.org/officeDocument/2006/relationships/customXml" Target="../ink/ink59.xml"/><Relationship Id="rId134" Type="http://schemas.openxmlformats.org/officeDocument/2006/relationships/customXml" Target="../ink/ink67.xml"/><Relationship Id="rId139" Type="http://schemas.openxmlformats.org/officeDocument/2006/relationships/image" Target="../media/image74.png"/><Relationship Id="rId80" Type="http://schemas.openxmlformats.org/officeDocument/2006/relationships/customXml" Target="../ink/ink40.xml"/><Relationship Id="rId85" Type="http://schemas.openxmlformats.org/officeDocument/2006/relationships/image" Target="../media/image47.png"/><Relationship Id="rId12" Type="http://schemas.openxmlformats.org/officeDocument/2006/relationships/customXml" Target="../ink/ink6.xml"/><Relationship Id="rId17" Type="http://schemas.openxmlformats.org/officeDocument/2006/relationships/image" Target="../media/image13.png"/><Relationship Id="rId33" Type="http://schemas.openxmlformats.org/officeDocument/2006/relationships/image" Target="../media/image21.png"/><Relationship Id="rId38" Type="http://schemas.openxmlformats.org/officeDocument/2006/relationships/customXml" Target="../ink/ink19.xml"/><Relationship Id="rId59" Type="http://schemas.openxmlformats.org/officeDocument/2006/relationships/image" Target="../media/image34.png"/><Relationship Id="rId103" Type="http://schemas.openxmlformats.org/officeDocument/2006/relationships/image" Target="../media/image56.png"/><Relationship Id="rId108" Type="http://schemas.openxmlformats.org/officeDocument/2006/relationships/customXml" Target="../ink/ink54.xml"/><Relationship Id="rId124" Type="http://schemas.openxmlformats.org/officeDocument/2006/relationships/customXml" Target="../ink/ink62.xml"/><Relationship Id="rId129" Type="http://schemas.openxmlformats.org/officeDocument/2006/relationships/image" Target="../media/image69.png"/><Relationship Id="rId54" Type="http://schemas.openxmlformats.org/officeDocument/2006/relationships/customXml" Target="../ink/ink27.xml"/><Relationship Id="rId70" Type="http://schemas.openxmlformats.org/officeDocument/2006/relationships/customXml" Target="../ink/ink35.xml"/><Relationship Id="rId75" Type="http://schemas.openxmlformats.org/officeDocument/2006/relationships/image" Target="../media/image42.png"/><Relationship Id="rId91" Type="http://schemas.openxmlformats.org/officeDocument/2006/relationships/image" Target="../media/image50.png"/><Relationship Id="rId96" Type="http://schemas.openxmlformats.org/officeDocument/2006/relationships/customXml" Target="../ink/ink48.xml"/><Relationship Id="rId140" Type="http://schemas.openxmlformats.org/officeDocument/2006/relationships/customXml" Target="../ink/ink70.xml"/><Relationship Id="rId145"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customXml" Target="../ink/ink3.xml"/><Relationship Id="rId23" Type="http://schemas.openxmlformats.org/officeDocument/2006/relationships/image" Target="../media/image16.png"/><Relationship Id="rId28" Type="http://schemas.openxmlformats.org/officeDocument/2006/relationships/customXml" Target="../ink/ink14.xml"/><Relationship Id="rId49" Type="http://schemas.openxmlformats.org/officeDocument/2006/relationships/image" Target="../media/image29.png"/><Relationship Id="rId114" Type="http://schemas.openxmlformats.org/officeDocument/2006/relationships/customXml" Target="../ink/ink57.xml"/><Relationship Id="rId119" Type="http://schemas.openxmlformats.org/officeDocument/2006/relationships/image" Target="../media/image64.png"/><Relationship Id="rId44" Type="http://schemas.openxmlformats.org/officeDocument/2006/relationships/customXml" Target="../ink/ink22.xml"/><Relationship Id="rId60" Type="http://schemas.openxmlformats.org/officeDocument/2006/relationships/customXml" Target="../ink/ink30.xml"/><Relationship Id="rId65" Type="http://schemas.openxmlformats.org/officeDocument/2006/relationships/image" Target="../media/image37.png"/><Relationship Id="rId81" Type="http://schemas.openxmlformats.org/officeDocument/2006/relationships/image" Target="../media/image45.png"/><Relationship Id="rId86" Type="http://schemas.openxmlformats.org/officeDocument/2006/relationships/customXml" Target="../ink/ink43.xml"/><Relationship Id="rId130" Type="http://schemas.openxmlformats.org/officeDocument/2006/relationships/customXml" Target="../ink/ink65.xml"/><Relationship Id="rId135" Type="http://schemas.openxmlformats.org/officeDocument/2006/relationships/image" Target="../media/image72.png"/><Relationship Id="rId13" Type="http://schemas.openxmlformats.org/officeDocument/2006/relationships/image" Target="../media/image11.png"/><Relationship Id="rId18" Type="http://schemas.openxmlformats.org/officeDocument/2006/relationships/customXml" Target="../ink/ink9.xml"/><Relationship Id="rId39" Type="http://schemas.openxmlformats.org/officeDocument/2006/relationships/image" Target="../media/image24.png"/><Relationship Id="rId109" Type="http://schemas.openxmlformats.org/officeDocument/2006/relationships/image" Target="../media/image59.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32.png"/><Relationship Id="rId76" Type="http://schemas.openxmlformats.org/officeDocument/2006/relationships/customXml" Target="../ink/ink38.xml"/><Relationship Id="rId97" Type="http://schemas.openxmlformats.org/officeDocument/2006/relationships/image" Target="../media/image53.png"/><Relationship Id="rId104" Type="http://schemas.openxmlformats.org/officeDocument/2006/relationships/customXml" Target="../ink/ink52.xml"/><Relationship Id="rId120" Type="http://schemas.openxmlformats.org/officeDocument/2006/relationships/customXml" Target="../ink/ink60.xml"/><Relationship Id="rId125" Type="http://schemas.openxmlformats.org/officeDocument/2006/relationships/image" Target="../media/image67.png"/><Relationship Id="rId141" Type="http://schemas.openxmlformats.org/officeDocument/2006/relationships/image" Target="../media/image75.png"/><Relationship Id="rId146" Type="http://schemas.openxmlformats.org/officeDocument/2006/relationships/customXml" Target="../ink/ink73.xml"/><Relationship Id="rId7" Type="http://schemas.openxmlformats.org/officeDocument/2006/relationships/image" Target="../media/image8.png"/><Relationship Id="rId71" Type="http://schemas.openxmlformats.org/officeDocument/2006/relationships/image" Target="../media/image40.png"/><Relationship Id="rId92" Type="http://schemas.openxmlformats.org/officeDocument/2006/relationships/customXml" Target="../ink/ink46.xml"/><Relationship Id="rId2" Type="http://schemas.openxmlformats.org/officeDocument/2006/relationships/customXml" Target="../ink/ink1.xml"/><Relationship Id="rId29" Type="http://schemas.openxmlformats.org/officeDocument/2006/relationships/image" Target="../media/image19.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27.png"/><Relationship Id="rId66" Type="http://schemas.openxmlformats.org/officeDocument/2006/relationships/customXml" Target="../ink/ink33.xml"/><Relationship Id="rId87" Type="http://schemas.openxmlformats.org/officeDocument/2006/relationships/image" Target="../media/image48.png"/><Relationship Id="rId110" Type="http://schemas.openxmlformats.org/officeDocument/2006/relationships/customXml" Target="../ink/ink55.xml"/><Relationship Id="rId115" Type="http://schemas.openxmlformats.org/officeDocument/2006/relationships/image" Target="../media/image62.png"/><Relationship Id="rId131" Type="http://schemas.openxmlformats.org/officeDocument/2006/relationships/image" Target="../media/image70.png"/><Relationship Id="rId136" Type="http://schemas.openxmlformats.org/officeDocument/2006/relationships/customXml" Target="../ink/ink68.xml"/><Relationship Id="rId61" Type="http://schemas.openxmlformats.org/officeDocument/2006/relationships/image" Target="../media/image35.png"/><Relationship Id="rId82" Type="http://schemas.openxmlformats.org/officeDocument/2006/relationships/customXml" Target="../ink/ink41.xml"/><Relationship Id="rId19" Type="http://schemas.openxmlformats.org/officeDocument/2006/relationships/image" Target="../media/image14.png"/><Relationship Id="rId14" Type="http://schemas.openxmlformats.org/officeDocument/2006/relationships/customXml" Target="../ink/ink7.xml"/><Relationship Id="rId30" Type="http://schemas.openxmlformats.org/officeDocument/2006/relationships/customXml" Target="../ink/ink15.xml"/><Relationship Id="rId35" Type="http://schemas.openxmlformats.org/officeDocument/2006/relationships/image" Target="../media/image22.png"/><Relationship Id="rId56" Type="http://schemas.openxmlformats.org/officeDocument/2006/relationships/customXml" Target="../ink/ink28.xml"/><Relationship Id="rId77" Type="http://schemas.openxmlformats.org/officeDocument/2006/relationships/image" Target="../media/image43.png"/><Relationship Id="rId100" Type="http://schemas.openxmlformats.org/officeDocument/2006/relationships/customXml" Target="../ink/ink50.xml"/><Relationship Id="rId105" Type="http://schemas.openxmlformats.org/officeDocument/2006/relationships/image" Target="../media/image57.png"/><Relationship Id="rId126" Type="http://schemas.openxmlformats.org/officeDocument/2006/relationships/customXml" Target="../ink/ink63.xml"/><Relationship Id="rId147" Type="http://schemas.openxmlformats.org/officeDocument/2006/relationships/image" Target="../media/image78.png"/><Relationship Id="rId8" Type="http://schemas.openxmlformats.org/officeDocument/2006/relationships/customXml" Target="../ink/ink4.xml"/><Relationship Id="rId51" Type="http://schemas.openxmlformats.org/officeDocument/2006/relationships/image" Target="../media/image30.png"/><Relationship Id="rId72" Type="http://schemas.openxmlformats.org/officeDocument/2006/relationships/customXml" Target="../ink/ink36.xml"/><Relationship Id="rId93" Type="http://schemas.openxmlformats.org/officeDocument/2006/relationships/image" Target="../media/image51.png"/><Relationship Id="rId98" Type="http://schemas.openxmlformats.org/officeDocument/2006/relationships/customXml" Target="../ink/ink49.xml"/><Relationship Id="rId121" Type="http://schemas.openxmlformats.org/officeDocument/2006/relationships/image" Target="../media/image65.png"/><Relationship Id="rId142" Type="http://schemas.openxmlformats.org/officeDocument/2006/relationships/customXml" Target="../ink/ink71.xml"/><Relationship Id="rId3" Type="http://schemas.openxmlformats.org/officeDocument/2006/relationships/image" Target="../media/image6.png"/><Relationship Id="rId25" Type="http://schemas.openxmlformats.org/officeDocument/2006/relationships/image" Target="../media/image17.png"/><Relationship Id="rId46" Type="http://schemas.openxmlformats.org/officeDocument/2006/relationships/customXml" Target="../ink/ink23.xml"/><Relationship Id="rId67" Type="http://schemas.openxmlformats.org/officeDocument/2006/relationships/image" Target="../media/image38.png"/><Relationship Id="rId116" Type="http://schemas.openxmlformats.org/officeDocument/2006/relationships/customXml" Target="../ink/ink58.xml"/><Relationship Id="rId137" Type="http://schemas.openxmlformats.org/officeDocument/2006/relationships/image" Target="../media/image73.png"/><Relationship Id="rId20" Type="http://schemas.openxmlformats.org/officeDocument/2006/relationships/customXml" Target="../ink/ink10.xml"/><Relationship Id="rId41" Type="http://schemas.openxmlformats.org/officeDocument/2006/relationships/image" Target="../media/image25.png"/><Relationship Id="rId62" Type="http://schemas.openxmlformats.org/officeDocument/2006/relationships/customXml" Target="../ink/ink31.xml"/><Relationship Id="rId83" Type="http://schemas.openxmlformats.org/officeDocument/2006/relationships/image" Target="../media/image46.png"/><Relationship Id="rId88" Type="http://schemas.openxmlformats.org/officeDocument/2006/relationships/customXml" Target="../ink/ink44.xml"/><Relationship Id="rId111" Type="http://schemas.openxmlformats.org/officeDocument/2006/relationships/image" Target="../media/image60.png"/><Relationship Id="rId132" Type="http://schemas.openxmlformats.org/officeDocument/2006/relationships/customXml" Target="../ink/ink66.xml"/><Relationship Id="rId15" Type="http://schemas.openxmlformats.org/officeDocument/2006/relationships/image" Target="../media/image12.png"/><Relationship Id="rId36" Type="http://schemas.openxmlformats.org/officeDocument/2006/relationships/customXml" Target="../ink/ink18.xml"/><Relationship Id="rId57" Type="http://schemas.openxmlformats.org/officeDocument/2006/relationships/image" Target="../media/image33.png"/><Relationship Id="rId106" Type="http://schemas.openxmlformats.org/officeDocument/2006/relationships/customXml" Target="../ink/ink53.xml"/><Relationship Id="rId127" Type="http://schemas.openxmlformats.org/officeDocument/2006/relationships/image" Target="../media/image68.png"/><Relationship Id="rId10" Type="http://schemas.openxmlformats.org/officeDocument/2006/relationships/customXml" Target="../ink/ink5.xml"/><Relationship Id="rId31" Type="http://schemas.openxmlformats.org/officeDocument/2006/relationships/image" Target="../media/image20.png"/><Relationship Id="rId52" Type="http://schemas.openxmlformats.org/officeDocument/2006/relationships/customXml" Target="../ink/ink26.xml"/><Relationship Id="rId73" Type="http://schemas.openxmlformats.org/officeDocument/2006/relationships/image" Target="../media/image41.png"/><Relationship Id="rId78" Type="http://schemas.openxmlformats.org/officeDocument/2006/relationships/customXml" Target="../ink/ink39.xml"/><Relationship Id="rId94" Type="http://schemas.openxmlformats.org/officeDocument/2006/relationships/customXml" Target="../ink/ink47.xml"/><Relationship Id="rId99" Type="http://schemas.openxmlformats.org/officeDocument/2006/relationships/image" Target="../media/image54.png"/><Relationship Id="rId101" Type="http://schemas.openxmlformats.org/officeDocument/2006/relationships/image" Target="../media/image55.png"/><Relationship Id="rId122" Type="http://schemas.openxmlformats.org/officeDocument/2006/relationships/customXml" Target="../ink/ink61.xml"/><Relationship Id="rId143" Type="http://schemas.openxmlformats.org/officeDocument/2006/relationships/image" Target="../media/image76.png"/><Relationship Id="rId148" Type="http://schemas.openxmlformats.org/officeDocument/2006/relationships/customXml" Target="../ink/ink74.xml"/><Relationship Id="rId4" Type="http://schemas.openxmlformats.org/officeDocument/2006/relationships/customXml" Target="../ink/ink2.xml"/><Relationship Id="rId9" Type="http://schemas.openxmlformats.org/officeDocument/2006/relationships/image" Target="../media/image9.png"/><Relationship Id="rId26" Type="http://schemas.openxmlformats.org/officeDocument/2006/relationships/customXml" Target="../ink/ink13.xml"/><Relationship Id="rId47" Type="http://schemas.openxmlformats.org/officeDocument/2006/relationships/image" Target="../media/image28.png"/><Relationship Id="rId68" Type="http://schemas.openxmlformats.org/officeDocument/2006/relationships/customXml" Target="../ink/ink34.xml"/><Relationship Id="rId89" Type="http://schemas.openxmlformats.org/officeDocument/2006/relationships/image" Target="../media/image49.png"/><Relationship Id="rId112" Type="http://schemas.openxmlformats.org/officeDocument/2006/relationships/customXml" Target="../ink/ink56.xml"/><Relationship Id="rId133" Type="http://schemas.openxmlformats.org/officeDocument/2006/relationships/image" Target="../media/image71.png"/><Relationship Id="rId16" Type="http://schemas.openxmlformats.org/officeDocument/2006/relationships/customXml" Target="../ink/ink8.xml"/><Relationship Id="rId37" Type="http://schemas.openxmlformats.org/officeDocument/2006/relationships/image" Target="../media/image23.png"/><Relationship Id="rId58" Type="http://schemas.openxmlformats.org/officeDocument/2006/relationships/customXml" Target="../ink/ink29.xml"/><Relationship Id="rId79" Type="http://schemas.openxmlformats.org/officeDocument/2006/relationships/image" Target="../media/image44.png"/><Relationship Id="rId102" Type="http://schemas.openxmlformats.org/officeDocument/2006/relationships/customXml" Target="../ink/ink51.xml"/><Relationship Id="rId123" Type="http://schemas.openxmlformats.org/officeDocument/2006/relationships/image" Target="../media/image66.png"/><Relationship Id="rId144" Type="http://schemas.openxmlformats.org/officeDocument/2006/relationships/customXml" Target="../ink/ink72.xml"/><Relationship Id="rId90" Type="http://schemas.openxmlformats.org/officeDocument/2006/relationships/customXml" Target="../ink/ink45.xml"/></Relationships>
</file>

<file path=ppt/slides/_rels/slide7.xml.rels><?xml version="1.0" encoding="UTF-8" standalone="yes"?>
<Relationships xmlns="http://schemas.openxmlformats.org/package/2006/relationships"><Relationship Id="rId117" Type="http://schemas.openxmlformats.org/officeDocument/2006/relationships/image" Target="../media/image137.png"/><Relationship Id="rId21" Type="http://schemas.openxmlformats.org/officeDocument/2006/relationships/image" Target="../media/image89.png"/><Relationship Id="rId42" Type="http://schemas.openxmlformats.org/officeDocument/2006/relationships/customXml" Target="../ink/ink95.xml"/><Relationship Id="rId63" Type="http://schemas.openxmlformats.org/officeDocument/2006/relationships/image" Target="../media/image110.png"/><Relationship Id="rId84" Type="http://schemas.openxmlformats.org/officeDocument/2006/relationships/customXml" Target="../ink/ink116.xml"/><Relationship Id="rId138" Type="http://schemas.openxmlformats.org/officeDocument/2006/relationships/customXml" Target="../ink/ink143.xml"/><Relationship Id="rId159" Type="http://schemas.openxmlformats.org/officeDocument/2006/relationships/image" Target="../media/image158.png"/><Relationship Id="rId170" Type="http://schemas.openxmlformats.org/officeDocument/2006/relationships/customXml" Target="../ink/ink159.xml"/><Relationship Id="rId191" Type="http://schemas.openxmlformats.org/officeDocument/2006/relationships/image" Target="../media/image174.png"/><Relationship Id="rId107" Type="http://schemas.openxmlformats.org/officeDocument/2006/relationships/image" Target="../media/image132.png"/><Relationship Id="rId11" Type="http://schemas.openxmlformats.org/officeDocument/2006/relationships/image" Target="../media/image84.png"/><Relationship Id="rId32" Type="http://schemas.openxmlformats.org/officeDocument/2006/relationships/customXml" Target="../ink/ink90.xml"/><Relationship Id="rId53" Type="http://schemas.openxmlformats.org/officeDocument/2006/relationships/image" Target="../media/image105.png"/><Relationship Id="rId74" Type="http://schemas.openxmlformats.org/officeDocument/2006/relationships/customXml" Target="../ink/ink111.xml"/><Relationship Id="rId128" Type="http://schemas.openxmlformats.org/officeDocument/2006/relationships/customXml" Target="../ink/ink138.xml"/><Relationship Id="rId149" Type="http://schemas.openxmlformats.org/officeDocument/2006/relationships/image" Target="../media/image153.png"/><Relationship Id="rId5" Type="http://schemas.openxmlformats.org/officeDocument/2006/relationships/image" Target="../media/image81.png"/><Relationship Id="rId95" Type="http://schemas.openxmlformats.org/officeDocument/2006/relationships/image" Target="../media/image126.png"/><Relationship Id="rId160" Type="http://schemas.openxmlformats.org/officeDocument/2006/relationships/customXml" Target="../ink/ink154.xml"/><Relationship Id="rId181" Type="http://schemas.openxmlformats.org/officeDocument/2006/relationships/image" Target="../media/image169.png"/><Relationship Id="rId22" Type="http://schemas.openxmlformats.org/officeDocument/2006/relationships/customXml" Target="../ink/ink85.xml"/><Relationship Id="rId43" Type="http://schemas.openxmlformats.org/officeDocument/2006/relationships/image" Target="../media/image100.png"/><Relationship Id="rId64" Type="http://schemas.openxmlformats.org/officeDocument/2006/relationships/customXml" Target="../ink/ink106.xml"/><Relationship Id="rId118" Type="http://schemas.openxmlformats.org/officeDocument/2006/relationships/customXml" Target="../ink/ink133.xml"/><Relationship Id="rId139" Type="http://schemas.openxmlformats.org/officeDocument/2006/relationships/image" Target="../media/image148.png"/><Relationship Id="rId85" Type="http://schemas.openxmlformats.org/officeDocument/2006/relationships/image" Target="../media/image121.png"/><Relationship Id="rId150" Type="http://schemas.openxmlformats.org/officeDocument/2006/relationships/customXml" Target="../ink/ink149.xml"/><Relationship Id="rId171" Type="http://schemas.openxmlformats.org/officeDocument/2006/relationships/image" Target="../media/image164.png"/><Relationship Id="rId192" Type="http://schemas.openxmlformats.org/officeDocument/2006/relationships/customXml" Target="../ink/ink170.xml"/><Relationship Id="rId12" Type="http://schemas.openxmlformats.org/officeDocument/2006/relationships/customXml" Target="../ink/ink80.xml"/><Relationship Id="rId33" Type="http://schemas.openxmlformats.org/officeDocument/2006/relationships/image" Target="../media/image95.png"/><Relationship Id="rId108" Type="http://schemas.openxmlformats.org/officeDocument/2006/relationships/customXml" Target="../ink/ink128.xml"/><Relationship Id="rId129" Type="http://schemas.openxmlformats.org/officeDocument/2006/relationships/image" Target="../media/image143.png"/><Relationship Id="rId54" Type="http://schemas.openxmlformats.org/officeDocument/2006/relationships/customXml" Target="../ink/ink101.xml"/><Relationship Id="rId75" Type="http://schemas.openxmlformats.org/officeDocument/2006/relationships/image" Target="../media/image116.png"/><Relationship Id="rId96" Type="http://schemas.openxmlformats.org/officeDocument/2006/relationships/customXml" Target="../ink/ink122.xml"/><Relationship Id="rId140" Type="http://schemas.openxmlformats.org/officeDocument/2006/relationships/customXml" Target="../ink/ink144.xml"/><Relationship Id="rId161" Type="http://schemas.openxmlformats.org/officeDocument/2006/relationships/image" Target="../media/image159.png"/><Relationship Id="rId182" Type="http://schemas.openxmlformats.org/officeDocument/2006/relationships/customXml" Target="../ink/ink165.xml"/><Relationship Id="rId6" Type="http://schemas.openxmlformats.org/officeDocument/2006/relationships/customXml" Target="../ink/ink77.xml"/><Relationship Id="rId23" Type="http://schemas.openxmlformats.org/officeDocument/2006/relationships/image" Target="../media/image90.png"/><Relationship Id="rId119" Type="http://schemas.openxmlformats.org/officeDocument/2006/relationships/image" Target="../media/image138.png"/><Relationship Id="rId44" Type="http://schemas.openxmlformats.org/officeDocument/2006/relationships/customXml" Target="../ink/ink96.xml"/><Relationship Id="rId65" Type="http://schemas.openxmlformats.org/officeDocument/2006/relationships/image" Target="../media/image111.png"/><Relationship Id="rId86" Type="http://schemas.openxmlformats.org/officeDocument/2006/relationships/customXml" Target="../ink/ink117.xml"/><Relationship Id="rId130" Type="http://schemas.openxmlformats.org/officeDocument/2006/relationships/customXml" Target="../ink/ink139.xml"/><Relationship Id="rId151" Type="http://schemas.openxmlformats.org/officeDocument/2006/relationships/image" Target="../media/image154.png"/><Relationship Id="rId172" Type="http://schemas.openxmlformats.org/officeDocument/2006/relationships/customXml" Target="../ink/ink160.xml"/><Relationship Id="rId193" Type="http://schemas.openxmlformats.org/officeDocument/2006/relationships/image" Target="../media/image175.png"/><Relationship Id="rId13" Type="http://schemas.openxmlformats.org/officeDocument/2006/relationships/image" Target="../media/image85.png"/><Relationship Id="rId109" Type="http://schemas.openxmlformats.org/officeDocument/2006/relationships/image" Target="../media/image133.png"/><Relationship Id="rId34" Type="http://schemas.openxmlformats.org/officeDocument/2006/relationships/customXml" Target="../ink/ink91.xml"/><Relationship Id="rId55" Type="http://schemas.openxmlformats.org/officeDocument/2006/relationships/image" Target="../media/image106.png"/><Relationship Id="rId76" Type="http://schemas.openxmlformats.org/officeDocument/2006/relationships/customXml" Target="../ink/ink112.xml"/><Relationship Id="rId97" Type="http://schemas.openxmlformats.org/officeDocument/2006/relationships/image" Target="../media/image127.png"/><Relationship Id="rId120" Type="http://schemas.openxmlformats.org/officeDocument/2006/relationships/customXml" Target="../ink/ink134.xml"/><Relationship Id="rId141" Type="http://schemas.openxmlformats.org/officeDocument/2006/relationships/image" Target="../media/image149.png"/><Relationship Id="rId7" Type="http://schemas.openxmlformats.org/officeDocument/2006/relationships/image" Target="../media/image82.png"/><Relationship Id="rId162" Type="http://schemas.openxmlformats.org/officeDocument/2006/relationships/customXml" Target="../ink/ink155.xml"/><Relationship Id="rId183" Type="http://schemas.openxmlformats.org/officeDocument/2006/relationships/image" Target="../media/image170.png"/><Relationship Id="rId2" Type="http://schemas.openxmlformats.org/officeDocument/2006/relationships/customXml" Target="../ink/ink75.xml"/><Relationship Id="rId29" Type="http://schemas.openxmlformats.org/officeDocument/2006/relationships/image" Target="../media/image93.png"/><Relationship Id="rId24" Type="http://schemas.openxmlformats.org/officeDocument/2006/relationships/customXml" Target="../ink/ink86.xml"/><Relationship Id="rId40" Type="http://schemas.openxmlformats.org/officeDocument/2006/relationships/customXml" Target="../ink/ink94.xml"/><Relationship Id="rId45" Type="http://schemas.openxmlformats.org/officeDocument/2006/relationships/image" Target="../media/image101.png"/><Relationship Id="rId66" Type="http://schemas.openxmlformats.org/officeDocument/2006/relationships/customXml" Target="../ink/ink107.xml"/><Relationship Id="rId87" Type="http://schemas.openxmlformats.org/officeDocument/2006/relationships/image" Target="../media/image122.png"/><Relationship Id="rId110" Type="http://schemas.openxmlformats.org/officeDocument/2006/relationships/customXml" Target="../ink/ink129.xml"/><Relationship Id="rId115" Type="http://schemas.openxmlformats.org/officeDocument/2006/relationships/image" Target="../media/image136.png"/><Relationship Id="rId131" Type="http://schemas.openxmlformats.org/officeDocument/2006/relationships/image" Target="../media/image144.png"/><Relationship Id="rId136" Type="http://schemas.openxmlformats.org/officeDocument/2006/relationships/customXml" Target="../ink/ink142.xml"/><Relationship Id="rId157" Type="http://schemas.openxmlformats.org/officeDocument/2006/relationships/image" Target="../media/image157.png"/><Relationship Id="rId178" Type="http://schemas.openxmlformats.org/officeDocument/2006/relationships/customXml" Target="../ink/ink163.xml"/><Relationship Id="rId61" Type="http://schemas.openxmlformats.org/officeDocument/2006/relationships/image" Target="../media/image109.png"/><Relationship Id="rId82" Type="http://schemas.openxmlformats.org/officeDocument/2006/relationships/customXml" Target="../ink/ink115.xml"/><Relationship Id="rId152" Type="http://schemas.openxmlformats.org/officeDocument/2006/relationships/customXml" Target="../ink/ink150.xml"/><Relationship Id="rId173" Type="http://schemas.openxmlformats.org/officeDocument/2006/relationships/image" Target="../media/image165.png"/><Relationship Id="rId194" Type="http://schemas.openxmlformats.org/officeDocument/2006/relationships/customXml" Target="../ink/ink171.xml"/><Relationship Id="rId199" Type="http://schemas.openxmlformats.org/officeDocument/2006/relationships/image" Target="../media/image178.png"/><Relationship Id="rId203" Type="http://schemas.openxmlformats.org/officeDocument/2006/relationships/image" Target="../media/image180.png"/><Relationship Id="rId19" Type="http://schemas.openxmlformats.org/officeDocument/2006/relationships/image" Target="../media/image88.png"/><Relationship Id="rId14" Type="http://schemas.openxmlformats.org/officeDocument/2006/relationships/customXml" Target="../ink/ink81.xml"/><Relationship Id="rId30" Type="http://schemas.openxmlformats.org/officeDocument/2006/relationships/customXml" Target="../ink/ink89.xml"/><Relationship Id="rId35" Type="http://schemas.openxmlformats.org/officeDocument/2006/relationships/image" Target="../media/image96.png"/><Relationship Id="rId56" Type="http://schemas.openxmlformats.org/officeDocument/2006/relationships/customXml" Target="../ink/ink102.xml"/><Relationship Id="rId77" Type="http://schemas.openxmlformats.org/officeDocument/2006/relationships/image" Target="../media/image117.png"/><Relationship Id="rId100" Type="http://schemas.openxmlformats.org/officeDocument/2006/relationships/customXml" Target="../ink/ink124.xml"/><Relationship Id="rId105" Type="http://schemas.openxmlformats.org/officeDocument/2006/relationships/image" Target="../media/image131.png"/><Relationship Id="rId126" Type="http://schemas.openxmlformats.org/officeDocument/2006/relationships/customXml" Target="../ink/ink137.xml"/><Relationship Id="rId147" Type="http://schemas.openxmlformats.org/officeDocument/2006/relationships/image" Target="../media/image152.png"/><Relationship Id="rId168" Type="http://schemas.openxmlformats.org/officeDocument/2006/relationships/customXml" Target="../ink/ink158.xml"/><Relationship Id="rId8" Type="http://schemas.openxmlformats.org/officeDocument/2006/relationships/customXml" Target="../ink/ink78.xml"/><Relationship Id="rId51" Type="http://schemas.openxmlformats.org/officeDocument/2006/relationships/image" Target="../media/image104.png"/><Relationship Id="rId72" Type="http://schemas.openxmlformats.org/officeDocument/2006/relationships/customXml" Target="../ink/ink110.xml"/><Relationship Id="rId93" Type="http://schemas.openxmlformats.org/officeDocument/2006/relationships/image" Target="../media/image125.png"/><Relationship Id="rId98" Type="http://schemas.openxmlformats.org/officeDocument/2006/relationships/customXml" Target="../ink/ink123.xml"/><Relationship Id="rId121" Type="http://schemas.openxmlformats.org/officeDocument/2006/relationships/image" Target="../media/image139.png"/><Relationship Id="rId142" Type="http://schemas.openxmlformats.org/officeDocument/2006/relationships/customXml" Target="../ink/ink145.xml"/><Relationship Id="rId163" Type="http://schemas.openxmlformats.org/officeDocument/2006/relationships/image" Target="../media/image160.png"/><Relationship Id="rId184" Type="http://schemas.openxmlformats.org/officeDocument/2006/relationships/customXml" Target="../ink/ink166.xml"/><Relationship Id="rId189" Type="http://schemas.openxmlformats.org/officeDocument/2006/relationships/image" Target="../media/image173.png"/><Relationship Id="rId3" Type="http://schemas.openxmlformats.org/officeDocument/2006/relationships/image" Target="../media/image80.png"/><Relationship Id="rId25" Type="http://schemas.openxmlformats.org/officeDocument/2006/relationships/image" Target="../media/image91.png"/><Relationship Id="rId46" Type="http://schemas.openxmlformats.org/officeDocument/2006/relationships/customXml" Target="../ink/ink97.xml"/><Relationship Id="rId67" Type="http://schemas.openxmlformats.org/officeDocument/2006/relationships/image" Target="../media/image112.png"/><Relationship Id="rId116" Type="http://schemas.openxmlformats.org/officeDocument/2006/relationships/customXml" Target="../ink/ink132.xml"/><Relationship Id="rId137" Type="http://schemas.openxmlformats.org/officeDocument/2006/relationships/image" Target="../media/image147.png"/><Relationship Id="rId158" Type="http://schemas.openxmlformats.org/officeDocument/2006/relationships/customXml" Target="../ink/ink153.xml"/><Relationship Id="rId20" Type="http://schemas.openxmlformats.org/officeDocument/2006/relationships/customXml" Target="../ink/ink84.xml"/><Relationship Id="rId41" Type="http://schemas.openxmlformats.org/officeDocument/2006/relationships/image" Target="../media/image99.png"/><Relationship Id="rId62" Type="http://schemas.openxmlformats.org/officeDocument/2006/relationships/customXml" Target="../ink/ink105.xml"/><Relationship Id="rId83" Type="http://schemas.openxmlformats.org/officeDocument/2006/relationships/image" Target="../media/image120.png"/><Relationship Id="rId88" Type="http://schemas.openxmlformats.org/officeDocument/2006/relationships/customXml" Target="../ink/ink118.xml"/><Relationship Id="rId111" Type="http://schemas.openxmlformats.org/officeDocument/2006/relationships/image" Target="../media/image134.png"/><Relationship Id="rId132" Type="http://schemas.openxmlformats.org/officeDocument/2006/relationships/customXml" Target="../ink/ink140.xml"/><Relationship Id="rId153" Type="http://schemas.openxmlformats.org/officeDocument/2006/relationships/image" Target="../media/image155.png"/><Relationship Id="rId174" Type="http://schemas.openxmlformats.org/officeDocument/2006/relationships/customXml" Target="../ink/ink161.xml"/><Relationship Id="rId179" Type="http://schemas.openxmlformats.org/officeDocument/2006/relationships/image" Target="../media/image168.png"/><Relationship Id="rId195" Type="http://schemas.openxmlformats.org/officeDocument/2006/relationships/image" Target="../media/image176.png"/><Relationship Id="rId190" Type="http://schemas.openxmlformats.org/officeDocument/2006/relationships/customXml" Target="../ink/ink169.xml"/><Relationship Id="rId15" Type="http://schemas.openxmlformats.org/officeDocument/2006/relationships/image" Target="../media/image86.png"/><Relationship Id="rId36" Type="http://schemas.openxmlformats.org/officeDocument/2006/relationships/customXml" Target="../ink/ink92.xml"/><Relationship Id="rId57" Type="http://schemas.openxmlformats.org/officeDocument/2006/relationships/image" Target="../media/image107.png"/><Relationship Id="rId106" Type="http://schemas.openxmlformats.org/officeDocument/2006/relationships/customXml" Target="../ink/ink127.xml"/><Relationship Id="rId127" Type="http://schemas.openxmlformats.org/officeDocument/2006/relationships/image" Target="../media/image142.png"/><Relationship Id="rId10" Type="http://schemas.openxmlformats.org/officeDocument/2006/relationships/customXml" Target="../ink/ink79.xml"/><Relationship Id="rId31" Type="http://schemas.openxmlformats.org/officeDocument/2006/relationships/image" Target="../media/image94.png"/><Relationship Id="rId52" Type="http://schemas.openxmlformats.org/officeDocument/2006/relationships/customXml" Target="../ink/ink100.xml"/><Relationship Id="rId73" Type="http://schemas.openxmlformats.org/officeDocument/2006/relationships/image" Target="../media/image115.png"/><Relationship Id="rId78" Type="http://schemas.openxmlformats.org/officeDocument/2006/relationships/customXml" Target="../ink/ink113.xml"/><Relationship Id="rId94" Type="http://schemas.openxmlformats.org/officeDocument/2006/relationships/customXml" Target="../ink/ink121.xml"/><Relationship Id="rId99" Type="http://schemas.openxmlformats.org/officeDocument/2006/relationships/image" Target="../media/image128.png"/><Relationship Id="rId101" Type="http://schemas.openxmlformats.org/officeDocument/2006/relationships/image" Target="../media/image129.png"/><Relationship Id="rId122" Type="http://schemas.openxmlformats.org/officeDocument/2006/relationships/customXml" Target="../ink/ink135.xml"/><Relationship Id="rId143" Type="http://schemas.openxmlformats.org/officeDocument/2006/relationships/image" Target="../media/image150.png"/><Relationship Id="rId148" Type="http://schemas.openxmlformats.org/officeDocument/2006/relationships/customXml" Target="../ink/ink148.xml"/><Relationship Id="rId164" Type="http://schemas.openxmlformats.org/officeDocument/2006/relationships/customXml" Target="../ink/ink156.xml"/><Relationship Id="rId169" Type="http://schemas.openxmlformats.org/officeDocument/2006/relationships/image" Target="../media/image163.png"/><Relationship Id="rId185" Type="http://schemas.openxmlformats.org/officeDocument/2006/relationships/image" Target="../media/image171.png"/><Relationship Id="rId4" Type="http://schemas.openxmlformats.org/officeDocument/2006/relationships/customXml" Target="../ink/ink76.xml"/><Relationship Id="rId9" Type="http://schemas.openxmlformats.org/officeDocument/2006/relationships/image" Target="../media/image83.png"/><Relationship Id="rId180" Type="http://schemas.openxmlformats.org/officeDocument/2006/relationships/customXml" Target="../ink/ink164.xml"/><Relationship Id="rId26" Type="http://schemas.openxmlformats.org/officeDocument/2006/relationships/customXml" Target="../ink/ink87.xml"/><Relationship Id="rId47" Type="http://schemas.openxmlformats.org/officeDocument/2006/relationships/image" Target="../media/image102.png"/><Relationship Id="rId68" Type="http://schemas.openxmlformats.org/officeDocument/2006/relationships/customXml" Target="../ink/ink108.xml"/><Relationship Id="rId89" Type="http://schemas.openxmlformats.org/officeDocument/2006/relationships/image" Target="../media/image123.png"/><Relationship Id="rId112" Type="http://schemas.openxmlformats.org/officeDocument/2006/relationships/customXml" Target="../ink/ink130.xml"/><Relationship Id="rId133" Type="http://schemas.openxmlformats.org/officeDocument/2006/relationships/image" Target="../media/image145.png"/><Relationship Id="rId154" Type="http://schemas.openxmlformats.org/officeDocument/2006/relationships/customXml" Target="../ink/ink151.xml"/><Relationship Id="rId175" Type="http://schemas.openxmlformats.org/officeDocument/2006/relationships/image" Target="../media/image166.png"/><Relationship Id="rId196" Type="http://schemas.openxmlformats.org/officeDocument/2006/relationships/customXml" Target="../ink/ink172.xml"/><Relationship Id="rId200" Type="http://schemas.openxmlformats.org/officeDocument/2006/relationships/customXml" Target="../ink/ink174.xml"/><Relationship Id="rId16" Type="http://schemas.openxmlformats.org/officeDocument/2006/relationships/customXml" Target="../ink/ink82.xml"/><Relationship Id="rId37" Type="http://schemas.openxmlformats.org/officeDocument/2006/relationships/image" Target="../media/image97.png"/><Relationship Id="rId58" Type="http://schemas.openxmlformats.org/officeDocument/2006/relationships/customXml" Target="../ink/ink103.xml"/><Relationship Id="rId79" Type="http://schemas.openxmlformats.org/officeDocument/2006/relationships/image" Target="../media/image118.png"/><Relationship Id="rId102" Type="http://schemas.openxmlformats.org/officeDocument/2006/relationships/customXml" Target="../ink/ink125.xml"/><Relationship Id="rId123" Type="http://schemas.openxmlformats.org/officeDocument/2006/relationships/image" Target="../media/image140.png"/><Relationship Id="rId144" Type="http://schemas.openxmlformats.org/officeDocument/2006/relationships/customXml" Target="../ink/ink146.xml"/><Relationship Id="rId90" Type="http://schemas.openxmlformats.org/officeDocument/2006/relationships/customXml" Target="../ink/ink119.xml"/><Relationship Id="rId165" Type="http://schemas.openxmlformats.org/officeDocument/2006/relationships/image" Target="../media/image161.png"/><Relationship Id="rId186" Type="http://schemas.openxmlformats.org/officeDocument/2006/relationships/customXml" Target="../ink/ink167.xml"/><Relationship Id="rId27" Type="http://schemas.openxmlformats.org/officeDocument/2006/relationships/image" Target="../media/image92.png"/><Relationship Id="rId48" Type="http://schemas.openxmlformats.org/officeDocument/2006/relationships/customXml" Target="../ink/ink98.xml"/><Relationship Id="rId69" Type="http://schemas.openxmlformats.org/officeDocument/2006/relationships/image" Target="../media/image113.png"/><Relationship Id="rId113" Type="http://schemas.openxmlformats.org/officeDocument/2006/relationships/image" Target="../media/image135.png"/><Relationship Id="rId134" Type="http://schemas.openxmlformats.org/officeDocument/2006/relationships/customXml" Target="../ink/ink141.xml"/><Relationship Id="rId80" Type="http://schemas.openxmlformats.org/officeDocument/2006/relationships/customXml" Target="../ink/ink114.xml"/><Relationship Id="rId155" Type="http://schemas.openxmlformats.org/officeDocument/2006/relationships/image" Target="../media/image156.png"/><Relationship Id="rId176" Type="http://schemas.openxmlformats.org/officeDocument/2006/relationships/customXml" Target="../ink/ink162.xml"/><Relationship Id="rId197" Type="http://schemas.openxmlformats.org/officeDocument/2006/relationships/image" Target="../media/image177.png"/><Relationship Id="rId201" Type="http://schemas.openxmlformats.org/officeDocument/2006/relationships/image" Target="../media/image179.png"/><Relationship Id="rId17" Type="http://schemas.openxmlformats.org/officeDocument/2006/relationships/image" Target="../media/image87.png"/><Relationship Id="rId38" Type="http://schemas.openxmlformats.org/officeDocument/2006/relationships/customXml" Target="../ink/ink93.xml"/><Relationship Id="rId59" Type="http://schemas.openxmlformats.org/officeDocument/2006/relationships/image" Target="../media/image108.png"/><Relationship Id="rId103" Type="http://schemas.openxmlformats.org/officeDocument/2006/relationships/image" Target="../media/image130.png"/><Relationship Id="rId124" Type="http://schemas.openxmlformats.org/officeDocument/2006/relationships/customXml" Target="../ink/ink136.xml"/><Relationship Id="rId70" Type="http://schemas.openxmlformats.org/officeDocument/2006/relationships/customXml" Target="../ink/ink109.xml"/><Relationship Id="rId91" Type="http://schemas.openxmlformats.org/officeDocument/2006/relationships/image" Target="../media/image124.png"/><Relationship Id="rId145" Type="http://schemas.openxmlformats.org/officeDocument/2006/relationships/image" Target="../media/image151.png"/><Relationship Id="rId166" Type="http://schemas.openxmlformats.org/officeDocument/2006/relationships/customXml" Target="../ink/ink157.xml"/><Relationship Id="rId187" Type="http://schemas.openxmlformats.org/officeDocument/2006/relationships/image" Target="../media/image172.png"/><Relationship Id="rId1" Type="http://schemas.openxmlformats.org/officeDocument/2006/relationships/slideLayout" Target="../slideLayouts/slideLayout2.xml"/><Relationship Id="rId28" Type="http://schemas.openxmlformats.org/officeDocument/2006/relationships/customXml" Target="../ink/ink88.xml"/><Relationship Id="rId49" Type="http://schemas.openxmlformats.org/officeDocument/2006/relationships/image" Target="../media/image103.png"/><Relationship Id="rId114" Type="http://schemas.openxmlformats.org/officeDocument/2006/relationships/customXml" Target="../ink/ink131.xml"/><Relationship Id="rId60" Type="http://schemas.openxmlformats.org/officeDocument/2006/relationships/customXml" Target="../ink/ink104.xml"/><Relationship Id="rId81" Type="http://schemas.openxmlformats.org/officeDocument/2006/relationships/image" Target="../media/image119.png"/><Relationship Id="rId135" Type="http://schemas.openxmlformats.org/officeDocument/2006/relationships/image" Target="../media/image146.png"/><Relationship Id="rId156" Type="http://schemas.openxmlformats.org/officeDocument/2006/relationships/customXml" Target="../ink/ink152.xml"/><Relationship Id="rId177" Type="http://schemas.openxmlformats.org/officeDocument/2006/relationships/image" Target="../media/image167.png"/><Relationship Id="rId198" Type="http://schemas.openxmlformats.org/officeDocument/2006/relationships/customXml" Target="../ink/ink173.xml"/><Relationship Id="rId202" Type="http://schemas.openxmlformats.org/officeDocument/2006/relationships/customXml" Target="../ink/ink175.xml"/><Relationship Id="rId18" Type="http://schemas.openxmlformats.org/officeDocument/2006/relationships/customXml" Target="../ink/ink83.xml"/><Relationship Id="rId39" Type="http://schemas.openxmlformats.org/officeDocument/2006/relationships/image" Target="../media/image98.png"/><Relationship Id="rId50" Type="http://schemas.openxmlformats.org/officeDocument/2006/relationships/customXml" Target="../ink/ink99.xml"/><Relationship Id="rId104" Type="http://schemas.openxmlformats.org/officeDocument/2006/relationships/customXml" Target="../ink/ink126.xml"/><Relationship Id="rId125" Type="http://schemas.openxmlformats.org/officeDocument/2006/relationships/image" Target="../media/image141.png"/><Relationship Id="rId146" Type="http://schemas.openxmlformats.org/officeDocument/2006/relationships/customXml" Target="../ink/ink147.xml"/><Relationship Id="rId167" Type="http://schemas.openxmlformats.org/officeDocument/2006/relationships/image" Target="../media/image162.png"/><Relationship Id="rId188" Type="http://schemas.openxmlformats.org/officeDocument/2006/relationships/customXml" Target="../ink/ink168.xml"/><Relationship Id="rId71" Type="http://schemas.openxmlformats.org/officeDocument/2006/relationships/image" Target="../media/image114.png"/><Relationship Id="rId92" Type="http://schemas.openxmlformats.org/officeDocument/2006/relationships/customXml" Target="../ink/ink120.xml"/></Relationships>
</file>

<file path=ppt/slides/_rels/slide8.xml.rels><?xml version="1.0" encoding="UTF-8" standalone="yes"?>
<Relationships xmlns="http://schemas.openxmlformats.org/package/2006/relationships"><Relationship Id="rId2" Type="http://schemas.openxmlformats.org/officeDocument/2006/relationships/image" Target="../media/image181.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82.png"/><Relationship Id="rId4" Type="http://schemas.openxmlformats.org/officeDocument/2006/relationships/hyperlink" Target="http://www.dribbble.com/" TargetMode="External"/></Relationships>
</file>

<file path=ppt/slides/_rels/slide10.xml.rels><?xml version="1.0" encoding="UTF-8" standalone="yes"?>
<Relationships xmlns="http://schemas.openxmlformats.org/package/2006/relationships"><Relationship Id="rId8" Type="http://schemas.openxmlformats.org/officeDocument/2006/relationships/image" Target="../media/image188.jpeg"/><Relationship Id="rId3" Type="http://schemas.openxmlformats.org/officeDocument/2006/relationships/image" Target="../media/image183.jpeg"/><Relationship Id="rId7" Type="http://schemas.openxmlformats.org/officeDocument/2006/relationships/image" Target="../media/image187.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86.tiff"/><Relationship Id="rId5" Type="http://schemas.openxmlformats.org/officeDocument/2006/relationships/image" Target="../media/image185.tiff"/><Relationship Id="rId4" Type="http://schemas.openxmlformats.org/officeDocument/2006/relationships/image" Target="../media/image184.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15</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15</a:t>
            </a:r>
            <a:endParaRPr lang="en-IN" dirty="0">
              <a:solidFill>
                <a:schemeClr val="bg1"/>
              </a:solidFill>
              <a:latin typeface="Cooper Black" panose="0208090404030B020404" pitchFamily="18" charset="0"/>
            </a:endParaRPr>
          </a:p>
        </p:txBody>
      </p:sp>
      <p:sp>
        <p:nvSpPr>
          <p:cNvPr id="5" name="Rectangle: Rounded Corners 4">
            <a:extLst>
              <a:ext uri="{FF2B5EF4-FFF2-40B4-BE49-F238E27FC236}">
                <a16:creationId xmlns:a16="http://schemas.microsoft.com/office/drawing/2014/main" id="{8EE791A1-2958-78B0-ECDD-F89DDE02F4B6}"/>
              </a:ext>
            </a:extLst>
          </p:cNvPr>
          <p:cNvSpPr/>
          <p:nvPr/>
        </p:nvSpPr>
        <p:spPr>
          <a:xfrm>
            <a:off x="3453886" y="131323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Rounded Corners 5">
            <a:extLst>
              <a:ext uri="{FF2B5EF4-FFF2-40B4-BE49-F238E27FC236}">
                <a16:creationId xmlns:a16="http://schemas.microsoft.com/office/drawing/2014/main" id="{5B89E801-E285-EBED-06F5-7E2B1B8E1E7A}"/>
              </a:ext>
            </a:extLst>
          </p:cNvPr>
          <p:cNvSpPr/>
          <p:nvPr/>
        </p:nvSpPr>
        <p:spPr>
          <a:xfrm>
            <a:off x="3453886" y="3068960"/>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Rounded Corners 6">
            <a:extLst>
              <a:ext uri="{FF2B5EF4-FFF2-40B4-BE49-F238E27FC236}">
                <a16:creationId xmlns:a16="http://schemas.microsoft.com/office/drawing/2014/main" id="{ABAB72EB-5FE6-B5CA-C654-D15CE54000E9}"/>
              </a:ext>
            </a:extLst>
          </p:cNvPr>
          <p:cNvSpPr/>
          <p:nvPr/>
        </p:nvSpPr>
        <p:spPr>
          <a:xfrm>
            <a:off x="3453886" y="4824683"/>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1A27EE0E-9853-D0E9-E5A8-87BE731920EA}"/>
              </a:ext>
            </a:extLst>
          </p:cNvPr>
          <p:cNvGrpSpPr/>
          <p:nvPr/>
        </p:nvGrpSpPr>
        <p:grpSpPr>
          <a:xfrm>
            <a:off x="4118571" y="1566251"/>
            <a:ext cx="4359562" cy="922336"/>
            <a:chOff x="1395616" y="871285"/>
            <a:chExt cx="3825734" cy="1064137"/>
          </a:xfrm>
        </p:grpSpPr>
        <p:sp>
          <p:nvSpPr>
            <p:cNvPr id="9" name="TextBox 8">
              <a:extLst>
                <a:ext uri="{FF2B5EF4-FFF2-40B4-BE49-F238E27FC236}">
                  <a16:creationId xmlns:a16="http://schemas.microsoft.com/office/drawing/2014/main" id="{8B429D3B-7C38-B33E-067B-835764291C87}"/>
                </a:ext>
              </a:extLst>
            </p:cNvPr>
            <p:cNvSpPr txBox="1"/>
            <p:nvPr/>
          </p:nvSpPr>
          <p:spPr>
            <a:xfrm>
              <a:off x="2984420" y="1083774"/>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Transport Landscape</a:t>
              </a:r>
            </a:p>
          </p:txBody>
        </p:sp>
        <p:sp>
          <p:nvSpPr>
            <p:cNvPr id="10" name="TextBox 9">
              <a:extLst>
                <a:ext uri="{FF2B5EF4-FFF2-40B4-BE49-F238E27FC236}">
                  <a16:creationId xmlns:a16="http://schemas.microsoft.com/office/drawing/2014/main" id="{118C39A3-CA2B-146F-D772-D14998B4D672}"/>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 name="Group 10">
            <a:extLst>
              <a:ext uri="{FF2B5EF4-FFF2-40B4-BE49-F238E27FC236}">
                <a16:creationId xmlns:a16="http://schemas.microsoft.com/office/drawing/2014/main" id="{F7773B0C-4C36-F5CF-6049-15A22D3353B9}"/>
              </a:ext>
            </a:extLst>
          </p:cNvPr>
          <p:cNvGrpSpPr/>
          <p:nvPr/>
        </p:nvGrpSpPr>
        <p:grpSpPr>
          <a:xfrm>
            <a:off x="4118571" y="3321970"/>
            <a:ext cx="4431570" cy="922336"/>
            <a:chOff x="1395616" y="871285"/>
            <a:chExt cx="3825734" cy="1064137"/>
          </a:xfrm>
        </p:grpSpPr>
        <p:sp>
          <p:nvSpPr>
            <p:cNvPr id="12" name="TextBox 11">
              <a:extLst>
                <a:ext uri="{FF2B5EF4-FFF2-40B4-BE49-F238E27FC236}">
                  <a16:creationId xmlns:a16="http://schemas.microsoft.com/office/drawing/2014/main" id="{58BB80F5-BF50-C0D2-25DF-59F695C70420}"/>
                </a:ext>
              </a:extLst>
            </p:cNvPr>
            <p:cNvSpPr txBox="1"/>
            <p:nvPr/>
          </p:nvSpPr>
          <p:spPr>
            <a:xfrm>
              <a:off x="2984420" y="1243562"/>
              <a:ext cx="2236930" cy="319585"/>
            </a:xfrm>
            <a:prstGeom prst="rect">
              <a:avLst/>
            </a:prstGeom>
            <a:noFill/>
          </p:spPr>
          <p:txBody>
            <a:bodyPr wrap="square" lIns="0" tIns="0" rIns="0" bIns="0" rtlCol="0" anchor="ctr">
              <a:spAutoFit/>
            </a:bodyPr>
            <a:lstStyle/>
            <a:p>
              <a:r>
                <a:rPr lang="en-US" sz="1800" dirty="0">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Manage Webhook</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3" name="TextBox 12">
              <a:extLst>
                <a:ext uri="{FF2B5EF4-FFF2-40B4-BE49-F238E27FC236}">
                  <a16:creationId xmlns:a16="http://schemas.microsoft.com/office/drawing/2014/main" id="{6824D9CE-F522-A342-1387-CC55E9C4494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4" name="Group 13">
            <a:extLst>
              <a:ext uri="{FF2B5EF4-FFF2-40B4-BE49-F238E27FC236}">
                <a16:creationId xmlns:a16="http://schemas.microsoft.com/office/drawing/2014/main" id="{51BD1B35-A18B-68D7-E07B-1A1A9AD2E859}"/>
              </a:ext>
            </a:extLst>
          </p:cNvPr>
          <p:cNvGrpSpPr/>
          <p:nvPr/>
        </p:nvGrpSpPr>
        <p:grpSpPr>
          <a:xfrm>
            <a:off x="4118571" y="5077693"/>
            <a:ext cx="4431570" cy="922336"/>
            <a:chOff x="1395616" y="871285"/>
            <a:chExt cx="4290329" cy="1064137"/>
          </a:xfrm>
        </p:grpSpPr>
        <p:sp>
          <p:nvSpPr>
            <p:cNvPr id="15" name="TextBox 14">
              <a:extLst>
                <a:ext uri="{FF2B5EF4-FFF2-40B4-BE49-F238E27FC236}">
                  <a16:creationId xmlns:a16="http://schemas.microsoft.com/office/drawing/2014/main" id="{2BEC2032-A77D-A0B0-E149-A23467DC1CAA}"/>
                </a:ext>
              </a:extLst>
            </p:cNvPr>
            <p:cNvSpPr txBox="1"/>
            <p:nvPr/>
          </p:nvSpPr>
          <p:spPr>
            <a:xfrm>
              <a:off x="2984420" y="1243560"/>
              <a:ext cx="2701525" cy="31958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Create CI/CD Job</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6" name="TextBox 15">
              <a:extLst>
                <a:ext uri="{FF2B5EF4-FFF2-40B4-BE49-F238E27FC236}">
                  <a16:creationId xmlns:a16="http://schemas.microsoft.com/office/drawing/2014/main" id="{C60195D9-2B81-A5CA-17AA-E418FAD1D320}"/>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BTP Cloud Transport Management</a:t>
            </a:r>
          </a:p>
        </p:txBody>
      </p:sp>
      <p:sp>
        <p:nvSpPr>
          <p:cNvPr id="4" name="TextBox 3">
            <a:extLst>
              <a:ext uri="{FF2B5EF4-FFF2-40B4-BE49-F238E27FC236}">
                <a16:creationId xmlns:a16="http://schemas.microsoft.com/office/drawing/2014/main" id="{0FB489AD-CEEC-BC34-2ACB-E705A5DF5CF8}"/>
              </a:ext>
            </a:extLst>
          </p:cNvPr>
          <p:cNvSpPr txBox="1"/>
          <p:nvPr/>
        </p:nvSpPr>
        <p:spPr>
          <a:xfrm>
            <a:off x="160869" y="909378"/>
            <a:ext cx="11734248" cy="2584650"/>
          </a:xfrm>
          <a:prstGeom prst="rect">
            <a:avLst/>
          </a:prstGeom>
          <a:noFill/>
        </p:spPr>
        <p:txBody>
          <a:bodyPr wrap="square">
            <a:spAutoFit/>
          </a:bodyPr>
          <a:lstStyle/>
          <a:p>
            <a:pPr defTabSz="1218621"/>
            <a:r>
              <a:rPr lang="en-US" sz="1799" dirty="0">
                <a:solidFill>
                  <a:prstClr val="white"/>
                </a:solidFill>
                <a:latin typeface="72" panose="020B0503030000000003" pitchFamily="34" charset="0"/>
              </a:rPr>
              <a:t>SAP Cloud Transport Management service lets you manage software deliverables between accounts of different environments (such as Neo and Cloud Foundry), by transporting them across various runtimes. This includes application artifacts as well as their respective application-specific content.</a:t>
            </a:r>
          </a:p>
          <a:p>
            <a:pPr defTabSz="1218621"/>
            <a:endParaRPr lang="en-US" sz="1799" dirty="0">
              <a:solidFill>
                <a:prstClr val="white"/>
              </a:solidFill>
              <a:latin typeface="72" panose="020B0503030000000003" pitchFamily="34" charset="0"/>
            </a:endParaRPr>
          </a:p>
          <a:p>
            <a:pPr defTabSz="1218621"/>
            <a:r>
              <a:rPr lang="en-US" sz="1799" dirty="0">
                <a:solidFill>
                  <a:prstClr val="white"/>
                </a:solidFill>
                <a:latin typeface="72" panose="020B0503030000000003" pitchFamily="34" charset="0"/>
              </a:rPr>
              <a:t>SAP Cloud Transport Management service adds transparency to the audit trail of changes so that you get information about who performed which changes in your production environment, and when they did it. At the same time, the service enables a separation of concerns: For example, a developer of an application or of SAP Cloud content artifacts can trigger the transport of changes in a development subaccount, while the resulting import into the test, and production subaccount is handled by a central operations team.</a:t>
            </a:r>
          </a:p>
        </p:txBody>
      </p:sp>
      <p:pic>
        <p:nvPicPr>
          <p:cNvPr id="2050" name="Picture 2">
            <a:extLst>
              <a:ext uri="{FF2B5EF4-FFF2-40B4-BE49-F238E27FC236}">
                <a16:creationId xmlns:a16="http://schemas.microsoft.com/office/drawing/2014/main" id="{8BE2A52D-ABCC-621B-75E1-4E49BDC93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4842" y="3760957"/>
            <a:ext cx="5385393" cy="27566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7393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9FFB1-B477-7234-7772-C52F2881B973}"/>
              </a:ext>
            </a:extLst>
          </p:cNvPr>
          <p:cNvSpPr>
            <a:spLocks noGrp="1"/>
          </p:cNvSpPr>
          <p:nvPr>
            <p:ph type="title"/>
          </p:nvPr>
        </p:nvSpPr>
        <p:spPr/>
        <p:txBody>
          <a:bodyPr/>
          <a:lstStyle/>
          <a:p>
            <a:r>
              <a:rPr lang="en-US" dirty="0"/>
              <a:t>Hands on SAP BTP Cloud Transport</a:t>
            </a:r>
          </a:p>
        </p:txBody>
      </p:sp>
      <p:pic>
        <p:nvPicPr>
          <p:cNvPr id="4098" name="Picture 2" descr="Moving Freight into the Future: Cloud-Based TMS Systems">
            <a:extLst>
              <a:ext uri="{FF2B5EF4-FFF2-40B4-BE49-F238E27FC236}">
                <a16:creationId xmlns:a16="http://schemas.microsoft.com/office/drawing/2014/main" id="{C4B91D97-475C-72AE-FC63-629B325B9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8822" y="1125344"/>
            <a:ext cx="5233890" cy="52278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49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61" name="Ink 60">
                <a:extLst>
                  <a:ext uri="{FF2B5EF4-FFF2-40B4-BE49-F238E27FC236}">
                    <a16:creationId xmlns:a16="http://schemas.microsoft.com/office/drawing/2014/main" id="{E426914F-0492-5F9B-D1E6-D20F80C1E2DF}"/>
                  </a:ext>
                </a:extLst>
              </p14:cNvPr>
              <p14:cNvContentPartPr/>
              <p14:nvPr/>
            </p14:nvContentPartPr>
            <p14:xfrm>
              <a:off x="2810318" y="1116143"/>
              <a:ext cx="321480" cy="331200"/>
            </p14:xfrm>
          </p:contentPart>
        </mc:Choice>
        <mc:Fallback>
          <p:pic>
            <p:nvPicPr>
              <p:cNvPr id="61" name="Ink 60">
                <a:extLst>
                  <a:ext uri="{FF2B5EF4-FFF2-40B4-BE49-F238E27FC236}">
                    <a16:creationId xmlns:a16="http://schemas.microsoft.com/office/drawing/2014/main" id="{E426914F-0492-5F9B-D1E6-D20F80C1E2DF}"/>
                  </a:ext>
                </a:extLst>
              </p:cNvPr>
              <p:cNvPicPr/>
              <p:nvPr/>
            </p:nvPicPr>
            <p:blipFill>
              <a:blip r:embed="rId3"/>
              <a:stretch>
                <a:fillRect/>
              </a:stretch>
            </p:blipFill>
            <p:spPr>
              <a:xfrm>
                <a:off x="2801678" y="1107143"/>
                <a:ext cx="339120" cy="348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2" name="Ink 61">
                <a:extLst>
                  <a:ext uri="{FF2B5EF4-FFF2-40B4-BE49-F238E27FC236}">
                    <a16:creationId xmlns:a16="http://schemas.microsoft.com/office/drawing/2014/main" id="{DB13C2B7-EF46-D6ED-0581-CEF689191321}"/>
                  </a:ext>
                </a:extLst>
              </p14:cNvPr>
              <p14:cNvContentPartPr/>
              <p14:nvPr/>
            </p14:nvContentPartPr>
            <p14:xfrm>
              <a:off x="3271478" y="1185623"/>
              <a:ext cx="172440" cy="23400"/>
            </p14:xfrm>
          </p:contentPart>
        </mc:Choice>
        <mc:Fallback>
          <p:pic>
            <p:nvPicPr>
              <p:cNvPr id="62" name="Ink 61">
                <a:extLst>
                  <a:ext uri="{FF2B5EF4-FFF2-40B4-BE49-F238E27FC236}">
                    <a16:creationId xmlns:a16="http://schemas.microsoft.com/office/drawing/2014/main" id="{DB13C2B7-EF46-D6ED-0581-CEF689191321}"/>
                  </a:ext>
                </a:extLst>
              </p:cNvPr>
              <p:cNvPicPr/>
              <p:nvPr/>
            </p:nvPicPr>
            <p:blipFill>
              <a:blip r:embed="rId5"/>
              <a:stretch>
                <a:fillRect/>
              </a:stretch>
            </p:blipFill>
            <p:spPr>
              <a:xfrm>
                <a:off x="3262478" y="1176623"/>
                <a:ext cx="19008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3" name="Ink 62">
                <a:extLst>
                  <a:ext uri="{FF2B5EF4-FFF2-40B4-BE49-F238E27FC236}">
                    <a16:creationId xmlns:a16="http://schemas.microsoft.com/office/drawing/2014/main" id="{D180A81B-B599-F0CE-5AFA-0DA19030019F}"/>
                  </a:ext>
                </a:extLst>
              </p14:cNvPr>
              <p14:cNvContentPartPr/>
              <p14:nvPr/>
            </p14:nvContentPartPr>
            <p14:xfrm>
              <a:off x="3334838" y="1152143"/>
              <a:ext cx="97200" cy="276840"/>
            </p14:xfrm>
          </p:contentPart>
        </mc:Choice>
        <mc:Fallback>
          <p:pic>
            <p:nvPicPr>
              <p:cNvPr id="63" name="Ink 62">
                <a:extLst>
                  <a:ext uri="{FF2B5EF4-FFF2-40B4-BE49-F238E27FC236}">
                    <a16:creationId xmlns:a16="http://schemas.microsoft.com/office/drawing/2014/main" id="{D180A81B-B599-F0CE-5AFA-0DA19030019F}"/>
                  </a:ext>
                </a:extLst>
              </p:cNvPr>
              <p:cNvPicPr/>
              <p:nvPr/>
            </p:nvPicPr>
            <p:blipFill>
              <a:blip r:embed="rId7"/>
              <a:stretch>
                <a:fillRect/>
              </a:stretch>
            </p:blipFill>
            <p:spPr>
              <a:xfrm>
                <a:off x="3326198" y="1143503"/>
                <a:ext cx="11484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4" name="Ink 63">
                <a:extLst>
                  <a:ext uri="{FF2B5EF4-FFF2-40B4-BE49-F238E27FC236}">
                    <a16:creationId xmlns:a16="http://schemas.microsoft.com/office/drawing/2014/main" id="{CF4B2082-C049-F76C-5F24-4B4AC2D0245B}"/>
                  </a:ext>
                </a:extLst>
              </p14:cNvPr>
              <p14:cNvContentPartPr/>
              <p14:nvPr/>
            </p14:nvContentPartPr>
            <p14:xfrm>
              <a:off x="3556238" y="1185623"/>
              <a:ext cx="353160" cy="242280"/>
            </p14:xfrm>
          </p:contentPart>
        </mc:Choice>
        <mc:Fallback>
          <p:pic>
            <p:nvPicPr>
              <p:cNvPr id="64" name="Ink 63">
                <a:extLst>
                  <a:ext uri="{FF2B5EF4-FFF2-40B4-BE49-F238E27FC236}">
                    <a16:creationId xmlns:a16="http://schemas.microsoft.com/office/drawing/2014/main" id="{CF4B2082-C049-F76C-5F24-4B4AC2D0245B}"/>
                  </a:ext>
                </a:extLst>
              </p:cNvPr>
              <p:cNvPicPr/>
              <p:nvPr/>
            </p:nvPicPr>
            <p:blipFill>
              <a:blip r:embed="rId9"/>
              <a:stretch>
                <a:fillRect/>
              </a:stretch>
            </p:blipFill>
            <p:spPr>
              <a:xfrm>
                <a:off x="3547598" y="1176983"/>
                <a:ext cx="37080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5" name="Ink 64">
                <a:extLst>
                  <a:ext uri="{FF2B5EF4-FFF2-40B4-BE49-F238E27FC236}">
                    <a16:creationId xmlns:a16="http://schemas.microsoft.com/office/drawing/2014/main" id="{7D51FFF1-D449-EE5E-F4FA-2DFED0628710}"/>
                  </a:ext>
                </a:extLst>
              </p14:cNvPr>
              <p14:cNvContentPartPr/>
              <p14:nvPr/>
            </p14:nvContentPartPr>
            <p14:xfrm>
              <a:off x="3988238" y="1158263"/>
              <a:ext cx="244440" cy="258480"/>
            </p14:xfrm>
          </p:contentPart>
        </mc:Choice>
        <mc:Fallback>
          <p:pic>
            <p:nvPicPr>
              <p:cNvPr id="65" name="Ink 64">
                <a:extLst>
                  <a:ext uri="{FF2B5EF4-FFF2-40B4-BE49-F238E27FC236}">
                    <a16:creationId xmlns:a16="http://schemas.microsoft.com/office/drawing/2014/main" id="{7D51FFF1-D449-EE5E-F4FA-2DFED0628710}"/>
                  </a:ext>
                </a:extLst>
              </p:cNvPr>
              <p:cNvPicPr/>
              <p:nvPr/>
            </p:nvPicPr>
            <p:blipFill>
              <a:blip r:embed="rId11"/>
              <a:stretch>
                <a:fillRect/>
              </a:stretch>
            </p:blipFill>
            <p:spPr>
              <a:xfrm>
                <a:off x="3979598" y="1149623"/>
                <a:ext cx="26208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66" name="Ink 65">
                <a:extLst>
                  <a:ext uri="{FF2B5EF4-FFF2-40B4-BE49-F238E27FC236}">
                    <a16:creationId xmlns:a16="http://schemas.microsoft.com/office/drawing/2014/main" id="{677779AA-8043-93C0-676F-F898D0B38E59}"/>
                  </a:ext>
                </a:extLst>
              </p14:cNvPr>
              <p14:cNvContentPartPr/>
              <p14:nvPr/>
            </p14:nvContentPartPr>
            <p14:xfrm>
              <a:off x="1880438" y="562823"/>
              <a:ext cx="3895200" cy="1586880"/>
            </p14:xfrm>
          </p:contentPart>
        </mc:Choice>
        <mc:Fallback>
          <p:pic>
            <p:nvPicPr>
              <p:cNvPr id="66" name="Ink 65">
                <a:extLst>
                  <a:ext uri="{FF2B5EF4-FFF2-40B4-BE49-F238E27FC236}">
                    <a16:creationId xmlns:a16="http://schemas.microsoft.com/office/drawing/2014/main" id="{677779AA-8043-93C0-676F-F898D0B38E59}"/>
                  </a:ext>
                </a:extLst>
              </p:cNvPr>
              <p:cNvPicPr/>
              <p:nvPr/>
            </p:nvPicPr>
            <p:blipFill>
              <a:blip r:embed="rId13"/>
              <a:stretch>
                <a:fillRect/>
              </a:stretch>
            </p:blipFill>
            <p:spPr>
              <a:xfrm>
                <a:off x="1871798" y="554183"/>
                <a:ext cx="3912840" cy="16045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68" name="Ink 67">
                <a:extLst>
                  <a:ext uri="{FF2B5EF4-FFF2-40B4-BE49-F238E27FC236}">
                    <a16:creationId xmlns:a16="http://schemas.microsoft.com/office/drawing/2014/main" id="{93CBF464-4A1C-C7C8-AD39-886423A8416D}"/>
                  </a:ext>
                </a:extLst>
              </p14:cNvPr>
              <p14:cNvContentPartPr/>
              <p14:nvPr/>
            </p14:nvContentPartPr>
            <p14:xfrm>
              <a:off x="1222358" y="3309263"/>
              <a:ext cx="1774440" cy="1463760"/>
            </p14:xfrm>
          </p:contentPart>
        </mc:Choice>
        <mc:Fallback>
          <p:pic>
            <p:nvPicPr>
              <p:cNvPr id="68" name="Ink 67">
                <a:extLst>
                  <a:ext uri="{FF2B5EF4-FFF2-40B4-BE49-F238E27FC236}">
                    <a16:creationId xmlns:a16="http://schemas.microsoft.com/office/drawing/2014/main" id="{93CBF464-4A1C-C7C8-AD39-886423A8416D}"/>
                  </a:ext>
                </a:extLst>
              </p:cNvPr>
              <p:cNvPicPr/>
              <p:nvPr/>
            </p:nvPicPr>
            <p:blipFill>
              <a:blip r:embed="rId15"/>
              <a:stretch>
                <a:fillRect/>
              </a:stretch>
            </p:blipFill>
            <p:spPr>
              <a:xfrm>
                <a:off x="1213718" y="3300623"/>
                <a:ext cx="1792080" cy="1481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69" name="Ink 68">
                <a:extLst>
                  <a:ext uri="{FF2B5EF4-FFF2-40B4-BE49-F238E27FC236}">
                    <a16:creationId xmlns:a16="http://schemas.microsoft.com/office/drawing/2014/main" id="{0D9B56DB-093B-AEC8-EA13-0E7F82D63BDB}"/>
                  </a:ext>
                </a:extLst>
              </p14:cNvPr>
              <p14:cNvContentPartPr/>
              <p14:nvPr/>
            </p14:nvContentPartPr>
            <p14:xfrm>
              <a:off x="1836518" y="3792743"/>
              <a:ext cx="205200" cy="357840"/>
            </p14:xfrm>
          </p:contentPart>
        </mc:Choice>
        <mc:Fallback>
          <p:pic>
            <p:nvPicPr>
              <p:cNvPr id="69" name="Ink 68">
                <a:extLst>
                  <a:ext uri="{FF2B5EF4-FFF2-40B4-BE49-F238E27FC236}">
                    <a16:creationId xmlns:a16="http://schemas.microsoft.com/office/drawing/2014/main" id="{0D9B56DB-093B-AEC8-EA13-0E7F82D63BDB}"/>
                  </a:ext>
                </a:extLst>
              </p:cNvPr>
              <p:cNvPicPr/>
              <p:nvPr/>
            </p:nvPicPr>
            <p:blipFill>
              <a:blip r:embed="rId17"/>
              <a:stretch>
                <a:fillRect/>
              </a:stretch>
            </p:blipFill>
            <p:spPr>
              <a:xfrm>
                <a:off x="1827518" y="3784103"/>
                <a:ext cx="222840" cy="3754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70" name="Ink 69">
                <a:extLst>
                  <a:ext uri="{FF2B5EF4-FFF2-40B4-BE49-F238E27FC236}">
                    <a16:creationId xmlns:a16="http://schemas.microsoft.com/office/drawing/2014/main" id="{22C3E707-9F7C-0097-F7E0-A922848B4D5E}"/>
                  </a:ext>
                </a:extLst>
              </p14:cNvPr>
              <p14:cNvContentPartPr/>
              <p14:nvPr/>
            </p14:nvContentPartPr>
            <p14:xfrm>
              <a:off x="2116598" y="3938183"/>
              <a:ext cx="389880" cy="150480"/>
            </p14:xfrm>
          </p:contentPart>
        </mc:Choice>
        <mc:Fallback>
          <p:pic>
            <p:nvPicPr>
              <p:cNvPr id="70" name="Ink 69">
                <a:extLst>
                  <a:ext uri="{FF2B5EF4-FFF2-40B4-BE49-F238E27FC236}">
                    <a16:creationId xmlns:a16="http://schemas.microsoft.com/office/drawing/2014/main" id="{22C3E707-9F7C-0097-F7E0-A922848B4D5E}"/>
                  </a:ext>
                </a:extLst>
              </p:cNvPr>
              <p:cNvPicPr/>
              <p:nvPr/>
            </p:nvPicPr>
            <p:blipFill>
              <a:blip r:embed="rId19"/>
              <a:stretch>
                <a:fillRect/>
              </a:stretch>
            </p:blipFill>
            <p:spPr>
              <a:xfrm>
                <a:off x="2107958" y="3929543"/>
                <a:ext cx="407520" cy="1681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80" name="Ink 79">
                <a:extLst>
                  <a:ext uri="{FF2B5EF4-FFF2-40B4-BE49-F238E27FC236}">
                    <a16:creationId xmlns:a16="http://schemas.microsoft.com/office/drawing/2014/main" id="{0BC8C45A-E71D-3F82-AD2D-CEB62FE5CCFA}"/>
                  </a:ext>
                </a:extLst>
              </p14:cNvPr>
              <p14:cNvContentPartPr/>
              <p14:nvPr/>
            </p14:nvContentPartPr>
            <p14:xfrm>
              <a:off x="2541398" y="1627343"/>
              <a:ext cx="189360" cy="227520"/>
            </p14:xfrm>
          </p:contentPart>
        </mc:Choice>
        <mc:Fallback>
          <p:pic>
            <p:nvPicPr>
              <p:cNvPr id="80" name="Ink 79">
                <a:extLst>
                  <a:ext uri="{FF2B5EF4-FFF2-40B4-BE49-F238E27FC236}">
                    <a16:creationId xmlns:a16="http://schemas.microsoft.com/office/drawing/2014/main" id="{0BC8C45A-E71D-3F82-AD2D-CEB62FE5CCFA}"/>
                  </a:ext>
                </a:extLst>
              </p:cNvPr>
              <p:cNvPicPr/>
              <p:nvPr/>
            </p:nvPicPr>
            <p:blipFill>
              <a:blip r:embed="rId21"/>
              <a:stretch>
                <a:fillRect/>
              </a:stretch>
            </p:blipFill>
            <p:spPr>
              <a:xfrm>
                <a:off x="2532758" y="1618703"/>
                <a:ext cx="207000" cy="2451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81" name="Ink 80">
                <a:extLst>
                  <a:ext uri="{FF2B5EF4-FFF2-40B4-BE49-F238E27FC236}">
                    <a16:creationId xmlns:a16="http://schemas.microsoft.com/office/drawing/2014/main" id="{AF35B8DE-D6F6-D661-15A4-C5847B12F9C3}"/>
                  </a:ext>
                </a:extLst>
              </p14:cNvPr>
              <p14:cNvContentPartPr/>
              <p14:nvPr/>
            </p14:nvContentPartPr>
            <p14:xfrm>
              <a:off x="2814638" y="1668023"/>
              <a:ext cx="278280" cy="196920"/>
            </p14:xfrm>
          </p:contentPart>
        </mc:Choice>
        <mc:Fallback>
          <p:pic>
            <p:nvPicPr>
              <p:cNvPr id="81" name="Ink 80">
                <a:extLst>
                  <a:ext uri="{FF2B5EF4-FFF2-40B4-BE49-F238E27FC236}">
                    <a16:creationId xmlns:a16="http://schemas.microsoft.com/office/drawing/2014/main" id="{AF35B8DE-D6F6-D661-15A4-C5847B12F9C3}"/>
                  </a:ext>
                </a:extLst>
              </p:cNvPr>
              <p:cNvPicPr/>
              <p:nvPr/>
            </p:nvPicPr>
            <p:blipFill>
              <a:blip r:embed="rId23"/>
              <a:stretch>
                <a:fillRect/>
              </a:stretch>
            </p:blipFill>
            <p:spPr>
              <a:xfrm>
                <a:off x="2805638" y="1659383"/>
                <a:ext cx="295920" cy="21456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82" name="Ink 81">
                <a:extLst>
                  <a:ext uri="{FF2B5EF4-FFF2-40B4-BE49-F238E27FC236}">
                    <a16:creationId xmlns:a16="http://schemas.microsoft.com/office/drawing/2014/main" id="{71C64B26-0B8A-703C-E028-9DFBC40FF83A}"/>
                  </a:ext>
                </a:extLst>
              </p14:cNvPr>
              <p14:cNvContentPartPr/>
              <p14:nvPr/>
            </p14:nvContentPartPr>
            <p14:xfrm>
              <a:off x="3150158" y="1640663"/>
              <a:ext cx="44280" cy="240840"/>
            </p14:xfrm>
          </p:contentPart>
        </mc:Choice>
        <mc:Fallback>
          <p:pic>
            <p:nvPicPr>
              <p:cNvPr id="82" name="Ink 81">
                <a:extLst>
                  <a:ext uri="{FF2B5EF4-FFF2-40B4-BE49-F238E27FC236}">
                    <a16:creationId xmlns:a16="http://schemas.microsoft.com/office/drawing/2014/main" id="{71C64B26-0B8A-703C-E028-9DFBC40FF83A}"/>
                  </a:ext>
                </a:extLst>
              </p:cNvPr>
              <p:cNvPicPr/>
              <p:nvPr/>
            </p:nvPicPr>
            <p:blipFill>
              <a:blip r:embed="rId25"/>
              <a:stretch>
                <a:fillRect/>
              </a:stretch>
            </p:blipFill>
            <p:spPr>
              <a:xfrm>
                <a:off x="3141518" y="1631663"/>
                <a:ext cx="6192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83" name="Ink 82">
                <a:extLst>
                  <a:ext uri="{FF2B5EF4-FFF2-40B4-BE49-F238E27FC236}">
                    <a16:creationId xmlns:a16="http://schemas.microsoft.com/office/drawing/2014/main" id="{C547BDC0-75F7-A3D0-8D11-E72F2D54FDD6}"/>
                  </a:ext>
                </a:extLst>
              </p14:cNvPr>
              <p14:cNvContentPartPr/>
              <p14:nvPr/>
            </p14:nvContentPartPr>
            <p14:xfrm>
              <a:off x="3137558" y="1745783"/>
              <a:ext cx="90000" cy="45720"/>
            </p14:xfrm>
          </p:contentPart>
        </mc:Choice>
        <mc:Fallback>
          <p:pic>
            <p:nvPicPr>
              <p:cNvPr id="83" name="Ink 82">
                <a:extLst>
                  <a:ext uri="{FF2B5EF4-FFF2-40B4-BE49-F238E27FC236}">
                    <a16:creationId xmlns:a16="http://schemas.microsoft.com/office/drawing/2014/main" id="{C547BDC0-75F7-A3D0-8D11-E72F2D54FDD6}"/>
                  </a:ext>
                </a:extLst>
              </p:cNvPr>
              <p:cNvPicPr/>
              <p:nvPr/>
            </p:nvPicPr>
            <p:blipFill>
              <a:blip r:embed="rId27"/>
              <a:stretch>
                <a:fillRect/>
              </a:stretch>
            </p:blipFill>
            <p:spPr>
              <a:xfrm>
                <a:off x="3128558" y="1737143"/>
                <a:ext cx="10764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84" name="Ink 83">
                <a:extLst>
                  <a:ext uri="{FF2B5EF4-FFF2-40B4-BE49-F238E27FC236}">
                    <a16:creationId xmlns:a16="http://schemas.microsoft.com/office/drawing/2014/main" id="{72131C6B-E757-BBB3-7CE0-CD9093C517E1}"/>
                  </a:ext>
                </a:extLst>
              </p14:cNvPr>
              <p14:cNvContentPartPr/>
              <p14:nvPr/>
            </p14:nvContentPartPr>
            <p14:xfrm>
              <a:off x="2491718" y="1545263"/>
              <a:ext cx="869400" cy="498600"/>
            </p14:xfrm>
          </p:contentPart>
        </mc:Choice>
        <mc:Fallback>
          <p:pic>
            <p:nvPicPr>
              <p:cNvPr id="84" name="Ink 83">
                <a:extLst>
                  <a:ext uri="{FF2B5EF4-FFF2-40B4-BE49-F238E27FC236}">
                    <a16:creationId xmlns:a16="http://schemas.microsoft.com/office/drawing/2014/main" id="{72131C6B-E757-BBB3-7CE0-CD9093C517E1}"/>
                  </a:ext>
                </a:extLst>
              </p:cNvPr>
              <p:cNvPicPr/>
              <p:nvPr/>
            </p:nvPicPr>
            <p:blipFill>
              <a:blip r:embed="rId29"/>
              <a:stretch>
                <a:fillRect/>
              </a:stretch>
            </p:blipFill>
            <p:spPr>
              <a:xfrm>
                <a:off x="2483078" y="1536623"/>
                <a:ext cx="887040" cy="51624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85" name="Ink 84">
                <a:extLst>
                  <a:ext uri="{FF2B5EF4-FFF2-40B4-BE49-F238E27FC236}">
                    <a16:creationId xmlns:a16="http://schemas.microsoft.com/office/drawing/2014/main" id="{819BC325-D478-0D1E-FC94-FC9E504A396C}"/>
                  </a:ext>
                </a:extLst>
              </p14:cNvPr>
              <p14:cNvContentPartPr/>
              <p14:nvPr/>
            </p14:nvContentPartPr>
            <p14:xfrm>
              <a:off x="3536438" y="944783"/>
              <a:ext cx="228600" cy="51120"/>
            </p14:xfrm>
          </p:contentPart>
        </mc:Choice>
        <mc:Fallback>
          <p:pic>
            <p:nvPicPr>
              <p:cNvPr id="85" name="Ink 84">
                <a:extLst>
                  <a:ext uri="{FF2B5EF4-FFF2-40B4-BE49-F238E27FC236}">
                    <a16:creationId xmlns:a16="http://schemas.microsoft.com/office/drawing/2014/main" id="{819BC325-D478-0D1E-FC94-FC9E504A396C}"/>
                  </a:ext>
                </a:extLst>
              </p:cNvPr>
              <p:cNvPicPr/>
              <p:nvPr/>
            </p:nvPicPr>
            <p:blipFill>
              <a:blip r:embed="rId31"/>
              <a:stretch>
                <a:fillRect/>
              </a:stretch>
            </p:blipFill>
            <p:spPr>
              <a:xfrm>
                <a:off x="3527438" y="936143"/>
                <a:ext cx="246240" cy="6876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86" name="Ink 85">
                <a:extLst>
                  <a:ext uri="{FF2B5EF4-FFF2-40B4-BE49-F238E27FC236}">
                    <a16:creationId xmlns:a16="http://schemas.microsoft.com/office/drawing/2014/main" id="{1B0F84F2-20CB-BF7C-EB98-EDE6BEF2CEDB}"/>
                  </a:ext>
                </a:extLst>
              </p14:cNvPr>
              <p14:cNvContentPartPr/>
              <p14:nvPr/>
            </p14:nvContentPartPr>
            <p14:xfrm>
              <a:off x="3688718" y="776663"/>
              <a:ext cx="19080" cy="278640"/>
            </p14:xfrm>
          </p:contentPart>
        </mc:Choice>
        <mc:Fallback>
          <p:pic>
            <p:nvPicPr>
              <p:cNvPr id="86" name="Ink 85">
                <a:extLst>
                  <a:ext uri="{FF2B5EF4-FFF2-40B4-BE49-F238E27FC236}">
                    <a16:creationId xmlns:a16="http://schemas.microsoft.com/office/drawing/2014/main" id="{1B0F84F2-20CB-BF7C-EB98-EDE6BEF2CEDB}"/>
                  </a:ext>
                </a:extLst>
              </p:cNvPr>
              <p:cNvPicPr/>
              <p:nvPr/>
            </p:nvPicPr>
            <p:blipFill>
              <a:blip r:embed="rId33"/>
              <a:stretch>
                <a:fillRect/>
              </a:stretch>
            </p:blipFill>
            <p:spPr>
              <a:xfrm>
                <a:off x="3679718" y="768023"/>
                <a:ext cx="36720" cy="2962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87" name="Ink 86">
                <a:extLst>
                  <a:ext uri="{FF2B5EF4-FFF2-40B4-BE49-F238E27FC236}">
                    <a16:creationId xmlns:a16="http://schemas.microsoft.com/office/drawing/2014/main" id="{C233F8D4-67CA-8317-D2B1-6C19E13A91FB}"/>
                  </a:ext>
                </a:extLst>
              </p14:cNvPr>
              <p14:cNvContentPartPr/>
              <p14:nvPr/>
            </p14:nvContentPartPr>
            <p14:xfrm>
              <a:off x="3637958" y="998423"/>
              <a:ext cx="124200" cy="23400"/>
            </p14:xfrm>
          </p:contentPart>
        </mc:Choice>
        <mc:Fallback>
          <p:pic>
            <p:nvPicPr>
              <p:cNvPr id="87" name="Ink 86">
                <a:extLst>
                  <a:ext uri="{FF2B5EF4-FFF2-40B4-BE49-F238E27FC236}">
                    <a16:creationId xmlns:a16="http://schemas.microsoft.com/office/drawing/2014/main" id="{C233F8D4-67CA-8317-D2B1-6C19E13A91FB}"/>
                  </a:ext>
                </a:extLst>
              </p:cNvPr>
              <p:cNvPicPr/>
              <p:nvPr/>
            </p:nvPicPr>
            <p:blipFill>
              <a:blip r:embed="rId35"/>
              <a:stretch>
                <a:fillRect/>
              </a:stretch>
            </p:blipFill>
            <p:spPr>
              <a:xfrm>
                <a:off x="3629318" y="989423"/>
                <a:ext cx="141840" cy="4104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88" name="Ink 87">
                <a:extLst>
                  <a:ext uri="{FF2B5EF4-FFF2-40B4-BE49-F238E27FC236}">
                    <a16:creationId xmlns:a16="http://schemas.microsoft.com/office/drawing/2014/main" id="{4AF6A711-0B9D-CB19-B14C-7548C73E1856}"/>
                  </a:ext>
                </a:extLst>
              </p14:cNvPr>
              <p14:cNvContentPartPr/>
              <p14:nvPr/>
            </p14:nvContentPartPr>
            <p14:xfrm>
              <a:off x="2962238" y="1891223"/>
              <a:ext cx="1870920" cy="1648080"/>
            </p14:xfrm>
          </p:contentPart>
        </mc:Choice>
        <mc:Fallback>
          <p:pic>
            <p:nvPicPr>
              <p:cNvPr id="88" name="Ink 87">
                <a:extLst>
                  <a:ext uri="{FF2B5EF4-FFF2-40B4-BE49-F238E27FC236}">
                    <a16:creationId xmlns:a16="http://schemas.microsoft.com/office/drawing/2014/main" id="{4AF6A711-0B9D-CB19-B14C-7548C73E1856}"/>
                  </a:ext>
                </a:extLst>
              </p:cNvPr>
              <p:cNvPicPr/>
              <p:nvPr/>
            </p:nvPicPr>
            <p:blipFill>
              <a:blip r:embed="rId37"/>
              <a:stretch>
                <a:fillRect/>
              </a:stretch>
            </p:blipFill>
            <p:spPr>
              <a:xfrm>
                <a:off x="2953238" y="1882583"/>
                <a:ext cx="1888560" cy="16657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89" name="Ink 88">
                <a:extLst>
                  <a:ext uri="{FF2B5EF4-FFF2-40B4-BE49-F238E27FC236}">
                    <a16:creationId xmlns:a16="http://schemas.microsoft.com/office/drawing/2014/main" id="{2768CC91-8828-5E57-9294-52A7C6B19B52}"/>
                  </a:ext>
                </a:extLst>
              </p14:cNvPr>
              <p14:cNvContentPartPr/>
              <p14:nvPr/>
            </p14:nvContentPartPr>
            <p14:xfrm>
              <a:off x="3995078" y="1527623"/>
              <a:ext cx="1118160" cy="464400"/>
            </p14:xfrm>
          </p:contentPart>
        </mc:Choice>
        <mc:Fallback>
          <p:pic>
            <p:nvPicPr>
              <p:cNvPr id="89" name="Ink 88">
                <a:extLst>
                  <a:ext uri="{FF2B5EF4-FFF2-40B4-BE49-F238E27FC236}">
                    <a16:creationId xmlns:a16="http://schemas.microsoft.com/office/drawing/2014/main" id="{2768CC91-8828-5E57-9294-52A7C6B19B52}"/>
                  </a:ext>
                </a:extLst>
              </p:cNvPr>
              <p:cNvPicPr/>
              <p:nvPr/>
            </p:nvPicPr>
            <p:blipFill>
              <a:blip r:embed="rId39"/>
              <a:stretch>
                <a:fillRect/>
              </a:stretch>
            </p:blipFill>
            <p:spPr>
              <a:xfrm>
                <a:off x="3986078" y="1518983"/>
                <a:ext cx="1135800" cy="48204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90" name="Ink 89">
                <a:extLst>
                  <a:ext uri="{FF2B5EF4-FFF2-40B4-BE49-F238E27FC236}">
                    <a16:creationId xmlns:a16="http://schemas.microsoft.com/office/drawing/2014/main" id="{3B300E01-2B72-B254-3180-552A8443091D}"/>
                  </a:ext>
                </a:extLst>
              </p14:cNvPr>
              <p14:cNvContentPartPr/>
              <p14:nvPr/>
            </p14:nvContentPartPr>
            <p14:xfrm>
              <a:off x="4263638" y="1643543"/>
              <a:ext cx="208440" cy="208080"/>
            </p14:xfrm>
          </p:contentPart>
        </mc:Choice>
        <mc:Fallback>
          <p:pic>
            <p:nvPicPr>
              <p:cNvPr id="90" name="Ink 89">
                <a:extLst>
                  <a:ext uri="{FF2B5EF4-FFF2-40B4-BE49-F238E27FC236}">
                    <a16:creationId xmlns:a16="http://schemas.microsoft.com/office/drawing/2014/main" id="{3B300E01-2B72-B254-3180-552A8443091D}"/>
                  </a:ext>
                </a:extLst>
              </p:cNvPr>
              <p:cNvPicPr/>
              <p:nvPr/>
            </p:nvPicPr>
            <p:blipFill>
              <a:blip r:embed="rId41"/>
              <a:stretch>
                <a:fillRect/>
              </a:stretch>
            </p:blipFill>
            <p:spPr>
              <a:xfrm>
                <a:off x="4254638" y="1634543"/>
                <a:ext cx="226080" cy="2257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91" name="Ink 90">
                <a:extLst>
                  <a:ext uri="{FF2B5EF4-FFF2-40B4-BE49-F238E27FC236}">
                    <a16:creationId xmlns:a16="http://schemas.microsoft.com/office/drawing/2014/main" id="{926E9C99-C2EF-E2E2-91E1-22076876BC13}"/>
                  </a:ext>
                </a:extLst>
              </p14:cNvPr>
              <p14:cNvContentPartPr/>
              <p14:nvPr/>
            </p14:nvContentPartPr>
            <p14:xfrm>
              <a:off x="4565318" y="1692503"/>
              <a:ext cx="237960" cy="143640"/>
            </p14:xfrm>
          </p:contentPart>
        </mc:Choice>
        <mc:Fallback>
          <p:pic>
            <p:nvPicPr>
              <p:cNvPr id="91" name="Ink 90">
                <a:extLst>
                  <a:ext uri="{FF2B5EF4-FFF2-40B4-BE49-F238E27FC236}">
                    <a16:creationId xmlns:a16="http://schemas.microsoft.com/office/drawing/2014/main" id="{926E9C99-C2EF-E2E2-91E1-22076876BC13}"/>
                  </a:ext>
                </a:extLst>
              </p:cNvPr>
              <p:cNvPicPr/>
              <p:nvPr/>
            </p:nvPicPr>
            <p:blipFill>
              <a:blip r:embed="rId43"/>
              <a:stretch>
                <a:fillRect/>
              </a:stretch>
            </p:blipFill>
            <p:spPr>
              <a:xfrm>
                <a:off x="4556678" y="1683863"/>
                <a:ext cx="255600" cy="1612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92" name="Ink 91">
                <a:extLst>
                  <a:ext uri="{FF2B5EF4-FFF2-40B4-BE49-F238E27FC236}">
                    <a16:creationId xmlns:a16="http://schemas.microsoft.com/office/drawing/2014/main" id="{BF1FA010-DC25-D0E7-841C-EDDD48784B04}"/>
                  </a:ext>
                </a:extLst>
              </p14:cNvPr>
              <p14:cNvContentPartPr/>
              <p14:nvPr/>
            </p14:nvContentPartPr>
            <p14:xfrm>
              <a:off x="4860158" y="1631303"/>
              <a:ext cx="53280" cy="252360"/>
            </p14:xfrm>
          </p:contentPart>
        </mc:Choice>
        <mc:Fallback>
          <p:pic>
            <p:nvPicPr>
              <p:cNvPr id="92" name="Ink 91">
                <a:extLst>
                  <a:ext uri="{FF2B5EF4-FFF2-40B4-BE49-F238E27FC236}">
                    <a16:creationId xmlns:a16="http://schemas.microsoft.com/office/drawing/2014/main" id="{BF1FA010-DC25-D0E7-841C-EDDD48784B04}"/>
                  </a:ext>
                </a:extLst>
              </p:cNvPr>
              <p:cNvPicPr/>
              <p:nvPr/>
            </p:nvPicPr>
            <p:blipFill>
              <a:blip r:embed="rId45"/>
              <a:stretch>
                <a:fillRect/>
              </a:stretch>
            </p:blipFill>
            <p:spPr>
              <a:xfrm>
                <a:off x="4851158" y="1622663"/>
                <a:ext cx="70920" cy="27000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93" name="Ink 92">
                <a:extLst>
                  <a:ext uri="{FF2B5EF4-FFF2-40B4-BE49-F238E27FC236}">
                    <a16:creationId xmlns:a16="http://schemas.microsoft.com/office/drawing/2014/main" id="{DBD98201-1B1A-8E41-C794-32AD1B22B8AD}"/>
                  </a:ext>
                </a:extLst>
              </p14:cNvPr>
              <p14:cNvContentPartPr/>
              <p14:nvPr/>
            </p14:nvContentPartPr>
            <p14:xfrm>
              <a:off x="4855838" y="1726703"/>
              <a:ext cx="80640" cy="70920"/>
            </p14:xfrm>
          </p:contentPart>
        </mc:Choice>
        <mc:Fallback>
          <p:pic>
            <p:nvPicPr>
              <p:cNvPr id="93" name="Ink 92">
                <a:extLst>
                  <a:ext uri="{FF2B5EF4-FFF2-40B4-BE49-F238E27FC236}">
                    <a16:creationId xmlns:a16="http://schemas.microsoft.com/office/drawing/2014/main" id="{DBD98201-1B1A-8E41-C794-32AD1B22B8AD}"/>
                  </a:ext>
                </a:extLst>
              </p:cNvPr>
              <p:cNvPicPr/>
              <p:nvPr/>
            </p:nvPicPr>
            <p:blipFill>
              <a:blip r:embed="rId47"/>
              <a:stretch>
                <a:fillRect/>
              </a:stretch>
            </p:blipFill>
            <p:spPr>
              <a:xfrm>
                <a:off x="4847198" y="1717703"/>
                <a:ext cx="98280" cy="885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94" name="Ink 93">
                <a:extLst>
                  <a:ext uri="{FF2B5EF4-FFF2-40B4-BE49-F238E27FC236}">
                    <a16:creationId xmlns:a16="http://schemas.microsoft.com/office/drawing/2014/main" id="{D5D7398E-A0AA-83E1-EEB6-82E8010227CF}"/>
                  </a:ext>
                </a:extLst>
              </p14:cNvPr>
              <p14:cNvContentPartPr/>
              <p14:nvPr/>
            </p14:nvContentPartPr>
            <p14:xfrm>
              <a:off x="5016398" y="1778543"/>
              <a:ext cx="1440" cy="2880"/>
            </p14:xfrm>
          </p:contentPart>
        </mc:Choice>
        <mc:Fallback>
          <p:pic>
            <p:nvPicPr>
              <p:cNvPr id="94" name="Ink 93">
                <a:extLst>
                  <a:ext uri="{FF2B5EF4-FFF2-40B4-BE49-F238E27FC236}">
                    <a16:creationId xmlns:a16="http://schemas.microsoft.com/office/drawing/2014/main" id="{D5D7398E-A0AA-83E1-EEB6-82E8010227CF}"/>
                  </a:ext>
                </a:extLst>
              </p:cNvPr>
              <p:cNvPicPr/>
              <p:nvPr/>
            </p:nvPicPr>
            <p:blipFill>
              <a:blip r:embed="rId49"/>
              <a:stretch>
                <a:fillRect/>
              </a:stretch>
            </p:blipFill>
            <p:spPr>
              <a:xfrm>
                <a:off x="5007758" y="1769543"/>
                <a:ext cx="190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96" name="Ink 95">
                <a:extLst>
                  <a:ext uri="{FF2B5EF4-FFF2-40B4-BE49-F238E27FC236}">
                    <a16:creationId xmlns:a16="http://schemas.microsoft.com/office/drawing/2014/main" id="{AA901890-802A-EDF9-94AC-4D180C17E1ED}"/>
                  </a:ext>
                </a:extLst>
              </p14:cNvPr>
              <p14:cNvContentPartPr/>
              <p14:nvPr/>
            </p14:nvContentPartPr>
            <p14:xfrm>
              <a:off x="4434278" y="1903823"/>
              <a:ext cx="2900520" cy="1614600"/>
            </p14:xfrm>
          </p:contentPart>
        </mc:Choice>
        <mc:Fallback>
          <p:pic>
            <p:nvPicPr>
              <p:cNvPr id="96" name="Ink 95">
                <a:extLst>
                  <a:ext uri="{FF2B5EF4-FFF2-40B4-BE49-F238E27FC236}">
                    <a16:creationId xmlns:a16="http://schemas.microsoft.com/office/drawing/2014/main" id="{AA901890-802A-EDF9-94AC-4D180C17E1ED}"/>
                  </a:ext>
                </a:extLst>
              </p:cNvPr>
              <p:cNvPicPr/>
              <p:nvPr/>
            </p:nvPicPr>
            <p:blipFill>
              <a:blip r:embed="rId51"/>
              <a:stretch>
                <a:fillRect/>
              </a:stretch>
            </p:blipFill>
            <p:spPr>
              <a:xfrm>
                <a:off x="4425278" y="1894823"/>
                <a:ext cx="2918160" cy="163224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98" name="Ink 97">
                <a:extLst>
                  <a:ext uri="{FF2B5EF4-FFF2-40B4-BE49-F238E27FC236}">
                    <a16:creationId xmlns:a16="http://schemas.microsoft.com/office/drawing/2014/main" id="{71BD2CB2-0ABF-BBEC-796D-4E4FC045D1EC}"/>
                  </a:ext>
                </a:extLst>
              </p14:cNvPr>
              <p14:cNvContentPartPr/>
              <p14:nvPr/>
            </p14:nvContentPartPr>
            <p14:xfrm>
              <a:off x="8933918" y="1004183"/>
              <a:ext cx="516240" cy="431640"/>
            </p14:xfrm>
          </p:contentPart>
        </mc:Choice>
        <mc:Fallback>
          <p:pic>
            <p:nvPicPr>
              <p:cNvPr id="98" name="Ink 97">
                <a:extLst>
                  <a:ext uri="{FF2B5EF4-FFF2-40B4-BE49-F238E27FC236}">
                    <a16:creationId xmlns:a16="http://schemas.microsoft.com/office/drawing/2014/main" id="{71BD2CB2-0ABF-BBEC-796D-4E4FC045D1EC}"/>
                  </a:ext>
                </a:extLst>
              </p:cNvPr>
              <p:cNvPicPr/>
              <p:nvPr/>
            </p:nvPicPr>
            <p:blipFill>
              <a:blip r:embed="rId53"/>
              <a:stretch>
                <a:fillRect/>
              </a:stretch>
            </p:blipFill>
            <p:spPr>
              <a:xfrm>
                <a:off x="8925278" y="995543"/>
                <a:ext cx="533880" cy="44928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99" name="Ink 98">
                <a:extLst>
                  <a:ext uri="{FF2B5EF4-FFF2-40B4-BE49-F238E27FC236}">
                    <a16:creationId xmlns:a16="http://schemas.microsoft.com/office/drawing/2014/main" id="{446FD203-D072-186A-071E-3D6A2515A642}"/>
                  </a:ext>
                </a:extLst>
              </p14:cNvPr>
              <p14:cNvContentPartPr/>
              <p14:nvPr/>
            </p14:nvContentPartPr>
            <p14:xfrm>
              <a:off x="9018518" y="1493783"/>
              <a:ext cx="351360" cy="330480"/>
            </p14:xfrm>
          </p:contentPart>
        </mc:Choice>
        <mc:Fallback>
          <p:pic>
            <p:nvPicPr>
              <p:cNvPr id="99" name="Ink 98">
                <a:extLst>
                  <a:ext uri="{FF2B5EF4-FFF2-40B4-BE49-F238E27FC236}">
                    <a16:creationId xmlns:a16="http://schemas.microsoft.com/office/drawing/2014/main" id="{446FD203-D072-186A-071E-3D6A2515A642}"/>
                  </a:ext>
                </a:extLst>
              </p:cNvPr>
              <p:cNvPicPr/>
              <p:nvPr/>
            </p:nvPicPr>
            <p:blipFill>
              <a:blip r:embed="rId55"/>
              <a:stretch>
                <a:fillRect/>
              </a:stretch>
            </p:blipFill>
            <p:spPr>
              <a:xfrm>
                <a:off x="9009878" y="1484783"/>
                <a:ext cx="369000" cy="34812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100" name="Ink 99">
                <a:extLst>
                  <a:ext uri="{FF2B5EF4-FFF2-40B4-BE49-F238E27FC236}">
                    <a16:creationId xmlns:a16="http://schemas.microsoft.com/office/drawing/2014/main" id="{13706281-89FD-28BF-ECE3-93602E8EB409}"/>
                  </a:ext>
                </a:extLst>
              </p14:cNvPr>
              <p14:cNvContentPartPr/>
              <p14:nvPr/>
            </p14:nvContentPartPr>
            <p14:xfrm>
              <a:off x="6245438" y="1401983"/>
              <a:ext cx="2535480" cy="88560"/>
            </p14:xfrm>
          </p:contentPart>
        </mc:Choice>
        <mc:Fallback>
          <p:pic>
            <p:nvPicPr>
              <p:cNvPr id="100" name="Ink 99">
                <a:extLst>
                  <a:ext uri="{FF2B5EF4-FFF2-40B4-BE49-F238E27FC236}">
                    <a16:creationId xmlns:a16="http://schemas.microsoft.com/office/drawing/2014/main" id="{13706281-89FD-28BF-ECE3-93602E8EB409}"/>
                  </a:ext>
                </a:extLst>
              </p:cNvPr>
              <p:cNvPicPr/>
              <p:nvPr/>
            </p:nvPicPr>
            <p:blipFill>
              <a:blip r:embed="rId57"/>
              <a:stretch>
                <a:fillRect/>
              </a:stretch>
            </p:blipFill>
            <p:spPr>
              <a:xfrm>
                <a:off x="6236798" y="1393343"/>
                <a:ext cx="25531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01" name="Ink 100">
                <a:extLst>
                  <a:ext uri="{FF2B5EF4-FFF2-40B4-BE49-F238E27FC236}">
                    <a16:creationId xmlns:a16="http://schemas.microsoft.com/office/drawing/2014/main" id="{9285622F-DAE7-0983-9F6F-970578951B58}"/>
                  </a:ext>
                </a:extLst>
              </p14:cNvPr>
              <p14:cNvContentPartPr/>
              <p14:nvPr/>
            </p14:nvContentPartPr>
            <p14:xfrm>
              <a:off x="6145718" y="1324943"/>
              <a:ext cx="144000" cy="183600"/>
            </p14:xfrm>
          </p:contentPart>
        </mc:Choice>
        <mc:Fallback>
          <p:pic>
            <p:nvPicPr>
              <p:cNvPr id="101" name="Ink 100">
                <a:extLst>
                  <a:ext uri="{FF2B5EF4-FFF2-40B4-BE49-F238E27FC236}">
                    <a16:creationId xmlns:a16="http://schemas.microsoft.com/office/drawing/2014/main" id="{9285622F-DAE7-0983-9F6F-970578951B58}"/>
                  </a:ext>
                </a:extLst>
              </p:cNvPr>
              <p:cNvPicPr/>
              <p:nvPr/>
            </p:nvPicPr>
            <p:blipFill>
              <a:blip r:embed="rId59"/>
              <a:stretch>
                <a:fillRect/>
              </a:stretch>
            </p:blipFill>
            <p:spPr>
              <a:xfrm>
                <a:off x="6136718" y="1315943"/>
                <a:ext cx="161640" cy="20124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02" name="Ink 101">
                <a:extLst>
                  <a:ext uri="{FF2B5EF4-FFF2-40B4-BE49-F238E27FC236}">
                    <a16:creationId xmlns:a16="http://schemas.microsoft.com/office/drawing/2014/main" id="{131550FC-830F-BBE4-22B4-ABE5D3BF04B5}"/>
                  </a:ext>
                </a:extLst>
              </p14:cNvPr>
              <p14:cNvContentPartPr/>
              <p14:nvPr/>
            </p14:nvContentPartPr>
            <p14:xfrm>
              <a:off x="7188638" y="955943"/>
              <a:ext cx="46080" cy="270360"/>
            </p14:xfrm>
          </p:contentPart>
        </mc:Choice>
        <mc:Fallback>
          <p:pic>
            <p:nvPicPr>
              <p:cNvPr id="102" name="Ink 101">
                <a:extLst>
                  <a:ext uri="{FF2B5EF4-FFF2-40B4-BE49-F238E27FC236}">
                    <a16:creationId xmlns:a16="http://schemas.microsoft.com/office/drawing/2014/main" id="{131550FC-830F-BBE4-22B4-ABE5D3BF04B5}"/>
                  </a:ext>
                </a:extLst>
              </p:cNvPr>
              <p:cNvPicPr/>
              <p:nvPr/>
            </p:nvPicPr>
            <p:blipFill>
              <a:blip r:embed="rId61"/>
              <a:stretch>
                <a:fillRect/>
              </a:stretch>
            </p:blipFill>
            <p:spPr>
              <a:xfrm>
                <a:off x="7179638" y="946943"/>
                <a:ext cx="63720" cy="288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03" name="Ink 102">
                <a:extLst>
                  <a:ext uri="{FF2B5EF4-FFF2-40B4-BE49-F238E27FC236}">
                    <a16:creationId xmlns:a16="http://schemas.microsoft.com/office/drawing/2014/main" id="{B4E548EA-FBD4-8B8E-0472-AC8376B59542}"/>
                  </a:ext>
                </a:extLst>
              </p14:cNvPr>
              <p14:cNvContentPartPr/>
              <p14:nvPr/>
            </p14:nvContentPartPr>
            <p14:xfrm>
              <a:off x="7169198" y="920303"/>
              <a:ext cx="322560" cy="289440"/>
            </p14:xfrm>
          </p:contentPart>
        </mc:Choice>
        <mc:Fallback>
          <p:pic>
            <p:nvPicPr>
              <p:cNvPr id="103" name="Ink 102">
                <a:extLst>
                  <a:ext uri="{FF2B5EF4-FFF2-40B4-BE49-F238E27FC236}">
                    <a16:creationId xmlns:a16="http://schemas.microsoft.com/office/drawing/2014/main" id="{B4E548EA-FBD4-8B8E-0472-AC8376B59542}"/>
                  </a:ext>
                </a:extLst>
              </p:cNvPr>
              <p:cNvPicPr/>
              <p:nvPr/>
            </p:nvPicPr>
            <p:blipFill>
              <a:blip r:embed="rId63"/>
              <a:stretch>
                <a:fillRect/>
              </a:stretch>
            </p:blipFill>
            <p:spPr>
              <a:xfrm>
                <a:off x="7160198" y="911663"/>
                <a:ext cx="340200" cy="3070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04" name="Ink 103">
                <a:extLst>
                  <a:ext uri="{FF2B5EF4-FFF2-40B4-BE49-F238E27FC236}">
                    <a16:creationId xmlns:a16="http://schemas.microsoft.com/office/drawing/2014/main" id="{C90562C9-E3F4-EC1A-7999-3246A5315DC6}"/>
                  </a:ext>
                </a:extLst>
              </p14:cNvPr>
              <p14:cNvContentPartPr/>
              <p14:nvPr/>
            </p14:nvContentPartPr>
            <p14:xfrm>
              <a:off x="7077038" y="1052063"/>
              <a:ext cx="37440" cy="245520"/>
            </p14:xfrm>
          </p:contentPart>
        </mc:Choice>
        <mc:Fallback>
          <p:pic>
            <p:nvPicPr>
              <p:cNvPr id="104" name="Ink 103">
                <a:extLst>
                  <a:ext uri="{FF2B5EF4-FFF2-40B4-BE49-F238E27FC236}">
                    <a16:creationId xmlns:a16="http://schemas.microsoft.com/office/drawing/2014/main" id="{C90562C9-E3F4-EC1A-7999-3246A5315DC6}"/>
                  </a:ext>
                </a:extLst>
              </p:cNvPr>
              <p:cNvPicPr/>
              <p:nvPr/>
            </p:nvPicPr>
            <p:blipFill>
              <a:blip r:embed="rId65"/>
              <a:stretch>
                <a:fillRect/>
              </a:stretch>
            </p:blipFill>
            <p:spPr>
              <a:xfrm>
                <a:off x="7068038" y="1043063"/>
                <a:ext cx="55080" cy="26316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06" name="Ink 105">
                <a:extLst>
                  <a:ext uri="{FF2B5EF4-FFF2-40B4-BE49-F238E27FC236}">
                    <a16:creationId xmlns:a16="http://schemas.microsoft.com/office/drawing/2014/main" id="{9B5EFA3E-0C04-5F11-3669-34D231866EAC}"/>
                  </a:ext>
                </a:extLst>
              </p14:cNvPr>
              <p14:cNvContentPartPr/>
              <p14:nvPr/>
            </p14:nvContentPartPr>
            <p14:xfrm>
              <a:off x="7081718" y="1025783"/>
              <a:ext cx="296280" cy="269640"/>
            </p14:xfrm>
          </p:contentPart>
        </mc:Choice>
        <mc:Fallback>
          <p:pic>
            <p:nvPicPr>
              <p:cNvPr id="106" name="Ink 105">
                <a:extLst>
                  <a:ext uri="{FF2B5EF4-FFF2-40B4-BE49-F238E27FC236}">
                    <a16:creationId xmlns:a16="http://schemas.microsoft.com/office/drawing/2014/main" id="{9B5EFA3E-0C04-5F11-3669-34D231866EAC}"/>
                  </a:ext>
                </a:extLst>
              </p:cNvPr>
              <p:cNvPicPr/>
              <p:nvPr/>
            </p:nvPicPr>
            <p:blipFill>
              <a:blip r:embed="rId67"/>
              <a:stretch>
                <a:fillRect/>
              </a:stretch>
            </p:blipFill>
            <p:spPr>
              <a:xfrm>
                <a:off x="7072718" y="1016783"/>
                <a:ext cx="313920" cy="2872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07" name="Ink 106">
                <a:extLst>
                  <a:ext uri="{FF2B5EF4-FFF2-40B4-BE49-F238E27FC236}">
                    <a16:creationId xmlns:a16="http://schemas.microsoft.com/office/drawing/2014/main" id="{4EC20234-E368-18AC-D0A3-E924C95A13E7}"/>
                  </a:ext>
                </a:extLst>
              </p14:cNvPr>
              <p14:cNvContentPartPr/>
              <p14:nvPr/>
            </p14:nvContentPartPr>
            <p14:xfrm>
              <a:off x="7319678" y="1185983"/>
              <a:ext cx="152280" cy="116640"/>
            </p14:xfrm>
          </p:contentPart>
        </mc:Choice>
        <mc:Fallback>
          <p:pic>
            <p:nvPicPr>
              <p:cNvPr id="107" name="Ink 106">
                <a:extLst>
                  <a:ext uri="{FF2B5EF4-FFF2-40B4-BE49-F238E27FC236}">
                    <a16:creationId xmlns:a16="http://schemas.microsoft.com/office/drawing/2014/main" id="{4EC20234-E368-18AC-D0A3-E924C95A13E7}"/>
                  </a:ext>
                </a:extLst>
              </p:cNvPr>
              <p:cNvPicPr/>
              <p:nvPr/>
            </p:nvPicPr>
            <p:blipFill>
              <a:blip r:embed="rId69"/>
              <a:stretch>
                <a:fillRect/>
              </a:stretch>
            </p:blipFill>
            <p:spPr>
              <a:xfrm>
                <a:off x="7311038" y="1176983"/>
                <a:ext cx="169920" cy="13428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108" name="Ink 107">
                <a:extLst>
                  <a:ext uri="{FF2B5EF4-FFF2-40B4-BE49-F238E27FC236}">
                    <a16:creationId xmlns:a16="http://schemas.microsoft.com/office/drawing/2014/main" id="{A2F9303E-8C7F-4603-A028-84C526333DE2}"/>
                  </a:ext>
                </a:extLst>
              </p14:cNvPr>
              <p14:cNvContentPartPr/>
              <p14:nvPr/>
            </p14:nvContentPartPr>
            <p14:xfrm>
              <a:off x="7118798" y="1152143"/>
              <a:ext cx="71280" cy="113760"/>
            </p14:xfrm>
          </p:contentPart>
        </mc:Choice>
        <mc:Fallback>
          <p:pic>
            <p:nvPicPr>
              <p:cNvPr id="108" name="Ink 107">
                <a:extLst>
                  <a:ext uri="{FF2B5EF4-FFF2-40B4-BE49-F238E27FC236}">
                    <a16:creationId xmlns:a16="http://schemas.microsoft.com/office/drawing/2014/main" id="{A2F9303E-8C7F-4603-A028-84C526333DE2}"/>
                  </a:ext>
                </a:extLst>
              </p:cNvPr>
              <p:cNvPicPr/>
              <p:nvPr/>
            </p:nvPicPr>
            <p:blipFill>
              <a:blip r:embed="rId71"/>
              <a:stretch>
                <a:fillRect/>
              </a:stretch>
            </p:blipFill>
            <p:spPr>
              <a:xfrm>
                <a:off x="7110158" y="1143143"/>
                <a:ext cx="88920" cy="1314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09" name="Ink 108">
                <a:extLst>
                  <a:ext uri="{FF2B5EF4-FFF2-40B4-BE49-F238E27FC236}">
                    <a16:creationId xmlns:a16="http://schemas.microsoft.com/office/drawing/2014/main" id="{AD06FFA2-BA55-2778-73A5-73E4FCFD4C4E}"/>
                  </a:ext>
                </a:extLst>
              </p14:cNvPr>
              <p14:cNvContentPartPr/>
              <p14:nvPr/>
            </p14:nvContentPartPr>
            <p14:xfrm>
              <a:off x="7328318" y="936503"/>
              <a:ext cx="87480" cy="122400"/>
            </p14:xfrm>
          </p:contentPart>
        </mc:Choice>
        <mc:Fallback>
          <p:pic>
            <p:nvPicPr>
              <p:cNvPr id="109" name="Ink 108">
                <a:extLst>
                  <a:ext uri="{FF2B5EF4-FFF2-40B4-BE49-F238E27FC236}">
                    <a16:creationId xmlns:a16="http://schemas.microsoft.com/office/drawing/2014/main" id="{AD06FFA2-BA55-2778-73A5-73E4FCFD4C4E}"/>
                  </a:ext>
                </a:extLst>
              </p:cNvPr>
              <p:cNvPicPr/>
              <p:nvPr/>
            </p:nvPicPr>
            <p:blipFill>
              <a:blip r:embed="rId73"/>
              <a:stretch>
                <a:fillRect/>
              </a:stretch>
            </p:blipFill>
            <p:spPr>
              <a:xfrm>
                <a:off x="7319318" y="927863"/>
                <a:ext cx="105120" cy="140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10" name="Ink 109">
                <a:extLst>
                  <a:ext uri="{FF2B5EF4-FFF2-40B4-BE49-F238E27FC236}">
                    <a16:creationId xmlns:a16="http://schemas.microsoft.com/office/drawing/2014/main" id="{0893F71F-87AD-DC56-0D04-2FE373497E64}"/>
                  </a:ext>
                </a:extLst>
              </p14:cNvPr>
              <p14:cNvContentPartPr/>
              <p14:nvPr/>
            </p14:nvContentPartPr>
            <p14:xfrm>
              <a:off x="7133918" y="951623"/>
              <a:ext cx="56160" cy="92880"/>
            </p14:xfrm>
          </p:contentPart>
        </mc:Choice>
        <mc:Fallback>
          <p:pic>
            <p:nvPicPr>
              <p:cNvPr id="110" name="Ink 109">
                <a:extLst>
                  <a:ext uri="{FF2B5EF4-FFF2-40B4-BE49-F238E27FC236}">
                    <a16:creationId xmlns:a16="http://schemas.microsoft.com/office/drawing/2014/main" id="{0893F71F-87AD-DC56-0D04-2FE373497E64}"/>
                  </a:ext>
                </a:extLst>
              </p:cNvPr>
              <p:cNvPicPr/>
              <p:nvPr/>
            </p:nvPicPr>
            <p:blipFill>
              <a:blip r:embed="rId75"/>
              <a:stretch>
                <a:fillRect/>
              </a:stretch>
            </p:blipFill>
            <p:spPr>
              <a:xfrm>
                <a:off x="7125278" y="942983"/>
                <a:ext cx="73800" cy="11052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12" name="Ink 111">
                <a:extLst>
                  <a:ext uri="{FF2B5EF4-FFF2-40B4-BE49-F238E27FC236}">
                    <a16:creationId xmlns:a16="http://schemas.microsoft.com/office/drawing/2014/main" id="{2B3D1E83-D90F-ACF2-96AA-4A91DC7A34BE}"/>
                  </a:ext>
                </a:extLst>
              </p14:cNvPr>
              <p14:cNvContentPartPr/>
              <p14:nvPr/>
            </p14:nvContentPartPr>
            <p14:xfrm>
              <a:off x="4591598" y="1007783"/>
              <a:ext cx="124920" cy="242640"/>
            </p14:xfrm>
          </p:contentPart>
        </mc:Choice>
        <mc:Fallback>
          <p:pic>
            <p:nvPicPr>
              <p:cNvPr id="112" name="Ink 111">
                <a:extLst>
                  <a:ext uri="{FF2B5EF4-FFF2-40B4-BE49-F238E27FC236}">
                    <a16:creationId xmlns:a16="http://schemas.microsoft.com/office/drawing/2014/main" id="{2B3D1E83-D90F-ACF2-96AA-4A91DC7A34BE}"/>
                  </a:ext>
                </a:extLst>
              </p:cNvPr>
              <p:cNvPicPr/>
              <p:nvPr/>
            </p:nvPicPr>
            <p:blipFill>
              <a:blip r:embed="rId77"/>
              <a:stretch>
                <a:fillRect/>
              </a:stretch>
            </p:blipFill>
            <p:spPr>
              <a:xfrm>
                <a:off x="4582958" y="998783"/>
                <a:ext cx="14256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13" name="Ink 112">
                <a:extLst>
                  <a:ext uri="{FF2B5EF4-FFF2-40B4-BE49-F238E27FC236}">
                    <a16:creationId xmlns:a16="http://schemas.microsoft.com/office/drawing/2014/main" id="{29643811-3BC3-D70E-8E6E-A20943139BF1}"/>
                  </a:ext>
                </a:extLst>
              </p14:cNvPr>
              <p14:cNvContentPartPr/>
              <p14:nvPr/>
            </p14:nvContentPartPr>
            <p14:xfrm>
              <a:off x="4669358" y="1359143"/>
              <a:ext cx="4680" cy="11160"/>
            </p14:xfrm>
          </p:contentPart>
        </mc:Choice>
        <mc:Fallback>
          <p:pic>
            <p:nvPicPr>
              <p:cNvPr id="113" name="Ink 112">
                <a:extLst>
                  <a:ext uri="{FF2B5EF4-FFF2-40B4-BE49-F238E27FC236}">
                    <a16:creationId xmlns:a16="http://schemas.microsoft.com/office/drawing/2014/main" id="{29643811-3BC3-D70E-8E6E-A20943139BF1}"/>
                  </a:ext>
                </a:extLst>
              </p:cNvPr>
              <p:cNvPicPr/>
              <p:nvPr/>
            </p:nvPicPr>
            <p:blipFill>
              <a:blip r:embed="rId79"/>
              <a:stretch>
                <a:fillRect/>
              </a:stretch>
            </p:blipFill>
            <p:spPr>
              <a:xfrm>
                <a:off x="4660358" y="1350143"/>
                <a:ext cx="22320" cy="288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14" name="Ink 113">
                <a:extLst>
                  <a:ext uri="{FF2B5EF4-FFF2-40B4-BE49-F238E27FC236}">
                    <a16:creationId xmlns:a16="http://schemas.microsoft.com/office/drawing/2014/main" id="{650A4C8E-2004-4107-B890-CEF95741D2EE}"/>
                  </a:ext>
                </a:extLst>
              </p14:cNvPr>
              <p14:cNvContentPartPr/>
              <p14:nvPr/>
            </p14:nvContentPartPr>
            <p14:xfrm>
              <a:off x="4841078" y="1005983"/>
              <a:ext cx="108000" cy="265320"/>
            </p14:xfrm>
          </p:contentPart>
        </mc:Choice>
        <mc:Fallback>
          <p:pic>
            <p:nvPicPr>
              <p:cNvPr id="114" name="Ink 113">
                <a:extLst>
                  <a:ext uri="{FF2B5EF4-FFF2-40B4-BE49-F238E27FC236}">
                    <a16:creationId xmlns:a16="http://schemas.microsoft.com/office/drawing/2014/main" id="{650A4C8E-2004-4107-B890-CEF95741D2EE}"/>
                  </a:ext>
                </a:extLst>
              </p:cNvPr>
              <p:cNvPicPr/>
              <p:nvPr/>
            </p:nvPicPr>
            <p:blipFill>
              <a:blip r:embed="rId81"/>
              <a:stretch>
                <a:fillRect/>
              </a:stretch>
            </p:blipFill>
            <p:spPr>
              <a:xfrm>
                <a:off x="4832078" y="996983"/>
                <a:ext cx="125640" cy="2829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15" name="Ink 114">
                <a:extLst>
                  <a:ext uri="{FF2B5EF4-FFF2-40B4-BE49-F238E27FC236}">
                    <a16:creationId xmlns:a16="http://schemas.microsoft.com/office/drawing/2014/main" id="{9B315F05-DEAD-EEE5-7A49-F22A02EF913C}"/>
                  </a:ext>
                </a:extLst>
              </p14:cNvPr>
              <p14:cNvContentPartPr/>
              <p14:nvPr/>
            </p14:nvContentPartPr>
            <p14:xfrm>
              <a:off x="4872398" y="1346183"/>
              <a:ext cx="1440" cy="360"/>
            </p14:xfrm>
          </p:contentPart>
        </mc:Choice>
        <mc:Fallback>
          <p:pic>
            <p:nvPicPr>
              <p:cNvPr id="115" name="Ink 114">
                <a:extLst>
                  <a:ext uri="{FF2B5EF4-FFF2-40B4-BE49-F238E27FC236}">
                    <a16:creationId xmlns:a16="http://schemas.microsoft.com/office/drawing/2014/main" id="{9B315F05-DEAD-EEE5-7A49-F22A02EF913C}"/>
                  </a:ext>
                </a:extLst>
              </p:cNvPr>
              <p:cNvPicPr/>
              <p:nvPr/>
            </p:nvPicPr>
            <p:blipFill>
              <a:blip r:embed="rId83"/>
              <a:stretch>
                <a:fillRect/>
              </a:stretch>
            </p:blipFill>
            <p:spPr>
              <a:xfrm>
                <a:off x="4863398" y="1337543"/>
                <a:ext cx="1908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117" name="Ink 116">
                <a:extLst>
                  <a:ext uri="{FF2B5EF4-FFF2-40B4-BE49-F238E27FC236}">
                    <a16:creationId xmlns:a16="http://schemas.microsoft.com/office/drawing/2014/main" id="{68BBF415-FBCE-165C-73E9-9C46C0D5E773}"/>
                  </a:ext>
                </a:extLst>
              </p14:cNvPr>
              <p14:cNvContentPartPr/>
              <p14:nvPr/>
            </p14:nvContentPartPr>
            <p14:xfrm>
              <a:off x="2709878" y="1979783"/>
              <a:ext cx="285120" cy="49320"/>
            </p14:xfrm>
          </p:contentPart>
        </mc:Choice>
        <mc:Fallback>
          <p:pic>
            <p:nvPicPr>
              <p:cNvPr id="117" name="Ink 116">
                <a:extLst>
                  <a:ext uri="{FF2B5EF4-FFF2-40B4-BE49-F238E27FC236}">
                    <a16:creationId xmlns:a16="http://schemas.microsoft.com/office/drawing/2014/main" id="{68BBF415-FBCE-165C-73E9-9C46C0D5E773}"/>
                  </a:ext>
                </a:extLst>
              </p:cNvPr>
              <p:cNvPicPr/>
              <p:nvPr/>
            </p:nvPicPr>
            <p:blipFill>
              <a:blip r:embed="rId85"/>
              <a:stretch>
                <a:fillRect/>
              </a:stretch>
            </p:blipFill>
            <p:spPr>
              <a:xfrm>
                <a:off x="2701238" y="1971143"/>
                <a:ext cx="302760" cy="6696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18" name="Ink 117">
                <a:extLst>
                  <a:ext uri="{FF2B5EF4-FFF2-40B4-BE49-F238E27FC236}">
                    <a16:creationId xmlns:a16="http://schemas.microsoft.com/office/drawing/2014/main" id="{179E717C-A697-EC03-8BA3-B0E283EA6C83}"/>
                  </a:ext>
                </a:extLst>
              </p14:cNvPr>
              <p14:cNvContentPartPr/>
              <p14:nvPr/>
            </p14:nvContentPartPr>
            <p14:xfrm>
              <a:off x="4452278" y="1990583"/>
              <a:ext cx="138240" cy="20520"/>
            </p14:xfrm>
          </p:contentPart>
        </mc:Choice>
        <mc:Fallback>
          <p:pic>
            <p:nvPicPr>
              <p:cNvPr id="118" name="Ink 117">
                <a:extLst>
                  <a:ext uri="{FF2B5EF4-FFF2-40B4-BE49-F238E27FC236}">
                    <a16:creationId xmlns:a16="http://schemas.microsoft.com/office/drawing/2014/main" id="{179E717C-A697-EC03-8BA3-B0E283EA6C83}"/>
                  </a:ext>
                </a:extLst>
              </p:cNvPr>
              <p:cNvPicPr/>
              <p:nvPr/>
            </p:nvPicPr>
            <p:blipFill>
              <a:blip r:embed="rId87"/>
              <a:stretch>
                <a:fillRect/>
              </a:stretch>
            </p:blipFill>
            <p:spPr>
              <a:xfrm>
                <a:off x="4443638" y="1981583"/>
                <a:ext cx="155880" cy="3816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20" name="Ink 119">
                <a:extLst>
                  <a:ext uri="{FF2B5EF4-FFF2-40B4-BE49-F238E27FC236}">
                    <a16:creationId xmlns:a16="http://schemas.microsoft.com/office/drawing/2014/main" id="{FBFF9692-E10A-0C43-B796-D556DD2E880D}"/>
                  </a:ext>
                </a:extLst>
              </p14:cNvPr>
              <p14:cNvContentPartPr/>
              <p14:nvPr/>
            </p14:nvContentPartPr>
            <p14:xfrm>
              <a:off x="8774078" y="1070783"/>
              <a:ext cx="831240" cy="945360"/>
            </p14:xfrm>
          </p:contentPart>
        </mc:Choice>
        <mc:Fallback>
          <p:pic>
            <p:nvPicPr>
              <p:cNvPr id="120" name="Ink 119">
                <a:extLst>
                  <a:ext uri="{FF2B5EF4-FFF2-40B4-BE49-F238E27FC236}">
                    <a16:creationId xmlns:a16="http://schemas.microsoft.com/office/drawing/2014/main" id="{FBFF9692-E10A-0C43-B796-D556DD2E880D}"/>
                  </a:ext>
                </a:extLst>
              </p:cNvPr>
              <p:cNvPicPr/>
              <p:nvPr/>
            </p:nvPicPr>
            <p:blipFill>
              <a:blip r:embed="rId89"/>
              <a:stretch>
                <a:fillRect/>
              </a:stretch>
            </p:blipFill>
            <p:spPr>
              <a:xfrm>
                <a:off x="8765438" y="1062143"/>
                <a:ext cx="848880" cy="96300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21" name="Ink 120">
                <a:extLst>
                  <a:ext uri="{FF2B5EF4-FFF2-40B4-BE49-F238E27FC236}">
                    <a16:creationId xmlns:a16="http://schemas.microsoft.com/office/drawing/2014/main" id="{FD0CE8EB-41D7-3A79-54DB-3263B559629F}"/>
                  </a:ext>
                </a:extLst>
              </p14:cNvPr>
              <p14:cNvContentPartPr/>
              <p14:nvPr/>
            </p14:nvContentPartPr>
            <p14:xfrm>
              <a:off x="8820158" y="1173743"/>
              <a:ext cx="780840" cy="860040"/>
            </p14:xfrm>
          </p:contentPart>
        </mc:Choice>
        <mc:Fallback>
          <p:pic>
            <p:nvPicPr>
              <p:cNvPr id="121" name="Ink 120">
                <a:extLst>
                  <a:ext uri="{FF2B5EF4-FFF2-40B4-BE49-F238E27FC236}">
                    <a16:creationId xmlns:a16="http://schemas.microsoft.com/office/drawing/2014/main" id="{FD0CE8EB-41D7-3A79-54DB-3263B559629F}"/>
                  </a:ext>
                </a:extLst>
              </p:cNvPr>
              <p:cNvPicPr/>
              <p:nvPr/>
            </p:nvPicPr>
            <p:blipFill>
              <a:blip r:embed="rId91"/>
              <a:stretch>
                <a:fillRect/>
              </a:stretch>
            </p:blipFill>
            <p:spPr>
              <a:xfrm>
                <a:off x="8811518" y="1164743"/>
                <a:ext cx="798480" cy="87768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23" name="Ink 122">
                <a:extLst>
                  <a:ext uri="{FF2B5EF4-FFF2-40B4-BE49-F238E27FC236}">
                    <a16:creationId xmlns:a16="http://schemas.microsoft.com/office/drawing/2014/main" id="{7D167811-9BE5-48E9-1885-AA83F868C68B}"/>
                  </a:ext>
                </a:extLst>
              </p14:cNvPr>
              <p14:cNvContentPartPr/>
              <p14:nvPr/>
            </p14:nvContentPartPr>
            <p14:xfrm>
              <a:off x="11132798" y="2699423"/>
              <a:ext cx="508320" cy="387360"/>
            </p14:xfrm>
          </p:contentPart>
        </mc:Choice>
        <mc:Fallback>
          <p:pic>
            <p:nvPicPr>
              <p:cNvPr id="123" name="Ink 122">
                <a:extLst>
                  <a:ext uri="{FF2B5EF4-FFF2-40B4-BE49-F238E27FC236}">
                    <a16:creationId xmlns:a16="http://schemas.microsoft.com/office/drawing/2014/main" id="{7D167811-9BE5-48E9-1885-AA83F868C68B}"/>
                  </a:ext>
                </a:extLst>
              </p:cNvPr>
              <p:cNvPicPr/>
              <p:nvPr/>
            </p:nvPicPr>
            <p:blipFill>
              <a:blip r:embed="rId93"/>
              <a:stretch>
                <a:fillRect/>
              </a:stretch>
            </p:blipFill>
            <p:spPr>
              <a:xfrm>
                <a:off x="11124158" y="2690423"/>
                <a:ext cx="525960" cy="4050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24" name="Ink 123">
                <a:extLst>
                  <a:ext uri="{FF2B5EF4-FFF2-40B4-BE49-F238E27FC236}">
                    <a16:creationId xmlns:a16="http://schemas.microsoft.com/office/drawing/2014/main" id="{630A3B77-E3E3-9179-89D3-286900D390A9}"/>
                  </a:ext>
                </a:extLst>
              </p14:cNvPr>
              <p14:cNvContentPartPr/>
              <p14:nvPr/>
            </p14:nvContentPartPr>
            <p14:xfrm>
              <a:off x="11152958" y="2946743"/>
              <a:ext cx="408960" cy="365400"/>
            </p14:xfrm>
          </p:contentPart>
        </mc:Choice>
        <mc:Fallback>
          <p:pic>
            <p:nvPicPr>
              <p:cNvPr id="124" name="Ink 123">
                <a:extLst>
                  <a:ext uri="{FF2B5EF4-FFF2-40B4-BE49-F238E27FC236}">
                    <a16:creationId xmlns:a16="http://schemas.microsoft.com/office/drawing/2014/main" id="{630A3B77-E3E3-9179-89D3-286900D390A9}"/>
                  </a:ext>
                </a:extLst>
              </p:cNvPr>
              <p:cNvPicPr/>
              <p:nvPr/>
            </p:nvPicPr>
            <p:blipFill>
              <a:blip r:embed="rId95"/>
              <a:stretch>
                <a:fillRect/>
              </a:stretch>
            </p:blipFill>
            <p:spPr>
              <a:xfrm>
                <a:off x="11144318" y="2938103"/>
                <a:ext cx="426600" cy="38304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125" name="Ink 124">
                <a:extLst>
                  <a:ext uri="{FF2B5EF4-FFF2-40B4-BE49-F238E27FC236}">
                    <a16:creationId xmlns:a16="http://schemas.microsoft.com/office/drawing/2014/main" id="{7ADE4C38-09B0-2E23-956E-3C04DD67316D}"/>
                  </a:ext>
                </a:extLst>
              </p14:cNvPr>
              <p14:cNvContentPartPr/>
              <p14:nvPr/>
            </p14:nvContentPartPr>
            <p14:xfrm>
              <a:off x="11154398" y="1810223"/>
              <a:ext cx="231840" cy="832680"/>
            </p14:xfrm>
          </p:contentPart>
        </mc:Choice>
        <mc:Fallback>
          <p:pic>
            <p:nvPicPr>
              <p:cNvPr id="125" name="Ink 124">
                <a:extLst>
                  <a:ext uri="{FF2B5EF4-FFF2-40B4-BE49-F238E27FC236}">
                    <a16:creationId xmlns:a16="http://schemas.microsoft.com/office/drawing/2014/main" id="{7ADE4C38-09B0-2E23-956E-3C04DD67316D}"/>
                  </a:ext>
                </a:extLst>
              </p:cNvPr>
              <p:cNvPicPr/>
              <p:nvPr/>
            </p:nvPicPr>
            <p:blipFill>
              <a:blip r:embed="rId97"/>
              <a:stretch>
                <a:fillRect/>
              </a:stretch>
            </p:blipFill>
            <p:spPr>
              <a:xfrm>
                <a:off x="11145398" y="1801583"/>
                <a:ext cx="249480" cy="85032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26" name="Ink 125">
                <a:extLst>
                  <a:ext uri="{FF2B5EF4-FFF2-40B4-BE49-F238E27FC236}">
                    <a16:creationId xmlns:a16="http://schemas.microsoft.com/office/drawing/2014/main" id="{014E750B-3302-5B2C-595B-6A4CA1685CF4}"/>
                  </a:ext>
                </a:extLst>
              </p14:cNvPr>
              <p14:cNvContentPartPr/>
              <p14:nvPr/>
            </p14:nvContentPartPr>
            <p14:xfrm>
              <a:off x="10985918" y="1730303"/>
              <a:ext cx="275400" cy="242280"/>
            </p14:xfrm>
          </p:contentPart>
        </mc:Choice>
        <mc:Fallback>
          <p:pic>
            <p:nvPicPr>
              <p:cNvPr id="126" name="Ink 125">
                <a:extLst>
                  <a:ext uri="{FF2B5EF4-FFF2-40B4-BE49-F238E27FC236}">
                    <a16:creationId xmlns:a16="http://schemas.microsoft.com/office/drawing/2014/main" id="{014E750B-3302-5B2C-595B-6A4CA1685CF4}"/>
                  </a:ext>
                </a:extLst>
              </p:cNvPr>
              <p:cNvPicPr/>
              <p:nvPr/>
            </p:nvPicPr>
            <p:blipFill>
              <a:blip r:embed="rId99"/>
              <a:stretch>
                <a:fillRect/>
              </a:stretch>
            </p:blipFill>
            <p:spPr>
              <a:xfrm>
                <a:off x="10977278" y="1721303"/>
                <a:ext cx="293040" cy="25992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127" name="Ink 126">
                <a:extLst>
                  <a:ext uri="{FF2B5EF4-FFF2-40B4-BE49-F238E27FC236}">
                    <a16:creationId xmlns:a16="http://schemas.microsoft.com/office/drawing/2014/main" id="{A686784D-A580-B8D4-C45D-84FE7FF727C8}"/>
                  </a:ext>
                </a:extLst>
              </p14:cNvPr>
              <p14:cNvContentPartPr/>
              <p14:nvPr/>
            </p14:nvContentPartPr>
            <p14:xfrm>
              <a:off x="10840838" y="1339343"/>
              <a:ext cx="161640" cy="310680"/>
            </p14:xfrm>
          </p:contentPart>
        </mc:Choice>
        <mc:Fallback>
          <p:pic>
            <p:nvPicPr>
              <p:cNvPr id="127" name="Ink 126">
                <a:extLst>
                  <a:ext uri="{FF2B5EF4-FFF2-40B4-BE49-F238E27FC236}">
                    <a16:creationId xmlns:a16="http://schemas.microsoft.com/office/drawing/2014/main" id="{A686784D-A580-B8D4-C45D-84FE7FF727C8}"/>
                  </a:ext>
                </a:extLst>
              </p:cNvPr>
              <p:cNvPicPr/>
              <p:nvPr/>
            </p:nvPicPr>
            <p:blipFill>
              <a:blip r:embed="rId101"/>
              <a:stretch>
                <a:fillRect/>
              </a:stretch>
            </p:blipFill>
            <p:spPr>
              <a:xfrm>
                <a:off x="10831838" y="1330703"/>
                <a:ext cx="179280" cy="32832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28" name="Ink 127">
                <a:extLst>
                  <a:ext uri="{FF2B5EF4-FFF2-40B4-BE49-F238E27FC236}">
                    <a16:creationId xmlns:a16="http://schemas.microsoft.com/office/drawing/2014/main" id="{BBE0136B-E6D7-82A6-813D-78D027072C6B}"/>
                  </a:ext>
                </a:extLst>
              </p14:cNvPr>
              <p14:cNvContentPartPr/>
              <p14:nvPr/>
            </p14:nvContentPartPr>
            <p14:xfrm>
              <a:off x="11082038" y="1418903"/>
              <a:ext cx="16560" cy="107640"/>
            </p14:xfrm>
          </p:contentPart>
        </mc:Choice>
        <mc:Fallback>
          <p:pic>
            <p:nvPicPr>
              <p:cNvPr id="128" name="Ink 127">
                <a:extLst>
                  <a:ext uri="{FF2B5EF4-FFF2-40B4-BE49-F238E27FC236}">
                    <a16:creationId xmlns:a16="http://schemas.microsoft.com/office/drawing/2014/main" id="{BBE0136B-E6D7-82A6-813D-78D027072C6B}"/>
                  </a:ext>
                </a:extLst>
              </p:cNvPr>
              <p:cNvPicPr/>
              <p:nvPr/>
            </p:nvPicPr>
            <p:blipFill>
              <a:blip r:embed="rId103"/>
              <a:stretch>
                <a:fillRect/>
              </a:stretch>
            </p:blipFill>
            <p:spPr>
              <a:xfrm>
                <a:off x="11073398" y="1409903"/>
                <a:ext cx="3420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29" name="Ink 128">
                <a:extLst>
                  <a:ext uri="{FF2B5EF4-FFF2-40B4-BE49-F238E27FC236}">
                    <a16:creationId xmlns:a16="http://schemas.microsoft.com/office/drawing/2014/main" id="{9CD0BAA5-82E1-1997-BEDF-D0CD0F4BBC56}"/>
                  </a:ext>
                </a:extLst>
              </p14:cNvPr>
              <p14:cNvContentPartPr/>
              <p14:nvPr/>
            </p14:nvContentPartPr>
            <p14:xfrm>
              <a:off x="11104358" y="1254743"/>
              <a:ext cx="360" cy="35280"/>
            </p14:xfrm>
          </p:contentPart>
        </mc:Choice>
        <mc:Fallback>
          <p:pic>
            <p:nvPicPr>
              <p:cNvPr id="129" name="Ink 128">
                <a:extLst>
                  <a:ext uri="{FF2B5EF4-FFF2-40B4-BE49-F238E27FC236}">
                    <a16:creationId xmlns:a16="http://schemas.microsoft.com/office/drawing/2014/main" id="{9CD0BAA5-82E1-1997-BEDF-D0CD0F4BBC56}"/>
                  </a:ext>
                </a:extLst>
              </p:cNvPr>
              <p:cNvPicPr/>
              <p:nvPr/>
            </p:nvPicPr>
            <p:blipFill>
              <a:blip r:embed="rId105"/>
              <a:stretch>
                <a:fillRect/>
              </a:stretch>
            </p:blipFill>
            <p:spPr>
              <a:xfrm>
                <a:off x="11095358" y="1246103"/>
                <a:ext cx="18000" cy="5292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30" name="Ink 129">
                <a:extLst>
                  <a:ext uri="{FF2B5EF4-FFF2-40B4-BE49-F238E27FC236}">
                    <a16:creationId xmlns:a16="http://schemas.microsoft.com/office/drawing/2014/main" id="{A014F87D-3090-5BA0-EC9C-3C01B140E8AC}"/>
                  </a:ext>
                </a:extLst>
              </p14:cNvPr>
              <p14:cNvContentPartPr/>
              <p14:nvPr/>
            </p14:nvContentPartPr>
            <p14:xfrm>
              <a:off x="11205518" y="1277423"/>
              <a:ext cx="52560" cy="300960"/>
            </p14:xfrm>
          </p:contentPart>
        </mc:Choice>
        <mc:Fallback>
          <p:pic>
            <p:nvPicPr>
              <p:cNvPr id="130" name="Ink 129">
                <a:extLst>
                  <a:ext uri="{FF2B5EF4-FFF2-40B4-BE49-F238E27FC236}">
                    <a16:creationId xmlns:a16="http://schemas.microsoft.com/office/drawing/2014/main" id="{A014F87D-3090-5BA0-EC9C-3C01B140E8AC}"/>
                  </a:ext>
                </a:extLst>
              </p:cNvPr>
              <p:cNvPicPr/>
              <p:nvPr/>
            </p:nvPicPr>
            <p:blipFill>
              <a:blip r:embed="rId107"/>
              <a:stretch>
                <a:fillRect/>
              </a:stretch>
            </p:blipFill>
            <p:spPr>
              <a:xfrm>
                <a:off x="11196518" y="1268423"/>
                <a:ext cx="70200" cy="31860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31" name="Ink 130">
                <a:extLst>
                  <a:ext uri="{FF2B5EF4-FFF2-40B4-BE49-F238E27FC236}">
                    <a16:creationId xmlns:a16="http://schemas.microsoft.com/office/drawing/2014/main" id="{1AE9F8E6-86CF-294F-7697-8961F123D5BA}"/>
                  </a:ext>
                </a:extLst>
              </p14:cNvPr>
              <p14:cNvContentPartPr/>
              <p14:nvPr/>
            </p14:nvContentPartPr>
            <p14:xfrm>
              <a:off x="11278598" y="1418903"/>
              <a:ext cx="82440" cy="2880"/>
            </p14:xfrm>
          </p:contentPart>
        </mc:Choice>
        <mc:Fallback>
          <p:pic>
            <p:nvPicPr>
              <p:cNvPr id="131" name="Ink 130">
                <a:extLst>
                  <a:ext uri="{FF2B5EF4-FFF2-40B4-BE49-F238E27FC236}">
                    <a16:creationId xmlns:a16="http://schemas.microsoft.com/office/drawing/2014/main" id="{1AE9F8E6-86CF-294F-7697-8961F123D5BA}"/>
                  </a:ext>
                </a:extLst>
              </p:cNvPr>
              <p:cNvPicPr/>
              <p:nvPr/>
            </p:nvPicPr>
            <p:blipFill>
              <a:blip r:embed="rId109"/>
              <a:stretch>
                <a:fillRect/>
              </a:stretch>
            </p:blipFill>
            <p:spPr>
              <a:xfrm>
                <a:off x="11269598" y="1410263"/>
                <a:ext cx="10008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32" name="Ink 131">
                <a:extLst>
                  <a:ext uri="{FF2B5EF4-FFF2-40B4-BE49-F238E27FC236}">
                    <a16:creationId xmlns:a16="http://schemas.microsoft.com/office/drawing/2014/main" id="{A817BC19-C72D-75F3-DEDB-10C83D00DD6E}"/>
                  </a:ext>
                </a:extLst>
              </p14:cNvPr>
              <p14:cNvContentPartPr/>
              <p14:nvPr/>
            </p14:nvContentPartPr>
            <p14:xfrm>
              <a:off x="10552118" y="982943"/>
              <a:ext cx="1044000" cy="873000"/>
            </p14:xfrm>
          </p:contentPart>
        </mc:Choice>
        <mc:Fallback>
          <p:pic>
            <p:nvPicPr>
              <p:cNvPr id="132" name="Ink 131">
                <a:extLst>
                  <a:ext uri="{FF2B5EF4-FFF2-40B4-BE49-F238E27FC236}">
                    <a16:creationId xmlns:a16="http://schemas.microsoft.com/office/drawing/2014/main" id="{A817BC19-C72D-75F3-DEDB-10C83D00DD6E}"/>
                  </a:ext>
                </a:extLst>
              </p:cNvPr>
              <p:cNvPicPr/>
              <p:nvPr/>
            </p:nvPicPr>
            <p:blipFill>
              <a:blip r:embed="rId111"/>
              <a:stretch>
                <a:fillRect/>
              </a:stretch>
            </p:blipFill>
            <p:spPr>
              <a:xfrm>
                <a:off x="10543118" y="973943"/>
                <a:ext cx="1061640" cy="890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33" name="Ink 132">
                <a:extLst>
                  <a:ext uri="{FF2B5EF4-FFF2-40B4-BE49-F238E27FC236}">
                    <a16:creationId xmlns:a16="http://schemas.microsoft.com/office/drawing/2014/main" id="{0988BA07-DC35-7B16-3016-E61C07E288ED}"/>
                  </a:ext>
                </a:extLst>
              </p14:cNvPr>
              <p14:cNvContentPartPr/>
              <p14:nvPr/>
            </p14:nvContentPartPr>
            <p14:xfrm>
              <a:off x="9858398" y="1787903"/>
              <a:ext cx="864360" cy="886680"/>
            </p14:xfrm>
          </p:contentPart>
        </mc:Choice>
        <mc:Fallback>
          <p:pic>
            <p:nvPicPr>
              <p:cNvPr id="133" name="Ink 132">
                <a:extLst>
                  <a:ext uri="{FF2B5EF4-FFF2-40B4-BE49-F238E27FC236}">
                    <a16:creationId xmlns:a16="http://schemas.microsoft.com/office/drawing/2014/main" id="{0988BA07-DC35-7B16-3016-E61C07E288ED}"/>
                  </a:ext>
                </a:extLst>
              </p:cNvPr>
              <p:cNvPicPr/>
              <p:nvPr/>
            </p:nvPicPr>
            <p:blipFill>
              <a:blip r:embed="rId113"/>
              <a:stretch>
                <a:fillRect/>
              </a:stretch>
            </p:blipFill>
            <p:spPr>
              <a:xfrm>
                <a:off x="9849758" y="1779263"/>
                <a:ext cx="882000" cy="9043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34" name="Ink 133">
                <a:extLst>
                  <a:ext uri="{FF2B5EF4-FFF2-40B4-BE49-F238E27FC236}">
                    <a16:creationId xmlns:a16="http://schemas.microsoft.com/office/drawing/2014/main" id="{886C4A4A-2B5E-E217-4F73-D0DCFFF7BAAC}"/>
                  </a:ext>
                </a:extLst>
              </p14:cNvPr>
              <p14:cNvContentPartPr/>
              <p14:nvPr/>
            </p14:nvContentPartPr>
            <p14:xfrm>
              <a:off x="9823838" y="2561183"/>
              <a:ext cx="154440" cy="159840"/>
            </p14:xfrm>
          </p:contentPart>
        </mc:Choice>
        <mc:Fallback>
          <p:pic>
            <p:nvPicPr>
              <p:cNvPr id="134" name="Ink 133">
                <a:extLst>
                  <a:ext uri="{FF2B5EF4-FFF2-40B4-BE49-F238E27FC236}">
                    <a16:creationId xmlns:a16="http://schemas.microsoft.com/office/drawing/2014/main" id="{886C4A4A-2B5E-E217-4F73-D0DCFFF7BAAC}"/>
                  </a:ext>
                </a:extLst>
              </p:cNvPr>
              <p:cNvPicPr/>
              <p:nvPr/>
            </p:nvPicPr>
            <p:blipFill>
              <a:blip r:embed="rId115"/>
              <a:stretch>
                <a:fillRect/>
              </a:stretch>
            </p:blipFill>
            <p:spPr>
              <a:xfrm>
                <a:off x="9814838" y="2552543"/>
                <a:ext cx="172080" cy="1774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35" name="Ink 134">
                <a:extLst>
                  <a:ext uri="{FF2B5EF4-FFF2-40B4-BE49-F238E27FC236}">
                    <a16:creationId xmlns:a16="http://schemas.microsoft.com/office/drawing/2014/main" id="{02F42A4B-5CBA-093D-45BB-810A3B934BA9}"/>
                  </a:ext>
                </a:extLst>
              </p14:cNvPr>
              <p14:cNvContentPartPr/>
              <p14:nvPr/>
            </p14:nvContentPartPr>
            <p14:xfrm>
              <a:off x="9082238" y="2875823"/>
              <a:ext cx="224640" cy="277560"/>
            </p14:xfrm>
          </p:contentPart>
        </mc:Choice>
        <mc:Fallback>
          <p:pic>
            <p:nvPicPr>
              <p:cNvPr id="135" name="Ink 134">
                <a:extLst>
                  <a:ext uri="{FF2B5EF4-FFF2-40B4-BE49-F238E27FC236}">
                    <a16:creationId xmlns:a16="http://schemas.microsoft.com/office/drawing/2014/main" id="{02F42A4B-5CBA-093D-45BB-810A3B934BA9}"/>
                  </a:ext>
                </a:extLst>
              </p:cNvPr>
              <p:cNvPicPr/>
              <p:nvPr/>
            </p:nvPicPr>
            <p:blipFill>
              <a:blip r:embed="rId117"/>
              <a:stretch>
                <a:fillRect/>
              </a:stretch>
            </p:blipFill>
            <p:spPr>
              <a:xfrm>
                <a:off x="9073598" y="2867183"/>
                <a:ext cx="242280" cy="2952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36" name="Ink 135">
                <a:extLst>
                  <a:ext uri="{FF2B5EF4-FFF2-40B4-BE49-F238E27FC236}">
                    <a16:creationId xmlns:a16="http://schemas.microsoft.com/office/drawing/2014/main" id="{06C35F6A-41AC-969C-B001-0C8661B4339A}"/>
                  </a:ext>
                </a:extLst>
              </p14:cNvPr>
              <p14:cNvContentPartPr/>
              <p14:nvPr/>
            </p14:nvContentPartPr>
            <p14:xfrm>
              <a:off x="9450158" y="2963663"/>
              <a:ext cx="7560" cy="160560"/>
            </p14:xfrm>
          </p:contentPart>
        </mc:Choice>
        <mc:Fallback>
          <p:pic>
            <p:nvPicPr>
              <p:cNvPr id="136" name="Ink 135">
                <a:extLst>
                  <a:ext uri="{FF2B5EF4-FFF2-40B4-BE49-F238E27FC236}">
                    <a16:creationId xmlns:a16="http://schemas.microsoft.com/office/drawing/2014/main" id="{06C35F6A-41AC-969C-B001-0C8661B4339A}"/>
                  </a:ext>
                </a:extLst>
              </p:cNvPr>
              <p:cNvPicPr/>
              <p:nvPr/>
            </p:nvPicPr>
            <p:blipFill>
              <a:blip r:embed="rId119"/>
              <a:stretch>
                <a:fillRect/>
              </a:stretch>
            </p:blipFill>
            <p:spPr>
              <a:xfrm>
                <a:off x="9441518" y="2954663"/>
                <a:ext cx="25200" cy="17820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37" name="Ink 136">
                <a:extLst>
                  <a:ext uri="{FF2B5EF4-FFF2-40B4-BE49-F238E27FC236}">
                    <a16:creationId xmlns:a16="http://schemas.microsoft.com/office/drawing/2014/main" id="{401E8F52-41AA-CF98-AD2D-6E7454185C4B}"/>
                  </a:ext>
                </a:extLst>
              </p14:cNvPr>
              <p14:cNvContentPartPr/>
              <p14:nvPr/>
            </p14:nvContentPartPr>
            <p14:xfrm>
              <a:off x="9589838" y="3000023"/>
              <a:ext cx="30240" cy="167400"/>
            </p14:xfrm>
          </p:contentPart>
        </mc:Choice>
        <mc:Fallback>
          <p:pic>
            <p:nvPicPr>
              <p:cNvPr id="137" name="Ink 136">
                <a:extLst>
                  <a:ext uri="{FF2B5EF4-FFF2-40B4-BE49-F238E27FC236}">
                    <a16:creationId xmlns:a16="http://schemas.microsoft.com/office/drawing/2014/main" id="{401E8F52-41AA-CF98-AD2D-6E7454185C4B}"/>
                  </a:ext>
                </a:extLst>
              </p:cNvPr>
              <p:cNvPicPr/>
              <p:nvPr/>
            </p:nvPicPr>
            <p:blipFill>
              <a:blip r:embed="rId121"/>
              <a:stretch>
                <a:fillRect/>
              </a:stretch>
            </p:blipFill>
            <p:spPr>
              <a:xfrm>
                <a:off x="9580838" y="2991383"/>
                <a:ext cx="47880" cy="18504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38" name="Ink 137">
                <a:extLst>
                  <a:ext uri="{FF2B5EF4-FFF2-40B4-BE49-F238E27FC236}">
                    <a16:creationId xmlns:a16="http://schemas.microsoft.com/office/drawing/2014/main" id="{9D1B7176-CFCE-3587-2384-8F8E0DF896BD}"/>
                  </a:ext>
                </a:extLst>
              </p14:cNvPr>
              <p14:cNvContentPartPr/>
              <p14:nvPr/>
            </p14:nvContentPartPr>
            <p14:xfrm>
              <a:off x="9575798" y="2935223"/>
              <a:ext cx="111240" cy="228600"/>
            </p14:xfrm>
          </p:contentPart>
        </mc:Choice>
        <mc:Fallback>
          <p:pic>
            <p:nvPicPr>
              <p:cNvPr id="138" name="Ink 137">
                <a:extLst>
                  <a:ext uri="{FF2B5EF4-FFF2-40B4-BE49-F238E27FC236}">
                    <a16:creationId xmlns:a16="http://schemas.microsoft.com/office/drawing/2014/main" id="{9D1B7176-CFCE-3587-2384-8F8E0DF896BD}"/>
                  </a:ext>
                </a:extLst>
              </p:cNvPr>
              <p:cNvPicPr/>
              <p:nvPr/>
            </p:nvPicPr>
            <p:blipFill>
              <a:blip r:embed="rId123"/>
              <a:stretch>
                <a:fillRect/>
              </a:stretch>
            </p:blipFill>
            <p:spPr>
              <a:xfrm>
                <a:off x="9567158" y="2926223"/>
                <a:ext cx="128880" cy="24624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39" name="Ink 138">
                <a:extLst>
                  <a:ext uri="{FF2B5EF4-FFF2-40B4-BE49-F238E27FC236}">
                    <a16:creationId xmlns:a16="http://schemas.microsoft.com/office/drawing/2014/main" id="{F428A89B-7B0C-707B-916D-36C954943BE7}"/>
                  </a:ext>
                </a:extLst>
              </p14:cNvPr>
              <p14:cNvContentPartPr/>
              <p14:nvPr/>
            </p14:nvContentPartPr>
            <p14:xfrm>
              <a:off x="9782798" y="2905703"/>
              <a:ext cx="27720" cy="258480"/>
            </p14:xfrm>
          </p:contentPart>
        </mc:Choice>
        <mc:Fallback>
          <p:pic>
            <p:nvPicPr>
              <p:cNvPr id="139" name="Ink 138">
                <a:extLst>
                  <a:ext uri="{FF2B5EF4-FFF2-40B4-BE49-F238E27FC236}">
                    <a16:creationId xmlns:a16="http://schemas.microsoft.com/office/drawing/2014/main" id="{F428A89B-7B0C-707B-916D-36C954943BE7}"/>
                  </a:ext>
                </a:extLst>
              </p:cNvPr>
              <p:cNvPicPr/>
              <p:nvPr/>
            </p:nvPicPr>
            <p:blipFill>
              <a:blip r:embed="rId125"/>
              <a:stretch>
                <a:fillRect/>
              </a:stretch>
            </p:blipFill>
            <p:spPr>
              <a:xfrm>
                <a:off x="9774158" y="2897063"/>
                <a:ext cx="45360" cy="2761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40" name="Ink 139">
                <a:extLst>
                  <a:ext uri="{FF2B5EF4-FFF2-40B4-BE49-F238E27FC236}">
                    <a16:creationId xmlns:a16="http://schemas.microsoft.com/office/drawing/2014/main" id="{E283DAB1-8C8C-9497-E59A-973923099DB8}"/>
                  </a:ext>
                </a:extLst>
              </p14:cNvPr>
              <p14:cNvContentPartPr/>
              <p14:nvPr/>
            </p14:nvContentPartPr>
            <p14:xfrm>
              <a:off x="9806558" y="2893823"/>
              <a:ext cx="196560" cy="296280"/>
            </p14:xfrm>
          </p:contentPart>
        </mc:Choice>
        <mc:Fallback>
          <p:pic>
            <p:nvPicPr>
              <p:cNvPr id="140" name="Ink 139">
                <a:extLst>
                  <a:ext uri="{FF2B5EF4-FFF2-40B4-BE49-F238E27FC236}">
                    <a16:creationId xmlns:a16="http://schemas.microsoft.com/office/drawing/2014/main" id="{E283DAB1-8C8C-9497-E59A-973923099DB8}"/>
                  </a:ext>
                </a:extLst>
              </p:cNvPr>
              <p:cNvPicPr/>
              <p:nvPr/>
            </p:nvPicPr>
            <p:blipFill>
              <a:blip r:embed="rId127"/>
              <a:stretch>
                <a:fillRect/>
              </a:stretch>
            </p:blipFill>
            <p:spPr>
              <a:xfrm>
                <a:off x="9797558" y="2884823"/>
                <a:ext cx="214200" cy="3139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41" name="Ink 140">
                <a:extLst>
                  <a:ext uri="{FF2B5EF4-FFF2-40B4-BE49-F238E27FC236}">
                    <a16:creationId xmlns:a16="http://schemas.microsoft.com/office/drawing/2014/main" id="{579CEA49-29D9-BF58-C7C1-20F0C6865D26}"/>
                  </a:ext>
                </a:extLst>
              </p14:cNvPr>
              <p14:cNvContentPartPr/>
              <p14:nvPr/>
            </p14:nvContentPartPr>
            <p14:xfrm>
              <a:off x="8819798" y="2608703"/>
              <a:ext cx="1627200" cy="891360"/>
            </p14:xfrm>
          </p:contentPart>
        </mc:Choice>
        <mc:Fallback>
          <p:pic>
            <p:nvPicPr>
              <p:cNvPr id="141" name="Ink 140">
                <a:extLst>
                  <a:ext uri="{FF2B5EF4-FFF2-40B4-BE49-F238E27FC236}">
                    <a16:creationId xmlns:a16="http://schemas.microsoft.com/office/drawing/2014/main" id="{579CEA49-29D9-BF58-C7C1-20F0C6865D26}"/>
                  </a:ext>
                </a:extLst>
              </p:cNvPr>
              <p:cNvPicPr/>
              <p:nvPr/>
            </p:nvPicPr>
            <p:blipFill>
              <a:blip r:embed="rId129"/>
              <a:stretch>
                <a:fillRect/>
              </a:stretch>
            </p:blipFill>
            <p:spPr>
              <a:xfrm>
                <a:off x="8810798" y="2599703"/>
                <a:ext cx="1644840" cy="90900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42" name="Ink 141">
                <a:extLst>
                  <a:ext uri="{FF2B5EF4-FFF2-40B4-BE49-F238E27FC236}">
                    <a16:creationId xmlns:a16="http://schemas.microsoft.com/office/drawing/2014/main" id="{88A71E49-89CD-A79A-CB7E-110EAAB116EF}"/>
                  </a:ext>
                </a:extLst>
              </p14:cNvPr>
              <p14:cNvContentPartPr/>
              <p14:nvPr/>
            </p14:nvContentPartPr>
            <p14:xfrm>
              <a:off x="6076598" y="1866023"/>
              <a:ext cx="2714400" cy="1140120"/>
            </p14:xfrm>
          </p:contentPart>
        </mc:Choice>
        <mc:Fallback>
          <p:pic>
            <p:nvPicPr>
              <p:cNvPr id="142" name="Ink 141">
                <a:extLst>
                  <a:ext uri="{FF2B5EF4-FFF2-40B4-BE49-F238E27FC236}">
                    <a16:creationId xmlns:a16="http://schemas.microsoft.com/office/drawing/2014/main" id="{88A71E49-89CD-A79A-CB7E-110EAAB116EF}"/>
                  </a:ext>
                </a:extLst>
              </p:cNvPr>
              <p:cNvPicPr/>
              <p:nvPr/>
            </p:nvPicPr>
            <p:blipFill>
              <a:blip r:embed="rId131"/>
              <a:stretch>
                <a:fillRect/>
              </a:stretch>
            </p:blipFill>
            <p:spPr>
              <a:xfrm>
                <a:off x="6067958" y="1857383"/>
                <a:ext cx="2732040" cy="115776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43" name="Ink 142">
                <a:extLst>
                  <a:ext uri="{FF2B5EF4-FFF2-40B4-BE49-F238E27FC236}">
                    <a16:creationId xmlns:a16="http://schemas.microsoft.com/office/drawing/2014/main" id="{99F00D60-CB40-67D1-F9FF-A2E76374FA39}"/>
                  </a:ext>
                </a:extLst>
              </p14:cNvPr>
              <p14:cNvContentPartPr/>
              <p14:nvPr/>
            </p14:nvContentPartPr>
            <p14:xfrm>
              <a:off x="5989118" y="1791863"/>
              <a:ext cx="224640" cy="220680"/>
            </p14:xfrm>
          </p:contentPart>
        </mc:Choice>
        <mc:Fallback>
          <p:pic>
            <p:nvPicPr>
              <p:cNvPr id="143" name="Ink 142">
                <a:extLst>
                  <a:ext uri="{FF2B5EF4-FFF2-40B4-BE49-F238E27FC236}">
                    <a16:creationId xmlns:a16="http://schemas.microsoft.com/office/drawing/2014/main" id="{99F00D60-CB40-67D1-F9FF-A2E76374FA39}"/>
                  </a:ext>
                </a:extLst>
              </p:cNvPr>
              <p:cNvPicPr/>
              <p:nvPr/>
            </p:nvPicPr>
            <p:blipFill>
              <a:blip r:embed="rId133"/>
              <a:stretch>
                <a:fillRect/>
              </a:stretch>
            </p:blipFill>
            <p:spPr>
              <a:xfrm>
                <a:off x="5980478" y="1783223"/>
                <a:ext cx="242280" cy="238320"/>
              </a:xfrm>
              <a:prstGeom prst="rect">
                <a:avLst/>
              </a:prstGeom>
            </p:spPr>
          </p:pic>
        </mc:Fallback>
      </mc:AlternateContent>
      <p:grpSp>
        <p:nvGrpSpPr>
          <p:cNvPr id="148" name="Group 147">
            <a:extLst>
              <a:ext uri="{FF2B5EF4-FFF2-40B4-BE49-F238E27FC236}">
                <a16:creationId xmlns:a16="http://schemas.microsoft.com/office/drawing/2014/main" id="{3993BB87-D35A-B061-A64F-A0790ACF5D1A}"/>
              </a:ext>
            </a:extLst>
          </p:cNvPr>
          <p:cNvGrpSpPr/>
          <p:nvPr/>
        </p:nvGrpSpPr>
        <p:grpSpPr>
          <a:xfrm>
            <a:off x="4039358" y="3302783"/>
            <a:ext cx="2382840" cy="1598760"/>
            <a:chOff x="4039358" y="3302783"/>
            <a:chExt cx="2382840" cy="1598760"/>
          </a:xfrm>
        </p:grpSpPr>
        <mc:AlternateContent xmlns:mc="http://schemas.openxmlformats.org/markup-compatibility/2006">
          <mc:Choice xmlns:p14="http://schemas.microsoft.com/office/powerpoint/2010/main" Requires="p14">
            <p:contentPart p14:bwMode="auto" r:id="rId134">
              <p14:nvContentPartPr>
                <p14:cNvPr id="71" name="Ink 70">
                  <a:extLst>
                    <a:ext uri="{FF2B5EF4-FFF2-40B4-BE49-F238E27FC236}">
                      <a16:creationId xmlns:a16="http://schemas.microsoft.com/office/drawing/2014/main" id="{28F8F698-FBF3-46B1-8C64-8B9573E05212}"/>
                    </a:ext>
                  </a:extLst>
                </p14:cNvPr>
                <p14:cNvContentPartPr/>
                <p14:nvPr/>
              </p14:nvContentPartPr>
              <p14:xfrm>
                <a:off x="4039358" y="3302783"/>
                <a:ext cx="2382840" cy="1598760"/>
              </p14:xfrm>
            </p:contentPart>
          </mc:Choice>
          <mc:Fallback>
            <p:pic>
              <p:nvPicPr>
                <p:cNvPr id="71" name="Ink 70">
                  <a:extLst>
                    <a:ext uri="{FF2B5EF4-FFF2-40B4-BE49-F238E27FC236}">
                      <a16:creationId xmlns:a16="http://schemas.microsoft.com/office/drawing/2014/main" id="{28F8F698-FBF3-46B1-8C64-8B9573E05212}"/>
                    </a:ext>
                  </a:extLst>
                </p:cNvPr>
                <p:cNvPicPr/>
                <p:nvPr/>
              </p:nvPicPr>
              <p:blipFill>
                <a:blip r:embed="rId135"/>
                <a:stretch>
                  <a:fillRect/>
                </a:stretch>
              </p:blipFill>
              <p:spPr>
                <a:xfrm>
                  <a:off x="4030358" y="3293783"/>
                  <a:ext cx="2400480" cy="161640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2" name="Ink 71">
                  <a:extLst>
                    <a:ext uri="{FF2B5EF4-FFF2-40B4-BE49-F238E27FC236}">
                      <a16:creationId xmlns:a16="http://schemas.microsoft.com/office/drawing/2014/main" id="{24DFD0CE-BF35-BD43-A5DD-4B2ECC634204}"/>
                    </a:ext>
                  </a:extLst>
                </p14:cNvPr>
                <p14:cNvContentPartPr/>
                <p14:nvPr/>
              </p14:nvContentPartPr>
              <p14:xfrm>
                <a:off x="4712558" y="3907223"/>
                <a:ext cx="583200" cy="312480"/>
              </p14:xfrm>
            </p:contentPart>
          </mc:Choice>
          <mc:Fallback>
            <p:pic>
              <p:nvPicPr>
                <p:cNvPr id="72" name="Ink 71">
                  <a:extLst>
                    <a:ext uri="{FF2B5EF4-FFF2-40B4-BE49-F238E27FC236}">
                      <a16:creationId xmlns:a16="http://schemas.microsoft.com/office/drawing/2014/main" id="{24DFD0CE-BF35-BD43-A5DD-4B2ECC634204}"/>
                    </a:ext>
                  </a:extLst>
                </p:cNvPr>
                <p:cNvPicPr/>
                <p:nvPr/>
              </p:nvPicPr>
              <p:blipFill>
                <a:blip r:embed="rId137"/>
                <a:stretch>
                  <a:fillRect/>
                </a:stretch>
              </p:blipFill>
              <p:spPr>
                <a:xfrm>
                  <a:off x="4703918" y="3898223"/>
                  <a:ext cx="600840" cy="3301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3" name="Ink 72">
                  <a:extLst>
                    <a:ext uri="{FF2B5EF4-FFF2-40B4-BE49-F238E27FC236}">
                      <a16:creationId xmlns:a16="http://schemas.microsoft.com/office/drawing/2014/main" id="{480E018D-2643-CBFF-00FC-60C2B43EB326}"/>
                    </a:ext>
                  </a:extLst>
                </p14:cNvPr>
                <p14:cNvContentPartPr/>
                <p14:nvPr/>
              </p14:nvContentPartPr>
              <p14:xfrm>
                <a:off x="5236718" y="4003703"/>
                <a:ext cx="205560" cy="36000"/>
              </p14:xfrm>
            </p:contentPart>
          </mc:Choice>
          <mc:Fallback>
            <p:pic>
              <p:nvPicPr>
                <p:cNvPr id="73" name="Ink 72">
                  <a:extLst>
                    <a:ext uri="{FF2B5EF4-FFF2-40B4-BE49-F238E27FC236}">
                      <a16:creationId xmlns:a16="http://schemas.microsoft.com/office/drawing/2014/main" id="{480E018D-2643-CBFF-00FC-60C2B43EB326}"/>
                    </a:ext>
                  </a:extLst>
                </p:cNvPr>
                <p:cNvPicPr/>
                <p:nvPr/>
              </p:nvPicPr>
              <p:blipFill>
                <a:blip r:embed="rId139"/>
                <a:stretch>
                  <a:fillRect/>
                </a:stretch>
              </p:blipFill>
              <p:spPr>
                <a:xfrm>
                  <a:off x="5227718" y="3995063"/>
                  <a:ext cx="223200" cy="5364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4" name="Ink 73">
                  <a:extLst>
                    <a:ext uri="{FF2B5EF4-FFF2-40B4-BE49-F238E27FC236}">
                      <a16:creationId xmlns:a16="http://schemas.microsoft.com/office/drawing/2014/main" id="{2971932B-F9F9-C9A7-58AB-50BE043F9912}"/>
                    </a:ext>
                  </a:extLst>
                </p14:cNvPr>
                <p14:cNvContentPartPr/>
                <p14:nvPr/>
              </p14:nvContentPartPr>
              <p14:xfrm>
                <a:off x="5299358" y="3861863"/>
                <a:ext cx="37080" cy="282960"/>
              </p14:xfrm>
            </p:contentPart>
          </mc:Choice>
          <mc:Fallback>
            <p:pic>
              <p:nvPicPr>
                <p:cNvPr id="74" name="Ink 73">
                  <a:extLst>
                    <a:ext uri="{FF2B5EF4-FFF2-40B4-BE49-F238E27FC236}">
                      <a16:creationId xmlns:a16="http://schemas.microsoft.com/office/drawing/2014/main" id="{2971932B-F9F9-C9A7-58AB-50BE043F9912}"/>
                    </a:ext>
                  </a:extLst>
                </p:cNvPr>
                <p:cNvPicPr/>
                <p:nvPr/>
              </p:nvPicPr>
              <p:blipFill>
                <a:blip r:embed="rId141"/>
                <a:stretch>
                  <a:fillRect/>
                </a:stretch>
              </p:blipFill>
              <p:spPr>
                <a:xfrm>
                  <a:off x="5290718" y="3852863"/>
                  <a:ext cx="54720" cy="3006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45" name="Ink 144">
                  <a:extLst>
                    <a:ext uri="{FF2B5EF4-FFF2-40B4-BE49-F238E27FC236}">
                      <a16:creationId xmlns:a16="http://schemas.microsoft.com/office/drawing/2014/main" id="{FD142D33-BBE8-6B19-60AE-DB236579DE02}"/>
                    </a:ext>
                  </a:extLst>
                </p14:cNvPr>
                <p14:cNvContentPartPr/>
                <p14:nvPr/>
              </p14:nvContentPartPr>
              <p14:xfrm>
                <a:off x="5811278" y="4315823"/>
                <a:ext cx="324000" cy="274680"/>
              </p14:xfrm>
            </p:contentPart>
          </mc:Choice>
          <mc:Fallback>
            <p:pic>
              <p:nvPicPr>
                <p:cNvPr id="145" name="Ink 144">
                  <a:extLst>
                    <a:ext uri="{FF2B5EF4-FFF2-40B4-BE49-F238E27FC236}">
                      <a16:creationId xmlns:a16="http://schemas.microsoft.com/office/drawing/2014/main" id="{FD142D33-BBE8-6B19-60AE-DB236579DE02}"/>
                    </a:ext>
                  </a:extLst>
                </p:cNvPr>
                <p:cNvPicPr/>
                <p:nvPr/>
              </p:nvPicPr>
              <p:blipFill>
                <a:blip r:embed="rId143"/>
                <a:stretch>
                  <a:fillRect/>
                </a:stretch>
              </p:blipFill>
              <p:spPr>
                <a:xfrm>
                  <a:off x="5802638" y="4306823"/>
                  <a:ext cx="341640" cy="292320"/>
                </a:xfrm>
                <a:prstGeom prst="rect">
                  <a:avLst/>
                </a:prstGeom>
              </p:spPr>
            </p:pic>
          </mc:Fallback>
        </mc:AlternateContent>
      </p:grpSp>
      <p:grpSp>
        <p:nvGrpSpPr>
          <p:cNvPr id="147" name="Group 146">
            <a:extLst>
              <a:ext uri="{FF2B5EF4-FFF2-40B4-BE49-F238E27FC236}">
                <a16:creationId xmlns:a16="http://schemas.microsoft.com/office/drawing/2014/main" id="{6CDF574B-4C53-FC3C-E319-D776CED7522B}"/>
              </a:ext>
            </a:extLst>
          </p:cNvPr>
          <p:cNvGrpSpPr/>
          <p:nvPr/>
        </p:nvGrpSpPr>
        <p:grpSpPr>
          <a:xfrm>
            <a:off x="7145438" y="3608423"/>
            <a:ext cx="2208960" cy="1336320"/>
            <a:chOff x="7145438" y="3608423"/>
            <a:chExt cx="2208960" cy="1336320"/>
          </a:xfrm>
        </p:grpSpPr>
        <mc:AlternateContent xmlns:mc="http://schemas.openxmlformats.org/markup-compatibility/2006">
          <mc:Choice xmlns:p14="http://schemas.microsoft.com/office/powerpoint/2010/main" Requires="p14">
            <p:contentPart p14:bwMode="auto" r:id="rId144">
              <p14:nvContentPartPr>
                <p14:cNvPr id="75" name="Ink 74">
                  <a:extLst>
                    <a:ext uri="{FF2B5EF4-FFF2-40B4-BE49-F238E27FC236}">
                      <a16:creationId xmlns:a16="http://schemas.microsoft.com/office/drawing/2014/main" id="{3204997D-59B4-F40F-E635-536525427462}"/>
                    </a:ext>
                  </a:extLst>
                </p14:cNvPr>
                <p14:cNvContentPartPr/>
                <p14:nvPr/>
              </p14:nvContentPartPr>
              <p14:xfrm>
                <a:off x="7145438" y="3608423"/>
                <a:ext cx="2208960" cy="1336320"/>
              </p14:xfrm>
            </p:contentPart>
          </mc:Choice>
          <mc:Fallback>
            <p:pic>
              <p:nvPicPr>
                <p:cNvPr id="75" name="Ink 74">
                  <a:extLst>
                    <a:ext uri="{FF2B5EF4-FFF2-40B4-BE49-F238E27FC236}">
                      <a16:creationId xmlns:a16="http://schemas.microsoft.com/office/drawing/2014/main" id="{3204997D-59B4-F40F-E635-536525427462}"/>
                    </a:ext>
                  </a:extLst>
                </p:cNvPr>
                <p:cNvPicPr/>
                <p:nvPr/>
              </p:nvPicPr>
              <p:blipFill>
                <a:blip r:embed="rId145"/>
                <a:stretch>
                  <a:fillRect/>
                </a:stretch>
              </p:blipFill>
              <p:spPr>
                <a:xfrm>
                  <a:off x="7136438" y="3599783"/>
                  <a:ext cx="2226600" cy="13539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76" name="Ink 75">
                  <a:extLst>
                    <a:ext uri="{FF2B5EF4-FFF2-40B4-BE49-F238E27FC236}">
                      <a16:creationId xmlns:a16="http://schemas.microsoft.com/office/drawing/2014/main" id="{2EB23F07-73A5-B62D-2413-3C09487EB04F}"/>
                    </a:ext>
                  </a:extLst>
                </p14:cNvPr>
                <p14:cNvContentPartPr/>
                <p14:nvPr/>
              </p14:nvContentPartPr>
              <p14:xfrm>
                <a:off x="7707398" y="3988223"/>
                <a:ext cx="831600" cy="387000"/>
              </p14:xfrm>
            </p:contentPart>
          </mc:Choice>
          <mc:Fallback>
            <p:pic>
              <p:nvPicPr>
                <p:cNvPr id="76" name="Ink 75">
                  <a:extLst>
                    <a:ext uri="{FF2B5EF4-FFF2-40B4-BE49-F238E27FC236}">
                      <a16:creationId xmlns:a16="http://schemas.microsoft.com/office/drawing/2014/main" id="{2EB23F07-73A5-B62D-2413-3C09487EB04F}"/>
                    </a:ext>
                  </a:extLst>
                </p:cNvPr>
                <p:cNvPicPr/>
                <p:nvPr/>
              </p:nvPicPr>
              <p:blipFill>
                <a:blip r:embed="rId147"/>
                <a:stretch>
                  <a:fillRect/>
                </a:stretch>
              </p:blipFill>
              <p:spPr>
                <a:xfrm>
                  <a:off x="7698398" y="3979583"/>
                  <a:ext cx="849240" cy="40464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46" name="Ink 145">
                  <a:extLst>
                    <a:ext uri="{FF2B5EF4-FFF2-40B4-BE49-F238E27FC236}">
                      <a16:creationId xmlns:a16="http://schemas.microsoft.com/office/drawing/2014/main" id="{0616DA61-F519-E062-A2DA-8922071011DA}"/>
                    </a:ext>
                  </a:extLst>
                </p14:cNvPr>
                <p14:cNvContentPartPr/>
                <p14:nvPr/>
              </p14:nvContentPartPr>
              <p14:xfrm>
                <a:off x="8091878" y="4538303"/>
                <a:ext cx="436320" cy="221400"/>
              </p14:xfrm>
            </p:contentPart>
          </mc:Choice>
          <mc:Fallback>
            <p:pic>
              <p:nvPicPr>
                <p:cNvPr id="146" name="Ink 145">
                  <a:extLst>
                    <a:ext uri="{FF2B5EF4-FFF2-40B4-BE49-F238E27FC236}">
                      <a16:creationId xmlns:a16="http://schemas.microsoft.com/office/drawing/2014/main" id="{0616DA61-F519-E062-A2DA-8922071011DA}"/>
                    </a:ext>
                  </a:extLst>
                </p:cNvPr>
                <p:cNvPicPr/>
                <p:nvPr/>
              </p:nvPicPr>
              <p:blipFill>
                <a:blip r:embed="rId149"/>
                <a:stretch>
                  <a:fillRect/>
                </a:stretch>
              </p:blipFill>
              <p:spPr>
                <a:xfrm>
                  <a:off x="8082878" y="4529663"/>
                  <a:ext cx="453960" cy="239040"/>
                </a:xfrm>
                <a:prstGeom prst="rect">
                  <a:avLst/>
                </a:prstGeom>
              </p:spPr>
            </p:pic>
          </mc:Fallback>
        </mc:AlternateContent>
      </p:grpSp>
    </p:spTree>
    <p:extLst>
      <p:ext uri="{BB962C8B-B14F-4D97-AF65-F5344CB8AC3E}">
        <p14:creationId xmlns:p14="http://schemas.microsoft.com/office/powerpoint/2010/main" val="9311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109" name="Ink 108">
                <a:extLst>
                  <a:ext uri="{FF2B5EF4-FFF2-40B4-BE49-F238E27FC236}">
                    <a16:creationId xmlns:a16="http://schemas.microsoft.com/office/drawing/2014/main" id="{1DCB5583-6D94-CF83-E921-8E547551CC9E}"/>
                  </a:ext>
                </a:extLst>
              </p14:cNvPr>
              <p14:cNvContentPartPr/>
              <p14:nvPr/>
            </p14:nvContentPartPr>
            <p14:xfrm>
              <a:off x="774878" y="790703"/>
              <a:ext cx="561960" cy="527040"/>
            </p14:xfrm>
          </p:contentPart>
        </mc:Choice>
        <mc:Fallback>
          <p:pic>
            <p:nvPicPr>
              <p:cNvPr id="109" name="Ink 108">
                <a:extLst>
                  <a:ext uri="{FF2B5EF4-FFF2-40B4-BE49-F238E27FC236}">
                    <a16:creationId xmlns:a16="http://schemas.microsoft.com/office/drawing/2014/main" id="{1DCB5583-6D94-CF83-E921-8E547551CC9E}"/>
                  </a:ext>
                </a:extLst>
              </p:cNvPr>
              <p:cNvPicPr/>
              <p:nvPr/>
            </p:nvPicPr>
            <p:blipFill>
              <a:blip r:embed="rId3"/>
              <a:stretch>
                <a:fillRect/>
              </a:stretch>
            </p:blipFill>
            <p:spPr>
              <a:xfrm>
                <a:off x="766238" y="781703"/>
                <a:ext cx="579600" cy="544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10" name="Ink 109">
                <a:extLst>
                  <a:ext uri="{FF2B5EF4-FFF2-40B4-BE49-F238E27FC236}">
                    <a16:creationId xmlns:a16="http://schemas.microsoft.com/office/drawing/2014/main" id="{841971D7-6338-3FC6-3854-C9363A36E158}"/>
                  </a:ext>
                </a:extLst>
              </p14:cNvPr>
              <p14:cNvContentPartPr/>
              <p14:nvPr/>
            </p14:nvContentPartPr>
            <p14:xfrm>
              <a:off x="837158" y="1355183"/>
              <a:ext cx="390240" cy="285840"/>
            </p14:xfrm>
          </p:contentPart>
        </mc:Choice>
        <mc:Fallback>
          <p:pic>
            <p:nvPicPr>
              <p:cNvPr id="110" name="Ink 109">
                <a:extLst>
                  <a:ext uri="{FF2B5EF4-FFF2-40B4-BE49-F238E27FC236}">
                    <a16:creationId xmlns:a16="http://schemas.microsoft.com/office/drawing/2014/main" id="{841971D7-6338-3FC6-3854-C9363A36E158}"/>
                  </a:ext>
                </a:extLst>
              </p:cNvPr>
              <p:cNvPicPr/>
              <p:nvPr/>
            </p:nvPicPr>
            <p:blipFill>
              <a:blip r:embed="rId5"/>
              <a:stretch>
                <a:fillRect/>
              </a:stretch>
            </p:blipFill>
            <p:spPr>
              <a:xfrm>
                <a:off x="828518" y="1346543"/>
                <a:ext cx="407880" cy="30348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111" name="Ink 110">
                <a:extLst>
                  <a:ext uri="{FF2B5EF4-FFF2-40B4-BE49-F238E27FC236}">
                    <a16:creationId xmlns:a16="http://schemas.microsoft.com/office/drawing/2014/main" id="{A28F3A5A-817E-3955-5B80-8CC02EA57F94}"/>
                  </a:ext>
                </a:extLst>
              </p14:cNvPr>
              <p14:cNvContentPartPr/>
              <p14:nvPr/>
            </p14:nvContentPartPr>
            <p14:xfrm>
              <a:off x="925358" y="2185343"/>
              <a:ext cx="383400" cy="410400"/>
            </p14:xfrm>
          </p:contentPart>
        </mc:Choice>
        <mc:Fallback>
          <p:pic>
            <p:nvPicPr>
              <p:cNvPr id="111" name="Ink 110">
                <a:extLst>
                  <a:ext uri="{FF2B5EF4-FFF2-40B4-BE49-F238E27FC236}">
                    <a16:creationId xmlns:a16="http://schemas.microsoft.com/office/drawing/2014/main" id="{A28F3A5A-817E-3955-5B80-8CC02EA57F94}"/>
                  </a:ext>
                </a:extLst>
              </p:cNvPr>
              <p:cNvPicPr/>
              <p:nvPr/>
            </p:nvPicPr>
            <p:blipFill>
              <a:blip r:embed="rId7"/>
              <a:stretch>
                <a:fillRect/>
              </a:stretch>
            </p:blipFill>
            <p:spPr>
              <a:xfrm>
                <a:off x="916718" y="2176343"/>
                <a:ext cx="401040" cy="42804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12" name="Ink 111">
                <a:extLst>
                  <a:ext uri="{FF2B5EF4-FFF2-40B4-BE49-F238E27FC236}">
                    <a16:creationId xmlns:a16="http://schemas.microsoft.com/office/drawing/2014/main" id="{C8ED16B8-7AD7-CB2C-84E9-E14C1FCF7A66}"/>
                  </a:ext>
                </a:extLst>
              </p14:cNvPr>
              <p14:cNvContentPartPr/>
              <p14:nvPr/>
            </p14:nvContentPartPr>
            <p14:xfrm>
              <a:off x="777398" y="2690063"/>
              <a:ext cx="477720" cy="511200"/>
            </p14:xfrm>
          </p:contentPart>
        </mc:Choice>
        <mc:Fallback>
          <p:pic>
            <p:nvPicPr>
              <p:cNvPr id="112" name="Ink 111">
                <a:extLst>
                  <a:ext uri="{FF2B5EF4-FFF2-40B4-BE49-F238E27FC236}">
                    <a16:creationId xmlns:a16="http://schemas.microsoft.com/office/drawing/2014/main" id="{C8ED16B8-7AD7-CB2C-84E9-E14C1FCF7A66}"/>
                  </a:ext>
                </a:extLst>
              </p:cNvPr>
              <p:cNvPicPr/>
              <p:nvPr/>
            </p:nvPicPr>
            <p:blipFill>
              <a:blip r:embed="rId9"/>
              <a:stretch>
                <a:fillRect/>
              </a:stretch>
            </p:blipFill>
            <p:spPr>
              <a:xfrm>
                <a:off x="768758" y="2681063"/>
                <a:ext cx="495360" cy="52884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13" name="Ink 112">
                <a:extLst>
                  <a:ext uri="{FF2B5EF4-FFF2-40B4-BE49-F238E27FC236}">
                    <a16:creationId xmlns:a16="http://schemas.microsoft.com/office/drawing/2014/main" id="{997290AE-E38E-5862-68E8-9C20054176AF}"/>
                  </a:ext>
                </a:extLst>
              </p14:cNvPr>
              <p14:cNvContentPartPr/>
              <p14:nvPr/>
            </p14:nvContentPartPr>
            <p14:xfrm>
              <a:off x="836078" y="3618863"/>
              <a:ext cx="405360" cy="433440"/>
            </p14:xfrm>
          </p:contentPart>
        </mc:Choice>
        <mc:Fallback>
          <p:pic>
            <p:nvPicPr>
              <p:cNvPr id="113" name="Ink 112">
                <a:extLst>
                  <a:ext uri="{FF2B5EF4-FFF2-40B4-BE49-F238E27FC236}">
                    <a16:creationId xmlns:a16="http://schemas.microsoft.com/office/drawing/2014/main" id="{997290AE-E38E-5862-68E8-9C20054176AF}"/>
                  </a:ext>
                </a:extLst>
              </p:cNvPr>
              <p:cNvPicPr/>
              <p:nvPr/>
            </p:nvPicPr>
            <p:blipFill>
              <a:blip r:embed="rId11"/>
              <a:stretch>
                <a:fillRect/>
              </a:stretch>
            </p:blipFill>
            <p:spPr>
              <a:xfrm>
                <a:off x="827438" y="3610223"/>
                <a:ext cx="423000" cy="45108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14" name="Ink 113">
                <a:extLst>
                  <a:ext uri="{FF2B5EF4-FFF2-40B4-BE49-F238E27FC236}">
                    <a16:creationId xmlns:a16="http://schemas.microsoft.com/office/drawing/2014/main" id="{15BFDE5B-0387-7035-46E7-EB9DB7B59C29}"/>
                  </a:ext>
                </a:extLst>
              </p14:cNvPr>
              <p14:cNvContentPartPr/>
              <p14:nvPr/>
            </p14:nvContentPartPr>
            <p14:xfrm>
              <a:off x="794318" y="4148783"/>
              <a:ext cx="427320" cy="356400"/>
            </p14:xfrm>
          </p:contentPart>
        </mc:Choice>
        <mc:Fallback>
          <p:pic>
            <p:nvPicPr>
              <p:cNvPr id="114" name="Ink 113">
                <a:extLst>
                  <a:ext uri="{FF2B5EF4-FFF2-40B4-BE49-F238E27FC236}">
                    <a16:creationId xmlns:a16="http://schemas.microsoft.com/office/drawing/2014/main" id="{15BFDE5B-0387-7035-46E7-EB9DB7B59C29}"/>
                  </a:ext>
                </a:extLst>
              </p:cNvPr>
              <p:cNvPicPr/>
              <p:nvPr/>
            </p:nvPicPr>
            <p:blipFill>
              <a:blip r:embed="rId13"/>
              <a:stretch>
                <a:fillRect/>
              </a:stretch>
            </p:blipFill>
            <p:spPr>
              <a:xfrm>
                <a:off x="785318" y="4139783"/>
                <a:ext cx="444960" cy="374040"/>
              </a:xfrm>
              <a:prstGeom prst="rect">
                <a:avLst/>
              </a:prstGeom>
            </p:spPr>
          </p:pic>
        </mc:Fallback>
      </mc:AlternateContent>
      <p:grpSp>
        <p:nvGrpSpPr>
          <p:cNvPr id="140" name="Group 139">
            <a:extLst>
              <a:ext uri="{FF2B5EF4-FFF2-40B4-BE49-F238E27FC236}">
                <a16:creationId xmlns:a16="http://schemas.microsoft.com/office/drawing/2014/main" id="{B87E61F3-9A1E-D1BC-1B49-B184C5775CD9}"/>
              </a:ext>
            </a:extLst>
          </p:cNvPr>
          <p:cNvGrpSpPr/>
          <p:nvPr/>
        </p:nvGrpSpPr>
        <p:grpSpPr>
          <a:xfrm>
            <a:off x="1643918" y="161063"/>
            <a:ext cx="4133160" cy="3237120"/>
            <a:chOff x="1643918" y="161063"/>
            <a:chExt cx="4133160" cy="3237120"/>
          </a:xfrm>
        </p:grpSpPr>
        <mc:AlternateContent xmlns:mc="http://schemas.openxmlformats.org/markup-compatibility/2006">
          <mc:Choice xmlns:p14="http://schemas.microsoft.com/office/powerpoint/2010/main" Requires="p14">
            <p:contentPart p14:bwMode="auto" r:id="rId14">
              <p14:nvContentPartPr>
                <p14:cNvPr id="118" name="Ink 117">
                  <a:extLst>
                    <a:ext uri="{FF2B5EF4-FFF2-40B4-BE49-F238E27FC236}">
                      <a16:creationId xmlns:a16="http://schemas.microsoft.com/office/drawing/2014/main" id="{687ACFA3-9D3B-E137-1C43-0CDE2AFA724A}"/>
                    </a:ext>
                  </a:extLst>
                </p14:cNvPr>
                <p14:cNvContentPartPr/>
                <p14:nvPr/>
              </p14:nvContentPartPr>
              <p14:xfrm>
                <a:off x="3585038" y="418823"/>
                <a:ext cx="2026440" cy="1091520"/>
              </p14:xfrm>
            </p:contentPart>
          </mc:Choice>
          <mc:Fallback>
            <p:pic>
              <p:nvPicPr>
                <p:cNvPr id="118" name="Ink 117">
                  <a:extLst>
                    <a:ext uri="{FF2B5EF4-FFF2-40B4-BE49-F238E27FC236}">
                      <a16:creationId xmlns:a16="http://schemas.microsoft.com/office/drawing/2014/main" id="{687ACFA3-9D3B-E137-1C43-0CDE2AFA724A}"/>
                    </a:ext>
                  </a:extLst>
                </p:cNvPr>
                <p:cNvPicPr/>
                <p:nvPr/>
              </p:nvPicPr>
              <p:blipFill>
                <a:blip r:embed="rId15"/>
                <a:stretch>
                  <a:fillRect/>
                </a:stretch>
              </p:blipFill>
              <p:spPr>
                <a:xfrm>
                  <a:off x="3576398" y="410183"/>
                  <a:ext cx="2044080" cy="110916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19" name="Ink 118">
                  <a:extLst>
                    <a:ext uri="{FF2B5EF4-FFF2-40B4-BE49-F238E27FC236}">
                      <a16:creationId xmlns:a16="http://schemas.microsoft.com/office/drawing/2014/main" id="{74D2C4BF-215E-205D-E4FF-78AF515A53E2}"/>
                    </a:ext>
                  </a:extLst>
                </p14:cNvPr>
                <p14:cNvContentPartPr/>
                <p14:nvPr/>
              </p14:nvContentPartPr>
              <p14:xfrm>
                <a:off x="3982838" y="788903"/>
                <a:ext cx="168480" cy="412560"/>
              </p14:xfrm>
            </p:contentPart>
          </mc:Choice>
          <mc:Fallback>
            <p:pic>
              <p:nvPicPr>
                <p:cNvPr id="119" name="Ink 118">
                  <a:extLst>
                    <a:ext uri="{FF2B5EF4-FFF2-40B4-BE49-F238E27FC236}">
                      <a16:creationId xmlns:a16="http://schemas.microsoft.com/office/drawing/2014/main" id="{74D2C4BF-215E-205D-E4FF-78AF515A53E2}"/>
                    </a:ext>
                  </a:extLst>
                </p:cNvPr>
                <p:cNvPicPr/>
                <p:nvPr/>
              </p:nvPicPr>
              <p:blipFill>
                <a:blip r:embed="rId17"/>
                <a:stretch>
                  <a:fillRect/>
                </a:stretch>
              </p:blipFill>
              <p:spPr>
                <a:xfrm>
                  <a:off x="3973838" y="780263"/>
                  <a:ext cx="186120" cy="4302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20" name="Ink 119">
                  <a:extLst>
                    <a:ext uri="{FF2B5EF4-FFF2-40B4-BE49-F238E27FC236}">
                      <a16:creationId xmlns:a16="http://schemas.microsoft.com/office/drawing/2014/main" id="{08A22E31-612F-5221-CB85-BF04BE7A3080}"/>
                    </a:ext>
                  </a:extLst>
                </p14:cNvPr>
                <p14:cNvContentPartPr/>
                <p14:nvPr/>
              </p14:nvContentPartPr>
              <p14:xfrm>
                <a:off x="4258958" y="900503"/>
                <a:ext cx="14400" cy="135720"/>
              </p14:xfrm>
            </p:contentPart>
          </mc:Choice>
          <mc:Fallback>
            <p:pic>
              <p:nvPicPr>
                <p:cNvPr id="120" name="Ink 119">
                  <a:extLst>
                    <a:ext uri="{FF2B5EF4-FFF2-40B4-BE49-F238E27FC236}">
                      <a16:creationId xmlns:a16="http://schemas.microsoft.com/office/drawing/2014/main" id="{08A22E31-612F-5221-CB85-BF04BE7A3080}"/>
                    </a:ext>
                  </a:extLst>
                </p:cNvPr>
                <p:cNvPicPr/>
                <p:nvPr/>
              </p:nvPicPr>
              <p:blipFill>
                <a:blip r:embed="rId19"/>
                <a:stretch>
                  <a:fillRect/>
                </a:stretch>
              </p:blipFill>
              <p:spPr>
                <a:xfrm>
                  <a:off x="4249958" y="891863"/>
                  <a:ext cx="32040" cy="15336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21" name="Ink 120">
                  <a:extLst>
                    <a:ext uri="{FF2B5EF4-FFF2-40B4-BE49-F238E27FC236}">
                      <a16:creationId xmlns:a16="http://schemas.microsoft.com/office/drawing/2014/main" id="{7C268812-5653-F6E3-20CA-D08F9649DBCD}"/>
                    </a:ext>
                  </a:extLst>
                </p14:cNvPr>
                <p14:cNvContentPartPr/>
                <p14:nvPr/>
              </p14:nvContentPartPr>
              <p14:xfrm>
                <a:off x="4296038" y="726623"/>
                <a:ext cx="7560" cy="31320"/>
              </p14:xfrm>
            </p:contentPart>
          </mc:Choice>
          <mc:Fallback>
            <p:pic>
              <p:nvPicPr>
                <p:cNvPr id="121" name="Ink 120">
                  <a:extLst>
                    <a:ext uri="{FF2B5EF4-FFF2-40B4-BE49-F238E27FC236}">
                      <a16:creationId xmlns:a16="http://schemas.microsoft.com/office/drawing/2014/main" id="{7C268812-5653-F6E3-20CA-D08F9649DBCD}"/>
                    </a:ext>
                  </a:extLst>
                </p:cNvPr>
                <p:cNvPicPr/>
                <p:nvPr/>
              </p:nvPicPr>
              <p:blipFill>
                <a:blip r:embed="rId21"/>
                <a:stretch>
                  <a:fillRect/>
                </a:stretch>
              </p:blipFill>
              <p:spPr>
                <a:xfrm>
                  <a:off x="4287398" y="717623"/>
                  <a:ext cx="25200" cy="4896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22" name="Ink 121">
                  <a:extLst>
                    <a:ext uri="{FF2B5EF4-FFF2-40B4-BE49-F238E27FC236}">
                      <a16:creationId xmlns:a16="http://schemas.microsoft.com/office/drawing/2014/main" id="{631458F4-B692-9C49-1DCE-02A10F9C750B}"/>
                    </a:ext>
                  </a:extLst>
                </p14:cNvPr>
                <p14:cNvContentPartPr/>
                <p14:nvPr/>
              </p14:nvContentPartPr>
              <p14:xfrm>
                <a:off x="4371278" y="793583"/>
                <a:ext cx="19440" cy="261360"/>
              </p14:xfrm>
            </p:contentPart>
          </mc:Choice>
          <mc:Fallback>
            <p:pic>
              <p:nvPicPr>
                <p:cNvPr id="122" name="Ink 121">
                  <a:extLst>
                    <a:ext uri="{FF2B5EF4-FFF2-40B4-BE49-F238E27FC236}">
                      <a16:creationId xmlns:a16="http://schemas.microsoft.com/office/drawing/2014/main" id="{631458F4-B692-9C49-1DCE-02A10F9C750B}"/>
                    </a:ext>
                  </a:extLst>
                </p:cNvPr>
                <p:cNvPicPr/>
                <p:nvPr/>
              </p:nvPicPr>
              <p:blipFill>
                <a:blip r:embed="rId23"/>
                <a:stretch>
                  <a:fillRect/>
                </a:stretch>
              </p:blipFill>
              <p:spPr>
                <a:xfrm>
                  <a:off x="4362638" y="784583"/>
                  <a:ext cx="37080" cy="27900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123" name="Ink 122">
                  <a:extLst>
                    <a:ext uri="{FF2B5EF4-FFF2-40B4-BE49-F238E27FC236}">
                      <a16:creationId xmlns:a16="http://schemas.microsoft.com/office/drawing/2014/main" id="{BD0D59AF-369B-04C4-E854-6C02E2820755}"/>
                    </a:ext>
                  </a:extLst>
                </p14:cNvPr>
                <p14:cNvContentPartPr/>
                <p14:nvPr/>
              </p14:nvContentPartPr>
              <p14:xfrm>
                <a:off x="4346438" y="793223"/>
                <a:ext cx="225720" cy="271440"/>
              </p14:xfrm>
            </p:contentPart>
          </mc:Choice>
          <mc:Fallback>
            <p:pic>
              <p:nvPicPr>
                <p:cNvPr id="123" name="Ink 122">
                  <a:extLst>
                    <a:ext uri="{FF2B5EF4-FFF2-40B4-BE49-F238E27FC236}">
                      <a16:creationId xmlns:a16="http://schemas.microsoft.com/office/drawing/2014/main" id="{BD0D59AF-369B-04C4-E854-6C02E2820755}"/>
                    </a:ext>
                  </a:extLst>
                </p:cNvPr>
                <p:cNvPicPr/>
                <p:nvPr/>
              </p:nvPicPr>
              <p:blipFill>
                <a:blip r:embed="rId25"/>
                <a:stretch>
                  <a:fillRect/>
                </a:stretch>
              </p:blipFill>
              <p:spPr>
                <a:xfrm>
                  <a:off x="4337798" y="784583"/>
                  <a:ext cx="24336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124" name="Ink 123">
                  <a:extLst>
                    <a:ext uri="{FF2B5EF4-FFF2-40B4-BE49-F238E27FC236}">
                      <a16:creationId xmlns:a16="http://schemas.microsoft.com/office/drawing/2014/main" id="{11284A1B-2E7B-935D-243F-6A0A03132E84}"/>
                    </a:ext>
                  </a:extLst>
                </p14:cNvPr>
                <p14:cNvContentPartPr/>
                <p14:nvPr/>
              </p14:nvContentPartPr>
              <p14:xfrm>
                <a:off x="4556318" y="824903"/>
                <a:ext cx="118080" cy="251640"/>
              </p14:xfrm>
            </p:contentPart>
          </mc:Choice>
          <mc:Fallback>
            <p:pic>
              <p:nvPicPr>
                <p:cNvPr id="124" name="Ink 123">
                  <a:extLst>
                    <a:ext uri="{FF2B5EF4-FFF2-40B4-BE49-F238E27FC236}">
                      <a16:creationId xmlns:a16="http://schemas.microsoft.com/office/drawing/2014/main" id="{11284A1B-2E7B-935D-243F-6A0A03132E84}"/>
                    </a:ext>
                  </a:extLst>
                </p:cNvPr>
                <p:cNvPicPr/>
                <p:nvPr/>
              </p:nvPicPr>
              <p:blipFill>
                <a:blip r:embed="rId27"/>
                <a:stretch>
                  <a:fillRect/>
                </a:stretch>
              </p:blipFill>
              <p:spPr>
                <a:xfrm>
                  <a:off x="4547678" y="815903"/>
                  <a:ext cx="135720" cy="26928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125" name="Ink 124">
                  <a:extLst>
                    <a:ext uri="{FF2B5EF4-FFF2-40B4-BE49-F238E27FC236}">
                      <a16:creationId xmlns:a16="http://schemas.microsoft.com/office/drawing/2014/main" id="{1E7029D9-BA0E-874B-0EDF-4E746441803A}"/>
                    </a:ext>
                  </a:extLst>
                </p14:cNvPr>
                <p14:cNvContentPartPr/>
                <p14:nvPr/>
              </p14:nvContentPartPr>
              <p14:xfrm>
                <a:off x="4746398" y="870623"/>
                <a:ext cx="133200" cy="199080"/>
              </p14:xfrm>
            </p:contentPart>
          </mc:Choice>
          <mc:Fallback>
            <p:pic>
              <p:nvPicPr>
                <p:cNvPr id="125" name="Ink 124">
                  <a:extLst>
                    <a:ext uri="{FF2B5EF4-FFF2-40B4-BE49-F238E27FC236}">
                      <a16:creationId xmlns:a16="http://schemas.microsoft.com/office/drawing/2014/main" id="{1E7029D9-BA0E-874B-0EDF-4E746441803A}"/>
                    </a:ext>
                  </a:extLst>
                </p:cNvPr>
                <p:cNvPicPr/>
                <p:nvPr/>
              </p:nvPicPr>
              <p:blipFill>
                <a:blip r:embed="rId29"/>
                <a:stretch>
                  <a:fillRect/>
                </a:stretch>
              </p:blipFill>
              <p:spPr>
                <a:xfrm>
                  <a:off x="4737398" y="861983"/>
                  <a:ext cx="150840" cy="21672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126" name="Ink 125">
                  <a:extLst>
                    <a:ext uri="{FF2B5EF4-FFF2-40B4-BE49-F238E27FC236}">
                      <a16:creationId xmlns:a16="http://schemas.microsoft.com/office/drawing/2014/main" id="{B435F5A3-F897-E13A-A599-A1BC7E3AC643}"/>
                    </a:ext>
                  </a:extLst>
                </p14:cNvPr>
                <p14:cNvContentPartPr/>
                <p14:nvPr/>
              </p14:nvContentPartPr>
              <p14:xfrm>
                <a:off x="4897598" y="831383"/>
                <a:ext cx="200880" cy="307800"/>
              </p14:xfrm>
            </p:contentPart>
          </mc:Choice>
          <mc:Fallback>
            <p:pic>
              <p:nvPicPr>
                <p:cNvPr id="126" name="Ink 125">
                  <a:extLst>
                    <a:ext uri="{FF2B5EF4-FFF2-40B4-BE49-F238E27FC236}">
                      <a16:creationId xmlns:a16="http://schemas.microsoft.com/office/drawing/2014/main" id="{B435F5A3-F897-E13A-A599-A1BC7E3AC643}"/>
                    </a:ext>
                  </a:extLst>
                </p:cNvPr>
                <p:cNvPicPr/>
                <p:nvPr/>
              </p:nvPicPr>
              <p:blipFill>
                <a:blip r:embed="rId31"/>
                <a:stretch>
                  <a:fillRect/>
                </a:stretch>
              </p:blipFill>
              <p:spPr>
                <a:xfrm>
                  <a:off x="4888598" y="822743"/>
                  <a:ext cx="218520" cy="32544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127" name="Ink 126">
                  <a:extLst>
                    <a:ext uri="{FF2B5EF4-FFF2-40B4-BE49-F238E27FC236}">
                      <a16:creationId xmlns:a16="http://schemas.microsoft.com/office/drawing/2014/main" id="{7413F188-FA75-D9AB-DED4-578804A51DC2}"/>
                    </a:ext>
                  </a:extLst>
                </p14:cNvPr>
                <p14:cNvContentPartPr/>
                <p14:nvPr/>
              </p14:nvContentPartPr>
              <p14:xfrm>
                <a:off x="1991318" y="890063"/>
                <a:ext cx="1667520" cy="151920"/>
              </p14:xfrm>
            </p:contentPart>
          </mc:Choice>
          <mc:Fallback>
            <p:pic>
              <p:nvPicPr>
                <p:cNvPr id="127" name="Ink 126">
                  <a:extLst>
                    <a:ext uri="{FF2B5EF4-FFF2-40B4-BE49-F238E27FC236}">
                      <a16:creationId xmlns:a16="http://schemas.microsoft.com/office/drawing/2014/main" id="{7413F188-FA75-D9AB-DED4-578804A51DC2}"/>
                    </a:ext>
                  </a:extLst>
                </p:cNvPr>
                <p:cNvPicPr/>
                <p:nvPr/>
              </p:nvPicPr>
              <p:blipFill>
                <a:blip r:embed="rId33"/>
                <a:stretch>
                  <a:fillRect/>
                </a:stretch>
              </p:blipFill>
              <p:spPr>
                <a:xfrm>
                  <a:off x="1982318" y="881063"/>
                  <a:ext cx="1685160" cy="16956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128" name="Ink 127">
                  <a:extLst>
                    <a:ext uri="{FF2B5EF4-FFF2-40B4-BE49-F238E27FC236}">
                      <a16:creationId xmlns:a16="http://schemas.microsoft.com/office/drawing/2014/main" id="{A437F9E8-C572-1C82-E686-5870022736A3}"/>
                    </a:ext>
                  </a:extLst>
                </p14:cNvPr>
                <p14:cNvContentPartPr/>
                <p14:nvPr/>
              </p14:nvContentPartPr>
              <p14:xfrm>
                <a:off x="1643918" y="1382183"/>
                <a:ext cx="2525040" cy="889920"/>
              </p14:xfrm>
            </p:contentPart>
          </mc:Choice>
          <mc:Fallback>
            <p:pic>
              <p:nvPicPr>
                <p:cNvPr id="128" name="Ink 127">
                  <a:extLst>
                    <a:ext uri="{FF2B5EF4-FFF2-40B4-BE49-F238E27FC236}">
                      <a16:creationId xmlns:a16="http://schemas.microsoft.com/office/drawing/2014/main" id="{A437F9E8-C572-1C82-E686-5870022736A3}"/>
                    </a:ext>
                  </a:extLst>
                </p:cNvPr>
                <p:cNvPicPr/>
                <p:nvPr/>
              </p:nvPicPr>
              <p:blipFill>
                <a:blip r:embed="rId35"/>
                <a:stretch>
                  <a:fillRect/>
                </a:stretch>
              </p:blipFill>
              <p:spPr>
                <a:xfrm>
                  <a:off x="1635278" y="1373543"/>
                  <a:ext cx="2542680" cy="90756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129" name="Ink 128">
                  <a:extLst>
                    <a:ext uri="{FF2B5EF4-FFF2-40B4-BE49-F238E27FC236}">
                      <a16:creationId xmlns:a16="http://schemas.microsoft.com/office/drawing/2014/main" id="{8B3D37E3-5124-FBDA-7A90-5967A27D82C6}"/>
                    </a:ext>
                  </a:extLst>
                </p14:cNvPr>
                <p14:cNvContentPartPr/>
                <p14:nvPr/>
              </p14:nvContentPartPr>
              <p14:xfrm>
                <a:off x="3889238" y="1396223"/>
                <a:ext cx="95760" cy="172440"/>
              </p14:xfrm>
            </p:contentPart>
          </mc:Choice>
          <mc:Fallback>
            <p:pic>
              <p:nvPicPr>
                <p:cNvPr id="129" name="Ink 128">
                  <a:extLst>
                    <a:ext uri="{FF2B5EF4-FFF2-40B4-BE49-F238E27FC236}">
                      <a16:creationId xmlns:a16="http://schemas.microsoft.com/office/drawing/2014/main" id="{8B3D37E3-5124-FBDA-7A90-5967A27D82C6}"/>
                    </a:ext>
                  </a:extLst>
                </p:cNvPr>
                <p:cNvPicPr/>
                <p:nvPr/>
              </p:nvPicPr>
              <p:blipFill>
                <a:blip r:embed="rId37"/>
                <a:stretch>
                  <a:fillRect/>
                </a:stretch>
              </p:blipFill>
              <p:spPr>
                <a:xfrm>
                  <a:off x="3880238" y="1387223"/>
                  <a:ext cx="113400" cy="19008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130" name="Ink 129">
                  <a:extLst>
                    <a:ext uri="{FF2B5EF4-FFF2-40B4-BE49-F238E27FC236}">
                      <a16:creationId xmlns:a16="http://schemas.microsoft.com/office/drawing/2014/main" id="{7939462C-FA7C-4EDA-BA37-2417B2174BE1}"/>
                    </a:ext>
                  </a:extLst>
                </p14:cNvPr>
                <p14:cNvContentPartPr/>
                <p14:nvPr/>
              </p14:nvContentPartPr>
              <p14:xfrm>
                <a:off x="1770278" y="1541303"/>
                <a:ext cx="2835000" cy="1856880"/>
              </p14:xfrm>
            </p:contentPart>
          </mc:Choice>
          <mc:Fallback>
            <p:pic>
              <p:nvPicPr>
                <p:cNvPr id="130" name="Ink 129">
                  <a:extLst>
                    <a:ext uri="{FF2B5EF4-FFF2-40B4-BE49-F238E27FC236}">
                      <a16:creationId xmlns:a16="http://schemas.microsoft.com/office/drawing/2014/main" id="{7939462C-FA7C-4EDA-BA37-2417B2174BE1}"/>
                    </a:ext>
                  </a:extLst>
                </p:cNvPr>
                <p:cNvPicPr/>
                <p:nvPr/>
              </p:nvPicPr>
              <p:blipFill>
                <a:blip r:embed="rId39"/>
                <a:stretch>
                  <a:fillRect/>
                </a:stretch>
              </p:blipFill>
              <p:spPr>
                <a:xfrm>
                  <a:off x="1761638" y="1532663"/>
                  <a:ext cx="2852640" cy="18745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131" name="Ink 130">
                  <a:extLst>
                    <a:ext uri="{FF2B5EF4-FFF2-40B4-BE49-F238E27FC236}">
                      <a16:creationId xmlns:a16="http://schemas.microsoft.com/office/drawing/2014/main" id="{5887A79C-841B-54E7-8505-552B9581DB24}"/>
                    </a:ext>
                  </a:extLst>
                </p14:cNvPr>
                <p14:cNvContentPartPr/>
                <p14:nvPr/>
              </p14:nvContentPartPr>
              <p14:xfrm>
                <a:off x="4358678" y="1543823"/>
                <a:ext cx="219600" cy="66600"/>
              </p14:xfrm>
            </p:contentPart>
          </mc:Choice>
          <mc:Fallback>
            <p:pic>
              <p:nvPicPr>
                <p:cNvPr id="131" name="Ink 130">
                  <a:extLst>
                    <a:ext uri="{FF2B5EF4-FFF2-40B4-BE49-F238E27FC236}">
                      <a16:creationId xmlns:a16="http://schemas.microsoft.com/office/drawing/2014/main" id="{5887A79C-841B-54E7-8505-552B9581DB24}"/>
                    </a:ext>
                  </a:extLst>
                </p:cNvPr>
                <p:cNvPicPr/>
                <p:nvPr/>
              </p:nvPicPr>
              <p:blipFill>
                <a:blip r:embed="rId41"/>
                <a:stretch>
                  <a:fillRect/>
                </a:stretch>
              </p:blipFill>
              <p:spPr>
                <a:xfrm>
                  <a:off x="4350038" y="1535183"/>
                  <a:ext cx="237240" cy="8424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133" name="Ink 132">
                  <a:extLst>
                    <a:ext uri="{FF2B5EF4-FFF2-40B4-BE49-F238E27FC236}">
                      <a16:creationId xmlns:a16="http://schemas.microsoft.com/office/drawing/2014/main" id="{4DE138F6-2D22-D37A-96AB-4E1249D57895}"/>
                    </a:ext>
                  </a:extLst>
                </p14:cNvPr>
                <p14:cNvContentPartPr/>
                <p14:nvPr/>
              </p14:nvContentPartPr>
              <p14:xfrm>
                <a:off x="5141678" y="425663"/>
                <a:ext cx="113040" cy="286560"/>
              </p14:xfrm>
            </p:contentPart>
          </mc:Choice>
          <mc:Fallback>
            <p:pic>
              <p:nvPicPr>
                <p:cNvPr id="133" name="Ink 132">
                  <a:extLst>
                    <a:ext uri="{FF2B5EF4-FFF2-40B4-BE49-F238E27FC236}">
                      <a16:creationId xmlns:a16="http://schemas.microsoft.com/office/drawing/2014/main" id="{4DE138F6-2D22-D37A-96AB-4E1249D57895}"/>
                    </a:ext>
                  </a:extLst>
                </p:cNvPr>
                <p:cNvPicPr/>
                <p:nvPr/>
              </p:nvPicPr>
              <p:blipFill>
                <a:blip r:embed="rId43"/>
                <a:stretch>
                  <a:fillRect/>
                </a:stretch>
              </p:blipFill>
              <p:spPr>
                <a:xfrm>
                  <a:off x="5133038" y="416663"/>
                  <a:ext cx="13068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134" name="Ink 133">
                  <a:extLst>
                    <a:ext uri="{FF2B5EF4-FFF2-40B4-BE49-F238E27FC236}">
                      <a16:creationId xmlns:a16="http://schemas.microsoft.com/office/drawing/2014/main" id="{44CECDCB-FB41-2A3B-534E-4B9F2429589F}"/>
                    </a:ext>
                  </a:extLst>
                </p14:cNvPr>
                <p14:cNvContentPartPr/>
                <p14:nvPr/>
              </p14:nvContentPartPr>
              <p14:xfrm>
                <a:off x="5241398" y="444383"/>
                <a:ext cx="83160" cy="276840"/>
              </p14:xfrm>
            </p:contentPart>
          </mc:Choice>
          <mc:Fallback>
            <p:pic>
              <p:nvPicPr>
                <p:cNvPr id="134" name="Ink 133">
                  <a:extLst>
                    <a:ext uri="{FF2B5EF4-FFF2-40B4-BE49-F238E27FC236}">
                      <a16:creationId xmlns:a16="http://schemas.microsoft.com/office/drawing/2014/main" id="{44CECDCB-FB41-2A3B-534E-4B9F2429589F}"/>
                    </a:ext>
                  </a:extLst>
                </p:cNvPr>
                <p:cNvPicPr/>
                <p:nvPr/>
              </p:nvPicPr>
              <p:blipFill>
                <a:blip r:embed="rId45"/>
                <a:stretch>
                  <a:fillRect/>
                </a:stretch>
              </p:blipFill>
              <p:spPr>
                <a:xfrm>
                  <a:off x="5232398" y="435383"/>
                  <a:ext cx="100800" cy="29448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135" name="Ink 134">
                  <a:extLst>
                    <a:ext uri="{FF2B5EF4-FFF2-40B4-BE49-F238E27FC236}">
                      <a16:creationId xmlns:a16="http://schemas.microsoft.com/office/drawing/2014/main" id="{29B781DC-1F35-E607-3315-7800AB995C63}"/>
                    </a:ext>
                  </a:extLst>
                </p14:cNvPr>
                <p14:cNvContentPartPr/>
                <p14:nvPr/>
              </p14:nvContentPartPr>
              <p14:xfrm>
                <a:off x="5093438" y="682703"/>
                <a:ext cx="241200" cy="25560"/>
              </p14:xfrm>
            </p:contentPart>
          </mc:Choice>
          <mc:Fallback>
            <p:pic>
              <p:nvPicPr>
                <p:cNvPr id="135" name="Ink 134">
                  <a:extLst>
                    <a:ext uri="{FF2B5EF4-FFF2-40B4-BE49-F238E27FC236}">
                      <a16:creationId xmlns:a16="http://schemas.microsoft.com/office/drawing/2014/main" id="{29B781DC-1F35-E607-3315-7800AB995C63}"/>
                    </a:ext>
                  </a:extLst>
                </p:cNvPr>
                <p:cNvPicPr/>
                <p:nvPr/>
              </p:nvPicPr>
              <p:blipFill>
                <a:blip r:embed="rId47"/>
                <a:stretch>
                  <a:fillRect/>
                </a:stretch>
              </p:blipFill>
              <p:spPr>
                <a:xfrm>
                  <a:off x="5084438" y="673703"/>
                  <a:ext cx="258840" cy="4320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136" name="Ink 135">
                  <a:extLst>
                    <a:ext uri="{FF2B5EF4-FFF2-40B4-BE49-F238E27FC236}">
                      <a16:creationId xmlns:a16="http://schemas.microsoft.com/office/drawing/2014/main" id="{012448D5-AF12-C182-C43E-3AE4780F4584}"/>
                    </a:ext>
                  </a:extLst>
                </p14:cNvPr>
                <p14:cNvContentPartPr/>
                <p14:nvPr/>
              </p14:nvContentPartPr>
              <p14:xfrm>
                <a:off x="5198198" y="399743"/>
                <a:ext cx="105840" cy="88920"/>
              </p14:xfrm>
            </p:contentPart>
          </mc:Choice>
          <mc:Fallback>
            <p:pic>
              <p:nvPicPr>
                <p:cNvPr id="136" name="Ink 135">
                  <a:extLst>
                    <a:ext uri="{FF2B5EF4-FFF2-40B4-BE49-F238E27FC236}">
                      <a16:creationId xmlns:a16="http://schemas.microsoft.com/office/drawing/2014/main" id="{012448D5-AF12-C182-C43E-3AE4780F4584}"/>
                    </a:ext>
                  </a:extLst>
                </p:cNvPr>
                <p:cNvPicPr/>
                <p:nvPr/>
              </p:nvPicPr>
              <p:blipFill>
                <a:blip r:embed="rId49"/>
                <a:stretch>
                  <a:fillRect/>
                </a:stretch>
              </p:blipFill>
              <p:spPr>
                <a:xfrm>
                  <a:off x="5189198" y="391103"/>
                  <a:ext cx="123480" cy="10656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137" name="Ink 136">
                  <a:extLst>
                    <a:ext uri="{FF2B5EF4-FFF2-40B4-BE49-F238E27FC236}">
                      <a16:creationId xmlns:a16="http://schemas.microsoft.com/office/drawing/2014/main" id="{B005BEBB-D647-6B82-029C-15035DDA1BBE}"/>
                    </a:ext>
                  </a:extLst>
                </p14:cNvPr>
                <p14:cNvContentPartPr/>
                <p14:nvPr/>
              </p14:nvContentPartPr>
              <p14:xfrm>
                <a:off x="5322038" y="359063"/>
                <a:ext cx="75600" cy="151560"/>
              </p14:xfrm>
            </p:contentPart>
          </mc:Choice>
          <mc:Fallback>
            <p:pic>
              <p:nvPicPr>
                <p:cNvPr id="137" name="Ink 136">
                  <a:extLst>
                    <a:ext uri="{FF2B5EF4-FFF2-40B4-BE49-F238E27FC236}">
                      <a16:creationId xmlns:a16="http://schemas.microsoft.com/office/drawing/2014/main" id="{B005BEBB-D647-6B82-029C-15035DDA1BBE}"/>
                    </a:ext>
                  </a:extLst>
                </p:cNvPr>
                <p:cNvPicPr/>
                <p:nvPr/>
              </p:nvPicPr>
              <p:blipFill>
                <a:blip r:embed="rId51"/>
                <a:stretch>
                  <a:fillRect/>
                </a:stretch>
              </p:blipFill>
              <p:spPr>
                <a:xfrm>
                  <a:off x="5313038" y="350423"/>
                  <a:ext cx="9324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138" name="Ink 137">
                  <a:extLst>
                    <a:ext uri="{FF2B5EF4-FFF2-40B4-BE49-F238E27FC236}">
                      <a16:creationId xmlns:a16="http://schemas.microsoft.com/office/drawing/2014/main" id="{F60FA40E-A68E-AB95-1155-25C15C088662}"/>
                    </a:ext>
                  </a:extLst>
                </p14:cNvPr>
                <p14:cNvContentPartPr/>
                <p14:nvPr/>
              </p14:nvContentPartPr>
              <p14:xfrm>
                <a:off x="5410958" y="250343"/>
                <a:ext cx="118440" cy="339480"/>
              </p14:xfrm>
            </p:contentPart>
          </mc:Choice>
          <mc:Fallback>
            <p:pic>
              <p:nvPicPr>
                <p:cNvPr id="138" name="Ink 137">
                  <a:extLst>
                    <a:ext uri="{FF2B5EF4-FFF2-40B4-BE49-F238E27FC236}">
                      <a16:creationId xmlns:a16="http://schemas.microsoft.com/office/drawing/2014/main" id="{F60FA40E-A68E-AB95-1155-25C15C088662}"/>
                    </a:ext>
                  </a:extLst>
                </p:cNvPr>
                <p:cNvPicPr/>
                <p:nvPr/>
              </p:nvPicPr>
              <p:blipFill>
                <a:blip r:embed="rId53"/>
                <a:stretch>
                  <a:fillRect/>
                </a:stretch>
              </p:blipFill>
              <p:spPr>
                <a:xfrm>
                  <a:off x="5402318" y="241343"/>
                  <a:ext cx="136080" cy="35712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139" name="Ink 138">
                  <a:extLst>
                    <a:ext uri="{FF2B5EF4-FFF2-40B4-BE49-F238E27FC236}">
                      <a16:creationId xmlns:a16="http://schemas.microsoft.com/office/drawing/2014/main" id="{3137D98B-4FDB-917C-FB25-D358F2F3843D}"/>
                    </a:ext>
                  </a:extLst>
                </p14:cNvPr>
                <p14:cNvContentPartPr/>
                <p14:nvPr/>
              </p14:nvContentPartPr>
              <p14:xfrm>
                <a:off x="5561078" y="161063"/>
                <a:ext cx="216000" cy="618840"/>
              </p14:xfrm>
            </p:contentPart>
          </mc:Choice>
          <mc:Fallback>
            <p:pic>
              <p:nvPicPr>
                <p:cNvPr id="139" name="Ink 138">
                  <a:extLst>
                    <a:ext uri="{FF2B5EF4-FFF2-40B4-BE49-F238E27FC236}">
                      <a16:creationId xmlns:a16="http://schemas.microsoft.com/office/drawing/2014/main" id="{3137D98B-4FDB-917C-FB25-D358F2F3843D}"/>
                    </a:ext>
                  </a:extLst>
                </p:cNvPr>
                <p:cNvPicPr/>
                <p:nvPr/>
              </p:nvPicPr>
              <p:blipFill>
                <a:blip r:embed="rId55"/>
                <a:stretch>
                  <a:fillRect/>
                </a:stretch>
              </p:blipFill>
              <p:spPr>
                <a:xfrm>
                  <a:off x="5552438" y="152063"/>
                  <a:ext cx="233640" cy="636480"/>
                </a:xfrm>
                <a:prstGeom prst="rect">
                  <a:avLst/>
                </a:prstGeom>
              </p:spPr>
            </p:pic>
          </mc:Fallback>
        </mc:AlternateContent>
      </p:grpSp>
      <p:grpSp>
        <p:nvGrpSpPr>
          <p:cNvPr id="148" name="Group 147">
            <a:extLst>
              <a:ext uri="{FF2B5EF4-FFF2-40B4-BE49-F238E27FC236}">
                <a16:creationId xmlns:a16="http://schemas.microsoft.com/office/drawing/2014/main" id="{F565472D-5448-2D50-FEDE-F4F10D3F56A3}"/>
              </a:ext>
            </a:extLst>
          </p:cNvPr>
          <p:cNvGrpSpPr/>
          <p:nvPr/>
        </p:nvGrpSpPr>
        <p:grpSpPr>
          <a:xfrm>
            <a:off x="6000278" y="298583"/>
            <a:ext cx="1532160" cy="369720"/>
            <a:chOff x="6000278" y="298583"/>
            <a:chExt cx="1532160" cy="369720"/>
          </a:xfrm>
        </p:grpSpPr>
        <mc:AlternateContent xmlns:mc="http://schemas.openxmlformats.org/markup-compatibility/2006">
          <mc:Choice xmlns:p14="http://schemas.microsoft.com/office/powerpoint/2010/main" Requires="p14">
            <p:contentPart p14:bwMode="auto" r:id="rId56">
              <p14:nvContentPartPr>
                <p14:cNvPr id="141" name="Ink 140">
                  <a:extLst>
                    <a:ext uri="{FF2B5EF4-FFF2-40B4-BE49-F238E27FC236}">
                      <a16:creationId xmlns:a16="http://schemas.microsoft.com/office/drawing/2014/main" id="{A89D4FA9-3003-59B1-4D5D-F05CB87DF8C1}"/>
                    </a:ext>
                  </a:extLst>
                </p14:cNvPr>
                <p14:cNvContentPartPr/>
                <p14:nvPr/>
              </p14:nvContentPartPr>
              <p14:xfrm>
                <a:off x="6000278" y="328823"/>
                <a:ext cx="294480" cy="220680"/>
              </p14:xfrm>
            </p:contentPart>
          </mc:Choice>
          <mc:Fallback>
            <p:pic>
              <p:nvPicPr>
                <p:cNvPr id="141" name="Ink 140">
                  <a:extLst>
                    <a:ext uri="{FF2B5EF4-FFF2-40B4-BE49-F238E27FC236}">
                      <a16:creationId xmlns:a16="http://schemas.microsoft.com/office/drawing/2014/main" id="{A89D4FA9-3003-59B1-4D5D-F05CB87DF8C1}"/>
                    </a:ext>
                  </a:extLst>
                </p:cNvPr>
                <p:cNvPicPr/>
                <p:nvPr/>
              </p:nvPicPr>
              <p:blipFill>
                <a:blip r:embed="rId57"/>
                <a:stretch>
                  <a:fillRect/>
                </a:stretch>
              </p:blipFill>
              <p:spPr>
                <a:xfrm>
                  <a:off x="5991278" y="319823"/>
                  <a:ext cx="312120" cy="23832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142" name="Ink 141">
                  <a:extLst>
                    <a:ext uri="{FF2B5EF4-FFF2-40B4-BE49-F238E27FC236}">
                      <a16:creationId xmlns:a16="http://schemas.microsoft.com/office/drawing/2014/main" id="{20B2AD34-D878-46B7-0642-A8B24F22203D}"/>
                    </a:ext>
                  </a:extLst>
                </p14:cNvPr>
                <p14:cNvContentPartPr/>
                <p14:nvPr/>
              </p14:nvContentPartPr>
              <p14:xfrm>
                <a:off x="6336518" y="376343"/>
                <a:ext cx="128160" cy="194040"/>
              </p14:xfrm>
            </p:contentPart>
          </mc:Choice>
          <mc:Fallback>
            <p:pic>
              <p:nvPicPr>
                <p:cNvPr id="142" name="Ink 141">
                  <a:extLst>
                    <a:ext uri="{FF2B5EF4-FFF2-40B4-BE49-F238E27FC236}">
                      <a16:creationId xmlns:a16="http://schemas.microsoft.com/office/drawing/2014/main" id="{20B2AD34-D878-46B7-0642-A8B24F22203D}"/>
                    </a:ext>
                  </a:extLst>
                </p:cNvPr>
                <p:cNvPicPr/>
                <p:nvPr/>
              </p:nvPicPr>
              <p:blipFill>
                <a:blip r:embed="rId59"/>
                <a:stretch>
                  <a:fillRect/>
                </a:stretch>
              </p:blipFill>
              <p:spPr>
                <a:xfrm>
                  <a:off x="6327518" y="367703"/>
                  <a:ext cx="14580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143" name="Ink 142">
                  <a:extLst>
                    <a:ext uri="{FF2B5EF4-FFF2-40B4-BE49-F238E27FC236}">
                      <a16:creationId xmlns:a16="http://schemas.microsoft.com/office/drawing/2014/main" id="{1E0A7201-F6D4-25FF-C4CA-981E881AD303}"/>
                    </a:ext>
                  </a:extLst>
                </p14:cNvPr>
                <p14:cNvContentPartPr/>
                <p14:nvPr/>
              </p14:nvContentPartPr>
              <p14:xfrm>
                <a:off x="6528398" y="298583"/>
                <a:ext cx="128160" cy="295920"/>
              </p14:xfrm>
            </p:contentPart>
          </mc:Choice>
          <mc:Fallback>
            <p:pic>
              <p:nvPicPr>
                <p:cNvPr id="143" name="Ink 142">
                  <a:extLst>
                    <a:ext uri="{FF2B5EF4-FFF2-40B4-BE49-F238E27FC236}">
                      <a16:creationId xmlns:a16="http://schemas.microsoft.com/office/drawing/2014/main" id="{1E0A7201-F6D4-25FF-C4CA-981E881AD303}"/>
                    </a:ext>
                  </a:extLst>
                </p:cNvPr>
                <p:cNvPicPr/>
                <p:nvPr/>
              </p:nvPicPr>
              <p:blipFill>
                <a:blip r:embed="rId61"/>
                <a:stretch>
                  <a:fillRect/>
                </a:stretch>
              </p:blipFill>
              <p:spPr>
                <a:xfrm>
                  <a:off x="6519398" y="289583"/>
                  <a:ext cx="145800" cy="31356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144" name="Ink 143">
                  <a:extLst>
                    <a:ext uri="{FF2B5EF4-FFF2-40B4-BE49-F238E27FC236}">
                      <a16:creationId xmlns:a16="http://schemas.microsoft.com/office/drawing/2014/main" id="{597C511A-D027-CB83-1827-80821D55CAD1}"/>
                    </a:ext>
                  </a:extLst>
                </p14:cNvPr>
                <p14:cNvContentPartPr/>
                <p14:nvPr/>
              </p14:nvContentPartPr>
              <p14:xfrm>
                <a:off x="6733598" y="372383"/>
                <a:ext cx="143280" cy="246240"/>
              </p14:xfrm>
            </p:contentPart>
          </mc:Choice>
          <mc:Fallback>
            <p:pic>
              <p:nvPicPr>
                <p:cNvPr id="144" name="Ink 143">
                  <a:extLst>
                    <a:ext uri="{FF2B5EF4-FFF2-40B4-BE49-F238E27FC236}">
                      <a16:creationId xmlns:a16="http://schemas.microsoft.com/office/drawing/2014/main" id="{597C511A-D027-CB83-1827-80821D55CAD1}"/>
                    </a:ext>
                  </a:extLst>
                </p:cNvPr>
                <p:cNvPicPr/>
                <p:nvPr/>
              </p:nvPicPr>
              <p:blipFill>
                <a:blip r:embed="rId63"/>
                <a:stretch>
                  <a:fillRect/>
                </a:stretch>
              </p:blipFill>
              <p:spPr>
                <a:xfrm>
                  <a:off x="6724598" y="363383"/>
                  <a:ext cx="160920" cy="26388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145" name="Ink 144">
                  <a:extLst>
                    <a:ext uri="{FF2B5EF4-FFF2-40B4-BE49-F238E27FC236}">
                      <a16:creationId xmlns:a16="http://schemas.microsoft.com/office/drawing/2014/main" id="{FD499132-AD17-BCF4-1182-558B853A92DE}"/>
                    </a:ext>
                  </a:extLst>
                </p14:cNvPr>
                <p14:cNvContentPartPr/>
                <p14:nvPr/>
              </p14:nvContentPartPr>
              <p14:xfrm>
                <a:off x="6964358" y="467063"/>
                <a:ext cx="93600" cy="158400"/>
              </p14:xfrm>
            </p:contentPart>
          </mc:Choice>
          <mc:Fallback>
            <p:pic>
              <p:nvPicPr>
                <p:cNvPr id="145" name="Ink 144">
                  <a:extLst>
                    <a:ext uri="{FF2B5EF4-FFF2-40B4-BE49-F238E27FC236}">
                      <a16:creationId xmlns:a16="http://schemas.microsoft.com/office/drawing/2014/main" id="{FD499132-AD17-BCF4-1182-558B853A92DE}"/>
                    </a:ext>
                  </a:extLst>
                </p:cNvPr>
                <p:cNvPicPr/>
                <p:nvPr/>
              </p:nvPicPr>
              <p:blipFill>
                <a:blip r:embed="rId65"/>
                <a:stretch>
                  <a:fillRect/>
                </a:stretch>
              </p:blipFill>
              <p:spPr>
                <a:xfrm>
                  <a:off x="6955358" y="458423"/>
                  <a:ext cx="111240" cy="17604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146" name="Ink 145">
                  <a:extLst>
                    <a:ext uri="{FF2B5EF4-FFF2-40B4-BE49-F238E27FC236}">
                      <a16:creationId xmlns:a16="http://schemas.microsoft.com/office/drawing/2014/main" id="{0BD9E288-5FAA-5B32-60DF-B7A62FD272B7}"/>
                    </a:ext>
                  </a:extLst>
                </p14:cNvPr>
                <p14:cNvContentPartPr/>
                <p14:nvPr/>
              </p14:nvContentPartPr>
              <p14:xfrm>
                <a:off x="7176758" y="437543"/>
                <a:ext cx="127440" cy="195840"/>
              </p14:xfrm>
            </p:contentPart>
          </mc:Choice>
          <mc:Fallback>
            <p:pic>
              <p:nvPicPr>
                <p:cNvPr id="146" name="Ink 145">
                  <a:extLst>
                    <a:ext uri="{FF2B5EF4-FFF2-40B4-BE49-F238E27FC236}">
                      <a16:creationId xmlns:a16="http://schemas.microsoft.com/office/drawing/2014/main" id="{0BD9E288-5FAA-5B32-60DF-B7A62FD272B7}"/>
                    </a:ext>
                  </a:extLst>
                </p:cNvPr>
                <p:cNvPicPr/>
                <p:nvPr/>
              </p:nvPicPr>
              <p:blipFill>
                <a:blip r:embed="rId67"/>
                <a:stretch>
                  <a:fillRect/>
                </a:stretch>
              </p:blipFill>
              <p:spPr>
                <a:xfrm>
                  <a:off x="7167758" y="428903"/>
                  <a:ext cx="145080" cy="21348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147" name="Ink 146">
                  <a:extLst>
                    <a:ext uri="{FF2B5EF4-FFF2-40B4-BE49-F238E27FC236}">
                      <a16:creationId xmlns:a16="http://schemas.microsoft.com/office/drawing/2014/main" id="{04544590-4A3A-59B6-5076-332FB95BC1E7}"/>
                    </a:ext>
                  </a:extLst>
                </p14:cNvPr>
                <p14:cNvContentPartPr/>
                <p14:nvPr/>
              </p14:nvContentPartPr>
              <p14:xfrm>
                <a:off x="7339838" y="361583"/>
                <a:ext cx="192600" cy="306720"/>
              </p14:xfrm>
            </p:contentPart>
          </mc:Choice>
          <mc:Fallback>
            <p:pic>
              <p:nvPicPr>
                <p:cNvPr id="147" name="Ink 146">
                  <a:extLst>
                    <a:ext uri="{FF2B5EF4-FFF2-40B4-BE49-F238E27FC236}">
                      <a16:creationId xmlns:a16="http://schemas.microsoft.com/office/drawing/2014/main" id="{04544590-4A3A-59B6-5076-332FB95BC1E7}"/>
                    </a:ext>
                  </a:extLst>
                </p:cNvPr>
                <p:cNvPicPr/>
                <p:nvPr/>
              </p:nvPicPr>
              <p:blipFill>
                <a:blip r:embed="rId69"/>
                <a:stretch>
                  <a:fillRect/>
                </a:stretch>
              </p:blipFill>
              <p:spPr>
                <a:xfrm>
                  <a:off x="7330838" y="352943"/>
                  <a:ext cx="210240" cy="324360"/>
                </a:xfrm>
                <a:prstGeom prst="rect">
                  <a:avLst/>
                </a:prstGeom>
              </p:spPr>
            </p:pic>
          </mc:Fallback>
        </mc:AlternateContent>
      </p:grpSp>
      <p:grpSp>
        <p:nvGrpSpPr>
          <p:cNvPr id="156" name="Group 155">
            <a:extLst>
              <a:ext uri="{FF2B5EF4-FFF2-40B4-BE49-F238E27FC236}">
                <a16:creationId xmlns:a16="http://schemas.microsoft.com/office/drawing/2014/main" id="{C47558E0-2819-C7A2-D336-9C9D1AD93C98}"/>
              </a:ext>
            </a:extLst>
          </p:cNvPr>
          <p:cNvGrpSpPr/>
          <p:nvPr/>
        </p:nvGrpSpPr>
        <p:grpSpPr>
          <a:xfrm>
            <a:off x="8486798" y="1270943"/>
            <a:ext cx="2763000" cy="1333440"/>
            <a:chOff x="8486798" y="1270943"/>
            <a:chExt cx="2763000" cy="1333440"/>
          </a:xfrm>
        </p:grpSpPr>
        <mc:AlternateContent xmlns:mc="http://schemas.openxmlformats.org/markup-compatibility/2006">
          <mc:Choice xmlns:p14="http://schemas.microsoft.com/office/powerpoint/2010/main" Requires="p14">
            <p:contentPart p14:bwMode="auto" r:id="rId70">
              <p14:nvContentPartPr>
                <p14:cNvPr id="149" name="Ink 148">
                  <a:extLst>
                    <a:ext uri="{FF2B5EF4-FFF2-40B4-BE49-F238E27FC236}">
                      <a16:creationId xmlns:a16="http://schemas.microsoft.com/office/drawing/2014/main" id="{A57B52A3-A8F0-CE06-1A73-EAE5308AE286}"/>
                    </a:ext>
                  </a:extLst>
                </p14:cNvPr>
                <p14:cNvContentPartPr/>
                <p14:nvPr/>
              </p14:nvContentPartPr>
              <p14:xfrm>
                <a:off x="8486798" y="1270943"/>
                <a:ext cx="2763000" cy="1333440"/>
              </p14:xfrm>
            </p:contentPart>
          </mc:Choice>
          <mc:Fallback>
            <p:pic>
              <p:nvPicPr>
                <p:cNvPr id="149" name="Ink 148">
                  <a:extLst>
                    <a:ext uri="{FF2B5EF4-FFF2-40B4-BE49-F238E27FC236}">
                      <a16:creationId xmlns:a16="http://schemas.microsoft.com/office/drawing/2014/main" id="{A57B52A3-A8F0-CE06-1A73-EAE5308AE286}"/>
                    </a:ext>
                  </a:extLst>
                </p:cNvPr>
                <p:cNvPicPr/>
                <p:nvPr/>
              </p:nvPicPr>
              <p:blipFill>
                <a:blip r:embed="rId71"/>
                <a:stretch>
                  <a:fillRect/>
                </a:stretch>
              </p:blipFill>
              <p:spPr>
                <a:xfrm>
                  <a:off x="8477798" y="1261943"/>
                  <a:ext cx="2780640" cy="135108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150" name="Ink 149">
                  <a:extLst>
                    <a:ext uri="{FF2B5EF4-FFF2-40B4-BE49-F238E27FC236}">
                      <a16:creationId xmlns:a16="http://schemas.microsoft.com/office/drawing/2014/main" id="{144F8E32-3665-651E-1EC1-4AF8EEF21C34}"/>
                    </a:ext>
                  </a:extLst>
                </p14:cNvPr>
                <p14:cNvContentPartPr/>
                <p14:nvPr/>
              </p14:nvContentPartPr>
              <p14:xfrm>
                <a:off x="8927798" y="1647143"/>
                <a:ext cx="308520" cy="302400"/>
              </p14:xfrm>
            </p:contentPart>
          </mc:Choice>
          <mc:Fallback>
            <p:pic>
              <p:nvPicPr>
                <p:cNvPr id="150" name="Ink 149">
                  <a:extLst>
                    <a:ext uri="{FF2B5EF4-FFF2-40B4-BE49-F238E27FC236}">
                      <a16:creationId xmlns:a16="http://schemas.microsoft.com/office/drawing/2014/main" id="{144F8E32-3665-651E-1EC1-4AF8EEF21C34}"/>
                    </a:ext>
                  </a:extLst>
                </p:cNvPr>
                <p:cNvPicPr/>
                <p:nvPr/>
              </p:nvPicPr>
              <p:blipFill>
                <a:blip r:embed="rId73"/>
                <a:stretch>
                  <a:fillRect/>
                </a:stretch>
              </p:blipFill>
              <p:spPr>
                <a:xfrm>
                  <a:off x="8918798" y="1638143"/>
                  <a:ext cx="326160" cy="3200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151" name="Ink 150">
                  <a:extLst>
                    <a:ext uri="{FF2B5EF4-FFF2-40B4-BE49-F238E27FC236}">
                      <a16:creationId xmlns:a16="http://schemas.microsoft.com/office/drawing/2014/main" id="{D7F83366-1996-CE3F-C10B-8E79FD591031}"/>
                    </a:ext>
                  </a:extLst>
                </p14:cNvPr>
                <p14:cNvContentPartPr/>
                <p14:nvPr/>
              </p14:nvContentPartPr>
              <p14:xfrm>
                <a:off x="9338198" y="1679183"/>
                <a:ext cx="6840" cy="204120"/>
              </p14:xfrm>
            </p:contentPart>
          </mc:Choice>
          <mc:Fallback>
            <p:pic>
              <p:nvPicPr>
                <p:cNvPr id="151" name="Ink 150">
                  <a:extLst>
                    <a:ext uri="{FF2B5EF4-FFF2-40B4-BE49-F238E27FC236}">
                      <a16:creationId xmlns:a16="http://schemas.microsoft.com/office/drawing/2014/main" id="{D7F83366-1996-CE3F-C10B-8E79FD591031}"/>
                    </a:ext>
                  </a:extLst>
                </p:cNvPr>
                <p:cNvPicPr/>
                <p:nvPr/>
              </p:nvPicPr>
              <p:blipFill>
                <a:blip r:embed="rId75"/>
                <a:stretch>
                  <a:fillRect/>
                </a:stretch>
              </p:blipFill>
              <p:spPr>
                <a:xfrm>
                  <a:off x="9329198" y="1670543"/>
                  <a:ext cx="2448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152" name="Ink 151">
                  <a:extLst>
                    <a:ext uri="{FF2B5EF4-FFF2-40B4-BE49-F238E27FC236}">
                      <a16:creationId xmlns:a16="http://schemas.microsoft.com/office/drawing/2014/main" id="{12AA02D7-8485-AE2E-7777-A4CE15F6FD25}"/>
                    </a:ext>
                  </a:extLst>
                </p14:cNvPr>
                <p14:cNvContentPartPr/>
                <p14:nvPr/>
              </p14:nvContentPartPr>
              <p14:xfrm>
                <a:off x="9556718" y="1661183"/>
                <a:ext cx="150120" cy="354240"/>
              </p14:xfrm>
            </p:contentPart>
          </mc:Choice>
          <mc:Fallback>
            <p:pic>
              <p:nvPicPr>
                <p:cNvPr id="152" name="Ink 151">
                  <a:extLst>
                    <a:ext uri="{FF2B5EF4-FFF2-40B4-BE49-F238E27FC236}">
                      <a16:creationId xmlns:a16="http://schemas.microsoft.com/office/drawing/2014/main" id="{12AA02D7-8485-AE2E-7777-A4CE15F6FD25}"/>
                    </a:ext>
                  </a:extLst>
                </p:cNvPr>
                <p:cNvPicPr/>
                <p:nvPr/>
              </p:nvPicPr>
              <p:blipFill>
                <a:blip r:embed="rId77"/>
                <a:stretch>
                  <a:fillRect/>
                </a:stretch>
              </p:blipFill>
              <p:spPr>
                <a:xfrm>
                  <a:off x="9547718" y="1652183"/>
                  <a:ext cx="167760" cy="3718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153" name="Ink 152">
                  <a:extLst>
                    <a:ext uri="{FF2B5EF4-FFF2-40B4-BE49-F238E27FC236}">
                      <a16:creationId xmlns:a16="http://schemas.microsoft.com/office/drawing/2014/main" id="{DE0CB958-092B-84AC-5CC1-14963B8039CD}"/>
                    </a:ext>
                  </a:extLst>
                </p14:cNvPr>
                <p14:cNvContentPartPr/>
                <p14:nvPr/>
              </p14:nvContentPartPr>
              <p14:xfrm>
                <a:off x="9819878" y="1829663"/>
                <a:ext cx="147600" cy="200160"/>
              </p14:xfrm>
            </p:contentPart>
          </mc:Choice>
          <mc:Fallback>
            <p:pic>
              <p:nvPicPr>
                <p:cNvPr id="153" name="Ink 152">
                  <a:extLst>
                    <a:ext uri="{FF2B5EF4-FFF2-40B4-BE49-F238E27FC236}">
                      <a16:creationId xmlns:a16="http://schemas.microsoft.com/office/drawing/2014/main" id="{DE0CB958-092B-84AC-5CC1-14963B8039CD}"/>
                    </a:ext>
                  </a:extLst>
                </p:cNvPr>
                <p:cNvPicPr/>
                <p:nvPr/>
              </p:nvPicPr>
              <p:blipFill>
                <a:blip r:embed="rId79"/>
                <a:stretch>
                  <a:fillRect/>
                </a:stretch>
              </p:blipFill>
              <p:spPr>
                <a:xfrm>
                  <a:off x="9810878" y="1820663"/>
                  <a:ext cx="165240" cy="21780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154" name="Ink 153">
                  <a:extLst>
                    <a:ext uri="{FF2B5EF4-FFF2-40B4-BE49-F238E27FC236}">
                      <a16:creationId xmlns:a16="http://schemas.microsoft.com/office/drawing/2014/main" id="{39D35EDB-D9F3-34BA-6087-A0068B600703}"/>
                    </a:ext>
                  </a:extLst>
                </p14:cNvPr>
                <p14:cNvContentPartPr/>
                <p14:nvPr/>
              </p14:nvContentPartPr>
              <p14:xfrm>
                <a:off x="10126598" y="1822463"/>
                <a:ext cx="32040" cy="220320"/>
              </p14:xfrm>
            </p:contentPart>
          </mc:Choice>
          <mc:Fallback>
            <p:pic>
              <p:nvPicPr>
                <p:cNvPr id="154" name="Ink 153">
                  <a:extLst>
                    <a:ext uri="{FF2B5EF4-FFF2-40B4-BE49-F238E27FC236}">
                      <a16:creationId xmlns:a16="http://schemas.microsoft.com/office/drawing/2014/main" id="{39D35EDB-D9F3-34BA-6087-A0068B600703}"/>
                    </a:ext>
                  </a:extLst>
                </p:cNvPr>
                <p:cNvPicPr/>
                <p:nvPr/>
              </p:nvPicPr>
              <p:blipFill>
                <a:blip r:embed="rId81"/>
                <a:stretch>
                  <a:fillRect/>
                </a:stretch>
              </p:blipFill>
              <p:spPr>
                <a:xfrm>
                  <a:off x="10117598" y="1813463"/>
                  <a:ext cx="49680" cy="23796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155" name="Ink 154">
                  <a:extLst>
                    <a:ext uri="{FF2B5EF4-FFF2-40B4-BE49-F238E27FC236}">
                      <a16:creationId xmlns:a16="http://schemas.microsoft.com/office/drawing/2014/main" id="{F902ACC6-8E26-A4D8-F011-2F3E5833C2BC}"/>
                    </a:ext>
                  </a:extLst>
                </p14:cNvPr>
                <p14:cNvContentPartPr/>
                <p14:nvPr/>
              </p14:nvContentPartPr>
              <p14:xfrm>
                <a:off x="10145678" y="1778543"/>
                <a:ext cx="178920" cy="246600"/>
              </p14:xfrm>
            </p:contentPart>
          </mc:Choice>
          <mc:Fallback>
            <p:pic>
              <p:nvPicPr>
                <p:cNvPr id="155" name="Ink 154">
                  <a:extLst>
                    <a:ext uri="{FF2B5EF4-FFF2-40B4-BE49-F238E27FC236}">
                      <a16:creationId xmlns:a16="http://schemas.microsoft.com/office/drawing/2014/main" id="{F902ACC6-8E26-A4D8-F011-2F3E5833C2BC}"/>
                    </a:ext>
                  </a:extLst>
                </p:cNvPr>
                <p:cNvPicPr/>
                <p:nvPr/>
              </p:nvPicPr>
              <p:blipFill>
                <a:blip r:embed="rId83"/>
                <a:stretch>
                  <a:fillRect/>
                </a:stretch>
              </p:blipFill>
              <p:spPr>
                <a:xfrm>
                  <a:off x="10136678" y="1769903"/>
                  <a:ext cx="196560" cy="264240"/>
                </a:xfrm>
                <a:prstGeom prst="rect">
                  <a:avLst/>
                </a:prstGeom>
              </p:spPr>
            </p:pic>
          </mc:Fallback>
        </mc:AlternateContent>
      </p:grpSp>
      <p:grpSp>
        <p:nvGrpSpPr>
          <p:cNvPr id="163" name="Group 162">
            <a:extLst>
              <a:ext uri="{FF2B5EF4-FFF2-40B4-BE49-F238E27FC236}">
                <a16:creationId xmlns:a16="http://schemas.microsoft.com/office/drawing/2014/main" id="{25A240DD-AAB0-361C-C0FF-33FA17C247C9}"/>
              </a:ext>
            </a:extLst>
          </p:cNvPr>
          <p:cNvGrpSpPr/>
          <p:nvPr/>
        </p:nvGrpSpPr>
        <p:grpSpPr>
          <a:xfrm>
            <a:off x="9342878" y="832823"/>
            <a:ext cx="502200" cy="520200"/>
            <a:chOff x="9342878" y="832823"/>
            <a:chExt cx="502200" cy="520200"/>
          </a:xfrm>
        </p:grpSpPr>
        <mc:AlternateContent xmlns:mc="http://schemas.openxmlformats.org/markup-compatibility/2006">
          <mc:Choice xmlns:p14="http://schemas.microsoft.com/office/powerpoint/2010/main" Requires="p14">
            <p:contentPart p14:bwMode="auto" r:id="rId84">
              <p14:nvContentPartPr>
                <p14:cNvPr id="157" name="Ink 156">
                  <a:extLst>
                    <a:ext uri="{FF2B5EF4-FFF2-40B4-BE49-F238E27FC236}">
                      <a16:creationId xmlns:a16="http://schemas.microsoft.com/office/drawing/2014/main" id="{88CCA256-E009-6C13-745B-39CC0FF09678}"/>
                    </a:ext>
                  </a:extLst>
                </p14:cNvPr>
                <p14:cNvContentPartPr/>
                <p14:nvPr/>
              </p14:nvContentPartPr>
              <p14:xfrm>
                <a:off x="9658958" y="1163303"/>
                <a:ext cx="101880" cy="176040"/>
              </p14:xfrm>
            </p:contentPart>
          </mc:Choice>
          <mc:Fallback>
            <p:pic>
              <p:nvPicPr>
                <p:cNvPr id="157" name="Ink 156">
                  <a:extLst>
                    <a:ext uri="{FF2B5EF4-FFF2-40B4-BE49-F238E27FC236}">
                      <a16:creationId xmlns:a16="http://schemas.microsoft.com/office/drawing/2014/main" id="{88CCA256-E009-6C13-745B-39CC0FF09678}"/>
                    </a:ext>
                  </a:extLst>
                </p:cNvPr>
                <p:cNvPicPr/>
                <p:nvPr/>
              </p:nvPicPr>
              <p:blipFill>
                <a:blip r:embed="rId85"/>
                <a:stretch>
                  <a:fillRect/>
                </a:stretch>
              </p:blipFill>
              <p:spPr>
                <a:xfrm>
                  <a:off x="9649958" y="1154663"/>
                  <a:ext cx="119520" cy="19368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158" name="Ink 157">
                  <a:extLst>
                    <a:ext uri="{FF2B5EF4-FFF2-40B4-BE49-F238E27FC236}">
                      <a16:creationId xmlns:a16="http://schemas.microsoft.com/office/drawing/2014/main" id="{6A91B96C-8533-C5F0-61A2-9D5DF879C7BE}"/>
                    </a:ext>
                  </a:extLst>
                </p14:cNvPr>
                <p14:cNvContentPartPr/>
                <p14:nvPr/>
              </p14:nvContentPartPr>
              <p14:xfrm>
                <a:off x="9719798" y="1171943"/>
                <a:ext cx="125280" cy="181080"/>
              </p14:xfrm>
            </p:contentPart>
          </mc:Choice>
          <mc:Fallback>
            <p:pic>
              <p:nvPicPr>
                <p:cNvPr id="158" name="Ink 157">
                  <a:extLst>
                    <a:ext uri="{FF2B5EF4-FFF2-40B4-BE49-F238E27FC236}">
                      <a16:creationId xmlns:a16="http://schemas.microsoft.com/office/drawing/2014/main" id="{6A91B96C-8533-C5F0-61A2-9D5DF879C7BE}"/>
                    </a:ext>
                  </a:extLst>
                </p:cNvPr>
                <p:cNvPicPr/>
                <p:nvPr/>
              </p:nvPicPr>
              <p:blipFill>
                <a:blip r:embed="rId87"/>
                <a:stretch>
                  <a:fillRect/>
                </a:stretch>
              </p:blipFill>
              <p:spPr>
                <a:xfrm>
                  <a:off x="9711158" y="1163303"/>
                  <a:ext cx="14292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159" name="Ink 158">
                  <a:extLst>
                    <a:ext uri="{FF2B5EF4-FFF2-40B4-BE49-F238E27FC236}">
                      <a16:creationId xmlns:a16="http://schemas.microsoft.com/office/drawing/2014/main" id="{7AB537C4-14BE-538A-9A1B-D55A393216F4}"/>
                    </a:ext>
                  </a:extLst>
                </p14:cNvPr>
                <p14:cNvContentPartPr/>
                <p14:nvPr/>
              </p14:nvContentPartPr>
              <p14:xfrm>
                <a:off x="9702878" y="1166903"/>
                <a:ext cx="100440" cy="104400"/>
              </p14:xfrm>
            </p:contentPart>
          </mc:Choice>
          <mc:Fallback>
            <p:pic>
              <p:nvPicPr>
                <p:cNvPr id="159" name="Ink 158">
                  <a:extLst>
                    <a:ext uri="{FF2B5EF4-FFF2-40B4-BE49-F238E27FC236}">
                      <a16:creationId xmlns:a16="http://schemas.microsoft.com/office/drawing/2014/main" id="{7AB537C4-14BE-538A-9A1B-D55A393216F4}"/>
                    </a:ext>
                  </a:extLst>
                </p:cNvPr>
                <p:cNvPicPr/>
                <p:nvPr/>
              </p:nvPicPr>
              <p:blipFill>
                <a:blip r:embed="rId89"/>
                <a:stretch>
                  <a:fillRect/>
                </a:stretch>
              </p:blipFill>
              <p:spPr>
                <a:xfrm>
                  <a:off x="9693878" y="1158263"/>
                  <a:ext cx="118080" cy="122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160" name="Ink 159">
                  <a:extLst>
                    <a:ext uri="{FF2B5EF4-FFF2-40B4-BE49-F238E27FC236}">
                      <a16:creationId xmlns:a16="http://schemas.microsoft.com/office/drawing/2014/main" id="{486F2863-F09C-FFF5-56D0-A30B8E3474CF}"/>
                    </a:ext>
                  </a:extLst>
                </p14:cNvPr>
                <p14:cNvContentPartPr/>
                <p14:nvPr/>
              </p14:nvContentPartPr>
              <p14:xfrm>
                <a:off x="9555278" y="1014263"/>
                <a:ext cx="75960" cy="182880"/>
              </p14:xfrm>
            </p:contentPart>
          </mc:Choice>
          <mc:Fallback>
            <p:pic>
              <p:nvPicPr>
                <p:cNvPr id="160" name="Ink 159">
                  <a:extLst>
                    <a:ext uri="{FF2B5EF4-FFF2-40B4-BE49-F238E27FC236}">
                      <a16:creationId xmlns:a16="http://schemas.microsoft.com/office/drawing/2014/main" id="{486F2863-F09C-FFF5-56D0-A30B8E3474CF}"/>
                    </a:ext>
                  </a:extLst>
                </p:cNvPr>
                <p:cNvPicPr/>
                <p:nvPr/>
              </p:nvPicPr>
              <p:blipFill>
                <a:blip r:embed="rId91"/>
                <a:stretch>
                  <a:fillRect/>
                </a:stretch>
              </p:blipFill>
              <p:spPr>
                <a:xfrm>
                  <a:off x="9546638" y="1005623"/>
                  <a:ext cx="93600" cy="20052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161" name="Ink 160">
                  <a:extLst>
                    <a:ext uri="{FF2B5EF4-FFF2-40B4-BE49-F238E27FC236}">
                      <a16:creationId xmlns:a16="http://schemas.microsoft.com/office/drawing/2014/main" id="{CAF160D1-C100-6217-365C-BDEF714D6781}"/>
                    </a:ext>
                  </a:extLst>
                </p14:cNvPr>
                <p14:cNvContentPartPr/>
                <p14:nvPr/>
              </p14:nvContentPartPr>
              <p14:xfrm>
                <a:off x="9688478" y="981863"/>
                <a:ext cx="106560" cy="242640"/>
              </p14:xfrm>
            </p:contentPart>
          </mc:Choice>
          <mc:Fallback>
            <p:pic>
              <p:nvPicPr>
                <p:cNvPr id="161" name="Ink 160">
                  <a:extLst>
                    <a:ext uri="{FF2B5EF4-FFF2-40B4-BE49-F238E27FC236}">
                      <a16:creationId xmlns:a16="http://schemas.microsoft.com/office/drawing/2014/main" id="{CAF160D1-C100-6217-365C-BDEF714D6781}"/>
                    </a:ext>
                  </a:extLst>
                </p:cNvPr>
                <p:cNvPicPr/>
                <p:nvPr/>
              </p:nvPicPr>
              <p:blipFill>
                <a:blip r:embed="rId93"/>
                <a:stretch>
                  <a:fillRect/>
                </a:stretch>
              </p:blipFill>
              <p:spPr>
                <a:xfrm>
                  <a:off x="9679478" y="972863"/>
                  <a:ext cx="124200" cy="26028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162" name="Ink 161">
                  <a:extLst>
                    <a:ext uri="{FF2B5EF4-FFF2-40B4-BE49-F238E27FC236}">
                      <a16:creationId xmlns:a16="http://schemas.microsoft.com/office/drawing/2014/main" id="{350917D2-7FFC-F17F-D54E-2AB201A670DB}"/>
                    </a:ext>
                  </a:extLst>
                </p14:cNvPr>
                <p14:cNvContentPartPr/>
                <p14:nvPr/>
              </p14:nvContentPartPr>
              <p14:xfrm>
                <a:off x="9342878" y="832823"/>
                <a:ext cx="106560" cy="420840"/>
              </p14:xfrm>
            </p:contentPart>
          </mc:Choice>
          <mc:Fallback>
            <p:pic>
              <p:nvPicPr>
                <p:cNvPr id="162" name="Ink 161">
                  <a:extLst>
                    <a:ext uri="{FF2B5EF4-FFF2-40B4-BE49-F238E27FC236}">
                      <a16:creationId xmlns:a16="http://schemas.microsoft.com/office/drawing/2014/main" id="{350917D2-7FFC-F17F-D54E-2AB201A670DB}"/>
                    </a:ext>
                  </a:extLst>
                </p:cNvPr>
                <p:cNvPicPr/>
                <p:nvPr/>
              </p:nvPicPr>
              <p:blipFill>
                <a:blip r:embed="rId95"/>
                <a:stretch>
                  <a:fillRect/>
                </a:stretch>
              </p:blipFill>
              <p:spPr>
                <a:xfrm>
                  <a:off x="9333878" y="824183"/>
                  <a:ext cx="124200" cy="438480"/>
                </a:xfrm>
                <a:prstGeom prst="rect">
                  <a:avLst/>
                </a:prstGeom>
              </p:spPr>
            </p:pic>
          </mc:Fallback>
        </mc:AlternateContent>
      </p:grpSp>
      <p:grpSp>
        <p:nvGrpSpPr>
          <p:cNvPr id="198" name="Group 197">
            <a:extLst>
              <a:ext uri="{FF2B5EF4-FFF2-40B4-BE49-F238E27FC236}">
                <a16:creationId xmlns:a16="http://schemas.microsoft.com/office/drawing/2014/main" id="{58DA9086-A900-0A8D-742A-048B79D069DB}"/>
              </a:ext>
            </a:extLst>
          </p:cNvPr>
          <p:cNvGrpSpPr/>
          <p:nvPr/>
        </p:nvGrpSpPr>
        <p:grpSpPr>
          <a:xfrm>
            <a:off x="5699318" y="881063"/>
            <a:ext cx="2931480" cy="174600"/>
            <a:chOff x="5699318" y="881063"/>
            <a:chExt cx="2931480" cy="174600"/>
          </a:xfrm>
        </p:grpSpPr>
        <mc:AlternateContent xmlns:mc="http://schemas.openxmlformats.org/markup-compatibility/2006">
          <mc:Choice xmlns:p14="http://schemas.microsoft.com/office/powerpoint/2010/main" Requires="p14">
            <p:contentPart p14:bwMode="auto" r:id="rId96">
              <p14:nvContentPartPr>
                <p14:cNvPr id="196" name="Ink 195">
                  <a:extLst>
                    <a:ext uri="{FF2B5EF4-FFF2-40B4-BE49-F238E27FC236}">
                      <a16:creationId xmlns:a16="http://schemas.microsoft.com/office/drawing/2014/main" id="{916F993F-0BAF-01B1-8C48-58782B164C92}"/>
                    </a:ext>
                  </a:extLst>
                </p14:cNvPr>
                <p14:cNvContentPartPr/>
                <p14:nvPr/>
              </p14:nvContentPartPr>
              <p14:xfrm>
                <a:off x="5699318" y="945143"/>
                <a:ext cx="2909160" cy="50760"/>
              </p14:xfrm>
            </p:contentPart>
          </mc:Choice>
          <mc:Fallback>
            <p:pic>
              <p:nvPicPr>
                <p:cNvPr id="196" name="Ink 195">
                  <a:extLst>
                    <a:ext uri="{FF2B5EF4-FFF2-40B4-BE49-F238E27FC236}">
                      <a16:creationId xmlns:a16="http://schemas.microsoft.com/office/drawing/2014/main" id="{916F993F-0BAF-01B1-8C48-58782B164C92}"/>
                    </a:ext>
                  </a:extLst>
                </p:cNvPr>
                <p:cNvPicPr/>
                <p:nvPr/>
              </p:nvPicPr>
              <p:blipFill>
                <a:blip r:embed="rId97"/>
                <a:stretch>
                  <a:fillRect/>
                </a:stretch>
              </p:blipFill>
              <p:spPr>
                <a:xfrm>
                  <a:off x="5690678" y="936143"/>
                  <a:ext cx="2926800" cy="6840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197" name="Ink 196">
                  <a:extLst>
                    <a:ext uri="{FF2B5EF4-FFF2-40B4-BE49-F238E27FC236}">
                      <a16:creationId xmlns:a16="http://schemas.microsoft.com/office/drawing/2014/main" id="{31B2281D-E220-42A2-78AA-567E216A98FF}"/>
                    </a:ext>
                  </a:extLst>
                </p14:cNvPr>
                <p14:cNvContentPartPr/>
                <p14:nvPr/>
              </p14:nvContentPartPr>
              <p14:xfrm>
                <a:off x="8557718" y="881063"/>
                <a:ext cx="73080" cy="174600"/>
              </p14:xfrm>
            </p:contentPart>
          </mc:Choice>
          <mc:Fallback>
            <p:pic>
              <p:nvPicPr>
                <p:cNvPr id="197" name="Ink 196">
                  <a:extLst>
                    <a:ext uri="{FF2B5EF4-FFF2-40B4-BE49-F238E27FC236}">
                      <a16:creationId xmlns:a16="http://schemas.microsoft.com/office/drawing/2014/main" id="{31B2281D-E220-42A2-78AA-567E216A98FF}"/>
                    </a:ext>
                  </a:extLst>
                </p:cNvPr>
                <p:cNvPicPr/>
                <p:nvPr/>
              </p:nvPicPr>
              <p:blipFill>
                <a:blip r:embed="rId99"/>
                <a:stretch>
                  <a:fillRect/>
                </a:stretch>
              </p:blipFill>
              <p:spPr>
                <a:xfrm>
                  <a:off x="8548718" y="872423"/>
                  <a:ext cx="90720" cy="1922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100">
            <p14:nvContentPartPr>
              <p14:cNvPr id="199" name="Ink 198">
                <a:extLst>
                  <a:ext uri="{FF2B5EF4-FFF2-40B4-BE49-F238E27FC236}">
                    <a16:creationId xmlns:a16="http://schemas.microsoft.com/office/drawing/2014/main" id="{8F620E98-5882-F749-7BB2-6E3DA163DC73}"/>
                  </a:ext>
                </a:extLst>
              </p14:cNvPr>
              <p14:cNvContentPartPr/>
              <p14:nvPr/>
            </p14:nvContentPartPr>
            <p14:xfrm>
              <a:off x="10781078" y="2749103"/>
              <a:ext cx="381960" cy="1708560"/>
            </p14:xfrm>
          </p:contentPart>
        </mc:Choice>
        <mc:Fallback>
          <p:pic>
            <p:nvPicPr>
              <p:cNvPr id="199" name="Ink 198">
                <a:extLst>
                  <a:ext uri="{FF2B5EF4-FFF2-40B4-BE49-F238E27FC236}">
                    <a16:creationId xmlns:a16="http://schemas.microsoft.com/office/drawing/2014/main" id="{8F620E98-5882-F749-7BB2-6E3DA163DC73}"/>
                  </a:ext>
                </a:extLst>
              </p:cNvPr>
              <p:cNvPicPr/>
              <p:nvPr/>
            </p:nvPicPr>
            <p:blipFill>
              <a:blip r:embed="rId101"/>
              <a:stretch>
                <a:fillRect/>
              </a:stretch>
            </p:blipFill>
            <p:spPr>
              <a:xfrm>
                <a:off x="10772078" y="2740463"/>
                <a:ext cx="399600" cy="172620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77" name="Ink 176">
                <a:extLst>
                  <a:ext uri="{FF2B5EF4-FFF2-40B4-BE49-F238E27FC236}">
                    <a16:creationId xmlns:a16="http://schemas.microsoft.com/office/drawing/2014/main" id="{54B00EA7-CD1B-3176-0549-C3DDB3714403}"/>
                  </a:ext>
                </a:extLst>
              </p14:cNvPr>
              <p14:cNvContentPartPr/>
              <p14:nvPr/>
            </p14:nvContentPartPr>
            <p14:xfrm>
              <a:off x="8723678" y="2566583"/>
              <a:ext cx="3240" cy="255240"/>
            </p14:xfrm>
          </p:contentPart>
        </mc:Choice>
        <mc:Fallback>
          <p:pic>
            <p:nvPicPr>
              <p:cNvPr id="177" name="Ink 176">
                <a:extLst>
                  <a:ext uri="{FF2B5EF4-FFF2-40B4-BE49-F238E27FC236}">
                    <a16:creationId xmlns:a16="http://schemas.microsoft.com/office/drawing/2014/main" id="{54B00EA7-CD1B-3176-0549-C3DDB3714403}"/>
                  </a:ext>
                </a:extLst>
              </p:cNvPr>
              <p:cNvPicPr/>
              <p:nvPr/>
            </p:nvPicPr>
            <p:blipFill>
              <a:blip r:embed="rId103"/>
              <a:stretch>
                <a:fillRect/>
              </a:stretch>
            </p:blipFill>
            <p:spPr>
              <a:xfrm>
                <a:off x="8715038" y="2557943"/>
                <a:ext cx="20880" cy="27288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78" name="Ink 177">
                <a:extLst>
                  <a:ext uri="{FF2B5EF4-FFF2-40B4-BE49-F238E27FC236}">
                    <a16:creationId xmlns:a16="http://schemas.microsoft.com/office/drawing/2014/main" id="{2E971FAF-F5BA-7BC3-E0D4-529D4761B2DF}"/>
                  </a:ext>
                </a:extLst>
              </p14:cNvPr>
              <p14:cNvContentPartPr/>
              <p14:nvPr/>
            </p14:nvContentPartPr>
            <p14:xfrm>
              <a:off x="8360798" y="3120983"/>
              <a:ext cx="129600" cy="216360"/>
            </p14:xfrm>
          </p:contentPart>
        </mc:Choice>
        <mc:Fallback>
          <p:pic>
            <p:nvPicPr>
              <p:cNvPr id="178" name="Ink 177">
                <a:extLst>
                  <a:ext uri="{FF2B5EF4-FFF2-40B4-BE49-F238E27FC236}">
                    <a16:creationId xmlns:a16="http://schemas.microsoft.com/office/drawing/2014/main" id="{2E971FAF-F5BA-7BC3-E0D4-529D4761B2DF}"/>
                  </a:ext>
                </a:extLst>
              </p:cNvPr>
              <p:cNvPicPr/>
              <p:nvPr/>
            </p:nvPicPr>
            <p:blipFill>
              <a:blip r:embed="rId105"/>
              <a:stretch>
                <a:fillRect/>
              </a:stretch>
            </p:blipFill>
            <p:spPr>
              <a:xfrm>
                <a:off x="8352158" y="3111983"/>
                <a:ext cx="147240" cy="2340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79" name="Ink 178">
                <a:extLst>
                  <a:ext uri="{FF2B5EF4-FFF2-40B4-BE49-F238E27FC236}">
                    <a16:creationId xmlns:a16="http://schemas.microsoft.com/office/drawing/2014/main" id="{9DE61671-F814-9362-8F79-D36F8BEBA330}"/>
                  </a:ext>
                </a:extLst>
              </p14:cNvPr>
              <p14:cNvContentPartPr/>
              <p14:nvPr/>
            </p14:nvContentPartPr>
            <p14:xfrm>
              <a:off x="8542598" y="3172823"/>
              <a:ext cx="49320" cy="171000"/>
            </p14:xfrm>
          </p:contentPart>
        </mc:Choice>
        <mc:Fallback>
          <p:pic>
            <p:nvPicPr>
              <p:cNvPr id="179" name="Ink 178">
                <a:extLst>
                  <a:ext uri="{FF2B5EF4-FFF2-40B4-BE49-F238E27FC236}">
                    <a16:creationId xmlns:a16="http://schemas.microsoft.com/office/drawing/2014/main" id="{9DE61671-F814-9362-8F79-D36F8BEBA330}"/>
                  </a:ext>
                </a:extLst>
              </p:cNvPr>
              <p:cNvPicPr/>
              <p:nvPr/>
            </p:nvPicPr>
            <p:blipFill>
              <a:blip r:embed="rId107"/>
              <a:stretch>
                <a:fillRect/>
              </a:stretch>
            </p:blipFill>
            <p:spPr>
              <a:xfrm>
                <a:off x="8533958" y="3163823"/>
                <a:ext cx="66960" cy="18864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80" name="Ink 179">
                <a:extLst>
                  <a:ext uri="{FF2B5EF4-FFF2-40B4-BE49-F238E27FC236}">
                    <a16:creationId xmlns:a16="http://schemas.microsoft.com/office/drawing/2014/main" id="{06E136D0-DB98-5178-7EF1-67970D5B2374}"/>
                  </a:ext>
                </a:extLst>
              </p14:cNvPr>
              <p14:cNvContentPartPr/>
              <p14:nvPr/>
            </p14:nvContentPartPr>
            <p14:xfrm>
              <a:off x="8538638" y="3230783"/>
              <a:ext cx="100440" cy="26280"/>
            </p14:xfrm>
          </p:contentPart>
        </mc:Choice>
        <mc:Fallback>
          <p:pic>
            <p:nvPicPr>
              <p:cNvPr id="180" name="Ink 179">
                <a:extLst>
                  <a:ext uri="{FF2B5EF4-FFF2-40B4-BE49-F238E27FC236}">
                    <a16:creationId xmlns:a16="http://schemas.microsoft.com/office/drawing/2014/main" id="{06E136D0-DB98-5178-7EF1-67970D5B2374}"/>
                  </a:ext>
                </a:extLst>
              </p:cNvPr>
              <p:cNvPicPr/>
              <p:nvPr/>
            </p:nvPicPr>
            <p:blipFill>
              <a:blip r:embed="rId109"/>
              <a:stretch>
                <a:fillRect/>
              </a:stretch>
            </p:blipFill>
            <p:spPr>
              <a:xfrm>
                <a:off x="8529998" y="3221783"/>
                <a:ext cx="118080" cy="4392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81" name="Ink 180">
                <a:extLst>
                  <a:ext uri="{FF2B5EF4-FFF2-40B4-BE49-F238E27FC236}">
                    <a16:creationId xmlns:a16="http://schemas.microsoft.com/office/drawing/2014/main" id="{5BBC318D-0C10-B7FD-7AF5-66412C76AD91}"/>
                  </a:ext>
                </a:extLst>
              </p14:cNvPr>
              <p14:cNvContentPartPr/>
              <p14:nvPr/>
            </p14:nvContentPartPr>
            <p14:xfrm>
              <a:off x="8686238" y="3224663"/>
              <a:ext cx="119880" cy="193680"/>
            </p14:xfrm>
          </p:contentPart>
        </mc:Choice>
        <mc:Fallback>
          <p:pic>
            <p:nvPicPr>
              <p:cNvPr id="181" name="Ink 180">
                <a:extLst>
                  <a:ext uri="{FF2B5EF4-FFF2-40B4-BE49-F238E27FC236}">
                    <a16:creationId xmlns:a16="http://schemas.microsoft.com/office/drawing/2014/main" id="{5BBC318D-0C10-B7FD-7AF5-66412C76AD91}"/>
                  </a:ext>
                </a:extLst>
              </p:cNvPr>
              <p:cNvPicPr/>
              <p:nvPr/>
            </p:nvPicPr>
            <p:blipFill>
              <a:blip r:embed="rId111"/>
              <a:stretch>
                <a:fillRect/>
              </a:stretch>
            </p:blipFill>
            <p:spPr>
              <a:xfrm>
                <a:off x="8677238" y="3215663"/>
                <a:ext cx="137520" cy="21132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82" name="Ink 181">
                <a:extLst>
                  <a:ext uri="{FF2B5EF4-FFF2-40B4-BE49-F238E27FC236}">
                    <a16:creationId xmlns:a16="http://schemas.microsoft.com/office/drawing/2014/main" id="{A4233B8A-BF84-1021-7798-46591BEBD572}"/>
                  </a:ext>
                </a:extLst>
              </p14:cNvPr>
              <p14:cNvContentPartPr/>
              <p14:nvPr/>
            </p14:nvContentPartPr>
            <p14:xfrm>
              <a:off x="8890718" y="3281903"/>
              <a:ext cx="102600" cy="6480"/>
            </p14:xfrm>
          </p:contentPart>
        </mc:Choice>
        <mc:Fallback>
          <p:pic>
            <p:nvPicPr>
              <p:cNvPr id="182" name="Ink 181">
                <a:extLst>
                  <a:ext uri="{FF2B5EF4-FFF2-40B4-BE49-F238E27FC236}">
                    <a16:creationId xmlns:a16="http://schemas.microsoft.com/office/drawing/2014/main" id="{A4233B8A-BF84-1021-7798-46591BEBD572}"/>
                  </a:ext>
                </a:extLst>
              </p:cNvPr>
              <p:cNvPicPr/>
              <p:nvPr/>
            </p:nvPicPr>
            <p:blipFill>
              <a:blip r:embed="rId113"/>
              <a:stretch>
                <a:fillRect/>
              </a:stretch>
            </p:blipFill>
            <p:spPr>
              <a:xfrm>
                <a:off x="8882078" y="3272903"/>
                <a:ext cx="12024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83" name="Ink 182">
                <a:extLst>
                  <a:ext uri="{FF2B5EF4-FFF2-40B4-BE49-F238E27FC236}">
                    <a16:creationId xmlns:a16="http://schemas.microsoft.com/office/drawing/2014/main" id="{345B1125-7E8D-D8A6-30BD-6A8CB773E927}"/>
                  </a:ext>
                </a:extLst>
              </p14:cNvPr>
              <p14:cNvContentPartPr/>
              <p14:nvPr/>
            </p14:nvContentPartPr>
            <p14:xfrm>
              <a:off x="9049838" y="3221783"/>
              <a:ext cx="106920" cy="131040"/>
            </p14:xfrm>
          </p:contentPart>
        </mc:Choice>
        <mc:Fallback>
          <p:pic>
            <p:nvPicPr>
              <p:cNvPr id="183" name="Ink 182">
                <a:extLst>
                  <a:ext uri="{FF2B5EF4-FFF2-40B4-BE49-F238E27FC236}">
                    <a16:creationId xmlns:a16="http://schemas.microsoft.com/office/drawing/2014/main" id="{345B1125-7E8D-D8A6-30BD-6A8CB773E927}"/>
                  </a:ext>
                </a:extLst>
              </p:cNvPr>
              <p:cNvPicPr/>
              <p:nvPr/>
            </p:nvPicPr>
            <p:blipFill>
              <a:blip r:embed="rId115"/>
              <a:stretch>
                <a:fillRect/>
              </a:stretch>
            </p:blipFill>
            <p:spPr>
              <a:xfrm>
                <a:off x="9040838" y="3212783"/>
                <a:ext cx="12456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184" name="Ink 183">
                <a:extLst>
                  <a:ext uri="{FF2B5EF4-FFF2-40B4-BE49-F238E27FC236}">
                    <a16:creationId xmlns:a16="http://schemas.microsoft.com/office/drawing/2014/main" id="{6E865AF0-8AD5-A9E1-F3C8-397E62845442}"/>
                  </a:ext>
                </a:extLst>
              </p14:cNvPr>
              <p14:cNvContentPartPr/>
              <p14:nvPr/>
            </p14:nvContentPartPr>
            <p14:xfrm>
              <a:off x="9216878" y="3246623"/>
              <a:ext cx="82800" cy="86760"/>
            </p14:xfrm>
          </p:contentPart>
        </mc:Choice>
        <mc:Fallback>
          <p:pic>
            <p:nvPicPr>
              <p:cNvPr id="184" name="Ink 183">
                <a:extLst>
                  <a:ext uri="{FF2B5EF4-FFF2-40B4-BE49-F238E27FC236}">
                    <a16:creationId xmlns:a16="http://schemas.microsoft.com/office/drawing/2014/main" id="{6E865AF0-8AD5-A9E1-F3C8-397E62845442}"/>
                  </a:ext>
                </a:extLst>
              </p:cNvPr>
              <p:cNvPicPr/>
              <p:nvPr/>
            </p:nvPicPr>
            <p:blipFill>
              <a:blip r:embed="rId117"/>
              <a:stretch>
                <a:fillRect/>
              </a:stretch>
            </p:blipFill>
            <p:spPr>
              <a:xfrm>
                <a:off x="9207878" y="3237983"/>
                <a:ext cx="100440" cy="10440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185" name="Ink 184">
                <a:extLst>
                  <a:ext uri="{FF2B5EF4-FFF2-40B4-BE49-F238E27FC236}">
                    <a16:creationId xmlns:a16="http://schemas.microsoft.com/office/drawing/2014/main" id="{C96DC785-93CE-5B6D-4B7D-4381D06136B6}"/>
                  </a:ext>
                </a:extLst>
              </p14:cNvPr>
              <p14:cNvContentPartPr/>
              <p14:nvPr/>
            </p14:nvContentPartPr>
            <p14:xfrm>
              <a:off x="9319118" y="3234023"/>
              <a:ext cx="82440" cy="123120"/>
            </p14:xfrm>
          </p:contentPart>
        </mc:Choice>
        <mc:Fallback>
          <p:pic>
            <p:nvPicPr>
              <p:cNvPr id="185" name="Ink 184">
                <a:extLst>
                  <a:ext uri="{FF2B5EF4-FFF2-40B4-BE49-F238E27FC236}">
                    <a16:creationId xmlns:a16="http://schemas.microsoft.com/office/drawing/2014/main" id="{C96DC785-93CE-5B6D-4B7D-4381D06136B6}"/>
                  </a:ext>
                </a:extLst>
              </p:cNvPr>
              <p:cNvPicPr/>
              <p:nvPr/>
            </p:nvPicPr>
            <p:blipFill>
              <a:blip r:embed="rId119"/>
              <a:stretch>
                <a:fillRect/>
              </a:stretch>
            </p:blipFill>
            <p:spPr>
              <a:xfrm>
                <a:off x="9310478" y="3225383"/>
                <a:ext cx="100080" cy="14076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186" name="Ink 185">
                <a:extLst>
                  <a:ext uri="{FF2B5EF4-FFF2-40B4-BE49-F238E27FC236}">
                    <a16:creationId xmlns:a16="http://schemas.microsoft.com/office/drawing/2014/main" id="{70E1EDA5-4536-FCCE-29BC-BE8F83630B3F}"/>
                  </a:ext>
                </a:extLst>
              </p14:cNvPr>
              <p14:cNvContentPartPr/>
              <p14:nvPr/>
            </p14:nvContentPartPr>
            <p14:xfrm>
              <a:off x="9432878" y="3196943"/>
              <a:ext cx="119160" cy="152640"/>
            </p14:xfrm>
          </p:contentPart>
        </mc:Choice>
        <mc:Fallback>
          <p:pic>
            <p:nvPicPr>
              <p:cNvPr id="186" name="Ink 185">
                <a:extLst>
                  <a:ext uri="{FF2B5EF4-FFF2-40B4-BE49-F238E27FC236}">
                    <a16:creationId xmlns:a16="http://schemas.microsoft.com/office/drawing/2014/main" id="{70E1EDA5-4536-FCCE-29BC-BE8F83630B3F}"/>
                  </a:ext>
                </a:extLst>
              </p:cNvPr>
              <p:cNvPicPr/>
              <p:nvPr/>
            </p:nvPicPr>
            <p:blipFill>
              <a:blip r:embed="rId121"/>
              <a:stretch>
                <a:fillRect/>
              </a:stretch>
            </p:blipFill>
            <p:spPr>
              <a:xfrm>
                <a:off x="9424238" y="3188303"/>
                <a:ext cx="13680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187" name="Ink 186">
                <a:extLst>
                  <a:ext uri="{FF2B5EF4-FFF2-40B4-BE49-F238E27FC236}">
                    <a16:creationId xmlns:a16="http://schemas.microsoft.com/office/drawing/2014/main" id="{AB1E8C84-27B2-71DC-C393-9B658EAE8B1B}"/>
                  </a:ext>
                </a:extLst>
              </p14:cNvPr>
              <p14:cNvContentPartPr/>
              <p14:nvPr/>
            </p14:nvContentPartPr>
            <p14:xfrm>
              <a:off x="7935278" y="2966543"/>
              <a:ext cx="1923480" cy="512280"/>
            </p14:xfrm>
          </p:contentPart>
        </mc:Choice>
        <mc:Fallback>
          <p:pic>
            <p:nvPicPr>
              <p:cNvPr id="187" name="Ink 186">
                <a:extLst>
                  <a:ext uri="{FF2B5EF4-FFF2-40B4-BE49-F238E27FC236}">
                    <a16:creationId xmlns:a16="http://schemas.microsoft.com/office/drawing/2014/main" id="{AB1E8C84-27B2-71DC-C393-9B658EAE8B1B}"/>
                  </a:ext>
                </a:extLst>
              </p:cNvPr>
              <p:cNvPicPr/>
              <p:nvPr/>
            </p:nvPicPr>
            <p:blipFill>
              <a:blip r:embed="rId123"/>
              <a:stretch>
                <a:fillRect/>
              </a:stretch>
            </p:blipFill>
            <p:spPr>
              <a:xfrm>
                <a:off x="7926638" y="2957543"/>
                <a:ext cx="1941120" cy="52992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188" name="Ink 187">
                <a:extLst>
                  <a:ext uri="{FF2B5EF4-FFF2-40B4-BE49-F238E27FC236}">
                    <a16:creationId xmlns:a16="http://schemas.microsoft.com/office/drawing/2014/main" id="{0E235DF9-318A-CBFD-F8B4-9CB4C2374925}"/>
                  </a:ext>
                </a:extLst>
              </p14:cNvPr>
              <p14:cNvContentPartPr/>
              <p14:nvPr/>
            </p14:nvContentPartPr>
            <p14:xfrm>
              <a:off x="6933038" y="3475583"/>
              <a:ext cx="1720080" cy="780840"/>
            </p14:xfrm>
          </p:contentPart>
        </mc:Choice>
        <mc:Fallback>
          <p:pic>
            <p:nvPicPr>
              <p:cNvPr id="188" name="Ink 187">
                <a:extLst>
                  <a:ext uri="{FF2B5EF4-FFF2-40B4-BE49-F238E27FC236}">
                    <a16:creationId xmlns:a16="http://schemas.microsoft.com/office/drawing/2014/main" id="{0E235DF9-318A-CBFD-F8B4-9CB4C2374925}"/>
                  </a:ext>
                </a:extLst>
              </p:cNvPr>
              <p:cNvPicPr/>
              <p:nvPr/>
            </p:nvPicPr>
            <p:blipFill>
              <a:blip r:embed="rId125"/>
              <a:stretch>
                <a:fillRect/>
              </a:stretch>
            </p:blipFill>
            <p:spPr>
              <a:xfrm>
                <a:off x="6924398" y="3466943"/>
                <a:ext cx="1737720" cy="79848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189" name="Ink 188">
                <a:extLst>
                  <a:ext uri="{FF2B5EF4-FFF2-40B4-BE49-F238E27FC236}">
                    <a16:creationId xmlns:a16="http://schemas.microsoft.com/office/drawing/2014/main" id="{D4800766-4C75-A6AD-69AC-6DEEDAAC115F}"/>
                  </a:ext>
                </a:extLst>
              </p14:cNvPr>
              <p14:cNvContentPartPr/>
              <p14:nvPr/>
            </p14:nvContentPartPr>
            <p14:xfrm>
              <a:off x="6945278" y="4185863"/>
              <a:ext cx="153720" cy="78480"/>
            </p14:xfrm>
          </p:contentPart>
        </mc:Choice>
        <mc:Fallback>
          <p:pic>
            <p:nvPicPr>
              <p:cNvPr id="189" name="Ink 188">
                <a:extLst>
                  <a:ext uri="{FF2B5EF4-FFF2-40B4-BE49-F238E27FC236}">
                    <a16:creationId xmlns:a16="http://schemas.microsoft.com/office/drawing/2014/main" id="{D4800766-4C75-A6AD-69AC-6DEEDAAC115F}"/>
                  </a:ext>
                </a:extLst>
              </p:cNvPr>
              <p:cNvPicPr/>
              <p:nvPr/>
            </p:nvPicPr>
            <p:blipFill>
              <a:blip r:embed="rId127"/>
              <a:stretch>
                <a:fillRect/>
              </a:stretch>
            </p:blipFill>
            <p:spPr>
              <a:xfrm>
                <a:off x="6936638" y="4176863"/>
                <a:ext cx="171360" cy="9612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191" name="Ink 190">
                <a:extLst>
                  <a:ext uri="{FF2B5EF4-FFF2-40B4-BE49-F238E27FC236}">
                    <a16:creationId xmlns:a16="http://schemas.microsoft.com/office/drawing/2014/main" id="{A50E1813-03D5-3644-06D7-F08FFCE6D0DC}"/>
                  </a:ext>
                </a:extLst>
              </p14:cNvPr>
              <p14:cNvContentPartPr/>
              <p14:nvPr/>
            </p14:nvContentPartPr>
            <p14:xfrm>
              <a:off x="6005678" y="4396463"/>
              <a:ext cx="1960560" cy="836640"/>
            </p14:xfrm>
          </p:contentPart>
        </mc:Choice>
        <mc:Fallback>
          <p:pic>
            <p:nvPicPr>
              <p:cNvPr id="191" name="Ink 190">
                <a:extLst>
                  <a:ext uri="{FF2B5EF4-FFF2-40B4-BE49-F238E27FC236}">
                    <a16:creationId xmlns:a16="http://schemas.microsoft.com/office/drawing/2014/main" id="{A50E1813-03D5-3644-06D7-F08FFCE6D0DC}"/>
                  </a:ext>
                </a:extLst>
              </p:cNvPr>
              <p:cNvPicPr/>
              <p:nvPr/>
            </p:nvPicPr>
            <p:blipFill>
              <a:blip r:embed="rId129"/>
              <a:stretch>
                <a:fillRect/>
              </a:stretch>
            </p:blipFill>
            <p:spPr>
              <a:xfrm>
                <a:off x="5997038" y="4387463"/>
                <a:ext cx="1978200" cy="85428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192" name="Ink 191">
                <a:extLst>
                  <a:ext uri="{FF2B5EF4-FFF2-40B4-BE49-F238E27FC236}">
                    <a16:creationId xmlns:a16="http://schemas.microsoft.com/office/drawing/2014/main" id="{9E0806C0-156D-45CB-A6B2-37F1EB049CD8}"/>
                  </a:ext>
                </a:extLst>
              </p14:cNvPr>
              <p14:cNvContentPartPr/>
              <p14:nvPr/>
            </p14:nvContentPartPr>
            <p14:xfrm>
              <a:off x="6506438" y="4597343"/>
              <a:ext cx="174960" cy="230760"/>
            </p14:xfrm>
          </p:contentPart>
        </mc:Choice>
        <mc:Fallback>
          <p:pic>
            <p:nvPicPr>
              <p:cNvPr id="192" name="Ink 191">
                <a:extLst>
                  <a:ext uri="{FF2B5EF4-FFF2-40B4-BE49-F238E27FC236}">
                    <a16:creationId xmlns:a16="http://schemas.microsoft.com/office/drawing/2014/main" id="{9E0806C0-156D-45CB-A6B2-37F1EB049CD8}"/>
                  </a:ext>
                </a:extLst>
              </p:cNvPr>
              <p:cNvPicPr/>
              <p:nvPr/>
            </p:nvPicPr>
            <p:blipFill>
              <a:blip r:embed="rId131"/>
              <a:stretch>
                <a:fillRect/>
              </a:stretch>
            </p:blipFill>
            <p:spPr>
              <a:xfrm>
                <a:off x="6497798" y="4588343"/>
                <a:ext cx="192600" cy="24840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193" name="Ink 192">
                <a:extLst>
                  <a:ext uri="{FF2B5EF4-FFF2-40B4-BE49-F238E27FC236}">
                    <a16:creationId xmlns:a16="http://schemas.microsoft.com/office/drawing/2014/main" id="{12C2CABF-B071-BE47-D2F7-F9905C1A9E4D}"/>
                  </a:ext>
                </a:extLst>
              </p14:cNvPr>
              <p14:cNvContentPartPr/>
              <p14:nvPr/>
            </p14:nvContentPartPr>
            <p14:xfrm>
              <a:off x="6772118" y="4643063"/>
              <a:ext cx="99000" cy="150840"/>
            </p14:xfrm>
          </p:contentPart>
        </mc:Choice>
        <mc:Fallback>
          <p:pic>
            <p:nvPicPr>
              <p:cNvPr id="193" name="Ink 192">
                <a:extLst>
                  <a:ext uri="{FF2B5EF4-FFF2-40B4-BE49-F238E27FC236}">
                    <a16:creationId xmlns:a16="http://schemas.microsoft.com/office/drawing/2014/main" id="{12C2CABF-B071-BE47-D2F7-F9905C1A9E4D}"/>
                  </a:ext>
                </a:extLst>
              </p:cNvPr>
              <p:cNvPicPr/>
              <p:nvPr/>
            </p:nvPicPr>
            <p:blipFill>
              <a:blip r:embed="rId133"/>
              <a:stretch>
                <a:fillRect/>
              </a:stretch>
            </p:blipFill>
            <p:spPr>
              <a:xfrm>
                <a:off x="6763118" y="4634063"/>
                <a:ext cx="116640" cy="16848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194" name="Ink 193">
                <a:extLst>
                  <a:ext uri="{FF2B5EF4-FFF2-40B4-BE49-F238E27FC236}">
                    <a16:creationId xmlns:a16="http://schemas.microsoft.com/office/drawing/2014/main" id="{271A1E8C-644A-597C-1F77-1C4F85863F93}"/>
                  </a:ext>
                </a:extLst>
              </p14:cNvPr>
              <p14:cNvContentPartPr/>
              <p14:nvPr/>
            </p14:nvContentPartPr>
            <p14:xfrm>
              <a:off x="6951758" y="4646303"/>
              <a:ext cx="149040" cy="140040"/>
            </p14:xfrm>
          </p:contentPart>
        </mc:Choice>
        <mc:Fallback>
          <p:pic>
            <p:nvPicPr>
              <p:cNvPr id="194" name="Ink 193">
                <a:extLst>
                  <a:ext uri="{FF2B5EF4-FFF2-40B4-BE49-F238E27FC236}">
                    <a16:creationId xmlns:a16="http://schemas.microsoft.com/office/drawing/2014/main" id="{271A1E8C-644A-597C-1F77-1C4F85863F93}"/>
                  </a:ext>
                </a:extLst>
              </p:cNvPr>
              <p:cNvPicPr/>
              <p:nvPr/>
            </p:nvPicPr>
            <p:blipFill>
              <a:blip r:embed="rId135"/>
              <a:stretch>
                <a:fillRect/>
              </a:stretch>
            </p:blipFill>
            <p:spPr>
              <a:xfrm>
                <a:off x="6942758" y="4637663"/>
                <a:ext cx="166680" cy="15768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164" name="Ink 163">
                <a:extLst>
                  <a:ext uri="{FF2B5EF4-FFF2-40B4-BE49-F238E27FC236}">
                    <a16:creationId xmlns:a16="http://schemas.microsoft.com/office/drawing/2014/main" id="{9DF51C35-85C7-3FC7-7888-6E1D671551AE}"/>
                  </a:ext>
                </a:extLst>
              </p14:cNvPr>
              <p14:cNvContentPartPr/>
              <p14:nvPr/>
            </p14:nvContentPartPr>
            <p14:xfrm>
              <a:off x="11004638" y="2781863"/>
              <a:ext cx="201600" cy="181080"/>
            </p14:xfrm>
          </p:contentPart>
        </mc:Choice>
        <mc:Fallback>
          <p:pic>
            <p:nvPicPr>
              <p:cNvPr id="164" name="Ink 163">
                <a:extLst>
                  <a:ext uri="{FF2B5EF4-FFF2-40B4-BE49-F238E27FC236}">
                    <a16:creationId xmlns:a16="http://schemas.microsoft.com/office/drawing/2014/main" id="{9DF51C35-85C7-3FC7-7888-6E1D671551AE}"/>
                  </a:ext>
                </a:extLst>
              </p:cNvPr>
              <p:cNvPicPr/>
              <p:nvPr/>
            </p:nvPicPr>
            <p:blipFill>
              <a:blip r:embed="rId137"/>
              <a:stretch>
                <a:fillRect/>
              </a:stretch>
            </p:blipFill>
            <p:spPr>
              <a:xfrm>
                <a:off x="10995638" y="2772863"/>
                <a:ext cx="219240" cy="19872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165" name="Ink 164">
                <a:extLst>
                  <a:ext uri="{FF2B5EF4-FFF2-40B4-BE49-F238E27FC236}">
                    <a16:creationId xmlns:a16="http://schemas.microsoft.com/office/drawing/2014/main" id="{D3533715-A8D2-FCF3-EB4C-0C08B2D6A8BF}"/>
                  </a:ext>
                </a:extLst>
              </p14:cNvPr>
              <p14:cNvContentPartPr/>
              <p14:nvPr/>
            </p14:nvContentPartPr>
            <p14:xfrm>
              <a:off x="11053958" y="2922983"/>
              <a:ext cx="19440" cy="298440"/>
            </p14:xfrm>
          </p:contentPart>
        </mc:Choice>
        <mc:Fallback>
          <p:pic>
            <p:nvPicPr>
              <p:cNvPr id="165" name="Ink 164">
                <a:extLst>
                  <a:ext uri="{FF2B5EF4-FFF2-40B4-BE49-F238E27FC236}">
                    <a16:creationId xmlns:a16="http://schemas.microsoft.com/office/drawing/2014/main" id="{D3533715-A8D2-FCF3-EB4C-0C08B2D6A8BF}"/>
                  </a:ext>
                </a:extLst>
              </p:cNvPr>
              <p:cNvPicPr/>
              <p:nvPr/>
            </p:nvPicPr>
            <p:blipFill>
              <a:blip r:embed="rId139"/>
              <a:stretch>
                <a:fillRect/>
              </a:stretch>
            </p:blipFill>
            <p:spPr>
              <a:xfrm>
                <a:off x="11044958" y="2913983"/>
                <a:ext cx="37080" cy="31608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166" name="Ink 165">
                <a:extLst>
                  <a:ext uri="{FF2B5EF4-FFF2-40B4-BE49-F238E27FC236}">
                    <a16:creationId xmlns:a16="http://schemas.microsoft.com/office/drawing/2014/main" id="{8C06B5F9-CAD6-9DAE-ACDA-768D1C59E3BE}"/>
                  </a:ext>
                </a:extLst>
              </p14:cNvPr>
              <p14:cNvContentPartPr/>
              <p14:nvPr/>
            </p14:nvContentPartPr>
            <p14:xfrm>
              <a:off x="10991678" y="3159863"/>
              <a:ext cx="210960" cy="173160"/>
            </p14:xfrm>
          </p:contentPart>
        </mc:Choice>
        <mc:Fallback>
          <p:pic>
            <p:nvPicPr>
              <p:cNvPr id="166" name="Ink 165">
                <a:extLst>
                  <a:ext uri="{FF2B5EF4-FFF2-40B4-BE49-F238E27FC236}">
                    <a16:creationId xmlns:a16="http://schemas.microsoft.com/office/drawing/2014/main" id="{8C06B5F9-CAD6-9DAE-ACDA-768D1C59E3BE}"/>
                  </a:ext>
                </a:extLst>
              </p:cNvPr>
              <p:cNvPicPr/>
              <p:nvPr/>
            </p:nvPicPr>
            <p:blipFill>
              <a:blip r:embed="rId141"/>
              <a:stretch>
                <a:fillRect/>
              </a:stretch>
            </p:blipFill>
            <p:spPr>
              <a:xfrm>
                <a:off x="10982678" y="3150863"/>
                <a:ext cx="228600" cy="19080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167" name="Ink 166">
                <a:extLst>
                  <a:ext uri="{FF2B5EF4-FFF2-40B4-BE49-F238E27FC236}">
                    <a16:creationId xmlns:a16="http://schemas.microsoft.com/office/drawing/2014/main" id="{3B17E56E-1131-C5FD-7230-6AABC49BC780}"/>
                  </a:ext>
                </a:extLst>
              </p14:cNvPr>
              <p14:cNvContentPartPr/>
              <p14:nvPr/>
            </p14:nvContentPartPr>
            <p14:xfrm>
              <a:off x="11035238" y="3291623"/>
              <a:ext cx="68040" cy="211320"/>
            </p14:xfrm>
          </p:contentPart>
        </mc:Choice>
        <mc:Fallback>
          <p:pic>
            <p:nvPicPr>
              <p:cNvPr id="167" name="Ink 166">
                <a:extLst>
                  <a:ext uri="{FF2B5EF4-FFF2-40B4-BE49-F238E27FC236}">
                    <a16:creationId xmlns:a16="http://schemas.microsoft.com/office/drawing/2014/main" id="{3B17E56E-1131-C5FD-7230-6AABC49BC780}"/>
                  </a:ext>
                </a:extLst>
              </p:cNvPr>
              <p:cNvPicPr/>
              <p:nvPr/>
            </p:nvPicPr>
            <p:blipFill>
              <a:blip r:embed="rId143"/>
              <a:stretch>
                <a:fillRect/>
              </a:stretch>
            </p:blipFill>
            <p:spPr>
              <a:xfrm>
                <a:off x="11026598" y="3282623"/>
                <a:ext cx="85680" cy="22896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168" name="Ink 167">
                <a:extLst>
                  <a:ext uri="{FF2B5EF4-FFF2-40B4-BE49-F238E27FC236}">
                    <a16:creationId xmlns:a16="http://schemas.microsoft.com/office/drawing/2014/main" id="{1C7BDF90-6D47-D95E-5A34-52321DC52F4A}"/>
                  </a:ext>
                </a:extLst>
              </p14:cNvPr>
              <p14:cNvContentPartPr/>
              <p14:nvPr/>
            </p14:nvContentPartPr>
            <p14:xfrm>
              <a:off x="11017238" y="3514823"/>
              <a:ext cx="218160" cy="189720"/>
            </p14:xfrm>
          </p:contentPart>
        </mc:Choice>
        <mc:Fallback>
          <p:pic>
            <p:nvPicPr>
              <p:cNvPr id="168" name="Ink 167">
                <a:extLst>
                  <a:ext uri="{FF2B5EF4-FFF2-40B4-BE49-F238E27FC236}">
                    <a16:creationId xmlns:a16="http://schemas.microsoft.com/office/drawing/2014/main" id="{1C7BDF90-6D47-D95E-5A34-52321DC52F4A}"/>
                  </a:ext>
                </a:extLst>
              </p:cNvPr>
              <p:cNvPicPr/>
              <p:nvPr/>
            </p:nvPicPr>
            <p:blipFill>
              <a:blip r:embed="rId145"/>
              <a:stretch>
                <a:fillRect/>
              </a:stretch>
            </p:blipFill>
            <p:spPr>
              <a:xfrm>
                <a:off x="11008598" y="3505823"/>
                <a:ext cx="235800" cy="20736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169" name="Ink 168">
                <a:extLst>
                  <a:ext uri="{FF2B5EF4-FFF2-40B4-BE49-F238E27FC236}">
                    <a16:creationId xmlns:a16="http://schemas.microsoft.com/office/drawing/2014/main" id="{1FA140A9-91C2-00CC-20E6-CF07B5BB05DA}"/>
                  </a:ext>
                </a:extLst>
              </p14:cNvPr>
              <p14:cNvContentPartPr/>
              <p14:nvPr/>
            </p14:nvContentPartPr>
            <p14:xfrm>
              <a:off x="11129198" y="3838103"/>
              <a:ext cx="46800" cy="256680"/>
            </p14:xfrm>
          </p:contentPart>
        </mc:Choice>
        <mc:Fallback>
          <p:pic>
            <p:nvPicPr>
              <p:cNvPr id="169" name="Ink 168">
                <a:extLst>
                  <a:ext uri="{FF2B5EF4-FFF2-40B4-BE49-F238E27FC236}">
                    <a16:creationId xmlns:a16="http://schemas.microsoft.com/office/drawing/2014/main" id="{1FA140A9-91C2-00CC-20E6-CF07B5BB05DA}"/>
                  </a:ext>
                </a:extLst>
              </p:cNvPr>
              <p:cNvPicPr/>
              <p:nvPr/>
            </p:nvPicPr>
            <p:blipFill>
              <a:blip r:embed="rId147"/>
              <a:stretch>
                <a:fillRect/>
              </a:stretch>
            </p:blipFill>
            <p:spPr>
              <a:xfrm>
                <a:off x="11120198" y="3829463"/>
                <a:ext cx="64440" cy="2743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170" name="Ink 169">
                <a:extLst>
                  <a:ext uri="{FF2B5EF4-FFF2-40B4-BE49-F238E27FC236}">
                    <a16:creationId xmlns:a16="http://schemas.microsoft.com/office/drawing/2014/main" id="{6193750B-B774-4CDC-0FEF-D074F9931E50}"/>
                  </a:ext>
                </a:extLst>
              </p14:cNvPr>
              <p14:cNvContentPartPr/>
              <p14:nvPr/>
            </p14:nvContentPartPr>
            <p14:xfrm>
              <a:off x="11105798" y="4034663"/>
              <a:ext cx="223200" cy="186120"/>
            </p14:xfrm>
          </p:contentPart>
        </mc:Choice>
        <mc:Fallback>
          <p:pic>
            <p:nvPicPr>
              <p:cNvPr id="170" name="Ink 169">
                <a:extLst>
                  <a:ext uri="{FF2B5EF4-FFF2-40B4-BE49-F238E27FC236}">
                    <a16:creationId xmlns:a16="http://schemas.microsoft.com/office/drawing/2014/main" id="{6193750B-B774-4CDC-0FEF-D074F9931E50}"/>
                  </a:ext>
                </a:extLst>
              </p:cNvPr>
              <p:cNvPicPr/>
              <p:nvPr/>
            </p:nvPicPr>
            <p:blipFill>
              <a:blip r:embed="rId149"/>
              <a:stretch>
                <a:fillRect/>
              </a:stretch>
            </p:blipFill>
            <p:spPr>
              <a:xfrm>
                <a:off x="11096798" y="4025663"/>
                <a:ext cx="240840" cy="20376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172" name="Ink 171">
                <a:extLst>
                  <a:ext uri="{FF2B5EF4-FFF2-40B4-BE49-F238E27FC236}">
                    <a16:creationId xmlns:a16="http://schemas.microsoft.com/office/drawing/2014/main" id="{6D336099-7FA9-76BD-9F30-E86359DE76D3}"/>
                  </a:ext>
                </a:extLst>
              </p14:cNvPr>
              <p14:cNvContentPartPr/>
              <p14:nvPr/>
            </p14:nvContentPartPr>
            <p14:xfrm>
              <a:off x="11372558" y="2437343"/>
              <a:ext cx="321840" cy="168480"/>
            </p14:xfrm>
          </p:contentPart>
        </mc:Choice>
        <mc:Fallback>
          <p:pic>
            <p:nvPicPr>
              <p:cNvPr id="172" name="Ink 171">
                <a:extLst>
                  <a:ext uri="{FF2B5EF4-FFF2-40B4-BE49-F238E27FC236}">
                    <a16:creationId xmlns:a16="http://schemas.microsoft.com/office/drawing/2014/main" id="{6D336099-7FA9-76BD-9F30-E86359DE76D3}"/>
                  </a:ext>
                </a:extLst>
              </p:cNvPr>
              <p:cNvPicPr/>
              <p:nvPr/>
            </p:nvPicPr>
            <p:blipFill>
              <a:blip r:embed="rId151"/>
              <a:stretch>
                <a:fillRect/>
              </a:stretch>
            </p:blipFill>
            <p:spPr>
              <a:xfrm>
                <a:off x="11363558" y="2428343"/>
                <a:ext cx="339480" cy="1861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173" name="Ink 172">
                <a:extLst>
                  <a:ext uri="{FF2B5EF4-FFF2-40B4-BE49-F238E27FC236}">
                    <a16:creationId xmlns:a16="http://schemas.microsoft.com/office/drawing/2014/main" id="{CFE5F494-B891-DE6F-AFA8-B2755F7C71E3}"/>
                  </a:ext>
                </a:extLst>
              </p14:cNvPr>
              <p14:cNvContentPartPr/>
              <p14:nvPr/>
            </p14:nvContentPartPr>
            <p14:xfrm>
              <a:off x="11579918" y="2616623"/>
              <a:ext cx="174240" cy="45000"/>
            </p14:xfrm>
          </p:contentPart>
        </mc:Choice>
        <mc:Fallback>
          <p:pic>
            <p:nvPicPr>
              <p:cNvPr id="173" name="Ink 172">
                <a:extLst>
                  <a:ext uri="{FF2B5EF4-FFF2-40B4-BE49-F238E27FC236}">
                    <a16:creationId xmlns:a16="http://schemas.microsoft.com/office/drawing/2014/main" id="{CFE5F494-B891-DE6F-AFA8-B2755F7C71E3}"/>
                  </a:ext>
                </a:extLst>
              </p:cNvPr>
              <p:cNvPicPr/>
              <p:nvPr/>
            </p:nvPicPr>
            <p:blipFill>
              <a:blip r:embed="rId153"/>
              <a:stretch>
                <a:fillRect/>
              </a:stretch>
            </p:blipFill>
            <p:spPr>
              <a:xfrm>
                <a:off x="11571278" y="2607983"/>
                <a:ext cx="191880" cy="6264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174" name="Ink 173">
                <a:extLst>
                  <a:ext uri="{FF2B5EF4-FFF2-40B4-BE49-F238E27FC236}">
                    <a16:creationId xmlns:a16="http://schemas.microsoft.com/office/drawing/2014/main" id="{8013BFFA-21C5-B5D7-DDCF-EF19906A3921}"/>
                  </a:ext>
                </a:extLst>
              </p14:cNvPr>
              <p14:cNvContentPartPr/>
              <p14:nvPr/>
            </p14:nvContentPartPr>
            <p14:xfrm>
              <a:off x="11352398" y="2716343"/>
              <a:ext cx="115200" cy="152280"/>
            </p14:xfrm>
          </p:contentPart>
        </mc:Choice>
        <mc:Fallback>
          <p:pic>
            <p:nvPicPr>
              <p:cNvPr id="174" name="Ink 173">
                <a:extLst>
                  <a:ext uri="{FF2B5EF4-FFF2-40B4-BE49-F238E27FC236}">
                    <a16:creationId xmlns:a16="http://schemas.microsoft.com/office/drawing/2014/main" id="{8013BFFA-21C5-B5D7-DDCF-EF19906A3921}"/>
                  </a:ext>
                </a:extLst>
              </p:cNvPr>
              <p:cNvPicPr/>
              <p:nvPr/>
            </p:nvPicPr>
            <p:blipFill>
              <a:blip r:embed="rId155"/>
              <a:stretch>
                <a:fillRect/>
              </a:stretch>
            </p:blipFill>
            <p:spPr>
              <a:xfrm>
                <a:off x="11343758" y="2707703"/>
                <a:ext cx="132840" cy="16992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175" name="Ink 174">
                <a:extLst>
                  <a:ext uri="{FF2B5EF4-FFF2-40B4-BE49-F238E27FC236}">
                    <a16:creationId xmlns:a16="http://schemas.microsoft.com/office/drawing/2014/main" id="{D7984481-190F-2527-29B9-BF58D05FB947}"/>
                  </a:ext>
                </a:extLst>
              </p14:cNvPr>
              <p14:cNvContentPartPr/>
              <p14:nvPr/>
            </p14:nvContentPartPr>
            <p14:xfrm>
              <a:off x="11429078" y="2774303"/>
              <a:ext cx="327600" cy="87840"/>
            </p14:xfrm>
          </p:contentPart>
        </mc:Choice>
        <mc:Fallback>
          <p:pic>
            <p:nvPicPr>
              <p:cNvPr id="175" name="Ink 174">
                <a:extLst>
                  <a:ext uri="{FF2B5EF4-FFF2-40B4-BE49-F238E27FC236}">
                    <a16:creationId xmlns:a16="http://schemas.microsoft.com/office/drawing/2014/main" id="{D7984481-190F-2527-29B9-BF58D05FB947}"/>
                  </a:ext>
                </a:extLst>
              </p:cNvPr>
              <p:cNvPicPr/>
              <p:nvPr/>
            </p:nvPicPr>
            <p:blipFill>
              <a:blip r:embed="rId157"/>
              <a:stretch>
                <a:fillRect/>
              </a:stretch>
            </p:blipFill>
            <p:spPr>
              <a:xfrm>
                <a:off x="11420438" y="2765663"/>
                <a:ext cx="345240" cy="10548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201" name="Ink 200">
                <a:extLst>
                  <a:ext uri="{FF2B5EF4-FFF2-40B4-BE49-F238E27FC236}">
                    <a16:creationId xmlns:a16="http://schemas.microsoft.com/office/drawing/2014/main" id="{60B44960-D255-6F40-4B35-B87E42E33DF0}"/>
                  </a:ext>
                </a:extLst>
              </p14:cNvPr>
              <p14:cNvContentPartPr/>
              <p14:nvPr/>
            </p14:nvContentPartPr>
            <p14:xfrm>
              <a:off x="10113638" y="2511143"/>
              <a:ext cx="20160" cy="1006200"/>
            </p14:xfrm>
          </p:contentPart>
        </mc:Choice>
        <mc:Fallback>
          <p:pic>
            <p:nvPicPr>
              <p:cNvPr id="201" name="Ink 200">
                <a:extLst>
                  <a:ext uri="{FF2B5EF4-FFF2-40B4-BE49-F238E27FC236}">
                    <a16:creationId xmlns:a16="http://schemas.microsoft.com/office/drawing/2014/main" id="{60B44960-D255-6F40-4B35-B87E42E33DF0}"/>
                  </a:ext>
                </a:extLst>
              </p:cNvPr>
              <p:cNvPicPr/>
              <p:nvPr/>
            </p:nvPicPr>
            <p:blipFill>
              <a:blip r:embed="rId159"/>
              <a:stretch>
                <a:fillRect/>
              </a:stretch>
            </p:blipFill>
            <p:spPr>
              <a:xfrm>
                <a:off x="10104998" y="2502503"/>
                <a:ext cx="37800" cy="102384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206" name="Ink 205">
                <a:extLst>
                  <a:ext uri="{FF2B5EF4-FFF2-40B4-BE49-F238E27FC236}">
                    <a16:creationId xmlns:a16="http://schemas.microsoft.com/office/drawing/2014/main" id="{C49896C1-77D1-ED1A-E4C3-BC1259B39400}"/>
                  </a:ext>
                </a:extLst>
              </p14:cNvPr>
              <p14:cNvContentPartPr/>
              <p14:nvPr/>
            </p14:nvContentPartPr>
            <p14:xfrm>
              <a:off x="10287878" y="3181823"/>
              <a:ext cx="101880" cy="151560"/>
            </p14:xfrm>
          </p:contentPart>
        </mc:Choice>
        <mc:Fallback>
          <p:pic>
            <p:nvPicPr>
              <p:cNvPr id="206" name="Ink 205">
                <a:extLst>
                  <a:ext uri="{FF2B5EF4-FFF2-40B4-BE49-F238E27FC236}">
                    <a16:creationId xmlns:a16="http://schemas.microsoft.com/office/drawing/2014/main" id="{C49896C1-77D1-ED1A-E4C3-BC1259B39400}"/>
                  </a:ext>
                </a:extLst>
              </p:cNvPr>
              <p:cNvPicPr/>
              <p:nvPr/>
            </p:nvPicPr>
            <p:blipFill>
              <a:blip r:embed="rId161"/>
              <a:stretch>
                <a:fillRect/>
              </a:stretch>
            </p:blipFill>
            <p:spPr>
              <a:xfrm>
                <a:off x="10279238" y="3172823"/>
                <a:ext cx="11952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207" name="Ink 206">
                <a:extLst>
                  <a:ext uri="{FF2B5EF4-FFF2-40B4-BE49-F238E27FC236}">
                    <a16:creationId xmlns:a16="http://schemas.microsoft.com/office/drawing/2014/main" id="{C2370609-FC16-19CD-C599-362A6F4B4ABC}"/>
                  </a:ext>
                </a:extLst>
              </p14:cNvPr>
              <p14:cNvContentPartPr/>
              <p14:nvPr/>
            </p14:nvContentPartPr>
            <p14:xfrm>
              <a:off x="10502798" y="3162383"/>
              <a:ext cx="37800" cy="156960"/>
            </p14:xfrm>
          </p:contentPart>
        </mc:Choice>
        <mc:Fallback>
          <p:pic>
            <p:nvPicPr>
              <p:cNvPr id="207" name="Ink 206">
                <a:extLst>
                  <a:ext uri="{FF2B5EF4-FFF2-40B4-BE49-F238E27FC236}">
                    <a16:creationId xmlns:a16="http://schemas.microsoft.com/office/drawing/2014/main" id="{C2370609-FC16-19CD-C599-362A6F4B4ABC}"/>
                  </a:ext>
                </a:extLst>
              </p:cNvPr>
              <p:cNvPicPr/>
              <p:nvPr/>
            </p:nvPicPr>
            <p:blipFill>
              <a:blip r:embed="rId163"/>
              <a:stretch>
                <a:fillRect/>
              </a:stretch>
            </p:blipFill>
            <p:spPr>
              <a:xfrm>
                <a:off x="10493798" y="3153743"/>
                <a:ext cx="55440" cy="17460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208" name="Ink 207">
                <a:extLst>
                  <a:ext uri="{FF2B5EF4-FFF2-40B4-BE49-F238E27FC236}">
                    <a16:creationId xmlns:a16="http://schemas.microsoft.com/office/drawing/2014/main" id="{D43E05CB-CD8F-3D4D-5CE3-EE3D370BD52E}"/>
                  </a:ext>
                </a:extLst>
              </p14:cNvPr>
              <p14:cNvContentPartPr/>
              <p14:nvPr/>
            </p14:nvContentPartPr>
            <p14:xfrm>
              <a:off x="10585238" y="3203063"/>
              <a:ext cx="104040" cy="125640"/>
            </p14:xfrm>
          </p:contentPart>
        </mc:Choice>
        <mc:Fallback>
          <p:pic>
            <p:nvPicPr>
              <p:cNvPr id="208" name="Ink 207">
                <a:extLst>
                  <a:ext uri="{FF2B5EF4-FFF2-40B4-BE49-F238E27FC236}">
                    <a16:creationId xmlns:a16="http://schemas.microsoft.com/office/drawing/2014/main" id="{D43E05CB-CD8F-3D4D-5CE3-EE3D370BD52E}"/>
                  </a:ext>
                </a:extLst>
              </p:cNvPr>
              <p:cNvPicPr/>
              <p:nvPr/>
            </p:nvPicPr>
            <p:blipFill>
              <a:blip r:embed="rId165"/>
              <a:stretch>
                <a:fillRect/>
              </a:stretch>
            </p:blipFill>
            <p:spPr>
              <a:xfrm>
                <a:off x="10576238" y="3194423"/>
                <a:ext cx="121680" cy="14328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209" name="Ink 208">
                <a:extLst>
                  <a:ext uri="{FF2B5EF4-FFF2-40B4-BE49-F238E27FC236}">
                    <a16:creationId xmlns:a16="http://schemas.microsoft.com/office/drawing/2014/main" id="{2BA55F05-A2DC-A4CF-3DE6-6630DFE91A7F}"/>
                  </a:ext>
                </a:extLst>
              </p14:cNvPr>
              <p14:cNvContentPartPr/>
              <p14:nvPr/>
            </p14:nvContentPartPr>
            <p14:xfrm>
              <a:off x="10248278" y="3181463"/>
              <a:ext cx="75960" cy="191880"/>
            </p14:xfrm>
          </p:contentPart>
        </mc:Choice>
        <mc:Fallback>
          <p:pic>
            <p:nvPicPr>
              <p:cNvPr id="209" name="Ink 208">
                <a:extLst>
                  <a:ext uri="{FF2B5EF4-FFF2-40B4-BE49-F238E27FC236}">
                    <a16:creationId xmlns:a16="http://schemas.microsoft.com/office/drawing/2014/main" id="{2BA55F05-A2DC-A4CF-3DE6-6630DFE91A7F}"/>
                  </a:ext>
                </a:extLst>
              </p:cNvPr>
              <p:cNvPicPr/>
              <p:nvPr/>
            </p:nvPicPr>
            <p:blipFill>
              <a:blip r:embed="rId167"/>
              <a:stretch>
                <a:fillRect/>
              </a:stretch>
            </p:blipFill>
            <p:spPr>
              <a:xfrm>
                <a:off x="10239638" y="3172463"/>
                <a:ext cx="93600" cy="20952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210" name="Ink 209">
                <a:extLst>
                  <a:ext uri="{FF2B5EF4-FFF2-40B4-BE49-F238E27FC236}">
                    <a16:creationId xmlns:a16="http://schemas.microsoft.com/office/drawing/2014/main" id="{32B65EEB-81FF-5A42-8F3B-EDEAD32740A9}"/>
                  </a:ext>
                </a:extLst>
              </p14:cNvPr>
              <p14:cNvContentPartPr/>
              <p14:nvPr/>
            </p14:nvContentPartPr>
            <p14:xfrm>
              <a:off x="10715918" y="3123863"/>
              <a:ext cx="93960" cy="242280"/>
            </p14:xfrm>
          </p:contentPart>
        </mc:Choice>
        <mc:Fallback>
          <p:pic>
            <p:nvPicPr>
              <p:cNvPr id="210" name="Ink 209">
                <a:extLst>
                  <a:ext uri="{FF2B5EF4-FFF2-40B4-BE49-F238E27FC236}">
                    <a16:creationId xmlns:a16="http://schemas.microsoft.com/office/drawing/2014/main" id="{32B65EEB-81FF-5A42-8F3B-EDEAD32740A9}"/>
                  </a:ext>
                </a:extLst>
              </p:cNvPr>
              <p:cNvPicPr/>
              <p:nvPr/>
            </p:nvPicPr>
            <p:blipFill>
              <a:blip r:embed="rId169"/>
              <a:stretch>
                <a:fillRect/>
              </a:stretch>
            </p:blipFill>
            <p:spPr>
              <a:xfrm>
                <a:off x="10706918" y="3114863"/>
                <a:ext cx="111600" cy="259920"/>
              </a:xfrm>
              <a:prstGeom prst="rect">
                <a:avLst/>
              </a:prstGeom>
            </p:spPr>
          </p:pic>
        </mc:Fallback>
      </mc:AlternateContent>
      <p:grpSp>
        <p:nvGrpSpPr>
          <p:cNvPr id="222" name="Group 221">
            <a:extLst>
              <a:ext uri="{FF2B5EF4-FFF2-40B4-BE49-F238E27FC236}">
                <a16:creationId xmlns:a16="http://schemas.microsoft.com/office/drawing/2014/main" id="{F96DC5B2-A2A9-FC74-CA03-787D46D9CD43}"/>
              </a:ext>
            </a:extLst>
          </p:cNvPr>
          <p:cNvGrpSpPr/>
          <p:nvPr/>
        </p:nvGrpSpPr>
        <p:grpSpPr>
          <a:xfrm>
            <a:off x="9589478" y="3677543"/>
            <a:ext cx="1126440" cy="1185120"/>
            <a:chOff x="9589478" y="3677543"/>
            <a:chExt cx="1126440" cy="1185120"/>
          </a:xfrm>
        </p:grpSpPr>
        <mc:AlternateContent xmlns:mc="http://schemas.openxmlformats.org/markup-compatibility/2006">
          <mc:Choice xmlns:p14="http://schemas.microsoft.com/office/powerpoint/2010/main" Requires="p14">
            <p:contentPart p14:bwMode="auto" r:id="rId170">
              <p14:nvContentPartPr>
                <p14:cNvPr id="202" name="Ink 201">
                  <a:extLst>
                    <a:ext uri="{FF2B5EF4-FFF2-40B4-BE49-F238E27FC236}">
                      <a16:creationId xmlns:a16="http://schemas.microsoft.com/office/drawing/2014/main" id="{402FBFF9-DC1B-F7E3-C83B-00E6ED043FAB}"/>
                    </a:ext>
                  </a:extLst>
                </p14:cNvPr>
                <p14:cNvContentPartPr/>
                <p14:nvPr/>
              </p14:nvContentPartPr>
              <p14:xfrm>
                <a:off x="9604238" y="3777623"/>
                <a:ext cx="285120" cy="249480"/>
              </p14:xfrm>
            </p:contentPart>
          </mc:Choice>
          <mc:Fallback>
            <p:pic>
              <p:nvPicPr>
                <p:cNvPr id="202" name="Ink 201">
                  <a:extLst>
                    <a:ext uri="{FF2B5EF4-FFF2-40B4-BE49-F238E27FC236}">
                      <a16:creationId xmlns:a16="http://schemas.microsoft.com/office/drawing/2014/main" id="{402FBFF9-DC1B-F7E3-C83B-00E6ED043FAB}"/>
                    </a:ext>
                  </a:extLst>
                </p:cNvPr>
                <p:cNvPicPr/>
                <p:nvPr/>
              </p:nvPicPr>
              <p:blipFill>
                <a:blip r:embed="rId171"/>
                <a:stretch>
                  <a:fillRect/>
                </a:stretch>
              </p:blipFill>
              <p:spPr>
                <a:xfrm>
                  <a:off x="9595598" y="3768623"/>
                  <a:ext cx="302760" cy="26712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203" name="Ink 202">
                  <a:extLst>
                    <a:ext uri="{FF2B5EF4-FFF2-40B4-BE49-F238E27FC236}">
                      <a16:creationId xmlns:a16="http://schemas.microsoft.com/office/drawing/2014/main" id="{8FDC63FC-815E-85C0-ED78-65DE0B0335AE}"/>
                    </a:ext>
                  </a:extLst>
                </p14:cNvPr>
                <p14:cNvContentPartPr/>
                <p14:nvPr/>
              </p14:nvContentPartPr>
              <p14:xfrm>
                <a:off x="9957038" y="3804983"/>
                <a:ext cx="245160" cy="206280"/>
              </p14:xfrm>
            </p:contentPart>
          </mc:Choice>
          <mc:Fallback>
            <p:pic>
              <p:nvPicPr>
                <p:cNvPr id="203" name="Ink 202">
                  <a:extLst>
                    <a:ext uri="{FF2B5EF4-FFF2-40B4-BE49-F238E27FC236}">
                      <a16:creationId xmlns:a16="http://schemas.microsoft.com/office/drawing/2014/main" id="{8FDC63FC-815E-85C0-ED78-65DE0B0335AE}"/>
                    </a:ext>
                  </a:extLst>
                </p:cNvPr>
                <p:cNvPicPr/>
                <p:nvPr/>
              </p:nvPicPr>
              <p:blipFill>
                <a:blip r:embed="rId173"/>
                <a:stretch>
                  <a:fillRect/>
                </a:stretch>
              </p:blipFill>
              <p:spPr>
                <a:xfrm>
                  <a:off x="9948038" y="3795983"/>
                  <a:ext cx="262800" cy="22392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204" name="Ink 203">
                  <a:extLst>
                    <a:ext uri="{FF2B5EF4-FFF2-40B4-BE49-F238E27FC236}">
                      <a16:creationId xmlns:a16="http://schemas.microsoft.com/office/drawing/2014/main" id="{32EDBEB9-745C-9F8B-E9E0-0E5902A667FE}"/>
                    </a:ext>
                  </a:extLst>
                </p14:cNvPr>
                <p14:cNvContentPartPr/>
                <p14:nvPr/>
              </p14:nvContentPartPr>
              <p14:xfrm>
                <a:off x="10204718" y="3803903"/>
                <a:ext cx="191520" cy="185040"/>
              </p14:xfrm>
            </p:contentPart>
          </mc:Choice>
          <mc:Fallback>
            <p:pic>
              <p:nvPicPr>
                <p:cNvPr id="204" name="Ink 203">
                  <a:extLst>
                    <a:ext uri="{FF2B5EF4-FFF2-40B4-BE49-F238E27FC236}">
                      <a16:creationId xmlns:a16="http://schemas.microsoft.com/office/drawing/2014/main" id="{32EDBEB9-745C-9F8B-E9E0-0E5902A667FE}"/>
                    </a:ext>
                  </a:extLst>
                </p:cNvPr>
                <p:cNvPicPr/>
                <p:nvPr/>
              </p:nvPicPr>
              <p:blipFill>
                <a:blip r:embed="rId175"/>
                <a:stretch>
                  <a:fillRect/>
                </a:stretch>
              </p:blipFill>
              <p:spPr>
                <a:xfrm>
                  <a:off x="10195718" y="3795263"/>
                  <a:ext cx="209160" cy="20268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205" name="Ink 204">
                  <a:extLst>
                    <a:ext uri="{FF2B5EF4-FFF2-40B4-BE49-F238E27FC236}">
                      <a16:creationId xmlns:a16="http://schemas.microsoft.com/office/drawing/2014/main" id="{FCA42F69-B7C0-3951-73E3-39524E787F55}"/>
                    </a:ext>
                  </a:extLst>
                </p14:cNvPr>
                <p14:cNvContentPartPr/>
                <p14:nvPr/>
              </p14:nvContentPartPr>
              <p14:xfrm>
                <a:off x="9589478" y="3677543"/>
                <a:ext cx="1126440" cy="607680"/>
              </p14:xfrm>
            </p:contentPart>
          </mc:Choice>
          <mc:Fallback>
            <p:pic>
              <p:nvPicPr>
                <p:cNvPr id="205" name="Ink 204">
                  <a:extLst>
                    <a:ext uri="{FF2B5EF4-FFF2-40B4-BE49-F238E27FC236}">
                      <a16:creationId xmlns:a16="http://schemas.microsoft.com/office/drawing/2014/main" id="{FCA42F69-B7C0-3951-73E3-39524E787F55}"/>
                    </a:ext>
                  </a:extLst>
                </p:cNvPr>
                <p:cNvPicPr/>
                <p:nvPr/>
              </p:nvPicPr>
              <p:blipFill>
                <a:blip r:embed="rId177"/>
                <a:stretch>
                  <a:fillRect/>
                </a:stretch>
              </p:blipFill>
              <p:spPr>
                <a:xfrm>
                  <a:off x="9580478" y="3668903"/>
                  <a:ext cx="1144080" cy="62532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211" name="Ink 210">
                  <a:extLst>
                    <a:ext uri="{FF2B5EF4-FFF2-40B4-BE49-F238E27FC236}">
                      <a16:creationId xmlns:a16="http://schemas.microsoft.com/office/drawing/2014/main" id="{C5A984C4-E22D-4260-4815-81A43D3D5848}"/>
                    </a:ext>
                  </a:extLst>
                </p14:cNvPr>
                <p14:cNvContentPartPr/>
                <p14:nvPr/>
              </p14:nvContentPartPr>
              <p14:xfrm>
                <a:off x="10001678" y="4306823"/>
                <a:ext cx="360" cy="512280"/>
              </p14:xfrm>
            </p:contentPart>
          </mc:Choice>
          <mc:Fallback>
            <p:pic>
              <p:nvPicPr>
                <p:cNvPr id="211" name="Ink 210">
                  <a:extLst>
                    <a:ext uri="{FF2B5EF4-FFF2-40B4-BE49-F238E27FC236}">
                      <a16:creationId xmlns:a16="http://schemas.microsoft.com/office/drawing/2014/main" id="{C5A984C4-E22D-4260-4815-81A43D3D5848}"/>
                    </a:ext>
                  </a:extLst>
                </p:cNvPr>
                <p:cNvPicPr/>
                <p:nvPr/>
              </p:nvPicPr>
              <p:blipFill>
                <a:blip r:embed="rId179"/>
                <a:stretch>
                  <a:fillRect/>
                </a:stretch>
              </p:blipFill>
              <p:spPr>
                <a:xfrm>
                  <a:off x="9993038" y="4297823"/>
                  <a:ext cx="18000" cy="52992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214" name="Ink 213">
                  <a:extLst>
                    <a:ext uri="{FF2B5EF4-FFF2-40B4-BE49-F238E27FC236}">
                      <a16:creationId xmlns:a16="http://schemas.microsoft.com/office/drawing/2014/main" id="{311611AF-DFA4-4CD0-A7DF-4998FCA6BE02}"/>
                    </a:ext>
                  </a:extLst>
                </p14:cNvPr>
                <p14:cNvContentPartPr/>
                <p14:nvPr/>
              </p14:nvContentPartPr>
              <p14:xfrm>
                <a:off x="9908078" y="4769423"/>
                <a:ext cx="122040" cy="93240"/>
              </p14:xfrm>
            </p:contentPart>
          </mc:Choice>
          <mc:Fallback>
            <p:pic>
              <p:nvPicPr>
                <p:cNvPr id="214" name="Ink 213">
                  <a:extLst>
                    <a:ext uri="{FF2B5EF4-FFF2-40B4-BE49-F238E27FC236}">
                      <a16:creationId xmlns:a16="http://schemas.microsoft.com/office/drawing/2014/main" id="{311611AF-DFA4-4CD0-A7DF-4998FCA6BE02}"/>
                    </a:ext>
                  </a:extLst>
                </p:cNvPr>
                <p:cNvPicPr/>
                <p:nvPr/>
              </p:nvPicPr>
              <p:blipFill>
                <a:blip r:embed="rId181"/>
                <a:stretch>
                  <a:fillRect/>
                </a:stretch>
              </p:blipFill>
              <p:spPr>
                <a:xfrm>
                  <a:off x="9899078" y="4760783"/>
                  <a:ext cx="139680" cy="11088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215" name="Ink 214">
                  <a:extLst>
                    <a:ext uri="{FF2B5EF4-FFF2-40B4-BE49-F238E27FC236}">
                      <a16:creationId xmlns:a16="http://schemas.microsoft.com/office/drawing/2014/main" id="{6CF86262-25C4-FC21-BE00-118F9B3DB3FA}"/>
                    </a:ext>
                  </a:extLst>
                </p14:cNvPr>
                <p14:cNvContentPartPr/>
                <p14:nvPr/>
              </p14:nvContentPartPr>
              <p14:xfrm>
                <a:off x="10060718" y="4779143"/>
                <a:ext cx="66960" cy="75960"/>
              </p14:xfrm>
            </p:contentPart>
          </mc:Choice>
          <mc:Fallback>
            <p:pic>
              <p:nvPicPr>
                <p:cNvPr id="215" name="Ink 214">
                  <a:extLst>
                    <a:ext uri="{FF2B5EF4-FFF2-40B4-BE49-F238E27FC236}">
                      <a16:creationId xmlns:a16="http://schemas.microsoft.com/office/drawing/2014/main" id="{6CF86262-25C4-FC21-BE00-118F9B3DB3FA}"/>
                    </a:ext>
                  </a:extLst>
                </p:cNvPr>
                <p:cNvPicPr/>
                <p:nvPr/>
              </p:nvPicPr>
              <p:blipFill>
                <a:blip r:embed="rId183"/>
                <a:stretch>
                  <a:fillRect/>
                </a:stretch>
              </p:blipFill>
              <p:spPr>
                <a:xfrm>
                  <a:off x="10051718" y="4770143"/>
                  <a:ext cx="84600" cy="93600"/>
                </a:xfrm>
                <a:prstGeom prst="rect">
                  <a:avLst/>
                </a:prstGeom>
              </p:spPr>
            </p:pic>
          </mc:Fallback>
        </mc:AlternateContent>
      </p:grpSp>
      <p:grpSp>
        <p:nvGrpSpPr>
          <p:cNvPr id="221" name="Group 220">
            <a:extLst>
              <a:ext uri="{FF2B5EF4-FFF2-40B4-BE49-F238E27FC236}">
                <a16:creationId xmlns:a16="http://schemas.microsoft.com/office/drawing/2014/main" id="{0D53D55C-3F26-1C7B-4E32-2AAC37B68606}"/>
              </a:ext>
            </a:extLst>
          </p:cNvPr>
          <p:cNvGrpSpPr/>
          <p:nvPr/>
        </p:nvGrpSpPr>
        <p:grpSpPr>
          <a:xfrm>
            <a:off x="9381398" y="5060303"/>
            <a:ext cx="1744560" cy="811440"/>
            <a:chOff x="9381398" y="5060303"/>
            <a:chExt cx="1744560" cy="811440"/>
          </a:xfrm>
        </p:grpSpPr>
        <mc:AlternateContent xmlns:mc="http://schemas.openxmlformats.org/markup-compatibility/2006">
          <mc:Choice xmlns:p14="http://schemas.microsoft.com/office/powerpoint/2010/main" Requires="p14">
            <p:contentPart p14:bwMode="auto" r:id="rId184">
              <p14:nvContentPartPr>
                <p14:cNvPr id="216" name="Ink 215">
                  <a:extLst>
                    <a:ext uri="{FF2B5EF4-FFF2-40B4-BE49-F238E27FC236}">
                      <a16:creationId xmlns:a16="http://schemas.microsoft.com/office/drawing/2014/main" id="{61FD349F-F989-53EE-E5D4-71C1DC38C278}"/>
                    </a:ext>
                  </a:extLst>
                </p14:cNvPr>
                <p14:cNvContentPartPr/>
                <p14:nvPr/>
              </p14:nvContentPartPr>
              <p14:xfrm>
                <a:off x="9381398" y="5060303"/>
                <a:ext cx="1744560" cy="811440"/>
              </p14:xfrm>
            </p:contentPart>
          </mc:Choice>
          <mc:Fallback>
            <p:pic>
              <p:nvPicPr>
                <p:cNvPr id="216" name="Ink 215">
                  <a:extLst>
                    <a:ext uri="{FF2B5EF4-FFF2-40B4-BE49-F238E27FC236}">
                      <a16:creationId xmlns:a16="http://schemas.microsoft.com/office/drawing/2014/main" id="{61FD349F-F989-53EE-E5D4-71C1DC38C278}"/>
                    </a:ext>
                  </a:extLst>
                </p:cNvPr>
                <p:cNvPicPr/>
                <p:nvPr/>
              </p:nvPicPr>
              <p:blipFill>
                <a:blip r:embed="rId185"/>
                <a:stretch>
                  <a:fillRect/>
                </a:stretch>
              </p:blipFill>
              <p:spPr>
                <a:xfrm>
                  <a:off x="9372398" y="5051663"/>
                  <a:ext cx="1762200" cy="82908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217" name="Ink 216">
                  <a:extLst>
                    <a:ext uri="{FF2B5EF4-FFF2-40B4-BE49-F238E27FC236}">
                      <a16:creationId xmlns:a16="http://schemas.microsoft.com/office/drawing/2014/main" id="{54A9376F-394B-9CDC-B4FB-3CCD189766D0}"/>
                    </a:ext>
                  </a:extLst>
                </p14:cNvPr>
                <p14:cNvContentPartPr/>
                <p14:nvPr/>
              </p14:nvContentPartPr>
              <p14:xfrm>
                <a:off x="9766238" y="5357303"/>
                <a:ext cx="298800" cy="306360"/>
              </p14:xfrm>
            </p:contentPart>
          </mc:Choice>
          <mc:Fallback>
            <p:pic>
              <p:nvPicPr>
                <p:cNvPr id="217" name="Ink 216">
                  <a:extLst>
                    <a:ext uri="{FF2B5EF4-FFF2-40B4-BE49-F238E27FC236}">
                      <a16:creationId xmlns:a16="http://schemas.microsoft.com/office/drawing/2014/main" id="{54A9376F-394B-9CDC-B4FB-3CCD189766D0}"/>
                    </a:ext>
                  </a:extLst>
                </p:cNvPr>
                <p:cNvPicPr/>
                <p:nvPr/>
              </p:nvPicPr>
              <p:blipFill>
                <a:blip r:embed="rId187"/>
                <a:stretch>
                  <a:fillRect/>
                </a:stretch>
              </p:blipFill>
              <p:spPr>
                <a:xfrm>
                  <a:off x="9757238" y="5348663"/>
                  <a:ext cx="316440" cy="32400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218" name="Ink 217">
                  <a:extLst>
                    <a:ext uri="{FF2B5EF4-FFF2-40B4-BE49-F238E27FC236}">
                      <a16:creationId xmlns:a16="http://schemas.microsoft.com/office/drawing/2014/main" id="{02E40F60-8E6B-DBB0-DA17-A1B0A2F8E4D5}"/>
                    </a:ext>
                  </a:extLst>
                </p14:cNvPr>
                <p14:cNvContentPartPr/>
                <p14:nvPr/>
              </p14:nvContentPartPr>
              <p14:xfrm>
                <a:off x="10120838" y="5339303"/>
                <a:ext cx="18720" cy="230040"/>
              </p14:xfrm>
            </p:contentPart>
          </mc:Choice>
          <mc:Fallback>
            <p:pic>
              <p:nvPicPr>
                <p:cNvPr id="218" name="Ink 217">
                  <a:extLst>
                    <a:ext uri="{FF2B5EF4-FFF2-40B4-BE49-F238E27FC236}">
                      <a16:creationId xmlns:a16="http://schemas.microsoft.com/office/drawing/2014/main" id="{02E40F60-8E6B-DBB0-DA17-A1B0A2F8E4D5}"/>
                    </a:ext>
                  </a:extLst>
                </p:cNvPr>
                <p:cNvPicPr/>
                <p:nvPr/>
              </p:nvPicPr>
              <p:blipFill>
                <a:blip r:embed="rId189"/>
                <a:stretch>
                  <a:fillRect/>
                </a:stretch>
              </p:blipFill>
              <p:spPr>
                <a:xfrm>
                  <a:off x="10111838" y="5330663"/>
                  <a:ext cx="36360" cy="24768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219" name="Ink 218">
                  <a:extLst>
                    <a:ext uri="{FF2B5EF4-FFF2-40B4-BE49-F238E27FC236}">
                      <a16:creationId xmlns:a16="http://schemas.microsoft.com/office/drawing/2014/main" id="{A4DE41ED-2B05-6FC1-4216-7EC11A41A5A3}"/>
                    </a:ext>
                  </a:extLst>
                </p14:cNvPr>
                <p14:cNvContentPartPr/>
                <p14:nvPr/>
              </p14:nvContentPartPr>
              <p14:xfrm>
                <a:off x="10290758" y="5381423"/>
                <a:ext cx="60120" cy="227160"/>
              </p14:xfrm>
            </p:contentPart>
          </mc:Choice>
          <mc:Fallback>
            <p:pic>
              <p:nvPicPr>
                <p:cNvPr id="219" name="Ink 218">
                  <a:extLst>
                    <a:ext uri="{FF2B5EF4-FFF2-40B4-BE49-F238E27FC236}">
                      <a16:creationId xmlns:a16="http://schemas.microsoft.com/office/drawing/2014/main" id="{A4DE41ED-2B05-6FC1-4216-7EC11A41A5A3}"/>
                    </a:ext>
                  </a:extLst>
                </p:cNvPr>
                <p:cNvPicPr/>
                <p:nvPr/>
              </p:nvPicPr>
              <p:blipFill>
                <a:blip r:embed="rId191"/>
                <a:stretch>
                  <a:fillRect/>
                </a:stretch>
              </p:blipFill>
              <p:spPr>
                <a:xfrm>
                  <a:off x="10281758" y="5372423"/>
                  <a:ext cx="77760" cy="24480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220" name="Ink 219">
                  <a:extLst>
                    <a:ext uri="{FF2B5EF4-FFF2-40B4-BE49-F238E27FC236}">
                      <a16:creationId xmlns:a16="http://schemas.microsoft.com/office/drawing/2014/main" id="{4A1628F0-AD31-5731-5E9D-0DECEB9547E3}"/>
                    </a:ext>
                  </a:extLst>
                </p14:cNvPr>
                <p14:cNvContentPartPr/>
                <p14:nvPr/>
              </p14:nvContentPartPr>
              <p14:xfrm>
                <a:off x="10261958" y="5448743"/>
                <a:ext cx="225000" cy="19080"/>
              </p14:xfrm>
            </p:contentPart>
          </mc:Choice>
          <mc:Fallback>
            <p:pic>
              <p:nvPicPr>
                <p:cNvPr id="220" name="Ink 219">
                  <a:extLst>
                    <a:ext uri="{FF2B5EF4-FFF2-40B4-BE49-F238E27FC236}">
                      <a16:creationId xmlns:a16="http://schemas.microsoft.com/office/drawing/2014/main" id="{4A1628F0-AD31-5731-5E9D-0DECEB9547E3}"/>
                    </a:ext>
                  </a:extLst>
                </p:cNvPr>
                <p:cNvPicPr/>
                <p:nvPr/>
              </p:nvPicPr>
              <p:blipFill>
                <a:blip r:embed="rId193"/>
                <a:stretch>
                  <a:fillRect/>
                </a:stretch>
              </p:blipFill>
              <p:spPr>
                <a:xfrm>
                  <a:off x="10253318" y="5440103"/>
                  <a:ext cx="242640" cy="36720"/>
                </a:xfrm>
                <a:prstGeom prst="rect">
                  <a:avLst/>
                </a:prstGeom>
              </p:spPr>
            </p:pic>
          </mc:Fallback>
        </mc:AlternateContent>
      </p:grpSp>
      <p:grpSp>
        <p:nvGrpSpPr>
          <p:cNvPr id="229" name="Group 228">
            <a:extLst>
              <a:ext uri="{FF2B5EF4-FFF2-40B4-BE49-F238E27FC236}">
                <a16:creationId xmlns:a16="http://schemas.microsoft.com/office/drawing/2014/main" id="{296E7C69-8263-B63E-8E1C-CDCDAD8F8F3B}"/>
              </a:ext>
            </a:extLst>
          </p:cNvPr>
          <p:cNvGrpSpPr/>
          <p:nvPr/>
        </p:nvGrpSpPr>
        <p:grpSpPr>
          <a:xfrm>
            <a:off x="10466438" y="5878943"/>
            <a:ext cx="1848600" cy="883440"/>
            <a:chOff x="10466438" y="5878943"/>
            <a:chExt cx="1848600" cy="883440"/>
          </a:xfrm>
        </p:grpSpPr>
        <mc:AlternateContent xmlns:mc="http://schemas.openxmlformats.org/markup-compatibility/2006">
          <mc:Choice xmlns:p14="http://schemas.microsoft.com/office/powerpoint/2010/main" Requires="p14">
            <p:contentPart p14:bwMode="auto" r:id="rId194">
              <p14:nvContentPartPr>
                <p14:cNvPr id="223" name="Ink 222">
                  <a:extLst>
                    <a:ext uri="{FF2B5EF4-FFF2-40B4-BE49-F238E27FC236}">
                      <a16:creationId xmlns:a16="http://schemas.microsoft.com/office/drawing/2014/main" id="{459AD0DB-AEA6-CB0B-3EB8-59C8DE226E83}"/>
                    </a:ext>
                  </a:extLst>
                </p14:cNvPr>
                <p14:cNvContentPartPr/>
                <p14:nvPr/>
              </p14:nvContentPartPr>
              <p14:xfrm>
                <a:off x="10466438" y="5878943"/>
                <a:ext cx="659520" cy="283320"/>
              </p14:xfrm>
            </p:contentPart>
          </mc:Choice>
          <mc:Fallback>
            <p:pic>
              <p:nvPicPr>
                <p:cNvPr id="223" name="Ink 222">
                  <a:extLst>
                    <a:ext uri="{FF2B5EF4-FFF2-40B4-BE49-F238E27FC236}">
                      <a16:creationId xmlns:a16="http://schemas.microsoft.com/office/drawing/2014/main" id="{459AD0DB-AEA6-CB0B-3EB8-59C8DE226E83}"/>
                    </a:ext>
                  </a:extLst>
                </p:cNvPr>
                <p:cNvPicPr/>
                <p:nvPr/>
              </p:nvPicPr>
              <p:blipFill>
                <a:blip r:embed="rId195"/>
                <a:stretch>
                  <a:fillRect/>
                </a:stretch>
              </p:blipFill>
              <p:spPr>
                <a:xfrm>
                  <a:off x="10457438" y="5870303"/>
                  <a:ext cx="677160" cy="30096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224" name="Ink 223">
                  <a:extLst>
                    <a:ext uri="{FF2B5EF4-FFF2-40B4-BE49-F238E27FC236}">
                      <a16:creationId xmlns:a16="http://schemas.microsoft.com/office/drawing/2014/main" id="{2C07F32C-8187-B728-B89A-70AAB3F56439}"/>
                    </a:ext>
                  </a:extLst>
                </p14:cNvPr>
                <p14:cNvContentPartPr/>
                <p14:nvPr/>
              </p14:nvContentPartPr>
              <p14:xfrm>
                <a:off x="11010038" y="6025103"/>
                <a:ext cx="183600" cy="217440"/>
              </p14:xfrm>
            </p:contentPart>
          </mc:Choice>
          <mc:Fallback>
            <p:pic>
              <p:nvPicPr>
                <p:cNvPr id="224" name="Ink 223">
                  <a:extLst>
                    <a:ext uri="{FF2B5EF4-FFF2-40B4-BE49-F238E27FC236}">
                      <a16:creationId xmlns:a16="http://schemas.microsoft.com/office/drawing/2014/main" id="{2C07F32C-8187-B728-B89A-70AAB3F56439}"/>
                    </a:ext>
                  </a:extLst>
                </p:cNvPr>
                <p:cNvPicPr/>
                <p:nvPr/>
              </p:nvPicPr>
              <p:blipFill>
                <a:blip r:embed="rId197"/>
                <a:stretch>
                  <a:fillRect/>
                </a:stretch>
              </p:blipFill>
              <p:spPr>
                <a:xfrm>
                  <a:off x="11001398" y="6016103"/>
                  <a:ext cx="20124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225" name="Ink 224">
                  <a:extLst>
                    <a:ext uri="{FF2B5EF4-FFF2-40B4-BE49-F238E27FC236}">
                      <a16:creationId xmlns:a16="http://schemas.microsoft.com/office/drawing/2014/main" id="{304AB0DF-168B-CDAF-B36C-B4C19D314B99}"/>
                    </a:ext>
                  </a:extLst>
                </p14:cNvPr>
                <p14:cNvContentPartPr/>
                <p14:nvPr/>
              </p14:nvContentPartPr>
              <p14:xfrm>
                <a:off x="10988798" y="6062183"/>
                <a:ext cx="1326240" cy="700200"/>
              </p14:xfrm>
            </p:contentPart>
          </mc:Choice>
          <mc:Fallback>
            <p:pic>
              <p:nvPicPr>
                <p:cNvPr id="225" name="Ink 224">
                  <a:extLst>
                    <a:ext uri="{FF2B5EF4-FFF2-40B4-BE49-F238E27FC236}">
                      <a16:creationId xmlns:a16="http://schemas.microsoft.com/office/drawing/2014/main" id="{304AB0DF-168B-CDAF-B36C-B4C19D314B99}"/>
                    </a:ext>
                  </a:extLst>
                </p:cNvPr>
                <p:cNvPicPr/>
                <p:nvPr/>
              </p:nvPicPr>
              <p:blipFill>
                <a:blip r:embed="rId199"/>
                <a:stretch>
                  <a:fillRect/>
                </a:stretch>
              </p:blipFill>
              <p:spPr>
                <a:xfrm>
                  <a:off x="10979798" y="6053543"/>
                  <a:ext cx="1343880" cy="71784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227" name="Ink 226">
                  <a:extLst>
                    <a:ext uri="{FF2B5EF4-FFF2-40B4-BE49-F238E27FC236}">
                      <a16:creationId xmlns:a16="http://schemas.microsoft.com/office/drawing/2014/main" id="{AC391D6A-DDC2-D3C0-5501-E4E37C8FB645}"/>
                    </a:ext>
                  </a:extLst>
                </p14:cNvPr>
                <p14:cNvContentPartPr/>
                <p14:nvPr/>
              </p14:nvContentPartPr>
              <p14:xfrm>
                <a:off x="11398478" y="6254423"/>
                <a:ext cx="121680" cy="321480"/>
              </p14:xfrm>
            </p:contentPart>
          </mc:Choice>
          <mc:Fallback>
            <p:pic>
              <p:nvPicPr>
                <p:cNvPr id="227" name="Ink 226">
                  <a:extLst>
                    <a:ext uri="{FF2B5EF4-FFF2-40B4-BE49-F238E27FC236}">
                      <a16:creationId xmlns:a16="http://schemas.microsoft.com/office/drawing/2014/main" id="{AC391D6A-DDC2-D3C0-5501-E4E37C8FB645}"/>
                    </a:ext>
                  </a:extLst>
                </p:cNvPr>
                <p:cNvPicPr/>
                <p:nvPr/>
              </p:nvPicPr>
              <p:blipFill>
                <a:blip r:embed="rId201"/>
                <a:stretch>
                  <a:fillRect/>
                </a:stretch>
              </p:blipFill>
              <p:spPr>
                <a:xfrm>
                  <a:off x="11389838" y="6245423"/>
                  <a:ext cx="139320" cy="33912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228" name="Ink 227">
                  <a:extLst>
                    <a:ext uri="{FF2B5EF4-FFF2-40B4-BE49-F238E27FC236}">
                      <a16:creationId xmlns:a16="http://schemas.microsoft.com/office/drawing/2014/main" id="{F8B914D8-BC9C-EBB3-EA05-509C096E425A}"/>
                    </a:ext>
                  </a:extLst>
                </p14:cNvPr>
                <p14:cNvContentPartPr/>
                <p14:nvPr/>
              </p14:nvContentPartPr>
              <p14:xfrm>
                <a:off x="11586398" y="6277463"/>
                <a:ext cx="382320" cy="254160"/>
              </p14:xfrm>
            </p:contentPart>
          </mc:Choice>
          <mc:Fallback>
            <p:pic>
              <p:nvPicPr>
                <p:cNvPr id="228" name="Ink 227">
                  <a:extLst>
                    <a:ext uri="{FF2B5EF4-FFF2-40B4-BE49-F238E27FC236}">
                      <a16:creationId xmlns:a16="http://schemas.microsoft.com/office/drawing/2014/main" id="{F8B914D8-BC9C-EBB3-EA05-509C096E425A}"/>
                    </a:ext>
                  </a:extLst>
                </p:cNvPr>
                <p:cNvPicPr/>
                <p:nvPr/>
              </p:nvPicPr>
              <p:blipFill>
                <a:blip r:embed="rId203"/>
                <a:stretch>
                  <a:fillRect/>
                </a:stretch>
              </p:blipFill>
              <p:spPr>
                <a:xfrm>
                  <a:off x="11577758" y="6268823"/>
                  <a:ext cx="399960" cy="271800"/>
                </a:xfrm>
                <a:prstGeom prst="rect">
                  <a:avLst/>
                </a:prstGeom>
              </p:spPr>
            </p:pic>
          </mc:Fallback>
        </mc:AlternateContent>
      </p:grpSp>
    </p:spTree>
    <p:extLst>
      <p:ext uri="{BB962C8B-B14F-4D97-AF65-F5344CB8AC3E}">
        <p14:creationId xmlns:p14="http://schemas.microsoft.com/office/powerpoint/2010/main" val="2239248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6</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60,000+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26000+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8163</TotalTime>
  <Words>289</Words>
  <Application>Microsoft Office PowerPoint</Application>
  <PresentationFormat>Custom</PresentationFormat>
  <Paragraphs>40</Paragraphs>
  <Slides>10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72</vt:lpstr>
      <vt:lpstr>Amasis MT Pro Black</vt:lpstr>
      <vt:lpstr>Arial</vt:lpstr>
      <vt:lpstr>Arial Black</vt:lpstr>
      <vt:lpstr>Calibri</vt:lpstr>
      <vt:lpstr>Cooper Black</vt:lpstr>
      <vt:lpstr>Segoe UI</vt:lpstr>
      <vt:lpstr>Segoe UI Light</vt:lpstr>
      <vt:lpstr>Office Theme</vt:lpstr>
      <vt:lpstr>SAP BTP Extension Suite Training</vt:lpstr>
      <vt:lpstr>PowerPoint Presentation</vt:lpstr>
      <vt:lpstr>Agenda – Day 15</vt:lpstr>
      <vt:lpstr>BTP Cloud Transport Management</vt:lpstr>
      <vt:lpstr>Hands on SAP BTP Cloud Transport</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300</cp:revision>
  <dcterms:created xsi:type="dcterms:W3CDTF">2013-09-12T13:05:01Z</dcterms:created>
  <dcterms:modified xsi:type="dcterms:W3CDTF">2026-02-04T08:02:56Z</dcterms:modified>
</cp:coreProperties>
</file>