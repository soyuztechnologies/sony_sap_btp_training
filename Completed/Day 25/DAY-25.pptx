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220.xml" ContentType="application/inkml+xml"/>
  <Override PartName="/ppt/notesSlides/notesSlide8.xml" ContentType="application/vnd.openxmlformats-officedocument.presentationml.notesSlide+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373.xml" ContentType="application/inkml+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Lst>
  <p:notesMasterIdLst>
    <p:notesMasterId r:id="rId21"/>
  </p:notesMasterIdLst>
  <p:sldIdLst>
    <p:sldId id="256" r:id="rId4"/>
    <p:sldId id="402" r:id="rId5"/>
    <p:sldId id="276" r:id="rId6"/>
    <p:sldId id="1217" r:id="rId7"/>
    <p:sldId id="344" r:id="rId8"/>
    <p:sldId id="341" r:id="rId9"/>
    <p:sldId id="1218" r:id="rId10"/>
    <p:sldId id="342" r:id="rId11"/>
    <p:sldId id="346" r:id="rId12"/>
    <p:sldId id="347" r:id="rId13"/>
    <p:sldId id="1219" r:id="rId14"/>
    <p:sldId id="345" r:id="rId15"/>
    <p:sldId id="350" r:id="rId16"/>
    <p:sldId id="351" r:id="rId17"/>
    <p:sldId id="352" r:id="rId18"/>
    <p:sldId id="419" r:id="rId19"/>
    <p:sldId id="409" r:id="rId20"/>
  </p:sldIdLst>
  <p:sldSz cx="12188825" cy="6858000"/>
  <p:notesSz cx="6858000" cy="9144000"/>
  <p:embeddedFontLst>
    <p:embeddedFont>
      <p:font typeface="Arial Black" panose="020B0A04020102020204" pitchFamily="34" charset="0"/>
      <p:regular r:id="rId22"/>
      <p:bold r:id="rId23"/>
    </p:embeddedFont>
    <p:embeddedFont>
      <p:font typeface="Cambria" panose="02040503050406030204" pitchFamily="18" charset="0"/>
      <p:regular r:id="rId24"/>
      <p:bold r:id="rId25"/>
      <p:italic r:id="rId26"/>
      <p:boldItalic r:id="rId27"/>
    </p:embeddedFont>
    <p:embeddedFont>
      <p:font typeface="Consolas" panose="020B0609020204030204" pitchFamily="49" charset="0"/>
      <p:regular r:id="rId28"/>
      <p:bold r:id="rId29"/>
      <p:italic r:id="rId30"/>
      <p:boldItalic r:id="rId31"/>
    </p:embeddedFont>
    <p:embeddedFont>
      <p:font typeface="Cooper Black" panose="0208090404030B020404" pitchFamily="18" charset="0"/>
      <p:regular r:id="rId32"/>
    </p:embeddedFont>
    <p:embeddedFont>
      <p:font typeface="Corben" panose="020B0604020202020204" charset="0"/>
      <p:bold r:id="rId33"/>
    </p:embeddedFont>
    <p:embeddedFont>
      <p:font typeface="Open Sans" panose="020B0606030504020204" pitchFamily="34" charset="0"/>
      <p:regular r:id="rId34"/>
      <p:bold r:id="rId35"/>
      <p:italic r:id="rId36"/>
      <p:boldItalic r:id="rId37"/>
    </p:embeddedFont>
    <p:embeddedFont>
      <p:font typeface="Quattrocento Sans" panose="020B0502050000020003" pitchFamily="34" charset="0"/>
      <p:regular r:id="rId38"/>
      <p:bold r:id="rId39"/>
      <p:italic r:id="rId40"/>
      <p:boldItalic r:id="rId41"/>
    </p:embeddedFont>
    <p:embeddedFont>
      <p:font typeface="Segoe UI" panose="020B0502040204020203" pitchFamily="34" charset="0"/>
      <p:regular r:id="rId42"/>
      <p:bold r:id="rId43"/>
      <p:italic r:id="rId44"/>
      <p:boldItalic r:id="rId45"/>
    </p:embeddedFont>
    <p:embeddedFont>
      <p:font typeface="Segoe UI Light" panose="020B0502040204020203" pitchFamily="34" charset="0"/>
      <p:regular r:id="rId46"/>
      <p: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80" autoAdjust="0"/>
    <p:restoredTop sz="94660"/>
  </p:normalViewPr>
  <p:slideViewPr>
    <p:cSldViewPr snapToGrid="0">
      <p:cViewPr>
        <p:scale>
          <a:sx n="100" d="100"/>
          <a:sy n="100" d="100"/>
        </p:scale>
        <p:origin x="744" y="28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2" Type="http://schemas.openxmlformats.org/officeDocument/2006/relationships/font" Target="fonts/font21.fntdata"/><Relationship Id="rId47" Type="http://schemas.openxmlformats.org/officeDocument/2006/relationships/font" Target="fonts/font26.fntdata"/><Relationship Id="rId7" Type="http://schemas.openxmlformats.org/officeDocument/2006/relationships/slide" Target="slides/slide4.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font" Target="fonts/font8.fntdata"/><Relationship Id="rId11" Type="http://schemas.openxmlformats.org/officeDocument/2006/relationships/slide" Target="slides/slide8.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font" Target="fonts/font19.fntdata"/><Relationship Id="rId45" Type="http://schemas.openxmlformats.org/officeDocument/2006/relationships/font" Target="fonts/font24.fnt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203" Type="http://customschemas.google.com/relationships/presentationmetadata" Target="meta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10.fntdata"/><Relationship Id="rId44" Type="http://schemas.openxmlformats.org/officeDocument/2006/relationships/font" Target="fonts/font23.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3" Type="http://schemas.openxmlformats.org/officeDocument/2006/relationships/font" Target="fonts/font22.fntdata"/><Relationship Id="rId207" Type="http://schemas.openxmlformats.org/officeDocument/2006/relationships/tableStyles" Target="tableStyles.xml"/><Relationship Id="rId8" Type="http://schemas.openxmlformats.org/officeDocument/2006/relationships/slide" Target="slides/slide5.xml"/><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46" Type="http://schemas.openxmlformats.org/officeDocument/2006/relationships/font" Target="fonts/font25.fntdata"/><Relationship Id="rId20" Type="http://schemas.openxmlformats.org/officeDocument/2006/relationships/slide" Target="slides/slide17.xml"/><Relationship Id="rId41" Type="http://schemas.openxmlformats.org/officeDocument/2006/relationships/font" Target="fonts/font20.fntdata"/><Relationship Id="rId1" Type="http://schemas.openxmlformats.org/officeDocument/2006/relationships/slideMaster" Target="slideMasters/slideMaster1.xml"/><Relationship Id="rId6" Type="http://schemas.openxmlformats.org/officeDocument/2006/relationships/slide" Target="slides/slide3.xml"/><Relationship Id="rId20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0T06:16:41.090"/>
    </inkml:context>
    <inkml:brush xml:id="br0">
      <inkml:brushProperty name="width" value="0.05" units="cm"/>
      <inkml:brushProperty name="height" value="0.05" units="cm"/>
    </inkml:brush>
  </inkml:definitions>
  <inkml:trace contextRef="#ctx0" brushRef="#br0">1 1 24575,'0'0'-8191</inkml:trace>
</inkml:ink>
</file>

<file path=ppt/ink/ink3.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2-23T06:17:08.232"/>
    </inkml:context>
    <inkml:brush xml:id="br0">
      <inkml:brushProperty name="width" value="0.05292" units="cm"/>
      <inkml:brushProperty name="height" value="0.05292" units="cm"/>
    </inkml:brush>
  </inkml:definitions>
  <inkml:trace contextRef="#ctx0" brushRef="#br0">1891 8504 0,'40'-27'31,"-80"54"-31,120-80 31,-54 26 1,-52 27-1,12 0-31,-131 53 31,-1 53-15,-12 159 15,211-41-15,211-144 15,-198-80-15,212-66-1,-225 26 1,66-145 15,-119 119-31,-53-133 16,27 160-1,-199-41 1,26 107 15,186-14-15</inkml:trace>
  <inkml:trace contextRef="#ctx0" brushRef="#br0" timeOffset="648.88">1799 9191 0,'0'-13'16,"0"26"-16,0-39 15,-40 79 17,0 13-17,14-40-15,-80 199 32,53-66-1,80-119 0,105-80 0,-92 27-31,12 13 16,81 13 0,-80-13-16,26 26 15,80 1 16,-120-54-15,-25-105 15,-54-79 1,13 78-1,-12 120 0,12 26-15</inkml:trace>
  <inkml:trace contextRef="#ctx0" brushRef="#br0" timeOffset="991.35">2804 9231 0,'0'0'16,"-13"0"-16,-14 0 15,67 0 17,0 0-17,277 0 1,-13 0 15,-264-26 0</inkml:trace>
  <inkml:trace contextRef="#ctx0" brushRef="#br0" timeOffset="1239.59">3280 9046 0,'0'0'0,"0"-13"16,26 13-1,-12 0 1,-1 0-16,66 39 16,-39-25-1,92-874 1,-132 1878 0,-66-925-1,26-67 1,1-12-16</inkml:trace>
  <inkml:trace contextRef="#ctx0" brushRef="#br0" timeOffset="2558.27">4126 8676 0,'0'0'0,"0"-14"16,0-25 0,14 105 15,-1-40-16,13 173 1,-26-54 0,-13 159-1,0-224 1,-27 211 0,40-225-1,-13 145 1,26-184-1,53 39 1,-39-53-16,171-26 31,-132 0-15,27-1-16,357-12 16,-305 13-1,516 0 1,-476 13-1,569 0 1,-423 0 0,-172 13-1,-14-13-15,318 13 16,-384 0 0,93 0-1,-158-13 1,-54-52-1,-13 12 1,27 13-16,-93-158 31,66-26-15,13-41 0,13 81-1,27 78-15,14-343 31,-1 356-15,27-158 0,-27 198-1,13-65 1,-79 39 15,27 66-31,-172-14 31,-54 1-15,146 13-16,-13 0 16,-291 0-1,252 13-15,-14-13 16,-516 40 0,384-27-1,172 0 1,-1 1-16,-184 12 15,79-13 1,0 1 15,211-1-15,14-13-16,-13 0 16,12 13 15,14 27 0,0-27-15,0 0-16,-26 27 15,13-27 1,0 14-16,-14 12 16,1 93 15,26-105-31,0 13 15,-14 79 1,14-80-16,14 120 31,12-106-15</inkml:trace>
  <inkml:trace contextRef="#ctx0" brushRef="#br0" timeOffset="3209.77">4735 8848 0,'0'0'0,"-40"-40"32,27 27-32,0 13 15,-40 0 1,40 0-16,-27 66 31,40-40-31,13 80 31,119-27 1,-105-79-32</inkml:trace>
  <inkml:trace contextRef="#ctx0" brushRef="#br0" timeOffset="3510.66">4894 8874 0,'-14'0'16,"1"0"0,40 53 15,12 26 0,14-39 0,0-80 1,-40 27-32,14-66 31,-54-14 0</inkml:trace>
  <inkml:trace contextRef="#ctx0" brushRef="#br0" timeOffset="3870.93">5304 8861 0,'0'0'0,"13"-40"31,-66 40 1,13 40-1,27-27-31,39 13 31,80 27 0,-66-13 1,-119 0-1,12-40-16</inkml:trace>
  <inkml:trace contextRef="#ctx0" brushRef="#br0" timeOffset="4067.94">5449 8649 0,'0'0'0,"13"0"16,0 0-1,1 66 1,-14 0 0,39 133 15,-25-159-15</inkml:trace>
  <inkml:trace contextRef="#ctx0" brushRef="#br0" timeOffset="4226.33">5409 8940 0,'0'0'0,"14"-40"31,-1 27-31,53 0 31,13 13-15</inkml:trace>
  <inkml:trace contextRef="#ctx0" brushRef="#br0" timeOffset="4475.17">5766 8887 0,'0'-13'31,"0"26"-31,0-13 31,14 66 0,-1 27 1,-13-80-32</inkml:trace>
  <inkml:trace contextRef="#ctx0" brushRef="#br0" timeOffset="4597.16">5819 8689 0,'-26'-40'32,"52"80"-32,-52-53 15</inkml:trace>
  <inkml:trace contextRef="#ctx0" brushRef="#br0" timeOffset="5028.33">6110 8914 0,'0'0'31,"-26"-27"-31,-1-26 31,14 53-31,0 0 16,-27 53 15,27 40 0,66-67 0,26-92 1,-52-106-1,-14 53 0,-13 199 0,13-54-31,14 106 32,-14-92-32</inkml:trace>
  <inkml:trace contextRef="#ctx0" brushRef="#br0" timeOffset="5449.68">6560 8649 0,'0'0'0,"0"-13"15,-13 13 1,0 66 15,-1 93 0,14-120-31,-13 94 16,13-67 15,13-66-15,106-13 15,-66 13-31,331-14 31,-27 14 1,-238 0-1,-146-39-15</inkml:trace>
  <inkml:trace contextRef="#ctx0" brushRef="#br0" timeOffset="5982.85">6467 8570 0,'-13'-13'0,"26"26"0,1-26 31,12 13-31,1 0 0,131 0 31,-78 0-31,237 0 16,-238 0 0,186 0-1,-225 0 1,52 0 15,-92 39-15,-13 80 15,13-92-15,-13 118-1,-14 14 16,27-133-15,0 54 0,-13-67-1,13 0 1,-26-39 0,-1 13-1,-92-54 1</inkml:trace>
  <inkml:trace contextRef="#ctx0" brushRef="#br0" timeOffset="6325.33">6705 8834 0,'-13'-26'32,"40"39"-1,-14-13-16,27 53 1,-27-40 0,0 14-16,27 26 15,-27-40 1</inkml:trace>
  <inkml:trace contextRef="#ctx0" brushRef="#br0" timeOffset="6494.01">6838 8808 0,'-14'-27'16,"28"54"-16,-41-40 31,14 26-31,-27 79 31,14 1 0</inkml:trace>
  <inkml:trace contextRef="#ctx0" brushRef="#br0" timeOffset="6696.98">6917 8808 0,'0'0'0,"13"0"31,-13 13-31,14 0 16,25 27 0,-26-14-16,54 54 31,-54-67-15</inkml:trace>
  <inkml:trace contextRef="#ctx0" brushRef="#br0" timeOffset="6867">7036 8795 0,'0'0'0,"-26"13"31,12 0-31,-25 66 31,26-52-31,-27 66 16</inkml:trace>
  <inkml:trace contextRef="#ctx0" brushRef="#br0" timeOffset="7086.98">7115 8808 0,'0'0'0,"0"13"15,0 14 1,14 25 15,78 15 1,-39-28-17</inkml:trace>
  <inkml:trace contextRef="#ctx0" brushRef="#br0" timeOffset="7289.1">7248 8848 0,'-14'-27'32,"28"54"-32,-54-1 31,40-13-31,-13 14 0,-14 26 31,14-40-31</inkml:trace>
  <inkml:trace contextRef="#ctx0" brushRef="#br0" timeOffset="7482.45">7327 8795 0,'0'0'0,"27"79"31,-27-66-31,13 0 0,26 40 31,14-13-15</inkml:trace>
  <inkml:trace contextRef="#ctx0" brushRef="#br0" timeOffset="11430.66">2738 7816 0,'0'0'0,"13"-26"16,-13 12-16,-13-25 31,-1 39-31,-25 0 31,-93 39 1,105-12-32,-79 92 31,159 0 0,132-93 0,-145-26-31</inkml:trace>
  <inkml:trace contextRef="#ctx0" brushRef="#br0" timeOffset="11630.35">2896 7776 0,'0'0'16,"-13"-13"0,40 13 15,39 132 0,-66-79-15,-13 80 15</inkml:trace>
  <inkml:trace contextRef="#ctx0" brushRef="#br0" timeOffset="12976.99">7340 6044 0,'0'-13'31,"0"26"-31,27-79 31,-14 13 0,-119 53-15,-53 119 15,133-79-15,-14 92 15,40-92-31,80 39 16,-54-79-1,133 0 1,-119-13 0,65-67-1</inkml:trace>
  <inkml:trace contextRef="#ctx0" brushRef="#br0" timeOffset="13399.42">7618 6044 0,'0'0'0,"0"-13"16,0 0-16,-26-27 15,78 13 17,54 41-1,-93-14-15,14 79-1,-27-53 1,-79 80-1,65-79 1,-52 26 0,66-40-1,13-13 1,1 0 0,78 0-1,-39 0 1,27 0-1,-67 0 17</inkml:trace>
  <inkml:trace contextRef="#ctx0" brushRef="#br0" timeOffset="14149.08">8650 5740 0,'0'0'0,"0"-66"16,-27-14 15,-65 133 0,78-13-15,-25 105 0,65 107 15,133-173 0,52-185 0,-158 27-15,-53-199 15,-119 172 0,40 146 1</inkml:trace>
  <inkml:trace contextRef="#ctx0" brushRef="#br0" timeOffset="14691.86">8597 6229 0,'0'13'31,"0"-26"-31,-14 79 16,1-53-16,0 14 15,-13 52 1,-27 67 15,26-80 0,93-53 1,133 0-1,-14-991 0,-119 1970 0,-53-992-31,-13-40 32,-26-132-1,-1 26 0,-12 94 0,39 65-15</inkml:trace>
  <inkml:trace contextRef="#ctx0" brushRef="#br0" timeOffset="15212.17">9536 6256 0,'0'0'0,"-13"0"31,39 0 0,133-14 0,-106 14-31,92 0 32,-118 0-32,-1 0 31,-52 0 0</inkml:trace>
  <inkml:trace contextRef="#ctx0" brushRef="#br0" timeOffset="16116.39">10739 6044 0,'0'-13'15,"0"0"1,0 39 15,0-13-15,0 106-1,-13 27 17,0-133-17,13 13 1,13-131 15,40-120 0,13 106 1,-39 119-17,39 66 1,-53-26 0,40 118-1,-40-118 1,-13 39-1</inkml:trace>
  <inkml:trace contextRef="#ctx0" brushRef="#br0" timeOffset="16912.28">10819 6189 0,'0'0'0,"-14"-26"16,41 26 15,-1-13-15,-12 13-16,78-13 15,40-1 17,-118 1-1,-14 26 0,0 1-15,0 38-1,0-25-15,13 39 32,-13-40-17,0-12 1,0-54 15,0 27-31,0-119 31,40-1 1,26 94-1,0 65 0,-40 53 0,-105-12 1,66-67-32,-40 26 31,92-52 0,-25 26-31,12 0 16,120 13 15,-120 53 0,-105-26 0,-40-27 1,105-26-32</inkml:trace>
  <inkml:trace contextRef="#ctx0" brushRef="#br0" timeOffset="17324.93">11520 6031 0,'0'13'31,"26"93"0,1-14 0,-27-52 1,-14-80-1,14-92 0,14 106-31,25-54 31,27 107 1,-52-14-32,25 132 31,-26-78-15</inkml:trace>
  <inkml:trace contextRef="#ctx0" brushRef="#br0" timeOffset="17895.7">11520 6176 0,'0'0'32,"13"-39"-32,79 12 31,-65 27-31,118 0 31,-39 0 0,-93 0-31,-13 13 63,14 80-32,-14-80-31,0 66 31,0-65-31,0-1 32,0-26-32,-14-53 31,-12-146 0,26 172-31,40-39 31,-27 66-31,79 39 32,-65-13-32,26 67 31,-106-1-16,26-66 1,14-13-16</inkml:trace>
  <inkml:trace contextRef="#ctx0" brushRef="#br0" timeOffset="18481.74">12379 6084 0,'0'0'0,"-13"0"16,26 53 31,-13-27-47,0-13 0,14 14 15,-14 78 1,0-91 15,0-28-15,-14-65 0,14 39-1,0-118 1,14 105-1,52-53 17,-53 106-32,66 66 15,-66-26 1,-26 79 15,-13-93-31,-54 54 31,14-54 1,146-13-1,39 40-15,-93-40-1,14 14 1</inkml:trace>
  <inkml:trace contextRef="#ctx0" brushRef="#br0" timeOffset="18849.65">12657 6216 0,'0'0'0,"-13"-27"15,39 27 16,-13 0-15,80 14 0,-80-14-1,80-27 1,-80 14 0,-39-40-1,12 40 1,-52-14-1,53 27 1,-27 53 0,40-26-1,0 65 1,27-52 0,52 0-1</inkml:trace>
  <inkml:trace contextRef="#ctx0" brushRef="#br0" timeOffset="19280.87">13001 6137 0,'0'0'0,"-13"-40"16,13 27 0,0 39-1,0-13 1,0 1-16,13 105 15,13 0 17,-26-106-17,0 13 1,0-79 15,0 40-15,0-119-1,0 66 1,0 0 0,0 52-1,14 1 1,52 106 15,-66-80-15,0 53-1,-14-53 1,-91 14 0</inkml:trace>
  <inkml:trace contextRef="#ctx0" brushRef="#br0" timeOffset="19559.91">13318 6123 0,'0'0'0,"-13"0"15,13 14 1,13-14-1,14 0-15,39-14 16,-40 14 0,67-13-1,-80 13 1</inkml:trace>
  <inkml:trace contextRef="#ctx0" brushRef="#br0" timeOffset="20349.15">14046 5938 0,'0'-39'15,"0"78"-15,13-92 16,0-13-1,0 53 1,-13 0-16,-66 26 31,40 0-15,-133 106 15,146-66-15,66 26-1,79-12 17,-106-67-17,27 13 1,-106-13 15,27 0-15,0 0-16,-27 13 15,26 53 17,40-53-17,27 27 1,66-27 15,-66-13-31</inkml:trace>
  <inkml:trace contextRef="#ctx0" brushRef="#br0" timeOffset="20964.12">14244 6044 0,'0'-13'0,"0"26"16,-13-39-16,0-1 16,-1 40-1,28 53 16,-1 1-15,-13-41-16,13 67 31,0-67-15,-13-39 15,14-106 0,25-53 1,-12 106-17,12 105 17,14 94-1,-26-28 0,-27-78 0,0-93 1,66-93-1,26 106 0,-25 159 0,-67-80-31,13 67 32,-26-40-17</inkml:trace>
  <inkml:trace contextRef="#ctx0" brushRef="#br0" timeOffset="21320.72">14892 5951 0,'0'0'0,"0"-13"31,13 53 0,14 105 0,-27-26 1,0-66-1,26-1031-16,120 1956 17,-67-991-1,-79 0-31</inkml:trace>
  <inkml:trace contextRef="#ctx0" brushRef="#br0" timeOffset="21618.24">15395 6110 0,'0'0'0,"-13"-13"31,105 13-15,67 0 15,-133 0-15,27 0-1</inkml:trace>
  <inkml:trace contextRef="#ctx0" brushRef="#br0" timeOffset="22746.34">16294 5912 0,'0'0'0,"0"-27"16,0 14-1,0 0 1,-13 66 15,0-27-15,-1 14-16,-25 79 15,26-27 17,65-92-1,-38-13-16,105-40 1,-93 40 0,80 0-1,-93 13 1,0 13-16,-13 53 16,-66 40 15,40-93-31,-14 0 15</inkml:trace>
  <inkml:trace contextRef="#ctx0" brushRef="#br0" timeOffset="22915.16">16254 5978 0,'0'0'0,"67"-93"31,-54 93-31,106-13 32,-27 13-17</inkml:trace>
  <inkml:trace contextRef="#ctx0" brushRef="#br0" timeOffset="23145.1">16797 6150 0,'0'0'0,"0"26"15,-14 14 17,-12 66-1,13-80-31,13 53 31</inkml:trace>
  <inkml:trace contextRef="#ctx0" brushRef="#br0" timeOffset="23519.74">16942 6084 0,'0'-27'32,"0"54"-32,-13-54 15,13 80 17,0 93-1,0-133-31,26 26 31,41-65 0,-15-93 1,-52 79-32,-13-39 31,0 79-31,-66 53 31,65-40-31</inkml:trace>
  <inkml:trace contextRef="#ctx0" brushRef="#br0" timeOffset="23902.9">17299 6137 0,'0'0'32,"0"-40"-32,-26 27 31,13 13-31,-1 53 31,14 79 0,53-93 1,-13-39-17,-14-13-15,54-93 32,-67 54-17,-66-15 16,-26 94 1</inkml:trace>
  <inkml:trace contextRef="#ctx0" brushRef="#br0" timeOffset="24276.91">17643 6110 0,'13'-26'31,"-39"12"1,13 94-1,13-54-31,13 67 31,53-40 0,-53-53-31,67-53 32,-67 40-32,0-93 31,-26 79-31,-53-26 31,52 53-31,-25 14 16</inkml:trace>
  <inkml:trace contextRef="#ctx0" brushRef="#br0" timeOffset="27301.95">18278 6004 0,'-13'0'47,"39"0"0,120-79-16,-93 53-31,13-1 16,119-39-1,-119 39-15,66-25 32,-145 38-17</inkml:trace>
  <inkml:trace contextRef="#ctx0" brushRef="#br0" timeOffset="27786.07">18238 6203 0,'0'0'31,"40"13"0,-14-13-31,173 13 32,26-13-17,66-13 16,-239 0 1,-78 13-32</inkml:trace>
  <inkml:trace contextRef="#ctx0" brushRef="#br0" timeOffset="28171.65">18318 6533 0,'0'0'0,"39"0"31,-12 0-31,145 27 16,132 26 15,-251-53-16,66 26 1,-106-26 0,-26 0-1</inkml:trace>
  <inkml:trace contextRef="#ctx0" brushRef="#br0" timeOffset="29811.62">19442 6084 0,'0'0'0,"0"-40"31,13 40-15,27-13-1,-14 26 17,-39 0-17,-14 0 1,14-13-16,-66-13 31,66-66 0,26 66-31,0-14 16,53-26 0,-39 40-1,-14 13-15,40 27 16,-27 184 15,-39-171-15,-80 92-1,-52-66 17,79-92-1,132-54 0,-26 67-15,13 26-1,13 67 17,-53-67-32,0 13 15,27 1 1,-14-27-16</inkml:trace>
  <inkml:trace contextRef="#ctx0" brushRef="#br0" timeOffset="30134.22">19772 6203 0,'0'0'0,"0"-66"31,-26 105 1,26 67-1,26-27 0,41-79 0,-54-13-31,40-93 32,-119 1-1,39 105-31,14 0 15,-27 13 1</inkml:trace>
  <inkml:trace contextRef="#ctx0" brushRef="#br0" timeOffset="30506.31">20090 6189 0,'0'0'0,"-13"-52"32,-14 52-17,1 79 17,26 40-1,79-66 0,-52-53-31,78-40 31,-78-79 1,-40 93-32,-14 12 15,-105-25 16,119 39-31</inkml:trace>
  <inkml:trace contextRef="#ctx0" brushRef="#br0" timeOffset="30881.34">20645 6203 0,'-13'-14'15,"26"28"-15,-66-67 32,40 92-1,-13 80 0,65-13 0,41-79-15,65-54 15,-65-79 0,-80 67-31</inkml:trace>
  <inkml:trace contextRef="#ctx0" brushRef="#br0" timeOffset="31395.6">20910 6176 0,'0'0'0,"-13"0"31,13 40 0,13 39 1,40 1-1,26-54 0,-66-26-31,27-13 16,13-93 15,-53 13 0,0 107 1,0 39-17,-13 26 16,26-66-31</inkml:trace>
  <inkml:trace contextRef="#ctx0" brushRef="#br0" timeOffset="31670.39">21373 6269 0,'26'-53'31,"-52"106"-31,39-159 31,-66 132 1,27 67-1,118-14 0,-39-26 0,-53-40-31,-53 1 32,-53-14-17</inkml:trace>
  <inkml:trace contextRef="#ctx0" brushRef="#br0" timeOffset="31873.22">21505 6044 0,'0'0'0,"40"0"16,-40 13-1,26 119 17,1 40-1,-14-92-16</inkml:trace>
  <inkml:trace contextRef="#ctx0" brushRef="#br0" timeOffset="32018.51">21518 6322 0,'0'0'0,"53"-93"31,-40 80-31,1 13 0,78 13 31</inkml:trace>
  <inkml:trace contextRef="#ctx0" brushRef="#br0" timeOffset="32208.75">21875 6480 0,'0'14'32,"0"-28"-32</inkml:trace>
  <inkml:trace contextRef="#ctx0" brushRef="#br0" timeOffset="43146.22">9774 5475 0,'0'0'0,"0"-13"15,0-27 1,0 14 15,-13 26-15,-1-13-16,-39 13 15,40 13 1,-93 53 0,93-53-1,-13 14-15,-1 39 16,27-40 0,93 80-1,-67-106 1,133 0-1,-133 0 1,41-40-16</inkml:trace>
  <inkml:trace contextRef="#ctx0" brushRef="#br0" timeOffset="43499.77">9880 5462 0,'0'0'15,"0"-13"-15,13 13 16,0-13 0,0 13-16,40 0 15,27 13 17,-67-13-32,-13 13 15,0 40 1,-13-40-16,-93 93 31,93-93-15,-1 0-16,28 14 31,12-27-15,133-13-1,-120 13 1,27 0-1</inkml:trace>
  <inkml:trace contextRef="#ctx0" brushRef="#br0" timeOffset="61714.39">10223 8054 0,'0'0'0,"27"0"31,-27-13 16,-40 0-15,27 13-32,-80 0 31,-12 39 0,105-25-31,26 65 31,106-39 1,1-14-1,-147 27 0,-118-27 0,0-52-15,119 13 0,13-27-1</inkml:trace>
  <inkml:trace contextRef="#ctx0" brushRef="#br0" timeOffset="61988.84">10435 8094 0,'0'0'0,"27"-27"31,-27 41 0,0-1-15,26 53-1,-13 26 17,0-12-1</inkml:trace>
  <inkml:trace contextRef="#ctx0" brushRef="#br0" timeOffset="63499.3">12154 8120 0,'14'-26'32,"-14"79"-1,26 66 0,-13 13 0,-13-119-31</inkml:trace>
  <inkml:trace contextRef="#ctx0" brushRef="#br0" timeOffset="63750.93">12353 8081 0,'13'-27'15,"-26"54"-15,79-67 32,-53 53-32,0 0 0,54 67 31,-1 92 0,-185-14 0,79-131-31</inkml:trace>
  <inkml:trace contextRef="#ctx0" brushRef="#br0" timeOffset="64568.13">13318 8200 0,'0'-14'31,"0"41"0,0 92 1,-13-13-1,0-93-31,0-145 47,13 92-32,13-211 17,66 105-17,67 146 17,-120 27-17,40 78 1,-119 67 15,27-145-15,-106 52-1,105-66 1,-39-39 0,66 13-1,13-1-15,53-25 16,67 92 15,-107-40-15,53 80-1,-65-80 1,-1 0-16</inkml:trace>
  <inkml:trace contextRef="#ctx0" brushRef="#br0" timeOffset="64943.91">13728 8226 0,'0'0'0,"14"0"47,-1 0-32,53 0 1,-40 0-1,27-26 1,-40 26 0,-13-14-16,-13-25 15,0 25 1,-80-25 0,80 39-1,-26 66 1,25 79 15,28-118-15,52 52-1,-40-66-15,27-13 16</inkml:trace>
  <inkml:trace contextRef="#ctx0" brushRef="#br0" timeOffset="65338.92">14218 8226 0,'0'0'0,"26"-13"16,-26 0-16,0-1 16,-13 1-1,-53-27 1,53 40 0,-27-13-1,27 26 1,-1 1-16,1 39 15,13-40 1,-13 79 0,26-78-16,-13-1 15,53 0 1,-40-13-16,14 0 16,65-53-1,-52 13 1,-27 27-1,0-13 1,-13 39 0,0 53 15,14-39-15,25-1-1</inkml:trace>
  <inkml:trace contextRef="#ctx0" brushRef="#br0" timeOffset="65788.75">14786 8239 0,'0'0'0,"14"-39"16,-28 12 15,-39 67 0,40-27-31,0 0 16,-40 67 0,53-27 15,13-53-15,1 0-16,65 0 15,80-106 16,-120 40-15,-12-27 0,-54-39 15,27 119-31,-13-1 31,13 133 0,0-39-15,40 145 15</inkml:trace>
  <inkml:trace contextRef="#ctx0" brushRef="#br0" timeOffset="66476.36">15897 7962 0,'14'-67'31,"-28"134"-31,-12-200 32,13 120-32,-14 13 0,-52 13 31,-67 80 0,146 13 0,119-40 1,14-53-1,-94-53 0,-144 14 0,-28 118 1,146-12-1,159-41 0,-119-39-31</inkml:trace>
  <inkml:trace contextRef="#ctx0" brushRef="#br0" timeOffset="67117.84">16109 7962 0,'0'0'16,"-40"-14"15,53 67 0,14 66 1,-27-53-1,-13-52 0,13-81 0,26-78-15,-13 119 0,54-27 15,-1 92 0,-53-12-31,13 65 31,-12 1-15,-28-80 0,-12-13 15,13-66-15,13 40-1,53-93 1,-40 92-1,93-26 1,-93 53 0,53 66 15,-53-39-31,14 79 31,-27-80-31,-53 53 31</inkml:trace>
  <inkml:trace contextRef="#ctx0" brushRef="#br0" timeOffset="67480.96">16731 7882 0,'13'0'32,"-26"0"-32,39 13 31,-39 54-15,-27 78 15,40-119-16,-13 54 1,13-67 0,66 0-1,-53-13 1,80-26 0,-80 26-1,0 0-15,14-13 16</inkml:trace>
  <inkml:trace contextRef="#ctx0" brushRef="#br0" timeOffset="67734.99">17154 8094 0,'13'-13'31,"0"13"-15,67-14-1,-41 14 1,80-13 0,-105 13-16,-1 0 15</inkml:trace>
  <inkml:trace contextRef="#ctx0" brushRef="#br0" timeOffset="79025.13">17167 6851 0,'0'0'0,"13"-14"31,0 1 0,1 13 16,-14 40-16,26 79 1,1-13-17,39 13 17,-40-106-17,67 0 1,65-66 15,-131 40-31,-1 0 16,40-14-1,27 67 17,-40 106-1,-40-120-31,27 93 31,-40-66-15</inkml:trace>
  <inkml:trace contextRef="#ctx0" brushRef="#br0" timeOffset="79349.12">17828 7552 0,'0'0'0,"13"39"31,-13-26-31,27 14 32,26-14-1,-40-13-31,40-13 31,-40-14 0,0 27-15,1 40 15,-14 0-31</inkml:trace>
  <inkml:trace contextRef="#ctx0" brushRef="#br0" timeOffset="79911.78">18040 7962 0,'0'0'0,"-27"-14"15,1 14 17,0 53-1,26-40-16,-14 40 1,67-26 15,-40-14-15,80 0 0,-67-13-1,41 53 1,-67-40-1,-93 40 1,27-40 0</inkml:trace>
  <inkml:trace contextRef="#ctx0" brushRef="#br0" timeOffset="80073.27">17974 7988 0,'0'0'15,"106"-66"1,-93 66 0,93 0-1,13 26 17</inkml:trace>
  <inkml:trace contextRef="#ctx0" brushRef="#br0" timeOffset="81123.07">18437 8014 0,'0'0'0,"-40"27"15,14 52 17,26-66-17,0 54 1,26-28 15,-13-39-15,53-13-1,-52 0 1,-1 0-16,0-40 16,-13 26-16,-53-39 31,40 53-16,0 13 1,26 0 0,66 0-1,-52 0 1,-1 0-16,53 0 16,-65 0-1,12 26 1,-39-26-1,0 53 1,-1-40 0,14 1-16,0 52 15,0-53 1,53 27 0,-39-27-1,65-26 1,-66-1-1,14 1-15,12-53 16,-25 40 0,-67-80-1,39 106 1,-78 0 0,79 13-1,-1 14 1,28-27-1,-1 13-15,40-13 16,-27 0 0,67-13-1,-40-1 1,26 1 0,-66 13-1,0 0-15,27 0 16,-40 40 15,-13-40-15,-14 66-1,27-26 1,27-1 15,-1-39-15,54 0-1,12-39 17,-78 25-32,-1 1 15,-26-53 1,-1 53-16,1 0 16,-93-14-1,80 27 1,-40 27-1</inkml:trace>
  <inkml:trace contextRef="#ctx0" brushRef="#br0" timeOffset="81621.17">20368 7843 0,'13'-67'32,"-26"134"-32,39-160 15,-13 133 17,14 198-1,-14-133-16</inkml:trace>
  <inkml:trace contextRef="#ctx0" brushRef="#br0" timeOffset="81986.94">20381 8067 0,'0'0'16,"-27"-26"-1,27-1 1,40 14 0,132 0 15,0 119 0,-146-14 0,-92-78 1,27-81-1,144-78 0,14 105-15</inkml:trace>
  <inkml:trace contextRef="#ctx0" brushRef="#br0" timeOffset="82431.78">21029 8094 0,'0'0'0,"0"-40"31,0 27-31,0-14 0,-27-12 32,14 26-32,-13-1 31,-1 28-31,-26 78 16,40-65-1,0 78 1,13-78-1,79-1 1,-52-26 0,52-79-1,-66 52 1,14-78 0,-14 91-1,-13 14 1,0 14-1,-13 78 1,13-79-16,26 54 31,-13-54-15</inkml:trace>
  <inkml:trace contextRef="#ctx0" brushRef="#br0" timeOffset="82732.27">21174 7988 0,'0'0'0,"-13"-13"16,13 66 15,27 66 0,-27-106-15,26 13-1,-13-39 1,1 0 0,38-66-1,-38 52 1,25-39 0,-39 66 15</inkml:trace>
  <inkml:trace contextRef="#ctx0" brushRef="#br0" timeOffset="83335.6">21386 8067 0,'0'14'62,"40"12"-31,-27-26-31,0 0 16,27 0 0,-27-13-16,0-40 31,-13 26-16,-66-12 17,40 52-17,12 40 1,41 53 15,-1-67-15,107-39 15,-107-13-31,67-106 31,-54-92 1,-52 184-32,13 1 15,-106 12 16,80 160 1,39-106-17,40 92 1,40-93 15</inkml:trace>
  <inkml:trace contextRef="#ctx0" brushRef="#br0" timeOffset="85176.31">12340 9218 0,'-53'-27'31,"106"54"-31,-106-93 31,66 53-31,53-1 32,27 67-1,-107 40 0,-118-1 0,26-65 1,146-67-1,119 0 0,-80 93 0,-79-26-31,0 26 32,0-40-32</inkml:trace>
  <inkml:trace contextRef="#ctx0" brushRef="#br0" timeOffset="85381.97">12564 9112 0,'14'-40'0,"-28"80"0,81-106 32,-54 66-32,26 93 15,-12 105 17,-80-79-1,40-106-16,-53 0-15</inkml:trace>
  <inkml:trace contextRef="#ctx0" brushRef="#br0" timeOffset="94126.42">13464 9165 0,'13'-13'46,"0"0"-14,-13-1-32,13 1 31,-13 26 0,0 53 0,-13-39-31,13 65 16,0-65 0,13 39-1,1-66 1,-1 26 0,-13-39 405</inkml:trace>
  <inkml:trace contextRef="#ctx0" brushRef="#br0" timeOffset="94459.99">13596 9191 0,'0'0'0,"26"-26"16,-26 13 0,-13 0-1,0 13-15,-27-14 32,14 41-17,-14 26 1,14 66 15,26-93-31,13 14 16,0-27-1,53 40 1,-13-53 0,0-13-16</inkml:trace>
  <inkml:trace contextRef="#ctx0" brushRef="#br0" timeOffset="94856.81">13715 9231 0,'0'0'0,"-13"-13"16,0 13-16,13 40 31,13-14-15,-13 0-16,0-12 15,26 52 1,-12-40 0,-1-13-1,0 1-15,27-28 32,-14-25-17,-26 12 1,13-39-1,-13 53-15,0 0 16,0 26 15,0 0-15,14 0-16,-1 27 16,-13-27-16</inkml:trace>
  <inkml:trace contextRef="#ctx0" brushRef="#br0" timeOffset="95182.4">14085 9258 0,'0'0'32,"14"-40"-32,-28 27 31,1 13-31,-27 26 31,14 27 0,26-40-31,26 40 32,-12-40-32,65 40 31,-66 0 0,-119-13 0,40-53-15</inkml:trace>
  <inkml:trace contextRef="#ctx0" brushRef="#br0" timeOffset="95400.1">14191 9112 0,'0'0'31,"53"0"-31,-53 53 32,0-27-32,27 80 31,12 13 0,-26-66-15</inkml:trace>
  <inkml:trace contextRef="#ctx0" brushRef="#br0" timeOffset="95575.07">14204 9337 0,'-26'-27'31,"52"54"-31,27-67 31,-13 40-31,0 0 0,-1-13 16,107-13 0</inkml:trace>
  <inkml:trace contextRef="#ctx0" brushRef="#br0" timeOffset="95765.01">14654 9310 0,'-13'0'16,"26"0"-16,-39 0 15,79-13 16,39-13-15</inkml:trace>
  <inkml:trace contextRef="#ctx0" brushRef="#br0" timeOffset="95941.8">14667 9403 0,'0'0'0,"14"13"31,-1-13-31,119-13 31,-106 13-31</inkml:trace>
  <inkml:trace contextRef="#ctx0" brushRef="#br0" timeOffset="99130.05">15712 9244 0,'0'0'0,"40"-26"16,-40-1 15,-93 1 0,67 39-15,-67 67 15,80-54-31,26 119 31,133-92-15,79-106 15,-106-52 0,-106 91-15,-40-25 0,14 39-1,-27 13 1,27 0-16,13 53 31,0-52-15,13-1-16,14 26 15,-14-25 1,0-14-16,53 13 16,-52-26-1,12-40 1,-26 26 0,-13-26-1,0 40 1,-1 0-16,-12 13 15,13 0-15</inkml:trace>
  <inkml:trace contextRef="#ctx0" brushRef="#br0" timeOffset="99691.9">16307 9310 0,'14'0'31,"-28"0"-31,28 14 32,-14-1-17,0 0-15,0 0 0,0 14 16,0 52 0,0-26 15,0-93 0,26-92 0,14 26-15,-14 67 0,40 25 15,-53 14-31,-26 93 31,-66-14 0,39-52-15,1-27 0,52-40 15,66 27 0,-52 26-31,52 53 31,-66-39-15,14-14-16</inkml:trace>
  <inkml:trace contextRef="#ctx0" brushRef="#br0" timeOffset="100198.33">16664 9337 0,'0'0'16,"0"-66"-1,0 79 17,0 13-17,14-12-15,-14 78 31,0-65-15,0 12 0,-14-52 15,14-119 0,27-14 0,26 120 1,-27 66-17,1 39 17,-80-13-1,0-39 0,66-1-15,106 27 15,-40-40-15</inkml:trace>
  <inkml:trace contextRef="#ctx0" brushRef="#br0" timeOffset="100472.71">17551 9165 0,'0'0'0,"-53"-40"31,66 106 0,27 67 1,-14-14-17</inkml:trace>
  <inkml:trace contextRef="#ctx0" brushRef="#br0" timeOffset="100671.55">17722 9152 0,'0'0'0,"27"-27"31,-14 160 0,0-28-15,1 1-1</inkml:trace>
  <inkml:trace contextRef="#ctx0" brushRef="#br0" timeOffset="100867.19">17471 9218 0,'-26'0'31,"52"0"-31,27 0 32,-13 0-32,171 0 31,-118 0-31</inkml:trace>
  <inkml:trace contextRef="#ctx0" brushRef="#br0" timeOffset="101019.42">17524 9350 0,'0'0'0,"-92"40"31,250-40 0,133-13-15</inkml:trace>
  <inkml:trace contextRef="#ctx0" brushRef="#br0" timeOffset="101520.82">18344 9165 0,'0'0'0,"13"0"16,-13-40 0,0 67 15,-13-1-15,13 120-1,13-107 1,67 107-1,-41-120 1,1-13-16</inkml:trace>
  <inkml:trace contextRef="#ctx0" brushRef="#br0" timeOffset="101780.7">18754 9191 0,'0'0'0,"-40"-26"16,54 26 15,25 93 0,-25-54-15,-1 80-1,-13-92 1,0 39 0</inkml:trace>
  <inkml:trace contextRef="#ctx0" brushRef="#br0" timeOffset="102074.92">18754 9456 0,'0'0'0,"-13"-79"16,13 52-16,53-13 31,-27 27-15,67 40-1,-40-1 1,13 40 0,-40-26-1,-39 0 1,0-40-1,-40-27 1,40 14 0,-14-93-1,146 14 17</inkml:trace>
  <inkml:trace contextRef="#ctx0" brushRef="#br0" timeOffset="102489.53">19323 9350 0,'0'0'0,"0"-13"31,0 0-15,-13-27-1,13 27 1,-27 0-1,14 26 1,0-979-16,-27 2011 16,27-1018-16,0-1 15,13 40 1,13-53-16,40 27 31,-40-40-15,27-66-1,-40 53 1,13-93 0,0 93-1,-13-1-15,0 1 16,0 26 0,13 54-1,-13-28 1,13 1-16</inkml:trace>
  <inkml:trace contextRef="#ctx0" brushRef="#br0" timeOffset="103112.83">19442 9324 0,'0'0'0,"0"-40"15,0 80 16,13-14-15,13 93 0,-12-106-1,25 14 1,1-80 15,-27 40-15,14-80-1,-27 80 1,26 0 0,-26 39-1,13 14 1,1-14 0,25 27-1,-25-53 1,65 13-1,-66-13 1,80-39 0,-54-14-1,-52-66 17,0 106-17,-66 39 1,12 80 15,54-40-15,106 0 15,-67-66-15,93-26-1,-13-54 1</inkml:trace>
  <inkml:trace contextRef="#ctx0" brushRef="#br0" timeOffset="103299.17">20090 9191 0,'-27'-13'16,"54"26"-16,-80-26 31,40 66 0,13-26-15,13-1-16,13 53 16,27 40-1</inkml:trace>
  <inkml:trace contextRef="#ctx0" brushRef="#br0" timeOffset="104129.48">20870 9377 0,'0'0'16,"-13"-27"0,13-13 15,0 27-15,-40-26-1,-66 52 16,80 26-15,13 41 0,105-1 15,-65-1071-15,105 1958-1,-26-1099 16,-93 54-15,-13-40 0,-13 93 15,13 52-31,0 1 16,13 131-1,53 14 16,-53-159-31</inkml:trace>
  <inkml:trace contextRef="#ctx0" brushRef="#br0" timeOffset="104304.28">21227 9350 0,'0'0'0,"0"-13"16,0 66 15,14 13 0,-1-53-31</inkml:trace>
  <inkml:trace contextRef="#ctx0" brushRef="#br0" timeOffset="104788.77">21479 9363 0,'26'0'31,"-26"-13"-31,-26 26 0,52-52 32,-39 25-32,-27 14 31,-13 27 0,40-14-31,13 14 16,0-1-1,106 67 17,-40-67-1,-66-13-16,-106-13 17,80-13-32</inkml:trace>
  <inkml:trace contextRef="#ctx0" brushRef="#br0" timeOffset="105087.29">21915 9377 0,'0'0'16,"0"-40"0,-13 27-16,-40-1 31,40 1-16,-27 40 1,0 52 15,40-66-31,53 67 32,-26-67-17,12 0-15</inkml:trace>
  <inkml:trace contextRef="#ctx0" brushRef="#br0" timeOffset="105457.99">22232 9416 0,'-13'-106'31,"26"212"-31,-92-238 31,66 132-31,0 0 16,-40 53-1,13 53 17,67-53-1,-1-53-31,-13 0 0,53 0 31,-52-14-31,25-12 16,1-27 15,-40 66 0,13 67 1,-13-67-32</inkml:trace>
  <inkml:trace contextRef="#ctx0" brushRef="#br0" timeOffset="105753.26">22365 9416 0,'-14'-39'16,"28"78"-16,-28-92 0,14 27 31,14 26-31,39 66 31,-1 27 1,-52-80-32,-26 13 31,0-39-15,52-80 15,80-12-16</inkml:trace>
  <inkml:trace contextRef="#ctx0" brushRef="#br0" timeOffset="106242.15">22828 9456 0,'-14'-27'31,"1"14"-31,-40-40 31,-39 53 1,12 66-1,80-26-16,53 26 17,93-66-1,-41-106 0,-91 67-31,-14-107 31,-27 67-15,27 66-16,-13 39 31,26 106 1,0-92-32,14 79 31,-14-92-31</inkml:trace>
  <inkml:trace contextRef="#ctx0" brushRef="#br0" timeOffset="106434.41">23145 9390 0,'0'-13'31,"0"26"-31,0 53 32,0-40-32,0-12 0,0 12 15,0-13-15</inkml:trace>
  <inkml:trace contextRef="#ctx0" brushRef="#br0" timeOffset="106582.72">23198 9165 0,'0'0'0,"0"-26"15,-13 12 1,13 28 0,0 25-16</inkml:trace>
  <inkml:trace contextRef="#ctx0" brushRef="#br0" timeOffset="107240.38">23290 9443 0,'14'-53'16,"25"26"15,1 80 0,-40-40-15,27 54-1,-27-54 1,26 0 0,-26 0-1,53-13 1,-27 0-1,27 0 1,-40 0 0,80-26-1,-80 13 1,80-54 0,-80 41-1,40-53 1,-53 52-1,-26 14 1,-1 26-16,-26 133 31,53-41-15,53 120 0,-26-172-1,12 79 1,-39-92-1,-13-27-15,-66 1 32,26-41-17,0-105 1,53 92 0,39-79-1,-12 106 1,-14 0-16,14 0 15</inkml:trace>
  <inkml:trace contextRef="#ctx0" brushRef="#br0" timeOffset="108007.36">24811 9363 0,'14'-26'31,"-14"-40"1,-27 26-17,-65 27 17,-1 105-1,67 1 0,52-53-15,120-54 15,-14-118 0,-119 93-31,0-147 31,-13 147-31,-13-14 32,0 238-1,52 27 0,1-173-15,-13-12-16</inkml:trace>
  <inkml:trace contextRef="#ctx0" brushRef="#br0" timeOffset="108318.54">25142 9350 0,'0'-26'0,"0"52"0,13-79 15,-13-39 17,-13 118-1,13 67 0,13-67-31,53 14 31,40-53 1,-79-93-1,-54 53 0,27 106 0,0-40-31</inkml:trace>
  <inkml:trace contextRef="#ctx0" brushRef="#br0" timeOffset="108710.85">25499 9284 0,'0'0'0,"0"-26"16,-13 12 15,13 147 1,13-94-32,14 133 31,12-40 0,-52-198 0,13-145 1,53 12-1,13 146 0,-66 67-31,53 91 16,-40-78-1,0 52 1,-26-66 0,-53 1-1</inkml:trace>
  <inkml:trace contextRef="#ctx0" brushRef="#br0" timeOffset="109209.94">26690 9191 0,'0'0'0,"13"-13"15,0 0-15,0-40 16,-13 0 0,-39 0-1,25 53 1,-78 53-1,65-26 1,1-1-16,-1 80 16,27-80-1,93 80 1,-67-93 0,93 1-16</inkml:trace>
  <inkml:trace contextRef="#ctx0" brushRef="#br0" timeOffset="109654.28">26888 9099 0,'0'0'0,"-13"-13"16,13 26 15,0 13 0,0 40-15,0-39 0,0 92-1,66-53 17,-40-66-17,54-40 1,-67 27-1,40-79 1,-40 52 0,-13-39-1,0 65 1,0 28 0,0-1-1,13 53 1,0-26-1</inkml:trace>
  <inkml:trace contextRef="#ctx0" brushRef="#br0" timeOffset="109961.65">27483 9191 0,'0'0'0,"0"-52"15,0 38 1,-13 1 0,0 13-16,-27 0 15,-26 27 1,53-14-16,-1 40 31,28-27-15,65 40-1,-66-53 1,0 1-16,14 25 16,-27-25-1,-53 12 1,13-26 0,27-13-16</inkml:trace>
  <inkml:trace contextRef="#ctx0" brushRef="#br0" timeOffset="110132.2">27576 9006 0,'0'0'0,"26"-26"15,27-14 1,-40 80 0,-13 145 15,0-145-16,13-14-15,-13 40 16</inkml:trace>
  <inkml:trace contextRef="#ctx0" brushRef="#br0" timeOffset="110289.15">27615 9271 0,'0'-13'16,"0"26"-16,0-40 0,0 14 0,0 0 15,80-14 1,-54 14 0,93 0-1</inkml:trace>
  <inkml:trace contextRef="#ctx0" brushRef="#br0" timeOffset="110464.26">28144 9258 0,'-13'0'16,"40"-14"15,52-25 0</inkml:trace>
  <inkml:trace contextRef="#ctx0" brushRef="#br0" timeOffset="110715.15">28303 9086 0,'0'0'0,"0"13"16,0 0 0,13 53-1,14 40 17,-14-66-17</inkml:trace>
  <inkml:trace contextRef="#ctx0" brushRef="#br0" timeOffset="111650.75">28647 9191 0,'26'-26'31,"-26"0"-15,-26-1 15,-67 54 0,54 52 0,78-13 1,-25-66-32,12 13 15,67-13 1,-67 0-16,80-106 31,-106-79 0,-53 106 1,53 172-1,0-54-31,40 107 31,-27-120-31,53 53 31</inkml:trace>
  <inkml:trace contextRef="#ctx0" brushRef="#br0" timeOffset="111848.22">28991 8953 0,'0'-39'16,"0"25"-16,0 67 0,26-79 31,67 251 0,-80-186-15,0 1-16,-13 0 0,-92 79 31,-14-93-31</inkml:trace>
  <inkml:trace contextRef="#ctx0" brushRef="#br0" timeOffset="116443.9">13252 9654 0,'40'-39'32,"-80"78"-32,93-78 0,-53 25 31,-53 120 0,40 66 0,39-93-15,27-52 0</inkml:trace>
  <inkml:trace contextRef="#ctx0" brushRef="#br0" timeOffset="116770.04">13517 9773 0,'0'0'0,"-53"-53"32,53 40-17,92 13 16,-78 13-31,12 54 32,-92 12-1,26-1018 0,80 1931 0,79-992-15</inkml:trace>
  <inkml:trace contextRef="#ctx0" brushRef="#br0" timeOffset="117098.29">13834 9800 0,'0'0'0,"-26"-40"15,12 27 1,1 13-16,-13 0 16,-14 26-1,40-12 1,-13 52 0,13-53-1,53 27 1,-40-40-1,0 0-15,40-27 16,-40-26 15,-13 40-15,-26-13 0,13 26-1,-1 0-15</inkml:trace>
  <inkml:trace contextRef="#ctx0" brushRef="#br0" timeOffset="117402.87">14019 9720 0,'0'-13'31,"-13"13"-15,-27 13-1,27 14 1,13 13 0,13-27-1,14 40 1,-14-53 0,27 0-1,-27 0 1,13-53-1,-39 0 17</inkml:trace>
  <inkml:trace contextRef="#ctx0" brushRef="#br0" timeOffset="117601.97">14178 9575 0,'0'0'0,"13"-13"16,0 13-16,80 132 31,-67-92-15,-12 145-1,-54-146 1</inkml:trace>
  <inkml:trace contextRef="#ctx0" brushRef="#br0" timeOffset="119102.35">12366 10540 0,'0'0'0,"0"-39"31,13 12 0,27 14-15,26 39 15,-53 27 0,-13-39-31,-53 38 32,1-25-1,52-14-31,26-26 31,67 0 0,-14 26 1,-119 27-1,14-27-31,-93 13 31,39-39-15</inkml:trace>
  <inkml:trace contextRef="#ctx0" brushRef="#br0" timeOffset="119319.15">12551 10461 0,'0'0'0,"66"-13"31,-26 52 0,39 107 1,-118 13-1,-14-120-31</inkml:trace>
  <inkml:trace contextRef="#ctx0" brushRef="#br0" timeOffset="120037.92">13437 10699 0,'0'0'0,"14"-13"31,-14 0-31,0-14 32,-67-39-1,54 66-31,-13 0 15,-120 53 17,146-27-32,-13 80 31,132-66 0,27-93 0,-54-93 1,-105-12-1,13 145-31,-13-1 16,-1 80 15,14-39-31,0-1 15,27 54 1,13 39 15</inkml:trace>
  <inkml:trace contextRef="#ctx0" brushRef="#br0" timeOffset="120457.08">13742 10673 0,'13'-27'32,"-26"54"-32,26-41 31,40 28 0,-40-14-31,0 0 16,53-27 15,-66 14-31,0-14 16,-39-65 15,-54 65 0,53 173 0,93-27 1,106-106-1,-119-39-31</inkml:trace>
  <inkml:trace contextRef="#ctx0" brushRef="#br0" timeOffset="120608.1">14099 10514 0,'0'0'0,"0"-27"15,-14 1-15,-12-27 16,13 53 0,-1 79-1,41 67 32,13-54-31</inkml:trace>
  <inkml:trace contextRef="#ctx0" brushRef="#br0" timeOffset="121038.98">14244 10673 0,'-13'0'15,"26"0"-15,-39 0 16,52 0 15,-13 13-15,67-13-1,-67 0 1,66-13 0,-79-1-1,27-39 1,-41 40-16,-52-40 31,53 53-15,0 0-16,-40 14 15,40-1-15,0 106 32,26-93-17,66 40 1,-52-52-1,131-41 1,-118 1 0,79-40-1</inkml:trace>
  <inkml:trace contextRef="#ctx0" brushRef="#br0" timeOffset="121194.12">14773 10567 0,'0'0'0,"0"-106"16,-13 80-1,-40 26 1,53 13-1,-13 79 1,13-52 0,13-14-16,13 67 15,-12-67 1,-1 14-16</inkml:trace>
  <inkml:trace contextRef="#ctx0" brushRef="#br0" timeOffset="121572.42">14641 10646 0,'0'0'0,"-13"-13"15,26 13 1,66 13 0,-39-13-1,119 0 1,-120 0-1,94-13 1,-107 13-16,-13-13 16,0-27-1,-13 27 1,-52-14 0,38 27-1,-65 27 1,66-14-16,-14 80 31,41-54-15,52 14-1,-40-53 1,1 13-16,65-13 16</inkml:trace>
  <inkml:trace contextRef="#ctx0" brushRef="#br0" timeOffset="122826.87">15884 10554 0,'0'0'0,"-26"-27"16,52-13 15,-26 27-16,13 13-15,14 13 16,39 106 15,-53-92-15,-13 26 0,-26-66 15,12-1-16,14 1-15,0-53 16,106-27 15,-40 80-15,1 26 0</inkml:trace>
  <inkml:trace contextRef="#ctx0" brushRef="#br0" timeOffset="123206.07">16307 10580 0,'0'0'0,"-13"0"15,0 0 17,26 0-1,66 13 0,-12-39 0,-54-966-15,-26 1944 0,-1-952-16,1-13 15,-53 0 1,40 13-16,-14 0 15,-13 79 17,106 27-1,79-80-15</inkml:trace>
  <inkml:trace contextRef="#ctx0" brushRef="#br0" timeOffset="123445.88">16783 10567 0,'0'0'0,"0"-13"15,-13-1-15,0 1 0,-53 13 32,0 40-1,53-27-16,26 66 1,0-65-16,0-1 16,93 13-1,-80-26 1,67-26 0</inkml:trace>
  <inkml:trace contextRef="#ctx0" brushRef="#br0" timeOffset="123588.4">16982 10646 0,'0'0'0,"0"-13"15,-13 13 17,-1 0-17,14 13 1</inkml:trace>
  <inkml:trace contextRef="#ctx0" brushRef="#br0" timeOffset="125209.27">17484 10514 0,'0'0'0,"0"-13"16,0 52 31,0 54-16,14-67-15,39 27-1,-27-40 1,-13 1-16,53-14 15,-52-14 1,25-25 0,-39-1-1,0 0 1,0 27 0,0 40-1,0-14 1,0 40-1,13-40 1,40 27 0,-13-40-1,13 0 1,-13-14 0,-1-25-1,-12-93 16,-27 118-15,-40 1 0,40 26-1,-40 53 1,40-39 0,27 13-16</inkml:trace>
  <inkml:trace contextRef="#ctx0" brushRef="#br0" timeOffset="125575.85">18132 10461 0,'0'0'0,"-13"-106"16,0-886 0,26 2037 15,-13-1018-31,13-1 15,40 119 1,-39-39 15,-14-119 1,26-80-1,-13 67-31,0 0 15,14-14 1,-14 40-16,14 40 31,-14-14-31,-13 27 16,26 0 0</inkml:trace>
  <inkml:trace contextRef="#ctx0" brushRef="#br0" timeOffset="125960.65">18542 10606 0,'0'0'16,"-13"0"0,0 0-16,26 0 46,40 14-14,-40-14-32,27 0 31,-53-66 0,-53 26 0,-14 106 1,67-53-32,26 93 31,106-40 0</inkml:trace>
  <inkml:trace contextRef="#ctx0" brushRef="#br0" timeOffset="126231.58">18741 10646 0,'-13'-66'31,"26"132"-31,-26-158 32,26 92-32,0 13 15,53 66 16,-53-66-31,1 14 16,-28-14 15,1-13-31,13-13 16,27-67 15,-14 54-31,40 0 16</inkml:trace>
  <inkml:trace contextRef="#ctx0" brushRef="#br0" timeOffset="126616.07">19032 10567 0,'0'0'0,"0"13"32,26 27-1,27 26 0,27-66 0,-28-53 1,-38 40-32,-41-53 31,-52 26 0,26 106 0,79 13-15,146 14 15,-119-93-31</inkml:trace>
  <inkml:trace contextRef="#ctx0" brushRef="#br0" timeOffset="127600.53">20116 10633 0,'14'-27'31,"-28"54"-31,41-93 31,-27 53-31,-13 13 31,-27 52 1,27-38-32,-1 78 31,67-12 0,106-94 0,-40-65 1,-79-40-1,-40 106 0,0 105 0,53 27 1,52-105-1,14-94 0,-105 54-31,12-40 31,-26 52-31,-13 14 32,0 53-17,13-39 1,39 65 0,67-79 30,13-66-14,-106 39-32,27-52 31,-40 66-31,-40 0 16,14 65 15,79 28 0,13-1 0,-79-52 1,0-27-17,-14-14-15</inkml:trace>
  <inkml:trace contextRef="#ctx0" brushRef="#br0" timeOffset="127788.17">21161 10382 0,'13'0'16,"-26"0"-16,40 26 15,-27-13 1,0 14-16,26 79 15,-26-80 1,13 14-16,14 92 16,-27-106-1</inkml:trace>
  <inkml:trace contextRef="#ctx0" brushRef="#br0" timeOffset="127982.84">21188 10712 0,'0'0'0,"-14"-79"16,28 66 0,39-27-1,-27 40 1,67 13 0,-67-13-1,-13 13-15</inkml:trace>
  <inkml:trace contextRef="#ctx0" brushRef="#br0" timeOffset="128163.12">21465 10606 0,'14'0'15,"-28"0"-15,41 0 16,-27 27 47,0 39-32,0 27 0,0-80-31,0 0 16</inkml:trace>
  <inkml:trace contextRef="#ctx0" brushRef="#br0" timeOffset="128319.19">21571 10421 0,'0'0'0,"0"-39"16,-13 39 15</inkml:trace>
  <inkml:trace contextRef="#ctx0" brushRef="#br0" timeOffset="128805.24">21743 10752 0,'13'-13'32,"-26"26"-32,40-66 31,-27 40-31,-14 13 31,-52 79 0,53-39-15,39 13 15,-12-53-31,-1 0 16,53-13-1,-13-27 1,-27 27-16,-12-14 0,12 1 16,14-93-1,-40 79-15,-14-79 32,14 106-17,-13 13-15,13 92 31,0-39-15,13-13-16,27 79 31,-27-93-31,1-12 16</inkml:trace>
  <inkml:trace contextRef="#ctx0" brushRef="#br0" timeOffset="128995.8">22325 10673 0,'0'0'15,"0"-27"1,13 14 15,14 13-15,39-13-1</inkml:trace>
  <inkml:trace contextRef="#ctx0" brushRef="#br0" timeOffset="129152.77">22312 10739 0,'-13'0'16,"26"0"-16,-53 13 31,93-13 0,0 0-15</inkml:trace>
  <inkml:trace contextRef="#ctx0" brushRef="#br0" timeOffset="129392.69">22867 10567 0,'0'0'16,"-53"-27"0,40 27 15,53 80 0,-27-67-31</inkml:trace>
  <inkml:trace contextRef="#ctx0" brushRef="#br0" timeOffset="129588.33">23026 10606 0,'0'-52'31,"0"104"-31,13-52 31,-13 27-31,0-1 16</inkml:trace>
  <inkml:trace contextRef="#ctx0" brushRef="#br0" timeOffset="134941.5">12313 11612 0,'0'0'0,"0"-14"16,0 28 46,0 52-30,0-40-17,27 27 1,-14-53 0,0 0-16,40-992 15,-40 1984 1,14-1005-16,12-14 15,-25 14 1,12-53 0,-26 40-1,-26-14 1,12 53 15,14 0-15,0 67-1,0-54 1,40 80 0,-27-66-1,0 12 1</inkml:trace>
  <inkml:trace contextRef="#ctx0" brushRef="#br0" timeOffset="135217.13">12631 11519 0,'0'0'16,"0"-13"-16,13 26 15,0-13 1,66 79-1,-65-39 1,12 92 0,-39-92-1,-14 0-15,-65 52 16,52-65 0,-13-14-16</inkml:trace>
  <inkml:trace contextRef="#ctx0" brushRef="#br0" timeOffset="138893.04">13358 11678 0,'0'0'0,"13"-53"31,-13 40-31,13-1 0,-13-12 32,14 66-1,-67 171 0,40 1 0,79-133-15</inkml:trace>
  <inkml:trace contextRef="#ctx0" brushRef="#br0" timeOffset="139241.07">13622 11731 0,'0'-40'32,"0"27"-32,0 66 0,14-133 31,-14 67-31,13 53 31,-26 105 0,13 27 1,53-106-1,-40-66-31,0 0 0</inkml:trace>
  <inkml:trace contextRef="#ctx0" brushRef="#br0" timeOffset="139410.2">13543 11916 0,'0'0'0,"-13"0"15,-14 13-15,94-13 47,105-27-31</inkml:trace>
  <inkml:trace contextRef="#ctx0" brushRef="#br0" timeOffset="139617.9">13913 12101 0,'-13'26'31,"26"-52"-31,-26 66 0,26-40 32,1-14-32,78 1 31,-65 0-31,12 13 0</inkml:trace>
  <inkml:trace contextRef="#ctx0" brushRef="#br0" timeOffset="140225.03">14442 11836 0,'0'0'0,"-13"-26"16,0-27 15,0 53-31,-40 0 31,-40 132 1,120 0-17,158-79 32,-132-53-47</inkml:trace>
  <inkml:trace contextRef="#ctx0" brushRef="#br0" timeOffset="140553.47">14786 11863 0,'0'0'15,"-66"-40"1,66 53 31,0 1-47,27 65 15,-14-66 1,27 66 0,-40-65-1,13-1-15,40 0 16,39-92 15,-78 52-15,-1-78-1,-13 78 1,-40-26 0,27 53-1,0 0-15</inkml:trace>
  <inkml:trace contextRef="#ctx0" brushRef="#br0" timeOffset="140888.16">15249 11823 0,'0'0'0,"13"-13"15,-13-14 1,-13 27 0,-13-13-16,-14 13 15,27 13 1,-27 40-1,27-39 1,0 52 0,13-53-1,26 40 1,-13-53 0,-13 13-16,27 0 15,-67 0 16,1 1-15</inkml:trace>
  <inkml:trace contextRef="#ctx0" brushRef="#br0" timeOffset="141132.46">15408 11612 0,'0'0'0,"-26"13"31,26 0-15,0 80 0,0-67-1,0 119 1,13-105-1,-13-13-15,0 12 0</inkml:trace>
  <inkml:trace contextRef="#ctx0" brushRef="#br0" timeOffset="141304.2">15302 11929 0,'0'0'0,"27"-40"15,-1 27 1,1 13-16,-1-13 16,146-14-1,-119 27-15</inkml:trace>
  <inkml:trace contextRef="#ctx0" brushRef="#br0" timeOffset="141965.22">16043 11969 0,'26'-14'32,"-26"1"-32,-26 40 0,52-80 31,-39 39-31,0 1 15,-67 13 1,54 0 0,-40 40-1,53-27 1,13 0-16,-14 40 16,81 0 15,-41-53-31,119-40 31,-131 27-15,52-106-1,-66 93 1,0-106 0,-13 105-1,-14 27 1,14 40-1,13 66 1,0-67-16,40 107 31,-27-93-15,0-40-16</inkml:trace>
  <inkml:trace contextRef="#ctx0" brushRef="#br0" timeOffset="142343.99">16307 11823 0,'27'-79'31,"-54"158"-31,67-132 32,-40 66-32,0 27 15,13 53 1,-13-67-16,0 14 15,13 39 1,1-66 15,-1-52 1,0 25-17,0-12-15,67-14 16,-27 40-1,0 40 1,-93 26 15,-13-53-15,-79-26 15</inkml:trace>
  <inkml:trace contextRef="#ctx0" brushRef="#br0" timeOffset="142586.97">16969 11902 0,'0'0'16,"-27"-13"-16,27 0 15,66-13 17,-39 26-32</inkml:trace>
  <inkml:trace contextRef="#ctx0" brushRef="#br0" timeOffset="142718.28">16955 11969 0,'0'0'0,"-13"13"15,13 0 1,159-13 15</inkml:trace>
  <inkml:trace contextRef="#ctx0" brushRef="#br0" timeOffset="143807.98">18093 11757 0,'13'-13'16,"40"-53"15,-66-27 0,-159 93 0,53 119 1,225 0-1,118-1018 0,-171 1944 0,-66-1032-31,-159 40 32,-79-53-1</inkml:trace>
  <inkml:trace contextRef="#ctx0" brushRef="#br0" timeOffset="144427.96">18172 11850 0,'40'13'31,"-80"-26"-31,106 39 32,-53-26-32,1 0 15,25 13 1,54-13 15,-40-26 0,-66-27 1,-27 26-17,-39 27 16,52 67 1,27-41-32,80 53 31,52-52 0,-93-27-31,94-93 31,-120-52 1,-106 52-1,1 159 0,131 80 0,-25-120-31,12 1 0,53 26 32,-52-40-32,26 0 15,-13-13-15</inkml:trace>
  <inkml:trace contextRef="#ctx0" brushRef="#br0" timeOffset="145394.1">18913 11850 0,'-13'13'16,"26"0"46,26-13-30,28-13-1,-41-40 0,-26 40-31,-13-1 16,-133 1 15,93 93 0,120 12 0,-41-79-31,119 14 32,1-67-1,-133 27-31,14-80 31,-80 40 0,40 53-31,-14 27 32,67 65-1,-27-78-31,80 12 31,65-118 0,-118-67 1,-40 132-32,-40-65 15,-13 171 17,93 80 14,-27-119-46,0-14 0</inkml:trace>
  <inkml:trace contextRef="#ctx0" brushRef="#br0" timeOffset="145536.04">19429 11797 0,'-27'-27'31,"54"54"-31,-41-54 0,120 14 32,-66 13-32,52-13 0</inkml:trace>
  <inkml:trace contextRef="#ctx0" brushRef="#br0" timeOffset="145711.46">20090 11770 0,'0'0'0,"26"0"63,67-13-32</inkml:trace>
  <inkml:trace contextRef="#ctx0" brushRef="#br0" timeOffset="145898.19">20063 11704 0,'0'0'0,"-52"-13"15,25 0 1,40 105 15,27 27 0,-27-106-15,0 14-16</inkml:trace>
  <inkml:trace contextRef="#ctx0" brushRef="#br0" timeOffset="146075.95">20169 11691 0,'0'0'0,"0"-27"0,13 14 16,-65 106 31,38-67-47,-52 40 16</inkml:trace>
  <inkml:trace contextRef="#ctx0" brushRef="#br0" timeOffset="146226.12">19958 11770 0,'0'0'15,"13"-13"-15,79 0 32,-78 26-32,78 66 15,-52-52 1</inkml:trace>
  <inkml:trace contextRef="#ctx0" brushRef="#br0" timeOffset="147024.25">20910 11731 0,'0'0'0,"0"13"62,13 13-46,-13-13-16,0 54 15,0-54 1,13 13-16,-13-13 0</inkml:trace>
  <inkml:trace contextRef="#ctx0" brushRef="#br0" timeOffset="147198.67">20897 11731 0,'0'0'0,"0"-53"15,0 0-15,92-172 32,-26 172-17,80 146 17</inkml:trace>
  <inkml:trace contextRef="#ctx0" brushRef="#br0" timeOffset="147847.21">20923 11836 0,'0'0'15,"53"-66"17,66 0-1,-26 79 0,-80 1-31,27 52 31,-40-40-15,0-13-16,13 53 31,-13-13 0,0-79 1,0-106-1,13 66-15,93-80 15,0 173 0,-67 78 0,-52-78-31,-66 52 32,-1-39-1,94-67 0,52 1 0,0 66 1,-53-27-32,40 53 15</inkml:trace>
  <inkml:trace contextRef="#ctx0" brushRef="#br0" timeOffset="148187.85">21703 11797 0,'-26'-66'31,"26"52"-31,26 94 0,-52-146 31,39 171 1,-13-78-32,53 52 31,40-92 0,-80 0-31,0-14 16,-26-92 15,0 106-31,-53-27 31,-1 93-15</inkml:trace>
  <inkml:trace contextRef="#ctx0" brushRef="#br0" timeOffset="148716.44">21994 11823 0,'0'0'0,"14"-40"15,-1 14 17,13 79-1,-12-27-16,25 80 17,-39-93-1,0-66-15,0 27-1,0-80 1,0 93-1,27-13 1,-14 26 0,27 52 15,-1 15 0,-26-94 0,1 14-15,65-53 0,0 92 15,-65 1-15,-1 39-1</inkml:trace>
  <inkml:trace contextRef="#ctx0" brushRef="#br0" timeOffset="149210.26">22960 11598 0,'0'0'0,"-13"-53"15,13 27 1,13 13-1,-13 26-15,-40 106 32,27-79-17,-14-1-15,-25 94 16,25-67 0,27-27-16</inkml:trace>
  <inkml:trace contextRef="#ctx0" brushRef="#br0" timeOffset="149692.79">23304 11783 0,'0'0'0,"53"0"31,-53-13-16,13-13 1,-79-14 15,-67 93 1,94 40-1,131-27 0,-65-66-31,79-53 31,-80-106 1,-39 93-17,0-13 1,13 105 15,39 186 0,27-107 1</inkml:trace>
  <inkml:trace contextRef="#ctx0" brushRef="#br0" timeOffset="150228.2">23608 11731 0,'-27'-67'31,"54"134"-31,-40-107 31,13 53-31,13 14 16,13 65-1,1-26 17,-27-53-32,-13-52 47,39-133-16,-26 145-31,40 1 31,13 119 0,-40-67-31,-13 0 16,13 54 15,-13-93 0,27-80 1,-14 80-32,66-27 31,-26 119 0,-53-12-15</inkml:trace>
  <inkml:trace contextRef="#ctx0" brushRef="#br0" timeOffset="150568.79">24137 11704 0,'0'0'0,"-13"-53"31,-1 53-31,-25 66 31,26 80 0,26-133-31,0 0 16,93-26 15,-53-93 0,-80 40 1,-39 66-1,53 13-31</inkml:trace>
  <inkml:trace contextRef="#ctx0" brushRef="#br0" timeOffset="150789.51">24547 11625 0,'0'-53'32,"0"40"-32,-27 52 31,-12 133 0,12-53-15,27-53-16</inkml:trace>
  <inkml:trace contextRef="#ctx0" brushRef="#br0" timeOffset="151060.98">24904 11757 0,'0'0'0,"13"-13"15,-13 0-15,-39-1 16,-28 1 15,54 26-15,-13 40-1,13-26 1,-1 78 15,28-78-31,12 13 16</inkml:trace>
  <inkml:trace contextRef="#ctx0" brushRef="#br0" timeOffset="151458.1">25010 11836 0,'0'0'16,"13"-26"-16,0-14 16,-13 27-1,0 39 17,27 14-1,52-13 0,-66-27-15,93-14-1,-79 14 1,12-66 0,-52 13-1,-40-26 16,40 66-15,0 13-16,-1 26 16,14 40 15,0-39-15,14-1-16</inkml:trace>
  <inkml:trace contextRef="#ctx0" brushRef="#br0" timeOffset="151793.99">25420 11744 0,'0'0'16,"13"-13"-16,14-27 16,-27 27-1,0-1 1,-14 14-1,-25 14 1,-1 39 15,40-40-31,0 0 16,40 27 0,-14-14-16,106 53 31,-118-65-16,-41 12 1,-105-39 15</inkml:trace>
  <inkml:trace contextRef="#ctx0" brushRef="#br0" timeOffset="151986.2">25539 11585 0,'92'-40'32,"-184"80"-32,211-13 31,-106-1-31,-13 0 0,13 133 31,1-80-15</inkml:trace>
  <inkml:trace contextRef="#ctx0" brushRef="#br0" timeOffset="152118.28">25631 11889 0,'0'0'0,"0"-13"16,-13-13-16,26-27 16,106 0 15,-92 53-31,-14 0 15</inkml:trace>
  <inkml:trace contextRef="#ctx0" brushRef="#br0" timeOffset="152567.95">26848 11638 0,'0'0'0,"-26"-40"31,26 67 0,0 118 0,13-52-15</inkml:trace>
  <inkml:trace contextRef="#ctx0" brushRef="#br0" timeOffset="152739.29">26729 11651 0,'0'0'16,"-39"-119"-1,39 80-15,79-67 32,-39 106-32,158 39 31,-105 1-31</inkml:trace>
  <inkml:trace contextRef="#ctx0" brushRef="#br0" timeOffset="153167.24">26835 11664 0,'-40'14'16,"80"-28"-16,-27 28 31,27-1-31,-14-13 15,212 0 17,-145-13-1,-80 13 0,-26 0-31,-13 26 31,-14 53 1,40-52-32,79 39 31,40-66 0,-92-13-31,-1 0 0,27-80 16,-132-13 15,13 93 0</inkml:trace>
  <inkml:trace contextRef="#ctx0" brushRef="#br0" timeOffset="153703.59">27681 11691 0,'0'0'0,"0"-13"0,0-14 31,0 14-31,14 39 32,-14 1-17,26 65 1,-26-65-1,27 26 1,-27-40 0,-27-53-1,-13-105 17,40 105-17,67-66 1,-41 93-1,106 26 1,-92 1 0,13 78-1,-53-79 1,-93 54 0,40-54-1,14 0 1,105 27 15,-40-27-15,67 40-1,-80-40 1,14 0-16</inkml:trace>
  <inkml:trace contextRef="#ctx0" brushRef="#br0" timeOffset="154086.43">28488 11731 0,'0'0'15,"-26"-53"1,26 39 0,0 67-1,13-26 1,-13 79-1,0-80 1,0 40 0,-13-106 15,13 14-15,0-146-1,13 119-15,40-132 31,-27 145-15,40 67 0,53 251 15,-105-226-15,-1 54-1</inkml:trace>
  <inkml:trace contextRef="#ctx0" brushRef="#br0" timeOffset="154242.69">28568 11757 0,'0'-13'16,"0"0"-16,119-14 31,-53 14-16</inkml:trace>
  <inkml:trace contextRef="#ctx0" brushRef="#br0" timeOffset="154511.16">28911 11506 0,'-26'-27'31,"52"54"-31,-26-14 31,27 40-15,-1 66-1,-26-93 1,14 80 0,25-53 15,-26-53-31,14 0 15,52-40 1</inkml:trace>
  <inkml:trace contextRef="#ctx0" brushRef="#br0" timeOffset="154792.35">29269 11559 0,'0'0'0,"-14"-14"15,1 14-15,-27-26 32,54 39-17,-1 0-15,13 27 16,-12-27-16,-1 14 16,40 105-1,0-13 16,66-106 1,-80-26-32</inkml:trace>
  <inkml:trace contextRef="#ctx0" brushRef="#br0" timeOffset="155281.23">30300 11572 0,'-13'-53'31,"26"106"-31,-53-106 0,27 40 16,-13 13-16,-93 13 31,92 53 1,27-53-32,14 14 0,78 39 31,27-13 0,-185-40 0,-93 13 1,133-12-32,-1 25 31,41-25-31,91 52 31,67-53-15</inkml:trace>
  <inkml:trace contextRef="#ctx0" brushRef="#br0" timeOffset="155489.84">30551 11783 0,'0'0'0,"-39"-105"31,12 52 1,41 132-1,-1-52-31,-13 118 31,-13-79-15</inkml:trace>
  <inkml:trace contextRef="#ctx0" brushRef="#br0" timeOffset="155835.13">30525 11836 0,'0'0'0,"0"-66"16,0 27-16,13-1 0,0-66 31,1 172 16,-1-26-47,40 92 31,-40-105-31,93 39 32,-27-132-17,-66 39 1,27-118 15,-27 12 0,-26 133-31,0 0 0,-14 40 32,14 26-32</inkml:trace>
  <inkml:trace contextRef="#ctx0" brushRef="#br0" timeOffset="155982.35">31107 11731 0,'0'0'0,"13"-14"47</inkml:trace>
  <inkml:trace contextRef="#ctx0" brushRef="#br0" timeOffset="157869.92">14178 9535 0,'0'0'0,"-13"-26"15,0 13 1,92 13 15,238-27 0</inkml:trace>
  <inkml:trace contextRef="#ctx0" brushRef="#br0" timeOffset="158010.07">14257 9522 0,'0'0'0,"-92"26"31,145-26-31,13 14 15,238-1 1</inkml:trace>
  <inkml:trace contextRef="#ctx0" brushRef="#br0" timeOffset="158915.69">29480 12537 0,'0'0'0,"0"-26"16,13 13-1,1-54 1,-14 54 0,-14-26-1,1 39 1,-106 79 0,93-53-1,-27 93 1,53-79-1,106 53 1,-54-93 0,94 13-1</inkml:trace>
  <inkml:trace contextRef="#ctx0" brushRef="#br0" timeOffset="159245.03">29705 12524 0,'0'0'0,"-26"-53"15,12 40 1,14 39 15,0-12-15,0 78 0,0-65-1,40 39 1,53-53 15,-67-26-31,40-80 31,-53 67-15,-13-1-16,0-52 16,-13 66-1,0 13-15,-14 26 16,27-13-1</inkml:trace>
  <inkml:trace contextRef="#ctx0" brushRef="#br0" timeOffset="159510.04">30115 12498 0,'0'0'0,"0"-14"15,-13-12 1,-67-1 15,80 41-15,27 65-1,79 40 17,-67-66-1,-52-40-31,0-13 15,-40-13 1</inkml:trace>
  <inkml:trace contextRef="#ctx0" brushRef="#br0" timeOffset="159690.44">30327 12299 0,'0'0'0,"13"0"16,0 0-16,-13 66 31,0 133 0,0-160-31,13 54 16</inkml:trace>
  <inkml:trace contextRef="#ctx0" brushRef="#br0" timeOffset="159852.6">30366 12550 0,'53'-92'31,"-106"184"-31,119-197 0,-39 105 16,-14 13-16,-13 0 0,0 0 16</inkml:trace>
  <inkml:trace contextRef="#ctx0" brushRef="#br0" timeOffset="168270.66">12472 13198 0,'0'0'0,"-13"0"16,-27-26-1,53 13 17,93 0-1,53 13 0,-133 0-31,1 0 16,-1 0-1,-52 0 1,-146 26 15,132-26-15,-13 13 0,40 14 15,26 39 0,-13 13 0,13-39 1,-13-53-1,66-67 0,-39 54-15,92 39 15,-79 106 0,-67-53-15,-52-13 15,66-53-31</inkml:trace>
  <inkml:trace contextRef="#ctx0" brushRef="#br0" timeOffset="168505.14">12895 13093 0,'0'0'0,"40"0"16,13 92 15,-14-12-15,-39 92 15,-105-80-16</inkml:trace>
  <inkml:trace contextRef="#ctx0" brushRef="#br0" timeOffset="169131.11">13900 13159 0,'0'0'31,"13"-93"-31,14 54 32,-27 158-1,13 92 0,14-92 0,78-92 1,-65-27-32,119 0 31,-93 0-31</inkml:trace>
  <inkml:trace contextRef="#ctx0" brushRef="#br0" timeOffset="169458.28">14509 13344 0,'0'0'31,"-14"-40"-31,14 27 0,-26 0 31,26 26-31,-27 53 16,27-53-1,14 80 1,-1-80 0,66 14-1,14-93 16,-106-53 1,-1 105-17,-52-12 1,53 26 0,0 0-16</inkml:trace>
  <inkml:trace contextRef="#ctx0" brushRef="#br0" timeOffset="169810.51">14932 13278 0,'0'0'16,"-27"-27"-1,14 27 1,-40 27-1,40-14 1,13 0-16,-13 53 16,13-52-16,79 52 31,67-106 0,-120 27-15,1-93-1,-41 80 1,-52-41 0,40 67-1,-40 14 1</inkml:trace>
  <inkml:trace contextRef="#ctx0" brushRef="#br0" timeOffset="170266.99">15289 13278 0,'0'0'16,"-13"-13"-16,-1 26 31,14 13-16,27 80 1,-14-79 0,0 92-1,-13-106 1,0 0-16,0 0 16,-26-105 15,13 52-16,-1-132 1,14 132 0,53-79-1,-26 106-15,79 40 32,-80-1-17,14 80 1,-80-40-1,-52-40 1</inkml:trace>
  <inkml:trace contextRef="#ctx0" brushRef="#br0" timeOffset="170784.07">16215 13265 0,'0'0'0,"-13"0"16,26 13 46,40 0-30,-40 0-17,40-39 1,-40 26-16,13-66 31,-26 52-31,-13-12 16,-79-14-1,-41 80 17,107 92-1,39-92-31,93 39 31,-66-65-31,65-1 16</inkml:trace>
  <inkml:trace contextRef="#ctx0" brushRef="#br0" timeOffset="171132.7">16506 13265 0,'0'0'0,"-14"-80"16,1 54 15,66 105 0,-40-52-31,27 52 32,-40-66-17,0 0-15,-13-26 31,13-106 1,13 93-32,0-1 15,67 1 17,-67 52-32,27 67 31,-40-67-31,13 54 31</inkml:trace>
  <inkml:trace contextRef="#ctx0" brushRef="#br0" timeOffset="171336.36">16889 13027 0,'13'-40'31,"-26"80"-31,26-1 32,-13-12-32,0 12 0,0 1 15,27 145 17,-27-132-32</inkml:trace>
  <inkml:trace contextRef="#ctx0" brushRef="#br0" timeOffset="171498">16836 13251 0,'0'0'0,"0"-39"32,14 39-32,78 13 31,-65-13-31,92 0 15</inkml:trace>
  <inkml:trace contextRef="#ctx0" brushRef="#br0" timeOffset="171678.8">17233 13198 0,'0'0'0,"-26"-26"32,-1 26-1,27 93-16,0-80 1,13 93 15,-13-93-31,14 0 0</inkml:trace>
  <inkml:trace contextRef="#ctx0" brushRef="#br0" timeOffset="171821.59">17180 13027 0,'-13'-27'0,"26"54"0,-52-80 31,39 66-15</inkml:trace>
  <inkml:trace contextRef="#ctx0" brushRef="#br0" timeOffset="172025.16">17379 13093 0,'0'0'0,"-40"-40"16,40 66 15,13-12-15,14 131-1,-14-105 1,0 79 0</inkml:trace>
  <inkml:trace contextRef="#ctx0" brushRef="#br0" timeOffset="172359.21">17339 13265 0,'0'0'0,"0"-40"16,40 40 15,-27 0-15,13 0-16,80-27 16,-79 27-1,-14 0-15,26-13 16,-25 26 15,-14 14-15,13 52-1,-13-52 1,0-1-16,26 40 16,-26-52-1,0-1-15</inkml:trace>
  <inkml:trace contextRef="#ctx0" brushRef="#br0" timeOffset="172476.45">17630 13013 0,'0'0'0,"-13"-26"16,13 39 15</inkml:trace>
  <inkml:trace contextRef="#ctx0" brushRef="#br0" timeOffset="173083.1">17762 13238 0,'0'0'0,"0"13"15,0 1 1,13-14-1,-13 13 1,14 0-16,12 0 31,-13-13-15,40 0 0,-26-26-1,12-54 1,-39 67-1,0-13-15,-26-14 16,13 40 0,-67 40-1,54-1 1,13 54 0,13-66-1,52 25 1,-25-38-16,105-41 31,-105 14-15,39-80-1,-27-26 17,-25 119-1,25 106 0,-25-79-31,-14 65 31,-14-79-15,-12-13-16,-80 14 16,53-14-16</inkml:trace>
  <inkml:trace contextRef="#ctx0" brushRef="#br0" timeOffset="174318.45">21042 8319 0,'0'0'31,"-26"-14"-31,39 14 32,119 0-1,-92 0-31</inkml:trace>
  <inkml:trace contextRef="#ctx0" brushRef="#br0" timeOffset="174448.97">21121 8491 0,'0'0'0,"-39"26"16,-80 27 15,172-40-15,0 0-16,158-13 16</inkml:trace>
  <inkml:trace contextRef="#ctx0" brushRef="#br0" timeOffset="176285.14">18860 13159 0,'0'0'0,"-27"13"31,133-13 0,79 0-15,-13 0-16</inkml:trace>
  <inkml:trace contextRef="#ctx0" brushRef="#br0" timeOffset="176447.24">20434 13304 0,'79'0'31,"-158"0"-31,185 0 0,-27-13 32,-66 13-32</inkml:trace>
  <inkml:trace contextRef="#ctx0" brushRef="#br0" timeOffset="178041.98">15963 14230 0,'14'-40'16,"12"27"15,-26 106 0,13-67-15,-13 14-16,0 79 16,0-80-1,0-12-15,0 13 16,-13-80 15,0-26-15,0-80-1,66-197 17,105 290-1,-52 251 0,-106-105-15,-106 65 15,80-145-31,-40 14 16,13-27 15,145 13 0,54 93 0,-106-66-15,-27-27-16</inkml:trace>
  <inkml:trace contextRef="#ctx0" brushRef="#br0" timeOffset="178367.99">16426 14362 0,'0'0'31,"-13"-39"-31,53 65 32,-14-26-32,67 40 31,-14-40 0,-66-14-31,-26-52 31,0 40-31,-53-53 32,26 79-17,27 132 17,79 26-1,-39-144-31,39-1 15</inkml:trace>
  <inkml:trace contextRef="#ctx0" brushRef="#br0" timeOffset="178722.78">16942 14283 0,'0'0'31,"-40"-40"-31,-39 67 31,66-14-31,0 53 32,39 13-1,1-65 0,-14-14-31,26-40 31,41-26 1,-54 105-1,14 54 0,0-67-31</inkml:trace>
  <inkml:trace contextRef="#ctx0" brushRef="#br0" timeOffset="179114.98">17299 14455 0,'40'-53'31,"-80"106"-31,53-185 16,-65 118 31,-1 107-16,39-80-31,14 53 16,14-66-1,91-13 17,-12-119-1,-80 92-31,-26-92 31,13 105-31,-26 14 31,26 26-31,13 120 32,79 78-1,-78-184-31</inkml:trace>
  <inkml:trace contextRef="#ctx0" brushRef="#br0" timeOffset="179335.98">17934 14137 0,'-13'-13'31,"0"13"-31,39 13 0,-52 40 32,26-13-32,0-14 0,0 14 15,26 145 1,-13-158 0,-13-1-16</inkml:trace>
  <inkml:trace contextRef="#ctx0" brushRef="#br0" timeOffset="180180.43">17841 14389 0,'-39'-53'31,"39"40"-31,39 79 0,1-132 16,0 79-1,158 13 1,-26-39 15,-159 13-15,-39-53-1,-1 53 1,-78-26 0,91 39-1,-25 53 1,39-40-1,53 54 1,-27-67 0,53-13-1,-52 0 1,13-26 0,-27 26 15,13-14 16,-12 1-32,38-13 17,-38 12-32,-14 1 0,13-66 15,-26-14 32,13 120-31,0 131 15,0-131-15,13 39-1,-13-53 1,13-13-1,-13-13 1,40-53 0,52 26 15,-65 40-15,39 53-1,-66-26 1,-27 12-1,14-26 1,0-13-16,0 0 0,-14 0 16,-12-39-1,39 26 1</inkml:trace>
  <inkml:trace contextRef="#ctx0" brushRef="#br0" timeOffset="180372.88">18833 14151 0,'0'0'0,"14"0"16,-1 13 0,-13 0-1,13 40 1,-13-27 0,53 93-1,-40-92-15,27 65 31</inkml:trace>
  <inkml:trace contextRef="#ctx0" brushRef="#br0" timeOffset="180498.08">18873 14389 0,'0'0'0,"13"-66"15,14 52-15,92 1 31</inkml:trace>
  <inkml:trace contextRef="#ctx0" brushRef="#br0" timeOffset="181427.31">14152 12286 0,'0'0'0,"-53"0"31,66 0-31,0 0 16,410-13 15,-304 13-31</inkml:trace>
  <inkml:trace contextRef="#ctx0" brushRef="#br0" timeOffset="181552.98">14879 12365 0,'0'0'0,"-119"27"32,172-27-17,185-13 1</inkml:trace>
  <inkml:trace contextRef="#ctx0" brushRef="#br0" timeOffset="182351.72">19786 14164 0,'0'0'0,"0"-13"0,0-14 31,0 80 1,0-26-17,0 105 1,13-93 0,0-12-16,14 52 15,-14-52-15</inkml:trace>
  <inkml:trace contextRef="#ctx0" brushRef="#br0" timeOffset="182543.93">19997 14204 0,'0'0'0,"14"-53"16,-14 39-16,0 14 31,13 40-16,0 79 1,27 40 15</inkml:trace>
  <inkml:trace contextRef="#ctx0" brushRef="#br0" timeOffset="182698.9">19971 14349 0,'0'0'0,"-27"-40"16,133 14 15,-66 26-15,0 0-16,105 0 16</inkml:trace>
  <inkml:trace contextRef="#ctx0" brushRef="#br0" timeOffset="182857.16">20196 14521 0,'0'0'0,"53"40"32,132-67-1</inkml:trace>
  <inkml:trace contextRef="#ctx0" brushRef="#br0" timeOffset="183173.19">20791 14296 0,'-27'-40'15,"1"40"17,13 14-32,-27 78 31,27 40 0,26-118-31,13-1 16,80 0-1</inkml:trace>
  <inkml:trace contextRef="#ctx0" brushRef="#br0" timeOffset="183630.76">20976 14336 0,'-40'-66'31,"80"132"-31,-80-119 31,67 159 1,52-53-1,14-67 0,-67 1-31,54-40 31,-54 27-31,-13 13 16,0-1-16,-26-25 31,-53 52 0,53 0-31,13 40 32,66 40-1,-40-80-31,14 26 31,-106-52 0,40 13-31,-1-13 0</inkml:trace>
  <inkml:trace contextRef="#ctx0" brushRef="#br0" timeOffset="183851.09">21531 14164 0,'0'53'63,"14"79"-32,-14-106-31,0 27 16</inkml:trace>
  <inkml:trace contextRef="#ctx0" brushRef="#br0" timeOffset="184007.14">21452 14389 0,'0'0'0,"0"-27"16,0 14-16,40-40 15,-14 53 1,93-13-1,-79 26 1</inkml:trace>
  <inkml:trace contextRef="#ctx0" brushRef="#br0" timeOffset="184163.99">21836 14415 0,'0'0'0,"0"27"31,53-27-15,-40-14-1</inkml:trace>
  <inkml:trace contextRef="#ctx0" brushRef="#br0" timeOffset="184646.97">22259 14415 0,'0'0'0,"13"-40"32,0 27-32,-13 0 0,-13-40 15,0 53 1,-53-26-1,39 39-15,-65 93 32,92-93-17,0 40 1,26-27 0,67-13-1,-54-26 1,-12 0-16,52-132 31,-66 105-15,-13-132-1,0 146 1,-13 12 0,13 28-1,13 118 1,-13-93-1,40 94 1,-40-120-16</inkml:trace>
  <inkml:trace contextRef="#ctx0" brushRef="#br0" timeOffset="185028.25">22510 14230 0,'0'0'0,"13"-66"15,1 66-15,-1 53 32,-13-14-17,0 1-15,0 53 16,0-67 0,13 40-1,-13-79 16,0-13-15,13-27 0,67 13 15,-54 53-31,1 0 0,25 54 31,-91-1 0,12-66-31,-145-27 32</inkml:trace>
  <inkml:trace contextRef="#ctx0" brushRef="#br0" timeOffset="186436.33">23502 14243 0,'0'0'0,"0"-53"31,0 40-15,0 0-16,0 53 47,0 79-16,13-106-31,53 53 31,14-79 0,-27-80 1,-53 67-17,0 12-15,0 1 16,13 79 15,0-39-31,27 52 31,66-52 1,-80-54-17,-13-52 1,-52-40 15,-27 106 0,52 26-31,28 13 16</inkml:trace>
  <inkml:trace contextRef="#ctx0" brushRef="#br0" timeOffset="187005.14">24005 14164 0,'0'0'0,"-14"-106"31,14 93-31,0 13 32,14 159-1,-1-120-31,0 107 31,0-93 0,27-146 1,13 0-1,13 120 0,0 65 0,-66-65-31,53-1006 32,53 1945-1,-80-980-31,54-78 31,-146 39 0,-27 106 1,106 26-1,0-66-31,1 1 0,12-14 15,-13 13-15</inkml:trace>
  <inkml:trace contextRef="#ctx0" brushRef="#br0" timeOffset="187294.88">24600 14323 0,'0'0'0,"0"-80"31,0 54-31,13-1 31,53 133 1,-39 0-17,-41-93 17,14-26-17,0-66 1,0 52-1,67-65 1,-41 78 0,53 1-1</inkml:trace>
  <inkml:trace contextRef="#ctx0" brushRef="#br0" timeOffset="188482.84">25552 14230 0,'0'0'0,"0"-13"16,0 0-16,-13-27 15,-40 53 17,40 0-17,13 14-15,-13-1 0,-1 1 16,28 65-1,-1-65 1,93 12 0,-80-39-1,93-39 1,-106 25 0,14-78-1,-27 52 1,0 14-16,-14-40 15,14 52 1,-13 14-16,0 40 16,13-13-1,13 92 1,0-93 0,40 40-1,-39-53 1,65-26-1,-53 0 1,27-80 0,-53 27-1,0 40 1,0-1 0,0 67 15,27 26 0,-14-53-15,40-26 15,-53 0-15,40-66-1,-14 39 16,14 106 1,-27-40-32,40 67 31,-106-53 0,-26-54-15</inkml:trace>
  <inkml:trace contextRef="#ctx0" brushRef="#br0" timeOffset="188681.36">26213 13979 0,'0'0'0,"93"26"31,-80 14-31,-13 0 16,53 158 15,-53-172-31,13 1 16,-13-1-16</inkml:trace>
  <inkml:trace contextRef="#ctx0" brushRef="#br0" timeOffset="188794.29">26227 14243 0,'0'0'0,"53"-92"31,-14 92-15,67 0-1</inkml:trace>
  <inkml:trace contextRef="#ctx0" brushRef="#br0" timeOffset="188943.88">26756 14204 0,'0'0'0,"-14"0"0,1 0 31,26 0-31</inkml:trace>
  <inkml:trace contextRef="#ctx0" brushRef="#br0" timeOffset="189085.98">26756 14283 0,'0'0'0,"-27"26"31,27-12-31,53-14 31</inkml:trace>
  <inkml:trace contextRef="#ctx0" brushRef="#br0" timeOffset="190085.17">27404 14058 0,'0'0'0,"-14"-53"15,-12 14 17,13 52-17,-67 79 1,54-65-1,13 12-15,-14 54 16,27-67 0,146 41-1,79-81 17,-186 1-17,54-93 1,-93 40-1,0 40-15,-27-80 32,14 80-17,0 39 1,0 26 0,13 80-1,0-92 1,39 65-1,-25-78 1,52 12 0,26-66 15,-78 27-31,12-119 31,-52 53 0,26 118 1,39 54-1,-26-80-15,54 14-1,38-67 16,-65 13-15,0-52 0,-80-13 15,27 92-15,-14 13-1,80 79 16,-26-39-15,-1 13 0,-92-26 15,40-53-15,-27-27-1</inkml:trace>
  <inkml:trace contextRef="#ctx0" brushRef="#br0" timeOffset="190271.73">28237 13873 0,'26'-27'0,"54"14"15,-54 159 17,1 79-1,-27-186-31,13-12 15,13 26 1</inkml:trace>
  <inkml:trace contextRef="#ctx0" brushRef="#br0" timeOffset="191209.07">28382 14137 0,'0'0'0,"0"-13"15,14-26 16,131 52 1,-105-13-32,132 13 31,-106-26-15,-106-40 15,-92 40 0,105 26-31,1 53 31,39 13 1,53-52-1,-52-27-31,52-27 31,53-39 0,0 0 1,-80 119-1,-39-27-31,0 54 15,0-67 1,-13 13 0,26-52 15,54-53 0,-41 65-15,67-38-1,-80 52 1,13 26 0,-26-13-1,0 27 1,27 0 15,26-14 16,-27-26-47,40-40 31,-53 27-31,40-66 32,-53 52-32,0 14 0,0-27 15,-26 40 1,-53 67-1,65 65 17,14-119-17,66 40 1,-52-40 0,-1-13-16</inkml:trace>
  <inkml:trace contextRef="#ctx0" brushRef="#br0" timeOffset="191471.47">29546 14256 0,'0'-13'0,"0"26"0,13-39 15,-13 0-15,14 12 16,12-91 0,1 105 15,-27 13-15,13 66-1,-13-66 1,0 40-1,0-40 1,-13-13 0,13-13-1,0 0-15,0-40 16,66-92 15</inkml:trace>
  <inkml:trace contextRef="#ctx0" brushRef="#br0" timeOffset="191681.94">29837 13926 0,'0'0'0,"-13"-13"15,13 52 16,0-12-15,-13 12-16,0 80 16,-1-79-1,1 66 1</inkml:trace>
  <inkml:trace contextRef="#ctx0" brushRef="#br0" timeOffset="192185.24">29996 14217 0,'0'0'0,"26"0"15,-12 0 1,12-27-1,-13 14 1,-13-66 0,-26 39-1,-1 40 1,14 0-16,-27 79 31,27-65-15,13-1-16,13 13 15,1-26 1,39-26 0,-27-14-1,67-171 17,-93 171-17,26-79 1,-66 251 15,27-66-15,0 14-16,0 171 15,26-40 1</inkml:trace>
  <inkml:trace contextRef="#ctx0" brushRef="#br0" timeOffset="196350.05">16215 15288 0,'-13'0'31,"26"0"-31,-13 13 32,13 0-32,0 67 31,0 26 0,-13-93-31,0 0 0</inkml:trace>
  <inkml:trace contextRef="#ctx0" brushRef="#br0" timeOffset="196508.01">16188 15037 0,'0'-27'0,"0"54"0,0-67 15,0 27-15,14 26 31,-1-13-31,0 26 16</inkml:trace>
  <inkml:trace contextRef="#ctx0" brushRef="#br0" timeOffset="196880.28">16426 15235 0,'0'53'31,"0"-27"-31,0-105 0,0 251 31,0-146-31,27 67 32,-14-53-1,-26-106 0,13 26-31,-27-172 31,14 27-15,53 53 15,52 211 0,-65-39-31,-1 39 0</inkml:trace>
  <inkml:trace contextRef="#ctx0" brushRef="#br0" timeOffset="197037.14">16440 15407 0,'-53'13'31,"39"-13"-31,81-13 0,-107 39 31,66-26-31,93-26 32,-52 13-32</inkml:trace>
  <inkml:trace contextRef="#ctx0" brushRef="#br0" timeOffset="197635.07">17326 15328 0,'0'0'0,"53"-80"16,-120 27 31,-104 80-31,144-14-1,-26 53 1,66-53-1,93 27 1,-66-27 0,132 40-1,-212 0 17,-105-13-1,131-40-16,1 0-15</inkml:trace>
  <inkml:trace contextRef="#ctx0" brushRef="#br0" timeOffset="198003.93">17537 15235 0,'0'0'0,"40"-13"31,-40 39 0,0-12-15,13 52-1,-13-40 1,13-13-16,1 40 16,-1-40-1,13-13 1,-12 0-1,-1-66 1,0 53 0,0-53-1,-13 106 17,0-14-17,-13 106 1,13-105-1,0 26-15</inkml:trace>
  <inkml:trace contextRef="#ctx0" brushRef="#br0" timeOffset="199945.17">17934 15381 0,'40'0'31,"-27"0"-15,93-27-1,-67 14 1,-12 13-16,13 0 16</inkml:trace>
  <inkml:trace contextRef="#ctx0" brushRef="#br0" timeOffset="200353.38">18450 15314 0,'0'0'0,"13"-13"15,0-13 1,-13 13 0,0-1-16,-26 1 15,-14 13 1,-13 27 0,40-27-1,0 52 1,26-38-1,0-14-15,67 39 16,-54-25 0,80 25-1,-106-26 1,-66 14 0,26-27-1,-92 13 1</inkml:trace>
  <inkml:trace contextRef="#ctx0" brushRef="#br0" timeOffset="200718.58">18688 15262 0,'0'0'0,"26"0"16,-12 0-16,-14 26 47,0 14-32,0 26 1,13-40 0,0-13-16,14 14 15,-14-27 1,0 0-16,0 0 0,0-13 15,14-1-15,26-78 32,-53 65-32,0 1 15,-13-27 1,-1 13 15</inkml:trace>
  <inkml:trace contextRef="#ctx0" brushRef="#br0" timeOffset="201116.91">19019 15116 0,'0'-13'16,"0"26"-16,-14-53 16,14 54 15,14 25-16,-1-12-15,13 145 32,-26-133-17,0-12-15,0 12 16,0-52 15,27-53-15,79-53 15,-80 106-15,53 26-1,-52 93 17,-40-80-17,13-12-15,-53 12 16,0-26-1</inkml:trace>
  <inkml:trace contextRef="#ctx0" brushRef="#br0" timeOffset="201657.01">19323 15262 0,'0'0'0,"13"0"16,66-14 15,67 107 0,-80 26 1,-106-79-1,27-40-31,-27-53 31,93-40 0,-26 67-31,79-14 32,-14 27-1,-52 13 0,-53 0-15,-40 26 31,39-13-47,-12 54 31,26-41-31,40 53 31,65-65-15</inkml:trace>
  <inkml:trace contextRef="#ctx0" brushRef="#br0" timeOffset="202027.01">20169 15354 0,'-13'0'31,"26"0"-31,27 0 31,-27-13-31,53 13 16</inkml:trace>
  <inkml:trace contextRef="#ctx0" brushRef="#br0" timeOffset="202171.58">20235 15433 0,'0'0'0,"-53"40"16,93-27 31,-27-13-47,14 0 0,65-26 15</inkml:trace>
  <inkml:trace contextRef="#ctx0" brushRef="#br0" timeOffset="202885.17">20473 15328 0,'-26'-27'15,"26"14"17,0 13-1,-13 13-16,-93 40 1,79-40 0,-39 27-1,132 13 17,159 39-1,-185-78-31,0 12 15,52 1 1</inkml:trace>
  <inkml:trace contextRef="#ctx0" brushRef="#br0" timeOffset="203240.16">20950 15328 0,'0'0'0,"-14"0"15,1-14-15,0 1 16,26 13 15,-13 13-15,40 14-1,-27-27 1,27 40 0,-27-27-1,-13 53 1,-79-13 15,65-40-15,-12 0-16</inkml:trace>
  <inkml:trace contextRef="#ctx0" brushRef="#br0" timeOffset="203622.79">21426 15328 0,'0'0'0,"-40"-14"16,14 28 15,12-1-15,1 0-16,-13 40 15,12-27-15,14 67 31,27-80-15,79 0 0,-80-13-1,80-66 1,-93 40 0,-13-40-1,-13 53 1,-106 26-1</inkml:trace>
  <inkml:trace contextRef="#ctx0" brushRef="#br0" timeOffset="206450.36">18913 16121 0,'0'-26'16,"0"52"-16,13-66 31,-13 54-16,-13 91 1,13 81 15,0-160-31,13 27 32</inkml:trace>
  <inkml:trace contextRef="#ctx0" brushRef="#br0" timeOffset="206802.23">18860 16214 0,'0'0'0,"-40"-238"31,40 211-31,93-65 32,79 158-1,-146-27-31,1 94 31,-173 12 0,120-132-15,-27 1 0,132-14 15,67 92 0,-27 1 0,-93-80-31</inkml:trace>
  <inkml:trace contextRef="#ctx0" brushRef="#br0" timeOffset="207138.21">19349 16333 0,'0'0'0,"-13"-40"16,0 27-16,26 26 47,93 0-16,-93-13-31,27-26 31,-67-80 1,-65 80-1,52 131 0,40-78-31,13 12 16,93 94-1,0-107 1</inkml:trace>
  <inkml:trace contextRef="#ctx0" brushRef="#br0" timeOffset="207325.05">19680 16081 0,'0'0'0,"-53"-52"31,53 78-31,0 0 16,40 160 15,-27-147-31,0 1 16,27 66 0</inkml:trace>
  <inkml:trace contextRef="#ctx0" brushRef="#br0" timeOffset="207722.67">19706 16293 0,'0'0'0,"-26"-66"31,39 66-31,53 0 32,-39 0-32,92 0 31,-53 0 0,-79 0 0,-1 119 1,14-93-32,53 93 31,27-79-16,78-93 17,-78-119-1,-80 146-31,-40-80 31,14 93-31</inkml:trace>
  <inkml:trace contextRef="#ctx0" brushRef="#br0" timeOffset="208086.02">20447 16253 0,'0'-39'31,"0"78"-31,66-105 31,-39 79-31,65 93 31,-39 53 1,-53-146-32,-13 0 31,-14-105 0,27 65-31,80-131 31,52 144 1,-106 28-32,1-1 0</inkml:trace>
  <inkml:trace contextRef="#ctx0" brushRef="#br0" timeOffset="208910.85">20897 16306 0,'0'0'0,"-14"-13"15,1 0 1,13 0 0,13 13-16,54 13 15,-41-13 1,93 79 0,-93 1-1,-26-67 1,-13 66-1,-26-79 17,39-13-17,0 0-15,26-93 16,-13 79 0,80-39-1,-67 66 1,67 66-1,-80-39 1,0-1-16,40 67 16,-26-67-16</inkml:trace>
  <inkml:trace contextRef="#ctx0" brushRef="#br0" timeOffset="209132.05">22087 16187 0,'0'0'15,"0"-26"1,0 39-16,0 0 16,26 119-1,14 54 16,-13-120-15</inkml:trace>
  <inkml:trace contextRef="#ctx0" brushRef="#br0" timeOffset="209319.02">22074 16319 0,'0'0'0,"-13"-52"16,-1 12-16,-12-79 15,79 66 1,-27 53-16,14 0 16,79 26-1,-79-12 1,-14 12-16,0 1 0</inkml:trace>
  <inkml:trace contextRef="#ctx0" brushRef="#br0" timeOffset="209430.87">22153 16319 0,'-40'14'32,"80"-28"-32,-66 28 15,92-14 1</inkml:trace>
  <inkml:trace contextRef="#ctx0" brushRef="#br0" timeOffset="209828.07">22523 16306 0,'0'0'0,"14"-26"32,-14 52 15,0 54-16,13-54-31,0 40 31,-13-92 0,0 13-31,0-27 16,0-79 0,0 79-16,13-132 31,1 133-31,65 39 31,-39 66-15,65 172 15,-65-106-15</inkml:trace>
  <inkml:trace contextRef="#ctx0" brushRef="#br0" timeOffset="209977.04">22616 16267 0,'0'0'0,"-13"-27"15,0 14-15,13 0 16,13-1-16,93 14 31,-27 0-31</inkml:trace>
  <inkml:trace contextRef="#ctx0" brushRef="#br0" timeOffset="210183.1">22960 16081 0,'0'0'0,"-27"-26"16,41 39 15,52 119 0,-53-92-31,0 106 31,-13-67-15</inkml:trace>
  <inkml:trace contextRef="#ctx0" brushRef="#br0" timeOffset="210494.01">23211 16068 0,'0'0'0,"13"-13"16,-13 26 0,53 67 15,-26 65 0,-41 14 0,14-133-31,14 1 32,12-27-32,106-14 31,-79 1-31,27-13 15</inkml:trace>
  <inkml:trace contextRef="#ctx0" brushRef="#br0" timeOffset="210773.14">23687 16108 0,'0'0'0,"0"-13"15,-13 13-15,0-14 32,-14 81-1,27-54-31,-13 13 16,13 1-16,40 145 31,92-67 0,-66-91-31</inkml:trace>
  <inkml:trace contextRef="#ctx0" brushRef="#br0" timeOffset="210914.91">23753 16333 0,'-119'-40'31,"238"80"-31,-224-80 31,131 40-31,0 0 16,54-13-16</inkml:trace>
  <inkml:trace contextRef="#ctx0" brushRef="#br0" timeOffset="211099.67">24031 16121 0,'-26'-13'15,"52"26"-15,-92-26 32,66 26-32,0 0 0,0 80 31,40 105 0,-40-145-15</inkml:trace>
  <inkml:trace contextRef="#ctx0" brushRef="#br0" timeOffset="211340.07">23939 16161 0,'-14'-40'0,"28"80"0,-1-146 31,0 106-31,0 0 15,212 198 17,-159-105-17,-145 92 17,-1-158-32,-224-14 15</inkml:trace>
  <inkml:trace contextRef="#ctx0" brushRef="#br0" timeOffset="211757.32">22351 17034 0,'-13'13'31,"13"53"-15,0-40-1,0 133 16,0-132-31</inkml:trace>
  <inkml:trace contextRef="#ctx0" brushRef="#br0" timeOffset="212108.69">22299 17047 0,'0'0'0,"-40"-172"31,40 145-31,13 1 0,0 13 16,172 26 15,-26 80-15,-159-67-1,-53 40 1,14-39-1,-94 12 1,107-39 0,13 53 15,185 40 0,0-27-15</inkml:trace>
  <inkml:trace contextRef="#ctx0" brushRef="#br0" timeOffset="212361.24">22947 16954 0,'0'0'0,"-14"-13"31,-25 66-15,12-40 0,-26 93 15,119 26 0,80-105-15</inkml:trace>
  <inkml:trace contextRef="#ctx0" brushRef="#br0" timeOffset="212506.13">22880 17100 0,'0'0'0,"-119"-27"31,212 27 0,13 0-31</inkml:trace>
  <inkml:trace contextRef="#ctx0" brushRef="#br0" timeOffset="212739.93">23277 16994 0,'-53'-13'31,"106"26"-31,-119 0 31,79 0-31,14 80 31,-14-67-31,0 54 32,-13-67-32,0 0 0,0 0 31,0-26-31,0 0 0</inkml:trace>
  <inkml:trace contextRef="#ctx0" brushRef="#br0" timeOffset="212930.42">23277 16941 0,'0'0'0,"0"-93"16,80 120 15,-54-1-15,67 67 15,-186-27 0,-13-53-15</inkml:trace>
  <inkml:trace contextRef="#ctx0" brushRef="#br0" timeOffset="213289.42">23634 17007 0,'40'13'31,"-80"-26"-31,40 40 16,-13-14-1,-27 40 16,27-40-31,13 0 0,27 53 16,-14-52 0,66 12 15,-52-26-31,39-40 16,-53 14-1,-39-53 1,12 52-1,-78-26 1,79 53 0,-14 0-16</inkml:trace>
  <inkml:trace contextRef="#ctx0" brushRef="#br0" timeOffset="213865.38">23899 16994 0,'-13'0'16,"26"26"31,0-12-47,0 12 0,14 27 15,-14-27 1,-13 54-1,13-67 1,-13 13 0,0-92 15,0 40-15,0-93-1,0 92 1,0-65-1,0 79 1,13-1 0,1 28-1,65 52 1,-26 0 15,-146-40 0,80-26-15,-53 14 0,53-14-1,13 13-15,26 26 16,-13-25 0,1-1-16,105 53 15,-93-53 1,40 14-16</inkml:trace>
  <inkml:trace contextRef="#ctx0" brushRef="#br0" timeOffset="214080.72">24269 17007 0,'0'0'0,"-53"-40"16,80 14 31,-1 26-47,1 0 0,118 0 15,-105 0 1</inkml:trace>
  <inkml:trace contextRef="#ctx0" brushRef="#br0" timeOffset="214225.28">24415 16901 0,'-27'0'0,"54"0"0,-80 0 16,26 0-16,-12 66 16,78 80 15,-25-120-15,52 80-1,-53-93 1</inkml:trace>
  <inkml:trace contextRef="#ctx0" brushRef="#br0" timeOffset="214493.91">24745 17034 0,'0'0'0,"-26"-67"15,13 54 1,-53 40-1,39-14 1,-13 80 0,27-67-1,13 0-15,27 54 16,-1-67 0,1 0-16,78 27 15,-78-40 1,-1-13-16</inkml:trace>
  <inkml:trace contextRef="#ctx0" brushRef="#br0" timeOffset="214602.49">24692 17139 0,'-66'-26'15,"132"52"-15,-158-65 16,79 39-16,13 0 16,26 13-1,106 0 1</inkml:trace>
  <inkml:trace contextRef="#ctx0" brushRef="#br0" timeOffset="-214706.48">25089 17087 0,'0'0'0,"-39"-53"16,39 39 0,-40 1-1,40 93 16,13-54-15,-13 0-16,13 80 16,1-53-1</inkml:trace>
  <inkml:trace contextRef="#ctx0" brushRef="#br0" timeOffset="-214466.96">25010 17153 0,'-13'-146'32,"26"292"-32,40-371 31,-27 238-31,14 13 16,79 80-1,-79-53-15,-14 119 31,-105-145-15,-622-27 0</inkml:trace>
  <inkml:trace contextRef="#ctx0" brushRef="#br0" timeOffset="-213618.8">18437 17549 0,'0'0'31,"26"0"-31,516 40 31,-304-40-31,1191 26 31,1229 41 1,-2089-41-32,1454 27 31,-1348-40-31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03.150"/>
    </inkml:context>
    <inkml:brush xml:id="br0">
      <inkml:brushProperty name="width" value="0.05" units="cm"/>
      <inkml:brushProperty name="height" value="0.05" units="cm"/>
    </inkml:brush>
  </inkml:definitions>
  <inkml:trace contextRef="#ctx0" brushRef="#br0">8 33 24575,'-1'1'0,"1"-1"0,-1 0 0,1 1 0,-1-1 0,1 1 0,0-1 0,-1 1 0,1-1 0,-1 1 0,1-1 0,0 1 0,-1 0 0,1-1 0,0 1 0,0-1 0,-1 1 0,1 0 0,0-1 0,0 1 0,0 0 0,0-1 0,0 1 0,0 0 0,0-1 0,0 1 0,0 0 0,0 0 0,1 0 0,0 0 0,-1 0 0,1 0 0,0-1 0,0 1 0,0 0 0,-1-1 0,1 1 0,0-1 0,0 1 0,0-1 0,0 1 0,0-1 0,0 0 0,2 1 0,5 1 0,0-1 0,0 0 0,12 1 0,214-15 0,-108 3 0,-22 4 96,394-26-1557,-454 28-5365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03.865"/>
    </inkml:context>
    <inkml:brush xml:id="br0">
      <inkml:brushProperty name="width" value="0.05" units="cm"/>
      <inkml:brushProperty name="height" value="0.05" units="cm"/>
    </inkml:brush>
  </inkml:definitions>
  <inkml:trace contextRef="#ctx0" brushRef="#br0">0 0 24575,'3'0'0,"4"3"0,7 1 0,7 0 0,12-1 0,12 3 0,14-1 0,17 0 0,14-2 0,16-1 0,11 0 0,-15-2-8191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29.738"/>
    </inkml:context>
    <inkml:brush xml:id="br0">
      <inkml:brushProperty name="width" value="0.05" units="cm"/>
      <inkml:brushProperty name="height" value="0.05" units="cm"/>
    </inkml:brush>
  </inkml:definitions>
  <inkml:trace contextRef="#ctx0" brushRef="#br0">199 1051 24575,'-22'15'0,"20"-14"0,0 0 0,1 0 0,-1 0 0,0 0 0,0 0 0,1 0 0,-1 1 0,1-1 0,-1 1 0,1-1 0,-1 1 0,1 0 0,0-1 0,0 1 0,0 0 0,0 0 0,0 0 0,0 0 0,1-1 0,-1 1 0,0 0 0,1 3 0,-1 0 0,0-1 0,1 0 0,0 1 0,0-1 0,0 1 0,0-1 0,1 1 0,0-1 0,0 0 0,0 1 0,0-1 0,1 0 0,-1 0 0,4 5 0,-1-2 0,0-1 0,1 0 0,-1 0 0,1 0 0,1-1 0,-1 1 0,12 7 0,-2-3 0,0-1 0,0 0 0,1-1 0,1-1 0,-1-1 0,27 7 0,-1-4 0,-1-2 0,2-2 0,-1-1 0,64-4 0,-34-5 0,129-25 0,-155 20 0,-1-2 0,-1-2 0,0-1 0,-1-3 0,60-33 0,-82 38 0,0-1 0,-2-1 0,1 0 0,-2-2 0,17-18 0,-24 22 0,0 0 0,-1-1 0,-1-1 0,0 1 0,-1-2 0,0 1 0,-2-1 0,6-16 0,-5 5 0,-2-1 0,-1 1 0,0-1 0,-2 0 0,-2 1 0,0-1 0,-2 0 0,-1 0 0,-8-35 0,0 18 0,-1 1 0,-3 0 0,-2 1 0,-40-76 0,42 93 0,-1 0 0,-1 1 0,-2 1 0,0 0 0,-44-39 0,49 50 0,-1 2 0,0 0 0,-1 1 0,0 0 0,-1 1 0,1 1 0,-2 1 0,1 0 0,-1 2 0,-34-7 0,25 9 0,1 1 0,-1 1 0,0 2 0,0 0 0,1 2 0,-1 1 0,1 2 0,0 0 0,0 1 0,1 2 0,-27 13 0,3 1 0,1 3 0,1 2 0,1 1 0,-61 54 0,70-51 0,1 1 0,2 2 0,1 2 0,-46 66 0,64-80 0,1 0 0,1 0 0,2 2 0,0-1 0,1 1 0,2 1 0,0 0 0,2 0 0,1 0 0,-2 29 0,7-41 0,0-1 0,0 1 0,1-1 0,1 1 0,0-1 0,1 0 0,1 0 0,0 0 0,0 0 0,1 0 0,1-1 0,8 13 0,-5-11 0,1 0 0,1-1 0,0-1 0,1 1 0,0-2 0,0 0 0,2 0 0,-1-1 0,21 11 0,-5-6 38,1-1 0,1-1 0,0-2 0,0-1 0,1-1 0,1-2 0,-1-1 0,42 2 0,-25-6-380,-1-1 1,0-3 0,0-2-1,94-20 1,-63 3-6485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03.987"/>
    </inkml:context>
    <inkml:brush xml:id="br0">
      <inkml:brushProperty name="width" value="0.05" units="cm"/>
      <inkml:brushProperty name="height" value="0.05" units="cm"/>
    </inkml:brush>
  </inkml:definitions>
  <inkml:trace contextRef="#ctx0" brushRef="#br0">563 155 24575,'-1'-7'0,"0"0"0,0 0 0,-1 1 0,-3-10 0,-2-11 0,6 20 0,-1 1 0,0-1 0,0 0 0,0 1 0,-1-1 0,-7-11 0,9 16 0,0 1 0,-1-1 0,1 0 0,-1 0 0,1 0 0,-1 1 0,0-1 0,0 1 0,1-1 0,-1 1 0,0 0 0,0 0 0,-1 0 0,1 0 0,0 0 0,0 0 0,0 1 0,-1-1 0,1 1 0,0-1 0,-1 1 0,1 0 0,0 0 0,-5 0 0,-4 2 0,1 1 0,-1 0 0,1 0 0,-1 1 0,1 0 0,-18 12 0,-58 41 0,65-43 0,-20 16 0,-74 67 0,102-84 0,1 0 0,1 0 0,0 1 0,0 1 0,1 0 0,1 0 0,1 1 0,0 0 0,-6 21 0,12-29 0,0-1 0,0 1 0,1-1 0,0 1 0,0-1 0,1 1 0,0 0 0,0-1 0,1 1 0,0 0 0,0-1 0,1 1 0,4 12 0,-2-12 0,1 1 0,-1-1 0,1 0 0,0-1 0,1 1 0,0-1 0,0 0 0,1 0 0,0-1 0,8 6 0,4 1 0,1 0 0,0-2 0,1 0 0,1-1 0,0-1 0,0-2 0,0 0 0,29 5 0,-5-5-195,1-2 0,0-2 0,0-2 0,-1-2 0,1-2 0,83-17 0,-44 2-6631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04.173"/>
    </inkml:context>
    <inkml:brush xml:id="br0">
      <inkml:brushProperty name="width" value="0.05" units="cm"/>
      <inkml:brushProperty name="height" value="0.05" units="cm"/>
    </inkml:brush>
  </inkml:definitions>
  <inkml:trace contextRef="#ctx0" brushRef="#br0">97 88 24575,'-30'-32'0,"21"22"0,1 0 0,-2 1 0,-18-15 0,28 24 0,0 0 0,0 0 0,-1-1 0,1 1 0,0 0 0,0 0 0,-1 0 0,1 0 0,0-1 0,0 1 0,-1 0 0,1 0 0,0 0 0,0 0 0,-1 0 0,1 0 0,0 0 0,-1 0 0,1 0 0,0 0 0,0 0 0,-1 0 0,1 0 0,0 0 0,-1 0 0,1 0 0,0 0 0,0 0 0,-1 0 0,1 0 0,0 1 0,0-1 0,-1 0 0,1 0 0,0 0 0,0 0 0,-1 1 0,1-1 0,0 0 0,0 0 0,0 0 0,-1 1 0,1-1 0,0 0 0,0 0 0,0 1 0,0-1 0,0 0 0,0 0 0,0 1 0,-1-1 0,1 0 0,0 1 0,0-1 0,0 0 0,0 0 0,0 1 0,0-1 0,0 0 0,0 1 0,1-1 0,-1 0 0,0 0 0,0 1 0,0-1 0,0 0 0,0 1 0,0-1 0,1 0 0,4 28 0,-3-24 0,17 71 0,-4-20 0,-2 0 0,7 70 0,-15-20-1365,-5-59-5461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04.964"/>
    </inkml:context>
    <inkml:brush xml:id="br0">
      <inkml:brushProperty name="width" value="0.05" units="cm"/>
      <inkml:brushProperty name="height" value="0.05" units="cm"/>
    </inkml:brush>
  </inkml:definitions>
  <inkml:trace contextRef="#ctx0" brushRef="#br0">350 233 24575,'-1'-8'0,"0"-1"0,0 1 0,-1-1 0,-1 1 0,1 0 0,-1 0 0,0 0 0,-1 0 0,0 0 0,0 1 0,-1 0 0,0 0 0,0 0 0,-1 0 0,-10-10 0,4 6 0,0 0 0,-1 1 0,0 1 0,-1 0 0,0 0 0,0 1 0,-22-8 0,32 15 0,1-1 0,-1 1 0,0-1 0,0 1 0,0 1 0,0-1 0,0 0 0,0 1 0,0 0 0,0 0 0,0 0 0,0 1 0,0-1 0,0 1 0,0 0 0,0 0 0,1 0 0,-1 1 0,0-1 0,0 1 0,1 0 0,-1 0 0,1 0 0,0 0 0,0 1 0,0 0 0,0-1 0,0 1 0,0 0 0,0 0 0,1 0 0,0 1 0,0-1 0,-4 7 0,1 3 0,-1-1 0,2 1 0,0 0 0,0 0 0,1 0 0,1 1 0,0-1 0,1 1 0,0 0 0,1-1 0,1 1 0,0-1 0,1 1 0,3 13 0,-3-17 0,1 1 0,1 0 0,-1-1 0,1 0 0,1 0 0,0 0 0,1 0 0,0-1 0,0 0 0,1 0 0,0-1 0,0 0 0,1 0 0,0-1 0,0 1 0,1-2 0,17 11 0,-23-15 0,1 0 0,-1-1 0,1 1 0,0-1 0,-1 0 0,1 0 0,0 0 0,0-1 0,0 1 0,0-1 0,0 0 0,0 0 0,0 0 0,0 0 0,-1-1 0,1 0 0,4-1 0,-3 0 0,0 0 0,-1 0 0,1-1 0,-1 0 0,1 0 0,-1 0 0,0 0 0,0-1 0,0 1 0,-1-1 0,5-6 0,1-4 0,0 1 0,-1-2 0,-1 1 0,0-1 0,-1-1 0,-1 1 0,4-19 0,-8 33 0,4-24 0,4-28 0,-8 47 0,-1 1 0,1-1 0,-1 1 0,0-1 0,-1 0 0,1 1 0,-1-1 0,0 1 0,-1-1 0,1 1 0,-5-9 0,6 13 0,-1 0 0,1 1 0,0-1 0,0 1 0,-1-1 0,1 1 0,-1-1 0,1 1 0,0-1 0,-1 1 0,1-1 0,-1 1 0,1 0 0,-1-1 0,1 1 0,-1 0 0,1-1 0,-1 1 0,0 0 0,1 0 0,-1 0 0,1-1 0,-1 1 0,0 0 0,1 0 0,-1 0 0,1 0 0,-1 0 0,0 0 0,0 0 0,0 1 0,-1 0 0,1-1 0,0 1 0,0 0 0,-1 0 0,1 0 0,0 0 0,0 0 0,0 0 0,0 0 0,0 0 0,-1 2 0,-2 2 0,1 1 0,0-1 0,0 1 0,-4 11 0,3-3 0,2 1 0,-1-1 0,2 1 0,0 0 0,1-1 0,0 1 0,1 0 0,0-1 0,7 24 0,-7-32 0,1 0 0,0 0 0,1 0 0,-1-1 0,1 1 0,0-1 0,1 1 0,-1-1 0,1 0 0,0 0 0,5 4 0,-6-6 0,1-1 0,-1 1 0,1-1 0,0 0 0,0 0 0,0 0 0,0 0 0,0-1 0,0 1 0,0-1 0,1 0 0,-1-1 0,0 1 0,1-1 0,-1 0 0,1 0 0,5 0 0,2-2 0,0-1 0,0 0 0,0 0 0,-1-1 0,1-1 0,-1 0 0,0 0 0,-1-1 0,1-1 0,-1 0 0,0 0 0,0-1 0,-1 0 0,0 0 0,-1-1 0,13-18 0,-8 9 0,0 0 0,-2 0 0,0-1 0,-1-1 0,-1 0 0,-1 0 0,-1-1 0,7-34 0,-13 49 0,0 0 0,-1 1 0,1-1 0,-1 0 0,-1 0 0,1 1 0,-1-1 0,0 0 0,0 1 0,-3-7 0,3 10 0,1 0 0,-1 0 0,0 0 0,0 0 0,0 1 0,0-1 0,0 0 0,-1 1 0,1-1 0,0 1 0,-1-1 0,1 1 0,-1 0 0,1 0 0,-1-1 0,0 1 0,0 0 0,1 0 0,-1 1 0,0-1 0,0 0 0,0 1 0,0-1 0,0 1 0,0 0 0,0-1 0,0 1 0,0 0 0,0 0 0,0 0 0,0 1 0,-2-1 0,-2 2 0,0-1 0,0 1 0,0 0 0,0 0 0,1 0 0,-1 1 0,1 0 0,0 0 0,0 1 0,0-1 0,0 1 0,1 0 0,-1 0 0,1 1 0,-4 4 0,6-6 0,1-1 0,-1 0 0,1 1 0,-1-1 0,1 1 0,0-1 0,0 1 0,0-1 0,1 1 0,-1 0 0,1-1 0,-1 1 0,1 0 0,0 0 0,0-1 0,0 1 0,0 0 0,0 0 0,1-1 0,0 1 0,-1 0 0,1-1 0,0 1 0,0-1 0,0 1 0,0-1 0,1 1 0,-1-1 0,1 0 0,-1 1 0,1-1 0,0 0 0,0 0 0,4 3 0,11 8 0,1-1 0,0 0 0,1-2 0,0 0 0,33 12 0,24 12 0,-64-27 0,44 25 0,-52-30 0,0 1 0,1 1 0,-1-1 0,-1 1 0,1 0 0,0-1 0,-1 2 0,0-1 0,4 6 0,-6-8 0,-1-1 0,1 1 0,-1-1 0,0 1 0,1 0 0,-1-1 0,0 1 0,0 0 0,0-1 0,0 1 0,0 0 0,0-1 0,0 1 0,-1 0 0,1-1 0,-1 1 0,1-1 0,-1 1 0,1-1 0,-1 1 0,0-1 0,0 1 0,0-1 0,0 0 0,0 1 0,0-1 0,0 0 0,0 0 0,-1 0 0,1 0 0,0 0 0,-1 0 0,-2 2 0,-3 1 0,-1 0 0,0 0 0,1-1 0,-2 1 0,-8 1 0,9-3 0,0 0 0,-1-1 0,1 1 0,-1-2 0,1 1 0,0-1 0,-1-1 0,1 0 0,-13-2 0,18 2 0,0 1 0,-1-1 0,1-1 0,0 1 0,-1 0 0,1-1 0,0 0 0,0 0 0,0 1 0,0-2 0,1 1 0,-1 0 0,0-1 0,1 1 0,0-1 0,-1 0 0,1 1 0,0-1 0,1 0 0,-1-1 0,0 1 0,1 0 0,0 0 0,0-1 0,-1-4 0,0-24-1365,7 0-5461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05.244"/>
    </inkml:context>
    <inkml:brush xml:id="br0">
      <inkml:brushProperty name="width" value="0.05" units="cm"/>
      <inkml:brushProperty name="height" value="0.05" units="cm"/>
    </inkml:brush>
  </inkml:definitions>
  <inkml:trace contextRef="#ctx0" brushRef="#br0">98 48 24575,'28'-16'0,"-27"15"0,1 0 0,-1 0 0,0 0 0,1-1 0,-1 1 0,0 0 0,0 0 0,0-1 0,0 1 0,0-1 0,0 1 0,0-1 0,0 1 0,-1-1 0,2-2 0,-2 4 0,0-1 0,0 1 0,0 0 0,0 0 0,0-1 0,0 1 0,0 0 0,0-1 0,0 1 0,0 0 0,-1 0 0,1-1 0,0 1 0,0 0 0,0 0 0,0-1 0,0 1 0,-1 0 0,1 0 0,0-1 0,0 1 0,0 0 0,-1 0 0,1 0 0,0 0 0,0-1 0,-1 1 0,1 0 0,0 0 0,0 0 0,-1 0 0,1 0 0,0 0 0,-1 0 0,-13 0 0,-14 7 0,21-4 0,0 0 0,0 0 0,0 1 0,0 0 0,0 0 0,1 0 0,0 1 0,0 0 0,0 1 0,-5 6 0,9-10 0,0 1 0,0 0 0,0 0 0,0 0 0,1 0 0,-1 0 0,1 0 0,0 0 0,0 0 0,0 1 0,1-1 0,-1 0 0,1 1 0,0-1 0,0 0 0,0 1 0,0-1 0,0 1 0,1-1 0,-1 0 0,1 1 0,0-1 0,0 0 0,0 0 0,3 5 0,7 11 0,2-1 0,0 0 0,0-1 0,2 0 0,23 20 0,-14-13 0,24 31 0,-40-45 0,-2 0 0,1 0 0,-1 0 0,-1 1 0,0 0 0,6 18 0,-10-26 0,-1-1 0,1 0 0,0 1 0,-1-1 0,0 1 0,1-1 0,-1 0 0,0 1 0,0-1 0,0 1 0,-1-1 0,1 0 0,-1 1 0,1-1 0,-1 1 0,0-1 0,0 0 0,0 0 0,0 0 0,0 1 0,0-1 0,-1 0 0,1 0 0,-1 0 0,1-1 0,-1 1 0,0 0 0,1-1 0,-1 1 0,0-1 0,0 1 0,0-1 0,-1 0 0,1 0 0,0 0 0,0 0 0,-1 0 0,-3 0 0,5 0-54,-1-1-1,0 0 0,0 0 1,0 0-1,0 0 1,0 0-1,0 0 0,0 0 1,0-1-1,0 1 1,1-1-1,-1 1 0,0-1 1,0 0-1,0 0 0,1 1 1,-1-1-1,1-1 1,-1 1-1,0 0 0,1 0 1,0 0-1,-1-1 1,0-1-1,-12-12-6771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05.433"/>
    </inkml:context>
    <inkml:brush xml:id="br0">
      <inkml:brushProperty name="width" value="0.05" units="cm"/>
      <inkml:brushProperty name="height" value="0.05" units="cm"/>
    </inkml:brush>
  </inkml:definitions>
  <inkml:trace contextRef="#ctx0" brushRef="#br0">2 0 24575,'3'0'0,"4"0"0,1 3 0,-2 4 0,0 4 0,-6 3 0,-2 2 0,0 1 0,-4 4 0,0 2 0,0-1 0,2 2 0,1 0 0,2-1 0,0-4-8191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05.586"/>
    </inkml:context>
    <inkml:brush xml:id="br0">
      <inkml:brushProperty name="width" value="0.05" units="cm"/>
      <inkml:brushProperty name="height" value="0.05" units="cm"/>
    </inkml:brush>
  </inkml:definitions>
  <inkml:trace contextRef="#ctx0" brushRef="#br0">21 45 24575,'0'-3'0,"-3"-4"0,-1-4 0,-3-3 0,0 4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05.930"/>
    </inkml:context>
    <inkml:brush xml:id="br0">
      <inkml:brushProperty name="width" value="0.05" units="cm"/>
      <inkml:brushProperty name="height" value="0.05" units="cm"/>
    </inkml:brush>
  </inkml:definitions>
  <inkml:trace contextRef="#ctx0" brushRef="#br0">317 67 24575,'-7'-7'0,"-1"-1"0,0 1 0,-1 1 0,1 0 0,-1 0 0,0 0 0,-12-4 0,15 8 0,0 0 0,0 0 0,0 1 0,0-1 0,-1 1 0,1 1 0,0-1 0,-1 1 0,1 1 0,0-1 0,-1 1 0,1 0 0,-8 2 0,6-1 0,0 1 0,1 0 0,-1 0 0,0 1 0,1 0 0,0 0 0,0 1 0,0-1 0,1 2 0,-1-1 0,1 1 0,1 0 0,-1 0 0,1 1 0,0-1 0,0 1 0,1 0 0,0 0 0,0 1 0,1 0 0,0-1 0,0 1 0,0 0 0,1 0 0,1 0 0,-1 1 0,1-1 0,1 0 0,0 1 0,0-1 0,0 0 0,1 0 0,0 1 0,1-1 0,0 0 0,0 0 0,1 0 0,0 0 0,0-1 0,1 1 0,0-1 0,0 0 0,6 8 0,-1-5 0,1 0 0,1 0 0,0 0 0,0-2 0,1 1 0,0-1 0,0-1 0,1 0 0,0-1 0,0-1 0,0 0 0,1 0 0,0-1 0,0-1 0,19 2 0,-19-3 0,-1-1 0,1 0 0,-1-1 0,1-1 0,-1 0 0,1-1 0,-1 0 0,0-1 0,0 0 0,0-1 0,0-1 0,-1 0 0,1-1 0,-1 0 0,-1-1 0,16-11 0,-25 17-97,0-1-1,-1 1 1,1-1-1,-1 1 1,1-1-1,-1 0 1,1 1-1,-1-1 1,0 0-1,0 0 1,0 0-1,0 0 0,1-3 1,-2-5-6729</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06.843"/>
    </inkml:context>
    <inkml:brush xml:id="br0">
      <inkml:brushProperty name="width" value="0.05" units="cm"/>
      <inkml:brushProperty name="height" value="0.05" units="cm"/>
    </inkml:brush>
  </inkml:definitions>
  <inkml:trace contextRef="#ctx0" brushRef="#br0">87 179 24575,'-7'1'0,"1"0"0,-1 0 0,1 0 0,-11 5 0,12-5 0,1 1 0,0-1 0,-1 0 0,0 0 0,1 0 0,-1-1 0,-6 1 0,27 0 0,0-1 0,0 0 0,25-4 0,2 0 0,514-35-1531,286-17-1294,523 0-817,-455 27 4520,-745 24-109,-124 3 332,-24 0-76,0 1-1,33 3 1,-86 12 896,7-7-3082,1-1-5614</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07.711"/>
    </inkml:context>
    <inkml:brush xml:id="br0">
      <inkml:brushProperty name="width" value="0.05" units="cm"/>
      <inkml:brushProperty name="height" value="0.05" units="cm"/>
    </inkml:brush>
  </inkml:definitions>
  <inkml:trace contextRef="#ctx0" brushRef="#br0">23 54 24575,'-4'0'0,"-11"0"0,11 1 0,9 1 0,16 3 0,1-2 0,0 0 0,0-1 0,39-3 0,-24 1 0,662-20-2337,-304 5 838,1440-14-3029,-1673 27 4309,627-1 1375,-721 4-1920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07.945"/>
    </inkml:context>
    <inkml:brush xml:id="br0">
      <inkml:brushProperty name="width" value="0.05" units="cm"/>
      <inkml:brushProperty name="height" value="0.05" units="cm"/>
    </inkml:brush>
  </inkml:definitions>
  <inkml:trace contextRef="#ctx0" brushRef="#br0">0 46 24575,'5'-5'0,"1"1"0,0-1 0,0 1 0,0 0 0,0 1 0,0-1 0,1 1 0,0 0 0,-1 1 0,1 0 0,0 0 0,0 0 0,0 1 0,1 0 0,-1 0 0,0 1 0,0 0 0,1 0 0,-1 1 0,11 2 0,10 3 0,0 2 0,0 1 0,45 21 0,-71-29 0,22 9 0,1 2 0,-2 1 0,29 19 0,-46-28 0,0 0 0,-1 1 0,1-1 0,-1 1 0,0 1 0,-1-1 0,1 1 0,-1-1 0,0 1 0,0 0 0,-1 1 0,0-1 0,0 1 0,0-1 0,-1 1 0,0 0 0,2 11 0,-4-12-80,-1 1 0,1-1-1,-1 1 1,-1-1 0,1 0-1,-1 1 1,0-1 0,-1 0-1,0 0 1,1 0 0,-2-1 0,1 1-1,-1-1 1,0 1 0,0-1-1,-6 6 1,-20 20-6746</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08.586"/>
    </inkml:context>
    <inkml:brush xml:id="br0">
      <inkml:brushProperty name="width" value="0.05" units="cm"/>
      <inkml:brushProperty name="height" value="0.05" units="cm"/>
    </inkml:brush>
  </inkml:definitions>
  <inkml:trace contextRef="#ctx0" brushRef="#br0">131 599 24575,'2'-33'0,"1"0"0,2 0 0,1 1 0,12-37 0,-7 25 0,2-3 0,-3-1 0,-1 0 0,-3 0 0,0-55 0,-6 99 0,0-1 0,-1 1 0,0-1 0,0 1 0,0-1 0,0 1 0,-1 0 0,-2-7 0,3 10 0,1 0 0,-1 0 0,0 0 0,1 0 0,-1 1 0,0-1 0,1 0 0,-1 0 0,0 0 0,0 1 0,0-1 0,0 0 0,0 1 0,0-1 0,0 1 0,0-1 0,0 1 0,0-1 0,0 1 0,0 0 0,0 0 0,0-1 0,0 1 0,0 0 0,0 0 0,0 0 0,0 0 0,-1 0 0,1 0 0,0 1 0,0-1 0,0 0 0,0 0 0,0 1 0,0-1 0,0 1 0,0-1 0,0 1 0,0-1 0,-1 2 0,-3 2 0,-1 0 0,1 1 0,0-1 0,1 1 0,-1 0 0,1 1 0,0-1 0,0 1 0,-4 9 0,-25 59 0,18-33 0,3 1 0,1 0 0,-9 77 0,3 133 0,14 174 0,2-100 0,-1-275-1365,-2-12-5461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08.914"/>
    </inkml:context>
    <inkml:brush xml:id="br0">
      <inkml:brushProperty name="width" value="0.05" units="cm"/>
      <inkml:brushProperty name="height" value="0.05" units="cm"/>
    </inkml:brush>
  </inkml:definitions>
  <inkml:trace contextRef="#ctx0" brushRef="#br0">0 253 24575,'0'-3'0,"0"-1"0,1 1 0,-1-1 0,1 1 0,-1-1 0,1 1 0,0 0 0,1-1 0,-1 1 0,0 0 0,1 0 0,0 0 0,0 0 0,0 0 0,0 0 0,0 0 0,1 1 0,-1-1 0,1 1 0,-1 0 0,1 0 0,0 0 0,0 0 0,0 0 0,0 0 0,4-1 0,9-2 0,-1 0 0,1 0 0,0 2 0,24-3 0,-19 3 0,129-17 0,104-19 0,-243 37 0,0-1 0,0 0 0,0-1 0,12-5 0,-21 7 0,0 1 0,1 0 0,-1-1 0,0 1 0,0-1 0,0 0 0,0 0 0,0 0 0,0 0 0,2-3 0,-4 3 0,1 1 0,0 0 0,-1-1 0,1 1 0,-1-1 0,0 1 0,0 0 0,1-1 0,-1 1 0,0-1 0,0 1 0,0-1 0,0 1 0,-1-1 0,1 1 0,0 0 0,0-1 0,-1 1 0,1-1 0,-2-1 0,1 2 0,1-1 0,-1 1 0,1 0 0,-1 0 0,1 0 0,-1 0 0,0 1 0,0-1 0,1 0 0,-1 0 0,0 0 0,0 1 0,-1-2 0,1 2 0,1 0 0,0-1 0,-1 1 0,1 0 0,0 0 0,-1 0 0,1 0 0,-1 0 0,1 0 0,0 0 0,-1 0 0,1 0 0,-1 0 0,1 0 0,0 0 0,-1 1 0,1-1 0,0 0 0,-1 0 0,1 0 0,0 0 0,-1 1 0,1-1 0,0 0 0,-1 0 0,1 1 0,-1 0 0,-1 1 0,1-1 0,0 1 0,1-1 0,-1 1 0,0 0 0,0-1 0,1 1 0,-1 0 0,1 0 0,-1-1 0,1 1 0,0 0 0,0 0 0,0 2 0,15 149 339,-1-14-2043,-13-108-5122</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09.054"/>
    </inkml:context>
    <inkml:brush xml:id="br0">
      <inkml:brushProperty name="width" value="0.05" units="cm"/>
      <inkml:brushProperty name="height" value="0.05" units="cm"/>
    </inkml:brush>
  </inkml:definitions>
  <inkml:trace contextRef="#ctx0" brushRef="#br0">65 11 24575,'0'-3'0,"-3"-1"0,-4 1 0,-4 3 0,-2 4 0,-3 6 0,1 0-8191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09.427"/>
    </inkml:context>
    <inkml:brush xml:id="br0">
      <inkml:brushProperty name="width" value="0.05" units="cm"/>
      <inkml:brushProperty name="height" value="0.05" units="cm"/>
    </inkml:brush>
  </inkml:definitions>
  <inkml:trace contextRef="#ctx0" brushRef="#br0">90 72 24575,'-3'0'0,"0"0"0,0 1 0,0-1 0,0 1 0,0-1 0,0 1 0,1 0 0,-1 0 0,0 0 0,0 1 0,1-1 0,-1 1 0,1-1 0,-1 1 0,-3 3 0,2-1 0,1 0 0,-1 0 0,1 1 0,0-1 0,1 0 0,-1 1 0,1 0 0,-3 7 0,2-3 0,0 0 0,1 0 0,0 0 0,1 1 0,0-1 0,0 0 0,1 1 0,0-1 0,3 17 0,-2-22 0,0-1 0,0 1 0,0 0 0,0-1 0,1 1 0,0-1 0,0 1 0,0-1 0,0 0 0,0 0 0,0 1 0,1-2 0,-1 1 0,1 0 0,0-1 0,0 1 0,0-1 0,0 0 0,1 0 0,-1 0 0,1 0 0,-1 0 0,1-1 0,-1 0 0,1 0 0,0 0 0,0 0 0,-1 0 0,1-1 0,0 0 0,0 0 0,0 0 0,0 0 0,7-2 0,-4 2 0,0-2 0,0 1 0,0-1 0,-1 0 0,1-1 0,-1 1 0,1-1 0,-1 0 0,0-1 0,0 0 0,0 0 0,-1 0 0,1-1 0,-1 1 0,0-1 0,0-1 0,-1 1 0,7-10 0,-7 7 0,-1 1 0,-1 0 0,1-1 0,-1 0 0,0 0 0,-1 0 0,0 0 0,0 0 0,-1 0 0,0 0 0,0 0 0,0 0 0,-1 0 0,-1 0 0,0 1 0,-4-14 0,4 15 0,0 0 0,0 1 0,-1-1 0,0 1 0,0-1 0,-1 1 0,1 0 0,-1 0 0,0 1 0,-1-1 0,1 1 0,-1 0 0,0 0 0,0 0 0,0 1 0,0-1 0,-1 1 0,1 0 0,-1 1 0,0 0 0,-11-3 0,2 4-1365,5 3-5461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09.813"/>
    </inkml:context>
    <inkml:brush xml:id="br0">
      <inkml:brushProperty name="width" value="0.05" units="cm"/>
      <inkml:brushProperty name="height" value="0.05" units="cm"/>
    </inkml:brush>
  </inkml:definitions>
  <inkml:trace contextRef="#ctx0" brushRef="#br0">1 73 24575,'0'-5'0,"0"0"0,0 0 0,0 1 0,1-1 0,0 0 0,0 0 0,0 0 0,3-6 0,-3 9 0,0 1 0,0-1 0,0 0 0,1 1 0,-1 0 0,0-1 0,1 1 0,-1 0 0,1 0 0,0 0 0,-1 0 0,1 0 0,0 0 0,0 0 0,-1 0 0,1 1 0,0-1 0,0 1 0,0-1 0,0 1 0,0 0 0,0 0 0,0 0 0,3 0 0,4 1 0,0 0 0,-1 0 0,1 1 0,0 0 0,-1 1 0,1 0 0,-1 0 0,0 1 0,0 0 0,0 1 0,11 7 0,-6-3 0,-1 1 0,-1 0 0,0 0 0,0 1 0,-1 1 0,9 12 0,-14-17 0,-1 0 0,0 1 0,-1-1 0,1 1 0,-1 0 0,-1 0 0,0 0 0,3 15 0,-5-21 0,0 0 0,1 0 0,-1 0 0,0 0 0,0 0 0,0 0 0,0 0 0,-1 0 0,1 1 0,-1-1 0,1-1 0,-1 1 0,0 0 0,1 0 0,-1 0 0,0 0 0,0 0 0,0-1 0,-1 1 0,1 0 0,0-1 0,-1 1 0,1-1 0,-1 1 0,1-1 0,-1 0 0,0 0 0,1 0 0,-1 0 0,0 0 0,0 0 0,0 0 0,0-1 0,0 1 0,0 0 0,0-1 0,0 0 0,0 1 0,0-1 0,-2 0 0,2 0 0,0 0 0,0 0 0,0-1 0,0 1 0,0 0 0,0-1 0,0 1 0,0-1 0,0 0 0,0 0 0,1 1 0,-1-1 0,0 0 0,1 0 0,-1-1 0,0 1 0,1 0 0,-1-1 0,1 1 0,0-1 0,0 1 0,-1-1 0,1 1 0,0-1 0,0 0 0,0 0 0,1 1 0,-1-1 0,0 0 0,1 0 0,-1-3 0,-1-2 0,1 0 0,0 1 0,0-1 0,1 0 0,0 1 0,0-1 0,1 0 0,1-7 0,1 3 0,0 0 0,1 0 0,1 1 0,-1-1 0,2 1 0,-1 0 0,1 1 0,15-18 0,-18 23 0,1 0 0,-1 0 0,1 0 0,0 0 0,1 0 0,-1 1 0,0 0 0,1 0 0,0 0 0,0 1 0,0-1 0,0 1 0,0 0 0,0 1 0,1-1 0,-1 1 0,0 0 0,1 0 0,-1 1 0,9 0 0,-10 1 0,0 0 0,0 0 0,1 1 0,-1 0 0,0 0 0,-1 0 0,1 0 0,0 1 0,-1-1 0,1 1 0,-1 0 0,0 0 0,0 0 0,0 1 0,0-1 0,0 1 0,-1 0 0,0-1 0,1 1 0,-2 0 0,4 7 0,3 10 0,-1-1 0,8 42 0,-15-60 0,14 61-1365,-9-39-5461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09.967"/>
    </inkml:context>
    <inkml:brush xml:id="br0">
      <inkml:brushProperty name="width" value="0.05" units="cm"/>
      <inkml:brushProperty name="height" value="0.05" units="cm"/>
    </inkml:brush>
  </inkml:definitions>
  <inkml:trace contextRef="#ctx0" brushRef="#br0">0 12 24575,'3'-6'0,"1"1"0,0 5 0,-1 4 0,-1 6 0,0 0-8191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15.384"/>
    </inkml:context>
    <inkml:brush xml:id="br0">
      <inkml:brushProperty name="width" value="0.05" units="cm"/>
      <inkml:brushProperty name="height" value="0.05" units="cm"/>
    </inkml:brush>
  </inkml:definitions>
  <inkml:trace contextRef="#ctx0" brushRef="#br0">132 166 24575,'0'-1'0,"0"0"0,0 0 0,0 0 0,0 0 0,-1 0 0,1 0 0,0 0 0,-1 0 0,1 0 0,-1 0 0,1 0 0,-1 0 0,1 0 0,-1 0 0,1 0 0,-1 0 0,0 1 0,0-1 0,1 0 0,-1 0 0,0 1 0,0-1 0,0 1 0,0-1 0,0 1 0,0-1 0,0 1 0,0-1 0,0 1 0,0 0 0,0 0 0,0-1 0,-2 1 0,2 0 0,-1 0 0,0 0 0,1 0 0,-1 0 0,1 0 0,-1 0 0,0 1 0,1-1 0,-1 0 0,1 1 0,-1-1 0,1 1 0,-1 0 0,1 0 0,0-1 0,-1 1 0,1 0 0,0 0 0,-1 0 0,1 0 0,0 0 0,-1 2 0,-5 11 0,0 1 0,1-1 0,1 1 0,1 0 0,0 0 0,-3 25 0,2-13 0,-19 152 0,20-136 0,4-23 0,1-20 0,-1 0 0,0 1 0,0-1 0,0 0 0,1 0 0,-1 0 0,0 0 0,0 0 0,0 0 0,1 0 0,-1 0 0,0 0 0,0 0 0,1 0 0,-1 0 0,0 0 0,0-1 0,0 1 0,1 0 0,-1 0 0,0 0 0,0 0 0,0 0 0,1 0 0,-1 0 0,0-1 0,0 1 0,0 0 0,0 0 0,0 0 0,1 0 0,-1-1 0,0 1 0,0 0 0,0 0 0,0 0 0,0-1 0,0 1 0,0 0 0,0 0 0,0-1 0,19-37 0,67-196 0,-13 29 0,-72 203 0,2-5 0,-1-1 0,1 1 0,1 0 0,-1 1 0,1-1 0,1 1 0,6-9 0,-11 15 0,0-1 0,1 1 0,-1-1 0,1 1 0,-1-1 0,1 1 0,-1 0 0,1-1 0,-1 1 0,1 0 0,-1-1 0,1 1 0,-1 0 0,1 0 0,-1 0 0,1-1 0,0 1 0,-1 0 0,1 0 0,-1 0 0,1 0 0,0 0 0,-1 0 0,1 0 0,-1 0 0,1 0 0,0 0 0,-1 1 0,1-1 0,-1 0 0,1 0 0,-1 0 0,1 1 0,-1-1 0,1 0 0,-1 1 0,1-1 0,-1 0 0,1 1 0,-1-1 0,1 1 0,-1-1 0,0 1 0,1-1 0,0 2 0,10 27 0,24 156 324,-8-42-2013,-17-95-5137</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16.134"/>
    </inkml:context>
    <inkml:brush xml:id="br0">
      <inkml:brushProperty name="width" value="0.05" units="cm"/>
      <inkml:brushProperty name="height" value="0.05" units="cm"/>
    </inkml:brush>
  </inkml:definitions>
  <inkml:trace contextRef="#ctx0" brushRef="#br0">0 285 24575,'0'-2'0,"0"1"0,1-1 0,-1 1 0,1-1 0,-1 0 0,1 1 0,0-1 0,-1 1 0,1 0 0,0-1 0,0 1 0,0-1 0,0 1 0,0 0 0,0 0 0,0 0 0,1 0 0,-1 0 0,0 0 0,1 0 0,-1 0 0,1 0 0,-1 0 0,1 1 0,-1-1 0,1 1 0,-1-1 0,1 1 0,0-1 0,-1 1 0,4 0 0,8-2 0,0 1 0,1 1 0,13 0 0,-11 1 0,103-7 0,-104 4 0,0-1 0,-1 0 0,1-1 0,-1 0 0,27-14 0,-39 17 0,0 0 0,0 0 0,0 0 0,0 0 0,1 1 0,-1-1 0,0 1 0,4-1 0,-6 1 0,1 0 0,-1 0 0,0 0 0,1 0 0,-1 1 0,1-1 0,-1 0 0,1 0 0,-1 1 0,0-1 0,1 0 0,-1 1 0,1-1 0,-1 0 0,0 1 0,0-1 0,1 1 0,-1-1 0,0 0 0,1 1 0,-1-1 0,0 1 0,0-1 0,0 1 0,0-1 0,0 1 0,1-1 0,-1 1 0,0-1 0,0 1 0,0-1 0,0 1 0,0-1 0,-1 1 0,1-1 0,0 1 0,0-1 0,0 1 0,0-1 0,-1 1 0,-13 81 0,-2 22 0,14-86 0,1-5 0,0-1 0,1 1 0,0 0 0,1-1 0,2 16 0,-3-28 0,0 1 0,0-1 0,0 1 0,0-1 0,0 1 0,1-1 0,-1 1 0,0-1 0,0 1 0,0-1 0,1 1 0,-1-1 0,0 0 0,0 1 0,1-1 0,-1 1 0,0-1 0,1 0 0,-1 1 0,1-1 0,-1 0 0,1 1 0,5-7 0,3-18 0,-2-17 0,-2 1 0,-1 0 0,-5-81 0,0 59 0,1-88 0,0 148 0,0 1 0,0-1 0,0 0 0,0 0 0,1 0 0,-1 0 0,1 0 0,-1 1 0,1-1 0,0 0 0,-1 1 0,1-1 0,0 0 0,0 1 0,0-1 0,1 1 0,-1-1 0,2-1 0,-2 2 0,1 1 0,-1-1 0,0 1 0,1-1 0,-1 1 0,1 0 0,-1-1 0,1 1 0,-1 0 0,1 0 0,-1 0 0,1 0 0,-1 0 0,1 0 0,-1 1 0,1-1 0,-1 0 0,1 1 0,-1-1 0,0 1 0,1-1 0,-1 1 0,2 1 0,16 9 0,-1 0 0,-1 1 0,0 1 0,0 1 0,-2 0 0,0 2 0,25 31 0,-38-45 0,0 0 0,0 0 0,-1 1 0,1-1 0,-1 1 0,0-1 0,0 1 0,0 0 0,0-1 0,0 1 0,0 0 0,-1 0 0,1-1 0,-1 1 0,0 0 0,0 0 0,0 0 0,0 0 0,0 0 0,-1-1 0,0 1 0,1 0 0,-1 0 0,0-1 0,0 1 0,0 0 0,-1-1 0,1 1 0,0-1 0,-1 0 0,0 1 0,0-1 0,1 0 0,-1 0 0,-1 0 0,1 0 0,0 0 0,0-1 0,-1 1 0,1-1 0,-4 2 0,-20 11 0,0-1 0,0-1 0,-51 15 0,89-29 0,0 0 0,1 1 0,-1 0 0,0 0 0,0 2 0,1-1 0,14 4 0,-19-3 0,0 0 0,0 1 0,0 0 0,0 1 0,0 0 0,0 0 0,-1 0 0,1 1 0,-1 0 0,0 1 0,-1-1 0,1 2 0,-1-1 0,8 9 0,-12-13 0,-1 0 0,0 1 0,0 0 0,0-1 0,0 1 0,0 0 0,-1-1 0,1 1 0,0 0 0,-1 0 0,1 0 0,-1 0 0,0-1 0,0 1 0,1 0 0,-1 0 0,0 0 0,-1 0 0,1 0 0,-1 2 0,0-1 0,0 0 0,0 0 0,-1 0 0,1 1 0,-1-2 0,0 1 0,0 0 0,0 0 0,0-1 0,-4 5 0,-3 0 0,1 0 0,-2 0 0,1-1 0,0 0 0,-1-1 0,-11 5 0,9-6 69,0 0-1,-1 0 0,1-1 0,-16 2 1,22-4-225,0 0 1,0-1 0,0 0 0,0 0 0,0-1 0,0 0 0,0 0-1,0 0 1,0-1 0,-10-4 0,-5-6-6671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16.541"/>
    </inkml:context>
    <inkml:brush xml:id="br0">
      <inkml:brushProperty name="width" value="0.05" units="cm"/>
      <inkml:brushProperty name="height" value="0.05" units="cm"/>
    </inkml:brush>
  </inkml:definitions>
  <inkml:trace contextRef="#ctx0" brushRef="#br0">0 45 24575,'2'1'0,"0"-1"0,-1 1 0,1-1 0,0 1 0,-1 0 0,1 0 0,0-1 0,-1 1 0,1 1 0,-1-1 0,1 0 0,-1 0 0,0 0 0,1 1 0,-1-1 0,0 1 0,0-1 0,0 1 0,0-1 0,0 1 0,-1 0 0,1-1 0,0 3 0,3 5 0,-1 0 0,0 0 0,2 10 0,-1 11 0,-1-1 0,-1 34 0,3 27 0,-2-52 0,-2-24 0,0-1 0,0 0 0,1 0 0,8 23 0,-6-30 0,0-14 0,-2-14 0,-2-95 0,-2 75 0,2 1 0,2 0 0,2-1 0,10-45 0,-12 79 0,0 1 0,1 0 0,0 0 0,0 0 0,6-9 0,-8 15 0,-1 0 0,1 0 0,0 0 0,0 0 0,-1 0 0,1 0 0,0 1 0,0-1 0,0 0 0,0 1 0,0-1 0,0 0 0,0 1 0,0-1 0,0 1 0,0 0 0,0-1 0,2 1 0,-2 0 0,0 0 0,0 0 0,0 1 0,0-1 0,0 1 0,0-1 0,0 1 0,0-1 0,0 1 0,0-1 0,0 1 0,0 0 0,0 0 0,0-1 0,-1 1 0,1 0 0,0 0 0,0 0 0,-1 0 0,1 0 0,-1 0 0,2 2 0,6 16 0,0 1 0,-1 0 0,-1 0 0,-1 1 0,-1-1 0,2 24 0,-1-8 0,24 201-1365,-27-209-5461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17.084"/>
    </inkml:context>
    <inkml:brush xml:id="br0">
      <inkml:brushProperty name="width" value="0.05" units="cm"/>
      <inkml:brushProperty name="height" value="0.05" units="cm"/>
    </inkml:brush>
  </inkml:definitions>
  <inkml:trace contextRef="#ctx0" brushRef="#br0">0 367 24575,'0'-1'0,"0"1"0,1-1 0,-1 1 0,0-1 0,0 0 0,1 1 0,-1-1 0,1 1 0,-1-1 0,0 1 0,1-1 0,-1 1 0,1-1 0,-1 1 0,1-1 0,-1 1 0,1 0 0,0-1 0,-1 1 0,1 0 0,-1-1 0,1 1 0,0 0 0,-1 0 0,1 0 0,0-1 0,1 1 0,22-3 0,-20 3 0,126-7 0,82-9 0,-203 15 0,-1-1 0,1 1 0,14-6 0,-22 6 0,0 1 0,0-1 0,1 1 0,-1-1 0,0 0 0,0 0 0,0 1 0,0-1 0,0 0 0,0 0 0,0 0 0,0 0 0,0 0 0,1-2 0,-2 2 0,0 1 0,0-1 0,0 0 0,0 0 0,0 0 0,0 0 0,0 1 0,0-1 0,0 0 0,0 0 0,0 0 0,0 0 0,-1 1 0,1-1 0,0 0 0,0 0 0,-1 1 0,1-1 0,-1 0 0,1 0 0,-1 1 0,1-1 0,-1 0 0,1 1 0,-2-2 0,2 2 0,-1-1 0,1 1 0,-1-1 0,1 0 0,-1 1 0,1-1 0,-1 1 0,1 0 0,-1-1 0,1 1 0,-1-1 0,0 1 0,1 0 0,-1-1 0,0 1 0,1 0 0,-1 0 0,0 0 0,1-1 0,-1 1 0,0 0 0,0 0 0,1 0 0,-1 0 0,0 0 0,1 0 0,-1 0 0,-1 1 0,1-1 0,0 1 0,0 0 0,0 0 0,0 0 0,1 0 0,-1 0 0,0 0 0,0 0 0,1 0 0,-1 0 0,0 0 0,1 0 0,-1 0 0,0 2 0,-1 5 0,0 0 0,1-1 0,-2 16 0,2 8 0,1-1 0,2 1 0,1-1 0,1 1 0,17 58 0,-21-87 0,1-1 0,-1 0 0,0 1 0,1-1 0,-1 0 0,1 0 0,0 0 0,-1 1 0,1-1 0,0 0 0,0 0 0,0 0 0,-1 0 0,1 0 0,0 0 0,0 0 0,3 1 0,-4-2 0,0 0 0,1 0 0,-1 0 0,0 0 0,0 0 0,1 0 0,-1 0 0,0 0 0,0 0 0,1 0 0,-1 0 0,0-1 0,0 1 0,1 0 0,-1 0 0,0 0 0,0 0 0,0 0 0,1-1 0,-1 1 0,0 0 0,0 0 0,0 0 0,0-1 0,0 1 0,1 0 0,-1 0 0,0 0 0,0-1 0,0 1 0,0 0 0,3-18 0,-4-13 0,-2 1 0,-7-32 0,-1-16 0,2-82 0,9 137 0,2 0 0,0-1 0,1 1 0,12-41 0,-13 59 0,-1 1 0,1-1 0,0 1 0,0 0 0,0-1 0,1 1 0,0 0 0,-1 0 0,2 1 0,-1-1 0,4-3 0,-6 6 0,1 0 0,-1 0 0,1 0 0,0 0 0,-1 1 0,1-1 0,0 0 0,0 1 0,-1-1 0,1 1 0,0 0 0,0 0 0,0-1 0,0 1 0,-1 1 0,1-1 0,0 0 0,0 0 0,0 1 0,0-1 0,-1 1 0,1-1 0,0 1 0,0 0 0,-1-1 0,1 1 0,-1 0 0,1 0 0,0 0 0,2 3 0,4 3 0,0 0 0,-1 1 0,0-1 0,0 1 0,0 1 0,-1-1 0,0 1 0,-1 1 0,0-1 0,0 1 0,-1-1 0,-1 1 0,1 0 0,-2 1 0,4 17 0,-5-20 0,0 0 0,-1 0 0,1 0 0,-2 0 0,1 0 0,-1 0 0,0 0 0,-1 0 0,0 0 0,0-1 0,-1 1 0,0-1 0,0 1 0,-1-1 0,1 0 0,-2 0 0,1-1 0,-1 1 0,0-1 0,0 0 0,-8 7 0,5-7-273,0-1 0,0 1 0,0-1 0,-13 5 0,-3 0-6553</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18.530"/>
    </inkml:context>
    <inkml:brush xml:id="br0">
      <inkml:brushProperty name="width" value="0.05" units="cm"/>
      <inkml:brushProperty name="height" value="0.05" units="cm"/>
    </inkml:brush>
  </inkml:definitions>
  <inkml:trace contextRef="#ctx0" brushRef="#br0">36 180 24575,'-11'-1'0,"10"1"0,1 0 0,-1 0 0,0-1 0,1 1 0,-1 0 0,0 0 0,0 0 0,1 0 0,-1 0 0,0 0 0,0 0 0,1 0 0,-1 0 0,0 0 0,0 0 0,1 0 0,-1 1 0,0-1 0,1 0 0,-1 1 0,0-1 0,1 0 0,-1 1 0,0-1 0,1 1 0,-1-1 0,1 1 0,-1-1 0,1 1 0,-1-1 0,1 1 0,-1-1 0,1 1 0,0 0 0,-1-1 0,1 1 0,0 0 0,0-1 0,-1 1 0,1 0 0,0 0 0,0-1 0,0 1 0,0 0 0,0 0 0,0-1 0,0 1 0,0 0 0,0 0 0,0-1 0,1 2 0,0 23 0,5 30 0,1 8 0,-4 128 0,-3-246 0,1-238 0,-1 276 0,1 0 0,1-1 0,0 1 0,2 1 0,5-20 0,-7 31 0,0 1 0,0-1 0,0 1 0,0 0 0,1 0 0,0 0 0,0 0 0,0 0 0,7-6 0,-7 8 0,-1 0 0,1 0 0,0 1 0,0-1 0,0 1 0,0-1 0,0 1 0,0 0 0,0 0 0,1 1 0,-1-1 0,0 1 0,0-1 0,1 1 0,-1 0 0,4 1 0,0 0 0,-1 0 0,0 1 0,1 0 0,-1 0 0,0 0 0,0 1 0,0 0 0,-1 0 0,1 0 0,-1 1 0,0 0 0,0 0 0,0 0 0,0 1 0,-1 0 0,1 0 0,-1 0 0,-1 0 0,1 1 0,5 9 0,-6-8 0,1 1 0,-1-1 0,0 0 0,-1 1 0,1 0 0,-2-1 0,1 1 0,-1 0 0,0 0 0,-1 0 0,1 0 0,-2 0 0,1 0 0,-1 0 0,0 0 0,-4 12 0,0-8 0,0-1 0,0 0 0,-1 0 0,-1 0 0,-8 10 0,11-16 0,1 0 0,-1-1 0,0 0 0,-1 0 0,1 0 0,-1 0 0,1-1 0,-1 0 0,0 0 0,-1 0 0,1 0 0,-11 3 0,15-6 0,0 0 0,0 1 0,0-1 0,-1 0 0,1 0 0,0 0 0,0 0 0,0 0 0,0 0 0,-1 0 0,1 0 0,0 0 0,0 0 0,0-1 0,0 1 0,-1 0 0,1-1 0,-1 0 0,1 0 0,0 0 0,1 1 0,-1-1 0,1 0 0,-1 1 0,1-1 0,-1 0 0,1 0 0,0 1 0,-1-1 0,1 0 0,0 0 0,0 0 0,-1 0 0,1 0 0,0 1 0,0-1 0,0 0 0,0-1 0,1-2 0,-1 0 0,1 0 0,0 1 0,0-1 0,0 0 0,0 1 0,1-1 0,-1 1 0,5-7 0,2-3 0,2 0 0,0 1 0,0 0 0,1 0 0,1 1 0,0 0 0,0 1 0,1 1 0,0 0 0,1 1 0,0 0 0,0 1 0,1 0 0,0 2 0,0-1 0,0 2 0,1 0 0,-1 1 0,1 1 0,0 0 0,24 0 0,-9 0 0,-27 1 0,1 0 0,0 1 0,0-1 0,0 1 0,5 1 0,-9-1 0,-1 0 0,1 1 0,0-1 0,0 1 0,-1-1 0,1 1 0,0-1 0,-1 1 0,1-1 0,0 1 0,-1 0 0,1-1 0,-1 1 0,1 0 0,-1-1 0,1 1 0,-1 0 0,0 0 0,1-1 0,-1 1 0,0 0 0,0 0 0,1 0 0,-1 0 0,0 0 0,0-1 0,0 1 0,0 0 0,0 0 0,0 0 0,0 0 0,-1-1 0,1 3 0,-7 28 0,7-30 0,-6 17 0,2 1 0,0 0 0,1 1 0,1-1 0,0 24 0,2-55 0,1 0 0,1 1 0,0-1 0,0 1 0,1-1 0,0 1 0,1 0 0,1 0 0,0 1 0,8-14 0,-11 19 0,1 0 0,1 0 0,-1 0 0,1 1 0,0-1 0,0 1 0,0 0 0,1 0 0,-1 1 0,1-1 0,0 1 0,0 0 0,0 0 0,0 0 0,1 1 0,-1 0 0,1 0 0,-1 0 0,1 1 0,0 0 0,0 0 0,0 0 0,9 1 0,2 2 0,-1 1 0,1 1 0,-1 0 0,0 2 0,16 6 0,18 7 0,-45-19 0,0 1 0,0-1 0,0 0 0,-1 0 0,1-1 0,0 1 0,0-1 0,-1 0 0,1 0 0,-1-1 0,1 1 0,-1-1 0,1 0 0,-1-1 0,0 1 0,0 0 0,0-1 0,0 0 0,0 0 0,-1 0 0,1-1 0,-1 1 0,5-8 0,-7 10 0,-1 1 0,1-1 0,-1 0 0,0 0 0,1 1 0,-1-1 0,1 0 0,-1 0 0,0 0 0,0 1 0,0-1 0,1 0 0,-1 0 0,0 0 0,0 0 0,0 1 0,0-1 0,0 0 0,0 0 0,-1 0 0,1 0 0,0 1 0,-1-3 0,0 3 0,1-1 0,-1 1 0,0-1 0,1 1 0,-1-1 0,0 1 0,1-1 0,-1 1 0,0 0 0,0 0 0,0-1 0,1 1 0,-1 0 0,0 0 0,0 0 0,0 0 0,0 0 0,0 0 0,0 0 0,-3 0 0,0 0 0,0 1 0,0 0 0,1 0 0,-1 0 0,0 0 0,1 0 0,-1 1 0,-4 2 0,4-1 0,1 0 0,-1 0 0,1 0 0,0 0 0,0 1 0,0-1 0,1 1 0,-1 0 0,1-1 0,0 1 0,0 0 0,0 1 0,0-1 0,1 0 0,0 0 0,0 1 0,-1 7 0,1-8 0,1-1 0,1 0 0,-1 1 0,0-1 0,1 0 0,0 1 0,0-1 0,0 0 0,0 0 0,0 1 0,0-1 0,1 0 0,0 0 0,-1 0 0,1-1 0,0 1 0,1 0 0,-1-1 0,0 0 0,1 1 0,-1-1 0,1 0 0,0 0 0,3 2 0,9 3 0,1 0 0,0-1 0,0 0 0,1-2 0,-1 0 0,1 0 0,34 1 0,-45-4 0,-5-1 0,0 0 0,0 0 0,0 0 0,0 0 0,0 1 0,0-1 0,0 0 0,0 1 0,-1-1 0,1 1 0,0-1 0,0 1 0,0-1 0,0 1 0,-1 0 0,1-1 0,0 1 0,-1 0 0,1 0 0,-1 0 0,1-1 0,0 1 0,-1 0 0,0 0 0,1 0 0,-1 0 0,0 0 0,1 0 0,-1 0 0,0 0 0,0 0 0,0 0 0,0 0 0,0 0 0,0 0 0,0 0 0,0 0 0,0 0 0,0 0 0,0 0 0,-1-1 0,0 3 0,-1 6 0,-1 1 0,-1-1 0,-7 15 0,3-7 0,-18 53 0,-48 120 0,72-186 0,0 0 0,0 0 0,0-1 0,0 1 0,-1-1 0,1 1 0,-6 4 0,7-7 0,1-1 0,-1 0 0,1 1 0,-1-1 0,0 1 0,1-1 0,-1 0 0,0 1 0,0-1 0,1 0 0,-1 0 0,0 1 0,0-1 0,1 0 0,-1 0 0,0 0 0,0 0 0,1 0 0,-1 0 0,0 0 0,0 0 0,0 0 0,1-1 0,-1 1 0,0 0 0,1 0 0,-1-1 0,0 1 0,0 0 0,1-1 0,-1 1 0,1-1 0,-1 1 0,0-1 0,1 1 0,-1-1 0,1 1 0,-1-1 0,1 0 0,-1 1 0,1-1 0,0 0 0,-1 1 0,1-1 0,0 0 0,-1 0 0,1 1 0,0-2 0,-2-3 0,0 0 0,1 0 0,-1 0 0,1 0 0,1-1 0,-1 1 0,1 0 0,-1-1 0,2 1 0,-1 0 0,0 0 0,1-1 0,2-6 0,1-4 0,1 1 0,0 0 0,9-17 0,-6 15 0,2 1 0,-1 0 0,2 1 0,0 0 0,1 0 0,0 2 0,20-18 0,-25 25 0,0 0 0,1 0 0,0 1 0,0 0 0,0 0 0,1 1 0,-1 0 0,1 1 0,0-1 0,0 2 0,0-1 0,1 1 0,-1 1 0,0 0 0,1 0 0,10 1 0,-16 0-65,-1 0 0,1 1 0,-1 0 0,0 0 0,1-1 0,-1 2 0,0-1 0,0 0 0,0 1 0,0 0 0,0-1 0,0 1 0,0 0 0,-1 0 0,1 1 0,-1-1 0,1 1 0,-1-1 0,0 1 0,3 4 0,4 12-6761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19.185"/>
    </inkml:context>
    <inkml:brush xml:id="br0">
      <inkml:brushProperty name="width" value="0.05" units="cm"/>
      <inkml:brushProperty name="height" value="0.05" units="cm"/>
    </inkml:brush>
  </inkml:definitions>
  <inkml:trace contextRef="#ctx0" brushRef="#br0">48 37 24575,'-23'-9'0,"22"8"0,-1 0 0,1 1 0,-1-1 0,0 0 0,1 0 0,-1 1 0,0-1 0,0 1 0,-3-1 0,1 6 0,5 11 0,6 12 0,21 50 0,-17-52 0,-2 1 0,9 37 0,-17-58 0,9 63 0,-10-63 0,1-1 0,-1 1 0,-1-1 0,1 0 0,-1 1 0,0-1 0,0 0 0,0 1 0,-1-1 0,-3 7 0,5-12 0,0 1 0,0-1 0,0 1 0,0-1 0,-1 1 0,1-1 0,0 1 0,0-1 0,-1 1 0,1-1 0,0 1 0,-1-1 0,1 0 0,0 1 0,-1-1 0,1 1 0,-1-1 0,1 0 0,-1 0 0,1 1 0,0-1 0,-1 0 0,1 0 0,-1 1 0,0-1 0,1 0 0,-1 0 0,1 0 0,-1 0 0,1 0 0,-1 0 0,0-1 0,0 1 0,1-1 0,-1 0 0,0 1 0,1-1 0,-1 0 0,1 0 0,-1 0 0,1 1 0,-1-1 0,1 0 0,-1 0 0,1 0 0,0 0 0,-1-1 0,-5-38 0,5 12 0,1-1 0,1 1 0,9-52 0,-7 65 0,1 0 0,0 0 0,1 1 0,1-1 0,0 1 0,1 0 0,0 1 0,16-21 0,-20 29 0,0 2 0,1-1 0,-1 0 0,1 1 0,0 0 0,0 0 0,0 0 0,0 0 0,1 0 0,-1 1 0,1 0 0,0 0 0,-1 0 0,1 1 0,0 0 0,0 0 0,9-1 0,-11 2 0,1 0 0,0 0 0,-1 1 0,1-1 0,0 1 0,-1 0 0,1 0 0,-1 0 0,1 1 0,-1-1 0,0 1 0,1 0 0,-1 0 0,0 0 0,0 0 0,0 0 0,-1 1 0,1-1 0,0 1 0,-1 0 0,0 0 0,0 0 0,0 0 0,3 6 0,0 2 0,0 1 0,-2-1 0,1 1 0,-1 0 0,-1 1 0,0-1 0,0 17 0,0-13 0,-2-16 0,0 1 0,0-1 0,0 1 0,0-1 0,0 1 0,0-1 0,0 1 0,0-1 0,0 1 0,0-1 0,0 1 0,1-1 0,-1 1 0,0-1 0,0 1 0,1-1 0,-1 0 0,0 1 0,0-1 0,1 1 0,-1-1 0,1 0 0,-1 1 0,0-1 0,1 0 0,-1 1 0,1-1 0,-1 0 0,1 0 0,0 1 0,0-1 0,0 0 0,0-1 0,0 1 0,0 0 0,0 0 0,0-1 0,0 1 0,0-1 0,0 1 0,0-1 0,0 1 0,0-1 0,2-1 0,30-31 0,-29 28 0,18-22 0,20-20 0,-38 43 0,0 0 0,0 1 0,0-1 0,1 1 0,-1 0 0,1 1 0,0-1 0,10-3 0,-14 6 0,0 0 0,1 0 0,-1-1 0,1 1 0,-1 1 0,1-1 0,-1 0 0,0 0 0,1 0 0,-1 1 0,0-1 0,1 1 0,-1-1 0,0 1 0,1-1 0,-1 1 0,0 0 0,0 0 0,0 0 0,0-1 0,0 1 0,0 0 0,0 0 0,0 0 0,0 1 0,0-1 0,0 0 0,-1 0 0,1 0 0,0 1 0,-1-1 0,1 0 0,0 3 0,3 7 0,-1 0 0,0 0 0,2 14 0,-3-14 0,2 8 114,0 1 0,9 19 0,-10-32-304,0 0 0,0 0 1,1 0-1,0-1 0,0 0 1,1 0-1,0 0 1,9 9-1,1-2-6636</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20.177"/>
    </inkml:context>
    <inkml:brush xml:id="br0">
      <inkml:brushProperty name="width" value="0.05" units="cm"/>
      <inkml:brushProperty name="height" value="0.05" units="cm"/>
    </inkml:brush>
  </inkml:definitions>
  <inkml:trace contextRef="#ctx0" brushRef="#br0">0 533 24575,'23'-42'0,"-12"24"0,-1-1 0,-1 0 0,-1-1 0,9-30 0,-39 109 0,21-54 0,-5 12 0,2 0 0,0 1 0,-1 21 0,4-36 0,1 0 0,0 1 0,0-1 0,0 0 0,0 0 0,0 1 0,1-1 0,-1 0 0,1 0 0,0 0 0,0 0 0,0 0 0,0 0 0,1 0 0,-1 0 0,1 0 0,0 0 0,0-1 0,0 1 0,0-1 0,0 1 0,0-1 0,1 0 0,-1 0 0,4 2 0,-5-3 0,1 0 0,0-1 0,0 1 0,0 0 0,0-1 0,0 0 0,0 1 0,0-1 0,0 0 0,0 0 0,0 0 0,0 0 0,1 0 0,-1 0 0,0-1 0,0 1 0,0-1 0,-1 0 0,1 1 0,0-1 0,0 0 0,0 0 0,0 0 0,-1 0 0,1 0 0,0-1 0,-1 1 0,1 0 0,-1-1 0,1 1 0,-1-1 0,0 0 0,0 1 0,0-1 0,1-2 0,2-3 0,0 0 0,0 0 0,-1 0 0,0 0 0,-1-1 0,0 1 0,3-16 0,-4 12 0,-1-1 0,0 1 0,0-1 0,-1 1 0,-1 0 0,1-1 0,-2 1 0,0 0 0,-5-12 0,8 22 0,0 1 0,-1-1 0,1 1 0,0-1 0,0 1 0,0-1 0,-1 0 0,1 1 0,0-1 0,0 0 0,0 1 0,0-1 0,0 0 0,0 1 0,0-1 0,0 1 0,0-1 0,0 0 0,1 1 0,-1-1 0,0 0 0,0 1 0,1-1 0,-1 1 0,0-1 0,1 1 0,-1-1 0,0 1 0,1-1 0,-1 1 0,1-1 0,-1 1 0,1-1 0,-1 1 0,1 0 0,-1-1 0,1 1 0,-1 0 0,1-1 0,0 1 0,-1 0 0,1 0 0,-1-1 0,1 1 0,0 0 0,0 0 0,5-1 0,0 1 0,0 0 0,0 0 0,8 1 0,-2 0 0,38 1 0,99-1 0,-132-5 0,-17 4 0,0 0 0,1 0 0,-1 0 0,0 0 0,1 0 0,-1 0 0,1 0 0,-1 0 0,0 0 0,1 0 0,-1 0 0,0-1 0,1 1 0,-1 0 0,0 0 0,1 0 0,-1 0 0,0-1 0,1 1 0,-1 0 0,0 0 0,0-1 0,1 1 0,-1 0 0,0 0 0,0-1 0,0 1 0,1 0 0,-1-1 0,0 1 0,0 0 0,0-1 0,-1 1 0,0-1 0,-1 1 0,1 0 0,0 0 0,0 0 0,-1 0 0,1 1 0,0-1 0,-1 0 0,1 1 0,0-1 0,0 0 0,-1 1 0,1-1 0,0 1 0,0 0 0,0-1 0,0 1 0,-2 1 0,-21 18 0,19-14 0,-1 0 0,1 1 0,1-1 0,0 1 0,0 0 0,0 0 0,0 1 0,1-1 0,1 1 0,-1 0 0,1 0 0,1 0 0,-1 0 0,1 0 0,1 0 0,-1 0 0,1 0 0,1 0 0,0 0 0,2 13 0,-2-15 0,1 1 0,-1-1 0,1 0 0,0 1 0,0-1 0,1 0 0,0-1 0,0 1 0,1 0 0,-1-1 0,1 0 0,0 1 0,1-2 0,-1 1 0,1 0 0,0-1 0,0 0 0,0 0 0,1-1 0,-1 1 0,1-1 0,0 0 0,0-1 0,0 1 0,11 2 0,-11-4 0,0 0 0,0-1 0,0 0 0,0 0 0,0 0 0,0-1 0,0 1 0,0-1 0,0-1 0,0 1 0,0-1 0,-1 0 0,1-1 0,-1 1 0,0-1 0,1 0 0,-1 0 0,0-1 0,-1 0 0,1 1 0,-1-2 0,1 1 0,-1 0 0,-1-1 0,1 0 0,3-6 0,2-3 0,-2 0 0,1-1 0,-2 0 0,0 0 0,-1-1 0,-1 1 0,0-1 0,3-26 0,-5 9 0,-1 0 0,-1 0 0,-1 0 0,-7-33 0,-4 3 0,-21-67 0,32 124 0,0 2 0,0-1 0,-1 1 0,1 0 0,-1 0 0,0 0 0,0 0 0,0 0 0,-4-6 0,6 10 0,0 0 0,-1 0 0,1 0 0,0 0 0,0 0 0,0 0 0,0-1 0,0 1 0,0 0 0,-1 0 0,1 0 0,0 0 0,0 0 0,0 0 0,0 0 0,-1 0 0,1 0 0,0 0 0,0 0 0,0 0 0,0 0 0,-1 0 0,1 0 0,0 0 0,0 0 0,0 0 0,0 0 0,-1 0 0,1 0 0,0 0 0,0 0 0,0 0 0,0 0 0,0 0 0,-1 0 0,1 0 0,0 1 0,0-1 0,0 0 0,0 0 0,0 0 0,0 0 0,-1 0 0,1 0 0,0 1 0,0-1 0,0 0 0,0 0 0,0 0 0,-4 14 0,0 15 0,1 43 0,3 0 0,3 0 0,3 0 0,3 0 0,25 95 0,-32-159 0,0-1 0,1 1 0,0-1 0,0 0 0,1 1 0,0-1 0,0-1 0,9 12 0,-9-14 0,1 0 0,-1-1 0,1 1 0,-1-1 0,1 0 0,0 0 0,0-1 0,0 1 0,0-1 0,1 0 0,-1-1 0,1 1 0,6 0 0,6 1 0,0-1 0,0-1 0,0-1 0,0 0 0,0-1 0,0-1 0,-1-1 0,1-1 0,26-8 0,-35 9 0,-1-1 0,1 0 0,0-1 0,-1 0 0,0 0 0,0 0 0,0-1 0,10-11 0,-14 12 0,1 0 0,-1 0 0,0-1 0,-1 1 0,1-1 0,-1 0 0,0 0 0,-1-1 0,0 1 0,0-1 0,0 1 0,0-1 0,0-7 0,3-17 0,-3 24 0,0-1 0,-1 1 0,0-1 0,-1 1 0,1-1 0,-2-12 0,1 18 0,-1 1 0,1 0 0,0 0 0,-1 0 0,1 0 0,0 0 0,-1 0 0,1 0 0,-1 0 0,1 1 0,-1-1 0,0 0 0,0 0 0,1 0 0,-1 0 0,0 1 0,0-1 0,0 0 0,1 1 0,-1-1 0,0 1 0,0-1 0,0 1 0,0-1 0,-1 1 0,-1-1 0,1 1 0,-1 0 0,1 0 0,-1 0 0,1 0 0,-1 0 0,1 1 0,0-1 0,-1 1 0,-3 1 0,-4 2 0,0 1 0,0 0 0,-16 11 0,21-12 0,0-1 0,0 1 0,0 0 0,1 0 0,0 0 0,0 1 0,0 0 0,0-1 0,1 1 0,0 1 0,0-1 0,0 0 0,0 1 0,1 0 0,0-1 0,0 1 0,1 0 0,0 0 0,0 0 0,0 0 0,0 0 0,1 0 0,0 0 0,1 0 0,-1 0 0,1 0 0,0 0 0,1 0 0,-1 0 0,3 6 0,2 1-85,0-1 0,1 0-1,0 0 1,1 0 0,1-1-1,-1 0 1,2-1 0,-1 0-1,2 0 1,-1-1 0,1 0-1,0-1 1,1 0 0,0-1-1,13 6 1,19 7-6741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21.400"/>
    </inkml:context>
    <inkml:brush xml:id="br0">
      <inkml:brushProperty name="width" value="0.05" units="cm"/>
      <inkml:brushProperty name="height" value="0.05" units="cm"/>
    </inkml:brush>
  </inkml:definitions>
  <inkml:trace contextRef="#ctx0" brushRef="#br0">2 292 24575,'-1'-27'0,"0"16"0,1 0 0,0 1 0,1-1 0,3-19 0,-4 31 0,0-1 0,0 0 0,0 0 0,0 1 0,1-1 0,-1 0 0,0 0 0,0 1 0,0-1 0,0 0 0,0 0 0,1 1 0,-1-1 0,0 0 0,0 0 0,0 1 0,1-1 0,-1 0 0,0 0 0,0 0 0,1 0 0,-1 0 0,0 1 0,0-1 0,1 0 0,-1 0 0,0 0 0,0 0 0,1 0 0,-1 0 0,0 0 0,1 0 0,-1 0 0,0 0 0,0 0 0,1 0 0,-1 0 0,0 0 0,1 0 0,-1 0 0,0 0 0,0 0 0,1-1 0,-1 1 0,0 0 0,0 0 0,1 0 0,-1 0 0,0-1 0,0 1 0,0 0 0,1 0 0,-1 0 0,0-1 0,0 1 0,0 0 0,0 0 0,1-1 0,-1 1 0,0 0 0,0 0 0,0-1 0,0 1 0,0 0 0,0-1 0,0 1 0,0-1 0,13 27 0,-12-23 0,47 143 0,-20-53 0,-27-89 0,4 9 0,-1 0 0,3 17 0,-29-83 0,7 14 0,2 0 0,-15-78 0,26 102 0,0 1 0,1-1 0,1 1 0,0-1 0,0 1 0,2-1 0,0 0 0,1 1 0,0 0 0,1 0 0,10-25 0,-11 34 0,-1 1 0,1-1 0,0 1 0,0-1 0,1 1 0,-1 0 0,1 1 0,0-1 0,0 1 0,0-1 0,0 1 0,1 0 0,-1 1 0,8-4 0,-4 3 0,-1 1 0,0-1 0,1 2 0,-1-1 0,1 1 0,0 0 0,-1 1 0,1 0 0,11 1 0,-9 0 0,-1 0 0,0 1 0,0 0 0,0 1 0,-1-1 0,1 2 0,-1-1 0,1 1 0,-1 1 0,0-1 0,0 1 0,-1 1 0,0 0 0,0 0 0,0 0 0,-1 1 0,8 9 0,-12-13 0,0 0 0,0 1 0,0-1 0,-1 0 0,1 1 0,-1-1 0,0 1 0,0-1 0,0 1 0,-1 0 0,1-1 0,-1 1 0,0 0 0,0 0 0,-1 6 0,0-5 0,-1 0 0,1 1 0,-1-1 0,-1 0 0,1 0 0,0 0 0,-1-1 0,0 1 0,-6 7 0,-2-1 0,0 0 0,0-1 0,-1 0 0,0-1 0,-1 0 0,-23 12 0,-40 14 0,76-35 0,0 0 0,0 0 0,0 0 0,-1 0 0,1 0 0,0 0 0,0 0 0,0 0 0,0 0 0,0 1 0,-1-1 0,1 0 0,0 0 0,0 0 0,0 0 0,0 0 0,0 0 0,-1 0 0,1 0 0,0 0 0,0 0 0,0 1 0,0-1 0,0 0 0,0 0 0,0 0 0,0 0 0,-1 0 0,1 0 0,0 1 0,0-1 0,0 0 0,0 0 0,0 0 0,0 0 0,0 0 0,0 1 0,0-1 0,0 0 0,0 0 0,0 0 0,0 0 0,0 1 0,0-1 0,0 0 0,0 0 0,0 0 0,0 0 0,0 0 0,0 1 0,1-1 0,-1 0 0,0 0 0,11 3 0,18-2 0,0-1 0,52 6 0,-73-5 0,0 0 0,0 1 0,-1 0 0,1 0 0,-1 1 0,1 0 0,-1 0 0,0 1 0,0 0 0,0 0 0,11 10 0,-17-13 0,1 1 0,-1-1 0,0 1 0,1-1 0,-1 1 0,0-1 0,0 1 0,0 0 0,0 0 0,0 0 0,0-1 0,-1 1 0,1 0 0,-1 0 0,1 0 0,-1 0 0,0 0 0,1 0 0,-1 0 0,0 2 0,-1-1 0,0 0 0,1-1 0,-1 1 0,0 0 0,-1-1 0,1 0 0,0 1 0,-1-1 0,1 0 0,-1 1 0,1-1 0,-1 0 0,-2 2 0,-4 3 0,0-1 0,-1 0 0,0 0 0,0-1 0,0 0 0,-17 7 0,14-7 0,-2-1 0,1 0 0,0-1 0,-1 0 0,0-1 0,0-1 0,0 0 0,1-1 0,-1 0 0,-22-4 0,34 4-76,0-1 1,0 1-1,0-1 0,0 0 0,0 0 0,0 0 0,0 0 0,0 0 1,0-1-1,0 1 0,0-1 0,1 1 0,-1-1 0,1 1 1,-1-1-1,1 0 0,-2-2 0,-3-12-6750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21.742"/>
    </inkml:context>
    <inkml:brush xml:id="br0">
      <inkml:brushProperty name="width" value="0.05" units="cm"/>
      <inkml:brushProperty name="height" value="0.05" units="cm"/>
    </inkml:brush>
  </inkml:definitions>
  <inkml:trace contextRef="#ctx0" brushRef="#br0">17 52 24575,'1'0'0,"0"0"0,-1 0 0,1 0 0,0 0 0,0 0 0,-1 1 0,1-1 0,0 0 0,0 0 0,-1 0 0,1 1 0,0-1 0,-1 0 0,1 1 0,0-1 0,-1 1 0,1-1 0,-1 1 0,1-1 0,-1 1 0,1-1 0,-1 1 0,1 0 0,-1-1 0,1 1 0,-1 0 0,0-1 0,1 1 0,-1 0 0,0-1 0,0 1 0,1 0 0,-1 0 0,0-1 0,0 1 0,0 0 0,0 0 0,0-1 0,0 1 0,0 0 0,0 0 0,-1-1 0,1 1 0,0 0 0,0 0 0,-1 0 0,-1 8 0,-1 0 0,0-1 0,-6 12 0,2-4 0,5-11 0,1 1 0,-1-1 0,1 1 0,0-1 0,0 1 0,0 0 0,1 0 0,0-1 0,0 1 0,0 0 0,1-1 0,0 1 0,0 0 0,1-1 0,-1 1 0,1-1 0,0 1 0,1-1 0,-1 0 0,1 0 0,0 0 0,0 0 0,1-1 0,-1 1 0,1-1 0,0 0 0,0 0 0,1 0 0,-1-1 0,1 1 0,0-1 0,0 0 0,0-1 0,8 4 0,-6-2 0,1-1 0,0 0 0,0-1 0,1 0 0,-1 0 0,0-1 0,1 0 0,-1 0 0,1-1 0,-1 0 0,1 0 0,-1-1 0,1-1 0,-1 1 0,0-1 0,1 0 0,-1-1 0,0 0 0,9-5 0,-11 5 0,0-1 0,0 0 0,0 0 0,-1-1 0,1 1 0,-1-1 0,0 0 0,0-1 0,-1 1 0,0-1 0,0 0 0,0 0 0,0 0 0,-1 0 0,0-1 0,-1 0 0,1 1 0,-1-1 0,-1 0 0,1 0 0,-1 0 0,0 0 0,0-10 0,-2 10 0,1-1 0,-1 1 0,0-1 0,-1 1 0,0-1 0,0 1 0,0 0 0,-1 0 0,0 0 0,-1 0 0,1 0 0,-1 1 0,-1-1 0,1 1 0,-1 0 0,-7-6 0,8 8 0,0 0 0,0 1 0,0 0 0,0 0 0,-1 0 0,1 1 0,-1-1 0,0 1 0,0 0 0,0 0 0,0 1 0,0 0 0,0 0 0,0 0 0,0 0 0,-1 1 0,1 0 0,0 0 0,0 0 0,-1 0 0,1 1 0,0 0 0,0 0 0,-7 3 0,10-3-35,-1 0 0,0 0 0,1 0 0,-1 0 0,1 1 0,0-1 0,0 1 0,-1-1 0,1 1 0,0 0 0,0 0 0,0 0 0,1 0 0,-1 0 0,0 0 0,1 1 0,0-1 0,-1 1 0,1-1 0,0 1 0,0-1 0,0 1 0,1-1 0,-1 1 0,0 0 0,1-1 0,0 1 0,0 0 0,0 0 0,0-1 0,0 1 0,0 0 0,1 0 0,-1-1 0,1 1 0,0-1 0,0 1 0,1 2 0,7 8-6791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22.098"/>
    </inkml:context>
    <inkml:brush xml:id="br0">
      <inkml:brushProperty name="width" value="0.05" units="cm"/>
      <inkml:brushProperty name="height" value="0.05" units="cm"/>
    </inkml:brush>
  </inkml:definitions>
  <inkml:trace contextRef="#ctx0" brushRef="#br0">0 297 24575,'4'0'0,"1"-1"0,-1 0 0,0 0 0,1 0 0,-1 0 0,0 0 0,0-1 0,0 0 0,0 0 0,0 0 0,4-4 0,37-31 0,-45 37 0,1-1 0,-1 1 0,1-1 0,-1 1 0,1-1 0,0 1 0,-1-1 0,1 1 0,0-1 0,-1 1 0,1 0 0,0-1 0,0 1 0,-1 0 0,1 0 0,0 0 0,0-1 0,0 1 0,-1 0 0,1 0 0,0 0 0,0 0 0,0 0 0,-1 0 0,1 1 0,0-1 0,0 0 0,0 0 0,-1 1 0,1-1 0,0 0 0,0 1 0,-1-1 0,1 0 0,0 1 0,-1-1 0,1 1 0,-1-1 0,1 1 0,0 0 0,-1-1 0,1 1 0,-1 0 0,0-1 0,1 1 0,-1 0 0,1-1 0,-1 3 0,4 4 0,0 1 0,-1 1 0,3 14 0,-2-12 0,46 184 0,-50-186 0,-6-21 0,-7-22 0,6 8 0,1 0 0,1 0 0,2 0 0,0 0 0,2-1 0,3-37 0,-1 49 0,0 1 0,1-1 0,1 1 0,1 0 0,0 0 0,1 0 0,0 1 0,1-1 0,1 1 0,0 0 0,0 1 0,1 0 0,12-13 0,-17 21 0,0 1 0,1-1 0,-1 1 0,1 0 0,0 0 0,0 1 0,0-1 0,0 1 0,1 0 0,-1 0 0,1 0 0,-1 1 0,1-1 0,-1 1 0,1 0 0,0 1 0,9-1 0,-8 1 0,-1 1 0,1 0 0,0 1 0,-1-1 0,1 1 0,-1 0 0,1 0 0,-1 1 0,0-1 0,0 1 0,0 0 0,-1 1 0,1-1 0,6 7 0,-3-2 34,-1 1 1,1-1-1,-2 1 0,1 1 0,-1-1 0,-1 1 0,0 0 0,0 0 0,5 16 1,-5-6-377,0-1 1,-1 1 0,-1 0-1,1 28 1,-3-20-6485</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22.753"/>
    </inkml:context>
    <inkml:brush xml:id="br0">
      <inkml:brushProperty name="width" value="0.05" units="cm"/>
      <inkml:brushProperty name="height" value="0.05" units="cm"/>
    </inkml:brush>
  </inkml:definitions>
  <inkml:trace contextRef="#ctx0" brushRef="#br0">246 0 24575,'2'1'0,"0"-1"0,0 1 0,0 0 0,0-1 0,0 1 0,-1 0 0,1 0 0,0 0 0,0 1 0,-1-1 0,1 0 0,-1 1 0,3 2 0,17 21 0,-20-24 0,0 1 0,0-1 0,0 0 0,0 1 0,0-1 0,0 0 0,-1 1 0,1-1 0,0 1 0,-1-1 0,0 1 0,1-1 0,-1 1 0,0 0 0,1-1 0,-1 1 0,0-1 0,0 1 0,-1 0 0,1-1 0,0 1 0,-1 2 0,0-2 0,-1 0 0,1 0 0,0 0 0,-1-1 0,1 1 0,-1-1 0,1 1 0,-1-1 0,0 0 0,0 1 0,1-1 0,-1 0 0,0 0 0,-4 1 0,-7 2 0,0 0 0,-1-1 0,1 0 0,-16 0 0,28-3 0,-23 3-227,-1-1-1,0-1 1,0-1-1,0-1 1,-24-5-1,30 2-6598</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23.032"/>
    </inkml:context>
    <inkml:brush xml:id="br0">
      <inkml:brushProperty name="width" value="0.05" units="cm"/>
      <inkml:brushProperty name="height" value="0.05" units="cm"/>
    </inkml:brush>
  </inkml:definitions>
  <inkml:trace contextRef="#ctx0" brushRef="#br0">4 8 24575,'0'-3'0,"-3"-1"0,2 3 0,1 5 0,4 5 0,1 3 0,3 4 0,3 4 0,-1 2 0,1 3 0,0 1 0,-1 1 0,0 0 0,-4-2 0,-1-6-8191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23.186"/>
    </inkml:context>
    <inkml:brush xml:id="br0">
      <inkml:brushProperty name="width" value="0.05" units="cm"/>
      <inkml:brushProperty name="height" value="0.05" units="cm"/>
    </inkml:brush>
  </inkml:definitions>
  <inkml:trace contextRef="#ctx0" brushRef="#br0">0 350 24575,'0'-32'0,"2"1"0,1-1 0,9-38 0,-8 54 0,1 0 0,0-1 0,1 2 0,1-1 0,0 1 0,1 0 0,17-23 0,-23 35 0,0 0 0,0 0 0,1 1 0,-1-1 0,1 1 0,-1 0 0,1-1 0,0 1 0,0 0 0,0 1 0,0-1 0,0 0 0,1 1 0,-1 0 0,0 0 0,1 0 0,-1 0 0,1 0 0,-1 1 0,1 0 0,4-1 0,-2 2 0,0 0 0,-1 1 0,1-1 0,0 1 0,-1 0 0,1 0 0,-1 1 0,0-1 0,0 1 0,0 1 0,0-1 0,5 5 0,1 2-227,-1 0-1,0 1 1,0 0-1,-1 0 1,11 20-1,-2-2-6598</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23.343"/>
    </inkml:context>
    <inkml:brush xml:id="br0">
      <inkml:brushProperty name="width" value="0.05" units="cm"/>
      <inkml:brushProperty name="height" value="0.05" units="cm"/>
    </inkml:brush>
  </inkml:definitions>
  <inkml:trace contextRef="#ctx0" brushRef="#br0">22 37 24575,'-3'0'0,"-4"0"0,-1-3 0,4-1 0,9 0 0,9-2 0,9 0 0,9 1 0,8 1 0,6 2 0,2 1 0,1 0 0,-7 1-8191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23.993"/>
    </inkml:context>
    <inkml:brush xml:id="br0">
      <inkml:brushProperty name="width" value="0.05" units="cm"/>
      <inkml:brushProperty name="height" value="0.05" units="cm"/>
    </inkml:brush>
  </inkml:definitions>
  <inkml:trace contextRef="#ctx0" brushRef="#br0">172 29 24575,'-29'1'0,"-1"1"0,1 2 0,-37 9 0,65-13 0,0 0 0,0 0 0,0 0 0,0 0 0,0 0 0,0 1 0,0-1 0,0 0 0,0 1 0,1-1 0,-1 1 0,0-1 0,0 1 0,0-1 0,0 1 0,1 0 0,-1-1 0,-1 2 0,3-1 0,-1-1 0,0 1 0,0-1 0,1 1 0,-1-1 0,0 1 0,0-1 0,1 0 0,-1 1 0,1-1 0,-1 0 0,0 1 0,1-1 0,-1 0 0,1 1 0,-1-1 0,1 0 0,-1 0 0,1 1 0,-1-1 0,1 0 0,-1 0 0,1 0 0,44 9 0,103 0-35,173-14 0,-272 3-34,907-66-1852,-884 61-4210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24.228"/>
    </inkml:context>
    <inkml:brush xml:id="br0">
      <inkml:brushProperty name="width" value="0.05" units="cm"/>
      <inkml:brushProperty name="height" value="0.05" units="cm"/>
    </inkml:brush>
  </inkml:definitions>
  <inkml:trace contextRef="#ctx0" brushRef="#br0">18 55 24575,'-1'-1'0,"-1"0"0,1 0 0,-1-1 0,1 1 0,0 0 0,0-1 0,0 1 0,0-1 0,0 1 0,0-1 0,0 0 0,0 1 0,1-1 0,-1 0 0,1 0 0,-1 1 0,1-1 0,0 0 0,-1-3 0,2 4 0,-1-1 0,1 1 0,0 0 0,0 0 0,-1 0 0,1 0 0,0 0 0,0 0 0,0 0 0,0 0 0,0 0 0,1 0 0,-1 1 0,0-1 0,0 0 0,0 1 0,1-1 0,-1 1 0,0-1 0,1 1 0,-1 0 0,0-1 0,1 1 0,-1 0 0,0 0 0,1 0 0,1 0 0,9-1 0,0 1 0,0-1 0,0 2 0,0 0 0,0 0 0,0 1 0,0 1 0,0 0 0,-1 0 0,1 1 0,16 9 0,-22-10 0,1 2 0,-1-1 0,0 1 0,0 0 0,0 0 0,-1 0 0,1 1 0,-1 0 0,-1 0 0,1 0 0,-1 1 0,0-1 0,-1 1 0,1 0 0,-1 0 0,-1 0 0,1 1 0,-1-1 0,1 10 0,-1-5-91,-2 0 0,1 0 0,-1 0 0,-1 0 0,0 0 0,-1 0 0,0 0 0,-1 0 0,0-1 0,-1 1 0,0-1 0,-1 0 0,0 0 0,-12 19 0,-5 2-6735</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52.006"/>
    </inkml:context>
    <inkml:brush xml:id="br0">
      <inkml:brushProperty name="width" value="0.05" units="cm"/>
      <inkml:brushProperty name="height" value="0.05" units="cm"/>
    </inkml:brush>
  </inkml:definitions>
  <inkml:trace contextRef="#ctx0" brushRef="#br0">28 132 24575,'-2'0'0,"1"0"0,-1 0 0,0 0 0,0 0 0,1 0 0,-1 0 0,0 1 0,1-1 0,-1 0 0,0 1 0,1 0 0,-4 1 0,5-2 0,-1 1 0,1 0 0,0 0 0,-1 0 0,1 0 0,0-1 0,0 1 0,0 0 0,0 0 0,0 0 0,-1 0 0,1 0 0,1 0 0,-1 0 0,0-1 0,0 1 0,0 0 0,0 0 0,1 0 0,-1 0 0,0 0 0,1-1 0,-1 1 0,1 0 0,0 1 0,4 13 0,0 0 0,-1 0 0,-1 1 0,0 0 0,1 20 0,-3 82 0,-2-68 0,1-34 0,1 16 0,-2 0 0,-10 63 0,9-92 0,1-15 0,4-20 0,10-36 0,3 1 0,3 0 0,3 2 0,43-89 0,-58 139 0,27-56 0,-29 63 0,0 1 0,0-1 0,0 1 0,1 0 0,0 0 0,8-7 0,-13 13 0,0 1 0,0-1 0,1 0 0,-1 0 0,0 0 0,0 0 0,1 1 0,-1-1 0,1 1 0,-1-1 0,0 1 0,1 0 0,-1-1 0,1 1 0,-1 0 0,1 0 0,-1 0 0,1 0 0,-1 0 0,1 0 0,-1 0 0,1 1 0,-1-1 0,1 1 0,-1-1 0,0 1 0,1-1 0,-1 1 0,0 0 0,1-1 0,-1 1 0,0 0 0,0 0 0,0 0 0,0 0 0,0 0 0,0 0 0,0 1 0,0-1 0,0 0 0,0 2 0,5 5 0,-1 1 0,-1 0 0,1 0 0,4 16 0,12 49 0,17 104 0,-26-115 0,4 35-1365,-11-59-5461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52.761"/>
    </inkml:context>
    <inkml:brush xml:id="br0">
      <inkml:brushProperty name="width" value="0.05" units="cm"/>
      <inkml:brushProperty name="height" value="0.05" units="cm"/>
    </inkml:brush>
  </inkml:definitions>
  <inkml:trace contextRef="#ctx0" brushRef="#br0">27 263 24575,'-7'-6'0,"-11"-10"0,18 16 0,0 0 0,0-1 0,-1 1 0,1 0 0,0 0 0,0-1 0,0 1 0,0 0 0,0 0 0,-1-1 0,1 1 0,0 0 0,0-1 0,0 1 0,0 0 0,0-1 0,0 1 0,0 0 0,0 0 0,0-1 0,0 1 0,0 0 0,0-1 0,0 1 0,1 0 0,-1-1 0,0 1 0,0 0 0,0 0 0,0-1 0,0 1 0,1 0 0,-1 0 0,0-1 0,0 1 0,0 0 0,1 0 0,-1 0 0,0-1 0,0 1 0,1 0 0,-1 0 0,0 0 0,1 0 0,-1-1 0,0 1 0,0 0 0,1 0 0,-1 0 0,0 0 0,1 0 0,-1 0 0,0 0 0,1 0 0,-1 0 0,0 0 0,1 0 0,22-3 0,1 1 0,-1 1 0,34 3 0,-10-1 0,-34-1 0,41 1 0,97-12 0,-146 10 0,1 0 0,-1-1 0,1 0 0,-1 0 0,0 0 0,6-4 0,-3 2 0,-23 60 0,8-29 0,1 0 0,2 0 0,-2 34 0,6 83 0,-1-182 0,-4-113 0,0 103 0,-3-65 0,8 96 0,0 1 0,2-1 0,-1 1 0,8-26 0,-8 37 0,1 0 0,-1 0 0,1 1 0,0-1 0,0 1 0,1 0 0,0 0 0,-1-1 0,1 2 0,0-1 0,1 0 0,-1 1 0,1-1 0,4-2 0,-4 4 0,-1 0 0,1 0 0,-1 0 0,1 1 0,0-1 0,0 1 0,0 0 0,-1 1 0,1-1 0,0 0 0,0 1 0,0 0 0,0 0 0,0 0 0,0 1 0,0-1 0,7 3 0,2 1 0,0 0 0,0 1 0,0 1 0,-1 0 0,0 1 0,16 11 0,-20-12 0,0 0 0,0 1 0,-1 0 0,0 0 0,0 1 0,0 0 0,-1 0 0,0 0 0,6 13 0,-11-18 0,1 1 0,-1-1 0,0 0 0,0 1 0,0-1 0,0 1 0,-1-1 0,0 1 0,1-1 0,-1 1 0,-1-1 0,1 1 0,0 0 0,-1-1 0,0 1 0,1-1 0,-2 0 0,1 1 0,0-1 0,-1 0 0,1 0 0,-1 1 0,0-1 0,0 0 0,0-1 0,0 1 0,-1 0 0,1-1 0,-1 1 0,1-1 0,-1 0 0,0 0 0,-4 2 0,-4 3 0,0-1 0,0 0 0,0-1 0,-1 0 0,0-1 0,0 0 0,-1-1 0,-14 2 0,26-5 0,-1 1 0,1-1 0,-1 0 0,1 0 0,-1 0 0,0 0 0,1 0 0,-1 0 0,1 0 0,-1 0 0,1-1 0,-1 1 0,1 0 0,-1-1 0,1 0 0,-1 1 0,1-1 0,0 0 0,-1 1 0,1-1 0,0 0 0,0 0 0,-1 0 0,1 0 0,0 0 0,-1-2 0,2 2 0,-1 0 0,1 1 0,0-1 0,0 0 0,0 0 0,0 0 0,0 1 0,-1-1 0,2 0 0,-1 0 0,0 1 0,0-1 0,0 0 0,0 0 0,0 0 0,1 1 0,-1-1 0,0 0 0,1-1 0,0 0 0,1 1 0,-1-1 0,0 0 0,1 1 0,-1-1 0,1 1 0,0-1 0,0 1 0,-1 0 0,3-2 0,1 1 0,0 0 0,-1 0 0,1 0 0,0 0 0,0 1 0,0 0 0,0 0 0,0 0 0,0 0 0,0 1 0,0 0 0,0 0 0,0 1 0,0-1 0,1 1 0,-1 0 0,0 0 0,-1 1 0,1-1 0,0 1 0,6 4 0,-5-3 0,-1 0 0,1 1 0,-1 0 0,1 0 0,-1 0 0,-1 0 0,1 1 0,-1 0 0,1 0 0,-1 1 0,-1-1 0,1 1 0,-1-1 0,0 1 0,0 0 0,2 8 0,-2-5 0,-1-1 0,0 1 0,-1 0 0,0-1 0,0 1 0,-1 0 0,0 0 0,0 0 0,-1 0 0,0 0 0,-1-1 0,-5 17 0,5-19 0,-1 0 0,0 0 0,0-1 0,-1 0 0,1 1 0,-1-1 0,0 0 0,0-1 0,-1 1 0,1-1 0,-1 0 0,0 0 0,-1 0 0,1-1 0,0 0 0,-1 0 0,0 0 0,-10 3 0,7-3-227,0-1-1,0 0 1,-1 0-1,1-1 1,-14 0-1,-9-3-6598</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53.177"/>
    </inkml:context>
    <inkml:brush xml:id="br0">
      <inkml:brushProperty name="width" value="0.05" units="cm"/>
      <inkml:brushProperty name="height" value="0.05" units="cm"/>
    </inkml:brush>
  </inkml:definitions>
  <inkml:trace contextRef="#ctx0" brushRef="#br0">4 136 24575,'1'0'0,"0"1"0,-1-1 0,1 0 0,0 1 0,-1-1 0,1 1 0,0-1 0,-1 1 0,1-1 0,0 1 0,-1-1 0,1 1 0,-1 0 0,1-1 0,-1 1 0,1 0 0,-1-1 0,1 1 0,-1 0 0,0 0 0,0-1 0,1 1 0,-1 0 0,0 0 0,0 0 0,0-1 0,0 3 0,3 25 0,-2-24 0,2 70 0,-7 83 0,0-138 0,0-14 0,0-13 0,0-18 0,2 0 0,1-1 0,3-40 0,-1 44 0,0 1 0,0 0 0,2 1 0,1-1 0,0 1 0,2-1 0,0 1 0,2 1 0,17-36 0,-24 54 0,1-1 0,-1 1 0,1-1 0,0 1 0,-1 0 0,1-1 0,1 1 0,-1 0 0,0 0 0,0 1 0,1-1 0,-1 0 0,1 1 0,-1-1 0,1 1 0,0 0 0,-1 0 0,1 0 0,0 0 0,0 1 0,0-1 0,5 0 0,-5 2 0,1-1 0,-1 1 0,0 0 0,1 0 0,-1 0 0,0 1 0,0-1 0,0 1 0,0-1 0,0 1 0,0 0 0,0 0 0,-1 0 0,1 1 0,-1-1 0,1 1 0,-1-1 0,0 1 0,2 3 0,5 8 0,0 1 0,-1 0 0,-1 0 0,7 23 0,17 68 0,-26-84 0,1-2-341,-2 0 0,0 0-1,1 36 1,-6-27-6485</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53.768"/>
    </inkml:context>
    <inkml:brush xml:id="br0">
      <inkml:brushProperty name="width" value="0.05" units="cm"/>
      <inkml:brushProperty name="height" value="0.05" units="cm"/>
    </inkml:brush>
  </inkml:definitions>
  <inkml:trace contextRef="#ctx0" brushRef="#br0">1 229 24575,'5'-4'0,"1"0"0,-1 0 0,1 1 0,0-1 0,0 1 0,0 1 0,0-1 0,1 1 0,-1 0 0,1 0 0,0 1 0,-1 0 0,1 0 0,0 1 0,-1 0 0,1 0 0,12 2 0,9 1 0,0 2 0,48 15 0,-56-14 0,-14-3 0,1-1 0,0 0 0,-1 0 0,1 0 0,0-1 0,0 0 0,0 0 0,13-1 0,-19 0 0,0-1 0,0 1 0,-1 0 0,1-1 0,0 1 0,-1 0 0,1-1 0,-1 1 0,1 0 0,0-1 0,-1 1 0,1-1 0,-1 1 0,1-1 0,-1 0 0,0 1 0,1-1 0,-1 1 0,1-1 0,-1 0 0,0 1 0,0-1 0,1 0 0,-1 1 0,0-1 0,0 0 0,0 0 0,0-1 0,-2-19 0,2 21 0,0 0 0,0 0 0,0 0 0,0 0 0,0 0 0,0 0 0,0 0 0,0 0 0,0 0 0,0 0 0,0 0 0,0 0 0,-1 0 0,1 0 0,0 0 0,0 0 0,0 1 0,0-1 0,0 0 0,0 0 0,0 0 0,0 0 0,0 0 0,0 0 0,0 0 0,0 0 0,0 0 0,0 0 0,0 0 0,0 0 0,0 0 0,0 0 0,0 0 0,-1 0 0,1 0 0,0 0 0,0 0 0,0 0 0,0 0 0,0 0 0,0 0 0,0 0 0,0 0 0,0 0 0,0 0 0,0 0 0,0-1 0,0 1 0,0 0 0,0 0 0,0 0 0,0 0 0,0 0 0,0 0 0,0 0 0,0 0 0,-1 0 0,1 0 0,-2 9 0,-1 13 0,22 166 0,-4-54 0,-27-237 0,3 46 0,-1-101 0,11 128 0,1 1 0,7-31 0,-8 51 0,1 1 0,0 0 0,1 0 0,0 0 0,0 0 0,1 1 0,-1-1 0,2 1 0,-1 0 0,1 0 0,0 0 0,7-6 0,-10 11 0,0 1 0,-1-1 0,1 1 0,0 0 0,-1 0 0,1 0 0,0 0 0,0 0 0,0 0 0,0 0 0,0 0 0,0 1 0,0-1 0,0 1 0,0 0 0,0-1 0,1 1 0,-1 0 0,0 0 0,0 1 0,0-1 0,0 0 0,0 1 0,0-1 0,0 1 0,0 0 0,0-1 0,0 1 0,0 0 0,0 0 0,0 0 0,0 1 0,-1-1 0,1 0 0,0 1 0,-1-1 0,1 1 0,1 2 0,5 6 0,0-1 0,-1 2 0,-1-1 0,1 1 0,5 14 0,-2-4 0,11 38 0,-19-52 0,0 0 0,-1 0 0,0 0 0,0 0 0,0 1 0,-1-1 0,0 0 0,0 0 0,-3 12 0,2-16 13,0-1 0,1 0-1,-2 0 1,1 0-1,0 1 1,0-1 0,-1 0-1,1-1 1,-1 1 0,1 0-1,-1 0 1,0-1 0,0 1-1,0-1 1,0 1 0,0-1-1,0 0 1,0 0-1,0 0 1,-1 0 0,1 0-1,0 0 1,-1-1 0,1 1-1,0-1 1,-6 1 0,-3-1-355,-1 1 1,0-1 0,0-1-1,-12-2 1,-3-1-6485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30.859"/>
    </inkml:context>
    <inkml:brush xml:id="br0">
      <inkml:brushProperty name="width" value="0.05" units="cm"/>
      <inkml:brushProperty name="height" value="0.05" units="cm"/>
    </inkml:brush>
  </inkml:definitions>
  <inkml:trace contextRef="#ctx0" brushRef="#br0">128 125 24575,'-12'-1'0,"0"0"0,0-1 0,1-1 0,-1 0 0,1 0 0,-1-1 0,1-1 0,-14-8 0,24 13 0,1 0 0,-1 0 0,1 0 0,-1 0 0,1 0 0,-1-1 0,1 1 0,0 0 0,-1 0 0,1-1 0,-1 1 0,1 0 0,0-1 0,-1 1 0,1 0 0,0-1 0,-1 1 0,1-1 0,0 1 0,0 0 0,-1-1 0,1 1 0,0-1 0,0 1 0,0-1 0,0 1 0,0-1 0,0 1 0,-1-1 0,1 1 0,0-1 0,0 1 0,1-1 0,-1 1 0,0-1 0,1-1 0,0 1 0,0 0 0,0 1 0,0-1 0,0 0 0,0 0 0,0 0 0,0 0 0,0 1 0,1-1 0,-1 1 0,2-1 0,43-11 0,305-22 0,-227 26 0,58-2-1365,-145 8-5461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31.044"/>
    </inkml:context>
    <inkml:brush xml:id="br0">
      <inkml:brushProperty name="width" value="0.05" units="cm"/>
      <inkml:brushProperty name="height" value="0.05" units="cm"/>
    </inkml:brush>
  </inkml:definitions>
  <inkml:trace contextRef="#ctx0" brushRef="#br0">99 3 24575,'-20'-1'0,"15"1"0,0-1 0,0 1 0,0 0 0,0 0 0,0 0 0,0 1 0,0-1 0,0 1 0,0 1 0,0-1 0,1 1 0,-9 3 0,13-4 0,-1-1 0,0 1 0,1 0 0,-1-1 0,1 1 0,-1 0 0,1 0 0,0-1 0,-1 1 0,1 0 0,0 0 0,0 0 0,-1-1 0,1 1 0,0 0 0,0 0 0,0 0 0,0 0 0,0-1 0,0 1 0,0 0 0,0 0 0,0 0 0,1 0 0,-1-1 0,0 1 0,1 0 0,-1 0 0,1 0 0,15 27 0,-12-21 0,18 30-195,-2 2 0,-1 0 0,-2 1 0,-2 1 0,-2 0 0,15 80 0,-22-83-6631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31.462"/>
    </inkml:context>
    <inkml:brush xml:id="br0">
      <inkml:brushProperty name="width" value="0.05" units="cm"/>
      <inkml:brushProperty name="height" value="0.05" units="cm"/>
    </inkml:brush>
  </inkml:definitions>
  <inkml:trace contextRef="#ctx0" brushRef="#br0">213 67 24575,'-1'-3'0,"1"0"0,-1 0 0,0 1 0,1-1 0,-2 0 0,1 0 0,0 1 0,0-1 0,-1 1 0,1-1 0,-1 1 0,0 0 0,0-1 0,0 1 0,0 0 0,0 0 0,-1 0 0,1 1 0,0-1 0,-1 0 0,1 1 0,-1 0 0,0-1 0,-3 0 0,2 0 0,0 1 0,0-1 0,-1 1 0,1 0 0,0 0 0,-1 0 0,1 0 0,-1 1 0,1 0 0,-1 0 0,1 0 0,-1 0 0,1 1 0,-1 0 0,-5 1 0,5 1 0,-1 1 0,1-1 0,0 1 0,0 0 0,1 0 0,-1 1 0,1-1 0,0 1 0,0 0 0,1 0 0,-1 1 0,1-1 0,0 1 0,0-1 0,-3 12 0,2-4 0,-1 1 0,2-1 0,0 1 0,1 0 0,-2 29 0,4-39 0,0 0 0,1 0 0,-1 0 0,0 0 0,1 0 0,0 0 0,0 0 0,0 0 0,1 0 0,-1-1 0,1 1 0,0 0 0,0-1 0,4 5 0,-5-6 0,1-1 0,0 1 0,0-1 0,0 0 0,-1 0 0,1 0 0,0 0 0,0 0 0,1 0 0,-1 0 0,0 0 0,0-1 0,0 0 0,0 1 0,1-1 0,-1 0 0,0 0 0,0 0 0,0 0 0,1 0 0,-1 0 0,0-1 0,0 1 0,0-1 0,0 0 0,1 0 0,2-1 0,4-2 0,-1-1 0,1 0 0,-1 0 0,0-1 0,0 1 0,-1-2 0,0 1 0,0-1 0,0-1 0,7-10 0,-4 4 0,-1 0 0,0-1 0,-2 1 0,1-2 0,5-19 0,-4 14 0,-4 16 0,-1 14 0,-3 7 0,0 0 0,-2 0 0,0 0 0,-5 24 0,3-23 0,1-1 0,1 1 0,0 0 0,2 21 0,5-12-1365,1-4-5461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31.900"/>
    </inkml:context>
    <inkml:brush xml:id="br0">
      <inkml:brushProperty name="width" value="0.05" units="cm"/>
      <inkml:brushProperty name="height" value="0.05" units="cm"/>
    </inkml:brush>
  </inkml:definitions>
  <inkml:trace contextRef="#ctx0" brushRef="#br0">1 71 24575,'-1'-24'0,"2"-22"0,-1 46 0,1 0 0,-1 0 0,0 1 0,0-1 0,0 0 0,0 0 0,0 0 0,0 0 0,0 0 0,0 0 0,0 0 0,1 1 0,-1-1 0,0 0 0,0 0 0,0 0 0,0 0 0,0 0 0,0 0 0,1 0 0,-1 0 0,0 0 0,0 0 0,0 0 0,0 0 0,0 0 0,1 0 0,-1 0 0,0 0 0,0 0 0,0 0 0,0 0 0,1 0 0,-1 0 0,0 0 0,0 0 0,0 0 0,0 0 0,0 0 0,0 0 0,1 0 0,-1-1 0,0 1 0,0 0 0,0 0 0,0 0 0,0 0 0,0 0 0,0 0 0,0 0 0,0-1 0,1 1 0,-1 0 0,0 0 0,0 0 0,0 0 0,0 0 0,0-1 0,0 1 0,7 14 0,-6-13 0,56 149 0,-7-18 0,-49-133 0,0-7 0,-3-13 0,0 6 0,-1 0 0,2-1 0,0 1 0,2-25 0,-1 37 0,0-1 0,1 1 0,-1-1 0,1 1 0,0 0 0,0-1 0,0 1 0,0 0 0,0-1 0,1 1 0,0 0 0,-1 0 0,1 0 0,0 0 0,1 1 0,-1-1 0,0 1 0,1-1 0,-1 1 0,1 0 0,0-1 0,0 2 0,0-1 0,0 0 0,0 0 0,6-1 0,-6 2 0,1 1 0,0 0 0,-1 0 0,1 0 0,0 0 0,-1 1 0,1-1 0,0 1 0,-1 0 0,1 0 0,-1 1 0,1-1 0,-1 0 0,0 1 0,0 0 0,1 0 0,-1 0 0,0 0 0,-1 1 0,1-1 0,4 6 0,4 3 0,-1 1 0,0 0 0,14 23 0,-21-30 0,0 1 0,0-1 0,0 0 0,-1 1 0,0 0 0,0 0 0,0-1 0,-1 1 0,0 0 0,0 0 0,0 10 0,-1-13 0,-1-1 0,1 1 0,-1 0 0,1 0 0,-1 0 0,0-1 0,0 1 0,0 0 0,-1-1 0,1 1 0,-1-1 0,1 0 0,-1 1 0,0-1 0,0 0 0,0 0 0,0 0 0,0 0 0,0 0 0,-1-1 0,1 1 0,-1-1 0,1 1 0,-1-1 0,0 0 0,-3 1 0,1 0 19,-1-1 0,1 1 0,-1-1 0,0 0 0,1-1 0,-1 0 0,0 1 0,1-2 0,-1 1 0,0-1 0,1 0 0,-1 0 0,1 0 0,-1-1 0,1 0 0,0 0 0,-6-3 0,5 2-141,0-1 0,0 0 0,0 0 0,1 0 0,0 0 0,0-1 0,0 0 0,0 0 0,1 0 1,0-1-1,0 1 0,0-1 0,-5-11 0,-2-13-6704</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32.104"/>
    </inkml:context>
    <inkml:brush xml:id="br0">
      <inkml:brushProperty name="width" value="0.05" units="cm"/>
      <inkml:brushProperty name="height" value="0.05" units="cm"/>
    </inkml:brush>
  </inkml:definitions>
  <inkml:trace contextRef="#ctx0" brushRef="#br0">1 0 24575,'2'0'0,"-1"1"0,1-1 0,-1 0 0,1 1 0,-1-1 0,1 1 0,-1-1 0,1 1 0,-1 0 0,1 0 0,-1 0 0,0 0 0,1 0 0,-1 0 0,0 0 0,0 0 0,0 0 0,0 1 0,0-1 0,0 0 0,0 1 0,0-1 0,-1 0 0,1 1 0,0 2 0,3 6 0,-1 0 0,4 21 0,-3-12 0,13 46 127,54 183-1619,-63-223-5334</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32.478"/>
    </inkml:context>
    <inkml:brush xml:id="br0">
      <inkml:brushProperty name="width" value="0.05" units="cm"/>
      <inkml:brushProperty name="height" value="0.05" units="cm"/>
    </inkml:brush>
  </inkml:definitions>
  <inkml:trace contextRef="#ctx0" brushRef="#br0">2 185 24575,'-1'-17'0,"1"-6"0,0 20 0,1 11 0,1-1 0,0-1 0,-1-1 0,2 1 0,-1 0 0,1 0 0,0-1 0,0 0 0,0 1 0,1-1 0,0 0 0,0-1 0,0 1 0,1-1 0,-1 0 0,1 0 0,0 0 0,0 0 0,0-1 0,1 0 0,-1 0 0,1-1 0,7 3 0,-4-1 0,0-1 0,0 0 0,1-1 0,-1 0 0,0-1 0,1 1 0,-1-2 0,1 1 0,0-1 0,-1-1 0,1 0 0,-1 0 0,18-6 0,-23 6 0,1-1 0,-1 0 0,0-1 0,0 1 0,0-1 0,0 0 0,-1 0 0,1 0 0,-1 0 0,0-1 0,0 1 0,0-1 0,0 0 0,-1 0 0,1 0 0,-1 0 0,2-5 0,-1 2 0,-1 0 0,0-1 0,0 1 0,-1 0 0,0-1 0,0 1 0,-1-1 0,0 1 0,0-1 0,-2-10 0,1 11 0,0 1 0,-1 0 0,0-1 0,0 1 0,0 0 0,-1 0 0,0 0 0,0 0 0,-1 1 0,1-1 0,-9-9 0,9 12 0,-1 1 0,1-1 0,0 0 0,-1 1 0,1-1 0,-1 1 0,0 0 0,0 1 0,0-1 0,0 0 0,0 1 0,0 0 0,0 0 0,0 0 0,-1 1 0,1-1 0,0 1 0,0 0 0,-6 1 0,0 1 0,0 0 0,0 0 0,1 1 0,-1 0 0,1 1 0,-1 0 0,1 1 0,0 0 0,1 0 0,-1 1 0,-14 13 0,17-14 0,1 0 0,-1 1 0,1 0 0,0 0 0,0 0 0,0 1 0,1-1 0,0 1 0,1 0 0,-1 1 0,1-1 0,1 0 0,-1 1 0,1 0 0,-1 13 0,3-16 0,0 0 0,0 0 0,0 0 0,1-1 0,0 1 0,0 0 0,0 0 0,1-1 0,-1 1 0,1-1 0,0 1 0,1-1 0,-1 0 0,4 5 0,0-2 0,-1-1 0,1 0 0,1 0 0,-1-1 0,1 1 0,0-1 0,11 6 0,4 0 0,0-2 0,1 0 0,0-1 0,42 8 0,10-3-1365,-5-5-5461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32.944"/>
    </inkml:context>
    <inkml:brush xml:id="br0">
      <inkml:brushProperty name="width" value="0.05" units="cm"/>
      <inkml:brushProperty name="height" value="0.05" units="cm"/>
    </inkml:brush>
  </inkml:definitions>
  <inkml:trace contextRef="#ctx0" brushRef="#br0">31 0 24575,'-1'0'0,"0"0"0,-1 0 0,1 0 0,0 0 0,0 0 0,0 1 0,0-1 0,0 0 0,-1 1 0,1-1 0,0 0 0,0 1 0,0 0 0,0-1 0,0 1 0,0-1 0,0 1 0,1 0 0,-1 0 0,0 0 0,0-1 0,0 1 0,0 2 0,0-1 0,0 0 0,0 1 0,0-1 0,1 0 0,-1 1 0,1-1 0,0 0 0,-1 1 0,1-1 0,0 0 0,1 3 0,0 7 0,1-1 0,1 0 0,6 19 0,5 4 0,0-1 0,3 0 0,0-2 0,25 33 0,-2-9 0,60 62 0,-77-92-195,1-1 0,1-2 0,1 0 0,1-2 0,1-1 0,47 25 0,-18-20-6631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33.290"/>
    </inkml:context>
    <inkml:brush xml:id="br0">
      <inkml:brushProperty name="width" value="0.05" units="cm"/>
      <inkml:brushProperty name="height" value="0.05" units="cm"/>
    </inkml:brush>
  </inkml:definitions>
  <inkml:trace contextRef="#ctx0" brushRef="#br0">1 12 24575,'64'-6'0,"-55"4"0,1 1 0,-1 0 0,0 0 0,1 1 0,-1 0 0,1 0 0,-1 1 0,0 0 0,0 1 0,1 0 0,-1 1 0,9 3 0,-8-1 0,-1 1 0,1 1 0,-1-1 0,0 2 0,0-1 0,-1 1 0,0 0 0,-1 1 0,0 0 0,0 0 0,0 1 0,-2-1 0,1 1 0,-1 1 0,0-1 0,-1 1 0,-1 0 0,1 0 0,2 18 0,-4-16 0,0 1 0,0-1 0,-2 0 0,1 1 0,-2-1 0,0 1 0,0-1 0,-1 0 0,-1 1 0,0-1 0,-1 0 0,-1-1 0,0 1 0,0-1 0,-1 0 0,-11 17 0,7-17-455,0 0 0,-13 11 0,-23 17-6371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38.693"/>
    </inkml:context>
    <inkml:brush xml:id="br0">
      <inkml:brushProperty name="width" value="0.05" units="cm"/>
      <inkml:brushProperty name="height" value="0.05" units="cm"/>
    </inkml:brush>
  </inkml:definitions>
  <inkml:trace contextRef="#ctx0" brushRef="#br0">363 33 24575,'0'50'0,"1"65"0,-27 222 0,-65 58 0,-27-8 0,45-155 0,61-194 0,-21 79 0,29-102 0,2 0 0,0 0 0,1 1 0,0-1 0,2 24 0,0-35 0,-1-1 0,1 0 0,0 1 0,0-1 0,0 0 0,0 1 0,1-1 0,-1 0 0,1 0 0,0 0 0,0 0 0,0 0 0,0-1 0,1 1 0,-1-1 0,1 1 0,-1-1 0,1 0 0,0 0 0,0 0 0,0 0 0,0 0 0,0-1 0,0 0 0,1 1 0,-1-1 0,5 1 0,9 1 0,-1-1 0,1 0 0,0-1 0,25-2 0,-20 1 0,640-21-605,-133 2-280,100 13-660,131-3 1050,-2-40-151,-739 47 878,6 0 202,0-1 0,0-1 0,0-1 0,40-14 0,-62 18-372,-1 0 0,1-1 0,0 1 0,-1 0 0,1-1 0,-1 0 0,1 1 0,-1-1 0,0 0 0,1 0-1,-1-1 1,0 1 0,0 0 0,-1-1 0,1 1 0,0-1 0,-1 1 0,0-1 0,2-3 0,-3 2-26,1 0 0,-1 0 0,1 0 0,-1 0 0,0 0 0,-1 0 0,1 0 0,-1 0 0,1 0 0,-1 0 0,0 0 0,-1 1 0,-2-8 0,-96-177 2,27 58-45,9 1 7,-84-243 0,127 300 0,2-1 0,3-1 0,4-1 0,3 0 0,0-92 0,12 118 0,-2 29 0,0 0 0,-1 0 0,-4-33 0,3 48 0,0 0 0,0 0 0,-1 0 0,1 1 0,-1-1 0,0 0 0,0 1 0,-1-1 0,0 1 0,1 0 0,-1 0 0,-1 0 0,1 0 0,-1 0 0,1 1 0,-1-1 0,0 1 0,0 0 0,-6-3 0,-4-1 0,-1 1 0,0 0 0,0 1 0,-1 1 0,1 0 0,-18-2 0,-101-5 0,115 11 0,-822 6-2209,670 0 1810,-179 4 100,-695 35-105,1029-43 416,-12-1 67,-53 12 0,80-13-87,-19 7 614,19-7-634,0 0 0,1 0-1,-1 1 1,1-1 0,-1 0 0,1 1 0,-1-1 0,1 0-1,-1 1 1,1-1 0,-1 1 0,1-1 0,-1 1 0,1-1-1,0 1 1,-1-1 0,1 1 0,0-1 0,-1 1-1,1 0 1,0-1 0,0 1 0,0 0 0,-1-1 0,1 2-1,4 6-4886</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39.114"/>
    </inkml:context>
    <inkml:brush xml:id="br0">
      <inkml:brushProperty name="width" value="0.05" units="cm"/>
      <inkml:brushProperty name="height" value="0.05" units="cm"/>
    </inkml:brush>
  </inkml:definitions>
  <inkml:trace contextRef="#ctx0" brushRef="#br0">131 175 24575,'-15'0'0,"0"-1"0,0-1 0,1 0 0,-1-1 0,1-1 0,-28-10 0,42 14 0,0 0 0,0 0 0,0 0 0,0 0 0,0 0 0,0 0 0,0 0 0,0-1 0,1 1 0,-1 0 0,0 0 0,0 0 0,0 0 0,0 0 0,0 0 0,0 0 0,0 0 0,0 0 0,0 0 0,0 0 0,0 0 0,0 0 0,0 0 0,0-1 0,1 1 0,-1 0 0,0 0 0,0 0 0,0 0 0,0 0 0,0 0 0,0 0 0,0 0 0,0 0 0,0-1 0,0 1 0,0 0 0,0 0 0,0 0 0,0 0 0,0 0 0,0 0 0,0 0 0,0 0 0,-1-1 0,1 1 0,0 0 0,0 0 0,0 0 0,0 0 0,0 0 0,0 0 0,0 0 0,0 0 0,0 0 0,0 0 0,0 0 0,0 0 0,0 0 0,-1 0 0,1-1 0,0 1 0,0 0 0,0 0 0,0 0 0,15-3 0,19-2 0,101-7 0,99-14 0,-227 25 0,33-7 0,-38 7 0,0 0 0,1 0 0,-1 1 0,0-1 0,0 0 0,0-1 0,-1 1 0,1 0 0,0-1 0,0 1 0,-1-1 0,1 1 0,-1-1 0,3-3 0,-3 4 0,-1 1 0,0-1 0,0 0 0,1 1 0,-1-1 0,0 0 0,0 1 0,0-1 0,0 0 0,0 0 0,0 1 0,0-1 0,0 0 0,0 0 0,0 1 0,0-1 0,-1 0 0,1 1 0,0-1 0,0 0 0,-1 1 0,1-1 0,0 0 0,-1 1 0,1-1 0,-1 1 0,1-1 0,-1 1 0,1-1 0,-1 1 0,1-1 0,-1 1 0,1-1 0,-2 0 0,-24-11 0,25 11 0,-18-6 0,-2 1 0,1 1 0,0 1 0,-1 0 0,0 2 0,0 0 0,0 1 0,0 2 0,-31 3 0,48-3 0,-1 0 0,1 0 0,-1 0 0,1 0 0,0 1 0,-1 0 0,1 0 0,0 0 0,0 0 0,0 1 0,1 0 0,-1-1 0,0 1 0,1 1 0,0-1 0,0 0 0,0 1 0,0 0 0,-3 5 0,3-1 0,0-1 0,0 1 0,1 0 0,0 0 0,0 0 0,1 0 0,0 0 0,0 0 0,1 1 0,1 9 0,3 27-273,2 1 0,3-1 0,1 0 0,20 54 0,-18-64-6553</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39.863"/>
    </inkml:context>
    <inkml:brush xml:id="br0">
      <inkml:brushProperty name="width" value="0.05" units="cm"/>
      <inkml:brushProperty name="height" value="0.05" units="cm"/>
    </inkml:brush>
  </inkml:definitions>
  <inkml:trace contextRef="#ctx0" brushRef="#br0">177 241 24575,'6'-12'0,"-1"0"0,0 0 0,0-1 0,3-15 0,-8 25 0,1 0 0,-1 1 0,1-1 0,-1 0 0,0 1 0,0-1 0,0 0 0,0 1 0,0-1 0,-1 1 0,1-1 0,-1 0 0,0 1 0,0-1 0,0 1 0,0-1 0,0 1 0,0 0 0,-1-1 0,1 1 0,-1 0 0,0 0 0,1 0 0,-1 0 0,0 0 0,0 1 0,0-1 0,-4-2 0,4 3 0,-1 0 0,0 1 0,0-1 0,1 0 0,-1 1 0,0 0 0,0-1 0,0 1 0,0 0 0,0 0 0,1 1 0,-1-1 0,0 1 0,0-1 0,0 1 0,1 0 0,-1 0 0,0 0 0,1 1 0,-1-1 0,1 0 0,-1 1 0,-3 3 0,-2 1 0,0 1 0,0 0 0,1 0 0,0 0 0,-9 12 0,8-6 0,0 0 0,1 0 0,-12 27 0,17-33 0,-1 0 0,1 0 0,0 0 0,1 1 0,0-1 0,0 1 0,0-1 0,1 1 0,1 12 0,0-18 0,-1 0 0,0 0 0,1 0 0,-1 0 0,1 0 0,0 0 0,-1 0 0,1 0 0,0 0 0,0 0 0,0 0 0,1 0 0,-1 0 0,0-1 0,1 1 0,-1-1 0,1 1 0,0-1 0,-1 1 0,1-1 0,0 0 0,0 0 0,0 0 0,0 0 0,0 0 0,0 0 0,0-1 0,0 1 0,0-1 0,0 1 0,0-1 0,0 0 0,1 0 0,-1 0 0,4 0 0,-1-1 0,0 0 0,0 0 0,-1 0 0,1 0 0,0-1 0,-1 0 0,1 0 0,-1 0 0,0 0 0,0-1 0,0 0 0,0 0 0,0 0 0,0 0 0,3-4 0,44-76 0,-51 83 0,0 0 0,1-1 0,-1 1 0,0 0 0,0 0 0,0 0 0,1-1 0,-1 1 0,0 0 0,0 0 0,0 0 0,1 0 0,-1-1 0,0 1 0,0 0 0,1 0 0,-1 0 0,0 0 0,1 0 0,-1 0 0,0 0 0,0 0 0,1 0 0,-1 0 0,0 0 0,1 0 0,-1 0 0,0 0 0,0 0 0,1 0 0,-1 0 0,0 0 0,1 0 0,6 10 0,1 17 0,-7-25 0,1 5 0,1 7 0,1 1 0,0-2 0,1 1 0,10 20 0,-14-32 0,1 1 0,-1-1 0,1 1 0,-1-1 0,1 0 0,0 1 0,0-1 0,0 0 0,0 0 0,1 0 0,-1-1 0,0 1 0,1-1 0,-1 1 0,1-1 0,-1 0 0,1 0 0,0 0 0,0 0 0,-1 0 0,1 0 0,0-1 0,0 0 0,0 1 0,0-1 0,0 0 0,0 0 0,-1-1 0,7 0 0,-5-1 0,0 1 0,1-1 0,-1 0 0,0-1 0,-1 1 0,1 0 0,0-1 0,-1 0 0,1 0 0,-1 0 0,0-1 0,0 1 0,0-1 0,-1 1 0,1-1 0,-1 0 0,0 0 0,0 0 0,3-7 0,-1-2 0,0 0 0,0 0 0,-1 0 0,-1 0 0,2-20 0,-5-3 0,-1 0 0,-12-67 0,6 46 0,6 36 0,6 32 0,6 33 0,-2 23 0,-2 1 0,-5 94 0,0-176 0,2 1 0,-1-1 0,2 0 0,0 1 0,1-1 0,8-16 0,-8 21 0,0-1 0,0 1 0,1 0 0,12-13 0,-15 18 0,0 1 0,1-1 0,-1 1 0,1 0 0,0 1 0,0-1 0,0 1 0,0-1 0,0 1 0,0 0 0,8-2 0,-10 4 0,0-1 0,0 1 0,0-1 0,0 1 0,0-1 0,0 1 0,0 0 0,0 0 0,0 0 0,0 0 0,0 0 0,0 1 0,0-1 0,0 1 0,0-1 0,0 1 0,0 0 0,-1-1 0,1 1 0,0 0 0,0 0 0,-1 0 0,1 1 0,-1-1 0,1 0 0,-1 1 0,1-1 0,-1 1 0,0-1 0,1 1 0,-1-1 0,0 1 0,0 0 0,0 0 0,-1 0 0,1-1 0,0 1 0,-1 0 0,1 0 0,-1 0 0,1 3 0,0 2 0,-1 1 0,0-1 0,0 0 0,0 1 0,-1-1 0,0 0 0,-1 0 0,1 0 0,-1 0 0,-4 9 0,1-5 0,-1-1 0,0 0 0,0 0 0,-1-1 0,0 0 0,-11 11 0,14-16 0,-1 1 0,0-1 0,0 0 0,0 0 0,0 0 0,-1-1 0,1 0 0,-1 0 0,0-1 0,0 1 0,0-1 0,-12 2 0,-3-5-1365,3-5-5461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40.036"/>
    </inkml:context>
    <inkml:brush xml:id="br0">
      <inkml:brushProperty name="width" value="0.05" units="cm"/>
      <inkml:brushProperty name="height" value="0.05" units="cm"/>
    </inkml:brush>
  </inkml:definitions>
  <inkml:trace contextRef="#ctx0" brushRef="#br0">1 0 24575,'3'0'0,"4"0"0,4 3 0,3 4 0,-1 7 0,0 7 0,-1 6 0,-4 4 0,-2 3 0,-3 2 0,-2 3 0,0 2 0,-2-4 0,1-1 0,-4-5 0,-1-4 0,1-7-8191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40.394"/>
    </inkml:context>
    <inkml:brush xml:id="br0">
      <inkml:brushProperty name="width" value="0.05" units="cm"/>
      <inkml:brushProperty name="height" value="0.05" units="cm"/>
    </inkml:brush>
  </inkml:definitions>
  <inkml:trace contextRef="#ctx0" brushRef="#br0">11 119 24575,'-5'46'0,"3"-39"0,1 1 0,0-1 0,0 1 0,1 0 0,0-1 0,1 12 0,0-17 0,-1 1 0,1-1 0,0 0 0,0 1 0,0-1 0,1 0 0,-1 0 0,0 0 0,1 0 0,-1 0 0,1 0 0,0 0 0,0 0 0,0 0 0,0-1 0,0 1 0,0-1 0,0 0 0,0 0 0,0 1 0,1-1 0,-1-1 0,0 1 0,4 1 0,-2-1 0,1 0 0,0 0 0,-1 0 0,1-1 0,-1 1 0,1-1 0,0 0 0,-1 0 0,1-1 0,0 1 0,-1-1 0,1 0 0,-1 0 0,1-1 0,-1 1 0,0-1 0,0 0 0,0 0 0,1-1 0,-2 1 0,1-1 0,0 0 0,-1 0 0,1 0 0,-1 0 0,0-1 0,0 1 0,0-1 0,0 0 0,-1 0 0,0 0 0,0 0 0,0 0 0,0-1 0,0 1 0,-1 0 0,0-1 0,0 0 0,0 1 0,0-1 0,-1 1 0,0-1 0,0-6 0,-1-1 0,0-1 0,-1 1 0,0-1 0,-1 1 0,-5-12 0,6 18 0,1 1 0,-2 0 0,1 0 0,-1 0 0,0 0 0,0 0 0,0 1 0,-1-1 0,1 1 0,-1 0 0,0 0 0,0 0 0,-7-4 0,9 7 0,1 0 0,-1 0 0,1 1 0,-1-1 0,1 0 0,-1 1 0,1-1 0,-1 1 0,1 0 0,-1-1 0,0 1 0,1 0 0,-1 0 0,0 0 0,1 0 0,-1 0 0,0 1 0,1-1 0,-1 0 0,-2 2 0,2-1 0,0 0 0,0 1 0,0-1 0,-1 1 0,2-1 0,-1 1 0,0 0 0,0 0 0,0 0 0,1 0 0,-3 4 0,0 2 0,0 0 0,1 0 0,0 1 0,0-1 0,1 1 0,-3 13 0,4-9 34,0-1 1,1 0-1,1 1 0,0-1 0,0 1 0,1-1 0,1 0 0,0 0 0,9 20 1,-10-26-110,0-1 1,0 0 0,1 0 0,0 0 0,0 0-1,0 0 1,1-1 0,-1 1 0,1-1 0,0 0-1,1 0 1,-1-1 0,1 1 0,-1-1 0,1 0-1,0 0 1,0 0 0,1-1 0,-1 0 0,0 0-1,1 0 1,10 1 0,10-2-6752</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40.800"/>
    </inkml:context>
    <inkml:brush xml:id="br0">
      <inkml:brushProperty name="width" value="0.05" units="cm"/>
      <inkml:brushProperty name="height" value="0.05" units="cm"/>
    </inkml:brush>
  </inkml:definitions>
  <inkml:trace contextRef="#ctx0" brushRef="#br0">53 11 24575,'-15'-5'0,"14"4"0,1 1 0,-1-1 0,1 1 0,-1 0 0,1-1 0,-1 1 0,0-1 0,1 1 0,-1 0 0,0 0 0,1-1 0,-1 1 0,0 0 0,1 0 0,-1 0 0,0 0 0,0 0 0,1 0 0,-1 0 0,0 0 0,1 0 0,-1 0 0,0 0 0,0 0 0,1 1 0,-1-1 0,0 0 0,1 0 0,-1 1 0,1-1 0,-1 0 0,0 1 0,1-1 0,-1 1 0,1-1 0,-1 1 0,1-1 0,-1 1 0,1-1 0,-1 1 0,1 0 0,-1 0 0,-1 3 0,1 0 0,-1 0 0,1 0 0,-1 0 0,1 0 0,1 1 0,-1-1 0,1 0 0,-1 7 0,5 43 0,-2-39 0,68 464-309,-54-384-747,-8-52-5770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41.168"/>
    </inkml:context>
    <inkml:brush xml:id="br0">
      <inkml:brushProperty name="width" value="0.05" units="cm"/>
      <inkml:brushProperty name="height" value="0.05" units="cm"/>
    </inkml:brush>
  </inkml:definitions>
  <inkml:trace contextRef="#ctx0" brushRef="#br0">270 120 24575,'0'-3'0,"-1"1"0,1-1 0,0 0 0,-1 1 0,0-1 0,0 1 0,0-1 0,0 1 0,0-1 0,0 1 0,-1-1 0,1 1 0,-1 0 0,1 0 0,-1 0 0,0 0 0,0 0 0,0 0 0,0 0 0,0 1 0,0-1 0,-1 1 0,1-1 0,0 1 0,-1 0 0,1 0 0,-1 0 0,0 0 0,1 1 0,-1-1 0,0 1 0,1-1 0,-1 1 0,0 0 0,1 0 0,-1 0 0,0 0 0,-3 2 0,-1 0 0,0 2 0,0-1 0,0 1 0,0 0 0,0 0 0,1 1 0,0 0 0,0 0 0,0 1 0,-9 12 0,-2 5 0,-25 43 0,28-41 0,-19 24 0,28-44 0,4-7 0,5-15 0,13-24 0,0 7 0,31-45 0,-38 65 0,0 0 0,1 1 0,1 0 0,0 0 0,22-16 0,-31 27 0,0 0 0,1-1 0,-1 1 0,1 1 0,-1-1 0,1 0 0,-1 1 0,1 0 0,0 0 0,0 0 0,0 0 0,0 0 0,0 1 0,0 0 0,0 0 0,0 0 0,6 1 0,-5 0 0,-1 1 0,1 0 0,-1 0 0,0 0 0,0 0 0,0 0 0,0 1 0,0 0 0,0 0 0,0 0 0,-1 0 0,0 1 0,0-1 0,5 7 0,13 24-174,0 1-1,-2 0 0,22 63 0,-32-78-491,16 41-6160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42.084"/>
    </inkml:context>
    <inkml:brush xml:id="br0">
      <inkml:brushProperty name="width" value="0.05" units="cm"/>
      <inkml:brushProperty name="height" value="0.05" units="cm"/>
    </inkml:brush>
  </inkml:definitions>
  <inkml:trace contextRef="#ctx0" brushRef="#br0">119 90 24575,'0'-6'0,"2"-43"0,-2 47 0,1 1 0,-1-1 0,0 0 0,0 0 0,1 1 0,-1-1 0,1 0 0,-1 1 0,1-1 0,0 1 0,0-1 0,0 1 0,0-1 0,0 1 0,0 0 0,0-1 0,0 1 0,0 0 0,1 0 0,-1 0 0,0 0 0,3-2 0,-3 3 0,0 0 0,0 0 0,0 0 0,0 0 0,0 1 0,0-1 0,-1 0 0,1 0 0,0 1 0,0-1 0,0 0 0,0 1 0,-1-1 0,1 1 0,0-1 0,0 1 0,-1-1 0,1 1 0,0-1 0,-1 1 0,1 0 0,-1-1 0,1 1 0,-1 0 0,1 0 0,-1-1 0,0 1 0,1 1 0,12 27 0,-12-26 0,9 27 0,-2 1 0,-1 0 0,5 55 0,-3 99 0,-8-151 0,0 86 0,-5 0 0,-25 154 0,16-201 0,-3 0 0,-3-2 0,-3 0 0,-61 131 0,46-135 0,35-60 0,10-11 0,19-15 0,-17 10 0,13-6 0,1 1 0,0 0 0,1 2 0,1 1 0,-1 1 0,2 1 0,-1 2 0,35-6 0,28 0 0,107-2 0,-166 13 0,952-12-2496,-758 15 2246,1044 21-542,-1190-18 795,79 0 151,-130-9-462,-16-1-4194</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42.767"/>
    </inkml:context>
    <inkml:brush xml:id="br0">
      <inkml:brushProperty name="width" value="0.05" units="cm"/>
      <inkml:brushProperty name="height" value="0.05" units="cm"/>
    </inkml:brush>
  </inkml:definitions>
  <inkml:trace contextRef="#ctx0" brushRef="#br0">160 103 24575,'-36'-1'0,"-34"-7"0,22 2 0,42 5 0,16 0 0,21 0 0,364 1-328,1099-16-2236,-1254 10 2453,221-8-386,-1-23 367,-384 27 1174,-76 9-1026,0 1 0,0 0 0,1 0 0,-1 0 0,0 0 1,0 0-1,1 0 0,-1 0 0,0 0 0,0 0 0,1 0 0,-1 0 0,0 0 1,0 0-1,0 0 0,1 0 0,-1 0 0,0 0 0,0 0 0,1 0 0,-1 0 1,0 1-1,0-1 0,1 0 0,-1 0 0,0 0 0,0 0 0,0 0 0,1 1 1,-1-1-1,0 0 0,0 0 0,0 0 0,0 1 0,0-1 0,0 0 0,1 0 0,-1 1 1,0-1-1,0 0 0,0 0 0,0 1 0,0-1 0,0 0 0,0 0 0,0 1 1,0-1-1,0 0 0,0 0 0,0 1 0,0-1 0,0 0 0,0 0 0,0 0 1,0 1-1,0-1 0,-1 0 0,1 0 0,0 1 0,0-1 0,0 0 0,0 0 0,0 0 1,-1 1-1,-13 19 1179,8-12-986,0 3-211,0 1 0,0 0 0,1 0 0,1 1 0,0-1 0,0 1 0,2 0 0,-1 0 0,2 0 0,0 1 0,0-1 0,2 13 0,3 24 0,19 92 0,-8-66 0,38 484 0,-47 2 0,-6-544 0,-3-2 0,3-16 0,0 0 0,-1 1 0,1-1 0,0 0 0,0 0 0,0 1 0,-1-1 0,1 0 0,0 0 0,0 0 0,-1 0 0,1 1 0,0-1 0,0 0 0,-1 0 0,1 0 0,0 0 0,0 0 0,-1 0 0,1 0 0,0 0 0,-1 0 0,1 0 0,0 0 0,-1 0 0,1 0 0,0 0 0,-1 0 0,-1-1 0,-1 0 0,0-1 0,1 1 0,-1-1 0,1 1 0,-1-1 0,-1-3 0,-2 1 0,-44-36-1365,24 20-5461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43.514"/>
    </inkml:context>
    <inkml:brush xml:id="br0">
      <inkml:brushProperty name="width" value="0.05" units="cm"/>
      <inkml:brushProperty name="height" value="0.05" units="cm"/>
    </inkml:brush>
  </inkml:definitions>
  <inkml:trace contextRef="#ctx0" brushRef="#br0">293 122 24575,'2'-1'0,"1"1"0,0-1 0,-1-1 0,0 1 0,1 0 0,-1 0 0,0-1 0,1 0 0,-1 1 0,3-4 0,3-2 0,2 1 0,-1 0 0,-1 0 0,0 0 0,7-8 0,-14 13 0,1 0 0,-1 0 0,0 0 0,0 0 0,0-1 0,0 1 0,0 0 0,-1-1 0,1 1 0,0-1 0,0 1 0,-1-1 0,1 1 0,-1-1 0,0 1 0,1-1 0,-1 0 0,0 1 0,0-1 0,0 1 0,0-1 0,0 0 0,0 1 0,0-1 0,-2-2 0,1 2 0,0 1 0,0-1 0,0 1 0,0 0 0,-1-1 0,1 1 0,-1 0 0,1 0 0,-1 0 0,1 0 0,-1 0 0,1 0 0,-1 0 0,0 1 0,0-1 0,1 1 0,-1-1 0,0 1 0,0-1 0,0 1 0,0 0 0,1 0 0,-1 0 0,-2 0 0,-8 1 0,1 0 0,-18 3 0,29-4 0,-19 5 0,1 0 0,-1 1 0,1 0 0,0 2 0,1 0 0,0 1 0,0 0 0,-27 22 0,35-23 0,-1 0 0,1 0 0,0 1 0,1 0 0,0 0 0,1 1 0,0 0 0,0 1 0,1-1 0,0 1 0,1 1 0,0-1 0,1 1 0,-5 21 0,8-27 13,0 0 1,1 0-1,0 0 0,0 0 0,0 0 0,0 0 0,1 0 0,0 0 0,0 0 1,1 0-1,0-1 0,0 1 0,0 0 0,1-1 0,-1 1 0,1-1 0,1 0 1,-1 0-1,1 0 0,-1-1 0,2 1 0,-1-1 0,0 0 0,1 0 0,8 5 1,-1-2-170,0 0 1,0-1 0,0-1 0,1 0 0,0-1 0,0 0 0,0-1-1,0 0 1,1-1 0,18 0 0,22-2-6671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43.968"/>
    </inkml:context>
    <inkml:brush xml:id="br0">
      <inkml:brushProperty name="width" value="0.05" units="cm"/>
      <inkml:brushProperty name="height" value="0.05" units="cm"/>
    </inkml:brush>
  </inkml:definitions>
  <inkml:trace contextRef="#ctx0" brushRef="#br0">258 432 24575,'0'-9'0,"0"-1"0,-1 0 0,0 1 0,-1-1 0,0 1 0,-1 0 0,-3-11 0,5 18 0,0 0 0,0 0 0,0 0 0,0 0 0,0 0 0,0 0 0,-1 0 0,1 1 0,-1-1 0,1 1 0,-1-1 0,1 1 0,-1-1 0,0 1 0,0 0 0,0 0 0,0 0 0,0 0 0,0 0 0,0 0 0,0 1 0,0-1 0,0 1 0,0-1 0,0 1 0,-1 0 0,1 0 0,0 0 0,0 0 0,0 0 0,0 0 0,-1 1 0,1-1 0,0 1 0,0-1 0,0 1 0,-4 1 0,-2 3 0,0-1 0,0 1 0,0 0 0,1 0 0,-1 1 0,1 0 0,1 0 0,-1 1 0,-9 12 0,-4 8 0,-20 37 0,36-57 0,0 0 0,1 0 0,-1 0 0,2 0 0,-1 1 0,1-1 0,0 1 0,0 0 0,0 9 0,2-15 0,0 0 0,0 1 0,1-1 0,-1 0 0,0 0 0,1 0 0,-1 0 0,1 0 0,0 0 0,0 0 0,0 0 0,0 0 0,0 0 0,0 0 0,2 2 0,-1-2 0,0 0 0,1-1 0,-1 1 0,0-1 0,0 0 0,1 1 0,-1-1 0,1 0 0,-1 0 0,1 0 0,0-1 0,-1 1 0,1-1 0,0 1 0,3-1 0,2 0 0,-1-1 0,1 0 0,0 0 0,-1 0 0,1-1 0,-1 0 0,0-1 0,1 0 0,-1 0 0,0 0 0,-1-1 0,1 0 0,-1 0 0,11-9 0,-5 2 0,0 0 0,0 0 0,-2-1 0,1-1 0,-1 0 0,9-15 0,-8 6 0,-1 1 0,0-1 0,-2-1 0,0 0 0,-2 0 0,0-1 0,2-26 0,-5 19 0,-1 0 0,-2-1 0,0 1 0,-11-61 0,11 91 0,0-3 0,-1 0 0,0 1 0,0-1 0,0 1 0,0-1 0,0 1 0,-1-1 0,1 1 0,-3-4 0,4 7 0,-1 0 0,1 0 0,0-1 0,0 1 0,0 0 0,-1 0 0,1 0 0,0 0 0,0 0 0,-1 0 0,1 0 0,0 0 0,0 0 0,0 0 0,-1 0 0,1 0 0,0 0 0,0 0 0,-1 0 0,1 0 0,0 0 0,0 0 0,0 0 0,-1 1 0,1-1 0,0 0 0,0 0 0,0 0 0,-1 0 0,1 0 0,0 0 0,0 1 0,0-1 0,0 0 0,-1 0 0,1 0 0,0 1 0,0-1 0,0 0 0,0 0 0,0 0 0,0 1 0,0-1 0,0 0 0,0 0 0,-1 0 0,1 1 0,-4 12 0,-3 20 0,1 0 0,2 0 0,2 1 0,1 38 0,1-37 0,7 137-1365,-3-128-5461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44.293"/>
    </inkml:context>
    <inkml:brush xml:id="br0">
      <inkml:brushProperty name="width" value="0.05" units="cm"/>
      <inkml:brushProperty name="height" value="0.05" units="cm"/>
    </inkml:brush>
  </inkml:definitions>
  <inkml:trace contextRef="#ctx0" brushRef="#br0">114 92 24575,'2'-5'0,"1"0"0,-1 0 0,0 0 0,-1 0 0,1-1 0,-1 1 0,0-1 0,0 1 0,-1 0 0,0-1 0,0 0 0,0 1 0,-1-7 0,1 11 0,0 1 0,-1-1 0,1 1 0,0-1 0,0 1 0,-1-1 0,1 1 0,0-1 0,0 1 0,-1-1 0,1 1 0,0-1 0,-1 1 0,1 0 0,-1-1 0,1 1 0,-1 0 0,1-1 0,-1 1 0,1 0 0,-1 0 0,1-1 0,-1 1 0,1 0 0,-1 0 0,1 0 0,-1 0 0,0-1 0,-1 2 0,0-1 0,1 0 0,-1 0 0,1 1 0,0-1 0,-1 1 0,1-1 0,-1 1 0,1 0 0,-3 1 0,-1 2 0,0 0 0,0 0 0,1 0 0,-7 7 0,7-5 0,0-1 0,0 0 0,0 1 0,0 0 0,1 0 0,0 0 0,0 1 0,1-1 0,0 0 0,0 1 0,0 0 0,1-1 0,0 1 0,1 0 0,-1 0 0,1 0 0,0-1 0,1 1 0,0 0 0,0 0 0,0 0 0,1-1 0,0 1 0,0-1 0,1 0 0,-1 1 0,1-1 0,1 0 0,6 9 0,19 17 0,-22-26 0,-1 1 0,0-1 0,0 1 0,0 0 0,-1 1 0,0-1 0,-1 1 0,5 10 0,-8-16 7,-1-1 0,1 0 0,-1 0 0,0 1-1,1-1 1,-1 1 0,0-1 0,0 0 0,0 1 0,0-1-1,0 0 1,0 1 0,0-1 0,-1 1 0,1-1-1,0 0 1,-1 1 0,1-1 0,-1 0 0,1 0 0,-1 1-1,0-1 1,0 0 0,-1 1 0,1 0 6,-1 0 0,0-1 0,-1 0 0,1 0 1,0 1-1,0-1 0,0 0 0,-1-1 0,1 1 0,0 0 0,-1-1 0,-3 1 1,-4 0-299,0 0 1,0-1-1,-1-1 1,1 0-1,-14-2 1,-5-5-6542</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44.853"/>
    </inkml:context>
    <inkml:brush xml:id="br0">
      <inkml:brushProperty name="width" value="0.05" units="cm"/>
      <inkml:brushProperty name="height" value="0.05" units="cm"/>
    </inkml:brush>
  </inkml:definitions>
  <inkml:trace contextRef="#ctx0" brushRef="#br0">97 428 24575,'-14'0'0,"13"-1"0,0 1 0,-1 0 0,1-1 0,0 1 0,0 0 0,0 0 0,-1 0 0,1 0 0,0 0 0,0 0 0,0 0 0,0 0 0,-1 1 0,1-1 0,0 0 0,0 1 0,0-1 0,0 1 0,0-1 0,0 1 0,0 0 0,0-1 0,0 1 0,0 0 0,0 0 0,0 0 0,0-1 0,0 1 0,1 0 0,-1 0 0,0 0 0,1 0 0,-1 0 0,1 1 0,-1-1 0,1 0 0,0 0 0,-1 0 0,1 0 0,0 0 0,0 1 0,0-1 0,0 2 0,-2 19 0,1 0 0,0 0 0,2 0 0,1 0 0,5 25 0,2 30 0,-9-60 0,-3-30 0,-3-29 0,0-16 0,3 0 0,7-89 0,-1 112 0,2 1 0,1 0 0,2 1 0,1-1 0,22-51 0,-24 71 0,0 1 0,1 0 0,0 0 0,1 0 0,0 1 0,12-11 0,-18 20 0,1-1 0,0 1 0,0 0 0,0 0 0,0 1 0,0-1 0,1 1 0,-1 0 0,1 0 0,5-1 0,-8 2 0,1 1 0,0-1 0,0 1 0,-1 0 0,1 0 0,0 0 0,0 1 0,-1-1 0,1 1 0,0-1 0,0 1 0,-1 0 0,1 0 0,-1 0 0,1 0 0,-1 1 0,1-1 0,-1 1 0,3 1 0,0 2 0,0 0 0,-1 0 0,1 0 0,-1 0 0,0 1 0,-1 0 0,0-1 0,1 1 0,-2 1 0,1-1 0,-1 0 0,0 1 0,0-1 0,1 12 0,0-2 0,-2 1 0,0 1 0,-1-1 0,-3 29 0,0-27 0,-1 0 0,0 1 0,-2-2 0,0 1 0,-1-1 0,-1 0 0,-1 0 0,0-1 0,-23 30 0,22-33 0,-1-1 0,-1 0 0,0 0 0,-1-2 0,0 0 0,-1 0 0,0-1 0,-1-1 0,0 0 0,0-1 0,-24 9 0,-1-8 0,21-11 0,18 2 0,1 0 0,-1-1 0,1 1 0,0 0 0,-1-1 0,1 1 0,-1 0 0,1-1 0,0 1 0,-1 0 0,1-1 0,0 1 0,0-1 0,-1 1 0,1-1 0,0 1 0,0 0 0,0-1 0,0 1 0,0-1 0,0 1 0,-1-1 0,1 1 0,0-1 0,0 1 0,0-1 0,0 1 0,1-1 0,-1 1 0,0-1 0,0 0 0,1-1 0,0 0 0,-1 1 0,1-1 0,0 0 0,1 1 0,-1-1 0,0 1 0,0-1 0,1 1 0,-1-1 0,0 1 0,1 0 0,0 0 0,-1 0 0,1 0 0,0 0 0,-1 0 0,1 0 0,0 0 0,0 1 0,0-1 0,0 1 0,-1-1 0,1 1 0,4 0 0,0-1 0,1 0 0,-1 1 0,1 0 0,-1 0 0,0 1 0,12 2 0,-6 1 65,1 1 0,-1 0 0,0 1 0,21 13 0,44 36-874,-56-39-72,2 1-5945</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45.180"/>
    </inkml:context>
    <inkml:brush xml:id="br0">
      <inkml:brushProperty name="width" value="0.05" units="cm"/>
      <inkml:brushProperty name="height" value="0.05" units="cm"/>
    </inkml:brush>
  </inkml:definitions>
  <inkml:trace contextRef="#ctx0" brushRef="#br0">154 60 24575,'-3'-4'0,"0"-1"0,0 1 0,0-1 0,0 1 0,-1 0 0,0 0 0,0 1 0,0-1 0,0 1 0,0 0 0,-1 0 0,1 0 0,-9-3 0,11 5 0,1 1 0,-1-1 0,0 1 0,1-1 0,-1 1 0,0-1 0,0 1 0,0 0 0,1 0 0,-1 0 0,0 0 0,0 0 0,0 0 0,1 1 0,-1-1 0,0 1 0,0-1 0,1 1 0,-1-1 0,0 1 0,1 0 0,-1 0 0,1 0 0,-1 0 0,1 0 0,-1 0 0,1 0 0,0 1 0,0-1 0,-1 0 0,1 1 0,0-1 0,0 1 0,0-1 0,0 1 0,1 0 0,-1-1 0,0 1 0,1 0 0,-1-1 0,1 1 0,-1 2 0,-1 6 0,0 1 0,1 0 0,-1-1 0,2 1 0,0 0 0,0-1 0,1 1 0,0 0 0,3 10 0,-3-16 0,0 1 0,1-1 0,0 0 0,-1 0 0,2 0 0,-1 0 0,0 0 0,1 0 0,0-1 0,0 1 0,1-1 0,-1 0 0,1 0 0,0 0 0,0 0 0,0-1 0,1 0 0,-1 1 0,7 2 0,-8-5 0,-1 0 0,1 0 0,-1 0 0,1 0 0,0-1 0,0 0 0,-1 1 0,1-1 0,0 0 0,0 0 0,-1 0 0,1 0 0,0-1 0,0 1 0,-1-1 0,1 0 0,0 0 0,-1 0 0,1 0 0,-1 0 0,1 0 0,-1-1 0,0 1 0,1-1 0,-1 0 0,0 0 0,0 1 0,0-1 0,0 0 0,-1-1 0,1 1 0,0 0 0,-1-1 0,2-2 0,1-2 0,-1 1 0,0-1 0,-1 0 0,1 0 0,-1 0 0,0 0 0,-1 0 0,0-1 0,0 1 0,-1 0 0,0-15 0,-1 17 16,1 0-1,-2 0 1,1 0-1,0 0 1,-1 1-1,0-1 1,0 0-1,0 1 1,-1-1-1,1 1 1,-1 0-1,0 0 1,-1 0-1,1 0 1,-1 0-1,1 1 1,-1-1 0,0 1-1,0 0 1,-1 0-1,-7-3 1,6 3-123,0 1 0,-1 0 1,0 0-1,1 0 0,-1 1 1,0 0-1,0 0 0,0 1 1,0 0-1,0 0 0,0 0 1,0 1-1,1 0 0,-1 1 1,-9 2-1,-5 4-6719</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45.537"/>
    </inkml:context>
    <inkml:brush xml:id="br0">
      <inkml:brushProperty name="width" value="0.05" units="cm"/>
      <inkml:brushProperty name="height" value="0.05" units="cm"/>
    </inkml:brush>
  </inkml:definitions>
  <inkml:trace contextRef="#ctx0" brushRef="#br0">85 54 24575,'-1'-3'0,"-1"0"0,1 1 0,0-1 0,-1 0 0,0 1 0,0-1 0,0 1 0,0-1 0,0 1 0,0 0 0,-1 0 0,1 0 0,-1 0 0,1 0 0,-1 1 0,-3-3 0,5 4 0,0 1 0,1-1 0,-1 0 0,1 0 0,-1 0 0,1 0 0,-1 0 0,1 1 0,-1-1 0,1 0 0,-1 0 0,1 1 0,-1-1 0,1 0 0,0 1 0,-1-1 0,1 0 0,0 1 0,-1-1 0,1 1 0,0-1 0,-1 1 0,1-1 0,0 1 0,0-1 0,-1 1 0,1-1 0,0 1 0,0-1 0,0 1 0,0-1 0,0 1 0,0-1 0,0 1 0,0-1 0,0 1 0,0 0 0,0-1 0,0 1 0,3 24 0,3 0 0,12 33 0,-16-49 0,2-1 0,-1 0 0,1 0 0,1-1 0,0 1 0,0-1 0,10 12 0,-14-18 0,1 1 0,-1-1 0,0 0 0,1 1 0,-1-1 0,1 0 0,-1 0 0,1 0 0,0 0 0,-1-1 0,1 1 0,0 0 0,0-1 0,-1 1 0,1-1 0,0 1 0,0-1 0,0 0 0,0 0 0,0 0 0,0 0 0,-1 0 0,1 0 0,0-1 0,0 1 0,0-1 0,0 1 0,-1-1 0,1 0 0,0 1 0,-1-1 0,1 0 0,0 0 0,-1 0 0,1 0 0,-1-1 0,0 1 0,1 0 0,-1-1 0,2-2 0,1-1 0,0 0 0,-1 0 0,1-1 0,-1 1 0,-1-1 0,1 0 0,-1 0 0,0 0 0,0 0 0,-1 0 0,1-8 0,-2 9 0,0-1 0,0 1 0,-1-1 0,0 1 0,0-1 0,-1 1 0,1 0 0,-1-1 0,0 1 0,-1 0 0,1 0 0,-1 0 0,0 1 0,0-1 0,0 1 0,-1-1 0,0 1 0,0 0 0,0 0 0,0 1 0,0-1 0,-10-4 0,11 6 0,-1-1 0,1 1 0,-1 1 0,0-1 0,0 0 0,1 1 0,-1 0 0,0 0 0,0 0 0,0 1 0,0-1 0,-1 1 0,1 0 0,0 0 0,0 0 0,0 1 0,0-1 0,0 1 0,0 0 0,0 0 0,0 0 0,1 1 0,-1 0 0,0-1 0,1 1 0,-1 0 0,1 1 0,-1-1 0,1 1 0,0-1 0,-4 6 0,5-6-114,0 0 1,1 0-1,-1 1 0,1-1 0,-1 0 1,1 1-1,0-1 0,0 1 0,0-1 1,0 1-1,0 3 0,1 6-6712</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45.739"/>
    </inkml:context>
    <inkml:brush xml:id="br0">
      <inkml:brushProperty name="width" value="0.05" units="cm"/>
      <inkml:brushProperty name="height" value="0.05" units="cm"/>
    </inkml:brush>
  </inkml:definitions>
  <inkml:trace contextRef="#ctx0" brushRef="#br0">1 86 24575,'0'-6'0,"0"-8"0,0-5 0,0-2 0,3 3 0,1 10 0,3 13 0,3 14 0,3 16 0,-1 11 0,1 10 0,-2 7 0,0 5 0,-2 0 0,1-3 0,-2-12-8191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45.879"/>
    </inkml:context>
    <inkml:brush xml:id="br0">
      <inkml:brushProperty name="width" value="0.05" units="cm"/>
      <inkml:brushProperty name="height" value="0.05" units="cm"/>
    </inkml:brush>
  </inkml:definitions>
  <inkml:trace contextRef="#ctx0" brushRef="#br0">1 177 24575,'0'-9'0,"0"-12"0,3-8 0,4-3 0,3 2 0,4 5 0,5 8 0,3 6 0,-1 8 0,-2 5-8191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46.450"/>
    </inkml:context>
    <inkml:brush xml:id="br0">
      <inkml:brushProperty name="width" value="0.05" units="cm"/>
      <inkml:brushProperty name="height" value="0.05" units="cm"/>
    </inkml:brush>
  </inkml:definitions>
  <inkml:trace contextRef="#ctx0" brushRef="#br0">173 100 24575,'-1'-2'0,"1"0"0,-1 0 0,0 0 0,0 0 0,0 1 0,0-1 0,-1 0 0,1 0 0,0 1 0,-2-3 0,-8-11 0,7 5 0,1 4 0,1 0 0,-1 0 0,1 0 0,-2 1 0,-4-8 0,7 12 0,1 0 0,-1 1 0,0-1 0,0 0 0,0 0 0,0 1 0,0-1 0,0 0 0,0 1 0,0-1 0,0 1 0,0-1 0,0 1 0,0-1 0,0 1 0,0 0 0,0 0 0,-1 0 0,1-1 0,0 1 0,0 0 0,0 1 0,0-1 0,0 0 0,-1 0 0,1 0 0,0 1 0,0-1 0,0 0 0,0 1 0,0-1 0,0 1 0,0-1 0,0 1 0,-2 1 0,-4 4 0,0 0 0,0 1 0,1-1 0,-1 1 0,2 1 0,-1-1 0,1 1 0,0 0 0,1 0 0,-1 1 0,2-1 0,-1 1 0,1 0 0,-3 18 0,4-21 0,2 0 0,-1 0 0,1 0 0,0 0 0,0 0 0,0 0 0,1 0 0,0 0 0,0 0 0,4 10 0,-3-12 0,-1 0 0,1-1 0,1 1 0,-1-1 0,0 1 0,1-1 0,-1 0 0,1 0 0,0 0 0,0-1 0,0 1 0,1-1 0,-1 1 0,0-1 0,1 0 0,0-1 0,4 3 0,-2-2 0,1-1 0,0 1 0,-1-2 0,1 1 0,0 0 0,-1-1 0,1-1 0,0 1 0,-1-1 0,1 0 0,-1 0 0,1-1 0,-1 0 0,1 0 0,-1-1 0,11-5 0,-15 7 0,1 0 0,-1-1 0,1 1 0,-1-1 0,0 0 0,0 1 0,0-1 0,0 0 0,0 0 0,0 0 0,0-1 0,0 1 0,-1 0 0,1-1 0,-1 1 0,0-1 0,0 1 0,0-1 0,0 1 0,0-1 0,0 0 0,-1 0 0,0 1 0,1-1 0,-1 0 0,0 0 0,0 0 0,0 1 0,-1-1 0,1 0 0,-1 0 0,1 1 0,-1-1 0,0 0 0,0 1 0,0-1 0,-1 0 0,1 1 0,0 0 0,-1-1 0,-2-2 0,1 1 0,0 0 0,-1 0 0,1 0 0,-1 0 0,0 1 0,0-1 0,0 1 0,-1 0 0,1 0 0,-1 1 0,0-1 0,0 1 0,-6-3 0,8 5 0,1-1 0,0 1 0,0 0 0,-1 0 0,1-1 0,0 1 0,0 1 0,-1-1 0,1 0 0,0 0 0,0 1 0,-1-1 0,1 1 0,0 0 0,0 0 0,0 0 0,0 0 0,0 0 0,0 0 0,0 0 0,0 1 0,1-1 0,-1 1 0,0-1 0,1 1 0,-1 0 0,1 0 0,0 0 0,0-1 0,-1 1 0,1 0 0,0 0 0,0 3 0,-3 4 0,1 0 0,0 0 0,1 0 0,0 0 0,0 1 0,1-1 0,0 0 0,1 1 0,0-1 0,0 1 0,1-1 0,0 0 0,1 1 0,5 15 0,-4-17 0,0 1 0,0-1 0,1 0 0,0 0 0,0-1 0,1 1 0,0-1 0,1 0 0,-1 0 0,1-1 0,1 0 0,-1 0 0,1 0 0,0-1 0,14 9 0,12 0-1365,-2-5-5461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47.174"/>
    </inkml:context>
    <inkml:brush xml:id="br0">
      <inkml:brushProperty name="width" value="0.05" units="cm"/>
      <inkml:brushProperty name="height" value="0.05" units="cm"/>
    </inkml:brush>
  </inkml:definitions>
  <inkml:trace contextRef="#ctx0" brushRef="#br0">104 208 24575,'-12'-13'0,"-21"-18"0,30 29 0,1 0 0,-1 0 0,1 0 0,-1 1 0,0-1 0,0 1 0,1 0 0,-1 0 0,0 0 0,0 0 0,-5 0 0,7 0 0,1 1 0,-1 0 0,0 0 0,0 0 0,1 0 0,-1 1 0,0-1 0,1 0 0,-1 0 0,0 0 0,0 0 0,1 1 0,-1-1 0,1 0 0,-1 1 0,0-1 0,1 0 0,-1 1 0,1-1 0,-1 1 0,1-1 0,-1 1 0,1-1 0,-1 1 0,0 1 0,0-1 0,1 1 0,-1 0 0,1 0 0,-1-1 0,1 1 0,-1 0 0,1 0 0,0 0 0,0-1 0,0 3 0,1 4 0,0-1 0,0 1 0,5 14 0,7 17 0,33 69 0,-45-106 0,0 0 0,0 0 0,1 0 0,-1-1 0,0 1 0,1 0 0,-1-1 0,1 1 0,2 2 0,-3-4 0,-1 0 0,1 0 0,-1 0 0,1 0 0,-1 0 0,1 1 0,-1-1 0,1 0 0,-1 0 0,1 0 0,-1-1 0,1 1 0,-1 0 0,1 0 0,-1 0 0,1 0 0,-1 0 0,1-1 0,-1 1 0,1 0 0,-1 0 0,1-1 0,-1 1 0,0 0 0,1-1 0,-1 1 0,1 0 0,-1-1 0,0 1 0,1 0 0,-1-1 0,0 1 0,0-1 0,1 1 0,-1-1 0,0 1 0,0-1 0,0 1 0,0-1 0,1 1 0,-1-1 0,0 1 0,0-1 0,0 0 0,8-25 0,7-45 0,-11 49 0,0 0 0,2 1 0,13-34 0,-19 54 0,0 1 0,0 0 0,0-1 0,0 1 0,0 0 0,0-1 0,0 1 0,0 0 0,1-1 0,-1 1 0,0 0 0,0-1 0,0 1 0,1 0 0,-1-1 0,0 1 0,0 0 0,1 0 0,-1-1 0,0 1 0,1 0 0,-1 0 0,0-1 0,1 1 0,-1 0 0,0 0 0,1 0 0,-1 0 0,0 0 0,1 0 0,-1-1 0,0 1 0,1 0 0,-1 0 0,1 0 0,6 14 0,1 30 0,-7-37 0,1 3 0,0 4 0,0 0 0,1 0 0,1 0 0,8 21 0,-11-33 0,0 0 0,0 1 0,0-1 0,0 0 0,0 0 0,1 0 0,-1 0 0,1 0 0,-1-1 0,1 1 0,0 0 0,-1-1 0,1 1 0,0-1 0,0 1 0,0-1 0,1 0 0,-1 0 0,0 0 0,0 0 0,0-1 0,1 1 0,-1 0 0,0-1 0,1 0 0,-1 1 0,1-1 0,-1 0 0,0 0 0,1 0 0,-1-1 0,1 1 0,-1-1 0,4 0 0,-2-1 0,0 0 0,1 0 0,-2-1 0,1 1 0,0-1 0,0 1 0,-1-1 0,1 0 0,-1-1 0,0 1 0,0-1 0,0 1 0,-1-1 0,1 0 0,-1 0 0,0 0 0,0 0 0,0 0 0,2-8 0,2-8 0,-1-1 0,4-40 0,-7 48 0,-2 9 0,7-27 0,-7 30 0,0 1 0,0 0 0,1-1 0,-1 1 0,0 0 0,0-1 0,0 1 0,0 0 0,1 0 0,-1-1 0,0 1 0,0 0 0,1 0 0,-1-1 0,0 1 0,0 0 0,1 0 0,-1 0 0,0-1 0,1 1 0,-1 0 0,0 0 0,1 0 0,-1 0 0,0 0 0,1 0 0,0 0 0,-1 0 0,1 0 0,0 1 0,0-1 0,0 1 0,-1-1 0,1 1 0,0-1 0,-1 1 0,1 0 0,0-1 0,-1 1 0,1 0 0,-1 0 0,1-1 0,-1 1 0,1 1 0,7 10 0,0 0 0,0-1 0,1 0 0,15 15 0,-22-24 0,0 0 0,0-1 0,1 1 0,-1 0 0,1-1 0,0 1 0,-1-1 0,1 0 0,0 0 0,0 0 0,0 0 0,4 0 0,-5-1 0,0 0 0,0 0 0,0 0 0,0-1 0,0 1 0,0-1 0,0 1 0,-1-1 0,1 0 0,0 1 0,0-1 0,0 0 0,-1 0 0,1 0 0,0-1 0,-1 1 0,1 0 0,-1-1 0,0 1 0,3-4 0,-1 1 0,0-1 0,0 0 0,-1 0 0,0 0 0,0 0 0,0 0 0,0 0 0,-1-1 0,0 1 0,0 0 0,0-1 0,-1 1 0,0-1 0,0 1 0,-1-11 0,-2-1 0,0 0 0,-1 0 0,-9-28 0,4 30 0,9 15 0,0 1 0,-1-1 0,1 0 0,0 0 0,-1 0 0,1 0 0,0 1 0,0-1 0,0 0 0,-1 0 0,1 0 0,0 1 0,0-1 0,0 0 0,-1 0 0,1 1 0,0-1 0,0 0 0,0 0 0,0 1 0,0-1 0,0 0 0,0 1 0,0-1 0,0 0 0,0 1 0,0-1 0,0 0 0,0 1 0,-2 34 0,8 36-682,31 137-1,-32-184-6143</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47.446"/>
    </inkml:context>
    <inkml:brush xml:id="br0">
      <inkml:brushProperty name="width" value="0.05" units="cm"/>
      <inkml:brushProperty name="height" value="0.05" units="cm"/>
    </inkml:brush>
  </inkml:definitions>
  <inkml:trace contextRef="#ctx0" brushRef="#br0">29 166 24575,'-1'-5'0,"0"-1"0,0 0 0,0 1 0,-1-1 0,1 1 0,-6-11 0,4 10 0,0 0 0,1 0 0,0-1 0,-2-11 0,4 16 0,0 0 0,0 0 0,0-1 0,0 1 0,0 0 0,0 0 0,1 0 0,-1 0 0,1 0 0,0 0 0,0 0 0,-1 0 0,1 0 0,1 0 0,-1 0 0,0 0 0,0 0 0,3-2 0,0 0 0,-1 2 0,1-1 0,0 0 0,0 1 0,0 0 0,0 0 0,0 0 0,1 0 0,-1 0 0,0 1 0,1 0 0,-1 0 0,9 0 0,8-1 0,36 3 0,-36 0 0,-7 0 0,-11-1 0,1 1 0,0-1 0,0 1 0,0-1 0,-1 0 0,1-1 0,0 1 0,0-1 0,-1 0 0,1 1 0,0-2 0,4-1 0,-9 3 0,1 0 0,-1 1 0,0-1 0,1 0 0,-1 0 0,0 1 0,1-1 0,-1 0 0,0 1 0,1-1 0,-1 0 0,0 1 0,1-1 0,-1 1 0,1-1 0,-1 1 0,1-1 0,-1 1 0,1 0 0,-1-1 0,1 1 0,0 0 0,-1-1 0,1 2 0,-3 5 0,1 1 0,-1 0 0,2 0 0,-1 0 0,1 1 0,0-1 0,1 15 0,8 59 0,-7-77 0,10 49-1365,-5-34-5461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47.636"/>
    </inkml:context>
    <inkml:brush xml:id="br0">
      <inkml:brushProperty name="width" value="0.05" units="cm"/>
      <inkml:brushProperty name="height" value="0.05" units="cm"/>
    </inkml:brush>
  </inkml:definitions>
  <inkml:trace contextRef="#ctx0" brushRef="#br0">15 8 24575,'0'-3'0,"-3"-1"0,-1 3 0,0 5 0,1 5 0,4 0 0,1 3 0,4 1 0,1-1-8191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48.426"/>
    </inkml:context>
    <inkml:brush xml:id="br0">
      <inkml:brushProperty name="width" value="0.05" units="cm"/>
      <inkml:brushProperty name="height" value="0.05" units="cm"/>
    </inkml:brush>
  </inkml:definitions>
  <inkml:trace contextRef="#ctx0" brushRef="#br0">28 21 24575,'-3'-2'0,"-13"-14"0,9 14 0,5 11 0,3-4 0,0 0 0,1 0 0,-1-1 0,1 1 0,0 0 0,1-1 0,-1 1 0,1-1 0,4 6 0,36 38 0,-19-22 0,-17-19 0,-1 1 0,0 0 0,0 0 0,-1 0 0,0 0 0,0 1 0,-1 0 0,0 0 0,-1 0 0,0 0 0,0 1 0,-1-1 0,0 1 0,-1 0 0,0 0 0,-1 17 0,0-25 0,0 121 0,4-139 0,-1-1 0,-1 1 0,1-20 0,1-16 0,-4 52 0,1-1 0,-1 1 0,0-1 0,0 1 0,0 0 0,1-1 0,-1 1 0,0 0 0,1 0 0,-1-1 0,0 1 0,1 0 0,-1 0 0,0-1 0,1 1 0,-1 0 0,1 0 0,-1 0 0,0 0 0,1 0 0,-1-1 0,1 1 0,-1 0 0,0 0 0,1 0 0,-1 0 0,1 0 0,-1 0 0,1 0 0,-1 1 0,0-1 0,1 0 0,-1 0 0,1 0 0,0 1 0,22 6 0,-9-3 0,-6-3 0,-1-1 0,1 0 0,0 0 0,0 0 0,-1-1 0,1 0 0,0-1 0,-1 1 0,1-2 0,-1 1 0,11-6 0,-15 7 0,1 0 0,-1-1 0,0 0 0,1 0 0,-1 0 0,0 0 0,0-1 0,-1 1 0,1-1 0,0 1 0,-1-1 0,1 0 0,-1 0 0,0 0 0,0 0 0,0-1 0,-1 1 0,1-1 0,-1 1 0,0-1 0,0 1 0,0-1 0,0 0 0,-1 1 0,1-7 0,-1 10 0,0 0 0,0 0 0,0-1 0,0 1 0,0 0 0,0-1 0,0 1 0,0 0 0,0-1 0,0 1 0,0 0 0,0-1 0,0 1 0,0 0 0,0 0 0,0-1 0,0 1 0,0 0 0,-1 0 0,1-1 0,0 1 0,0 0 0,0 0 0,-1-1 0,1 1 0,0 0 0,0 0 0,0 0 0,-1-1 0,1 1 0,-1 0 0,-3 9 0,3 5 0,0 0 0,1 0 0,1 0 0,1 0 0,0 0 0,4 14 0,27 84 0,-25-87 0,14 40 0,-2 2 0,14 94 0,-33-151 0,0-1 0,-1 1 0,0 0 0,0 0 0,-1-1 0,-3 11 0,4-18 0,0 1 0,-1-1 0,1 0 0,-1 0 0,0 0 0,0 0 0,0 0 0,0 0 0,0 0 0,0 0 0,-1 0 0,1 0 0,-1-1 0,1 1 0,-1-1 0,1 1 0,-1-1 0,0 1 0,0-1 0,0 0 0,0 0 0,0 0 0,0 0 0,0 0 0,0-1 0,0 1 0,0 0 0,-1-1 0,1 0 0,0 1 0,0-1 0,-3 0 0,-3-1 0,1 0 0,0-1 0,0 0 0,0 0 0,0 0 0,0-1 0,0 0 0,0-1 0,1 1 0,0-1 0,0-1 0,-10-7 0,5 2 0,0 0 0,0-1 0,1-1 0,1 0 0,-11-16 0,14 16 0,-1 0 0,2 0 0,0-1 0,0 1 0,1-1 0,1 0 0,0 0 0,0-1 0,2 1 0,0-1 0,0 1 0,1-1 0,1 1 0,0-1 0,1 1 0,6-24 0,-5 27 0,0 1 0,1-1 0,0 0 0,0 1 0,1 0 0,0 0 0,1 0 0,0 1 0,1 0 0,-1 0 0,2 1 0,-1-1 0,1 2 0,0-1 0,0 1 0,1 0 0,-1 1 0,1 0 0,1 0 0,-1 1 0,1 0 0,13-3 0,-16 5 0,1 1 0,-1-1 0,1 1 0,-1 1 0,1 0 0,0 0 0,-1 0 0,1 1 0,0 0 0,-1 1 0,14 3 0,-18-3 0,0-1 0,1 1 0,-1-1 0,0 1 0,1 0 0,-1 1 0,0-1 0,-1 0 0,1 1 0,0 0 0,-1-1 0,1 1 0,-1 0 0,0 0 0,0 0 0,0 1 0,0-1 0,-1 0 0,0 1 0,1-1 0,-1 1 0,0 0 0,0-1 0,-1 1 0,1 0 0,-1 3 0,0 0-273,0 1 0,-1-1 0,0 0 0,-2 9 0,-9 27-6553</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52.999"/>
    </inkml:context>
    <inkml:brush xml:id="br0">
      <inkml:brushProperty name="width" value="0.05" units="cm"/>
      <inkml:brushProperty name="height" value="0.05" units="cm"/>
    </inkml:brush>
  </inkml:definitions>
  <inkml:trace contextRef="#ctx0" brushRef="#br0">1 0 24575,'0'743'-1365,"0"-713"-5461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53.376"/>
    </inkml:context>
    <inkml:brush xml:id="br0">
      <inkml:brushProperty name="width" value="0.05" units="cm"/>
      <inkml:brushProperty name="height" value="0.05" units="cm"/>
    </inkml:brush>
  </inkml:definitions>
  <inkml:trace contextRef="#ctx0" brushRef="#br0">160 148 24575,'-3'-2'0,"1"-1"0,-1 1 0,0-1 0,0 1 0,0 0 0,0 0 0,0 0 0,0 1 0,-1-1 0,1 1 0,-7-2 0,9 3 0,-1 0 0,1 0 0,-1 0 0,1 0 0,-1 0 0,1 0 0,-1 0 0,1 1 0,-1-1 0,1 1 0,-1-1 0,1 1 0,-1 0 0,1-1 0,0 1 0,-1 0 0,1 0 0,0 0 0,0 0 0,0 0 0,-1 0 0,1 0 0,0 0 0,1 1 0,-1-1 0,0 0 0,0 1 0,0-1 0,0 3 0,-7 13 0,2 1 0,-7 25 0,8-23 0,-13 31 0,18-49 0,-1-1 0,1 0 0,-1 0 0,1 0 0,-1 0 0,1 0 0,-1 0 0,0 0 0,1 0 0,-1 0 0,0 0 0,0 0 0,0 0 0,0-1 0,0 1 0,-1 1 0,1-2 0,1 0 0,-1 0 0,1 0 0,-1-1 0,1 1 0,0 0 0,-1 0 0,1 0 0,0 0 0,-1-1 0,1 1 0,-1 0 0,1 0 0,0-1 0,-1 1 0,1 0 0,0-1 0,0 1 0,-1 0 0,1-1 0,0 1 0,0-1 0,0 1 0,-1 0 0,1-1 0,0 1 0,0-1 0,0 1 0,0-1 0,-2-4 0,1-1 0,0 0 0,0 1 0,0-1 0,1-8 0,1-1 0,1 0 0,0 1 0,2-1 0,0 1 0,0-1 0,1 1 0,1 1 0,0-1 0,1 1 0,1 0 0,0 1 0,0-1 0,1 2 0,1-1 0,0 1 0,16-13 0,-23 21 0,0 1 0,0-1 0,1 1 0,-1 0 0,1 0 0,-1 0 0,1 1 0,-1-1 0,1 1 0,0 0 0,0 0 0,0 0 0,-1 0 0,1 1 0,0-1 0,0 1 0,0 0 0,0 1 0,0-1 0,0 1 0,0-1 0,0 1 0,0 0 0,-1 1 0,6 1 0,-1 1 0,0 1 0,0 0 0,-1 1 0,0 0 0,0 0 0,0 0 0,0 1 0,-1 0 0,9 14 0,14 22-1365,-4-1-5461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54.090"/>
    </inkml:context>
    <inkml:brush xml:id="br0">
      <inkml:brushProperty name="width" value="0.05" units="cm"/>
      <inkml:brushProperty name="height" value="0.05" units="cm"/>
    </inkml:brush>
  </inkml:definitions>
  <inkml:trace contextRef="#ctx0" brushRef="#br0">1292 210 24575,'3'-3'0,"-1"1"0,1-1 0,-1 0 0,0-1 0,0 1 0,0 0 0,0-1 0,-1 1 0,1-1 0,-1 1 0,0-1 0,0 0 0,0 1 0,-1-1 0,1 0 0,-1 0 0,0 1 0,0-1 0,0 0 0,-1 0 0,1 0 0,-1 1 0,0-1 0,-2-6 0,1 4 0,0 1 0,-1-1 0,1 1 0,-1 0 0,0 0 0,-1 0 0,1 1 0,-1-1 0,0 1 0,0 0 0,0 0 0,0 0 0,-1 0 0,0 1 0,-9-6 0,2 5 0,0-1 0,-1 2 0,1-1 0,-1 2 0,0 0 0,0 0 0,1 1 0,-1 1 0,-14 1 0,-7 1 0,0 3 0,-40 9 0,21 1 0,1 1 0,0 3 0,1 2 0,-60 35 0,41-15 0,1 3 0,-76 65 0,103-74 0,1 2 0,2 1 0,1 2 0,3 2 0,-48 71 0,70-91 0,1 0 0,1 0 0,1 1 0,2 1 0,0 0 0,-5 27 0,10-33 0,0 0 0,2 1 0,0-1 0,1 0 0,1 1 0,1-1 0,0 0 0,2 0 0,6 22 0,-4-21-18,1 0-1,1-1 1,1 0-1,1 0 1,0-1-1,1 0 1,1-1-1,18 20 1,-10-15-43,1-2 0,1 0 0,1-1 0,0-1 0,32 16-1,-1-6-44,1-2-1,2-3 1,0-2-1,116 23 1,-50-21-127,1-6 0,0-5 0,184-8 0,-135-13-233,333-66 0,-382 48 473,-1-5 1,-2-6-1,204-95 0,-257 99-25,-1-2-1,-2-4 1,-2-2 0,-2-3-1,-2-2 1,-2-3-1,77-89 1,-114 115-57,0 0 0,-2-1-1,-2-1 1,0-1 0,-1 0 0,-2 0 0,13-43 0,-22 57 77,-1 0 0,0 0 0,-1-1 0,-1 1 1,0 0-1,-1-1 0,-4-26 0,2 29-3,-1 1 1,0 0-1,0 0 0,-2 0 1,1 0-1,-1 0 1,-1 1-1,0 0 0,0 0 1,-14-16-1,5 11-1,0 0 1,0 2 0,-1 0-1,-1 0 1,0 1-1,-1 1 1,-36-16-1,7 8-5,0 2-1,-61-13 1,-8 6-45,-1 5 1,-189-8-1,-241 40-93,346 6-206,-245 55-1,282-36-3164</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54.572"/>
    </inkml:context>
    <inkml:brush xml:id="br0">
      <inkml:brushProperty name="width" value="0.05" units="cm"/>
      <inkml:brushProperty name="height" value="0.05" units="cm"/>
    </inkml:brush>
  </inkml:definitions>
  <inkml:trace contextRef="#ctx0" brushRef="#br0">366 176 24575,'1'-4'0,"-1"-1"0,1 1 0,1-1 0,-1 1 0,0 0 0,5-8 0,2-8 0,-5 13 0,-1-1 0,0 0 0,0 0 0,-1 0 0,0 0 0,0-12 0,-1 18 0,0 0 0,-1 0 0,1-1 0,-1 1 0,1 0 0,-1 0 0,0 0 0,0 0 0,1 1 0,-2-1 0,1 0 0,0 0 0,0 0 0,0 1 0,-1-1 0,1 1 0,-1-1 0,0 1 0,1-1 0,-1 1 0,0 0 0,0 0 0,1 0 0,-1 0 0,0 0 0,0 0 0,0 1 0,0-1 0,-4 0 0,-6-1 0,0 1 0,0 0 0,0 0 0,0 1 0,0 1 0,0 0 0,0 1 0,0 0 0,0 1 0,-16 6 0,2 0 0,1 2 0,0 0 0,-35 24 0,53-31 0,0 1 0,0 0 0,0 0 0,1 1 0,0 0 0,0 0 0,-8 13 0,12-17 0,1 1 0,-1-1 0,1 0 0,0 1 0,0-1 0,0 1 0,1-1 0,-1 1 0,0-1 0,1 1 0,0 0 0,-1-1 0,1 1 0,0-1 0,0 1 0,1 0 0,-1-1 0,1 1 0,-1 0 0,1-1 0,0 1 0,0-1 0,0 1 0,0-1 0,0 0 0,0 1 0,1-1 0,2 4 0,3 1 0,0 0 0,1-1 0,-1 1 0,1-1 0,0-1 0,1 1 0,-1-1 0,11 3 0,77 29 0,-87-34 0,129 37 0,40 15 0,-170-52 0,1 0 0,-1 1 0,0 0 0,11 8 0,-18-11 0,0-1 0,0 1 0,0-1 0,0 1 0,0 0 0,-1-1 0,1 1 0,0 0 0,0 0 0,-1-1 0,1 1 0,-1 0 0,1 0 0,-1 0 0,1 0 0,-1 0 0,1 0 0,-1 0 0,0 0 0,0 0 0,1 0 0,-1 0 0,0 0 0,0 0 0,0 0 0,0 0 0,0 0 0,0 0 0,-1 0 0,1 0 0,0 0 0,0 0 0,-1 0 0,1 0 0,0 0 0,-1 0 0,1 0 0,-1 0 0,0 0 0,1-1 0,-1 1 0,0 0 0,1 0 0,-1 0 0,0-1 0,0 1 0,0-1 0,1 1 0,-3 0 0,-5 5 0,0-1 0,-1 0 0,0-1 0,0 0 0,0 0 0,-1-1 0,-10 3 0,-72 12 0,82-17 0,-20 4-227,1-1-1,-1-2 1,1-1-1,-1-1 1,-39-6-1,33-2-6598</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54.916"/>
    </inkml:context>
    <inkml:brush xml:id="br0">
      <inkml:brushProperty name="width" value="0.05" units="cm"/>
      <inkml:brushProperty name="height" value="0.05" units="cm"/>
    </inkml:brush>
  </inkml:definitions>
  <inkml:trace contextRef="#ctx0" brushRef="#br0">38 162 24575,'0'0'0,"0"0"0,1 0 0,-1 0 0,0 0 0,0 0 0,0 0 0,1 0 0,-1 0 0,0 0 0,0 0 0,1 0 0,-1 0 0,0 0 0,0 1 0,0-1 0,1 0 0,-1 0 0,0 0 0,0 0 0,0 0 0,1 0 0,-1 1 0,0-1 0,0 0 0,0 0 0,0 0 0,0 0 0,0 1 0,1-1 0,-1 0 0,0 0 0,0 1 0,0-1 0,0 0 0,0 0 0,0 0 0,0 1 0,0-1 0,0 0 0,0 0 0,0 1 0,-3 12 0,2-12 0,1 0 0,-1-1 0,1 1 0,0 0 0,-1 0 0,1 0 0,0 0 0,-1 0 0,1 0 0,0 0 0,0 0 0,0 0 0,0 0 0,0 0 0,0 0 0,0 0 0,0 0 0,1-1 0,-1 1 0,0 0 0,0 0 0,1 0 0,-1 0 0,2 1 0,1 0 0,0-1 0,0 1 0,0-1 0,0 0 0,0 0 0,1 0 0,-1-1 0,1 1 0,-1-1 0,0 0 0,1 0 0,-1 0 0,7-1 0,44-11 0,-44 9 0,0-1 0,-1 0 0,0 0 0,0-1 0,0 0 0,0 0 0,-1-1 0,1-1 0,7-7 0,-14 12 0,1 0 0,-1 0 0,0-1 0,0 1 0,-1 0 0,1-1 0,0 1 0,-1-1 0,0 0 0,1 1 0,-1-1 0,0 0 0,-1 0 0,1 0 0,0 0 0,-1 0 0,1 0 0,-1 0 0,0 0 0,0 0 0,0 0 0,-1 0 0,1 1 0,-1-1 0,1 0 0,-1 0 0,0 0 0,0 0 0,0 0 0,-1 1 0,1-1 0,-1 1 0,1-1 0,-1 1 0,-3-4 0,1 1 0,-1 1 0,0 0 0,1 0 0,-1 1 0,0 0 0,-1-1 0,1 2 0,0-1 0,-1 1 0,0-1 0,1 2 0,-1-1 0,0 1 0,0-1 0,0 2 0,0-1 0,0 1 0,0 0 0,-1 0 0,1 0 0,0 1 0,-8 2 0,8-2 0,1 0 0,-1 0 0,0 1 0,1 0 0,-1 0 0,1 1 0,0 0 0,0-1 0,0 2 0,0-1 0,0 1 0,1-1 0,-1 1 0,1 0 0,0 1 0,0-1 0,1 1 0,-1 0 0,1 0 0,0 0 0,1 0 0,-1 0 0,-1 6 0,1 0-54,1 0-1,1 0 0,0-1 1,0 1-1,1 0 1,1 0-1,0 0 0,0 0 1,1 0-1,0-1 1,1 1-1,0-1 0,1 1 1,0-1-1,0 0 0,1 0 1,1-1-1,0 0 1,0 0-1,0 0 0,1-1 1,1 1-1,-1-2 1,10 8-1,9 2-6771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55.209"/>
    </inkml:context>
    <inkml:brush xml:id="br0">
      <inkml:brushProperty name="width" value="0.05" units="cm"/>
      <inkml:brushProperty name="height" value="0.05" units="cm"/>
    </inkml:brush>
  </inkml:definitions>
  <inkml:trace contextRef="#ctx0" brushRef="#br0">7 98 24575,'-3'-17'0,"0"-7"0,3 23 0,0 1 0,0-1 0,0 1 0,1-1 0,-1 1 0,0-1 0,1 1 0,-1-1 0,0 1 0,1-1 0,-1 1 0,0 0 0,1-1 0,-1 1 0,1-1 0,-1 1 0,1 0 0,-1 0 0,1-1 0,-1 1 0,1 0 0,-1 0 0,1-1 0,0 1 0,-1 0 0,1 0 0,-1 0 0,1 0 0,-1 0 0,1 0 0,0 0 0,-1 0 0,1 0 0,-1 0 0,1 0 0,-1 0 0,2 1 0,4 0 0,0 1 0,0 0 0,0 0 0,0 1 0,-1-1 0,1 1 0,-1 0 0,0 1 0,0 0 0,9 8 0,-4-4 0,-2 1 0,1 0 0,-1 1 0,10 15 0,-15-18 0,1-1 0,-1 1 0,0 0 0,-1 0 0,0 0 0,2 12 0,-3-16 0,-1-1 0,0 0 0,0 0 0,0 0 0,0 1 0,0-1 0,-1 0 0,1 0 0,-1 0 0,1 1 0,-2 2 0,1-4 0,0 0 0,1 0 0,-1 0 0,0 0 0,0 0 0,0 0 0,0 0 0,0 0 0,0-1 0,0 1 0,0 0 0,0-1 0,0 1 0,0-1 0,0 1 0,0-1 0,0 0 0,-1 1 0,1-1 0,0 0 0,0 0 0,-3 0 0,2 0 0,0 0 0,0 0 0,0-1 0,0 1 0,0-1 0,0 0 0,0 1 0,0-1 0,0 0 0,0 0 0,0 0 0,1 0 0,-1-1 0,0 1 0,1 0 0,-1-1 0,1 1 0,-1-1 0,1 0 0,0 1 0,-1-1 0,1 0 0,0 0 0,0 0 0,1 0 0,-1 0 0,0 0 0,0 0 0,1-2 0,-3-4 0,1 0 0,0-1 0,1 1 0,0-1 0,0-16 0,2 17-85,0 0 0,1-1-1,-1 1 1,2 0 0,-1 0-1,1 0 1,0 0 0,1 1-1,0-1 1,0 1 0,0 0-1,1 0 1,0 0 0,1 1-1,8-9 1,3 0-6741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55.534"/>
    </inkml:context>
    <inkml:brush xml:id="br0">
      <inkml:brushProperty name="width" value="0.05" units="cm"/>
      <inkml:brushProperty name="height" value="0.05" units="cm"/>
    </inkml:brush>
  </inkml:definitions>
  <inkml:trace contextRef="#ctx0" brushRef="#br0">41 2 24575,'-2'0'0,"1"0"0,-1 0 0,1 0 0,-1 0 0,1 0 0,-1 1 0,1-1 0,-1 0 0,1 1 0,-1-1 0,1 1 0,-1 0 0,1-1 0,-1 1 0,1 0 0,0 0 0,0 0 0,-1 0 0,1 0 0,0 0 0,0 0 0,0 0 0,0 1 0,0-1 0,0 0 0,1 1 0,-1-1 0,0 0 0,0 3 0,0-1 0,1 0 0,-1 0 0,1 0 0,0 0 0,0 0 0,0 0 0,0 1 0,1-1 0,-1 0 0,1-1 0,0 1 0,0 0 0,0 0 0,1 3 0,33 64 0,44 65 0,-78-132 0,1 0 0,0 0 0,0-1 0,0 0 0,0 1 0,0-1 0,1 0 0,-1 0 0,1 0 0,-1 0 0,1 0 0,0-1 0,-1 1 0,7 1 0,-8-3 0,1 0 0,0 0 0,-1 0 0,1 0 0,0 0 0,0 0 0,-1 0 0,1-1 0,0 1 0,-1-1 0,1 1 0,-1-1 0,1 0 0,-1 1 0,1-1 0,-1 0 0,1 0 0,-1 0 0,0 0 0,1-1 0,-1 1 0,0 0 0,0 0 0,0-1 0,0 1 0,0-1 0,0 1 0,1-3 0,4-8 0,0 0 0,-1 0 0,-1 0 0,0-1 0,-1 1 0,3-14 0,6-80 0,-12 79 247,0 20-449,0 1 1,0 0-1,0-1 1,1 1-1,0 0 1,0 0-1,2-7 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55.692"/>
    </inkml:context>
    <inkml:brush xml:id="br0">
      <inkml:brushProperty name="width" value="0.05" units="cm"/>
      <inkml:brushProperty name="height" value="0.05" units="cm"/>
    </inkml:brush>
  </inkml:definitions>
  <inkml:trace contextRef="#ctx0" brushRef="#br0">1 0 24575,'0'3'0,"0"4"0,0 4 0,0 6 0,3 6 0,1 5 0,2 4 0,1 3 0,2-3 0,3 1 0,-2-4 0,-1-5-8191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55.816"/>
    </inkml:context>
    <inkml:brush xml:id="br0">
      <inkml:brushProperty name="width" value="0.05" units="cm"/>
      <inkml:brushProperty name="height" value="0.05" units="cm"/>
    </inkml:brush>
  </inkml:definitions>
  <inkml:trace contextRef="#ctx0" brushRef="#br0">17 77 24575,'-3'-6'0,"-1"-8"0,0-4 0,1-3 0,1 3-8191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56.064"/>
    </inkml:context>
    <inkml:brush xml:id="br0">
      <inkml:brushProperty name="width" value="0.05" units="cm"/>
      <inkml:brushProperty name="height" value="0.05" units="cm"/>
    </inkml:brush>
  </inkml:definitions>
  <inkml:trace contextRef="#ctx0" brushRef="#br0">102 116 24575,'2'-3'0,"0"0"0,0 0 0,0-1 0,0 1 0,-1-1 0,0 1 0,1-1 0,-1 1 0,-1-1 0,1 0 0,0-7 0,0 6 0,-1-1 0,0 0 0,0 0 0,0 1 0,-1-1 0,1 0 0,-3-5 0,3 10 0,0 0 0,-1 0 0,1 0 0,0 1 0,-1-1 0,1 0 0,-1 0 0,1 1 0,-1-1 0,1 0 0,-1 1 0,1-1 0,-1 0 0,0 1 0,1-1 0,-1 1 0,0-1 0,0 1 0,1-1 0,-1 1 0,0 0 0,0-1 0,0 1 0,0 0 0,-1-1 0,0 1 0,0 0 0,1 1 0,-1-1 0,0 0 0,0 1 0,0-1 0,0 1 0,1-1 0,-1 1 0,0 0 0,-2 1 0,-3 3 0,1-1 0,-1 1 0,1 0 0,-9 10 0,11-11 0,1 0 0,0 0 0,0 0 0,0 0 0,0 1 0,1-1 0,0 1 0,0-1 0,0 1 0,0 0 0,1 0 0,0-1 0,0 1 0,0 0 0,1 0 0,-1 0 0,1 1 0,1-1 0,0 6 0,0-6 0,0 0 0,1 1 0,0-1 0,0 0 0,1 0 0,-1 0 0,1 0 0,0-1 0,1 1 0,-1-1 0,1 0 0,-1 0 0,1 0 0,1 0 0,-1 0 0,0-1 0,7 4 0,-2-2-273,0-1 0,0 1 0,1-1 0,17 4 0,5-1-6553</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1:56.468"/>
    </inkml:context>
    <inkml:brush xml:id="br0">
      <inkml:brushProperty name="width" value="0.05" units="cm"/>
      <inkml:brushProperty name="height" value="0.05" units="cm"/>
    </inkml:brush>
  </inkml:definitions>
  <inkml:trace contextRef="#ctx0" brushRef="#br0">142 213 24575,'-4'-4'0,"-1"0"0,0 1 0,1-1 0,-9-3 0,-5 2 0,17 5 0,0 0 0,1 0 0,-1 0 0,1 1 0,-1-1 0,1 0 0,-1 0 0,1 0 0,-1 1 0,1-1 0,-1 0 0,1 1 0,-1-1 0,1 0 0,-1 1 0,1-1 0,-1 1 0,1-1 0,0 1 0,-1-1 0,1 1 0,0-1 0,-1 1 0,1-1 0,0 1 0,-1 0 0,1 0 0,0 0 0,0 0 0,0 0 0,0 0 0,0 0 0,0 0 0,0 0 0,0 1 0,1-1 0,-1 0 0,0 0 0,0 0 0,1-1 0,-1 1 0,1 0 0,-1 0 0,1 0 0,-1 0 0,1 0 0,0 0 0,-1-1 0,1 1 0,0 0 0,0 0 0,-1-1 0,1 1 0,0-1 0,0 1 0,0-1 0,0 1 0,0-1 0,0 1 0,0-1 0,0 0 0,0 0 0,0 1 0,2-1 0,3 2 0,1-1 0,-1 0 0,1 0 0,10 0 0,-11-1 0,0-1 0,0 0 0,0 0 0,0 0 0,0-1 0,0 0 0,-1 0 0,1-1 0,-1 0 0,1 0 0,7-5 0,-5 2 0,0-1 0,0 0 0,-1 0 0,1 0 0,-2-1 0,7-9 0,-11 15 0,0-1 0,0 1 0,-1-1 0,0 0 0,1 1 0,-1-1 0,0 0 0,0 0 0,-1 0 0,1 0 0,0 0 0,-1 0 0,0 0 0,0 0 0,0 0 0,0 0 0,0 0 0,0 0 0,-1 0 0,0 1 0,1-1 0,-1 0 0,0 0 0,0 0 0,-1 0 0,1 1 0,-1-1 0,1 1 0,-1-1 0,0 1 0,0 0 0,-3-4 0,-1 1 0,0 0 0,0 0 0,0 1 0,0 0 0,-1 0 0,0 0 0,0 1 0,0 0 0,0 0 0,0 1 0,-14-3 0,13 4 0,-1 0 0,1 0 0,0 0 0,-1 2 0,1-1 0,-1 1 0,1 0 0,0 0 0,0 1 0,0 0 0,-14 6 0,18-6 0,-1 1 0,1-1 0,0 1 0,0 0 0,0 0 0,0 0 0,0 1 0,1-1 0,0 1 0,0 0 0,0 0 0,0 0 0,0 0 0,1 1 0,-1-1 0,1 1 0,1-1 0,-1 1 0,1 0 0,-2 9 0,2-8 0,0 0 0,0 1 0,1-1 0,0 0 0,1 1 0,-1-1 0,1 0 0,0 0 0,1 1 0,-1-1 0,1 0 0,1-1 0,2 7 0,0-4 0,0 0 0,0 0 0,0-1 0,1 0 0,0 0 0,1 0 0,-1-1 0,11 7 0,-3-3 0,0-1 0,1-1 0,0 0 0,1-1 0,0 0 0,0-1 0,0-1 0,0-1 0,23 3 0,-28-5-170,0-1-1,0-1 0,0 0 1,0 0-1,0-1 0,0 0 1,20-6-1,-7-2-6655</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15.386"/>
    </inkml:context>
    <inkml:brush xml:id="br0">
      <inkml:brushProperty name="width" value="0.05" units="cm"/>
      <inkml:brushProperty name="height" value="0.05" units="cm"/>
    </inkml:brush>
  </inkml:definitions>
  <inkml:trace contextRef="#ctx0" brushRef="#br0">70 213 24575,'-28'-44'0,"20"34"0,1-2 0,-9-17 0,14 25 0,0 0 0,1-1 0,-1 1 0,1 0 0,0-1 0,1 1 0,-1-1 0,1 0 0,0 1 0,0-1 0,1-5 0,-1 7 0,1 0 0,0 0 0,0 1 0,0-1 0,1 0 0,-1 0 0,0 1 0,1-1 0,0 1 0,0 0 0,0-1 0,0 1 0,0 0 0,0 0 0,0 0 0,1 0 0,-1 1 0,1-1 0,-1 1 0,1-1 0,0 1 0,0 0 0,-1 0 0,1 0 0,0 0 0,0 1 0,4-1 0,3-1 0,0 1 0,0 0 0,0 1 0,0 0 0,0 1 0,20 3 0,-22-2 0,0 0 0,1 0 0,-1 1 0,-1 0 0,1 1 0,0 0 0,-1 0 0,0 1 0,0-1 0,0 2 0,0-1 0,-1 1 0,0 0 0,0 0 0,-1 0 0,9 14 0,-8-9 0,-1-1 0,0 1 0,-1 0 0,0 0 0,0 1 0,-2-1 0,1 1 0,-1-1 0,-1 1 0,0 0 0,-2 19 0,-1 0 0,-2-1 0,-1 1 0,-12 42 0,-37 85 0,1-3 0,49-141-273,0 1 0,2-1 0,-1 1 0,1 27 0,5 0-6553</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15.542"/>
    </inkml:context>
    <inkml:brush xml:id="br0">
      <inkml:brushProperty name="width" value="0.05" units="cm"/>
      <inkml:brushProperty name="height" value="0.05" units="cm"/>
    </inkml:brush>
  </inkml:definitions>
  <inkml:trace contextRef="#ctx0" brushRef="#br0">0 0 24575,'0'3'0,"0"4"0,0-2 0,3-3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15.870"/>
    </inkml:context>
    <inkml:brush xml:id="br0">
      <inkml:brushProperty name="width" value="0.05" units="cm"/>
      <inkml:brushProperty name="height" value="0.05" units="cm"/>
    </inkml:brush>
  </inkml:definitions>
  <inkml:trace contextRef="#ctx0" brushRef="#br0">73 199 24575,'-10'-11'0,"0"0"0,0-1 0,2 0 0,-8-13 0,13 21 0,1-1 0,-1 1 0,1-1 0,1 1 0,-1-1 0,1 0 0,-1 1 0,1-1 0,1 0 0,-1 0 0,1 0 0,0 0 0,0 0 0,0 0 0,0 0 0,2-4 0,-1 7 0,0 0 0,-1 0 0,1 0 0,0 0 0,1 0 0,-1 0 0,0 0 0,0 1 0,1-1 0,-1 1 0,1-1 0,-1 1 0,1-1 0,0 1 0,0 0 0,3-2 0,-1 1 0,1 0 0,-1 0 0,1 1 0,0 0 0,0 0 0,0 0 0,5 0 0,-1 0 0,0 1 0,0 0 0,0 1 0,0 0 0,-1 0 0,1 1 0,0 0 0,8 4 0,-12-3 0,1 0 0,-1 0 0,0 1 0,0-1 0,0 1 0,0 1 0,-1-1 0,0 0 0,0 1 0,0 0 0,0 0 0,-1 1 0,0-1 0,0 0 0,0 1 0,-1 0 0,0 0 0,0 0 0,2 9 0,1 11 0,-1 0 0,-1 0 0,-1 33 0,-2-56 0,-9 215 132,3-126-1629,3-37-5329</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16.010"/>
    </inkml:context>
    <inkml:brush xml:id="br0">
      <inkml:brushProperty name="width" value="0.05" units="cm"/>
      <inkml:brushProperty name="height" value="0.05" units="cm"/>
    </inkml:brush>
  </inkml:definitions>
  <inkml:trace contextRef="#ctx0" brushRef="#br0">0 0 24575,'0'3'0,"3"1"0,4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04.750"/>
    </inkml:context>
    <inkml:brush xml:id="br0">
      <inkml:brushProperty name="width" value="0.05" units="cm"/>
      <inkml:brushProperty name="height" value="0.05" units="cm"/>
    </inkml:brush>
  </inkml:definitions>
  <inkml:trace contextRef="#ctx0" brushRef="#br0">298 0 24575,'-6'1'0,"1"-1"0,0 1 0,-1 0 0,1 0 0,0 1 0,-1 0 0,1 0 0,0 0 0,-5 3 0,-42 30 0,43-29 0,-18 14 0,1 0 0,-28 29 0,46-41 0,1 1 0,0-1 0,0 1 0,0 1 0,1-1 0,1 1 0,0 0 0,0 0 0,1 1 0,-4 14 0,7-18 0,0 0 0,0 1 0,1-1 0,1 0 0,-1 1 0,1-1 0,0 0 0,1 0 0,-1 0 0,2 0 0,-1 0 0,1 0 0,0 0 0,0-1 0,1 1 0,0-1 0,0 0 0,0 0 0,1 0 0,0-1 0,0 0 0,9 8 0,-6-6 0,0-1 0,0 1 0,1-1 0,0-1 0,0 0 0,1 0 0,0-1 0,-1 0 0,1 0 0,0-1 0,1-1 0,-1 0 0,0 0 0,1-1 0,12 0 0,10-5-1365,-4-3-5461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04.982"/>
    </inkml:context>
    <inkml:brush xml:id="br0">
      <inkml:brushProperty name="width" value="0.05" units="cm"/>
      <inkml:brushProperty name="height" value="0.05" units="cm"/>
    </inkml:brush>
  </inkml:definitions>
  <inkml:trace contextRef="#ctx0" brushRef="#br0">1 0 24575,'3'0'0,"1"3"0,-1 4 0,0 7 0,-1 3 0,0 6 0,-2 2 0,1 2 0,-1 6 0,0 3 0,-1 1 0,1 1 0,0 0 0,0-4 0,0-1 0,0-4 0,0-7-8191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05.497"/>
    </inkml:context>
    <inkml:brush xml:id="br0">
      <inkml:brushProperty name="width" value="0.05" units="cm"/>
      <inkml:brushProperty name="height" value="0.05" units="cm"/>
    </inkml:brush>
  </inkml:definitions>
  <inkml:trace contextRef="#ctx0" brushRef="#br0">1 0 24575,'3'0'0,"4"0"0,4 0 0,3 0 0,2 0 0,-1 0-8191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06.009"/>
    </inkml:context>
    <inkml:brush xml:id="br0">
      <inkml:brushProperty name="width" value="0.05" units="cm"/>
      <inkml:brushProperty name="height" value="0.05" units="cm"/>
    </inkml:brush>
  </inkml:definitions>
  <inkml:trace contextRef="#ctx0" brushRef="#br0">1 136 24575,'0'3'0,"6"1"0,8 0 0,10-1 0,17-4 0,16-4 0,16-5 0,17-1 0,11-4 0,10 0 0,3 0 0,1-1 0,-5 0 0,-8 2 0,-13 1 0,-16 3 0,-20 2-8191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11.952"/>
    </inkml:context>
    <inkml:brush xml:id="br0">
      <inkml:brushProperty name="width" value="0.05" units="cm"/>
      <inkml:brushProperty name="height" value="0.05" units="cm"/>
    </inkml:brush>
  </inkml:definitions>
  <inkml:trace contextRef="#ctx0" brushRef="#br0">261 63 24575,'9'-10'0,"0"0"0,11-17 0,-20 27 0,0-1 0,1 1 0,-1 0 0,0-1 0,1 1 0,-1 0 0,0-1 0,0 1 0,1-1 0,-1 1 0,0 0 0,0-1 0,0 1 0,0-1 0,0 1 0,0 0 0,0-1 0,1 1 0,-1-1 0,0 1 0,0-1 0,-1 1 0,1 0 0,0-1 0,0 1 0,0-1 0,0 1 0,0 0 0,0-1 0,0 1 0,-1-1 0,1 1 0,0 0 0,-1-1 0,-15 0 0,-20 13 0,19-2 0,1 0 0,1 2 0,0 0 0,0 1 0,1 0 0,1 1 0,0 1 0,1 0 0,1 1 0,0 0 0,1 0 0,1 1 0,-12 29 0,10-16 0,0 2 0,2-1 0,1 1 0,2 1 0,1-1 0,2 1 0,0 39 0,4-49 0,0-1 0,2 1 0,0-1 0,2 0 0,0 0 0,1-1 0,1 1 0,19 36 0,-18-43 0,1 0 0,1 0 0,0-1 0,1 0 0,1-1 0,0-1 0,0 0 0,1 0 0,1-1 0,0-1 0,30 17 0,-19-15 0,0-2 0,0-1 0,1-1 0,0-1 0,1-1 0,-1-1 0,1-2 0,0 0 0,0-2 0,43-3 0,-34-2 0,0-1 0,0-1 0,0-3 0,-1 0 0,0-2 0,-1-2 0,43-22 0,-57 24 0,0-1 0,-1 0 0,-1-1 0,0-1 0,-1-1 0,0-1 0,-1 0 0,-1-1 0,15-22 0,-19 23 0,-1 0 0,-1-1 0,-1 0 0,-1-1 0,0 0 0,-1 0 0,-1 0 0,0-1 0,-2 1 0,0-1 0,0-24 0,-3 20 29,-1 0-1,-1 1 1,-1-1-1,-1 0 0,-1 1 1,-1 0-1,-1 0 1,-1 1-1,-1-1 1,-1 2-1,-19-31 1,22 39-67,-2 0 0,0 1 0,0 1 0,-1-1 0,-1 1 0,1 1 0,-1 0 0,-21-12 0,23 16-67,-1 0 0,0 1 0,-1 0 0,1 0 0,-1 1 0,1 1 0,-1 0 0,0 0 0,0 1 0,0 0 0,0 1 0,-13 1 0,-7 4-6721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12.554"/>
    </inkml:context>
    <inkml:brush xml:id="br0">
      <inkml:brushProperty name="width" value="0.05" units="cm"/>
      <inkml:brushProperty name="height" value="0.05" units="cm"/>
    </inkml:brush>
  </inkml:definitions>
  <inkml:trace contextRef="#ctx0" brushRef="#br0">108 0 24575,'-1'20'0,"-1"0"0,0 0 0,-2 0 0,0-1 0,-2 1 0,-9 24 0,-41 151 0,49-164 0,2 0 0,2 0 0,0 0 0,4 48 0,-1-75 0,1 0 0,0 0 0,0 0 0,1 0 0,-1 0 0,1-1 0,0 1 0,0 0 0,0-1 0,0 1 0,1-1 0,-1 0 0,1 0 0,0 0 0,0 0 0,0-1 0,0 1 0,0-1 0,1 1 0,-1-1 0,1 0 0,0-1 0,-1 1 0,7 1 0,10 4 0,1-1 0,0-1 0,30 4 0,-32-6 0,97 15 0,1-6 0,150-3 0,-239-9 0,0-3 0,43-7 0,-62 8 0,-1 0 0,0 0 0,0-1 0,0 0 0,0-1 0,0 1 0,-1-2 0,0 1 0,0-1 0,0 0 0,0 0 0,10-11 0,-14 12 0,0-1 0,-1 1 0,1-1 0,-1 0 0,0 0 0,0 0 0,0-1 0,-1 1 0,0 0 0,0-1 0,0 1 0,0 0 0,-1-1 0,0 1 0,0-1 0,-1 1 0,-1-9 0,-3-9 0,-1-1 0,-15-37 0,12 34 0,-16-50 0,-14-41 0,30 97 0,0 1 0,-1 0 0,-18-27 0,23 41 43,1-1 0,-2 2-1,1-1 1,0 0 0,-1 1-1,0 0 1,-9-5 0,12 8-138,-1 0 0,1 0 0,0 0 0,-1 1 1,1 0-1,0 0 0,-1 0 0,1 0 0,-1 0 0,0 1 1,1 0-1,-1-1 0,0 1 0,1 1 0,-1-1 1,1 0-1,-7 2 0,-1 3-6731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13.071"/>
    </inkml:context>
    <inkml:brush xml:id="br0">
      <inkml:brushProperty name="width" value="0.05" units="cm"/>
      <inkml:brushProperty name="height" value="0.05" units="cm"/>
    </inkml:brush>
  </inkml:definitions>
  <inkml:trace contextRef="#ctx0" brushRef="#br0">407 175 24575,'1'-37'0,"0"21"0,-1 0 0,0 0 0,-1-1 0,-4-15 0,5 30 0,0 0 0,0 0 0,-1 0 0,1 0 0,-1 1 0,0-1 0,1 0 0,-1 0 0,0 1 0,0-1 0,0 0 0,0 1 0,0-1 0,0 1 0,-1 0 0,1-1 0,0 1 0,-1 0 0,1 0 0,-1-1 0,1 1 0,-1 0 0,0 1 0,1-1 0,-1 0 0,0 0 0,0 1 0,1-1 0,-1 1 0,0 0 0,0-1 0,0 1 0,0 0 0,0 0 0,0 0 0,1 0 0,-1 1 0,0-1 0,0 0 0,0 1 0,0-1 0,1 1 0,-4 1 0,-6 3 0,0 0 0,1 1 0,0 0 0,0 1 0,-14 11 0,1 2 0,1 1 0,1 0 0,1 2 0,1 1 0,1 0 0,-25 45 0,27-38 0,1 1 0,1 0 0,2 1 0,1 0 0,-10 54 0,17-69 0,2 0 0,0 0 0,2 0 0,-1 0 0,2 0 0,1 0 0,0 0 0,8 31 0,-6-39 0,-1 0 0,1 0 0,1-1 0,0 1 0,0-1 0,1-1 0,0 1 0,0-1 0,1 0 0,0 0 0,0-1 0,1 0 0,0 0 0,0-1 0,1 0 0,14 8 0,-5-6 0,1-1 0,-1 0 0,1-2 0,0 0 0,0-1 0,0-1 0,1-1 0,-1 0 0,1-2 0,29-2 0,-16-1 0,0-2 0,-1-1 0,0-2 0,0 0 0,44-20 0,-60 21 0,0-1 0,-1-1 0,0 0 0,0-1 0,-1 0 0,-1-1 0,1-1 0,-2 0 0,0-1 0,0 0 0,-1-1 0,-1 0 0,0 0 0,10-24 0,-14 25 0,0-1 0,-1 1 0,-1-1 0,0-1 0,-1 1 0,0 0 0,-2-1 0,1 0 0,-2 1 0,0-1 0,-1 1 0,0-1 0,-1 0 0,-1 1 0,0 0 0,-1 0 0,-8-22 0,7 24-91,-1 0 0,0 1 0,0 0 0,-1 0 0,-1 0 0,0 1 0,0-1 0,-1 2 0,0 0 0,-1 0 0,0 0 0,0 1 0,-1 1 0,-16-9 0,-13-2-6735</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13.569"/>
    </inkml:context>
    <inkml:brush xml:id="br0">
      <inkml:brushProperty name="width" value="0.05" units="cm"/>
      <inkml:brushProperty name="height" value="0.05" units="cm"/>
    </inkml:brush>
  </inkml:definitions>
  <inkml:trace contextRef="#ctx0" brushRef="#br0">299 0 24575,'-12'13'0,"0"1"0,-13 20 0,6-8 0,-1 0 0,-92 126 0,92-122 0,2 1 0,2 0 0,-17 44 0,31-70 0,0 0 0,0 1 0,0-1 0,1 1 0,0-1 0,0 1 0,1-1 0,-1 1 0,1 0 0,1-1 0,-1 1 0,1 0 0,0-1 0,0 1 0,0-1 0,1 1 0,0-1 0,0 0 0,0 0 0,1 0 0,0 0 0,0 0 0,0 0 0,0-1 0,1 1 0,0-1 0,0 0 0,0 0 0,9 5 0,8 7 0,1-1 0,0-1 0,1-1 0,1-1 0,0-1 0,1-1 0,0-2 0,37 9 0,2-4 0,1-4 0,81 3 0,-100-10 0,78-7 0,-105 3 0,-1-1 0,0 0 0,1-2 0,-2 0 0,1-1 0,-1-1 0,18-10 0,-29 14 0,0 0 0,-1-1 0,0 1 0,0-1 0,0-1 0,0 1 0,0-1 0,-1 0 0,0 0 0,0 0 0,-1 0 0,1-1 0,-1 1 0,5-12 0,-6 9 0,0 0 0,0 0 0,-1 0 0,0 0 0,-1 0 0,1-1 0,-1 1 0,-1 0 0,0 0 0,-2-11 0,-4-7 0,-2 0 0,0 1 0,-1 1 0,-2-1 0,0 2 0,-17-23 0,7 9-1365,14 23-5461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14.379"/>
    </inkml:context>
    <inkml:brush xml:id="br0">
      <inkml:brushProperty name="width" value="0.05" units="cm"/>
      <inkml:brushProperty name="height" value="0.05" units="cm"/>
    </inkml:brush>
  </inkml:definitions>
  <inkml:trace contextRef="#ctx0" brushRef="#br0">654 122 24575,'0'-4'0,"0"1"0,-1-1 0,1 0 0,-1 1 0,0-1 0,0 1 0,0-1 0,0 1 0,-1-1 0,1 1 0,-1 0 0,0 0 0,0 0 0,-4-6 0,1 4 0,0 1 0,0 0 0,0 0 0,0 0 0,-1 0 0,1 1 0,-12-6 0,2 4 0,-1-1 0,1 2 0,-1 0 0,0 1 0,0 1 0,-19-1 0,18 3 0,1 1 0,0 1 0,0 0 0,0 1 0,0 1 0,0 0 0,1 1 0,-1 1 0,1 0 0,1 1 0,-1 1 0,1 0 0,1 1 0,-18 15 0,8-4 0,0 1 0,2 0 0,1 2 0,1 1 0,0 0 0,-26 49 0,39-64 0,1 1 0,1 1 0,0-1 0,0 1 0,1-1 0,0 1 0,1 0 0,0 0 0,1 0 0,0 12 0,2-15 0,-1 1 0,1-1 0,1 1 0,0-1 0,0 1 0,0-1 0,1 0 0,1 0 0,-1 0 0,1 0 0,1-1 0,-1 1 0,8 8 0,-7-11 0,0 1 0,-1-1 0,0 1 0,0 0 0,0 0 0,-1 1 0,0-1 0,0 1 0,-1-1 0,0 1 0,0 0 0,0 0 0,-1 0 0,0 0 0,-1 0 0,1 0 0,-1 0 0,0 1 0,-2 6 0,-3 18 0,0 4 0,1 0 0,1 1 0,3 38 0,0-74 0,0 1 0,0-1 0,0 0 0,0 1 0,0-1 0,0 0 0,1 0 0,-1 1 0,0-1 0,1 0 0,-1 0 0,1 1 0,0-1 0,-1 0 0,1 0 0,0 0 0,0 0 0,-1 0 0,1 0 0,0 0 0,0 0 0,0 0 0,0 0 0,1-1 0,-1 1 0,0 0 0,0-1 0,0 1 0,0-1 0,1 1 0,-1-1 0,0 0 0,1 1 0,-1-1 0,0 0 0,1 0 0,-1 0 0,2 0 0,5-1 0,0-1 0,0 1 0,0-2 0,0 1 0,10-5 0,-1 0 0,80-22 0,107-16 0,-90 21 0,-87 18 0,-1-1 0,0-1 0,0-1 0,-1-2 0,-1 0 0,1-2 0,31-22 0,-43 25 0,0 0 0,-1-1 0,-1 0 0,1-1 0,-2 0 0,0-1 0,0 0 0,-1 0 0,-1-1 0,0 0 0,-1-1 0,0 0 0,7-27 0,-8 20 0,-1 0 0,-1 0 0,-1 0 0,-2 0 0,0 0 0,-1-1 0,-1 1 0,-1 0 0,-8-37 0,8 49 0,-1 1 0,0-1 0,-1 1 0,0 0 0,0 0 0,-1 0 0,0 1 0,0-1 0,-1 1 0,0 1 0,-1-1 0,0 1 0,0 0 0,0 1 0,-1-1 0,0 1 0,0 1 0,-1 0 0,1 0 0,-1 0 0,0 1 0,0 1 0,-20-6 0,4 5-136,1 0-1,-1 2 1,0 1-1,0 1 1,0 1-1,0 1 1,0 1-1,0 1 0,-32 10 1,18-2-6690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14.874"/>
    </inkml:context>
    <inkml:brush xml:id="br0">
      <inkml:brushProperty name="width" value="0.05" units="cm"/>
      <inkml:brushProperty name="height" value="0.05" units="cm"/>
    </inkml:brush>
  </inkml:definitions>
  <inkml:trace contextRef="#ctx0" brushRef="#br0">247 0 24575,'0'9'0,"-1"1"0,-1-1 0,1 0 0,-1 0 0,-1 0 0,0-1 0,-6 16 0,-36 56 0,27-51 0,-17 29 0,11-20 0,1 1 0,2 1 0,-30 82 0,49-117 0,1 0 0,-1 1 0,1 0 0,0-1 0,0 1 0,1 0 0,0-1 0,0 1 0,0 0 0,1-1 0,0 1 0,0 0 0,0-1 0,1 1 0,0-1 0,0 0 0,0 1 0,0-1 0,1 0 0,0 0 0,0-1 0,1 1 0,-1 0 0,1-1 0,0 0 0,0 0 0,0 0 0,1-1 0,-1 1 0,11 5 0,5 2 0,1 0 0,1-2 0,0 0 0,40 10 0,97 12 0,-126-25 0,152 19 0,-144-22 0,-1-1 0,65-7 0,-96 4 0,-1 0 0,1 0 0,-1-1 0,0-1 0,0 1 0,0-1 0,0-1 0,0 0 0,8-5 0,-11 6 0,0-1 0,-1 0 0,0 0 0,1 0 0,-2-1 0,1 1 0,0-1 0,-1 0 0,0 0 0,0-1 0,0 1 0,-1 0 0,4-12 0,3-17 0,-2 0 0,-1-1 0,-2 0 0,-1 0 0,-3-65 0,-1 94-227,1 0-1,-1 0 1,-1 0-1,1 0 1,-4-9-1,-3-2-6598</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17.864"/>
    </inkml:context>
    <inkml:brush xml:id="br0">
      <inkml:brushProperty name="width" value="0.05" units="cm"/>
      <inkml:brushProperty name="height" value="0.05" units="cm"/>
    </inkml:brush>
  </inkml:definitions>
  <inkml:trace contextRef="#ctx0" brushRef="#br0">4464 18 24575,'-3'-2'0,"0"0"0,0 0 0,0 0 0,0 1 0,0-1 0,0 1 0,-1 0 0,1 0 0,-1 0 0,1 0 0,-1 0 0,1 1 0,-1-1 0,-3 1 0,-52 3 0,-374 83 0,367-71 0,-1111 295-2323,948-246 2145,-898 264 220,18 54-563,906-295 3046,201-86-2590,-3 1 565,4-5-1845</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18.146"/>
    </inkml:context>
    <inkml:brush xml:id="br0">
      <inkml:brushProperty name="width" value="0.05" units="cm"/>
      <inkml:brushProperty name="height" value="0.05" units="cm"/>
    </inkml:brush>
  </inkml:definitions>
  <inkml:trace contextRef="#ctx0" brushRef="#br0">137 0 24575,'-1'7'0,"0"0"0,0 0 0,-1-1 0,0 1 0,0 0 0,-7 11 0,-26 49 0,20-38 0,9-18 0,-7 12 0,2-1 0,1 1 0,0 1 0,-6 27 0,15-48 0,1-1 0,-1 0 0,1 1 0,0-1 0,0 0 0,0 1 0,0-1 0,0 0 0,1 1 0,-1-1 0,1 0 0,0 0 0,-1 1 0,1-1 0,0 0 0,0 0 0,0 0 0,1 0 0,-1 0 0,0 0 0,1 0 0,-1-1 0,1 1 0,0 0 0,-1-1 0,1 1 0,0-1 0,0 0 0,0 0 0,0 1 0,0-1 0,4 1 0,6 2 0,1 0 0,0 0 0,0-2 0,21 3 0,-16-2 0,166 28-1365,-124-19-5461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19.261"/>
    </inkml:context>
    <inkml:brush xml:id="br0">
      <inkml:brushProperty name="width" value="0.05" units="cm"/>
      <inkml:brushProperty name="height" value="0.05" units="cm"/>
    </inkml:brush>
  </inkml:definitions>
  <inkml:trace contextRef="#ctx0" brushRef="#br0">461 184 24575,'5'-10'0,"0"-1"0,-1 0 0,0 0 0,-1 0 0,0-1 0,0 1 0,0-20 0,-2 28 0,-1 0 0,0 0 0,0 1 0,0-1 0,0 0 0,-1 0 0,1 0 0,-1 0 0,0 1 0,1-1 0,-1 0 0,-1 1 0,1-1 0,0 0 0,-1 1 0,1 0 0,-1-1 0,0 1 0,1 0 0,-1 0 0,0 0 0,0 0 0,-1 0 0,1 0 0,0 1 0,-1-1 0,1 1 0,-1-1 0,1 1 0,-1 0 0,0 0 0,1 0 0,-1 0 0,0 1 0,0-1 0,-3 1 0,-4-1 0,0 1 0,0 1 0,0 0 0,0 0 0,0 1 0,0 0 0,1 1 0,-1 0 0,-13 6 0,-4 4 0,-47 29 0,45-23 0,1 1 0,-42 39 0,61-50 0,0 1 0,0-1 0,1 1 0,0 1 0,1-1 0,0 1 0,1 1 0,0-1 0,1 1 0,-5 16 0,8-23 0,1 0 0,0 0 0,1 0 0,-1 0 0,1-1 0,0 1 0,0 0 0,0 0 0,1 0 0,0 0 0,0 0 0,0 0 0,1 0 0,-1-1 0,1 1 0,0-1 0,0 1 0,1-1 0,2 5 0,0-4 0,-1-1 0,1 1 0,0 0 0,0-1 0,0 0 0,0 0 0,1-1 0,-1 0 0,1 0 0,0 0 0,0 0 0,1-1 0,11 3 0,6 0 0,0-1 0,38 2 0,-48-6 0,0 0 0,-1-1 0,1 0 0,0-1 0,26-7 0,-33 5 0,-10 1 0,-14 2 0,-4 3 0,1 2 0,0 0 0,0 1 0,1 1 0,-1 1 0,1 0 0,1 2 0,0 0 0,0 1 0,0 1 0,1 0 0,-20 19 0,33-27 0,1 1 0,0-1 0,0 0 0,0 1 0,1 0 0,-1 0 0,1 0 0,0 0 0,0 0 0,0 0 0,0 1 0,1-1 0,0 0 0,0 1 0,0-1 0,0 10 0,1-9 0,1 0 0,0 0 0,0-1 0,0 1 0,0 0 0,1-1 0,0 1 0,0-1 0,0 1 0,1-1 0,-1 0 0,1 0 0,0 0 0,0 0 0,0-1 0,5 4 0,1 2 25,2-1-1,0 0 0,0-1 1,0-1-1,0 1 1,1-2-1,0 0 0,1 0 1,-1-1-1,1-1 0,0 0 1,-1 0-1,21 0 1,-3-1-367,1-1 1,-1-2 0,0-1-1,52-11 1,-31 1-6485</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19.448"/>
    </inkml:context>
    <inkml:brush xml:id="br0">
      <inkml:brushProperty name="width" value="0.05" units="cm"/>
      <inkml:brushProperty name="height" value="0.05" units="cm"/>
    </inkml:brush>
  </inkml:definitions>
  <inkml:trace contextRef="#ctx0" brushRef="#br0">38 74 24575,'-37'-73'0,"99"160"0,-31-36-455,3-2 0,42 47 0,-63-83-6371</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19.588"/>
    </inkml:context>
    <inkml:brush xml:id="br0">
      <inkml:brushProperty name="width" value="0.05" units="cm"/>
      <inkml:brushProperty name="height" value="0.05" units="cm"/>
    </inkml:brush>
  </inkml:definitions>
  <inkml:trace contextRef="#ctx0" brushRef="#br0">176 22 24575,'0'-3'0,"-3"-4"0,-4-1 0,-4 4 0,-3 9 0,-2 6 0,-1 8 0,-1 6 0,-4 8 0,3 4 0,1 3 0,4-4 0,4-1 0,4-7-8191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19.789"/>
    </inkml:context>
    <inkml:brush xml:id="br0">
      <inkml:brushProperty name="width" value="0.05" units="cm"/>
      <inkml:brushProperty name="height" value="0.05" units="cm"/>
    </inkml:brush>
  </inkml:definitions>
  <inkml:trace contextRef="#ctx0" brushRef="#br0">19 15 24575,'0'-3'0,"0"-4"0,0 3 0,0 7 0,-3 9 0,-1 12 0,0 11 0,1 8 0,1 7 0,0-1 0,1 2 0,4-3 0,1-3 0,0-3 0,3-6 0,-1-6 0,0-8-8191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20.101"/>
    </inkml:context>
    <inkml:brush xml:id="br0">
      <inkml:brushProperty name="width" value="0.05" units="cm"/>
      <inkml:brushProperty name="height" value="0.05" units="cm"/>
    </inkml:brush>
  </inkml:definitions>
  <inkml:trace contextRef="#ctx0" brushRef="#br0">1 227 24575,'0'-1'0,"0"-1"0,1 0 0,-1 1 0,1-1 0,-1 1 0,1-1 0,-1 1 0,1-1 0,0 1 0,0 0 0,-1-1 0,1 1 0,0 0 0,0-1 0,1 1 0,-1 0 0,0 0 0,0 0 0,1 0 0,-1 0 0,0 0 0,1 1 0,-1-1 0,1 0 0,1 0 0,6-3 0,1 1 0,20-4 0,-13 3 0,0-1 0,7-1 0,0-1 0,29-14 0,-47 19 0,-1-1 0,0 1 0,0-1 0,0 0 0,-1-1 0,1 1 0,-1-1 0,0 0 0,0 0 0,0 0 0,-1-1 0,1 1 0,-1-1 0,0 0 0,4-9 0,-6 12 0,0 0 0,-1 0 0,1 1 0,-1-1 0,1 0 0,-1 0 0,0 0 0,0 0 0,0 0 0,0 0 0,0 0 0,0 0 0,-1 0 0,1 0 0,-1 0 0,1 1 0,-1-1 0,0 0 0,1 0 0,-1 0 0,0 1 0,0-1 0,-1 0 0,1 1 0,0-1 0,0 1 0,-1 0 0,1-1 0,-1 1 0,1 0 0,-1 0 0,1 0 0,-1 0 0,0 0 0,0 0 0,1 0 0,-1 1 0,-3-2 0,-1 0 0,1 1 0,-1 0 0,1 0 0,-1 0 0,0 0 0,1 1 0,-1 0 0,0 0 0,1 1 0,-1-1 0,0 1 0,-7 3 0,8-2 0,0 0 0,1 0 0,-1 0 0,1 1 0,-1 0 0,1 0 0,0 0 0,0 1 0,1-1 0,-1 1 0,1 0 0,0 0 0,-1 0 0,2 0 0,-5 7 0,4-4 0,0 1 0,0 0 0,1-1 0,0 1 0,0 0 0,1 0 0,0 0 0,0 0 0,1 12 0,0-10 0,1 1 0,0-1 0,1 0 0,1 0 0,-1 0 0,1-1 0,7 14 0,-8-17 0,2 0 0,-1 0 0,1 0 0,0 0 0,0-1 0,0 0 0,1 0 0,0 0 0,0 0 0,0-1 0,6 4 0,13 4-1365,0-4-5461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20.414"/>
    </inkml:context>
    <inkml:brush xml:id="br0">
      <inkml:brushProperty name="width" value="0.05" units="cm"/>
      <inkml:brushProperty name="height" value="0.05" units="cm"/>
    </inkml:brush>
  </inkml:definitions>
  <inkml:trace contextRef="#ctx0" brushRef="#br0">1 180 24575,'0'-28'0,"2"-1"0,0 1 0,13-51 0,-15 78 0,0 0 0,0 1 0,0-1 0,0 0 0,0 0 0,1 0 0,-1 1 0,0-1 0,0 0 0,1 0 0,-1 1 0,1-1 0,-1 0 0,1 1 0,-1-1 0,1 1 0,-1-1 0,1 0 0,-1 1 0,1-1 0,1 0 0,-2 1 0,1 1 0,-1-1 0,1 0 0,-1 1 0,1-1 0,-1 0 0,1 1 0,-1-1 0,1 0 0,-1 1 0,0-1 0,1 1 0,-1-1 0,0 1 0,1-1 0,-1 1 0,0-1 0,0 1 0,1-1 0,-1 1 0,0 0 0,10 38 0,-4 16 0,-4 98 0,-2-127 0,1-10 0,3-20 0,5-30 0,-7 25 0,4-13 0,0-5 0,11-24 0,-15 44 0,1 1 0,0 0 0,0-1 0,1 1 0,-1 1 0,1-1 0,1 0 0,-1 1 0,7-6 0,-10 10 0,0 0 0,1 0 0,-1 0 0,0 0 0,0 0 0,1 1 0,-1-1 0,1 0 0,-1 1 0,1-1 0,-1 1 0,1-1 0,-1 1 0,1 0 0,-1 0 0,1 0 0,0 0 0,-1 0 0,1 0 0,-1 0 0,1 0 0,-1 0 0,1 1 0,-1-1 0,1 1 0,-1-1 0,1 1 0,-1 0 0,1-1 0,-1 1 0,0 0 0,1 0 0,-1 0 0,0 0 0,0 0 0,0 0 0,0 1 0,0-1 0,0 0 0,1 3 0,4 4 0,0 1 0,-1 1 0,0-1 0,5 17 0,21 66-1365,-22-67-5461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21.350"/>
    </inkml:context>
    <inkml:brush xml:id="br0">
      <inkml:brushProperty name="width" value="0.05" units="cm"/>
      <inkml:brushProperty name="height" value="0.05" units="cm"/>
    </inkml:brush>
  </inkml:definitions>
  <inkml:trace contextRef="#ctx0" brushRef="#br0">6 515 24575,'0'0'0,"0"0"0,-1 0 0,1 0 0,0 0 0,0 0 0,0 0 0,-1 0 0,1 0 0,0 0 0,0 0 0,0 0 0,0 0 0,-1 0 0,1 0 0,0 0 0,0 0 0,0 0 0,-1 0 0,1 0 0,0 0 0,0 0 0,0 0 0,0-1 0,-1 1 0,1 0 0,0 0 0,0 0 0,0 0 0,0 0 0,0-1 0,0 1 0,0 0 0,-1 0 0,1 0 0,0-1 0,0 1 0,0 0 0,0 0 0,0 0 0,0 0 0,0-1 0,0 1 0,0 0 0,0 0 0,0 0 0,0-1 0,0 1 0,0 0 0,1 0 0,-1-1 0,0 1 0,1 0 0,-1 0 0,0 0 0,1 0 0,-1 0 0,0 0 0,0 0 0,1 0 0,-1 0 0,0 0 0,1 0 0,-1 0 0,0 0 0,1 0 0,-1 0 0,0 0 0,1 0 0,-1 0 0,0 0 0,1 0 0,-1 0 0,0 0 0,1 1 0,-1-1 0,0 0 0,0 0 0,1 0 0,-1 1 0,0-1 0,0 0 0,1 0 0,-1 1 0,0-1 0,0 1 0,6 4 0,0 2 0,-1-1 0,0 1 0,0 0 0,-1 0 0,0 0 0,0 0 0,-1 1 0,1 0 0,3 14 0,-3-6 0,-1 1 0,0-1 0,-1 0 0,0 25 0,-2-36 0,0 0 0,0-1 0,0 1 0,-1 0 0,0 0 0,0 0 0,0-1 0,-1 1 0,-2 5 0,16-47 0,-8 30 0,12-24 0,28-41 0,-38 65 0,-1-1 0,1 1 0,1 0 0,-1 1 0,1-1 0,0 1 0,1 1 0,-1-1 0,1 1 0,13-6 0,-20 10 0,1 1 0,-1-1 0,1 1 0,0-1 0,-1 1 0,1 0 0,-1-1 0,1 1 0,0 0 0,-1 0 0,1 0 0,0 1 0,-1-1 0,1 0 0,0 0 0,-1 1 0,1-1 0,-1 1 0,1 0 0,-1-1 0,1 1 0,-1 0 0,1 0 0,-1 0 0,0 0 0,0 0 0,1 0 0,-1 0 0,0 0 0,0 1 0,1 0 0,3 6 0,-1 0 0,1-1 0,-2 2 0,6 14 0,1 2 0,-7-19 0,1 0 0,0 0 0,-1 0 0,2 0 0,-1-1 0,1 1 0,0-1 0,0 0 0,0-1 0,1 1 0,0-1 0,-1 0 0,2 0 0,-1-1 0,0 0 0,1 0 0,-1-1 0,10 3 0,-6-3 0,0 0 0,0-1 0,0 0 0,1-1 0,-1 0 0,0-1 0,0 0 0,0-1 0,0 0 0,-1 0 0,1-1 0,13-5 0,-13 4 0,-1-1 0,0 1 0,0-1 0,0-1 0,0 0 0,-1 0 0,0-1 0,0 0 0,-1 0 0,12-14 0,-16 15 0,1 1 0,-1-1 0,0 0 0,0 0 0,-1 0 0,1 0 0,-2 0 0,1 0 0,0-1 0,-1 1 0,0-1 0,-1 1 0,0-1 0,0 1 0,0-1 0,0 1 0,-1 0 0,-2-9 0,1 10 0,0 0 0,0 1 0,0-1 0,0 1 0,-1-1 0,1 1 0,-1 0 0,0 0 0,0 0 0,-1 1 0,1-1 0,-1 1 0,0-1 0,0 1 0,0 1 0,0-1 0,-1 0 0,1 1 0,-8-3 0,9 4 0,1 0 0,-1 0 0,0 0 0,0 1 0,0-1 0,0 1 0,0-1 0,0 1 0,0 0 0,0 0 0,0 1 0,0-1 0,0 1 0,0-1 0,0 1 0,1 0 0,-1 0 0,0 0 0,0 0 0,1 1 0,-1-1 0,1 1 0,-1-1 0,1 1 0,-1 0 0,1 0 0,0 0 0,0 0 0,0 1 0,0-1 0,1 1 0,-1-1 0,-2 5 0,0 4 0,0 0 0,0 1 0,1-1 0,1 1 0,0 0 0,1 0 0,0-1 0,0 1 0,1 0 0,1 0 0,0 0 0,1 0 0,0-1 0,7 22 0,-7-29 0,-1 0 0,1-1 0,-1 1 0,1-1 0,1 0 0,-1 1 0,0-1 0,1 0 0,-1 0 0,1-1 0,0 1 0,0 0 0,0-1 0,0 0 0,1 0 0,-1 0 0,1 0 0,-1 0 0,1-1 0,-1 1 0,1-1 0,5 1 0,-3-1 0,0-1 0,0 0 0,0 0 0,0-1 0,0 1 0,0-1 0,0-1 0,-1 1 0,1-1 0,0 0 0,-1 0 0,1-1 0,-1 1 0,7-6 0,4-3 0,-1-2 0,0 0 0,0-1 0,-2 0 0,0-1 0,18-25 0,-24 33 0,-2 10 0,-1 19 0,-4-19 0,1 0 0,-1 0 0,0 0 0,1 0 0,0 0 0,0-1 0,0 1 0,1 3 0,-1-5 0,0 0 0,-1 0 0,1 0 0,0-1 0,0 1 0,0 0 0,0-1 0,0 1 0,0 0 0,0-1 0,0 1 0,0-1 0,0 0 0,1 1 0,-1-1 0,0 0 0,0 0 0,0 0 0,0 1 0,3-2 0,-1 1 0,0 0 0,-1-1 0,1 0 0,0 0 0,0 0 0,0 0 0,-1 0 0,4-2 0,3-3 0,-1 0 0,1 0 0,12-14 0,-8 6 0,0-1 0,-2-1 0,1 0 0,-2-1 0,-1 0 0,0 0 0,-1-1 0,0 0 0,-2 0 0,6-27 0,-3 2 0,-2 0 0,-1 0 0,-2-69 0,-3 103 0,-1-1 0,0 0 0,0 0 0,0 0 0,-1 0 0,-1 0 0,0 0 0,0 0 0,-1 1 0,-4-12 0,6 20 0,1 0 0,0 1 0,-1-1 0,1 0 0,-1 0 0,1 0 0,-1 1 0,0-1 0,1 0 0,-1 0 0,0 1 0,1-1 0,-1 1 0,0-1 0,0 0 0,0 1 0,1 0 0,-1-1 0,0 1 0,0-1 0,0 1 0,0 0 0,0 0 0,0 0 0,0-1 0,0 1 0,0 0 0,1 0 0,-1 0 0,0 0 0,0 0 0,0 1 0,0-1 0,0 0 0,0 0 0,0 1 0,0-1 0,0 0 0,0 1 0,1-1 0,-1 1 0,0-1 0,0 1 0,1 0 0,-1-1 0,0 1 0,1 0 0,-1-1 0,0 1 0,1 0 0,-1 0 0,0 0 0,-4 6 0,0 0 0,1 0 0,-1 0 0,-5 14 0,-1 8 0,1 1 0,1 0 0,2 1 0,0 0 0,-1 33 0,4 1 0,4 93 0,6-90-682,17 81-1,-13-98-6143</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21.595"/>
    </inkml:context>
    <inkml:brush xml:id="br0">
      <inkml:brushProperty name="width" value="0.05" units="cm"/>
      <inkml:brushProperty name="height" value="0.05" units="cm"/>
    </inkml:brush>
  </inkml:definitions>
  <inkml:trace contextRef="#ctx0" brushRef="#br0">236 118 24575,'-105'27'0,"-11"3"0,101-23 0,36-8 0,264-38-399,64-8-556,448-12-383,2 34-115,-597 18 693,-138 3-2526</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22"/>
    </inkml:context>
    <inkml:brush xml:id="br0">
      <inkml:brushProperty name="width" value="0.05" units="cm"/>
      <inkml:brushProperty name="height" value="0.05" units="cm"/>
    </inkml:brush>
  </inkml:definitions>
  <inkml:trace contextRef="#ctx0" brushRef="#br0">52 52 24575,'-1'-4'0,"-1"1"0,1-1 0,-1 1 0,0-1 0,0 1 0,-1-1 0,1 1 0,-1 0 0,1 0 0,-1 0 0,0 1 0,0-1 0,0 1 0,-5-4 0,8 6 0,-1 0 0,1 0 0,0-1 0,0 1 0,-1 0 0,1 0 0,0 0 0,-1 0 0,1 0 0,0 0 0,0 0 0,-1 0 0,1 0 0,0 0 0,-1 0 0,1 0 0,0 0 0,-1 0 0,1 0 0,0 0 0,0 0 0,-1 0 0,1 0 0,0 0 0,-1 0 0,1 0 0,0 0 0,0 1 0,-1-1 0,1 0 0,0 0 0,0 0 0,0 1 0,-1-1 0,1 0 0,0 0 0,0 0 0,0 1 0,-1-1 0,1 0 0,0 1 0,0-1 0,0 0 0,0 0 0,0 1 0,0-1 0,0 0 0,0 1 0,0-1 0,0 0 0,0 0 0,0 1 0,0-1 0,0 0 0,0 1 0,0-1 0,0 0 0,0 0 0,0 1 0,0-1 0,4 21 0,0-11 0,0-1 0,1 1 0,0-1 0,1 0 0,0 0 0,0-1 0,1 0 0,0 0 0,0 0 0,1-1 0,0 0 0,1-1 0,-1 1 0,1-2 0,0 1 0,1-1 0,-1-1 0,14 5 0,-14-5 0,0-1 0,1 0 0,-1-1 0,1 0 0,-1 0 0,1-1 0,-1 0 0,1-1 0,0 0 0,-1 0 0,1-1 0,0-1 0,-1 1 0,1-2 0,-1 1 0,0-1 0,0-1 0,0 1 0,0-2 0,10-5 0,-15 7 0,0 0 0,-1-1 0,1 1 0,-1-1 0,1 0 0,-1 0 0,0 0 0,0 0 0,3-8 0,-30 67 0,2 1 0,-26 100 0,29-57-1365,14-59-5461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22.358"/>
    </inkml:context>
    <inkml:brush xml:id="br0">
      <inkml:brushProperty name="width" value="0.05" units="cm"/>
      <inkml:brushProperty name="height" value="0.05" units="cm"/>
    </inkml:brush>
  </inkml:definitions>
  <inkml:trace contextRef="#ctx0" brushRef="#br0">40 247 24575,'-4'0'0,"-16"0"0,15-3 0,12-1 0,18-6 0,50-13 0,-56 19 0,0-1 0,0-1 0,-1-1 0,0 0 0,26-15 0,-42 20 0,1 0 0,-1 1 0,1-1 0,-1 0 0,0 0 0,0-1 0,0 1 0,0 0 0,0-1 0,0 1 0,-1-1 0,1 1 0,-1-1 0,1 0 0,-1 0 0,0 0 0,0 0 0,-1 0 0,1 0 0,-1 0 0,1 0 0,-1 0 0,0 0 0,0 0 0,0 0 0,0 0 0,-1 0 0,-1-5 0,1 4 0,-1 0 0,0 0 0,1 0 0,-2 0 0,1 0 0,0 1 0,-1-1 0,0 0 0,0 1 0,0 0 0,0 0 0,-1 0 0,1 0 0,-1 0 0,1 1 0,-1 0 0,0 0 0,0 0 0,-5-2 0,4 2 0,0 0 0,-1 1 0,0-1 0,1 1 0,-1 1 0,0-1 0,0 1 0,1 0 0,-1 0 0,0 0 0,0 1 0,1 0 0,-1 0 0,0 0 0,1 1 0,-10 4 0,8-2 0,0 0 0,1 0 0,-1 0 0,1 1 0,0 0 0,1 1 0,-1-1 0,1 1 0,0 0 0,1 0 0,-1 0 0,-3 9 0,1-2 38,1 0 0,0 0 0,2 1 0,-1-1 0,1 1 0,1 0 0,1 0 0,-2 19 0,4-27-107,0-1 1,-1 1 0,2-1 0,-1 0-1,1 1 1,0-1 0,0 1-1,0-1 1,1 0 0,-1 0 0,1 0-1,1 0 1,-1 0 0,1 0 0,0-1-1,0 1 1,0-1 0,1 0 0,-1 0-1,1 0 1,0 0 0,0-1-1,0 1 1,7 3 0,18 6-6758</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22.621"/>
    </inkml:context>
    <inkml:brush xml:id="br0">
      <inkml:brushProperty name="width" value="0.05" units="cm"/>
      <inkml:brushProperty name="height" value="0.05" units="cm"/>
    </inkml:brush>
  </inkml:definitions>
  <inkml:trace contextRef="#ctx0" brushRef="#br0">180 105 24575,'6'-7'0,"0"1"0,0-2 0,8-14 0,-12 20 0,-1-1 0,0 1 0,0 0 0,0 0 0,0 0 0,0-1 0,0 1 0,0 0 0,-1-1 0,1 1 0,-1-1 0,0 1 0,0-1 0,0 1 0,0-1 0,0 1 0,0-1 0,-1 1 0,0-3 0,1 4 0,-1 1 0,0-1 0,1 0 0,-1 0 0,1 1 0,-1-1 0,0 0 0,1 1 0,-1-1 0,0 1 0,0-1 0,1 1 0,-1-1 0,0 1 0,0-1 0,0 1 0,0 0 0,1-1 0,-1 1 0,0 0 0,0 0 0,-2 0 0,1 0 0,-1 0 0,0 0 0,0 1 0,0-1 0,1 1 0,-1-1 0,-4 3 0,-3 1 0,0 1 0,-16 11 0,23-15 0,1 1 0,-1 0 0,0 0 0,1 0 0,-1 0 0,1 0 0,0 1 0,0-1 0,0 1 0,0-1 0,0 1 0,1 0 0,-1 0 0,1 0 0,0 0 0,-1 0 0,1 0 0,1 0 0,-1 0 0,0 0 0,1 1 0,0-1 0,-1 0 0,1 0 0,1 0 0,-1 1 0,0-1 0,1 0 0,-1 0 0,1 0 0,0 0 0,0 0 0,3 6 0,4 6 0,1 1 0,1-2 0,0 1 0,0-1 0,14 13 0,-9-10 0,-1-1 0,-2-3 0,17 25 0,-27-36 0,0 1 0,-1 0 0,1-1 0,-1 1 0,1 0 0,-1 0 0,0 0 0,0 0 0,0 0 0,-1 0 0,1 0 0,-1 1 0,0-1 0,0 0 0,0 0 0,0 5 0,-1-6 0,0 0 0,-1 0 0,1 1 0,0-1 0,-1 0 0,1 0 0,-1 0 0,0 0 0,0-1 0,0 1 0,1 0 0,-2-1 0,1 1 0,0-1 0,0 0 0,0 0 0,-1 0 0,1 0 0,0 0 0,-5 1 0,-7 2 0,0-1 0,-19 2 0,29-5 0,-96 7-1365,53-7-5461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22.904"/>
    </inkml:context>
    <inkml:brush xml:id="br0">
      <inkml:brushProperty name="width" value="0.05" units="cm"/>
      <inkml:brushProperty name="height" value="0.05" units="cm"/>
    </inkml:brush>
  </inkml:definitions>
  <inkml:trace contextRef="#ctx0" brushRef="#br0">185 0 24575,'-3'0'0,"-1"6"0,0 5 0,1 7 0,-2 5 0,-4 9 0,1 11 0,-2 10 0,-2 7 0,-2 7 0,-2 3 0,-1-1 0,-1-4 0,1-3 0,-1-6 0,2-11 0,5-12-8191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23.382"/>
    </inkml:context>
    <inkml:brush xml:id="br0">
      <inkml:brushProperty name="width" value="0.05" units="cm"/>
      <inkml:brushProperty name="height" value="0.05" units="cm"/>
    </inkml:brush>
  </inkml:definitions>
  <inkml:trace contextRef="#ctx0" brushRef="#br0">86 61 24575,'-2'9'0,"-1"-1"0,0 1 0,0-1 0,-1 0 0,-9 15 0,-4 10 0,7-8 0,-10 30 0,17-46 0,1-1 0,0 1 0,1 0 0,-1 0 0,2 0 0,-1 0 0,2 12 0,-1-20 0,0-1 0,0 0 0,0 1 0,0-1 0,0 1 0,0-1 0,0 1 0,0-1 0,0 0 0,1 1 0,-1-1 0,0 1 0,0-1 0,0 0 0,0 1 0,1-1 0,-1 0 0,0 1 0,0-1 0,1 0 0,-1 1 0,0-1 0,1 0 0,-1 0 0,0 1 0,1-1 0,7-6 0,5-18 0,12-61 0,-21 65 0,1 1 0,1 0 0,0 0 0,19-35 0,-24 52 0,0 1 0,0-1 0,0 1 0,0-1 0,0 1 0,1-1 0,-1 1 0,0-1 0,1 1 0,-1 0 0,1 0 0,-1 0 0,1 0 0,0 0 0,0 0 0,-1 0 0,1 1 0,0-1 0,2 0 0,-2 1 0,-1 0 0,1 0 0,-1 1 0,1-1 0,-1 0 0,1 1 0,-1-1 0,0 1 0,1 0 0,-1-1 0,0 1 0,1 0 0,-1 0 0,0 0 0,0 0 0,0 0 0,0 0 0,0 0 0,0 0 0,0 0 0,0 1 0,0-1 0,0 0 0,0 3 0,8 14 0,-1 1 0,10 34 0,-12-36 0,-1 1 0,2-1 0,16 29 0,-22-44 0,0 1 0,1-1 0,-1 0 0,1 0 0,0 1 0,0-1 0,-1-1 0,1 1 0,0 0 0,1 0 0,-1-1 0,0 1 0,0-1 0,1 0 0,-1 0 0,1 0 0,-1 0 0,1 0 0,-1 0 0,1-1 0,0 1 0,2 0 0,-2-2 0,0 1 0,0-1 0,0 0 0,0 1 0,0-1 0,0-1 0,0 1 0,-1 0 0,1-1 0,0 1 0,-1-1 0,1 0 0,-1 0 0,0 0 0,1 0 0,-1 0 0,0 0 0,-1-1 0,3-2 0,3-5 0,-1 0 0,-1 0 0,0 0 0,0-1 0,-1 0 0,0 0 0,-1 0 0,0-1 0,1-11 0,-2 1 0,0 0 0,-1 1 0,-4-43 0,-1 48 0,4 15 0,0 1 0,0 0 0,0-1 0,0 1 0,0 0 0,0-1 0,0 1 0,0 0 0,0-1 0,0 1 0,-1 0 0,1-1 0,0 1 0,0 0 0,0 0 0,0-1 0,0 1 0,-1 0 0,1 0 0,0-1 0,0 1 0,0 0 0,-1 0 0,1-1 0,0 1 0,0 0 0,-1 0 0,1 0 0,0-1 0,0 1 0,-1 0 0,1 0 0,0 0 0,-1 0 0,1 0 0,0 0 0,-1 0 0,1 0 0,0 0 0,-1 0 0,0 4-1365</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23.662"/>
    </inkml:context>
    <inkml:brush xml:id="br0">
      <inkml:brushProperty name="width" value="0.05" units="cm"/>
      <inkml:brushProperty name="height" value="0.05" units="cm"/>
    </inkml:brush>
  </inkml:definitions>
  <inkml:trace contextRef="#ctx0" brushRef="#br0">0 88 24575,'1'0'0,"0"0"0,0 0 0,0 0 0,0 0 0,0 0 0,0 1 0,-1-1 0,1 0 0,0 0 0,0 1 0,0-1 0,0 0 0,0 1 0,-1-1 0,1 1 0,0-1 0,0 1 0,-1 0 0,1-1 0,0 1 0,-1 0 0,1-1 0,-1 1 0,1 0 0,-1 0 0,1 0 0,-1-1 0,1 1 0,-1 0 0,0 0 0,1 0 0,-1 0 0,0 0 0,0 1 0,1 4 0,-1-1 0,0 1 0,0 0 0,-2 10 0,0 1 0,1-7 0,1-1 0,1 1 0,-1-1 0,1 0 0,1 1 0,4 14 0,-5-21 0,0-1 0,0 1 0,0-1 0,0 1 0,1-1 0,-1 1 0,1-1 0,-1 0 0,1 0 0,0 0 0,0 0 0,0 0 0,0 0 0,1 0 0,-1-1 0,0 1 0,1-1 0,-1 1 0,1-1 0,-1 0 0,1 0 0,0 0 0,-1 0 0,1-1 0,0 1 0,0-1 0,2 0 0,3 0 0,0-1 0,-1 0 0,1 0 0,-1 0 0,0-1 0,1-1 0,-1 1 0,0-1 0,0 0 0,-1-1 0,1 0 0,-1 0 0,11-8 0,-7 4 0,-1 0 0,0-1 0,0 0 0,-1 0 0,0-1 0,-1 0 0,11-18 0,-15 22 0,-1 1 0,1-2 0,-1 1 0,0 0 0,0 0 0,-1-1 0,0 1 0,0-1 0,-1 1 0,1-1 0,-1 1 0,-2-13 0,1 16 0,1 0 0,-1 0 0,0-1 0,-1 1 0,1 0 0,0 0 0,-1 0 0,0 1 0,1-1 0,-1 0 0,0 1 0,-1-1 0,1 1 0,0-1 0,-1 1 0,1 0 0,-1 0 0,0 0 0,0 1 0,0-1 0,0 0 0,0 1 0,0 0 0,0 0 0,0 0 0,0 0 0,-4 0 0,-4 0-195,1 0 0,0 0 0,-1 2 0,1-1 0,-1 1 0,-16 4 0,-19 6-6631</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24.249"/>
    </inkml:context>
    <inkml:brush xml:id="br0">
      <inkml:brushProperty name="width" value="0.05" units="cm"/>
      <inkml:brushProperty name="height" value="0.05" units="cm"/>
    </inkml:brush>
  </inkml:definitions>
  <inkml:trace contextRef="#ctx0" brushRef="#br0">65 158 24575,'-65'0'0,"1406"-35"-3243,-3-42-993,-1100 62 4005,115-11 718,-307 21-1455</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33.869"/>
    </inkml:context>
    <inkml:brush xml:id="br0">
      <inkml:brushProperty name="width" value="0.05" units="cm"/>
      <inkml:brushProperty name="height" value="0.05" units="cm"/>
    </inkml:brush>
  </inkml:definitions>
  <inkml:trace contextRef="#ctx0" brushRef="#br0">286 217 24575,'0'-13'0,"0"7"0,1 0 0,-2 0 0,1 1 0,-1-1 0,1 0 0,-3-7 0,2 11 0,0 0 0,0 1 0,0-1 0,1 1 0,-1-1 0,-1 1 0,1 0 0,0-1 0,0 1 0,0 0 0,-1 0 0,1 0 0,-1 0 0,1 0 0,-1 0 0,1 0 0,-1 0 0,1 1 0,-1-1 0,0 0 0,1 1 0,-1 0 0,0-1 0,1 1 0,-5 0 0,-1 0 0,0 0 0,0 0 0,0 1 0,0 0 0,1 1 0,-1-1 0,0 1 0,0 0 0,1 1 0,0 0 0,-1 0 0,1 0 0,0 1 0,0 0 0,1 0 0,-1 0 0,-5 6 0,1 1 0,-1 0 0,2 0 0,-1 1 0,2 0 0,-1 1 0,2 0 0,-7 14 0,5-6 0,1 0 0,2 1 0,0 0 0,1 0 0,1 1 0,1-1 0,1 1 0,2 0 0,0-1 0,3 25 0,-1-30 0,0 0 0,1-1 0,1 1 0,1-1 0,0 0 0,2 0 0,-1 0 0,2-1 0,0 0 0,1 0 0,0-1 0,1 0 0,23 24 0,-21-28 0,0-1 0,0-1 0,1 0 0,0 0 0,0-2 0,1 1 0,0-2 0,0 0 0,0-1 0,0 0 0,1-1 0,0 0 0,0-1 0,0-1 0,23-1 0,-14-1 0,0-1 0,0-1 0,0-1 0,0-1 0,-1-1 0,0-1 0,0-1 0,41-21 0,-46 19 0,0-1 0,-1-1 0,0-1 0,-1 0 0,0-1 0,-1-1 0,0 0 0,-2-1 0,17-24 0,-22 27 0,0-1 0,-1 0 0,0-1 0,-1 0 0,-1 0 0,0 0 0,-1-1 0,-1 1 0,0-1 0,-1 0 0,-1 0 0,-1-31 0,-3 26 0,0 1 0,-2-1 0,0 1 0,-1 0 0,-1 0 0,-1 0 0,0 1 0,-2 1 0,0-1 0,-1 1 0,-1 1 0,-21-24 0,20 26 0,0 1 0,-1 1 0,0 0 0,-1 1 0,-1 1 0,0 0 0,0 1 0,-1 1 0,0 0 0,-1 1 0,0 1 0,0 1 0,-34-7 0,45 12-85,1 0 0,-1 0-1,0 1 1,0 0 0,0 0-1,1 1 1,-1 0 0,0 0-1,0 0 1,1 1 0,-1 0-1,1 0 1,0 1 0,-1 0-1,-10 7 1,-9 11-6741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34.368"/>
    </inkml:context>
    <inkml:brush xml:id="br0">
      <inkml:brushProperty name="width" value="0.05" units="cm"/>
      <inkml:brushProperty name="height" value="0.05" units="cm"/>
    </inkml:brush>
  </inkml:definitions>
  <inkml:trace contextRef="#ctx0" brushRef="#br0">142 17 24575,'-15'37'0,"-7"39"0,-68 194 0,87-265 0,1 0 0,0 0 0,0 0 0,1 0 0,-1 0 0,1 0 0,-1 11 0,3-14 0,-1 0 0,0-1 0,1 1 0,-1-1 0,1 1 0,-1 0 0,1-1 0,0 1 0,0-1 0,0 1 0,0-1 0,0 0 0,0 1 0,0-1 0,0 0 0,0 0 0,1 0 0,-1 0 0,0 0 0,1 0 0,-1 0 0,1 0 0,-1-1 0,1 1 0,-1 0 0,1-1 0,0 1 0,-1-1 0,3 1 0,22 3 0,0 0 0,0-1 0,0-2 0,47-3 0,-20 1 0,5 1 0,-14 1 0,65-6 0,-97 3 0,0 0 0,-1 0 0,0-1 0,1 0 0,-1-1 0,0 0 0,-1-1 0,1 0 0,-1-1 0,15-10 0,-21 12 0,0 1 0,0-1 0,0 0 0,-1 0 0,0-1 0,0 1 0,0-1 0,0 1 0,-1-1 0,1 0 0,-1 0 0,2-9 0,-2 6 0,0-1 0,-1 0 0,-1 0 0,1 0 0,-1 1 0,-1-1 0,-1-11 0,-1 2 0,-2 0 0,0-1 0,-1 1 0,-1 1 0,0 0 0,-16-27 0,11 24 0,-1 2 0,-22-27 0,30 39 0,-1 0 0,1 1 0,-1 0 0,0 0 0,0 1 0,0-1 0,0 1 0,-1 1 0,0-1 0,0 1 0,-9-3 0,1 5-1365,4 3-5461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34.679"/>
    </inkml:context>
    <inkml:brush xml:id="br0">
      <inkml:brushProperty name="width" value="0.05" units="cm"/>
      <inkml:brushProperty name="height" value="0.05" units="cm"/>
    </inkml:brush>
  </inkml:definitions>
  <inkml:trace contextRef="#ctx0" brushRef="#br0">25 123 24575,'-2'0'0,"1"1"0,0-1 0,-1 0 0,1 0 0,-1 0 0,1 0 0,-1 0 0,1-1 0,-1 1 0,1 0 0,-1-1 0,1 1 0,0-1 0,-1 1 0,-1-2 0,4 2 0,-1-1 0,1 0 0,-1 1 0,1-1 0,-1 0 0,1 1 0,0-1 0,-1 1 0,1-1 0,-1 1 0,1-1 0,0 1 0,0 0 0,-1-1 0,1 1 0,0 0 0,0 0 0,1-1 0,52-16 0,67-8 0,131-12 0,-86 15 0,-130 14-1365</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34.897"/>
    </inkml:context>
    <inkml:brush xml:id="br0">
      <inkml:brushProperty name="width" value="0.05" units="cm"/>
      <inkml:brushProperty name="height" value="0.05" units="cm"/>
    </inkml:brush>
  </inkml:definitions>
  <inkml:trace contextRef="#ctx0" brushRef="#br0">1 32 24575,'0'-1'0,"0"-1"0,1 1 0,-1-1 0,1 1 0,-1 0 0,1-1 0,0 1 0,-1 0 0,1 0 0,0-1 0,0 1 0,0 0 0,0 0 0,0 0 0,0 0 0,0 0 0,0 0 0,1 0 0,-1 0 0,0 1 0,0-1 0,1 0 0,-1 1 0,0-1 0,1 1 0,-1-1 0,1 1 0,-1 0 0,3 0 0,2-2 0,0 1 0,1 1 0,-1-1 0,0 1 0,10 1 0,10 4 0,-1 2 0,0 0 0,0 2 0,-1 1 0,0 0 0,-1 2 0,0 1 0,-1 1 0,31 24 0,-46-32 0,0-1 0,0 1 0,0 1 0,-1 0 0,0 0 0,-1 0 0,1 0 0,-1 1 0,4 8 0,-7-12 0,-1 0 0,0 0 0,0-1 0,0 1 0,0 0 0,-1 0 0,1 0 0,-1 0 0,0 0 0,-1 0 0,1 0 0,0 0 0,-1 0 0,0 0 0,0 0 0,0-1 0,-1 1 0,1 0 0,-1-1 0,0 1 0,0-1 0,0 1 0,-4 4 0,-4 4-227,-1 0-1,-1-1 1,0 0-1,0-1 1,-18 11-1,-23 14-6598</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42.106"/>
    </inkml:context>
    <inkml:brush xml:id="br0">
      <inkml:brushProperty name="width" value="0.05" units="cm"/>
      <inkml:brushProperty name="height" value="0.05" units="cm"/>
    </inkml:brush>
  </inkml:definitions>
  <inkml:trace contextRef="#ctx0" brushRef="#br0">98 106 24575,'-31'1'0,"16"0"0,0-1 0,-18-2 0,33 2 0,0-1 0,0 1 0,0 0 0,0 0 0,0 0 0,0 0 0,0 0 0,0 0 0,0-1 0,1 1 0,-1 0 0,0 0 0,0 0 0,0 0 0,0 0 0,0-1 0,0 1 0,0 0 0,0 0 0,0 0 0,0 0 0,0 0 0,0-1 0,0 1 0,0 0 0,-1 0 0,1 0 0,0 0 0,0 0 0,0 0 0,0-1 0,0 1 0,0 0 0,0 0 0,0 0 0,0 0 0,0 0 0,-1 0 0,1 0 0,0 0 0,0-1 0,0 1 0,0 0 0,0 0 0,0 0 0,-1 0 0,1 0 0,0 0 0,0 0 0,0 0 0,0 0 0,0 0 0,-1 0 0,1 0 0,0 0 0,0 0 0,0 0 0,0 0 0,0 0 0,-1 0 0,14-5 0,49-9 0,94-8 0,-60 10 0,341-33 0,-431 44-170,1 1-1,-1 0 0,0 0 1,1 0-1,-1 1 0,1-1 1,9 4-1,-6 0-6655</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42.352"/>
    </inkml:context>
    <inkml:brush xml:id="br0">
      <inkml:brushProperty name="width" value="0.05" units="cm"/>
      <inkml:brushProperty name="height" value="0.05" units="cm"/>
    </inkml:brush>
  </inkml:definitions>
  <inkml:trace contextRef="#ctx0" brushRef="#br0">46 24 24575,'-3'-2'0,"1"-1"0,-1 1 0,0 0 0,0 0 0,0 0 0,0 0 0,-1 0 0,1 1 0,0-1 0,-1 1 0,-5-1 0,6 4 0,7 4 0,7 4 0,-11-10 0,41 35 0,-14-13 0,29 31 0,-49-46 0,-1 0 0,0 0 0,-1 1 0,1 0 0,-1 0 0,-1 0 0,0 1 0,0 0 0,3 11 0,-6-15 16,0 1-1,0-1 1,-1 0-1,0 0 1,0 0-1,-1 1 1,1-1-1,-1 0 1,0 0-1,0 0 1,-1 0-1,0 0 1,0 0-1,0 0 1,0-1-1,-1 1 1,1-1 0,-1 1-1,-1-1 1,1 0-1,-4 4 1,-6 5-358,-1 0 1,0-1 0,0-1-1,-24 14 1,-19 9-6485</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47.422"/>
    </inkml:context>
    <inkml:brush xml:id="br0">
      <inkml:brushProperty name="width" value="0.05" units="cm"/>
      <inkml:brushProperty name="height" value="0.05" units="cm"/>
    </inkml:brush>
  </inkml:definitions>
  <inkml:trace contextRef="#ctx0" brushRef="#br0">340 44 24575,'0'-2'0,"0"1"0,0-1 0,0 0 0,-1 0 0,1 0 0,0 1 0,-1-1 0,1 0 0,-1 1 0,0-1 0,1 0 0,-1 1 0,0-1 0,0 1 0,0-1 0,0 1 0,0-1 0,-1 1 0,1 0 0,0 0 0,-1-1 0,1 1 0,0 0 0,-1 0 0,0 0 0,1 1 0,-1-1 0,1 0 0,-1 1 0,0-1 0,0 1 0,1-1 0,-1 1 0,0 0 0,0-1 0,-1 1 0,-3 0 0,0 0 0,0 1 0,0-1 0,0 1 0,1 0 0,-1 0 0,0 1 0,1 0 0,-1 0 0,-5 3 0,-4 4 0,0 0 0,1 1 0,0 1 0,0 1 0,1 0 0,1 0 0,0 1 0,1 1 0,0 0 0,1 0 0,1 1 0,0 1 0,1-1 0,1 1 0,-6 18 0,3-4 0,1 1 0,2 0 0,1 1 0,2-1 0,0 1 0,3 0 0,2 47 0,1-61 0,0-1 0,1 1 0,1 0 0,1-1 0,0 1 0,2-1 0,0-1 0,16 30 0,-18-39 0,-1-1 0,1 1 0,0-1 0,1 0 0,-1-1 0,1 1 0,0-1 0,1 0 0,11 7 0,-13-10 0,1 1 0,-1-1 0,0-1 0,1 1 0,-1-1 0,1 1 0,0-2 0,-1 1 0,1-1 0,0 0 0,-1 0 0,1 0 0,0-1 0,11-2 0,-9 1 0,-1-1 0,1 0 0,0-1 0,-1 1 0,0-1 0,0-1 0,0 1 0,0-1 0,-1 0 0,1-1 0,-1 0 0,-1 0 0,1 0 0,-1 0 0,0-1 0,-1 0 0,1 0 0,-1-1 0,-1 1 0,0-1 0,0 1 0,0-1 0,-1 0 0,0 0 0,0 0 0,-1-1 0,0 1 0,-1-15 0,0 20 0,0 0 0,0 1 0,0-1 0,0 1 0,-1-1 0,0 1 0,1-1 0,-1 1 0,0 0 0,0-1 0,0 1 0,0 0 0,-1-1 0,1 1 0,-1 0 0,1 0 0,-1 0 0,-2-2 0,3 4 0,0-1 0,-1 0 0,1 1 0,0-1 0,0 1 0,-1-1 0,1 1 0,0 0 0,-1-1 0,1 1 0,-1 0 0,1 0 0,0 0 0,-1 0 0,1 0 0,0 0 0,-1 1 0,1-1 0,0 0 0,-1 1 0,1-1 0,0 1 0,-1-1 0,1 1 0,0-1 0,0 1 0,0 0 0,0 0 0,0 0 0,0 0 0,0 0 0,0 0 0,0 0 0,0 0 0,-1 1 0,-1 3-114,-1 1 1,1-1-1,0 1 0,0 0 0,0 0 1,1 0-1,0 0 0,0 0 0,1 1 1,0-1-1,-1 11 0,0 2-6712</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47.934"/>
    </inkml:context>
    <inkml:brush xml:id="br0">
      <inkml:brushProperty name="width" value="0.05" units="cm"/>
      <inkml:brushProperty name="height" value="0.05" units="cm"/>
    </inkml:brush>
  </inkml:definitions>
  <inkml:trace contextRef="#ctx0" brushRef="#br0">2 108 24575,'0'-17'0,"-1"9"0,1 0 0,0 0 0,1 0 0,-1 0 0,2 0 0,3-15 0,-5 23 0,0 0 0,0-1 0,0 1 0,0-1 0,1 1 0,-1 0 0,0-1 0,0 1 0,0-1 0,0 1 0,1 0 0,-1-1 0,0 1 0,0 0 0,1-1 0,-1 1 0,0 0 0,0 0 0,1-1 0,-1 1 0,0 0 0,1 0 0,-1-1 0,1 1 0,-1 0 0,0 0 0,1 0 0,-1 0 0,1 0 0,-1-1 0,0 1 0,1 0 0,-1 0 0,1 0 0,-1 0 0,0 0 0,1 0 0,11 14 0,3 23 0,13 105 0,-15-66 0,-13-73 0,1 0 0,-1-1 0,1 1 0,0-1 0,0 0 0,0 1 0,2 4 0,-2-7 0,-1 0 0,0 0 0,0 0 0,0 0 0,0 1 0,1-1 0,-1 0 0,0 0 0,0 0 0,0 0 0,1 0 0,-1 1 0,0-1 0,0 0 0,0 0 0,1 0 0,-1 0 0,0 0 0,0 0 0,1 0 0,-1 0 0,0 0 0,0 0 0,1 0 0,-1 0 0,0 0 0,0 0 0,0 0 0,1 0 0,-1 0 0,0 0 0,9-12 0,6-21 0,16-55 0,-22 59 0,1 0 0,1 1 0,16-28 0,-26 54 0,1-1 0,0 0 0,-1 1 0,1-1 0,1 1 0,-1-1 0,0 1 0,1 0 0,-1 0 0,1 0 0,3-2 0,-5 4 0,0-1 0,0 1 0,0 0 0,0 0 0,0 0 0,0-1 0,0 1 0,0 0 0,0 0 0,0 0 0,0 0 0,0 1 0,0-1 0,1 0 0,-1 0 0,0 1 0,0-1 0,0 1 0,0-1 0,-1 1 0,1-1 0,0 1 0,0-1 0,0 1 0,0 0 0,0-1 0,-1 1 0,1 0 0,0 0 0,-1 0 0,1 0 0,-1-1 0,1 1 0,-1 0 0,2 2 0,2 6 0,0 1 0,0-1 0,-1 1 0,0 0 0,0 0 0,-1 0 0,1 17 0,-1 76 0,-2-77 0,-1-3 0,0-16 0,1 1 0,0-1 0,0 1 0,3 13 0,-3-20 0,0-1 0,0 0 0,0 0 0,0 0 0,0 0 0,0 1 0,0-1 0,0 0 0,0 0 0,0 0 0,0 1 0,0-1 0,0 0 0,0 0 0,1 0 0,-1 0 0,0 0 0,0 1 0,0-1 0,0 0 0,0 0 0,0 0 0,1 0 0,-1 0 0,0 1 0,0-1 0,0 0 0,0 0 0,0 0 0,1 0 0,-1 0 0,0 0 0,0 0 0,0 0 0,1 0 0,-1 0 0,0 0 0,0 0 0,0 0 0,0 0 0,1 0 0,-1 0 0,0 0 0,1 0 0,6-8 0,6-15 0,-13 23 0,22-59 0,-16 40 0,15-32 0,-20 50 0,-1 0 0,0 1 0,1-1 0,-1 0 0,0 0 0,1 0 0,0 0 0,-1 0 0,1 0 0,-1 0 0,1 1 0,0-1 0,0 0 0,-1 1 0,1-1 0,0 0 0,0 1 0,0-1 0,0 1 0,0-1 0,1 0 0,-1 2 0,-1-1 0,1 1 0,0-1 0,-1 1 0,1-1 0,-1 1 0,1-1 0,-1 1 0,1 0 0,-1-1 0,0 1 0,1 0 0,-1-1 0,0 1 0,1 0 0,-1-1 0,0 1 0,0 0 0,0 0 0,0-1 0,0 2 0,4 53 0,-4-52 0,0 20-682,6 33-1,-2-35-6143</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48.172"/>
    </inkml:context>
    <inkml:brush xml:id="br0">
      <inkml:brushProperty name="width" value="0.05" units="cm"/>
      <inkml:brushProperty name="height" value="0.05" units="cm"/>
    </inkml:brush>
  </inkml:definitions>
  <inkml:trace contextRef="#ctx0" brushRef="#br0">628 0 24575,'-33'15'6,"1"1"-1,1 2 1,0 1 0,1 1-1,2 2 1,-29 26-1,18-10-54,1 2 1,3 1-1,-39 58 0,45-54-116,2 1 0,2 0 1,2 2-1,-26 78 0,37-87 171,2 1 0,1 0 0,2 0 0,2 1 0,2 0 0,2 59 0,3-80 4,0 0-1,0 0 0,2 0 0,1 0 0,0 0 1,2-1-1,0 0 0,1 0 0,1-1 0,0 0 1,1 0-1,2-1 0,-1 0 0,2-1 1,0-1-1,1 0 0,1-1 0,0 0 0,1-1 1,0-1-1,1-1 0,0 0 0,1-1 0,24 10 1,-17-11-218,1-1 0,0-1 0,1-1 0,-1-2 0,50 3 0,21-7-6028</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48.358"/>
    </inkml:context>
    <inkml:brush xml:id="br0">
      <inkml:brushProperty name="width" value="0.05" units="cm"/>
      <inkml:brushProperty name="height" value="0.05" units="cm"/>
    </inkml:brush>
  </inkml:definitions>
  <inkml:trace contextRef="#ctx0" brushRef="#br0">45 0 24575,'-3'0'0,"-4"0"0,-4 3 0,0 7 0,2 11 0,5 11 0,7 11 0,5 12 0,5 10 0,6 13 0,3 4 0,0 4 0,-3 3 0,-5 0 0,-5-2 0,-10-8 0,-13-7 0,-5-17-8191</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49.338"/>
    </inkml:context>
    <inkml:brush xml:id="br0">
      <inkml:brushProperty name="width" value="0.05" units="cm"/>
      <inkml:brushProperty name="height" value="0.05" units="cm"/>
    </inkml:brush>
  </inkml:definitions>
  <inkml:trace contextRef="#ctx0" brushRef="#br0">1 0 24575,'3'3'0,"4"1"0,3 0 0,7-1 0,6-1 0,5-4 0,-2-1-8191</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49.557"/>
    </inkml:context>
    <inkml:brush xml:id="br0">
      <inkml:brushProperty name="width" value="0.05" units="cm"/>
      <inkml:brushProperty name="height" value="0.05" units="cm"/>
    </inkml:brush>
  </inkml:definitions>
  <inkml:trace contextRef="#ctx0" brushRef="#br0">82 13 24575,'-6'3'0,"-8"4"0,-4 4 0,-3 3 0,5-1 0,10-2 0,10-4 0,11-2 0,12-6 0,11-5 0,7-2 0,6-3 0,5-2 0,3-1 0,0-3 0,-10 3-8191</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3:49.693"/>
    </inkml:context>
    <inkml:brush xml:id="br0">
      <inkml:brushProperty name="width" value="0.05" units="cm"/>
      <inkml:brushProperty name="height" value="0.05" units="cm"/>
    </inkml:brush>
  </inkml:definitions>
  <inkml:trace contextRef="#ctx0" brushRef="#br0">47 55 24575,'-6'3'0,"-8"1"0,-1 3 0,4 0 0,10-1 0,12-2 0,13-4 0,13-5 0,17-5 0,14-4 0,9-2 0,5-5 0,-12 1-8191</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4:00.948"/>
    </inkml:context>
    <inkml:brush xml:id="br0">
      <inkml:brushProperty name="width" value="0.05" units="cm"/>
      <inkml:brushProperty name="height" value="0.05" units="cm"/>
    </inkml:brush>
  </inkml:definitions>
  <inkml:trace contextRef="#ctx0" brushRef="#br0">1 497 24575,'0'-1'0,"1"0"0,-1 1 0,0-1 0,1 0 0,-1 0 0,1 0 0,0 1 0,-1-1 0,1 0 0,0 0 0,-1 1 0,1-1 0,0 1 0,0-1 0,-1 1 0,1-1 0,0 1 0,0-1 0,0 1 0,0 0 0,0-1 0,-1 1 0,1 0 0,0 0 0,0 0 0,0-1 0,2 1 0,27-2 0,-24 2 0,0 0 0,0 1 0,0 0 0,0 0 0,-1 1 0,1-1 0,0 1 0,-1 0 0,1 1 0,-1-1 0,1 1 0,-1 0 0,7 5 0,-7-3 0,0 0 0,0 0 0,-1 1 0,1 0 0,-1-1 0,0 1 0,0 1 0,-1-1 0,0 0 0,0 1 0,2 7 0,17 75 0,-7-27 0,-15-61 0,0 0 0,1 0 0,-1 0 0,0 1 0,1-1 0,-1 0 0,1 0 0,-1 0 0,1 0 0,-1 0 0,1 0 0,0 0 0,0 0 0,0-1 0,-1 1 0,3 2 0,-2-3 0,-1 0 0,1 0 0,-1 0 0,1 0 0,-1 0 0,1 0 0,0 0 0,-1 0 0,1 0 0,-1 0 0,1 0 0,-1 0 0,1 0 0,-1-1 0,1 1 0,-1 0 0,1 0 0,-1-1 0,1 1 0,-1 0 0,1-1 0,-1 1 0,1 0 0,0-1 0,3-3 0,-1-1 0,1 1 0,-1-1 0,1 0 0,2-6 0,9-16 0,132-226 0,-109 197 0,2 1 0,61-66 0,-70 89-273,2 1 0,1 1 0,2 2 0,38-24 0,-15 18-6553</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4:01.396"/>
    </inkml:context>
    <inkml:brush xml:id="br0">
      <inkml:brushProperty name="width" value="0.05" units="cm"/>
      <inkml:brushProperty name="height" value="0.05" units="cm"/>
    </inkml:brush>
  </inkml:definitions>
  <inkml:trace contextRef="#ctx0" brushRef="#br0">1 566 24575,'11'-12'0,"-10"10"0,0 1 0,0-1 0,0 1 0,1-1 0,-1 1 0,1 0 0,-1 0 0,1-1 0,-1 1 0,3-1 0,-3 2 0,0 0 0,0 0 0,0 0 0,0 0 0,0 0 0,0 0 0,0 0 0,0 1 0,0-1 0,0 0 0,0 1 0,0-1 0,-1 0 0,1 1 0,0-1 0,0 1 0,0 0 0,0-1 0,-1 1 0,1 0 0,0-1 0,-1 1 0,1 0 0,0 0 0,-1-1 0,1 2 0,3 3 0,-1-1 0,1 0 0,0 0 0,1-1 0,-1 1 0,0-1 0,6 4 0,-7-6 0,0 0 0,0 0 0,0 0 0,1 0 0,-1 0 0,0 0 0,0-1 0,0 0 0,0 0 0,1 0 0,-1 0 0,0 0 0,0 0 0,5-2 0,9-2 0,-1-1 0,1-1 0,-1-1 0,21-11 0,60-41 0,-92 56 0,548-416-1365,-472 351-5461</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5:15.030"/>
    </inkml:context>
    <inkml:brush xml:id="br0">
      <inkml:brushProperty name="width" value="0.05" units="cm"/>
      <inkml:brushProperty name="height" value="0.05" units="cm"/>
    </inkml:brush>
  </inkml:definitions>
  <inkml:trace contextRef="#ctx0" brushRef="#br0">1354 181 24575,'1'0'0,"-1"0"0,0 0 0,1 0 0,-1 0 0,0 0 0,1 0 0,-1-1 0,0 1 0,1 0 0,-1 0 0,0 0 0,1-1 0,-1 1 0,0 0 0,1 0 0,-1-1 0,0 1 0,0 0 0,1 0 0,-1-1 0,0 1 0,0 0 0,0-1 0,0 1 0,1 0 0,-1-1 0,0 1 0,0 0 0,0-1 0,0 1 0,0 0 0,0-1 0,0 1 0,0-1 0,0 1 0,0 0 0,0-1 0,0 1 0,0 0 0,0-1 0,-1 0 0,1 0 0,0 0 0,0 0 0,0 0 0,-1 0 0,1 0 0,-1 0 0,1 0 0,-1 0 0,1 0 0,-1 0 0,1 0 0,-1 1 0,0-1 0,0 0 0,1 0 0,-2 0 0,-7-3 0,-1 0 0,0 1 0,1 0 0,-1 1 0,0 0 0,0 0 0,-1 1 0,-18 1 0,8-1 0,-455-2 0,457 4 0,1 1 0,-1 0 0,1 2 0,0 0 0,0 1 0,0 0 0,0 2 0,1 0 0,0 1 0,1 0 0,0 2 0,0 0 0,1 1 0,0 0 0,1 1 0,0 1 0,1 0 0,0 1 0,1 0 0,1 1 0,0 0 0,-14 29 0,5-5 0,1 0 0,3 2 0,-18 61 0,27-77 0,-3 12 0,1 1 0,-5 48 0,13-67 0,-3 17 0,1 1 0,2-1 0,2 1 0,6 36 0,-4-61 0,0 0 0,2 0 0,-1-1 0,1 1 0,1-1 0,0 0 0,1 0 0,0-1 0,9 11 0,-3-7 0,0 0 0,0-1 0,1 0 0,1-1 0,22 15 0,-4-9 0,0-2 0,0-1 0,2-2 0,0-1 0,0-1 0,1-2 0,71 8 0,17-8 0,124-6 0,-211-3 0,7-1 0,46-6 0,-72 4 0,-1 0 0,0-2 0,0 0 0,0 0 0,24-13 0,74-45 0,56-27 0,-103 60 0,120-70 0,-180 94 0,1-1 0,-2 0 0,1-1 0,-1 1 0,0-1 0,-1-1 0,0 1 0,0-1 0,-1 0 0,0 0 0,0-1 0,-1 0 0,4-12 0,3-17 0,-2-1 0,5-40 0,-13 75 0,6-38 0,-3-1 0,-1 0 0,-4-50 0,-1 69 0,-1 0 0,-1 0 0,-1 0 0,-2 1 0,0-1 0,-21-43 0,16 43 0,-1 1 0,-1 1 0,-2 0 0,0 1 0,-21-22 0,27 34 0,-1 0 0,0 0 0,0 1 0,-1 1 0,0 0 0,0 0 0,-1 1 0,0 1 0,0 0 0,-1 1 0,-21-6 0,-12 2 0,0 3 0,-53-1 0,-101 7 0,113 1 0,3-1 0,-136 4 0,159 0 0,-97 19 0,-69 34 0,193-45 0,1 0 0,0 3 0,1 0 0,-44 30 0,65-37 0,-11 7 0,-28 24 0,44-32 0,0-1 0,1 2 0,-1-1 0,1 1 0,1 0 0,-1 0 0,-5 14 0,-113 293 0,111-274 0,2 0 0,1 0 0,3 1 0,1 0 0,2 0 0,2 72 0,-6 273 0,8-380 0,-1 6 0,0-1 0,0 0 0,2 1 0,2 19 0,-2-28 0,0-1 0,0 1 0,0-1 0,0 1 0,1-1 0,-1 0 0,1 0 0,0 0 0,0 0 0,0 0 0,0 0 0,1 0 0,-1-1 0,1 1 0,-1-1 0,1 0 0,0 0 0,0 0 0,0 0 0,6 3 0,8 1 0,-1-1 0,1 0 0,0-1 0,0 0 0,20 1 0,94 0 0,-97-4 0,679 0 0,-329-4 0,-371 3 0,0 0 0,0 0 0,0-1 0,17-3 0,-26 3 0,0 0 0,-1 0 0,1 0 0,0-1 0,-1 1 0,1-1 0,-1 0 0,1 0 0,-1-1 0,0 1 0,0-1 0,0 1 0,0-1 0,-1 0 0,4-4 0,107-172 0,-63 96 0,-23 35 0,-1 0 0,-3-2 0,-2 0 0,-2-2 0,-2 0 0,-3-1 0,-2 0 0,7-77 0,-10 45 0,35-150 0,-44 234 0,0 1 0,0-1 0,1 0 0,-1 0 0,0 0 0,0 0 0,0 1 0,0-1 0,0 0 0,0 0 0,0 0 0,0 0 0,0 1 0,0-1 0,0 0 0,-1 0 0,1 0 0,0 0 0,0 1 0,-1-1 0,1 0 0,-1 0 0,1 1 0,-1-1 0,1 0 0,-1 1 0,1-1 0,-1 1 0,0-1 0,1 0 0,-2 0 0,-2 0 0,1-1 0,-1 1 0,0 0 0,0 0 0,0 0 0,-4 0 0,-428-66 0,393 61 0,-1 2 0,0 2 0,0 2 0,0 2 0,1 2 0,-71 14 0,108-16 0,-1 0 0,0 0 0,1 0 0,-1 1 0,1 0 0,0 0 0,0 1 0,0-1 0,0 2 0,1-1 0,-1 0 0,-7 10 0,6-5 0,0 0 0,1 0 0,1 1 0,-1 0 0,2 0 0,-1 0 0,-3 14 0,-63 191 0,66-200 0,1 0 0,0 0 0,0 1 0,2-1 0,-1 18 0,3-24 0,0 0 0,1 0 0,0 0 0,0-1 0,1 1 0,0 0 0,1-1 0,0 0 0,0 0 0,7 13 0,11 12-455,2 0 0,40 45 0,-35-46-6371</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25.054"/>
    </inkml:context>
    <inkml:brush xml:id="br0">
      <inkml:brushProperty name="width" value="0.05" units="cm"/>
      <inkml:brushProperty name="height" value="0.05" units="cm"/>
    </inkml:brush>
  </inkml:definitions>
  <inkml:trace contextRef="#ctx0" brushRef="#br0">35 184 24575,'1'0'0,"-1"-1"0,1 1 0,-1 0 0,1 0 0,-1-1 0,1 1 0,-1 0 0,1 0 0,-1 0 0,1 0 0,0 0 0,-1-1 0,1 1 0,-1 0 0,1 0 0,0 0 0,-1 1 0,1-1 0,-1 0 0,1 0 0,-1 0 0,1 0 0,0 0 0,-1 1 0,1-1 0,-1 0 0,1 1 0,-1-1 0,1 0 0,-1 1 0,0-1 0,1 0 0,-1 1 0,1-1 0,-1 1 0,0-1 0,1 1 0,-1-1 0,0 1 0,1-1 0,-1 1 0,0-1 0,0 1 0,1 1 0,11 26 0,12 54 0,-4 2 0,10 94 0,-25-144 0,-5-3 0,0-30 0,0-1 0,0 0 0,0 1 0,0-1 0,0 1 0,0-1 0,-1 1 0,1-1 0,0 0 0,0 1 0,0-1 0,-1 1 0,1-1 0,0 0 0,0 1 0,-1-1 0,1 0 0,0 1 0,-1-1 0,1 0 0,0 0 0,-1 1 0,1-1 0,-1 0 0,1 0 0,0 1 0,-1-1 0,1 0 0,-1 0 0,1 0 0,-1 0 0,1 0 0,0 0 0,-1 0 0,1 0 0,-1 0 0,1 0 0,-1 0 0,1 0 0,-1 0 0,1 0 0,0 0 0,-1 0 0,1-1 0,-1 1 0,1 0 0,0 0 0,-1 0 0,1-1 0,-1 1 0,1 0 0,0-1 0,-1 1 0,1 0 0,0 0 0,0-1 0,-1 1 0,1-1 0,0 1 0,-1-1 0,-6-6 0,0-1 0,0 1 0,1-2 0,0 1 0,0 0 0,1-1 0,-6-13 0,-24-69 0,25 61 0,2-1 0,1 0 0,-3-47 0,8 58 0,2 0 0,0-1 0,1 1 0,1-1 0,1 1 0,8-29 0,-9 42 0,1 0 0,-1 1 0,1-1 0,0 1 0,1 0 0,-1 0 0,1 0 0,1 0 0,-1 1 0,1 0 0,0 0 0,0 0 0,0 0 0,1 1 0,0 0 0,7-4 0,-4 3 0,0 1 0,0 1 0,1 0 0,-1 0 0,1 1 0,0 0 0,-1 0 0,1 1 0,0 1 0,17 0 0,-12 1 0,-1 1 0,0 0 0,1 1 0,-1 1 0,0 0 0,0 0 0,-1 2 0,0 0 0,1 0 0,-2 1 0,1 1 0,-1 0 0,0 1 0,-1 0 0,18 19 0,-26-25 0,-1 0 0,1 0 0,-1 0 0,0 1 0,0-1 0,0 1 0,-1 0 0,1-1 0,-1 1 0,0 0 0,0 0 0,0 0 0,0 0 0,-1 0 0,1 0 0,-1 0 0,0 0 0,-1 0 0,1 0 0,-1 0 0,1 0 0,-1 0 0,-3 7 0,1-4 0,-1 0 0,0 0 0,-1 0 0,1-1 0,-1 0 0,0 0 0,-1 0 0,0 0 0,0-1 0,0 0 0,-9 5 0,-14 7 0,-1-1 0,0-1 0,-2-2 0,-63 17 0,92-29 0,1 0 0,-1 0 0,1 0 0,-1 0 0,1 0 0,-1 0 0,1 0 0,-3 3 0,5-4 0,0 0 0,-1 0 0,1 1 0,0-1 0,0 0 0,0 0 0,0 1 0,-1-1 0,1 0 0,0 0 0,0 1 0,0-1 0,0 0 0,0 1 0,0-1 0,0 0 0,0 1 0,0-1 0,0 0 0,0 0 0,0 1 0,0-1 0,0 0 0,0 1 0,0-1 0,0 0 0,1 1 0,10 10 0,112 59 0,-29-2 313,44 25-1991,-110-77-5148</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25.444"/>
    </inkml:context>
    <inkml:brush xml:id="br0">
      <inkml:brushProperty name="width" value="0.05" units="cm"/>
      <inkml:brushProperty name="height" value="0.05" units="cm"/>
    </inkml:brush>
  </inkml:definitions>
  <inkml:trace contextRef="#ctx0" brushRef="#br0">85 205 24575,'0'-2'0,"0"-1"0,0 1 0,0-1 0,0 1 0,-1-1 0,1 1 0,-1-1 0,0 1 0,0 0 0,0-1 0,-1-1 0,2 4 0,0-1 0,-1 1 0,1 0 0,0-1 0,0 1 0,-1 0 0,1 0 0,0-1 0,-1 1 0,1 0 0,0 0 0,-1 0 0,1 0 0,0-1 0,-1 1 0,1 0 0,0 0 0,-1 0 0,1 0 0,-1 0 0,1 0 0,0 0 0,-1 0 0,1 0 0,0 0 0,-1 0 0,0 0 0,0 1 0,0 0 0,-1-1 0,1 1 0,0 0 0,0 0 0,0 0 0,0 0 0,-1 0 0,1 0 0,0 0 0,-1 2 0,-2 4 0,-1-1 0,1 2 0,1-1 0,-1 0 0,1 1 0,0 0 0,1-1 0,-2 13 0,-8 69 0,9-55 0,0-7 0,0 33 0,4-52 0,-1 0 0,1-1 0,0 1 0,0-1 0,1 1 0,0-1 0,0 0 0,1 1 0,4 7 0,-7-15 0,0 1 0,0-1 0,0 1 0,0 0 0,1-1 0,-1 1 0,0-1 0,0 1 0,1-1 0,-1 1 0,0-1 0,1 1 0,-1-1 0,1 1 0,-1-1 0,0 0 0,1 1 0,-1-1 0,1 0 0,-1 1 0,1-1 0,0 0 0,-1 1 0,1-1 0,-1 0 0,1 0 0,-1 0 0,1 0 0,0 0 0,-1 0 0,1 0 0,-1 0 0,1 0 0,0 0 0,-1 0 0,1 0 0,-1 0 0,1 0 0,0 0 0,-1 0 0,1-1 0,-1 1 0,1 0 0,-1 0 0,1-1 0,-1 1 0,1 0 0,-1-1 0,1 1 0,-1-1 0,1 1 0,-1-1 0,0 1 0,1-1 0,0 0 0,2-4 0,0 0 0,0-1 0,-1 1 0,3-9 0,12-42 0,18-109 0,-27 117 0,2 1 0,1-1 0,30-75 0,-39 120 0,-1 1 0,0-1 0,1 0 0,0 0 0,-1 1 0,1-1 0,0 1 0,0 0 0,1-1 0,-1 1 0,3-2 0,-4 4 0,0-1 0,0 1 0,0-1 0,0 1 0,1-1 0,-1 1 0,0 0 0,0 0 0,0 0 0,1-1 0,-1 1 0,0 0 0,0 1 0,0-1 0,1 0 0,-1 0 0,0 0 0,0 1 0,0-1 0,0 0 0,0 1 0,0-1 0,1 1 0,-1 0 0,0-1 0,0 1 0,-1 0 0,1 0 0,0-1 0,1 3 0,7 7 0,0 1 0,-2 0 0,1 0 0,-1 1 0,-1 0 0,9 23 0,-2-6 0,11 21-273,-1 1 0,-3 1 0,-2 1 0,15 81 0,-28-103-6553</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26.020"/>
    </inkml:context>
    <inkml:brush xml:id="br0">
      <inkml:brushProperty name="width" value="0.05" units="cm"/>
      <inkml:brushProperty name="height" value="0.05" units="cm"/>
    </inkml:brush>
  </inkml:definitions>
  <inkml:trace contextRef="#ctx0" brushRef="#br0">6 371 24575,'-3'-19'0,"2"18"0,1 0 0,-1-1 0,1 1 0,0 0 0,0-1 0,-1 1 0,1 0 0,0-1 0,0 1 0,0-1 0,0 1 0,1 0 0,-1-1 0,0 1 0,0-1 0,1 1 0,-1 0 0,1-1 0,0 1 0,-1 0 0,2-2 0,1-1 0,0 1 0,0-1 0,1 1 0,-1-1 0,1 1 0,-1 0 0,1 1 0,0-1 0,0 1 0,1-1 0,-1 1 0,8-2 0,6-2 0,34-6 0,-36 9 0,204-34 0,-86 16 0,-125 19 0,-4 2 0,0-1 0,0 0 0,0 0 0,0 0 0,0 0 0,0-1 0,-1 1 0,1-1 0,0-1 0,-1 1 0,0-1 0,6-3 0,-10 5 0,0 0 0,1 0 0,-1 1 0,0-1 0,0 0 0,1 0 0,-1 0 0,0 1 0,0-1 0,0 0 0,0 0 0,0 0 0,0 0 0,0 1 0,0-1 0,-1 0 0,1 0 0,0 0 0,0 1 0,-1-1 0,1 0 0,0 0 0,-1 1 0,1-1 0,-1 0 0,1 0 0,-1 1 0,1-1 0,-1 1 0,0-1 0,1 0 0,-1 1 0,0 0 0,1-1 0,-1 1 0,-1-1 0,1 0 0,1 1 0,-1-1 0,0 1 0,1 0 0,-1 0 0,0-1 0,1 1 0,-1 0 0,0 0 0,0 0 0,1 0 0,-1 0 0,0 0 0,1 0 0,-1 0 0,0 0 0,0 0 0,1 0 0,-1 0 0,0 0 0,0 1 0,1-1 0,-1 0 0,0 0 0,1 1 0,-1-1 0,1 1 0,-1-1 0,0 0 0,1 1 0,-1-1 0,1 1 0,-1 0 0,1-1 0,-1 1 0,1-1 0,0 1 0,-1 0 0,1-1 0,0 1 0,-1 0 0,1-1 0,0 1 0,0 0 0,-1-1 0,1 1 0,0 0 0,0 0 0,0 1 0,-1 13 0,1 0 0,0 1 0,1-1 0,0 0 0,2 1 0,0-1 0,4 15 0,2 7 0,31 183 0,-55-286 0,-52-280 0,59 305 0,5 30 0,1-1 0,0 1 0,1-1 0,0 1 0,2-20 0,-1 30 0,0 0 0,0 1 0,0-1 0,0 0 0,0 1 0,1-1 0,-1 0 0,0 0 0,1 1 0,-1-1 0,0 1 0,1-1 0,-1 0 0,1 1 0,-1-1 0,1 1 0,-1-1 0,1 1 0,-1-1 0,1 1 0,-1-1 0,1 1 0,0 0 0,-1-1 0,1 1 0,1-1 0,-1 1 0,1 0 0,0 0 0,0 0 0,-1 0 0,1 0 0,0 0 0,-1 0 0,1 1 0,0-1 0,-1 1 0,3 0 0,6 3 0,-1 1 0,1 0 0,8 7 0,-13-9 0,-5-3 0,103 70 0,-88-58 0,-1 0 0,0 1 0,-1 0 0,19 24 0,-31-35 0,1-1 0,-1 1 0,0 0 0,0 0 0,0 0 0,0 0 0,0 0 0,0 0 0,-1 0 0,1 0 0,-1 0 0,1 0 0,-1 0 0,0 0 0,0 1 0,0-1 0,0 0 0,-1 4 0,1-5 0,-1 1 0,0 0 0,0 0 0,0-1 0,0 1 0,0-1 0,-1 1 0,1-1 0,0 0 0,-1 1 0,1-1 0,-1 0 0,1 0 0,-1 0 0,0 0 0,1 0 0,-1 0 0,0-1 0,0 1 0,0 0 0,-3 0 0,-16 3-86,0-1 1,-1 0-1,1-2 0,-24-1 0,24 0-850,-39 0-5890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26.452"/>
    </inkml:context>
    <inkml:brush xml:id="br0">
      <inkml:brushProperty name="width" value="0.05" units="cm"/>
      <inkml:brushProperty name="height" value="0.05" units="cm"/>
    </inkml:brush>
  </inkml:definitions>
  <inkml:trace contextRef="#ctx0" brushRef="#br0">483 0 24575,'3'0'0,"-2"0"0,-1 3 0,-7 4 0,-5 7 0,-6 7 0,-9 5 0,-10 6 0,-4 5 0,-3 6 0,-8 7 0,-2 5 0,0 1 0,2-2 0,3-2 0,10-9-8191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27.383"/>
    </inkml:context>
    <inkml:brush xml:id="br0">
      <inkml:brushProperty name="width" value="0.05" units="cm"/>
      <inkml:brushProperty name="height" value="0.05" units="cm"/>
    </inkml:brush>
  </inkml:definitions>
  <inkml:trace contextRef="#ctx0" brushRef="#br0">0 183 24575,'4'59'0,"2"-1"0,2 0 0,21 70 0,-11-48 0,-13-62 0,-3-25 0,-5-30 0,-6-36 0,-2-2 0,3 0 0,4-134 0,5 200 0,-1 1 0,2-1 0,-1 1 0,1-1 0,6-14 0,-7 20 0,0 1 0,1-1 0,-1 1 0,1-1 0,0 1 0,-1 0 0,1 0 0,0 0 0,0 0 0,1 0 0,-1 0 0,0 1 0,0-1 0,1 1 0,-1-1 0,1 1 0,0 0 0,-1 0 0,1 0 0,0 0 0,4 0 0,6 0 0,1 0 0,-1 1 0,0 0 0,0 1 0,0 1 0,0 0 0,0 0 0,21 8 0,-10-1 0,0 0 0,-1 2 0,33 19 0,-49-26 0,-1 1 0,1-1 0,-1 1 0,0 0 0,-1 0 0,1 1 0,-1 0 0,0 0 0,5 9 0,-8-12 0,-1-1 0,0 0 0,0 1 0,0-1 0,-1 1 0,1-1 0,0 1 0,-1 0 0,0-1 0,1 1 0,-1 0 0,0-1 0,-1 1 0,1-1 0,0 1 0,-1 0 0,1-1 0,-1 1 0,0-1 0,0 1 0,0-1 0,0 0 0,0 1 0,-1-1 0,1 0 0,-1 0 0,1 0 0,-1 0 0,0 0 0,-3 3 0,-6 5 0,-1-1 0,1-1 0,-1 1 0,-1-2 0,0 0 0,-17 7 0,-87 27 0,64-25 0,52-16 0,-1 1 0,1-1 0,0 1 0,0-1 0,-1 1 0,1-1 0,0 1 0,0 0 0,0-1 0,-1 1 0,1 0 0,0 0 0,0 0 0,-1 2 0,2-3 0,0 0 0,0 1 0,0-1 0,0 1 0,0-1 0,0 0 0,0 1 0,0-1 0,0 0 0,0 1 0,1-1 0,-1 0 0,0 1 0,0-1 0,0 0 0,1 1 0,-1-1 0,0 0 0,0 1 0,1-1 0,-1 0 0,0 0 0,1 1 0,-1-1 0,0 0 0,1 0 0,-1 0 0,0 1 0,1-1 0,-1 0 0,1 0 0,8 4 0,0-1 0,20 4 0,-16-4 0,20 6 0,1-1 0,-1 3 0,40 16 0,-65-23 0,0 0 0,0 0 0,0 1 0,-1-1 0,0 2 0,0-1 0,0 1 0,-1 0 0,0 1 0,0-1 0,0 1 0,-1 0 0,0 1 0,4 8 0,-7-14 0,-1 0 0,0 1 0,0-1 0,0 0 0,-1 1 0,1-1 0,0 1 0,-1-1 0,0 1 0,1-1 0,-1 1 0,0 0 0,0-1 0,-1 1 0,1-1 0,-1 1 0,1-1 0,-1 1 0,0-1 0,1 1 0,-1-1 0,-1 0 0,1 1 0,0-1 0,0 0 0,-1 0 0,1 0 0,-3 2 0,0-1 0,0 0 0,0 0 0,0 0 0,0-1 0,-1 0 0,1 0 0,-1 0 0,0 0 0,1-1 0,-1 1 0,0-1 0,0 0 0,-9 0 0,4-1-114,-1 0 1,1 0-1,0-1 0,0 0 0,-1-1 1,1 0-1,0-1 0,1 0 0,-1 0 1,0-1-1,-8-5 0,-6-6-6712</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27.737"/>
    </inkml:context>
    <inkml:brush xml:id="br0">
      <inkml:brushProperty name="width" value="0.05" units="cm"/>
      <inkml:brushProperty name="height" value="0.05" units="cm"/>
    </inkml:brush>
  </inkml:definitions>
  <inkml:trace contextRef="#ctx0" brushRef="#br0">0 0 24575,'108'1'0,"109"14"0,-216-14 0,-4-1 0,-12-1 0,-22-3 0,31 2 0,1 1 0,-1 0 0,1 0 0,-1 0 0,0 1 0,-10 0 0,14 0 0,1 0 0,0 0 0,-1 1 0,1-1 0,0 1 0,-1-1 0,1 1 0,0-1 0,0 1 0,-1 0 0,1 0 0,0 0 0,0-1 0,0 1 0,0 0 0,0 0 0,0 1 0,1-1 0,-1 0 0,0 0 0,0 0 0,1 0 0,-1 1 0,1-1 0,-1 0 0,1 1 0,-1-1 0,1 0 0,0 3 0,-3 12 0,2 0 0,0 0 0,1 1 0,4 26 0,16 67 0,-11-65 0,5 19-1365,-8-41-5461</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28.138"/>
    </inkml:context>
    <inkml:brush xml:id="br0">
      <inkml:brushProperty name="width" value="0.05" units="cm"/>
      <inkml:brushProperty name="height" value="0.05" units="cm"/>
    </inkml:brush>
  </inkml:definitions>
  <inkml:trace contextRef="#ctx0" brushRef="#br0">0 304 24575,'1'-11'0,"1"-1"0,1 1 0,-1 0 0,2 0 0,6-17 0,-4 14 0,-6 13 0,1-1 0,-1 1 0,1 0 0,-1-1 0,1 1 0,0 0 0,-1 0 0,1-1 0,0 1 0,0 0 0,2-2 0,-3 3 0,0 0 0,0 0 0,1 0 0,-1 0 0,0 0 0,0 0 0,0 0 0,1 0 0,-1 0 0,0 0 0,0 0 0,1 0 0,-1 0 0,0 0 0,0 0 0,1 0 0,-1 0 0,0 0 0,0 1 0,1-1 0,-1 0 0,0 0 0,0 0 0,0 0 0,0 0 0,1 1 0,-1-1 0,0 0 0,0 0 0,0 0 0,0 0 0,1 1 0,-1-1 0,0 0 0,0 0 0,0 1 0,0-1 0,0 0 0,2 5 0,-1 0 0,1-1 0,-1 1 0,0 0 0,0 6 0,4 34 0,-1 0 0,2-1 0,2 0 0,18 56 0,-14-78 0,-6-20 0,-2-14 0,-2-31 0,-1 0 0,-9-79 0,3 73 0,3-79 0,3 117 0,0 1 0,1 0 0,0 0 0,1 0 0,0 0 0,0 0 0,6-11 0,-8 19 0,0-1 0,1 1 0,-1 0 0,0-1 0,1 1 0,0 0 0,-1 0 0,1 0 0,0 0 0,0 0 0,0 0 0,0 1 0,0-1 0,1 0 0,-1 1 0,0 0 0,1 0 0,-1-1 0,1 2 0,-1-1 0,1 0 0,0 0 0,-1 1 0,1-1 0,0 1 0,-1 0 0,1 0 0,0 0 0,-1 0 0,1 0 0,5 2 0,-4 0 0,1 0 0,-1 0 0,0 0 0,0 1 0,0 0 0,0 0 0,0 0 0,-1 0 0,1 0 0,-1 1 0,0 0 0,0-1 0,0 1 0,0 0 0,-1 1 0,4 8 0,-2-5 0,0 1 0,-1 0 0,-1 0 0,1 0 0,-1 0 0,-1 0 0,1 18 0,-2-22 20,0 1 0,0-1 0,-1 1 1,0-1-1,0 0 0,-1 1 0,1-1 0,-1 0 0,0 0 0,-1 0 0,1 0 0,-1 0 0,0-1 0,0 1 0,0-1 0,-6 6 1,3-5-153,1-1 1,0 0 0,-1 0-1,0 0 1,0-1 0,0 0 0,0 0-1,-1 0 1,1-1 0,-1 0 0,1 0-1,-12 1 1,-7-1-6695</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28.556"/>
    </inkml:context>
    <inkml:brush xml:id="br0">
      <inkml:brushProperty name="width" value="0.05" units="cm"/>
      <inkml:brushProperty name="height" value="0.05" units="cm"/>
    </inkml:brush>
  </inkml:definitions>
  <inkml:trace contextRef="#ctx0" brushRef="#br0">20 13 24575,'-16'-13'0,"16"13"0,0 0 0,0 0 0,-1 0 0,1 0 0,0 0 0,0 0 0,0 0 0,0 0 0,0 0 0,0 0 0,0 0 0,0 0 0,-1 0 0,1 0 0,0 0 0,0 0 0,0 0 0,0 0 0,0 0 0,0 0 0,0 0 0,0 1 0,0-1 0,0 0 0,-1 0 0,1 0 0,0 0 0,0 0 0,0 0 0,0 0 0,0 0 0,0 0 0,0 0 0,0 0 0,0 1 0,0-1 0,0 0 0,0 0 0,0 0 0,0 0 0,0 0 0,0 0 0,0 0 0,0 0 0,0 0 0,0 1 0,0-1 0,0 0 0,0 0 0,0 0 0,0 0 0,0 0 0,0 0 0,0 0 0,0 0 0,0 1 0,0-1 0,0 0 0,0 0 0,0 0 0,0 0 0,0 0 0,0 0 0,0 0 0,1 0 0,-1 0 0,0 0 0,0 0 0,0 1 0,3 3 0,-1 1 0,1 0 0,1 0 0,6 7 0,41 40 0,66 50 0,-50-45 0,60 49 0,119 112 0,-239-210-341,0 0 0,0 0-1,10 15 1,-9-6-6485</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29.035"/>
    </inkml:context>
    <inkml:brush xml:id="br0">
      <inkml:brushProperty name="width" value="0.05" units="cm"/>
      <inkml:brushProperty name="height" value="0.05" units="cm"/>
    </inkml:brush>
  </inkml:definitions>
  <inkml:trace contextRef="#ctx0" brushRef="#br0">384 339 24575,'7'-81'0,"-4"58"0,0-1 0,-2 0 0,-2-29 0,0 47 0,1 0 0,-1 0 0,-1 0 0,1 0 0,-1 0 0,0 0 0,0 1 0,-1-1 0,0 0 0,0 1 0,0 0 0,-1 0 0,1 0 0,-1 0 0,-1 1 0,1-1 0,-6-3 0,4 3 0,-1 1 0,0 1 0,0-1 0,0 1 0,-1 0 0,1 1 0,-1 0 0,0 0 0,1 0 0,-1 1 0,0 0 0,0 1 0,0 0 0,0 0 0,0 0 0,-11 3 0,5 0 0,-1 0 0,1 1 0,-1 0 0,1 1 0,1 1 0,-1 0 0,-22 15 0,30-17 0,1 0 0,0 0 0,0 0 0,0 0 0,1 1 0,-1 0 0,1-1 0,0 2 0,0-1 0,1 0 0,0 1 0,0 0 0,0 0 0,1 0 0,0 0 0,-3 10 0,5-11 0,-1 1 0,1-1 0,0 1 0,0-1 0,1 1 0,-1-1 0,1 1 0,1-1 0,-1 1 0,1-1 0,0 0 0,0 0 0,0 0 0,1 0 0,0 0 0,0-1 0,0 1 0,0-1 0,8 7 0,7 8 0,1-2 0,1-1 0,1 0 0,32 18 0,97 43 0,-98-55 0,-35-16 0,0 1 0,-1 1 0,29 18 0,-44-26 0,0 1 0,0-1 0,0 1 0,0 0 0,0 0 0,0-1 0,0 1 0,0 0 0,-1 0 0,1 0 0,0 0 0,-1 0 0,1 0 0,0 0 0,-1 0 0,1 0 0,-1 0 0,0 0 0,1 0 0,-1 0 0,0 1 0,1-1 0,-1 0 0,0 2 0,-1-1 0,1-1 0,-1 0 0,0 0 0,0 0 0,0 1 0,1-1 0,-1 0 0,0 0 0,0 0 0,0 0 0,0-1 0,-1 1 0,1 0 0,0 0 0,0-1 0,0 1 0,-3 0 0,-4 3 0,-2-1 0,1-1 0,0 0 0,-17 3 0,0-4-151,1 0-1,-1-2 0,0 0 0,0-2 1,0-1-1,1-1 0,0-1 1,-27-11-1,21 4-6674</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29.282"/>
    </inkml:context>
    <inkml:brush xml:id="br0">
      <inkml:brushProperty name="width" value="0.05" units="cm"/>
      <inkml:brushProperty name="height" value="0.05" units="cm"/>
    </inkml:brush>
  </inkml:definitions>
  <inkml:trace contextRef="#ctx0" brushRef="#br0">0 9 24575,'24'-3'0,"-22"2"0,1 0 0,-1 0 0,1 0 0,0 1 0,-1-1 0,1 1 0,0 0 0,-1 0 0,1 0 0,0 0 0,0 1 0,-1-1 0,1 1 0,-1-1 0,1 1 0,2 1 0,-4-1 0,0 0 0,-1 0 0,1-1 0,-1 1 0,0 0 0,1 0 0,-1 0 0,0 0 0,0 0 0,1 0 0,-1 0 0,0 0 0,0 0 0,0 0 0,0 0 0,0 0 0,-1 0 0,1 0 0,0 2 0,-8 22 0,5-14 0,-8 35-273,3 1 0,2 0 0,2 0 0,4 85 0,0-116-6553</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29.812"/>
    </inkml:context>
    <inkml:brush xml:id="br0">
      <inkml:brushProperty name="width" value="0.05" units="cm"/>
      <inkml:brushProperty name="height" value="0.05" units="cm"/>
    </inkml:brush>
  </inkml:definitions>
  <inkml:trace contextRef="#ctx0" brushRef="#br0">14 7 24575,'0'0'0,"0"0"0,0 0 0,1-1 0,-1 1 0,0 0 0,0 0 0,0 0 0,0-1 0,0 1 0,0 0 0,0 0 0,0 0 0,0-1 0,0 1 0,0 0 0,0 0 0,0 0 0,0 0 0,-1-1 0,1 1 0,0 0 0,0 0 0,0 0 0,0-1 0,0 1 0,0 0 0,0 0 0,0 0 0,-1 0 0,1 0 0,0-1 0,0 1 0,0 0 0,0 0 0,-1 0 0,1 0 0,0 0 0,0 0 0,0 0 0,0 0 0,-1 0 0,1-1 0,0 1 0,0 0 0,0 0 0,-1 0 0,1 0 0,0 0 0,0 0 0,0 0 0,-1 0 0,1 0 0,0 1 0,0-1 0,0 0 0,-1 0 0,1 0 0,0 0 0,-1 0 0,1 1 0,-1-1 0,1 1 0,-1-1 0,1 1 0,-1-1 0,1 1 0,-1 0 0,1-1 0,0 1 0,-1-1 0,1 1 0,0 0 0,-1-1 0,1 1 0,0 0 0,0 0 0,0 6 0,0 0 0,0-1 0,1 1 0,0-1 0,0 1 0,1-1 0,0 0 0,4 11 0,27 50 0,-26-54 0,0-1 0,0 0 0,1-1 0,0 0 0,1 0 0,0-1 0,20 18 0,-25-25 0,1 1 0,0 0 0,0-1 0,0 0 0,0 0 0,0-1 0,0 1 0,1-1 0,-1 0 0,1 0 0,0-1 0,-1 0 0,1 0 0,0 0 0,0-1 0,0 0 0,0 0 0,9-1 0,-10-1 0,-1 0 0,1 0 0,0 0 0,-1 0 0,0-1 0,0 0 0,0 0 0,0 0 0,0 0 0,0 0 0,-1-1 0,1 0 0,-1 0 0,0 0 0,0 0 0,-1 0 0,1 0 0,-1-1 0,0 0 0,2-7 0,3-7 0,-1-1 0,-1 0 0,3-33 0,-4 2 0,-4 48 0,0 1 0,0 0 0,0 0 0,-1-1 0,1 1 0,-1 0 0,1 0 0,-1 0 0,1-1 0,-1 1 0,0 0 0,0 0 0,0 0 0,-1 0 0,1 0 0,0 1 0,-1-1 0,1 0 0,-4-2 0,5 4 0,-1-1 0,1 1 0,-1 0 0,1 0 0,-1 0 0,1-1 0,-1 1 0,0 0 0,1 0 0,-1 0 0,1 0 0,-1 0 0,1 0 0,-1 0 0,0 0 0,1 0 0,-1 1 0,1-1 0,-1 0 0,1 0 0,-1 0 0,1 1 0,-1-1 0,1 0 0,-1 1 0,1-1 0,-1 0 0,1 1 0,-1-1 0,1 0 0,0 1 0,-1-1 0,1 1 0,0-1 0,-1 1 0,1-1 0,0 1 0,0-1 0,-1 2 0,-7 21 0,5-4 57,0 0 0,2 1 0,0-1 0,1 0 0,4 34 0,2-17-626,1 0 0,13 38 0,-8-37-6257</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30.010"/>
    </inkml:context>
    <inkml:brush xml:id="br0">
      <inkml:brushProperty name="width" value="0.05" units="cm"/>
      <inkml:brushProperty name="height" value="0.05" units="cm"/>
    </inkml:brush>
  </inkml:definitions>
  <inkml:trace contextRef="#ctx0" brushRef="#br0">14 4 24575,'-3'-3'0,"-1"2"0,0 4 0,1 8 0,4 8 0,2 6 0,0 5 0,2 7 0,5 6 0,-1 1 0,-1 0 0,0-2 0,0-8-8191</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30.323"/>
    </inkml:context>
    <inkml:brush xml:id="br0">
      <inkml:brushProperty name="width" value="0.05" units="cm"/>
      <inkml:brushProperty name="height" value="0.05" units="cm"/>
    </inkml:brush>
  </inkml:definitions>
  <inkml:trace contextRef="#ctx0" brushRef="#br0">0 287 24575,'0'-3'0,"1"1"0,-1-1 0,1 0 0,0 1 0,0-1 0,0 0 0,0 1 0,0-1 0,0 1 0,1 0 0,-1-1 0,1 1 0,0 0 0,-1 0 0,1 0 0,0 0 0,0 0 0,0 0 0,1 1 0,-1-1 0,0 1 0,1-1 0,-1 1 0,1 0 0,-1 0 0,1 0 0,4-1 0,6-2 0,1 1 0,0 0 0,0 1 0,15 0 0,-23 1 0,13 1 0,0-2 0,0 0 0,-1-1 0,32-9 0,-46 10 0,0 1 0,0-1 0,0 0 0,0 0 0,0 0 0,0-1 0,0 0 0,-1 1 0,1-1 0,-1 0 0,0 0 0,0-1 0,0 1 0,0-1 0,-1 0 0,0 1 0,1-1 0,-1 0 0,0 0 0,-1-1 0,1 1 0,-1 0 0,0-1 0,0 1 0,1-7 0,-2 9 0,3-51 0,-3 49 0,0 1 0,-1-1 0,1 0 0,0 0 0,-1 0 0,0 0 0,0 1 0,0-1 0,-1 0 0,-3-6 0,5 10 0,0 0 0,0 0 0,0 0 0,0-1 0,0 1 0,0 0 0,0 0 0,0 0 0,0 0 0,0 0 0,0 0 0,-1 0 0,1 0 0,0 0 0,0 0 0,0 0 0,0 0 0,0 0 0,0 0 0,0-1 0,0 1 0,0 0 0,-1 0 0,1 0 0,0 0 0,0 0 0,0 0 0,0 0 0,0 0 0,0 0 0,0 0 0,0 0 0,-1 0 0,1 0 0,0 0 0,0 1 0,0-1 0,0 0 0,0 0 0,0 0 0,0 0 0,0 0 0,0 0 0,0 0 0,-1 0 0,1 0 0,0 0 0,0 0 0,0 0 0,0 0 0,0 0 0,0 1 0,-3 7 0,0 10 0,6 42-148,2-1 0,16 80 0,-14-99-773,0 0-5905</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30.712"/>
    </inkml:context>
    <inkml:brush xml:id="br0">
      <inkml:brushProperty name="width" value="0.05" units="cm"/>
      <inkml:brushProperty name="height" value="0.05" units="cm"/>
    </inkml:brush>
  </inkml:definitions>
  <inkml:trace contextRef="#ctx0" brushRef="#br0">0 155 24575,'0'-23'0,"0"21"0,0 15 0,0 261 0,1-332 0,10-68 0,-6 94 0,1 1 0,1 0 0,21-55 0,-26 82 0,0 0 0,0 1 0,0-1 0,0 0 0,1 1 0,0-1 0,-1 1 0,1 0 0,0-1 0,1 2 0,-1-1 0,6-4 0,-8 6 0,1 1 0,0-1 0,-1 0 0,1 1 0,-1-1 0,1 1 0,0 0 0,-1 0 0,1-1 0,0 1 0,0 0 0,-1 0 0,1 0 0,0 1 0,-1-1 0,1 0 0,0 1 0,-1-1 0,1 1 0,-1-1 0,1 1 0,-1 0 0,1 0 0,-1 0 0,1 0 0,-1 0 0,1 0 0,-1 0 0,0 0 0,0 0 0,0 1 0,0-1 0,0 0 0,1 3 0,6 7 0,-1 0 0,-1 1 0,0 0 0,-1 0 0,8 24 0,11 69 0,-20-88 0,6 37-682,4 82-1,-12-104-6143</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30.868"/>
    </inkml:context>
    <inkml:brush xml:id="br0">
      <inkml:brushProperty name="width" value="0.05" units="cm"/>
      <inkml:brushProperty name="height" value="0.05" units="cm"/>
    </inkml:brush>
  </inkml:definitions>
  <inkml:trace contextRef="#ctx0" brushRef="#br0">18 38 24575,'-3'-3'0,"-1"-4"0,-2-1 0,2 1 0,5 2 0,5 1 0,8 2 0,7 1 0,10 1 0,7 0 0,8 0 0,-5 0-8191</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31.036"/>
    </inkml:context>
    <inkml:brush xml:id="br0">
      <inkml:brushProperty name="width" value="0.05" units="cm"/>
      <inkml:brushProperty name="height" value="0.05" units="cm"/>
    </inkml:brush>
  </inkml:definitions>
  <inkml:trace contextRef="#ctx0" brushRef="#br0">86 104 24575,'-3'-3'0,"-4"-7"0,-3-5 0,-4-3 0,1-1 0,-1 0 0,3 5 0,3 9 0,2 8 0,6 9 0,3 9 0,1 10 0,-1 6 0,0 5 0,-1 2 0,-4 2 0,-1-7-8191</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31.423"/>
    </inkml:context>
    <inkml:brush xml:id="br0">
      <inkml:brushProperty name="width" value="0.05" units="cm"/>
      <inkml:brushProperty name="height" value="0.05" units="cm"/>
    </inkml:brush>
  </inkml:definitions>
  <inkml:trace contextRef="#ctx0" brushRef="#br0">0 280 24575,'25'-64'0,"-23"54"0,1 0 0,1 0 0,-1 1 0,1-1 0,1 1 0,0 0 0,0 1 0,1-1 0,0 1 0,13-13 0,-18 20 0,0 0 0,0 0 0,0 0 0,0 0 0,0 0 0,0 0 0,1 1 0,-1-1 0,0 0 0,1 1 0,-1-1 0,0 1 0,1 0 0,-1-1 0,1 1 0,-1 0 0,1 0 0,-1 0 0,1 0 0,-1 0 0,0 0 0,1 0 0,-1 1 0,1-1 0,-1 0 0,1 1 0,-1-1 0,0 1 0,1 0 0,-1-1 0,0 1 0,0 0 0,0 0 0,1 0 0,-1-1 0,0 1 0,0 1 0,0-1 0,1 2 0,5 6 0,-1 0 0,-1 0 0,0 0 0,7 16 0,-4-6 0,-3-10 0,18 35 0,37 57 0,-52-90 0,0 0 0,0-1 0,1 0 0,0 0 0,1-1 0,0-1 0,0 1 0,1-1 0,0-1 0,16 8 0,-24-14 0,0 1 0,-1-1 0,1 0 0,0 0 0,0-1 0,-1 1 0,1 0 0,0-1 0,0 0 0,0 0 0,0 0 0,0 0 0,0 0 0,0 0 0,0-1 0,-1 0 0,1 1 0,0-1 0,0 0 0,-1 0 0,1-1 0,0 1 0,-1 0 0,1-1 0,2-2 0,0-1 0,-1 0 0,0 0 0,1 0 0,-2-1 0,1 0 0,-1 1 0,0-1 0,0-1 0,0 1 0,1-7 0,3-10 0,-1-1 0,-1 1 0,-2-1 0,0 0 0,-1-33 0,-2 24 0,-2 0 0,-2-1 0,-9-40 0,4 51 0,9 23 0,0 0 0,0 0 0,0 0 0,-1 0 0,1 0 0,0 0 0,0 0 0,0 0 0,0 0 0,-1 0 0,1 0 0,0 0 0,0 0 0,0 0 0,-1 0 0,1 0 0,0 0 0,0 0 0,0 0 0,0 0 0,-1 0 0,1 0 0,0 0 0,0 0 0,0 0 0,0 1 0,-1-1 0,1 0 0,0 0 0,0 0 0,0 0 0,0 0 0,0 1 0,0-1 0,0 0 0,-1 0 0,1 0 0,0 0 0,0 1 0,0-1 0,0 0 0,0 0 0,0 0 0,0 1 0,0-1 0,0 0 0,0 0 0,0 0 0,0 0 0,0 1 0,0-1 0,-5 45 0,4-12-227,1-1-1,1 1 1,3 0-1,0-1 1,15 55-1,-9-60-6598</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31.812"/>
    </inkml:context>
    <inkml:brush xml:id="br0">
      <inkml:brushProperty name="width" value="0.05" units="cm"/>
      <inkml:brushProperty name="height" value="0.05" units="cm"/>
    </inkml:brush>
  </inkml:definitions>
  <inkml:trace contextRef="#ctx0" brushRef="#br0">0 134 24575,'10'-17'0,"-5"7"0,-2 24 0,-4 285 0,2-364 0,8-68 0,-6 111 0,1 1 0,1 0 0,0 0 0,2 0 0,0 0 0,1 1 0,12-20 0,-18 36 0,0 1 0,1 0 0,-1-1 0,1 1 0,-1 0 0,1 0 0,0 1 0,5-5 0,-8 7 0,1 0 0,0-1 0,0 1 0,0 0 0,0-1 0,-1 1 0,1 0 0,0 0 0,0 0 0,0 0 0,0 0 0,0 0 0,0 0 0,0 0 0,0 0 0,-1 0 0,1 0 0,0 0 0,0 1 0,0-1 0,0 0 0,0 1 0,-1-1 0,1 1 0,0-1 0,0 1 0,-1-1 0,1 1 0,0-1 0,-1 1 0,1 0 0,0-1 0,-1 1 0,1 0 0,-1 0 0,1-1 0,-1 1 0,0 0 0,1 0 0,-1 0 0,1 1 0,6 17 0,0 0 0,-2 1 0,0 0 0,-1 0 0,3 37 0,-5-36 0,5 39 110,26 195-1585,-29-226-5351</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31.952"/>
    </inkml:context>
    <inkml:brush xml:id="br0">
      <inkml:brushProperty name="width" value="0.05" units="cm"/>
      <inkml:brushProperty name="height" value="0.05" units="cm"/>
    </inkml:brush>
  </inkml:definitions>
  <inkml:trace contextRef="#ctx0" brushRef="#br0">0 30 24575,'0'-3'0,"3"-4"0,4 0 0,7 0 0,7 2 0,6 4 0,7 3 0,4 4 0,2 1 0,-3-1 0,-5-2 0,-8-1-8191</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34.188"/>
    </inkml:context>
    <inkml:brush xml:id="br0">
      <inkml:brushProperty name="width" value="0.05" units="cm"/>
      <inkml:brushProperty name="height" value="0.05" units="cm"/>
    </inkml:brush>
  </inkml:definitions>
  <inkml:trace contextRef="#ctx0" brushRef="#br0">37 22 24575,'0'-3'0,"-3"-4"0,-4-1 0,-1 4 0,2 6 0,0 6 0,3 6 0,1 8 0,1 6 0,1 4 0,3 3 0,1 1 0,3 1 0,0 0 0,2-4 0,0-7-8191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34.717"/>
    </inkml:context>
    <inkml:brush xml:id="br0">
      <inkml:brushProperty name="width" value="0.05" units="cm"/>
      <inkml:brushProperty name="height" value="0.05" units="cm"/>
    </inkml:brush>
  </inkml:definitions>
  <inkml:trace contextRef="#ctx0" brushRef="#br0">142 198 24575,'5'-5'0,"10"-10"0,-1-1 0,15-22 0,-26 33 0,1-1 0,-1 0 0,0 1 0,-1-1 0,1 0 0,-1-1 0,-1 1 0,1 0 0,-1 0 0,0-1 0,0-11 0,-1 16 0,0 1 0,0-1 0,0 0 0,0 1 0,0-1 0,-1 1 0,1-1 0,-1 1 0,1 0 0,-1-1 0,1 1 0,-1-1 0,0 1 0,0 0 0,0-1 0,0 1 0,0 0 0,0 0 0,0 0 0,0 0 0,0 0 0,-2-1 0,1 0 0,-1 1 0,0 0 0,1 0 0,-1 1 0,0-1 0,1 1 0,-1-1 0,0 1 0,0 0 0,0 0 0,-4 0 0,-2 1 0,0 1 0,1-1 0,-1 2 0,0-1 0,1 1 0,-15 7 0,13-4 0,1 0 0,-1 0 0,1 1 0,1 0 0,-11 11 0,15-14 0,0 1 0,0-1 0,1 1 0,0-1 0,0 1 0,0 0 0,1 0 0,-1 0 0,1 1 0,1-1 0,-1 0 0,-1 9 0,3-12 0,0 0 0,0-1 0,0 1 0,0 0 0,0-1 0,0 1 0,0 0 0,1 0 0,-1-1 0,1 1 0,-1 0 0,1-1 0,0 1 0,-1-1 0,1 1 0,0-1 0,0 1 0,0-1 0,0 0 0,2 2 0,0-1 0,-1 0 0,1 0 0,0 0 0,0 0 0,0-1 0,0 0 0,0 1 0,0-1 0,0 0 0,4 0 0,5 1 0,1 0 0,0-2 0,0 1 0,17-3 0,-23 2 0,1-1 0,-1 0 0,0-1 0,0 0 0,1 0 0,-1 0 0,0-1 0,-1 0 0,1 0 0,0-1 0,-1 0 0,0 0 0,0-1 0,0 1 0,-1-1 0,1-1 0,4-6 0,-9 12 0,-1-1 0,0 1 0,0 0 0,1-1 0,-1 1 0,0-1 0,1 1 0,-1 0 0,1-1 0,-1 1 0,0 0 0,1-1 0,-1 1 0,1 0 0,-1 0 0,1 0 0,-1-1 0,1 1 0,-1 0 0,1 0 0,-1 0 0,1 0 0,1 9 0,-8 27 0,4-26 0,-9 110 342,11-104-627,0 0 1,1 0-1,1 0 1,1-1-1,6 25 1,-2-21-6542</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35.103"/>
    </inkml:context>
    <inkml:brush xml:id="br0">
      <inkml:brushProperty name="width" value="0.05" units="cm"/>
      <inkml:brushProperty name="height" value="0.05" units="cm"/>
    </inkml:brush>
  </inkml:definitions>
  <inkml:trace contextRef="#ctx0" brushRef="#br0">37 8 24575,'0'0'0,"-1"-1"0,1 0 0,0 1 0,-1-1 0,1 1 0,-1 0 0,0-1 0,1 1 0,-1-1 0,1 1 0,-1 0 0,1-1 0,-1 1 0,0 0 0,1 0 0,-1-1 0,0 1 0,1 0 0,-1 0 0,0 0 0,1 0 0,-1 0 0,0 0 0,0 0 0,1 0 0,-1 0 0,0 0 0,1 0 0,-1 1 0,-1-1 0,1 1 0,0 0 0,0 1 0,0-1 0,0 0 0,1 0 0,-1 0 0,0 1 0,0-1 0,1 0 0,-1 1 0,1-1 0,-1 1 0,1 1 0,-2 9 0,0-1 0,0 21 0,2-30 0,-1 25 0,6 48 0,-4-68 0,0 0 0,0 0 0,1 0 0,0 0 0,0 0 0,1-1 0,0 1 0,0-1 0,1 1 0,-1-1 0,1 0 0,6 5 0,-9-9 0,0 0 0,0-1 0,1 0 0,-1 1 0,1-1 0,-1 0 0,1 1 0,0-1 0,0 0 0,-1 0 0,1-1 0,0 1 0,0 0 0,0-1 0,0 1 0,0-1 0,0 1 0,0-1 0,0 0 0,0 0 0,0 0 0,0 0 0,0 0 0,0 0 0,0-1 0,0 1 0,0-1 0,0 1 0,-1-1 0,1 0 0,0 0 0,0 1 0,0-1 0,-1-1 0,1 1 0,0 0 0,-1 0 0,1-1 0,-1 1 0,0-1 0,1 1 0,-1-1 0,2-2 0,2-3 0,0-1 0,-1 1 0,1-1 0,-1 0 0,-1 0 0,0-1 0,0 1 0,3-16 0,-4 9 0,0-1 0,-1 0 0,0 0 0,-3-20 0,1 31 0,1 0 0,-1 0 0,-1 1 0,1-1 0,-1 0 0,1 1 0,-2-1 0,-1-4 0,2 7 0,1 0 0,-1 0 0,1 0 0,-1 0 0,0 0 0,0 1 0,0-1 0,0 1 0,0-1 0,0 1 0,0 0 0,-1-1 0,1 1 0,0 0 0,-1 1 0,-3-2 0,4 2-91,0-1 0,0 1 0,0 0 0,0 0 0,0 0 0,0 0 0,0 0 0,0 1 0,0-1 0,0 1 0,0-1 0,0 1 0,0 0 0,-2 1 0,-8 5-6735</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35.540"/>
    </inkml:context>
    <inkml:brush xml:id="br0">
      <inkml:brushProperty name="width" value="0.05" units="cm"/>
      <inkml:brushProperty name="height" value="0.05" units="cm"/>
    </inkml:brush>
  </inkml:definitions>
  <inkml:trace contextRef="#ctx0" brushRef="#br0">211 137 24575,'-1'-8'0,"0"1"0,-1-1 0,0 1 0,0 0 0,-1-1 0,0 1 0,0 0 0,-1 0 0,0 1 0,0-1 0,0 1 0,-1 0 0,0 0 0,0 0 0,-1 1 0,-10-9 0,14 12 0,0 1 0,-1-1 0,1 1 0,0 0 0,-1-1 0,1 1 0,-1 0 0,1 0 0,-1 1 0,1-1 0,-1 0 0,0 1 0,1 0 0,-1-1 0,0 1 0,1 0 0,-1 1 0,0-1 0,1 0 0,-4 1 0,2 1 0,1-1 0,-1 1 0,1 0 0,0 0 0,0 0 0,0 1 0,0-1 0,0 1 0,0-1 0,0 1 0,1 0 0,-4 5 0,0 2 0,0-1 0,1 0 0,1 1 0,0 0 0,0 0 0,1 1 0,0-1 0,1 1 0,-2 13 0,4-21 0,-1-1 0,1 1 0,0 0 0,0 0 0,1 0 0,-1 0 0,1 0 0,-1 0 0,1-1 0,0 1 0,0 0 0,0-1 0,0 1 0,1 0 0,-1-1 0,1 1 0,0-1 0,3 4 0,-2-3 0,0-1 0,0 0 0,0 0 0,0 0 0,1 0 0,-1-1 0,1 1 0,-1-1 0,1 0 0,-1 0 0,1 0 0,7 0 0,-1 0 0,1-1 0,-1-1 0,1 1 0,-1-2 0,1 1 0,-1-1 0,0-1 0,0 0 0,15-7 0,-16 6 0,0-1 0,0-1 0,-1 0 0,1 0 0,-1 0 0,-1-1 0,12-13 0,-15 15 0,0 1 0,-1-1 0,1 0 0,-1 0 0,0 0 0,-1 0 0,1-1 0,-1 1 0,0-1 0,-1 0 0,1 1 0,-1-1 0,0 0 0,0-10 0,-3 13 0,-1 7 0,-3 11 0,2 5-124,1 0 0,1 1 0,0-1 0,2 1 0,1 0 0,0-1-1,1 1 1,1-1 0,2 0 0,8 28 0,-3-21-6702</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36.070"/>
    </inkml:context>
    <inkml:brush xml:id="br0">
      <inkml:brushProperty name="width" value="0.05" units="cm"/>
      <inkml:brushProperty name="height" value="0.05" units="cm"/>
    </inkml:brush>
  </inkml:definitions>
  <inkml:trace contextRef="#ctx0" brushRef="#br0">8 0 24575,'-3'0'0,"-1"3"0,3 1 0,8 0 0,9 2 0,7 0 0,9-1 0,11-1 0,11-2 0,7 0 0,6 1 0,6 1 0,0 0 0,-3-1 0,-8-1 0,-12-1 0,-20 0 0,-15-1-8191</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36.598"/>
    </inkml:context>
    <inkml:brush xml:id="br0">
      <inkml:brushProperty name="width" value="0.05" units="cm"/>
      <inkml:brushProperty name="height" value="0.05" units="cm"/>
    </inkml:brush>
  </inkml:definitions>
  <inkml:trace contextRef="#ctx0" brushRef="#br0">0 0 24575,'0'3'0,"3"1"0,7 3 0,8 0 0,10 0 0,9-3 0,10 2 0,10-1 0,6 0 0,5-2 0,3-4 0,-2-2 0,-3 0 0,-8-3 0,-10-1 0,-13-1 0,-16 0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39.610"/>
    </inkml:context>
    <inkml:brush xml:id="br0">
      <inkml:brushProperty name="width" value="0.05" units="cm"/>
      <inkml:brushProperty name="height" value="0.05" units="cm"/>
    </inkml:brush>
  </inkml:definitions>
  <inkml:trace contextRef="#ctx0" brushRef="#br0">114 62 24575,'0'-4'0,"-1"0"0,0 0 0,0 0 0,0 0 0,0 0 0,-1 0 0,-2-4 0,4 6 0,-1 0 0,0 1 0,0-1 0,1 1 0,-1-1 0,-1 1 0,1-1 0,0 1 0,0-1 0,0 1 0,-1 0 0,1 0 0,0 0 0,-1 0 0,1 0 0,-1 0 0,-3-1 0,4 2 0,0 0 0,0 0 0,0 0 0,0 1 0,0-1 0,0 1 0,-1-1 0,1 1 0,1-1 0,-1 1 0,0-1 0,0 1 0,0 0 0,0 0 0,0-1 0,0 1 0,1 0 0,-1 0 0,0 0 0,1 0 0,-1 0 0,1 0 0,-1 1 0,-13 28 0,13-26 0,-8 20 0,1 0 0,1 1 0,1 1 0,1-1 0,-2 40 0,6-50 0,1-1 0,1 1 0,0-1 0,1 0 0,0 0 0,1 0 0,1 0 0,0 0 0,1 0 0,0-1 0,11 19 0,-12-26 0,0 0 0,-1-1 0,2 0 0,-1 0 0,0 0 0,1-1 0,0 1 0,0-1 0,1 0 0,-1-1 0,1 1 0,0-1 0,-1 0 0,1 0 0,8 1 0,-5-2 0,-1 0 0,1-1 0,-1 0 0,1 0 0,-1-1 0,1 0 0,0-1 0,-1 0 0,1 0 0,12-4 0,-5 0 0,-1 0 0,-1-2 0,1 1 0,-1-2 0,0 0 0,-1 0 0,0-1 0,0-1 0,-1 0 0,0-1 0,-1 0 0,12-16 0,-14 16 0,-2-1 0,0 0 0,0 0 0,-1-1 0,-1 1 0,0-2 0,5-20 0,-8 25 0,0 0 0,-1-1 0,0 1 0,0 0 0,-1 0 0,-1 0 0,1 0 0,-2-1 0,1 1 0,-1 0 0,0 0 0,-6-12 0,6 17 0,1 0 0,-2 0 0,1 1 0,0-1 0,-1 1 0,0-1 0,1 1 0,-2 0 0,1 0 0,0 0 0,0 0 0,-1 1 0,0-1 0,1 1 0,-1 0 0,0 0 0,0 0 0,0 0 0,0 1 0,0 0 0,-1 0 0,1 0 0,0 0 0,-1 1 0,1 0 0,0 0 0,-1 0 0,1 0 0,0 0 0,-1 1 0,1 0 0,-6 2 0,2-1 0,1 0 0,0 0 0,0 1 0,0 0 0,1 1 0,-1 0 0,1 0 0,0 0 0,0 0 0,0 1 0,1 0 0,-1 1 0,1-1 0,0 1 0,1 0 0,-1 0 0,1 0 0,-4 10 0,-2 14-1365,5-2-5461</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39.998"/>
    </inkml:context>
    <inkml:brush xml:id="br0">
      <inkml:brushProperty name="width" value="0.05" units="cm"/>
      <inkml:brushProperty name="height" value="0.05" units="cm"/>
    </inkml:brush>
  </inkml:definitions>
  <inkml:trace contextRef="#ctx0" brushRef="#br0">7 6 24575,'0'0'0,"0"0"0,0 0 0,1 0 0,-1-1 0,0 1 0,0 0 0,0 0 0,0 0 0,0 0 0,0-1 0,0 1 0,0 0 0,0 0 0,0 0 0,0 0 0,0-1 0,0 1 0,0 0 0,0 0 0,0 0 0,-1 0 0,1-1 0,0 1 0,0 0 0,0 0 0,0 0 0,0 0 0,0 0 0,0-1 0,0 1 0,-1 0 0,1 0 0,0 0 0,0 0 0,0 0 0,0 0 0,0 0 0,-1 0 0,1-1 0,0 1 0,0 0 0,0 0 0,0 0 0,-1 0 0,1 0 0,0 0 0,0 0 0,0 0 0,0 0 0,-1 0 0,1 0 0,0 1 0,-1-1 0,1 0 0,0 1 0,0-1 0,-1 1 0,1-1 0,0 1 0,0-1 0,0 0 0,0 1 0,-1-1 0,1 1 0,0-1 0,0 1 0,0-1 0,0 1 0,0-1 0,0 1 0,0-1 0,0 1 0,1-1 0,-1 1 0,0-1 0,0 1 0,6 16 0,1 0 0,0-1 0,16 28 0,5 9 0,-12-18 0,-1 0 0,14 54 0,-11-164 0,-11 51 0,0 1 0,15-35 0,-16 47 0,0 0 0,0 0 0,1 0 0,1 0 0,-1 1 0,16-15 0,-21 24 0,-1-1 0,1 0 0,0 1 0,-1 0 0,1-1 0,0 1 0,0 0 0,0 0 0,0 0 0,0 0 0,0 0 0,0 1 0,0-1 0,0 1 0,0-1 0,0 1 0,1 0 0,-1 0 0,2 0 0,-2 0 0,0 1 0,0 0 0,0-1 0,0 1 0,0 0 0,0 0 0,0 0 0,0 1 0,0-1 0,-1 0 0,1 1 0,-1-1 0,1 1 0,-1-1 0,3 4 0,3 7 0,-1-1 0,0 1 0,-1 0 0,7 25 0,-10-32 0,30 104-1365,-23-77-5461</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40.186"/>
    </inkml:context>
    <inkml:brush xml:id="br0">
      <inkml:brushProperty name="width" value="0.05" units="cm"/>
      <inkml:brushProperty name="height" value="0.05" units="cm"/>
    </inkml:brush>
  </inkml:definitions>
  <inkml:trace contextRef="#ctx0" brushRef="#br0">0 7 24575,'3'0'0,"4"0"0,4 0 0,3 0 0,5 0 0,6 0 0,3-3 0,-1-1-8191</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40.649"/>
    </inkml:context>
    <inkml:brush xml:id="br0">
      <inkml:brushProperty name="width" value="0.05" units="cm"/>
      <inkml:brushProperty name="height" value="0.05" units="cm"/>
    </inkml:brush>
  </inkml:definitions>
  <inkml:trace contextRef="#ctx0" brushRef="#br0">51 138 24575,'-2'0'0,"-1"0"0,1 0 0,-1 0 0,0 0 0,1 1 0,-1-1 0,1 1 0,-1 0 0,1 0 0,0 0 0,-1 0 0,-2 2 0,3-2 0,1 0 0,-1 1 0,1-1 0,0 1 0,0-1 0,0 1 0,0-1 0,0 1 0,0 0 0,1 0 0,-1-1 0,0 1 0,1 0 0,-1 0 0,1 0 0,0 0 0,-1 3 0,2 13 0,0 1 0,1-1 0,0 0 0,2 0 0,0-1 0,1 1 0,9 21 0,-3-9 0,5 33 0,-11-29 0,1 40 0,-6-67 0,7-194 0,1 57 0,-6 65 0,11-68 0,-13 131 0,1 0 0,-1 0 0,0 0 0,1 0 0,-1 0 0,1 0 0,0 0 0,0 0 0,0 0 0,0 0 0,0 0 0,0 1 0,0-1 0,0 0 0,1 1 0,-1-1 0,3-1 0,-3 2 0,1 1 0,-1-1 0,0 1 0,1 0 0,-1 0 0,1 0 0,-1-1 0,1 1 0,-1 1 0,1-1 0,-1 0 0,1 0 0,-1 0 0,0 1 0,1-1 0,-1 1 0,0-1 0,1 1 0,-1-1 0,0 1 0,1 0 0,-1 0 0,0 0 0,0 0 0,0 0 0,1 1 0,10 7 0,-1 1 0,0 1 0,0 0 0,-2 0 0,1 1 0,-1 0 0,-1 1 0,0 0 0,7 16 0,-13-23 0,1 0 0,-1 1 0,0-1 0,-1 1 0,0-1 0,0 1 0,0 0 0,-1-1 0,0 1 0,-1 7 0,1-9 0,-1-1 0,-1 1 0,1 0 0,-1 0 0,1-1 0,-2 1 0,1-1 0,0 1 0,-1-1 0,0 0 0,0 0 0,0 0 0,0-1 0,-8 8 0,3-5-151,-1 0-1,0 0 0,0 0 0,-1-1 1,1-1-1,-1 1 0,0-2 1,-17 5-1,-6-1-6674</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40.991"/>
    </inkml:context>
    <inkml:brush xml:id="br0">
      <inkml:brushProperty name="width" value="0.05" units="cm"/>
      <inkml:brushProperty name="height" value="0.05" units="cm"/>
    </inkml:brush>
  </inkml:definitions>
  <inkml:trace contextRef="#ctx0" brushRef="#br0">0 93 24575,'1'3'0,"0"-1"0,-1 0 0,1 1 0,0-1 0,1 0 0,-1 0 0,0 0 0,1 0 0,-1 0 0,4 4 0,3 4 0,38 72 0,-40-72 0,-2 1 0,0 0 0,0 0 0,-1 0 0,4 23 0,-8-25 0,-3-13 0,-4-14 0,5 4 0,0 0 0,1 0 0,0-1 0,1 1 0,1-1 0,0 1 0,4-26 0,-3 31 0,1 0 0,0 0 0,0 1 0,1-1 0,0 1 0,1 0 0,0 0 0,0 0 0,0 0 0,1 1 0,0-1 0,1 1 0,12-12 0,-15 17-114,1-1 1,-1 1-1,1 0 0,0 0 0,0 0 1,0 0-1,0 1 0,0-1 0,0 1 1,0 0-1,6 0 0,6-1-6712</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41.363"/>
    </inkml:context>
    <inkml:brush xml:id="br0">
      <inkml:brushProperty name="width" value="0.05" units="cm"/>
      <inkml:brushProperty name="height" value="0.05" units="cm"/>
    </inkml:brush>
  </inkml:definitions>
  <inkml:trace contextRef="#ctx0" brushRef="#br0">27 88 24575,'-2'0'0,"-21"2"0,23-2 0,0 0 0,0 1 0,0-1 0,0 0 0,0 0 0,-1 0 0,1 0 0,0 0 0,0 0 0,0 0 0,0 0 0,0 1 0,0-1 0,0 0 0,0 0 0,-1 0 0,1 0 0,0 0 0,0 0 0,0 1 0,0-1 0,0 0 0,0 0 0,0 0 0,0 0 0,0 1 0,0-1 0,0 0 0,0 0 0,0 0 0,0 0 0,0 0 0,0 1 0,0-1 0,0 0 0,0 0 0,0 0 0,1 0 0,-1 1 0,10 9 0,1-2 0,0-1 0,1 0 0,0-1 0,16 6 0,-24-10 0,0 0 0,0-1 0,0 0 0,0 0 0,1 0 0,-1 0 0,0 0 0,1-1 0,-1 0 0,0 0 0,1 0 0,-1-1 0,0 1 0,1-1 0,-1 0 0,8-3 0,-10 3 0,0-1 0,0 0 0,0 1 0,0-1 0,-1 0 0,1 0 0,-1 0 0,1 0 0,-1 0 0,0 0 0,1 0 0,-1 0 0,0 0 0,0-1 0,-1 1 0,1-1 0,-1 1 0,1 0 0,-1-1 0,1 1 0,-1-1 0,0 1 0,0-1 0,-1 1 0,1-1 0,0 1 0,-1 0 0,1-1 0,-1 1 0,0-1 0,-2-2 0,2-1 0,-1 1 0,-1 0 0,1 0 0,-1 0 0,0 0 0,0 1 0,0-1 0,-1 1 0,0 0 0,0 0 0,0 0 0,0 0 0,-5-3 0,7 6 0,-1 0 0,1 0 0,0 0 0,-1 0 0,1 0 0,-1 0 0,1 1 0,-1-1 0,0 1 0,1 0 0,-1-1 0,1 1 0,-1 0 0,1 1 0,-1-1 0,0 0 0,1 1 0,-4 1 0,2-1 0,1 1 0,-1 0 0,1 0 0,0 0 0,0 0 0,0 1 0,0-1 0,0 1 0,0 0 0,1 0 0,-4 4 0,2-1 0,0 0 0,0 1 0,1 0 0,0-1 0,0 1 0,1 0 0,0 0 0,0 0 0,0 1 0,1-1 0,0 0 0,0 13 0,2-13-97,0 1-1,1 0 1,0-1-1,0 1 1,1-1-1,0 0 1,0 0-1,0 0 1,1 0-1,0 0 1,1-1-1,-1 1 0,8 6 1,7 6-6729</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41.893"/>
    </inkml:context>
    <inkml:brush xml:id="br0">
      <inkml:brushProperty name="width" value="0.05" units="cm"/>
      <inkml:brushProperty name="height" value="0.05" units="cm"/>
    </inkml:brush>
  </inkml:definitions>
  <inkml:trace contextRef="#ctx0" brushRef="#br0">45 127 24575,'-2'-3'0,"-1"0"0,1-1 0,0 1 0,0-1 0,1 1 0,-1-1 0,1 0 0,-2-4 0,-3-9 0,4 12 0,-2-2 0,1-1 0,0 0 0,1 1 0,-4-17 0,6 24 0,0 0 0,0 0 0,0 0 0,0 0 0,0 0 0,0 0 0,0 0 0,0 0 0,0 0 0,0 0 0,0 0 0,1 0 0,-1 0 0,0 0 0,0 0 0,0 0 0,0 0 0,0-1 0,0 1 0,0 0 0,0 0 0,0 0 0,0 0 0,0 0 0,0 0 0,0 0 0,0 0 0,0 0 0,0 0 0,0 0 0,0 0 0,0 0 0,0 0 0,1 0 0,-1 0 0,0 0 0,0 0 0,0 0 0,0 0 0,0-1 0,0 1 0,0 0 0,0 0 0,0 0 0,0 0 0,0 0 0,0 0 0,0 0 0,0 0 0,5 9 0,7 16 0,43 162 0,-55-187 0,0 1 0,0 0 0,0 0 0,0 0 0,0-1 0,1 1 0,-1 0 0,0-1 0,0 1 0,1 0 0,-1 0 0,0-1 0,1 1 0,-1 0 0,1-1 0,-1 1 0,1-1 0,-1 1 0,1-1 0,0 1 0,0 0 0,-1-1 0,1-1 0,-1 1 0,1 0 0,-1-1 0,1 1 0,-1-1 0,1 1 0,-1 0 0,0-1 0,1 1 0,-1-1 0,0 1 0,1-1 0,-1 1 0,0-1 0,0 0 0,1 1 0,-1-1 0,0 1 0,0-2 0,10-41 0,-9 37 0,3-16 0,0-3 0,11-36 0,-13 55 0,0 1 0,0 0 0,0 0 0,0 0 0,1 0 0,0 0 0,0 0 0,0 1 0,1 0 0,-1-1 0,1 1 0,8-6 0,-11 9 0,0 1 0,0-1 0,0 1 0,0-1 0,0 1 0,0-1 0,1 1 0,-1-1 0,0 1 0,0 0 0,0 0 0,1 0 0,-1 0 0,0 0 0,0 0 0,1 0 0,-1 0 0,0 0 0,0 1 0,0-1 0,1 0 0,-1 1 0,0-1 0,0 1 0,0-1 0,0 1 0,0 0 0,0-1 0,0 1 0,0 0 0,0 0 0,0 0 0,0 0 0,0-1 0,-1 1 0,1 0 0,0 1 0,-1-1 0,1 0 0,0 2 0,4 6 0,-1 0 0,0 0 0,4 19 0,-6-22 0,-1-3 0,0 0 0,0 0 0,0 1 0,1-1 0,-1 0 0,1 0 0,3 4 0,-5-7 0,1 1 0,-1-1 0,1 0 0,-1 1 0,1-1 0,-1 0 0,1 1 0,-1-1 0,1 0 0,0 1 0,-1-1 0,1 0 0,-1 0 0,1 0 0,0 0 0,-1 0 0,1 0 0,0 0 0,-1 0 0,1 0 0,0 0 0,-1 0 0,1 0 0,-1 0 0,1 0 0,0 0 0,-1-1 0,1 1 0,-1 0 0,1-1 0,0 1 0,-1 0 0,1-1 0,-1 1 0,1 0 0,-1-1 0,1 1 0,-1-1 0,0 1 0,1-1 0,-1 1 0,0-1 0,1 0 0,-1 1 0,0-1 0,1 0 0,26-47 0,-22 39 0,-1-1 0,2 1 0,-1 0 0,9-9 0,-14 17 0,1 1 0,-1-1 0,1 1 0,-1-1 0,1 1 0,-1-1 0,1 1 0,-1-1 0,1 1 0,-1 0 0,1-1 0,0 1 0,-1 0 0,1-1 0,-1 1 0,1 0 0,0 0 0,-1 0 0,1-1 0,0 1 0,0 0 0,-1 0 0,1 0 0,0 0 0,-1 0 0,2 1 0,-1-1 0,0 1 0,0-1 0,-1 1 0,1 0 0,0-1 0,0 1 0,-1 0 0,1 0 0,0 0 0,-1-1 0,1 1 0,-1 0 0,1 0 0,-1 0 0,1 2 0,2 6 0,0 0 0,-1 1 0,2 10 0,-3-11 0,1-1 17,-1 3-171,1 0 1,0 0-1,1 0 1,1-1-1,-1 1 1,2-1-1,-1 0 1,12 19-1,-4-16-6672</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42.064"/>
    </inkml:context>
    <inkml:brush xml:id="br0">
      <inkml:brushProperty name="width" value="0.05" units="cm"/>
      <inkml:brushProperty name="height" value="0.05" units="cm"/>
    </inkml:brush>
  </inkml:definitions>
  <inkml:trace contextRef="#ctx0" brushRef="#br0">17 56 24575,'0'-3'0,"0"-4"0,0-4 0,0-3 0,-3 1 0,-1 6 0,0 9 0,1 9 0,1 4 0,4 6 0,1 6 0,3 1 0,1-2 0,2-1 0,0-6-8191</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42.219"/>
    </inkml:context>
    <inkml:brush xml:id="br0">
      <inkml:brushProperty name="width" value="0.05" units="cm"/>
      <inkml:brushProperty name="height" value="0.05" units="cm"/>
    </inkml:brush>
  </inkml:definitions>
  <inkml:trace contextRef="#ctx0" brushRef="#br0">38 87 24575,'-3'-6'0,"0"-5"0,-4-7 0,0-3 0,-2 2 0,0 7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42.546"/>
    </inkml:context>
    <inkml:brush xml:id="br0">
      <inkml:brushProperty name="width" value="0.05" units="cm"/>
      <inkml:brushProperty name="height" value="0.05" units="cm"/>
    </inkml:brush>
  </inkml:definitions>
  <inkml:trace contextRef="#ctx0" brushRef="#br0">110 99 24575,'0'-7'0,"-1"0"0,0 1 0,-1-1 0,0 0 0,0 1 0,0-1 0,-1 1 0,1 0 0,-6-9 0,6 13 0,1 0 0,0 0 0,-1 0 0,1 1 0,-1-1 0,0 0 0,1 1 0,-1-1 0,0 1 0,0-1 0,0 1 0,0 0 0,-3-1 0,4 1 0,-1 1 0,1 0 0,-1 0 0,1 0 0,0 0 0,-1 0 0,1 0 0,-1 0 0,1 0 0,-1 0 0,1 1 0,0-1 0,-1 0 0,1 1 0,0 0 0,-1-1 0,1 1 0,0 0 0,0-1 0,-1 1 0,1 0 0,0 0 0,-1 2 0,-1 0 0,0 0 0,1 1 0,-1-1 0,1 1 0,0 0 0,0 0 0,0 0 0,1 0 0,-1 0 0,1 0 0,0 0 0,0 1 0,0-1 0,1 0 0,0 8 0,0-4 0,0 1 0,0-1 0,1 0 0,0 1 0,1-1 0,0 0 0,4 10 0,0-4 0,2-1 0,0 0 0,0-1 0,1 0 0,11 12 0,0 0 0,-19-22 20,0-1 0,0 0 0,0 1 1,0-1-1,-1 0 0,1 1 0,0-1 0,-1 1 0,1-1 0,-1 1 0,1-1 0,-1 1 0,0 0 0,1-1 0,-1 1 0,0 1 1,-1-2-69,1 0 1,0-1-1,-1 1 1,1 0 0,0-1-1,-1 1 1,1 0-1,-1-1 1,1 1 0,-1-1-1,1 1 1,-1-1-1,1 1 1,-1-1-1,0 1 1,1-1 0,-1 0-1,0 1 1,1-1-1,-1 0 1,0 1 0,0-1-1,1 0 1,-1 0-1,0 0 1,0 0 0,1 0-1,-1 0 1,0 0-1,0 0 1,1 0 0,-1 0-1,0 0 1,0 0-1,0-1 1,-13-1-6779</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0:42.936"/>
    </inkml:context>
    <inkml:brush xml:id="br0">
      <inkml:brushProperty name="width" value="0.05" units="cm"/>
      <inkml:brushProperty name="height" value="0.05" units="cm"/>
    </inkml:brush>
  </inkml:definitions>
  <inkml:trace contextRef="#ctx0" brushRef="#br0">0 71 24575,'9'8'0,"1"0"0,-1-1 0,1 0 0,1 0 0,-1-2 0,17 8 0,69 21 0,-83-31 0,0 1 0,0-1 0,0-1 0,0-1 0,0 1 0,15-2 0,-25 0 0,0 0 0,0 0 0,0-1 0,-1 1 0,1-1 0,0 1 0,0-1 0,-1 0 0,1 0 0,-1 0 0,1-1 0,-1 1 0,1 0 0,-1-1 0,0 0 0,1 0 0,-1 1 0,0-1 0,0 0 0,-1-1 0,1 1 0,0 0 0,-1 0 0,1-1 0,-1 1 0,0-1 0,1 0 0,-1 1 0,-1-1 0,1 0 0,0 1 0,-1-1 0,1 0 0,-1 0 0,0-2 0,0 1 0,0 0 0,-1 1 0,0-1 0,1 0 0,-2 1 0,1-1 0,0 1 0,0-1 0,-1 1 0,0 0 0,0 0 0,0 0 0,0 0 0,0 0 0,-1 0 0,1 0 0,-1 1 0,0-1 0,0 1 0,0 0 0,0 0 0,0 0 0,-6-3 0,-2-1 0,0 1 0,-1 1 0,1-1 0,-1 2 0,-23-5 0,26 6 0,-1 1 0,1 0 0,0 1 0,-1 0 0,1 1 0,0 0 0,-1 0 0,1 1 0,-16 4 0,22-4 0,0-1 0,0 1 0,0-1 0,0 1 0,0 0 0,0 0 0,1 0 0,-1 0 0,1 1 0,-1-1 0,1 1 0,0 0 0,0-1 0,0 1 0,0 0 0,1 0 0,-1 0 0,1 0 0,0 0 0,-1 1 0,1-1 0,1 0 0,-1 1 0,1-1 0,-1 0 0,1 1 0,0-1 0,0 1 0,1 6 0,1-1 20,-1 0 0,1-1 0,1 1 1,0 0-1,0-1 0,1 1 0,0-1 0,0 0 0,1-1 0,0 1 0,0-1 0,1 0 0,0 0 0,0 0 0,1-1 0,8 7 1,-2-3-211,0-1 0,1 0 1,0-1-1,0 0 0,1-1 1,0 0-1,0-2 1,18 5-1,5-2-6636</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00.144"/>
    </inkml:context>
    <inkml:brush xml:id="br0">
      <inkml:brushProperty name="width" value="0.05" units="cm"/>
      <inkml:brushProperty name="height" value="0.05" units="cm"/>
    </inkml:brush>
  </inkml:definitions>
  <inkml:trace contextRef="#ctx0" brushRef="#br0">54 105 24575,'-1'64'0,"-3"-1"0,-3 0 0,-19 78 0,10-51 0,20-123 0,10-111 0,-14 58 0,-1 35 0,10-89 0,-8 135 0,0-1 0,0 1 0,1 0 0,-1 0 0,1 0 0,0 0 0,1 0 0,-1 0 0,1 1 0,4-6 0,-6 9 0,-1 0 0,1 0 0,0 0 0,0 0 0,1 1 0,-1-1 0,0 0 0,0 0 0,0 1 0,0-1 0,1 1 0,-1-1 0,0 1 0,1 0 0,-1-1 0,0 1 0,3 0 0,-2 0 0,0 0 0,0 1 0,0-1 0,0 1 0,0 0 0,0-1 0,0 1 0,0 0 0,-1 0 0,1 0 0,0 0 0,-1 1 0,1-1 0,0 0 0,1 3 0,5 5 0,0 1 0,-1 0 0,0 0 0,0 1 0,-1 0 0,-1 0 0,0 0 0,0 1 0,3 14 0,3 18 0,7 50 0,-17-88 0,23 169 0,-24-173 0,0-1 0,0 0 0,1 0 0,-1 1 0,0-1 0,1 0 0,-1 0 0,0 0 0,1 0 0,-1 1 0,1-1 0,0 0 0,0 1 0,0-2 0,-1 0 0,0 0 0,1 0 0,-1 0 0,0 0 0,1 0 0,-1 0 0,0-1 0,0 1 0,1 0 0,-1 0 0,0 0 0,0-1 0,1 1 0,-1 0 0,0 0 0,0-1 0,0 1 0,1 0 0,-1 0 0,0-1 0,0 1 0,0 0 0,0-1 0,0 1 0,1 0 0,-1 0 0,0-1 0,0 1 0,0-1 0,10-37 0,-10 35 0,5-22 0,29-112 0,-30 124 0,0 0 0,2 0 0,0 1 0,0 0 0,1 0 0,0 0 0,1 1 0,10-10 0,-17 19 0,1 0 0,-1 0 0,1 1 0,0-1 0,0 1 0,0-1 0,0 1 0,0 0 0,0 0 0,0 0 0,1 0 0,-1 0 0,0 0 0,1 1 0,3-2 0,-4 2 0,0 0 0,0 1 0,0-1 0,-1 0 0,1 1 0,0-1 0,0 1 0,-1 0 0,1-1 0,0 1 0,-1 0 0,1 0 0,-1 0 0,1 0 0,-1 0 0,3 2 0,0 2 0,-1 0 0,1 0 0,-1 0 0,0 0 0,0 1 0,0-1 0,0 1 0,-1 0 0,0-1 0,2 13 0,1 19-79,-2 1 0,-2 0 0,-3 40-1,1-41-968,1-17-5778</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00.510"/>
    </inkml:context>
    <inkml:brush xml:id="br0">
      <inkml:brushProperty name="width" value="0.05" units="cm"/>
      <inkml:brushProperty name="height" value="0.05" units="cm"/>
    </inkml:brush>
  </inkml:definitions>
  <inkml:trace contextRef="#ctx0" brushRef="#br0">17 100 24575,'13'-28'0,"-3"9"0,-10 21 0,1 1 0,-1-1 0,0 1 0,0-1 0,0 1 0,0-1 0,0 0 0,0 1 0,-1-1 0,0 4 0,-2 17 0,-17 255 0,19-262 0,-4-27 0,-2-28 0,5 6 0,1 1 0,2 0 0,5-38 0,-4 55 0,0 1 0,2-1 0,0 0 0,0 1 0,1 0 0,1 0 0,0 1 0,1-1 0,10-13 0,-16 25 0,1 0 0,-1 0 0,1 0 0,-1 0 0,1 1 0,0-1 0,0 0 0,0 1 0,0-1 0,0 1 0,0 0 0,1-1 0,-1 1 0,0 0 0,1 1 0,-1-1 0,1 0 0,-1 1 0,1-1 0,3 0 0,-4 2 0,1-1 0,-1 1 0,1 0 0,-1-1 0,0 1 0,1 0 0,-1 0 0,0 0 0,0 1 0,0-1 0,0 0 0,0 1 0,0 0 0,0-1 0,0 1 0,-1 0 0,1 0 0,-1 0 0,1 0 0,-1 0 0,1 2 0,6 10 0,-2-1 0,0 1 0,-1-1 0,0 2 0,-1-1 0,2 17 0,9 92 0,-10-62 0,0-20-1365,-1-8-5461</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01.100"/>
    </inkml:context>
    <inkml:brush xml:id="br0">
      <inkml:brushProperty name="width" value="0.05" units="cm"/>
      <inkml:brushProperty name="height" value="0.05" units="cm"/>
    </inkml:brush>
  </inkml:definitions>
  <inkml:trace contextRef="#ctx0" brushRef="#br0">0 220 24575,'0'-2'0,"0"-1"0,0 0 0,0 1 0,1-1 0,-1 0 0,1 1 0,-1-1 0,1 1 0,0-1 0,0 1 0,0-1 0,0 1 0,1 0 0,-1-1 0,0 1 0,1 0 0,0 0 0,0 0 0,-1 0 0,1 1 0,0-1 0,0 0 0,1 1 0,-1-1 0,0 1 0,0 0 0,1-1 0,-1 1 0,1 1 0,-1-1 0,1 0 0,-1 0 0,4 0 0,128-19 0,-90 16 0,49-13 0,-92 17 0,0 0 0,0-1 0,0 1 0,-1 0 0,1 0 0,0 0 0,0 0 0,0 0 0,0 0 0,0 0 0,0 0 0,-1 0 0,1 0 0,0 1 0,0-1 0,1 1 0,-2-1 0,0 0 0,1 1 0,-1-1 0,0 0 0,1 1 0,-1-1 0,0 0 0,0 1 0,1-1 0,-1 1 0,0-1 0,0 1 0,0-1 0,1 1 0,-1-1 0,0 0 0,0 1 0,0-1 0,0 1 0,0-1 0,0 1 0,0 0 0,-1 4 0,0 0 0,0-1 0,-1 1 0,-3 9 0,-1 3 0,-22 118 0,26-116 0,0 1 0,1 0 0,1 0 0,5 38 0,1-40 0,-6-18 0,1 0 0,-1-1 0,0 1 0,0 0 0,1 0 0,-1 0 0,0 0 0,0-1 0,1 1 0,-1 0 0,0 0 0,0-1 0,1 1 0,-1 0 0,0-1 0,0 1 0,0 0 0,0 0 0,0-1 0,1 1 0,-1 0 0,0-1 0,0 1 0,0 0 0,0-1 0,0 1 0,0 0 0,0-1 0,5-38 0,-5-16 0,-9-62 0,0-44 0,9 156 0,0 1 0,1 0 0,-1 0 0,1-1 0,0 1 0,0 0 0,0 0 0,0 0 0,1 0 0,0 0 0,-1 0 0,2 1 0,3-8 0,-3 9 0,-1 0 0,0 0 0,1 0 0,-1 1 0,1-1 0,0 0 0,-1 1 0,1 0 0,0 0 0,0 0 0,0 0 0,0 0 0,0 0 0,0 1 0,0 0 0,0-1 0,0 1 0,0 0 0,0 1 0,3-1 0,-3 0 0,0 1 0,0-1 0,-1 1 0,1-1 0,0 1 0,-1 0 0,1 0 0,0 0 0,-1 0 0,1 0 0,-1 1 0,0-1 0,1 1 0,-1-1 0,0 1 0,0 0 0,0 0 0,0 0 0,0 0 0,-1 0 0,1 1 0,-1-1 0,1 0 0,-1 1 0,0-1 0,0 1 0,0-1 0,0 1 0,0 0 0,-1-1 0,1 1 0,-1 0 0,1 0 0,-1-1 0,0 5 0,-1-1 0,1 1 0,-1-1 0,0 1 0,0-1 0,-1 1 0,1-1 0,-1 0 0,-1 0 0,1 0 0,-1 0 0,0 0 0,-1-1 0,1 1 0,-6 5 0,-4 1 0,10-9 0,-1 1 0,1-1 0,0 0 0,0 1 0,-4 6 0,6-8 0,1-1 0,-1 0 0,1 1 0,-1-1 0,1 1 0,0-1 0,-1 1 0,1-1 0,0 1 0,0-1 0,0 1 0,0-1 0,0 0 0,1 1 0,-1-1 0,0 1 0,1-1 0,-1 1 0,1-1 0,-1 0 0,1 1 0,1 1 0,31 42 0,-24-35 0,0 1 0,8 15 0,14 36-1365,-22-46-5461</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01.469"/>
    </inkml:context>
    <inkml:brush xml:id="br0">
      <inkml:brushProperty name="width" value="0.05" units="cm"/>
      <inkml:brushProperty name="height" value="0.05" units="cm"/>
    </inkml:brush>
  </inkml:definitions>
  <inkml:trace contextRef="#ctx0" brushRef="#br0">0 218 24575,'1'-14'0,"1"0"0,3-18 0,3-13 0,-7 28 0,0 15 0,-1 4 0,0 24 0,0-18 0,-1 222 0,1-318 0,1-105 0,-1 184 0,1 0 0,0 0 0,1 0 0,4-13 0,-6 21 0,0-1 0,1 1 0,0 0 0,-1-1 0,1 1 0,0 0 0,0-1 0,0 1 0,0 0 0,0 0 0,0 0 0,0 0 0,0 0 0,0 0 0,2-1 0,-2 2 0,0 0 0,0-1 0,0 1 0,0 0 0,0 0 0,0 0 0,0 0 0,0 0 0,0 0 0,0 0 0,0 1 0,0-1 0,0 0 0,0 0 0,0 1 0,0-1 0,0 1 0,0-1 0,0 1 0,0-1 0,0 1 0,0 0 0,-1-1 0,2 2 0,4 4 0,-1-1 0,0 0 0,-1 1 0,0 0 0,0 0 0,0 1 0,0-1 0,4 12 0,18 61 0,-22-65 0,24 96-1365,-23-85-5461</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01.594"/>
    </inkml:context>
    <inkml:brush xml:id="br0">
      <inkml:brushProperty name="width" value="0.05" units="cm"/>
      <inkml:brushProperty name="height" value="0.05" units="cm"/>
    </inkml:brush>
  </inkml:definitions>
  <inkml:trace contextRef="#ctx0" brushRef="#br0">0 37 24575,'0'-3'0,"3"-1"0,1-2 0,6-1 0,4 1 0,5 1 0,7 2 0,3 2 0,1 0 0,-5 1-8191</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01.874"/>
    </inkml:context>
    <inkml:brush xml:id="br0">
      <inkml:brushProperty name="width" value="0.05" units="cm"/>
      <inkml:brushProperty name="height" value="0.05" units="cm"/>
    </inkml:brush>
  </inkml:definitions>
  <inkml:trace contextRef="#ctx0" brushRef="#br0">62 1 24575,'-2'0'0,"-1"0"0,0 0 0,1 0 0,-1 1 0,1-1 0,-1 1 0,1-1 0,-1 1 0,1 0 0,0 0 0,-1 0 0,1 0 0,0 0 0,-1 1 0,1-1 0,-3 3 0,3-1 0,0-1 0,0 1 0,1-1 0,-1 1 0,1 0 0,0 0 0,-1-1 0,1 1 0,0 0 0,1 0 0,-1 0 0,1 0 0,-1 6 0,0 24 0,2 0 0,1 0 0,11 52 0,-2-12 0,2 91 0,-10-101 0,3 1 0,3-1 0,20 78 0,-23-123-114,1 0 1,0 0-1,1 0 0,1-1 0,1-1 1,0 1-1,2-1 0,-1-1 0,2 0 1,0-1-1,17 14 0,10 3-6712</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02.352"/>
    </inkml:context>
    <inkml:brush xml:id="br0">
      <inkml:brushProperty name="width" value="0.05" units="cm"/>
      <inkml:brushProperty name="height" value="0.05" units="cm"/>
    </inkml:brush>
  </inkml:definitions>
  <inkml:trace contextRef="#ctx0" brushRef="#br0">30 72 24575,'-2'-1'0,"0"0"0,0 0 0,0 0 0,0 0 0,0 0 0,0 0 0,1-1 0,-1 1 0,0-1 0,1 1 0,-1-1 0,1 0 0,-1 0 0,1 0 0,0 0 0,-2-2 0,3 3 0,0 1 0,0-1 0,0 1 0,0-1 0,0 1 0,0-1 0,0 0 0,1 1 0,-1-1 0,0 1 0,0-1 0,0 1 0,0-1 0,1 1 0,-1-1 0,0 1 0,1-1 0,-1 1 0,0-1 0,1 1 0,-1-1 0,0 1 0,1 0 0,0-1 0,1 0 0,0-1 0,0 1 0,1 0 0,-1 0 0,0 0 0,1 0 0,-1 0 0,4 0 0,54-9-7,0 4 0,122 1 0,-105 5-136,650 12-1984,-3 56 1822,-702-65 234,36 4-28,0 3 1,-1 2-1,65 24 0,-113-33 227,0 1-1,0 0 0,-1 0 0,0 1 0,0 0 1,11 9-1,-17-12-80,0-1 1,0 1-1,0 0 0,0 0 0,-1 0 1,1 0-1,-1 1 0,0-1 1,1 0-1,-1 1 0,0-1 1,-1 1-1,1-1 0,0 1 0,-1-1 1,1 1-1,-1-1 0,0 1 1,0 0-1,0-1 0,0 1 1,0-1-1,0 1 0,-1 0 1,0-1-1,-1 5 0,-5 10 114,-1-1 0,-1 0 1,-1-1-1,-21 28 0,1-2-73,7-7-88,1 2 0,3 0 0,0 2 0,-17 51 0,29-67 0,1 1 0,0 0 0,2 0 0,1 0 0,0 0 0,2 1 0,1-1 0,0 1 0,5 27 0,-3-44 0,2 25 0,-4-31 0,0-1 0,0 1 0,0 0 0,0-1 0,-1 1 0,1 0 0,0 0 0,0-1 0,0 1 0,-1 0 0,1-1 0,0 1 0,-1-1 0,1 1 0,0 0 0,-1-1 0,1 1 0,-1-1 0,1 1 0,-1-1 0,1 1 0,-1-1 0,1 0 0,-1 1 0,1-1 0,-1 0 0,0 1 0,1-1 0,-1 0 0,0 1 0,1-1 0,-1 0 0,0 0 0,1 0 0,-1 0 0,0 0 0,-1 0 0,-9-1 0,0-1 0,0 0 0,1 0 0,-21-8 0,-4-1 0,-91-21 27,-200-22 0,-135 14-852,245 24-305,104 7-5160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02.711"/>
    </inkml:context>
    <inkml:brush xml:id="br0">
      <inkml:brushProperty name="width" value="0.05" units="cm"/>
      <inkml:brushProperty name="height" value="0.05" units="cm"/>
    </inkml:brush>
  </inkml:definitions>
  <inkml:trace contextRef="#ctx0" brushRef="#br0">53 0 24575,'-3'0'0,"-4"3"0,-1 4 0,-2 7 0,1 4 0,2 5 0,2 7 0,2 5 0,4 6 0,2 4 0,4 1 0,3 1 0,1 0 0,0-1 0,0-1 0,-4-2 0,-1-6 0,-3-9-8191</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03.072"/>
    </inkml:context>
    <inkml:brush xml:id="br0">
      <inkml:brushProperty name="width" value="0.05" units="cm"/>
      <inkml:brushProperty name="height" value="0.05" units="cm"/>
    </inkml:brush>
  </inkml:definitions>
  <inkml:trace contextRef="#ctx0" brushRef="#br0">179 100 24575,'-20'0'0,"5"-1"0,0 1 0,0 1 0,0 0 0,-20 5 0,32-5 0,-1 0 0,1 0 0,0 0 0,-1 1 0,1-1 0,0 1 0,0 0 0,0 0 0,0 0 0,0 0 0,1 0 0,-1 1 0,1-1 0,-1 1 0,1 0 0,0 0 0,0 0 0,0 0 0,0 0 0,1 0 0,-1 0 0,1 0 0,-2 7 0,1-1 0,4-10 0,7-22 0,3-3 0,-7 15 0,1 1 0,1 0 0,0 1 0,0 0 0,1 0 0,0 0 0,1 1 0,-1 0 0,2 0 0,15-9 0,-20 14 0,-1 1 0,1-1 0,0 1 0,0 0 0,0 1 0,0-1 0,0 1 0,0 0 0,0 0 0,1 1 0,-1 0 0,0-1 0,1 2 0,-1-1 0,0 1 0,0-1 0,1 1 0,-1 1 0,0-1 0,0 1 0,0 0 0,0 0 0,-1 1 0,1-1 0,7 6 0,-5-2-227,-1-1-1,1 1 1,-1 1-1,-1-1 1,6 8-1,6 10-6598</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03.855"/>
    </inkml:context>
    <inkml:brush xml:id="br0">
      <inkml:brushProperty name="width" value="0.05" units="cm"/>
      <inkml:brushProperty name="height" value="0.05" units="cm"/>
    </inkml:brush>
  </inkml:definitions>
  <inkml:trace contextRef="#ctx0" brushRef="#br0">69 49 24575,'-2'0'0,"0"0"0,-1 1 0,1-1 0,0 1 0,-1-1 0,1 1 0,0 0 0,0-1 0,0 1 0,0 0 0,0 1 0,0-1 0,0 0 0,0 0 0,0 1 0,0-1 0,1 1 0,-1 0 0,1 0 0,-1-1 0,1 1 0,0 0 0,-1 0 0,1 0 0,0 0 0,0 0 0,1 1 0,-1-1 0,0 0 0,1 0 0,-1 1 0,1-1 0,0 3 0,-2 10 0,1 0 0,1 0 0,0 0 0,3 15 0,-3-25 0,16 280 0,-17-209 0,-17 131 0,13-183 0,-3 27 0,8-47 0,0 0 0,0-1 0,0 1 0,0 0 0,1 0 0,0-1 0,-1 1 0,1 0 0,0 0 0,3 4 0,-3-7 0,0 1 0,0-1 0,0 0 0,0 1 0,0-1 0,1 0 0,-1 0 0,0 0 0,1 0 0,-1 0 0,1 0 0,-1 0 0,1-1 0,0 1 0,-1 0 0,1-1 0,0 0 0,-1 1 0,1-1 0,0 0 0,2 1 0,41-4 0,-38 2 0,291-50 0,30-4 0,-110 38-184,300 15-1,214 60-184,-678-53 369,242 18 0,-287-23 0,-3 0 0,1 0 0,0 0 0,-1 0 0,1-1 0,-1 0 0,10-2 0,-16 2 2,1 1 0,-1 0 0,0 0 1,1 0-1,-1 0 0,0-1 0,1 1 0,-1 0 0,0 0 0,0-1 0,1 1 0,-1 0 0,0 0 0,0-1 0,0 1 1,0 0-1,1-1 0,-1 1 0,0 0 0,0-1 0,0 1 0,0 0 0,0-1 0,0 1 0,0 0 0,0-1 1,0 1-1,0 0 0,0-1 0,0 1 0,0-1 0,0 1 0,0 0 0,0-1 0,0 1 0,0 0 0,-1-1 1,1 1-1,0 0 0,0 0 0,0-1 0,0 1 0,-1 0 0,1-1 0,0 1 0,0 0 0,-1 0 0,1 0 0,0-1 1,-1 1-1,1 0 0,0 0 0,-1 0 0,1-1 0,0 1 0,-1 0 0,-20-14 431,19 13-370,-71-37 89,48 26-162,1 0 1,-25-18-1,45 28 10,1-1 0,-1 0 0,1 0 0,0 0 0,0 0 0,0 0 0,1 0 0,-1-1 0,1 1 0,-1-1 0,1 0 0,1 0 0,-1 0 0,0 0 0,1 0 0,-2-7 0,2 3 0,1-1 0,0 0 0,0 1 0,1-1 0,0 1 0,1-1 0,3-11 0,35-173 0,-36 167 0,-2 1 0,-1-1 0,-1 0 0,-1 0 0,-7-42 0,7 60 0,-1 0 0,-1 0 0,1 0 0,-1 0 0,-1 1 0,1-1 0,-1 1 0,0 0 0,-1 0 0,0 0 0,0 1 0,-1-1 0,-11-9 0,9 9 0,-1 1 0,0 1 0,0 0 0,-1 0 0,1 1 0,-1 0 0,0 0 0,0 1 0,-1 1 0,-16-3 0,-66-4 0,-175 7 0,161 4 0,-1409-25-885,1508 22 823,-95-2-1094,74 6-4932</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04.408"/>
    </inkml:context>
    <inkml:brush xml:id="br0">
      <inkml:brushProperty name="width" value="0.05" units="cm"/>
      <inkml:brushProperty name="height" value="0.05" units="cm"/>
    </inkml:brush>
  </inkml:definitions>
  <inkml:trace contextRef="#ctx0" brushRef="#br0">0 307 24575,'0'-34'0,"0"23"0,0 25 0,0 8 0,3 104 0,-1-106 0,1-1 0,0 0 0,1 0 0,9 26 0,-13-45 0,0 0 0,0 0 0,0 0 0,0 0 0,0 0 0,0 1 0,0-1 0,0 0 0,0 0 0,0 0 0,0 0 0,0 0 0,0 0 0,0 1 0,0-1 0,0 0 0,0 0 0,0 0 0,0 0 0,0 0 0,0 0 0,0 0 0,0 1 0,1-1 0,-1 0 0,0 0 0,0 0 0,0 0 0,0 0 0,0 0 0,0 0 0,0 0 0,0 0 0,0 0 0,1 0 0,-1 1 0,0-1 0,0 0 0,0 0 0,0 0 0,0 0 0,0 0 0,1 0 0,-1 0 0,0 0 0,0 0 0,0 0 0,0 0 0,0 0 0,0 0 0,0 0 0,1 0 0,-1 0 0,0-1 0,0 1 0,3-9 0,-2-16 0,-1-35 0,0-2 0,9-70 0,-7 113 0,2 1 0,0 0 0,1 0 0,0 0 0,2 0 0,0 1 0,1 0 0,12-20 0,-15 30 0,1 0 0,0 0 0,0 0 0,0 0 0,1 1 0,0 0 0,0 1 0,10-6 0,-13 8 0,0 1 0,0 0 0,0 0 0,0 0 0,1 1 0,-1-1 0,1 1 0,-1 0 0,1 0 0,0 1 0,-1-1 0,1 1 0,0 0 0,-1 0 0,1 1 0,0-1 0,6 3 0,-8-3 0,-1 1 0,0 0 0,0 0 0,0 0 0,0 0 0,0 0 0,0 1 0,0-1 0,0 1 0,0-1 0,-1 1 0,1 0 0,0-1 0,-1 1 0,0 0 0,1 0 0,-1 0 0,1 3 0,0-2 0,-1 1 0,-1-1 0,1 1 0,0-1 0,-1 1 0,0 0 0,0-1 0,0 1 0,0-1 0,0 1 0,-1 3 0,-1 2 0,-1-1 0,1 0 0,-1 1 0,-1-1 0,0 0 0,0-1 0,0 1 0,-1-1 0,-5 7 0,-5 2 0,-1-1 0,-1-1 0,0-1 0,-32 20 0,32-22 0,15-10 0,-1 1 0,1 0 0,-1 0 0,1 0 0,0 0 0,0 0 0,0 0 0,0 1 0,0-1 0,-1 4 0,2-5 0,1 0 0,-1 0 0,1 0 0,0 1 0,0-1 0,-1 0 0,1 0 0,0 1 0,0-1 0,0 0 0,0 0 0,1 1 0,-1-1 0,0 0 0,0 0 0,1 0 0,-1 1 0,1-1 0,-1 0 0,1 0 0,-1 0 0,1 0 0,0 0 0,0 0 0,-1 0 0,1 0 0,1 1 0,17 15 0,0 0 0,1-2 0,1 0 0,28 15 0,-1-1 0,33 25-1365,-47-31-5461</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04.579"/>
    </inkml:context>
    <inkml:brush xml:id="br0">
      <inkml:brushProperty name="width" value="0.05" units="cm"/>
      <inkml:brushProperty name="height" value="0.05" units="cm"/>
    </inkml:brush>
  </inkml:definitions>
  <inkml:trace contextRef="#ctx0" brushRef="#br0">48 27 24575,'-3'0'0,"-4"0"0,-3 0 0,-4 0 0,4 0 0,6 0 0,8-3 0,11-1 0,10-3 0,6 0 0,-2 1-8191</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05.139"/>
    </inkml:context>
    <inkml:brush xml:id="br0">
      <inkml:brushProperty name="width" value="0.05" units="cm"/>
      <inkml:brushProperty name="height" value="0.05" units="cm"/>
    </inkml:brush>
  </inkml:definitions>
  <inkml:trace contextRef="#ctx0" brushRef="#br0">95 63 24575,'-3'-3'0,"-1"0"0,1 1 0,-1-1 0,0 1 0,1 0 0,-1-1 0,0 2 0,-1-1 0,-6-2 0,9 4 0,1 0 0,0-1 0,-1 1 0,1 0 0,0 0 0,0 0 0,-1 0 0,1 0 0,0 0 0,-1 0 0,1 0 0,0 1 0,0-1 0,-1 0 0,1 1 0,0-1 0,0 1 0,0 0 0,0-1 0,-1 1 0,1 0 0,0-1 0,0 1 0,0 0 0,1 0 0,-1 0 0,0 0 0,0 0 0,0 0 0,1 0 0,-1 0 0,0 1 0,1-1 0,-1 0 0,1 0 0,-1 2 0,-2 10 0,0 0 0,1 0 0,1 0 0,0 0 0,1 21 0,10 69 0,-5-59 0,-2-15 0,-3-15 0,1 0 0,1-1 0,1 1 0,0-1 0,5 16 0,-8-29 0,0 0 0,0 0 0,0 0 0,0 0 0,0-1 0,0 1 0,0 0 0,0 0 0,0 0 0,0 0 0,0 0 0,0 0 0,0 0 0,1 0 0,-1 0 0,0 0 0,0 0 0,0 0 0,0 0 0,0 0 0,0 0 0,0 0 0,0 0 0,0 0 0,0 0 0,0 0 0,0 0 0,0 0 0,0 0 0,0 0 0,1 0 0,-1 0 0,0 0 0,0 0 0,0 0 0,0 0 0,0 0 0,0 0 0,0 0 0,0 0 0,0 0 0,0 0 0,0 0 0,0 0 0,0 0 0,0 0 0,0 0 0,1 0 0,-1 0 0,0 0 0,0 0 0,0 0 0,0 1 0,0-1 0,0 0 0,0 0 0,0 0 0,0 0 0,0 0 0,0 0 0,0 0 0,0 0 0,0 0 0,0 0 0,0 0 0,0 0 0,0 0 0,2-8 0,0-14 0,-2 22 0,21-194 0,-15 151 0,3 1 0,20-61 0,-19 84 0,-9 19 0,-1-1 0,0 1 0,0 0 0,0 0 0,1 0 0,-1 0 0,0 0 0,0 0 0,0 0 0,1 0 0,-1 0 0,0 0 0,0 0 0,1 0 0,-1 0 0,0 0 0,0 0 0,0 1 0,1-1 0,-1 0 0,0 0 0,0 0 0,0 0 0,1 0 0,-1 0 0,0 0 0,0 1 0,0-1 0,0 0 0,0 0 0,1 0 0,-1 0 0,0 1 0,0-1 0,0 0 0,0 0 0,0 0 0,0 1 0,0-1 0,0 0 0,0 0 0,0 0 0,1 1 0,0 4 0,0 0 0,1 1 0,-2-1 0,1 1 0,0 6 0,-2 49 0,0-38 0,1 1 0,1-1 0,6 37 0,-7-58 0,0-1 0,1 1 0,-1 0 0,0-1 0,0 1 0,1-1 0,-1 0 0,1 1 0,0-1 0,-1 1 0,1-1 0,0 0 0,0 1 0,0-1 0,0 0 0,0 0 0,0 0 0,0 0 0,0 0 0,0 0 0,0 0 0,1 0 0,-1 0 0,0-1 0,1 1 0,-1 0 0,1-1 0,2 1 0,-2-1 0,1 0 0,-1-1 0,0 1 0,0-1 0,1 0 0,-1 0 0,0 0 0,0 0 0,0 0 0,0 0 0,0-1 0,0 1 0,0 0 0,-1-1 0,1 0 0,0 1 0,-1-1 0,2-2 0,20-35 0,-21 34 0,1-1 0,-1 1 0,1 0 0,0 1 0,0-1 0,1 0 0,-1 1 0,1 0 0,0 0 0,0 0 0,5-4 0,-8 8 0,-1 0 0,0 0 0,1 0 0,-1 0 0,1 0 0,-1-1 0,1 1 0,-1 0 0,0 0 0,1 0 0,-1 0 0,1 0 0,-1 0 0,1 1 0,-1-1 0,1 0 0,-1 0 0,0 0 0,1 0 0,-1 0 0,1 1 0,-1-1 0,0 0 0,1 0 0,-1 1 0,1-1 0,-1 0 0,0 1 0,0-1 0,1 0 0,-1 1 0,0-1 0,1 0 0,-1 1 0,0-1 0,0 1 0,0-1 0,0 0 0,1 1 0,-1-1 0,0 1 0,0-1 0,0 1 0,4 25 0,-4-21 0,2 7 57,0 8-531,1 0 0,6 20 0,-3-23-6352</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05.499"/>
    </inkml:context>
    <inkml:brush xml:id="br0">
      <inkml:brushProperty name="width" value="0.05" units="cm"/>
      <inkml:brushProperty name="height" value="0.05" units="cm"/>
    </inkml:brush>
  </inkml:definitions>
  <inkml:trace contextRef="#ctx0" brushRef="#br0">197 200 24575,'0'-18'0,"-2"0"0,0 0 0,-7-27 0,8 36 0,-2 1 0,0-1 0,0 1 0,0 0 0,-1 1 0,0-1 0,0 0 0,-1 1 0,-7-9 0,11 15 0,0 0 0,0 0 0,0 0 0,-1 0 0,1 0 0,0 0 0,0 0 0,0 1 0,-1-1 0,1 0 0,0 1 0,-1-1 0,1 1 0,0-1 0,-1 1 0,1 0 0,-1 0 0,1 0 0,-1 0 0,1 0 0,0 0 0,-3 0 0,1 1 0,1 0 0,0 0 0,-1 0 0,1 0 0,0 0 0,0 1 0,0-1 0,0 1 0,0-1 0,0 1 0,-3 3 0,-3 5 0,1 0 0,0 0 0,1 1 0,-6 12 0,5-8 0,1-1 0,0 1 0,1 0 0,1 0 0,0 0 0,1 1 0,1-1 0,0 1 0,1 17 0,1-31 0,0 0 0,0-1 0,0 1 0,0 0 0,1-1 0,-1 1 0,0-1 0,1 1 0,0-1 0,-1 1 0,1-1 0,0 1 0,-1-1 0,1 1 0,0-1 0,0 0 0,3 3 0,-3-4 0,0 1 0,0 0 0,0-1 0,0 1 0,0-1 0,0 0 0,1 1 0,-1-1 0,0 0 0,0 0 0,1 0 0,-1 0 0,0 0 0,0 0 0,1 0 0,-1 0 0,0 0 0,2-1 0,2-1 0,1 0 0,0 0 0,-1-1 0,0 0 0,0 0 0,0 0 0,0 0 0,5-5 0,26-28 0,-27 26 0,0 0 0,1 1 0,14-10 0,-24 18 0,1 1 0,-1 0 0,1-1 0,-1 1 0,1 0 0,-1-1 0,1 1 0,-1 0 0,1 0 0,-1-1 0,1 1 0,-1 0 0,1 0 0,0 0 0,-1 0 0,1 0 0,-1 0 0,1 0 0,0 0 0,-1 0 0,1 0 0,-1 0 0,1 0 0,0 1 0,-1-1 0,1 0 0,-1 0 0,1 1 0,-1-1 0,1 0 0,-1 0 0,1 1 0,-1-1 0,1 1 0,-1-1 0,0 0 0,1 1 0,-1-1 0,1 1 0,-1-1 0,0 1 0,0-1 0,1 1 0,-1 0 0,0-1 0,0 1 0,0-1 0,1 1 0,-1-1 0,0 1 0,0 0 0,0-1 0,0 1 0,0-1 0,0 2 0,1 40 0,-2-36 0,1 17-1365,-1-3-5461</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05.827"/>
    </inkml:context>
    <inkml:brush xml:id="br0">
      <inkml:brushProperty name="width" value="0.05" units="cm"/>
      <inkml:brushProperty name="height" value="0.05" units="cm"/>
    </inkml:brush>
  </inkml:definitions>
  <inkml:trace contextRef="#ctx0" brushRef="#br0">0 78 24575,'0'-28'0,"0"19"0,0 17 0,9 113 0,-4-76 0,-1 47 0,-2-117 0,2 1 0,0 0 0,2 0 0,0 0 0,2 1 0,0 0 0,2 0 0,0 1 0,2 0 0,15-22 0,-26 43 7,14-19 326,-14 19-385,-1 1 0,0-1 1,1 1-1,-1-1 0,1 1 1,-1-1-1,1 1 0,-1 0 1,1-1-1,-1 1 0,1 0 1,0-1-1,-1 1 0,1 0 1,-1 0-1,1-1 1,0 1-1,-1 0 0,1 0 1,0 0-1,-1 0 0,1 0 1,-1 0-1,1 0 0,0 0 1,-1 0-1,1 0 0,0 0 1,-1 1-1,1-1 0,0 0 1,0 1-1</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06.777"/>
    </inkml:context>
    <inkml:brush xml:id="br0">
      <inkml:brushProperty name="width" value="0.05" units="cm"/>
      <inkml:brushProperty name="height" value="0.05" units="cm"/>
    </inkml:brush>
  </inkml:definitions>
  <inkml:trace contextRef="#ctx0" brushRef="#br0">14 57 24575,'0'-5'0,"-1"0"0,0 0 0,0 0 0,0 0 0,-2-5 0,-3-12 0,15 121 0,-5 147 0,-3-44 0,2-169-1365,0-8-5461</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07.102"/>
    </inkml:context>
    <inkml:brush xml:id="br0">
      <inkml:brushProperty name="width" value="0.05" units="cm"/>
      <inkml:brushProperty name="height" value="0.05" units="cm"/>
    </inkml:brush>
  </inkml:definitions>
  <inkml:trace contextRef="#ctx0" brushRef="#br0">199 15 24575,'-2'-2'0,"-1"1"0,0-1 0,1 1 0,-1-1 0,0 1 0,0 0 0,0 0 0,0 0 0,0 0 0,0 1 0,0-1 0,0 1 0,0 0 0,0 0 0,0 0 0,0 0 0,0 0 0,0 1 0,0-1 0,0 1 0,0 0 0,0 0 0,0 0 0,-5 3 0,-4 2 0,0 0 0,0 0 0,1 2 0,-14 10 0,19-13 0,0-1 0,1 1 0,-1 0 0,1 1 0,1-1 0,-1 1 0,-7 12 0,33-31 0,-5 2 0,-1 1 0,1 0 0,0 1 0,1 1 0,0 1 0,36-11 0,-46 16 0,0 1 0,0 0 0,0 0 0,0 0 0,0 1 0,0 0 0,0 0 0,1 1 0,-1 0 0,0 0 0,0 1 0,-1 0 0,1 0 0,0 0 0,-1 1 0,1 0 0,-1 0 0,0 1 0,0 0 0,0 0 0,7 7 0,-4-1-227,0 0-1,-1 1 1,0 0-1,-1 0 1,10 21-1,-3-5-6598</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07.728"/>
    </inkml:context>
    <inkml:brush xml:id="br0">
      <inkml:brushProperty name="width" value="0.05" units="cm"/>
      <inkml:brushProperty name="height" value="0.05" units="cm"/>
    </inkml:brush>
  </inkml:definitions>
  <inkml:trace contextRef="#ctx0" brushRef="#br0">248 90 24575,'3'-1'0,"-1"-1"0,1 1 0,-1-1 0,0 1 0,1-1 0,-1 0 0,0 0 0,0 0 0,0 0 0,-1-1 0,1 1 0,0 0 0,-1-1 0,2-3 0,4-4 0,-5 8 0,0-1 0,0 1 0,0 0 0,0-1 0,-1 1 0,1-1 0,-1 0 0,0 0 0,2-4 0,-3 7 0,0-1 0,0 1 0,0-1 0,0 1 0,0-1 0,0 1 0,-1 0 0,1-1 0,0 1 0,0-1 0,0 1 0,0-1 0,-1 1 0,1 0 0,0-1 0,0 1 0,-1 0 0,1-1 0,0 1 0,-1 0 0,1-1 0,0 1 0,-1 0 0,0-1 0,-20-4 0,3 3 0,0 2 0,0 0 0,1 1 0,-1 1 0,-26 7 0,32-7 0,1 2 0,0-1 0,0 1 0,0 1 0,0 0 0,1 1 0,0 0 0,0 0 0,-12 11 0,20-15 0,0-1 0,0 1 0,1 0 0,-1 0 0,0 0 0,1 0 0,0 0 0,-1 0 0,1 0 0,0 0 0,0 0 0,0 1 0,0-1 0,1 0 0,-1 1 0,1-1 0,-1 1 0,1-1 0,0 5 0,0-4 0,1 1 0,0-1 0,0 0 0,0 0 0,1 0 0,-1 0 0,0 0 0,1 0 0,0-1 0,0 1 0,0 0 0,0-1 0,3 3 0,6 6 0,1-1 0,1-1 0,0 0 0,27 14 0,95 37 0,-48-23 0,-82-35 0,0 0 0,0 1 0,-1-1 0,1 1 0,6 6 0,-10-8 0,-1-1 0,1 1 0,-1-1 0,1 1 0,-1-1 0,0 1 0,1 0 0,-1-1 0,1 1 0,-1 0 0,0-1 0,0 1 0,1 0 0,-1-1 0,0 1 0,0 0 0,0 0 0,0-1 0,0 2 0,0-1 0,-1 0 0,1 0 0,-1 0 0,1 0 0,-1 0 0,1-1 0,-1 1 0,1 0 0,-1 0 0,0-1 0,0 1 0,1 0 0,-1-1 0,0 1 0,0 0 0,0-1 0,0 0 0,-1 2 0,-8 2 0,0-1 0,0 1 0,-1-1 0,1-1 0,-1 0 0,1-1 0,-22 1 0,2-3 0,-47-6 0,54 4-341,1-1 0,0 0-1,-38-15 1,33 7-6485</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07.926"/>
    </inkml:context>
    <inkml:brush xml:id="br0">
      <inkml:brushProperty name="width" value="0.05" units="cm"/>
      <inkml:brushProperty name="height" value="0.05" units="cm"/>
    </inkml:brush>
  </inkml:definitions>
  <inkml:trace contextRef="#ctx0" brushRef="#br0">0 21 24575,'6'-3'0,"0"0"0,1 0 0,-1 1 0,1-1 0,-1 2 0,1-1 0,0 1 0,0 0 0,0 0 0,8 0 0,-14 1 0,1 1 0,-1-1 0,0 0 0,1 0 0,-1 1 0,0-1 0,0 1 0,0-1 0,1 1 0,-1 0 0,0-1 0,0 1 0,0 0 0,0 0 0,0 0 0,0 0 0,0-1 0,0 2 0,0-1 0,-1 0 0,1 0 0,0 0 0,-1 0 0,1 0 0,-1 0 0,1 1 0,-1-1 0,1 0 0,-1 1 0,0-1 0,0 0 0,1 0 0,-1 1 0,-1 1 0,2 6 0,-1 0 0,0 0 0,-3 16 0,3-25 0,0 1 0,-18 161-1365,17-143-5461</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08.174"/>
    </inkml:context>
    <inkml:brush xml:id="br0">
      <inkml:brushProperty name="width" value="0.05" units="cm"/>
      <inkml:brushProperty name="height" value="0.05" units="cm"/>
    </inkml:brush>
  </inkml:definitions>
  <inkml:trace contextRef="#ctx0" brushRef="#br0">35 262 24575,'-7'-17'0,"1"0"0,1 0 0,0-1 0,1 0 0,1 0 0,1 0 0,0-31 0,2 45 0,0-1 0,0 1 0,0-1 0,0 1 0,1-1 0,0 1 0,0 0 0,0 0 0,1-1 0,-1 1 0,1 0 0,0 0 0,0 0 0,5-6 0,-5 8 0,0 0 0,0 0 0,1 0 0,-1 1 0,0-1 0,1 1 0,-1 0 0,1-1 0,0 1 0,-1 0 0,1 1 0,0-1 0,0 0 0,-1 1 0,1-1 0,0 1 0,0 0 0,0 0 0,0 0 0,0 1 0,-1-1 0,1 1 0,4 0 0,7 3 0,-1 0 0,0 1 0,-1 0 0,1 1 0,-1 0 0,0 1 0,-1 1 0,0-1 0,16 15 0,-18-14 0,-1 0 0,0 1 0,0 0 0,-1 0 0,0 0 0,-1 1 0,1 0 0,-2 1 0,0-1 0,0 1 0,4 15 0,-8-22 10,0 0 0,0 1 0,-1-1 0,1 0 0,-1 0 0,0 1 1,0-1-1,-1 0 0,1 0 0,-1 1 0,0-1 0,0 0 0,0 0 0,-1 0 0,0 0 0,-2 5 0,0-4 7,0 1 0,0-1 0,0 0 0,0-1 0,-1 1 0,0-1 0,0 0 0,0 0 1,-11 6-1,-2-2-302,0 1 1,-1-2-1,0-1 1,-1 0-1,-37 5 1,29-7-6542</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08.592"/>
    </inkml:context>
    <inkml:brush xml:id="br0">
      <inkml:brushProperty name="width" value="0.05" units="cm"/>
      <inkml:brushProperty name="height" value="0.05" units="cm"/>
    </inkml:brush>
  </inkml:definitions>
  <inkml:trace contextRef="#ctx0" brushRef="#br0">260 107 24575,'-13'-13'0,"0"0"0,-1 1 0,-1 0 0,-18-10 0,25 17 0,0 0 0,0 1 0,-1 0 0,0 1 0,0 0 0,0 0 0,0 1 0,0 0 0,-1 0 0,-9 1 0,17 1 0,-1 0 0,0 0 0,1 0 0,-1 0 0,0 1 0,1-1 0,-1 1 0,1-1 0,-1 1 0,1 0 0,-1 0 0,1 1 0,0-1 0,-1 0 0,1 1 0,0-1 0,0 1 0,0 0 0,0 0 0,0 0 0,1 0 0,-1 0 0,0 0 0,1 0 0,-3 5 0,3-4 0,0 0 0,0 0 0,1 0 0,-1 0 0,1 0 0,-1 0 0,1 1 0,0-1 0,0 0 0,1 0 0,-1 0 0,0 0 0,1 0 0,0 0 0,0 0 0,0 0 0,0 0 0,0 0 0,1 0 0,-1 0 0,4 3 0,2 3 0,0 0 0,1 0 0,1-1 0,-1 0 0,1 0 0,13 8 0,65 34 0,-21-13 0,-63-36 0,0 1 0,-1 0 0,1 0 0,-1 0 0,1 0 0,-1 0 0,0 1 0,3 3 0,-5-5 0,1-1 0,-1 1 0,0 0 0,0-1 0,0 1 0,1 0 0,-1-1 0,0 1 0,0 0 0,0-1 0,0 1 0,0 0 0,0-1 0,0 1 0,0 0 0,-1 0 0,1-1 0,0 1 0,0 0 0,-1-1 0,1 1 0,0-1 0,-1 1 0,1 0 0,0-1 0,-1 1 0,1-1 0,-1 1 0,1-1 0,-1 1 0,1-1 0,-1 1 0,1-1 0,-1 0 0,0 1 0,1-1 0,-1 0 0,0 1 0,1-1 0,-1 0 0,0 0 0,1 0 0,-2 0 0,-7 4 34,0-2 1,-1 1-1,1-1 0,-1-1 0,1 0 0,-1 0 0,1-1 0,-1 0 0,-19-3 1,13 1-320,0-2 1,1 1-1,-1-2 1,1 0-1,-18-9 1,9 1-6542</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09.217"/>
    </inkml:context>
    <inkml:brush xml:id="br0">
      <inkml:brushProperty name="width" value="0.05" units="cm"/>
      <inkml:brushProperty name="height" value="0.05" units="cm"/>
    </inkml:brush>
  </inkml:definitions>
  <inkml:trace contextRef="#ctx0" brushRef="#br0">78 142 24575,'1'0'0,"0"0"0,1 0 0,-1 0 0,0 0 0,0 1 0,0-1 0,0 0 0,0 1 0,0-1 0,0 0 0,0 1 0,0-1 0,0 1 0,0 0 0,0-1 0,0 1 0,-1 0 0,1-1 0,0 1 0,0 0 0,-1 0 0,1 0 0,0 0 0,-1 0 0,1-1 0,-1 1 0,1 0 0,-1 0 0,1 1 0,-1-1 0,0 0 0,0 0 0,1 0 0,-1 0 0,0 2 0,0 5 0,0 0 0,0 0 0,-1 0 0,-2 9 0,0 2 0,3 4 0,0 0 0,7 41 0,-4-37 0,1 37 0,-4-62 0,0 1 0,0-1 0,-1 1 0,1-1 0,-1 1 0,0-1 0,1 0 0,-1 1 0,0-1 0,-2 4 0,2-6 0,1 0 0,0 1 0,0-1 0,-1 0 0,1 1 0,0-1 0,-1 0 0,1 1 0,0-1 0,-1 0 0,1 0 0,-1 1 0,1-1 0,0 0 0,-1 0 0,1 0 0,-1 0 0,1 1 0,-1-1 0,1 0 0,-1 0 0,1 0 0,-1 0 0,0-1 0,0 1 0,0 0 0,0-1 0,1 1 0,-1-1 0,0 1 0,0-1 0,1 1 0,-1-1 0,0 1 0,0-1 0,1 0 0,-1 1 0,1-1 0,-1 0 0,0-1 0,-5-8 0,0-1 0,1 0 0,0 0 0,1-1 0,0 1 0,1-1 0,0 0 0,1 0 0,-1-22 0,1-2 0,3 1 0,4-40 0,-4 69 0,2-21 0,7-33 0,-8 53 0,-1 1 0,1 0 0,0 1 0,1-1 0,-1 0 0,1 1 0,0-1 0,0 1 0,1 0 0,0 0 0,7-8 0,-9 12 0,-1 0 0,1 0 0,0 0 0,0 0 0,-1 0 0,1 0 0,0 0 0,0 0 0,0 1 0,0-1 0,0 1 0,1 0 0,-1-1 0,0 1 0,0 0 0,0 0 0,2 1 0,1-1 0,0 1 0,0 1 0,0-1 0,0 1 0,-1 0 0,9 4 0,1 3 0,0 0 0,0 1 0,14 14 0,-25-21 0,0 0 0,0-1 0,0 1 0,-1 0 0,1 0 0,-1 1 0,0-1 0,0 0 0,0 1 0,0 0 0,0-1 0,-1 1 0,0 0 0,2 6 0,-3-7 0,0-1 0,0 1 0,-1 0 0,1-1 0,-1 1 0,1 0 0,-1-1 0,0 1 0,0 0 0,0-1 0,0 1 0,-1-1 0,1 0 0,-1 1 0,1-1 0,-1 0 0,0 0 0,0 0 0,0 0 0,0 0 0,-4 2 0,-4 3 0,-1-1 0,0 0 0,0-1 0,0 0 0,0 0 0,-1-1 0,-18 3 0,-24 10 0,46-13 0,17-3 0,18-3 0,-4-1 0,0 1 0,42 2 0,-55 0 0,-1 1 0,0 1 0,0 0 0,0 0 0,0 0 0,0 1 0,0 1 0,0 0 0,14 8 0,-20-10 0,-1-1 0,0 1 0,0 0 0,0-1 0,0 1 0,0 0 0,0 0 0,-1 0 0,1 0 0,-1 1 0,1-1 0,-1 0 0,0 1 0,0-1 0,0 1 0,0-1 0,0 1 0,-1-1 0,1 1 0,-1 0 0,1-1 0,-1 1 0,0 0 0,0-1 0,0 1 0,-1 0 0,1-1 0,-1 1 0,1 0 0,-1-1 0,0 1 0,0-1 0,0 1 0,-2 2 0,0 1 0,-1 0 0,0-1 0,0 1 0,0-1 0,0 0 0,-1 0 0,0-1 0,0 1 0,0-1 0,-1 0 0,0 0 0,-9 4 0,2-3 43,0 0 0,-1-1-1,1-1 1,-1 0 0,0-1-1,0 0 1,-20-1 0,11-1-470,1-2 0,-1 0 1,-39-10-1,34 4-6399</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09.977"/>
    </inkml:context>
    <inkml:brush xml:id="br0">
      <inkml:brushProperty name="width" value="0.05" units="cm"/>
      <inkml:brushProperty name="height" value="0.05" units="cm"/>
    </inkml:brush>
  </inkml:definitions>
  <inkml:trace contextRef="#ctx0" brushRef="#br0">2384 193 24575,'-8'-8'0,"-1"0"0,-1 1 0,1 0 0,-1 0 0,-17-7 0,0 1 0,-29-9 0,8 7 0,-87-16 0,-54 5 0,184 26 0,-276-26-307,-415 17 0,351 33 307,294-17 0,1 2 0,0 2 0,0 3 0,-80 33 0,114-40 0,2 0 0,-1 2 0,1-1 0,0 2 0,1 0 0,0 0 0,0 1 0,1 1 0,-16 21 0,22-25 0,1 0 0,0 0 0,0 1 0,1 0 0,0 0 0,0 0 0,1 1 0,1-1 0,-1 1 0,2 0 0,-1 0 0,1-1 0,1 1 0,0 0 0,0 0 0,1 0 0,2 12 0,2-3 28,0-1 0,1 1 0,1-1 0,1-1 0,1 1 0,0-1-1,1-1 1,1 0 0,1 0 0,17 18 0,2-2 49,1-1 0,1-2-1,53 36 1,-28-28-122,2-3 0,1-2 0,1-3-1,2-3 1,1-2 0,0-4 0,93 17-1,-31-16-44,0-6-1,1-5 1,134-8 0,-149-6 89,191-32 1,-248 25 0,-1-2 0,0-3 0,-1-2 0,-1-3 0,67-35 0,-98 43 0,0 0 0,-1-2 0,0 0 0,-2-1 0,0-1 0,0-1 0,-2-1 0,21-27 0,-32 37 0,0 1 0,-1-1 0,0 0 0,-1 0 0,1-1 0,-2 1 0,0-1 0,0 0 0,0 0 0,-1 0 0,-1 0 0,0-1 0,0 1 0,-1 0 0,0 0 0,-1-1 0,0 1 0,-1 0 0,0 0 0,0 0 0,-1 0 0,-1 1 0,-5-14 0,2 10 19,-1-1 0,-1 1 0,0 0 0,-1 0 0,0 1 0,-22-20 0,11 16 48,0 0 0,0 1 0,-37-20 0,3 9-11,-2 3 0,-102-30 0,1 15-717,-1 7-1,-292-18 0,333 42-5389</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10.623"/>
    </inkml:context>
    <inkml:brush xml:id="br0">
      <inkml:brushProperty name="width" value="0.05" units="cm"/>
      <inkml:brushProperty name="height" value="0.05" units="cm"/>
    </inkml:brush>
  </inkml:definitions>
  <inkml:trace contextRef="#ctx0" brushRef="#br0">941 2375 24575,'42'-1'0,"0"-2"0,0-3 0,60-14 0,-31 0 0,75-31 0,-114 38 0,0-1 0,-2-2 0,0-1 0,-1-2 0,-1 0 0,0-2 0,-2-1 0,0-1 0,25-31 0,-33 33 0,-2-1 0,0-1 0,-1-1 0,-1 0 0,-2 0 0,0-2 0,-2 0 0,0 0 0,-2 0 0,-1-1 0,6-50 0,-10 43-18,-1 0 0,-2 0 1,-2 0-1,-1 1 0,-2-1 0,-10-40 0,2 29-37,-2 1 0,-1 1 0,-2 1 0,-27-44 0,5 21-12,-4 1 0,-2 2 0,-3 2 1,-3 2-1,-74-65 0,28 41 67,-2 4 0,-5 4 0,-143-76 0,-362-129 0,534 252 43,-35-15-1318,95 33-4883</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11.290"/>
    </inkml:context>
    <inkml:brush xml:id="br0">
      <inkml:brushProperty name="width" value="0.05" units="cm"/>
      <inkml:brushProperty name="height" value="0.05" units="cm"/>
    </inkml:brush>
  </inkml:definitions>
  <inkml:trace contextRef="#ctx0" brushRef="#br0">68 0 24575,'38'0'0,"43"6"0,-69-4 0,0 0 0,-1 0 0,1 2 0,-1-1 0,1 1 0,-1 1 0,18 10 0,-27-14 0,0 0 0,0 0 0,-1 0 0,1 0 0,-1 0 0,1 1 0,-1-1 0,0 1 0,1-1 0,-1 1 0,0-1 0,0 1 0,0 0 0,0-1 0,0 1 0,0 0 0,-1 0 0,2 2 0,-2-2 0,0-1 0,-1 1 0,1-1 0,0 1 0,0-1 0,-1 1 0,1-1 0,-1 1 0,1-1 0,-1 1 0,1-1 0,-1 0 0,0 1 0,0-1 0,0 0 0,0 0 0,0 0 0,-1 2 0,-4 2 0,-1 0 0,1-1 0,-1 1 0,1-2 0,-1 1 0,0-1 0,-13 5 0,-14 1 0,-43 8 0,-24 5 0,99-22 0,1 1 0,-1-1 0,0 1 0,1-1 0,-1 1 0,1 0 0,-1-1 0,1 1 0,-1 0 0,1 0 0,0 0 0,-1 0 0,1 1 0,0-1 0,0 0 0,0 1 0,0-1 0,0 0 0,0 1 0,0-1 0,0 1 0,0 1 0,0 0 0,1-1 0,0 0 0,0 0 0,0 1 0,0-1 0,0 0 0,1 1 0,-1-1 0,1 0 0,-1 0 0,1 0 0,0 1 0,0-1 0,2 3 0,3 6 0,2-1 0,-1 0 0,2 0 0,14 15 0,2-3-195,1-2 0,1 0 0,0-1 0,2-2 0,0-1 0,46 19 0,-32-18-6631</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11.974"/>
    </inkml:context>
    <inkml:brush xml:id="br0">
      <inkml:brushProperty name="width" value="0.05" units="cm"/>
      <inkml:brushProperty name="height" value="0.05" units="cm"/>
    </inkml:brush>
  </inkml:definitions>
  <inkml:trace contextRef="#ctx0" brushRef="#br0">15 89 24575,'-2'-2'0,"1"-1"0,-1 1 0,1-1 0,-1 0 0,1 0 0,0 0 0,0 1 0,0-1 0,1 0 0,-1 0 0,0-6 0,1 3 0,-1-1 0,1 0 0,0 0 0,2-7 0,-2 14 0,-1 0 0,1 0 0,0-1 0,0 1 0,0 0 0,0-1 0,0 1 0,0 0 0,0 0 0,0-1 0,0 1 0,0 0 0,0-1 0,1 1 0,-1 0 0,0 0 0,0-1 0,0 1 0,0 0 0,0 0 0,0-1 0,1 1 0,-1 0 0,0 0 0,0 0 0,0-1 0,1 1 0,-1 0 0,0 0 0,0 0 0,1-1 0,-1 1 0,0 0 0,0 0 0,1 0 0,3 10 0,3 25 0,-6-33 0,8 107 0,-8-84 0,0 0 0,2 0 0,0 0 0,2 0 0,13 39 0,-16-60 0,0 0 0,-1 0 0,2 0 0,-1 0 0,0-1 0,1 1 0,0-1 0,0 1 0,0-1 0,0 0 0,0 0 0,1-1 0,-1 1 0,1 0 0,0-1 0,0 0 0,0 0 0,0 0 0,0-1 0,5 2 0,-5-2 0,1 0 0,0-1 0,0 0 0,0 0 0,1 0 0,-1 0 0,0-1 0,-1 0 0,1 0 0,0 0 0,0 0 0,0-1 0,-1 0 0,1 0 0,0 0 0,-1-1 0,7-4 0,3-5 0,0-1 0,0 0 0,-1 0 0,14-21 0,15-16 0,-38 46 0,2-3 0,1 0 0,0 1 0,0 0 0,14-10 0,-20 16 0,1-1 0,-1 0 0,0 0 0,1 1 0,-1-1 0,0 1 0,1-1 0,-1 1 0,0-1 0,1 1 0,-1 0 0,1 0 0,-1 0 0,1-1 0,-1 2 0,1-1 0,-1 0 0,1 0 0,-1 0 0,0 1 0,1-1 0,-1 1 0,1-1 0,-1 1 0,0-1 0,0 1 0,1 0 0,-1 0 0,0-1 0,0 1 0,0 0 0,0 0 0,0 0 0,0 1 0,0-1 0,0 0 0,0 0 0,1 3 0,3 6 0,-1 0 0,-1 0 0,0 0 0,0 0 0,-1 1 0,0-1 0,1 21 0,-3-22 0,0 0 0,1 0 0,1 0 0,-1 0 0,1 0 0,1-1 0,0 1 0,0-1 0,1 1 0,0-1 0,7 11 0,-10-17 0,0-1 0,1 1 0,-1 0 0,1-1 0,0 1 0,0-1 0,-1 0 0,1 1 0,0-1 0,0 0 0,0 0 0,0 0 0,0 0 0,0-1 0,1 1 0,-1-1 0,0 1 0,0-1 0,3 1 0,-2-2 0,0 1 0,0-1 0,1 1 0,-1-1 0,0 0 0,0 0 0,0 0 0,-1 0 0,1-1 0,0 1 0,0-1 0,2-2 0,2-2 0,0 1 0,-1-1 0,0-1 0,0 1 0,-1-1 0,0 0 0,0 0 0,0-1 0,3-8 0,-3 4-76,-1-1 1,0 0-1,0 0 0,-2-1 0,0 1 0,0-1 0,-1 0 0,-1 1 1,0-1-1,-1 0 0,0 1 0,-1-1 0,-1 1 0,0 0 1,0-1-1,-2 1 0,-7-15 0,2 12-6750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12.691"/>
    </inkml:context>
    <inkml:brush xml:id="br0">
      <inkml:brushProperty name="width" value="0.05" units="cm"/>
      <inkml:brushProperty name="height" value="0.05" units="cm"/>
    </inkml:brush>
  </inkml:definitions>
  <inkml:trace contextRef="#ctx0" brushRef="#br0">0 375 24575,'1'1'0,"-1"0"0,0 0 0,1 0 0,-1-1 0,1 1 0,-1 0 0,1 0 0,-1-1 0,1 1 0,-1 0 0,1-1 0,0 1 0,0 0 0,-1-1 0,1 1 0,0-1 0,0 1 0,-1-1 0,1 0 0,0 1 0,0-1 0,0 0 0,0 0 0,0 1 0,0-1 0,0 0 0,0 0 0,1 0 0,32 3 0,-29-3 0,11 0 0,0 0 0,0-1 0,0-1 0,0 0 0,16-5 0,-25 5 0,0 0 0,1-1 0,-1 0 0,0 0 0,-1 0 0,1-1 0,0 0 0,-1 0 0,0-1 0,0 0 0,0 0 0,7-9 0,-11 12 0,0-1 0,-1 1 0,0 0 0,1-1 0,-1 1 0,0-1 0,0 0 0,0 1 0,-1-1 0,1 0 0,-1 0 0,1 1 0,-1-1 0,0 0 0,0-4 0,-1 2 0,0-1 0,0 1 0,-1 0 0,1-1 0,-1 1 0,-1 0 0,-3-7 0,-3-2 0,0 0 0,-1 0 0,-1 1 0,-14-13 0,19 19 0,-1 1 0,0-1 0,-1 1 0,0 1 0,-16-10 0,22 14 0,0 0 0,0 0 0,1 1 0,-1-1 0,0 0 0,0 1 0,0-1 0,0 1 0,0 0 0,0 0 0,0 0 0,0 0 0,0 0 0,1 0 0,-1 0 0,0 0 0,0 1 0,0-1 0,0 1 0,0 0 0,0-1 0,1 1 0,-1 0 0,0 0 0,0 0 0,1 0 0,-1 0 0,1 1 0,-1-1 0,1 0 0,0 1 0,-1-1 0,1 1 0,0-1 0,-2 4 0,-1 3 0,1 0 0,-1 0 0,1 1 0,0 0 0,1-1 0,0 1 0,1 0 0,-1 0 0,2 0 0,0 17 0,1-9 0,0 0 0,2 0 0,0 0 0,9 30 0,-8-37 0,0-1 0,0 1 0,1-1 0,0 0 0,0 0 0,1-1 0,0 1 0,1-1 0,0-1 0,0 1 0,0-1 0,1 0 0,12 7 0,-14-10 0,-1-1 0,1 0 0,1 0 0,-1-1 0,0 1 0,0-1 0,1-1 0,0 1 0,-1-1 0,1 0 0,-1-1 0,1 0 0,0 0 0,0 0 0,-1-1 0,1 0 0,-1 0 0,1 0 0,-1-1 0,1 0 0,8-5 0,-6 3 0,-1-1 0,0 0 0,0 0 0,-1-1 0,0 0 0,0-1 0,0 1 0,-1-1 0,0-1 0,0 1 0,0-1 0,-1 0 0,-1 0 0,1-1 0,-1 1 0,-1-1 0,0 0 0,0 0 0,2-13 0,1-8 0,-2-1 0,-1 0 0,-1 1 0,-4-51 0,1 65 0,0 0 0,-1 1 0,0-1 0,-9-28 0,11 43 0,-1 0 0,1 0 0,-1 0 0,1 0 0,0 0 0,-1 0 0,0 1 0,1-1 0,-1 0 0,0 0 0,1 0 0,-1 0 0,0 1 0,-1-2 0,1 2 0,1-1 0,0 1 0,-1 0 0,1 0 0,0 0 0,-1 0 0,1 0 0,-1 0 0,1 0 0,0 0 0,-1 0 0,1 1 0,0-1 0,-1 0 0,1 0 0,0 0 0,-1 0 0,1 0 0,0 1 0,-1-1 0,1 0 0,0 0 0,0 0 0,-1 1 0,1-1 0,0 0 0,0 0 0,-1 1 0,-1 2 0,0 0 0,1 0 0,-1 0 0,1 0 0,0 0 0,0 0 0,0 0 0,-1 5 0,-4 42 0,2 0 0,2 0 0,5 60 0,-3-105 0,1 8 0,-1 11 0,1-1 0,1 0 0,2 0 0,8 32 0,-12-54 0,0-1 0,0 1 0,0-1 0,0 0 0,0 1 0,0-1 0,0 1 0,0-1 0,1 1 0,-1-1 0,0 0 0,0 1 0,0-1 0,1 1 0,-1-1 0,0 0 0,1 1 0,-1-1 0,0 0 0,1 0 0,-1 1 0,0-1 0,1 0 0,-1 0 0,0 1 0,1-1 0,-1 0 0,1 0 0,-1 0 0,1 0 0,-1 1 0,0-1 0,1 0 0,-1 0 0,1 0 0,-1 0 0,1 0 0,-1 0 0,1 0 0,-1 0 0,0 0 0,1-1 0,-1 1 0,1 0 0,-1 0 0,1 0 0,-1 0 0,0-1 0,1 1 0,-1 0 0,1 0 0,-1-1 0,0 1 0,1 0 0,-1-1 0,0 1 0,0 0 0,1-1 0,-1 1 0,0-1 0,19-28 0,-16 24 0,1-3 0,1 1 0,-1 0 0,2 1 0,-1-1 0,1 1 0,0 0 0,0 0 0,0 1 0,1 0 0,0 0 0,0 1 0,0-1 0,0 2 0,1-1 0,0 1 0,0 0 0,0 0 0,0 1 0,0 0 0,0 1 0,1 0 0,-1 0 0,0 1 0,1 0 0,-1 0 0,0 1 0,1 0 0,-1 0 0,0 1 0,0 0 0,0 1 0,0 0 0,0 0 0,0 0 0,-1 1 0,14 10 0,-18-13 0,-1 1 0,1 0 0,-1 0 0,0 0 0,1 0 0,-1 0 0,0 1 0,0-1 0,0 1 0,-1-1 0,1 1 0,-1 0 0,1 0 0,-1 0 0,0 0 0,0 0 0,0 0 0,0 3 0,-1-3 0,0-1 0,0 1 0,0 0 0,0-1 0,-1 1 0,1-1 0,-1 1 0,0-1 0,0 0 0,0 1 0,0-1 0,0 0 0,0 0 0,-1 1 0,1-1 0,-1 0 0,1 0 0,-1-1 0,0 1 0,0 0 0,0 0 0,0-1 0,-2 2 0,-6 3 31,0 0 0,0-1 0,0-1 0,-1 1 0,0-1 0,0-1 0,0 0 0,0-1 1,0 0-1,-16 0 0,11-1-275,0-1 0,1 0 0,-1-2 0,1 0 1,-1 0-1,-29-10 0,15 0-6582</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12.983"/>
    </inkml:context>
    <inkml:brush xml:id="br0">
      <inkml:brushProperty name="width" value="0.05" units="cm"/>
      <inkml:brushProperty name="height" value="0.05" units="cm"/>
    </inkml:brush>
  </inkml:definitions>
  <inkml:trace contextRef="#ctx0" brushRef="#br0">283 0 24575,'-22'9'0,"1"1"0,-1 1 0,2 1 0,-21 16 0,29-19 0,0 1 0,1 1 0,0 0 0,1 0 0,1 1 0,0 0 0,-11 20 0,9-11 0,2 0 0,0 1 0,1 0 0,2 1 0,0 0 0,1 0 0,1 0 0,2 0 0,0 1 0,1-1 0,2 1 0,0-1 0,2 1 0,9 42 0,-5-39 0,1 0 0,1-1 0,1 0 0,1-1 0,1 0 0,2 0 0,0-2 0,2 0 0,0 0 0,2-1 0,0-2 0,27 25 0,-21-26-170,1-1-1,0-1 0,1-2 1,1 0-1,0-2 0,1-1 1,31 9-1,20 2-6655</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13.188"/>
    </inkml:context>
    <inkml:brush xml:id="br0">
      <inkml:brushProperty name="width" value="0.05" units="cm"/>
      <inkml:brushProperty name="height" value="0.05" units="cm"/>
    </inkml:brush>
  </inkml:definitions>
  <inkml:trace contextRef="#ctx0" brushRef="#br0">0 9 24575,'1'-1'0,"0"0"0,1 0 0,-1 1 0,0-1 0,0 0 0,0 1 0,1-1 0,-1 1 0,0-1 0,1 1 0,-1-1 0,1 1 0,-1 0 0,0 0 0,1 0 0,-1 0 0,1 0 0,-1 0 0,1 0 0,-1 0 0,0 0 0,1 1 0,-1-1 0,0 1 0,3 0 0,0 1 0,1 0 0,-1 0 0,0 1 0,1-1 0,-1 1 0,5 5 0,4 5 0,-2 0 0,1 1 0,-2 0 0,0 1 0,0 0 0,9 23 0,38 101 0,-45-107 0,-1 0 0,-2 1 0,-1 1 0,-2 0 0,3 43 0,-9-64 0,0 0 0,-1 0 0,0 0 0,-1-1 0,-1 1 0,0 0 0,-6 16 0,5-21 0,0 1 0,-1 0 0,0-1 0,0 0 0,-1 0 0,0 0 0,0-1 0,-1 0 0,0 0 0,-15 11 0,8-9-455,-1 0 0,-16 8 0,-28 8-6371</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18.016"/>
    </inkml:context>
    <inkml:brush xml:id="br0">
      <inkml:brushProperty name="width" value="0.05" units="cm"/>
      <inkml:brushProperty name="height" value="0.05" units="cm"/>
    </inkml:brush>
  </inkml:definitions>
  <inkml:trace contextRef="#ctx0" brushRef="#br0">54 53 24575,'-2'-4'0,"0"-1"0,0 1 0,0 0 0,-1 0 0,0 0 0,0 0 0,0 1 0,0-1 0,0 1 0,-1 0 0,0 0 0,-5-4 0,9 7 0,-1 0 0,1 0 0,0 0 0,0 0 0,-1 0 0,1 0 0,0 0 0,-1 0 0,1 0 0,0 0 0,-1 0 0,1 0 0,0 0 0,0 1 0,-1-1 0,1 0 0,0 0 0,0 0 0,-1 0 0,1 1 0,0-1 0,0 0 0,0 0 0,-1 0 0,1 1 0,0-1 0,0 0 0,0 0 0,0 1 0,-1-1 0,1 0 0,0 0 0,0 1 0,0-1 0,0 0 0,0 1 0,0-1 0,0 0 0,0 1 0,0-1 0,0 0 0,0 0 0,0 1 0,-2 17 0,2-17 0,-1 44 0,2 0 0,2 0 0,2 0 0,1-1 0,3 0 0,1 0 0,3-1 0,1-1 0,35 71 0,-32-83 0,2 0 0,1-2 0,1-1 0,1 0 0,2-1 0,0-2 0,2 0 0,0-2 0,2-1 0,0-1 0,2-2 0,0 0 0,61 25 0,-48-27 0,0-1 0,1-2 0,1-2 0,0-2 0,0-2 0,1-1 0,0-3 0,-1-2 0,1-2 0,48-7 0,-68 4 171,43-11 0,-62 13-314,-1 0 1,1 0 0,-1-1 0,1 0-1,-1 0 1,0-1 0,0 1 0,-1-1 0,1-1-1,-1 1 1,7-8 0,2-9-6684</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18.263"/>
    </inkml:context>
    <inkml:brush xml:id="br0">
      <inkml:brushProperty name="width" value="0.05" units="cm"/>
      <inkml:brushProperty name="height" value="0.05" units="cm"/>
    </inkml:brush>
  </inkml:definitions>
  <inkml:trace contextRef="#ctx0" brushRef="#br0">0 0 24575,'2'0'0,"-1"1"0,0-1 0,1 0 0,-1 1 0,0-1 0,1 1 0,-1-1 0,0 1 0,0 0 0,0 0 0,1-1 0,-1 1 0,0 0 0,0 0 0,0 0 0,0 0 0,-1 0 0,1 1 0,0-1 0,0 0 0,-1 0 0,2 2 0,12 33 0,-13-31 0,16 53 0,-2 0 0,12 108 0,-27-162-50,1-1-1,-1 1 1,1-1-1,-1 1 0,-1-1 1,1 0-1,0 1 1,-1-1-1,0 1 1,1-1-1,-1 0 0,-1 1 1,1-1-1,0 0 1,-1 0-1,0 0 1,1 0-1,-1 0 0,0 0 1,-1 0-1,1-1 1,0 1-1,-1-1 1,0 0-1,1 0 1,-5 3-1,-14 5-6775</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18.683"/>
    </inkml:context>
    <inkml:brush xml:id="br0">
      <inkml:brushProperty name="width" value="0.05" units="cm"/>
      <inkml:brushProperty name="height" value="0.05" units="cm"/>
    </inkml:brush>
  </inkml:definitions>
  <inkml:trace contextRef="#ctx0" brushRef="#br0">0 20 24575,'1'1'0,"-1"0"0,0 0 0,1 0 0,-1 0 0,1 0 0,-1 0 0,1 0 0,0 0 0,-1-1 0,1 1 0,0 0 0,0 0 0,0-1 0,-1 1 0,1 0 0,0-1 0,0 1 0,2 0 0,20 10 0,-20-9 0,30 11 0,2-2 0,-1-1 0,1-1 0,1-2 0,-1-2 0,1-1 0,50-1 0,253-27 0,-330 23 0,623-81 0,-620 79-1365</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18.982"/>
    </inkml:context>
    <inkml:brush xml:id="br0">
      <inkml:brushProperty name="width" value="0.05" units="cm"/>
      <inkml:brushProperty name="height" value="0.05" units="cm"/>
    </inkml:brush>
  </inkml:definitions>
  <inkml:trace contextRef="#ctx0" brushRef="#br0">10 10 24575,'-9'-9'0,"15"10"0,9 4 0,244 75 0,-233-69 0,0 0 0,28 17 0,-44-22 0,-1 0 0,0 0 0,-1 1 0,1 0 0,-1 0 0,-1 1 0,1 0 0,10 16 0,-17-22 11,1 1-1,0-1 0,-1 1 1,0 0-1,1 0 0,-1 0 1,0 0-1,-1 0 0,1 0 1,0 0-1,-1 0 0,0 0 1,0 0-1,0 0 0,0 0 1,0 0-1,0 0 0,-1 0 1,1 0-1,-1 0 0,0 0 1,0 0-1,0 0 0,-1-1 1,1 1-1,-1 0 1,1-1-1,-1 1 0,0-1 1,0 1-1,0-1 0,-2 2 1,-6 5-255,0-2 0,0 1 0,-1-1 0,1-1 1,-2 0-1,-16 6 0,-8 3-6582</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19.462"/>
    </inkml:context>
    <inkml:brush xml:id="br0">
      <inkml:brushProperty name="width" value="0.05" units="cm"/>
      <inkml:brushProperty name="height" value="0.05" units="cm"/>
    </inkml:brush>
  </inkml:definitions>
  <inkml:trace contextRef="#ctx0" brushRef="#br0">0 694 24575,'0'1'0,"1"-1"0,-1 1 0,0 0 0,0-1 0,0 1 0,1 0 0,-1-1 0,1 1 0,-1-1 0,0 1 0,1-1 0,-1 1 0,1-1 0,-1 1 0,1-1 0,-1 1 0,1-1 0,-1 0 0,1 1 0,0-1 0,-1 0 0,1 1 0,-1-1 0,1 0 0,0 0 0,-1 0 0,1 0 0,0 1 0,24 2 0,-22-3 0,30 3 0,0-2 0,0-1 0,0-2 0,46-7 0,-62 5 0,0 0 0,0-1 0,0 0 0,-1-2 0,0 0 0,0 0 0,-1-2 0,1 0 0,26-22 0,3-13 0,-1-1 0,52-71 0,-59 67 0,3 2 0,73-68 0,-84 92 0,2 1 0,0 1 0,1 2 0,1 1 0,0 1 0,2 2 0,0 2 0,49-13 0,-52 18 0,1 2 0,0 1 0,-1 2 0,1 1 0,1 2 0,-1 1 0,0 1 0,-1 2 0,56 13 0,-87-16 1,11 2 112,-1 0 1,17 8-1,-26-10-219,1 1-1,-1-1 0,1 1 1,-1-1-1,1 1 1,-1 0-1,0 0 0,0 0 1,0 0-1,0 0 0,0 1 1,-1-1-1,1 0 0,-1 1 1,3 3-1,-1 8-6719</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19.776"/>
    </inkml:context>
    <inkml:brush xml:id="br0">
      <inkml:brushProperty name="width" value="0.05" units="cm"/>
      <inkml:brushProperty name="height" value="0.05" units="cm"/>
    </inkml:brush>
  </inkml:definitions>
  <inkml:trace contextRef="#ctx0" brushRef="#br0">38 89 24575,'-14'-12'0,"12"11"0,-1-2 0,0 1 0,1 0 0,-1 0 0,1-1 0,0 1 0,-2-4 0,3 5 0,1 0 0,0 0 0,-1 0 0,1 0 0,0 0 0,0 0 0,-1 0 0,1 0 0,0 0 0,0 0 0,0 0 0,0 0 0,1 0 0,-1 0 0,0 0 0,0 0 0,1 0 0,-1 0 0,0 0 0,1 0 0,-1 0 0,1 1 0,-1-1 0,1 0 0,-1 0 0,1 0 0,0 0 0,1-1 0,1 0 0,1-1 0,0 0 0,-1 1 0,1-1 0,0 1 0,0 0 0,1 1 0,-1-1 0,0 1 0,0-1 0,1 1 0,-1 1 0,1-1 0,5 0 0,7 0 0,0 1 0,24 3 0,-28-2 0,0 1 0,0 0 0,0 2 0,0-1 0,-1 1 0,0 1 0,0 0 0,19 12 0,-27-15 0,0 1 0,-1-1 0,1 1 0,0 0 0,-1 0 0,0 1 0,0-1 0,0 1 0,0-1 0,0 1 0,-1 0 0,0 0 0,0 0 0,0 1 0,0-1 0,-1 0 0,1 1 0,-1-1 0,0 1 0,0-1 0,-1 1 0,1 0 0,-1-1 0,0 1 0,-1-1 0,1 1 0,-2 7 0,0-5 25,0-1-1,-1 0 0,1 0 1,-1 0-1,-1 0 1,1-1-1,-1 1 0,0-1 1,0 0-1,0 0 0,-1 0 1,1-1-1,-7 5 1,-4 3-452,-1-1 0,-1-1 1,-18 9-1,-5 0-6399</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20.843"/>
    </inkml:context>
    <inkml:brush xml:id="br0">
      <inkml:brushProperty name="width" value="0.05" units="cm"/>
      <inkml:brushProperty name="height" value="0.05" units="cm"/>
    </inkml:brush>
  </inkml:definitions>
  <inkml:trace contextRef="#ctx0" brushRef="#br0">125 15 24575,'-20'-1'0,"-33"-6"0,11 2 0,42 4 0,0 1 0,-1 0 0,1 0 0,0 0 0,0 0 0,-1 0 0,1 0 0,0 0 0,0 0 0,-1 0 0,1 0 0,0 0 0,-1 0 0,1 0 0,0 0 0,0 0 0,-1 0 0,1 0 0,0 0 0,-1 0 0,1 1 0,0-1 0,0 0 0,-1 0 0,1 0 0,0 0 0,0 0 0,0 1 0,-1-1 0,1 0 0,0 0 0,0 1 0,0-1 0,-1 0 0,1 0 0,0 1 0,0-1 0,0 0 0,0 0 0,0 1 0,0-1 0,0 0 0,0 0 0,0 1 0,0-1 0,0 0 0,0 1 0,0-1 0,0 0 0,0 0 0,0 1 0,0-1 0,0 0 0,0 1 0,0-1 0,0 0 0,0 0 0,0 1 0,0-1 0,1 0 0,-1 0 0,0 1 0,0-1 0,0 0 0,1 0 0,-1 1 0,15 19 0,-12-18 0,16 23 0,-1 1 0,-1 0 0,-2 2 0,0-1 0,-2 2 0,-1 0 0,-1 0 0,-2 1 0,0 1 0,-3-1 0,0 1 0,-2 0 0,-1 0 0,-2 1 0,-1-1 0,-1 1 0,-10 53 0,2-43 0,5-28 0,0 1 0,2-1 0,-1 0 0,2 1 0,0 0 0,1-1 0,1 18 0,2-25 24,-1 1 1,2-1-1,-1 0 0,1 0 0,0 0 1,0 0-1,1 0 0,0-1 0,7 8 1,18 25-1633,-24-29-5218</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21.183"/>
    </inkml:context>
    <inkml:brush xml:id="br0">
      <inkml:brushProperty name="width" value="0.05" units="cm"/>
      <inkml:brushProperty name="height" value="0.05" units="cm"/>
    </inkml:brush>
  </inkml:definitions>
  <inkml:trace contextRef="#ctx0" brushRef="#br0">49 1 24575,'-4'0'0,"-2"0"0,0 0 0,1 0 0,-1 1 0,-10 1 0,16-2 0,0 1 0,-1-1 0,1 0 0,0 0 0,-1 0 0,1 0 0,0 0 0,0 0 0,-1 1 0,1-1 0,0 0 0,0 0 0,-1 0 0,1 1 0,0-1 0,0 0 0,-1 0 0,1 1 0,0-1 0,0 0 0,0 0 0,0 1 0,0-1 0,-1 0 0,1 1 0,0-1 0,0 0 0,0 1 0,0-1 0,0 0 0,0 0 0,0 1 0,0 0 0,1 0 0,-1 1 0,1-1 0,0 0 0,0 1 0,0-1 0,0 0 0,0 0 0,0 0 0,0 0 0,1 0 0,-1 0 0,2 1 0,10 6 0,0 0 0,1-1 0,0 0 0,0-1 0,0-1 0,1 0 0,0-1 0,0-1 0,0 0 0,1-1 0,-1-1 0,0 0 0,1-1 0,-1-1 0,17-2 0,-22 1 0,-1 0 0,1 0 0,-1-1 0,10-4 0,-16 6 0,-1 0 0,1 0 0,-1 0 0,1-1 0,-1 1 0,1-1 0,-1 0 0,0 0 0,0 0 0,0 0 0,0 0 0,0 0 0,0 0 0,-1-1 0,1 1 0,-1-1 0,1 1 0,0-4 0,-2 5-28,0 1 1,0-1-1,1 0 0,-1 1 0,0-1 0,0 0 0,0 0 0,0 1 0,0-1 1,0 0-1,-1 1 0,1-1 0,0 0 0,0 0 0,0 1 0,-1-1 1,1 0-1,0 1 0,-1-1 0,1 1 0,0-1 0,-1 0 0,1 1 1,-1-1-1,1 1 0,-1-1 0,1 1 0,-1-1 0,0 1 0,1-1 1,-1 1-1,1 0 0,-1-1 0,0 1 0,1 0 0,-1 0 0,0-1 0,0 1 1,1 0-1,-1 0 0,0 0 0,1 0 0,-1 0 0,0 0 0,0 0 1,1 0-1,-1 0 0,-1 1 0,-8 1-6798</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21.840"/>
    </inkml:context>
    <inkml:brush xml:id="br0">
      <inkml:brushProperty name="width" value="0.05" units="cm"/>
      <inkml:brushProperty name="height" value="0.05" units="cm"/>
    </inkml:brush>
  </inkml:definitions>
  <inkml:trace contextRef="#ctx0" brushRef="#br0">220 73 24575,'0'-14'0,"-1"-19"0,1 31 0,1 1 0,-1 0 0,0-1 0,0 1 0,0 0 0,1-1 0,-1 1 0,0 0 0,1 0 0,0-1 0,-1 1 0,1 0 0,0 0 0,-1 0 0,1 0 0,0 0 0,0 0 0,1-2 0,-1 3 0,0 0 0,-1 0 0,1 0 0,0 0 0,0 0 0,-1 0 0,1 0 0,0 0 0,-1 0 0,1 0 0,0 1 0,-1-1 0,1 0 0,0 0 0,-1 1 0,1-1 0,-1 0 0,1 1 0,0-1 0,-1 0 0,1 1 0,-1-1 0,1 1 0,-1-1 0,1 1 0,-1-1 0,1 1 0,-1-1 0,0 1 0,1 0 0,-1-1 0,0 1 0,0 0 0,1-1 0,-1 1 0,0 0 0,0 0 0,10 28 0,0 21 0,-3-1 0,1 78 0,-7-79 0,-3 0 0,-1-1 0,-11 53 0,8-69 0,-2 0 0,-1 0 0,-1-1 0,-2 0 0,-24 45 0,32-68 0,0 0 0,-1 0 0,0-1 0,0 1 0,-1-1 0,0 0 0,-11 9 0,15-14 0,-1 1 0,1 0 0,-1-1 0,0 1 0,0-1 0,0 0 0,0 0 0,0 0 0,0 0 0,0-1 0,0 1 0,0-1 0,0 0 0,0 0 0,0 0 0,-1 0 0,1 0 0,0-1 0,0 1 0,0-1 0,0 0 0,-6-2 0,-2-3 131,9 4-219,0 1 0,-1-1 0,1 1 0,-1 0 0,1 0 0,-1 0 0,1 0 0,-1 0 0,1 1 0,-1-1 0,0 1 0,1 0 0,-1-1 0,0 1 0,1 1 0,-6 0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22.180"/>
    </inkml:context>
    <inkml:brush xml:id="br0">
      <inkml:brushProperty name="width" value="0.05" units="cm"/>
      <inkml:brushProperty name="height" value="0.05" units="cm"/>
    </inkml:brush>
  </inkml:definitions>
  <inkml:trace contextRef="#ctx0" brushRef="#br0">31 15 24575,'-17'-9'0,"5"3"0,12 7 0,0-1 0,-1 1 0,1 0 0,0-1 0,0 1 0,-1-1 0,1 1 0,0 0 0,0-1 0,0 1 0,0 0 0,0-1 0,0 1 0,0 0 0,0-1 0,0 1 0,0 0 0,1-1 0,-1 1 0,0-1 0,0 1 0,1 0 0,-1-1 0,0 1 0,1 0 0,7 21 0,0 0 0,2-1 0,1 0 0,0 0 0,1-1 0,2-1 0,21 26 0,-33-43 0,-1 0 0,1 0 0,0 0 0,0 0 0,0 0 0,0-1 0,1 1 0,-1-1 0,0 1 0,1-1 0,-1 0 0,1 0 0,-1 0 0,1 0 0,-1 0 0,1-1 0,0 1 0,-1-1 0,6 1 0,-4-2 0,0 0 0,-1 0 0,1 0 0,-1 0 0,0-1 0,1 0 0,-1 1 0,0-1 0,0 0 0,0-1 0,0 1 0,0 0 0,0-1 0,2-3 0,9-9 142,-10 10-331,1 0 1,0 0 0,0 0-1,0 0 1,1 1 0,0 0-1,10-6 1,-3 5-6638</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23.018"/>
    </inkml:context>
    <inkml:brush xml:id="br0">
      <inkml:brushProperty name="width" value="0.05" units="cm"/>
      <inkml:brushProperty name="height" value="0.05" units="cm"/>
    </inkml:brush>
  </inkml:definitions>
  <inkml:trace contextRef="#ctx0" brushRef="#br0">626 39 24575,'6'-5'0,"-1"1"0,1-1 0,0 1 0,0 1 0,0-1 0,0 1 0,1 0 0,10-4 0,-16 7 0,-1 0 0,1 0 0,-1 0 0,1 0 0,-1 0 0,1 0 0,-1 0 0,0 0 0,1 0 0,-1 0 0,1 0 0,-1 0 0,1 0 0,-1 0 0,1 1 0,-1-1 0,0 0 0,1 0 0,-1 0 0,1 1 0,-1-1 0,0 0 0,1 0 0,-1 1 0,0-1 0,1 0 0,-1 1 0,0-1 0,1 1 0,-1 0 0,1 16 0,-14 26 0,11-36 0,-24 82 0,-17 110 0,8-30 0,32-157 0,0 0 0,-1 0 0,-1 0 0,0 0 0,0-1 0,-1 0 0,-1 0 0,0 0 0,0-1 0,-1 0 0,0 0 0,-1-1 0,0 0 0,-1 0 0,0-1 0,0-1 0,0 0 0,-1 0 0,0-1 0,-15 6 0,10-5 0,1 0 0,-1-2 0,0 0 0,0 0 0,-1-2 0,1 0 0,-1-1 0,0 0 0,0-2 0,0 0 0,1-1 0,-1 0 0,-21-6 0,-100-19-1365,115 20-5461</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23.342"/>
    </inkml:context>
    <inkml:brush xml:id="br0">
      <inkml:brushProperty name="width" value="0.05" units="cm"/>
      <inkml:brushProperty name="height" value="0.05" units="cm"/>
    </inkml:brush>
  </inkml:definitions>
  <inkml:trace contextRef="#ctx0" brushRef="#br0">90 0 24575,'-2'17'0,"-1"-1"0,0 0 0,-1 0 0,-1 0 0,0 0 0,-15 27 0,9-20 0,2 0 0,-13 47 0,20-62 0,1 0 0,0-1 0,0 1 0,1 0 0,0-1 0,1 15 0,0-19 0,-1-1 0,1 1 0,0-1 0,0 1 0,0-1 0,1 0 0,-1 1 0,1-1 0,-1 0 0,1 0 0,0 0 0,-1 0 0,1 0 0,0 0 0,0 0 0,1-1 0,-1 1 0,0-1 0,0 0 0,1 1 0,-1-1 0,1 0 0,2 0 0,17 5-195,1-1 0,-1-1 0,1-1 0,-1-1 0,1-2 0,45-3 0,-24-1-6631</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24.466"/>
    </inkml:context>
    <inkml:brush xml:id="br0">
      <inkml:brushProperty name="width" value="0.05" units="cm"/>
      <inkml:brushProperty name="height" value="0.05" units="cm"/>
    </inkml:brush>
  </inkml:definitions>
  <inkml:trace contextRef="#ctx0" brushRef="#br0">0 44 24575,'1'-44'0,"-1"44"0,0 0 0,0 1 0,0-1 0,0 0 0,0 0 0,0 0 0,0 0 0,0 0 0,0 0 0,0 0 0,0 1 0,0-1 0,0 0 0,1 0 0,-1 0 0,0 0 0,0 0 0,0 0 0,0 0 0,0 0 0,0 0 0,0 0 0,1 0 0,-1 0 0,0 0 0,0 1 0,0-1 0,0 0 0,0 0 0,0 0 0,0 0 0,1 0 0,-1 0 0,0 0 0,0 0 0,0 0 0,0-1 0,0 1 0,0 0 0,1 0 0,-1 0 0,0 0 0,0 0 0,0 0 0,0 0 0,0 0 0,0 0 0,0 0 0,0 0 0,1 0 0,-1 0 0,0-1 0,0 1 0,0 0 0,0 0 0,0 0 0,0 0 0,4 12 0,6 52 0,1 100 0,-10-134 0,34 477-1365,-33-482-5461</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24.900"/>
    </inkml:context>
    <inkml:brush xml:id="br0">
      <inkml:brushProperty name="width" value="0.05" units="cm"/>
      <inkml:brushProperty name="height" value="0.05" units="cm"/>
    </inkml:brush>
  </inkml:definitions>
  <inkml:trace contextRef="#ctx0" brushRef="#br0">185 30 24575,'0'-1'0,"1"0"0,-1 0 0,0 0 0,0 0 0,0 0 0,0 0 0,0 0 0,0 0 0,0 0 0,0 0 0,-1 0 0,1 0 0,0 0 0,0 0 0,-1 0 0,1 0 0,-1 0 0,1 1 0,-1-1 0,1 0 0,-1 0 0,0 0 0,1 1 0,-1-1 0,0 0 0,0 0 0,1 1 0,-1-1 0,0 1 0,0-1 0,0 1 0,0-1 0,0 1 0,0 0 0,0-1 0,0 1 0,0 0 0,0 0 0,0 0 0,0-1 0,0 1 0,0 0 0,0 0 0,0 1 0,0-1 0,0 0 0,0 0 0,0 0 0,-1 1 0,-3 1 0,0 0 0,1 0 0,0 0 0,0 0 0,-1 1 0,1-1 0,1 1 0,-1 0 0,-4 5 0,-18 23 0,19-22 0,0 0 0,0 0 0,-1-1 0,-1 0 0,-14 12 0,22-19 0,0-1 0,0 1 0,0-1 0,0 1 0,1-1 0,-1 0 0,0 1 0,0-1 0,0 0 0,0 0 0,0 1 0,0-1 0,0 0 0,0 0 0,-1 0 0,2 0 0,0 0 0,-1-1 0,1 1 0,0 0 0,-1 0 0,1 0 0,0 0 0,0-1 0,-1 1 0,1 0 0,0 0 0,0-1 0,0 1 0,-1 0 0,1 0 0,0-1 0,0 1 0,0 0 0,0-1 0,0 1 0,-1 0 0,1-1 0,0 1 0,0 0 0,0 0 0,0-1 0,0 1 0,0-1 0,0-1 0,0 0 0,1 0 0,-1 1 0,1-1 0,-1 0 0,1 0 0,-1 0 0,1 1 0,0-1 0,0 0 0,0 0 0,0 1 0,1-2 0,6-6 0,-1 1 0,1 1 0,0 0 0,1 0 0,0 1 0,0-1 0,0 2 0,1 0 0,18-8 0,-22 11 0,0 0 0,0 1 0,0-1 0,0 1 0,-1 1 0,2-1 0,-1 1 0,0 0 0,0 0 0,0 1 0,0 0 0,0 0 0,-1 0 0,1 0 0,0 1 0,0 0 0,-1 1 0,1-1 0,6 5 0,5 6-427,-1 0-1,29 29 0,-45-41 346,26 25-6744</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25.525"/>
    </inkml:context>
    <inkml:brush xml:id="br0">
      <inkml:brushProperty name="width" value="0.05" units="cm"/>
      <inkml:brushProperty name="height" value="0.05" units="cm"/>
    </inkml:brush>
  </inkml:definitions>
  <inkml:trace contextRef="#ctx0" brushRef="#br0">422 55 24575,'0'-9'0,"-2"-23"0,2 31 0,0 0 0,0 1 0,0-1 0,-1 0 0,1 1 0,0-1 0,-1 0 0,1 1 0,-1-1 0,1 1 0,-1-1 0,1 0 0,-1 1 0,1-1 0,-1 1 0,1-1 0,-1 1 0,0 0 0,1-1 0,-1 1 0,0 0 0,1-1 0,-1 1 0,0 0 0,0 0 0,1-1 0,-1 1 0,0 0 0,0 0 0,1 0 0,-1 0 0,0 0 0,0 0 0,1 0 0,-1 1 0,-1-1 0,-20 6 0,0 1 0,0 0 0,-24 14 0,-20 6 0,60-25 0,-79 25 0,75-25 0,-1 1 0,0-2 0,1 1 0,-1-2 0,-22 0 0,31 0 0,0-1 0,-1 1 0,1-1 0,0 1 0,-1-1 0,1 0 0,0 0 0,0 0 0,0 0 0,0 0 0,0 0 0,0 0 0,0-1 0,-2-1 0,3 2 0,0 0 0,0 0 0,1 0 0,-1-1 0,0 1 0,1 0 0,-1 0 0,0-1 0,1 1 0,-1 0 0,1-1 0,0 1 0,0-1 0,-1 1 0,1 0 0,0-1 0,0 1 0,0-2 0,1 1 0,-1-1 0,1 1 0,0 0 0,0 0 0,0 0 0,0 0 0,0 0 0,0 0 0,0 0 0,1 1 0,-1-1 0,1 0 0,-1 1 0,1-1 0,0 1 0,-1-1 0,1 1 0,0 0 0,0 0 0,0 0 0,0 0 0,0 0 0,0 0 0,0 0 0,0 1 0,1-1 0,-1 1 0,2-1 0,1 1 0,-1 0 0,0 0 0,0 0 0,0 0 0,0 1 0,0-1 0,0 1 0,0 0 0,0 0 0,0 1 0,0-1 0,0 1 0,0 0 0,-1 0 0,1 0 0,-1 1 0,0-1 0,1 1 0,-1-1 0,0 1 0,-1 0 0,1 1 0,0-1 0,1 4 0,7 9 0,-1 1 0,-1 1 0,13 32 0,-16-35 0,50 138-1365,-44-121-5461</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25.844"/>
    </inkml:context>
    <inkml:brush xml:id="br0">
      <inkml:brushProperty name="width" value="0.05" units="cm"/>
      <inkml:brushProperty name="height" value="0.05" units="cm"/>
    </inkml:brush>
  </inkml:definitions>
  <inkml:trace contextRef="#ctx0" brushRef="#br0">2 5 24575,'-1'-4'0,"10"7"0,13 7 0,321 223 0,-166-111 0,45 44 0,-219-164 0,19 20 0,-21-22 0,-1 1 0,1 0 0,0-1 0,-1 1 0,1 0 0,-1 0 0,1 0 0,0 0 0,-1-1 0,0 1 0,1 0 0,-1 0 0,0 0 0,1 0 0,-1 0 0,0 0 0,0 0 0,0 0 0,0 0 0,0 0 0,0 0 0,0 0 0,0 0 0,0 1 0,-8 2-1365,-2-5-5461</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26.436"/>
    </inkml:context>
    <inkml:brush xml:id="br0">
      <inkml:brushProperty name="width" value="0.05" units="cm"/>
      <inkml:brushProperty name="height" value="0.05" units="cm"/>
    </inkml:brush>
  </inkml:definitions>
  <inkml:trace contextRef="#ctx0" brushRef="#br0">165 24 24575,'1'-1'0,"-1"0"0,0 0 0,0-1 0,0 1 0,0 0 0,0 0 0,0-1 0,0 1 0,0 0 0,0 0 0,-1 0 0,1-1 0,0 1 0,-1 0 0,1 0 0,-1 0 0,0-2 0,-11 18 0,2 2 0,-8 7 0,-1 0 0,0-1 0,-2-1 0,-28 23 0,48-45 0,0 1 0,0-1 0,0 1 0,0-1 0,1 1 0,-1 0 0,0-1 0,1 1 0,-1 0 0,0 0 0,1-1 0,-1 1 0,1 0 0,-1 0 0,1 0 0,-1 0 0,1 0 0,0-1 0,0 1 0,-1 0 0,1 0 0,0 0 0,0 0 0,0 0 0,0 0 0,0 0 0,0 0 0,0 0 0,0 0 0,0 0 0,1 0 0,-1 0 0,0 0 0,1 0 0,-1 0 0,0-1 0,2 3 0,0-1 0,1 0 0,0 0 0,-1 0 0,1 0 0,0 0 0,0 0 0,0-1 0,0 0 0,7 3 0,188 56-1365,-169-51-5461</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26.670"/>
    </inkml:context>
    <inkml:brush xml:id="br0">
      <inkml:brushProperty name="width" value="0.05" units="cm"/>
      <inkml:brushProperty name="height" value="0.05" units="cm"/>
    </inkml:brush>
  </inkml:definitions>
  <inkml:trace contextRef="#ctx0" brushRef="#br0">0 107 24575,'1'-2'0,"-1"1"0,0-1 0,1 0 0,0 1 0,-1-1 0,1 1 0,0-1 0,0 1 0,0-1 0,0 1 0,0 0 0,0-1 0,0 1 0,0 0 0,1 0 0,-1 0 0,0 0 0,1 0 0,-1 0 0,1 0 0,-1 0 0,4-1 0,38-13 0,-40 14 0,41-10 0,89-10 0,48 8 0,-103 9 0,213-7-1365,-261 11-5461</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40.850"/>
    </inkml:context>
    <inkml:brush xml:id="br0">
      <inkml:brushProperty name="width" value="0.05" units="cm"/>
      <inkml:brushProperty name="height" value="0.05" units="cm"/>
    </inkml:brush>
  </inkml:definitions>
  <inkml:trace contextRef="#ctx0" brushRef="#br0">6 54 24575,'-3'-20'0,"3"20"0,-1-1 0,1 0 0,0 0 0,-1 0 0,1 0 0,0 0 0,0 0 0,-1 1 0,1-1 0,0 0 0,0 0 0,0 0 0,0 0 0,0 0 0,0 0 0,0 0 0,1 0 0,-1 0 0,0 0 0,0 1 0,1-1 0,-1 0 0,1 0 0,-1 0 0,1 0 0,-1 1 0,1-1 0,-1 0 0,1 0 0,-1 1 0,1-1 0,0 1 0,0-1 0,-1 0 0,1 1 0,0-1 0,0 1 0,0 0 0,-1-1 0,1 1 0,0 0 0,0-1 0,0 1 0,0 0 0,0 0 0,0 0 0,0 0 0,0 0 0,1 0 0,5-1 0,1 1 0,-1 0 0,1 0 0,-1 1 0,1 0 0,-1 0 0,12 4 0,50 19 0,-43-13 0,0 0 0,-1 2 0,-1 1 0,-1 2 0,0 0 0,32 28 0,-44-33 0,0 0 0,-1 1 0,0 0 0,-1 0 0,0 1 0,-1 0 0,0 0 0,-1 1 0,-1 0 0,0 0 0,-1 1 0,0 0 0,2 19 0,-2 8 0,-2-1 0,-2 1 0,-2-1 0,-6 43 0,-35 162 0,40-238 0,-22 103 0,24-110 0,0 0 0,0 1 0,-1-1 0,1 0 0,0 1 0,-1-1 0,1 0 0,-1 0 0,0 0 0,1 1 0,-1-1 0,0 0 0,1 0 0,-1 0 0,0 0 0,0 0 0,0 0 0,-1 0 0,1 0 0,0-1 0,0 0 0,0 1 0,0-1 0,0 0 0,0 0 0,0 0 0,0 0 0,0 0 0,0 0 0,0 0 0,0 0 0,0 0 0,0 0 0,0-1 0,0 1 0,0 0 0,-1-1 0,-5-3 0,0 0 0,1-1 0,-1 0 0,1 0 0,-5-5 0,0 0 0,-20-11 0,21 14 0,0 1 0,1-1 0,-1 0 0,1-1 0,-9-11 0,16 18 0,1-1 0,-1 0 0,1 0 0,0 0 0,0 0 0,0 0 0,0 0 0,0 0 0,1 0 0,-1 0 0,0-1 0,1 1 0,0 0 0,-1 0 0,1 0 0,0-1 0,0 1 0,1 0 0,-1 0 0,0-1 0,1 1 0,-1 0 0,1 0 0,0 0 0,-1 0 0,1 0 0,0 0 0,0 0 0,1 0 0,-1 0 0,0 0 0,4-3 0,-5 4 0,1 0 0,0 0 0,-1 0 0,1 0 0,0 0 0,0 0 0,0 0 0,0 0 0,0 1 0,0-1 0,0 0 0,0 1 0,0-1 0,0 0 0,0 1 0,0-1 0,0 1 0,0 0 0,1-1 0,-1 1 0,0 0 0,0 0 0,2 0 0,-2 0 0,0 1 0,0-1 0,0 1 0,-1 0 0,1-1 0,0 1 0,0 0 0,-1 0 0,1-1 0,0 1 0,-1 0 0,1 0 0,-1 0 0,1 0 0,-1 0 0,1 0 0,-1 0 0,0 0 0,0 0 0,1 2 0,0 5 0,1 0 0,-2 0 0,1 0 0,-1 0 0,-2 15 0,-2 2 0,-1-1 0,2 0 0,0 1 0,2 45 0,1-69 0,0 1 0,1 0 0,-1 0 0,1-1 0,0 1 0,-1 0 0,1 0 0,0-1 0,0 1 0,0-1 0,0 1 0,0-1 0,0 1 0,0-1 0,0 0 0,1 0 0,-1 1 0,1-1 0,-1 0 0,1 0 0,-1 0 0,1-1 0,-1 1 0,1 0 0,0-1 0,0 1 0,-1-1 0,1 1 0,0-1 0,3 1 0,7 0 0,-1-1 0,1 1 0,21-4 0,-11 2 0,-13 0 23,2 0-221,1 1 0,0 0-1,-1 1 1,1 0 0,0 0-1,21 7 1</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2:42.016"/>
    </inkml:context>
    <inkml:brush xml:id="br0">
      <inkml:brushProperty name="width" value="0.05" units="cm"/>
      <inkml:brushProperty name="height" value="0.05" units="cm"/>
    </inkml:brush>
  </inkml:definitions>
  <inkml:trace contextRef="#ctx0" brushRef="#br0">35 117 24575,'-6'-43'0,"4"38"0,1-1 0,-1 1 0,1-1 0,1 1 0,-1-1 0,1 0 0,0 0 0,1-6 0,0 11 0,-1 0 0,0 0 0,1 0 0,-1 1 0,0-1 0,1 0 0,-1 0 0,1 0 0,-1 1 0,1-1 0,-1 0 0,1 1 0,0-1 0,-1 0 0,1 1 0,0-1 0,-1 1 0,1-1 0,0 1 0,0 0 0,-1-1 0,1 1 0,0 0 0,0-1 0,0 1 0,0 0 0,0 0 0,-1 0 0,1 0 0,0 0 0,0 0 0,0 0 0,0 0 0,0 0 0,0 0 0,-1 0 0,1 1 0,0-1 0,0 0 0,0 0 0,0 1 0,-1-1 0,2 1 0,5 2 0,0 1 0,0 0 0,10 7 0,-17-11 0,45 33 0,-2 1 0,-1 2 0,51 57 0,-74-71 0,-1 0 0,-1 2 0,0 0 0,-2 1 0,-1 0 0,-2 1 0,0 1 0,10 34 0,-18-47 0,-1 0 0,-1 1 0,0-1 0,-1 1 0,0 0 0,-1-1 0,-1 1 0,0 0 0,-4 15 0,-2-5 0,0 0 0,-1-1 0,-2 0 0,-16 30 0,0-7 0,-2-1 0,-2-2 0,-1-1 0,-54 55 0,63-77 0,-1-1 0,0-1 0,-28 16 0,50-35 0,0 1 0,0 0 0,0-1 0,0 1 0,0-1 0,0 1 0,0-1 0,0 0 0,0 1 0,0-1 0,0 0 0,-1 0 0,1 0 0,0 0 0,0 0 0,0 0 0,0 0 0,0 0 0,0 0 0,0 0 0,0-1 0,0 1 0,-1 0 0,1-1 0,0 1 0,-1-2 0,0 1 0,0-1 0,0 0 0,0 0 0,0 0 0,0 0 0,0-1 0,1 1 0,-1-1 0,1 1 0,-2-4 0,-1-6 0,0 1 0,0-1 0,-3-24 0,6 25 0,0-1 0,1 1 0,1 0 0,1-12 0,1-15 0,-26 146 0,22-102 0,1-1 0,-1 1 0,1-1 0,1 1 0,-1-1 0,1 1 0,0-1 0,0 0 0,3 8 0,-3-10 0,1 0 0,-1-1 0,1 1 0,0 0 0,0 0 0,0-1 0,1 0 0,-1 1 0,0-1 0,1 0 0,0 0 0,-1 0 0,1 0 0,0-1 0,0 1 0,5 1 0,15 6-227,1-1-1,-1-2 1,1 0-1,0-1 1,37 2-1,-46-7-6598</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5:22.332"/>
    </inkml:context>
    <inkml:brush xml:id="br0">
      <inkml:brushProperty name="width" value="0.05" units="cm"/>
      <inkml:brushProperty name="height" value="0.05" units="cm"/>
    </inkml:brush>
  </inkml:definitions>
  <inkml:trace contextRef="#ctx0" brushRef="#br0">827 51 24575,'0'-3'0,"-12"-1"0,-28 1 0,-13 0 0,-25 1 0,-22 0 0,-17-4 0,-5-3 0,0 1 0,17 2 0,27 2-8191</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5:23.267"/>
    </inkml:context>
    <inkml:brush xml:id="br0">
      <inkml:brushProperty name="width" value="0.05" units="cm"/>
      <inkml:brushProperty name="height" value="0.05" units="cm"/>
    </inkml:brush>
  </inkml:definitions>
  <inkml:trace contextRef="#ctx0" brushRef="#br0">69 0 24575,'-3'3'0,"-4"4"0,0 4 0,-6 0 0,-3 1 0,1 2 0,8 4 0,7 2 0,5 1 0,6-3 0,6-5 0,7-5 0,-2-3-8191</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5:24.898"/>
    </inkml:context>
    <inkml:brush xml:id="br0">
      <inkml:brushProperty name="width" value="0.05" units="cm"/>
      <inkml:brushProperty name="height" value="0.05" units="cm"/>
    </inkml:brush>
  </inkml:definitions>
  <inkml:trace contextRef="#ctx0" brushRef="#br0">489 0 24575,'-170'59'0,"27"9"0,3-1 0,137-66 0,1 0 0,0 0 0,0 0 0,0 0 0,0 0 0,0 0 0,1 0 0,-1 1 0,0-1 0,0 1 0,1-1 0,-1 1 0,1 0 0,-1-1 0,1 1 0,0 0 0,-2 4 0,2-3 0,1 1 0,-1-1 0,1 0 0,0 1 0,0-1 0,0 0 0,1 1 0,-1-1 0,1 0 0,0 1 0,-1-1 0,4 6 0,51 122 0,-12-33 0,24 90 0,-55-146 0,-2 1 0,8 67 0,-16-93-192,2-1-1,0 1 0,1-1 0,0 0 1,2 0-1,11 22 0,-18-38 177,8 16-6810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6:45:25.941"/>
    </inkml:context>
    <inkml:brush xml:id="br0">
      <inkml:brushProperty name="width" value="0.05" units="cm"/>
      <inkml:brushProperty name="height" value="0.05" units="cm"/>
    </inkml:brush>
  </inkml:definitions>
  <inkml:trace contextRef="#ctx0" brushRef="#br0">733 73 24575,'-2'-3'0,"-1"0"0,1 0 0,-1 1 0,0-1 0,0 1 0,0-1 0,0 1 0,0 0 0,0 0 0,-1 0 0,-5-2 0,-43-11 0,40 13 0,-50-9 0,-1 3 0,0 2 0,-120 6 0,150 1 0,-49 9 0,69-8 0,0 1 0,1 1 0,-1 0 0,1 0 0,-1 1 0,-18 12 0,28-15 0,1 0 0,-1 0 0,1 0 0,0 0 0,-1 1 0,1-1 0,0 1 0,1-1 0,-1 1 0,0 0 0,1 0 0,-1-1 0,1 1 0,0 0 0,0 1 0,0-1 0,0 0 0,0 5 0,0 4 0,0 1 0,1 0 0,3 18 0,-1-5 0,-2-4 0,2 1 0,1-1 0,6 26 0,-8-41 0,1-1 0,0 0 0,1 0 0,-1 0 0,1 0 0,0 0 0,1-1 0,0 0 0,-1 1 0,2-1 0,-1 0 0,1-1 0,-1 1 0,1-1 0,10 7 0,-5-6 0,0 0 0,1 0 0,0-1 0,0 0 0,0 0 0,0-2 0,12 3 0,83 2 0,-80-6 0,507-5 0,-519 3 0,0 0 0,0 0 0,0-2 0,-1 0 0,20-6 0,-28 7 0,-1 0 0,0 0 0,1 0 0,-1 0 0,0-1 0,0 0 0,0 1 0,-1-2 0,1 1 0,-1 0 0,0-1 0,1 1 0,-2-1 0,1 0 0,0 0 0,-1 0 0,0-1 0,0 1 0,2-6 0,-1 0 0,-1 0 0,0-1 0,-1 1 0,-1 0 0,1-1 0,-2 1 0,1-1 0,-1 1 0,-1 0 0,-4-16 0,3 14 0,-1 1 0,0-1 0,0 1 0,-2 0 0,1 1 0,-1-1 0,-1 1 0,-15-18 0,15 21 0,0 1 0,-1 0 0,1 1 0,-1 0 0,-1 0 0,1 0 0,-1 1 0,0 1 0,0-1 0,0 1 0,0 1 0,0 0 0,-14-1 0,-15-1 0,-76 2 0,80 3 0,-252-9-661,254 7-43,5 0-6122</inkml:trace>
</inkml:ink>
</file>

<file path=ppt/ink/ink220.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2-23T07:07:37.053"/>
    </inkml:context>
    <inkml:brush xml:id="br0">
      <inkml:brushProperty name="width" value="0.05292" units="cm"/>
      <inkml:brushProperty name="height" value="0.05292" units="cm"/>
    </inkml:brush>
  </inkml:definitions>
  <inkml:trace contextRef="#ctx0" brushRef="#br0">4206 13079 0,'0'0'16,"0"-13"-16,-27-26 31,27 25-31,0-12 16,0 13 15,-26 39 0,13-13-15,-106 93-1,92-66 1,-184 158 0,-120 133 15,265-265-16,-172 172 1,198-185 0,-105 172-1,118-172 1,1-14-16,-27 120 16,40-119-1,-1 92 1,14-106-16,0 1 15,40 12 1,0-39 15,92-13 1,-106 13-17,173 0 1,184 0 15,-290 0-15,-1 13-16,213 1 15,-28-14 1,41 13 15,-265-13-15,-40 0-1,-26 0 1,-1-13-16,-65-14 16,13-12-1,40 25-15,-27-78 32,39 52-17,14-53 1,53-26 15,-26 93-15,-1 13-16,93-53 15,-79 39-15,13 14 16,106-13 0,-107 26-1,1 0-15,119 26 16,106 106 15,-238-105-15,26 78-1,-53 28 17,-26-107-17,0-13-15,-1 40 16,1 0-1,0-40 1,13 1 0,40-41 31,-27 27-32,106-26 1,198-1 15,-224 27-31,330-13 31,185 26 1,-528-13-17,184 27 1,-224-14-1,105 27 17,-171-40-1,-67-53 0,27-13 0,27-80 1,39 106-32,53-118 31,-14 118-31,133-52 31,225 105 0,-53 66 1,-106 67-1,-185-1 0,-106 1 0,0-80 1,40-66-1,105-27 0,146 14 0,53 13 1,357 13-1,0 14 0,-92-14 0,-172 0 1,-199-13-1,-185-13-31,-53-27 31,-159-105 0,40-54 1,80-52-1,78 198-31,-12-105 31,52 52 0,1 53 1,-67 26-1,-66 1 0,-52-14 0,-133-13 1,-106 0-1,13 27 0,318 26-31,-225 0 31,27 13-15,145-26 31,158-13-16,-25 12-31,52-12 31,-66-14 1,-13 27-32,-106-53 31,-133-93 0,-131-26 0,303 145-31,-277-92 16,265 92 0,-318-65 15,291 78-31,-477-92 16,1 66 30,463 53-46,-331 40 16,357-27 0,-317 66-1,317-52 1,-264 66 0,277-67-1,-184 106 1,211-92-1,13 0-15,-146 92 16,27-26 15,159-93-15</inkml:trace>
  <inkml:trace contextRef="#ctx0" brushRef="#br0" timeOffset="633.66">5237 14468 0,'0'-40'16,"14"1"-1,-14 25 1,-14-38 0,1 52-1,-119 26 1,-119 146 15,198-132-15,-93 158-1,133-158 1,13 13-16,0-1 16,212 81-1,-146-133 1,225-53 0,-225 13-1,93-185 1,-226-92 15,15 277-15,-15 27-16,-131 13 15,-40 225 17</inkml:trace>
  <inkml:trace contextRef="#ctx0" brushRef="#br0" timeOffset="1279.08">8147 14415 0,'40'-40'31,"-80"80"-31,0-93 31,14 66-31,-146 67 31,40 26-15,-1 92 15,226-26 1,-53-159-17,185-39 1,39-159 15,-198-40 0,-92 185-31,-1 14 16,-145-1 0,106 27-16,0 0 15,-93 13-15</inkml:trace>
  <inkml:trace contextRef="#ctx0" brushRef="#br0" timeOffset="3125.37">5952 9496 0,'0'0'0,"-53"-14"31,-53 14 0,0 159 1,93-93-32,-14 212 31,27-225-31,14 0 0,39 66 31,145-146 0,-53-184 1,-105 65-1,-53 252-16,0-66 1,13 132 0,0-133-1,53 41 17</inkml:trace>
  <inkml:trace contextRef="#ctx0" brushRef="#br0" timeOffset="4315.27">6256 9919 0,'0'0'0,"13"-93"31,-13 173-15,0-41 0,13-12-16,0 118 15,1-52 32,-1-93-47,-13-53 31,0 26-31,26-131 32,-26 131-32,53-52 31,0 185 0,-53-93-31,13 53 16,-13-66 15,27-66 0,-14 39-15,53-52-1,-39 66 1,26 26 0,-40 0-1,-13 146 1,0-119 0,0 39-1,0-66 1,26 1-1,-13-14 1,67-67 0,-67 54-1,66-79 1,-65 78 0,-1 1-16,27-40 15,-27 40 1,-13 0-16,0-14 15,-13 27 1,-27 14 0,27-1-1,-54 66 1,54-52 0,0 52-1,13-53 1,26 1-1,1-27 1,13-40 0,-14 0-1,14-52 1,-27 65 0,-13-12-1,0 92 16,0-27-15,0-13-16,13 27 16,-13-27-1,0 0-15,40 14 16,-14-40 15,-12-1-15,12-52-1,-26 40 1,0-1-16,0-25 16,0 38-1,0 1-15,0 26 16,0 27 0,0 39-1,13-13 1,14 1-1,-1-54 1</inkml:trace>
  <inkml:trace contextRef="#ctx0" brushRef="#br0" timeOffset="4482.84">7115 9575 0,'0'0'0,"0"-27"16,-39 14-1,12 26 17,27 1-17</inkml:trace>
  <inkml:trace contextRef="#ctx0" brushRef="#br0" timeOffset="4740.96">7182 9562 0,'0'0'0,"-14"-14"32,14 1-32,0 53 31,40 224 0,-27-26 0,-13-158-15</inkml:trace>
  <inkml:trace contextRef="#ctx0" brushRef="#br0" timeOffset="6014.94">7816 9403 0,'-13'-119'31,"26"238"-31,-13-264 32,0 171-32,27 186 31,-14-14-16,-13-92-15,0 132 16,13 410 15,-39-278 1,26-211-1,53-120 0,105-12 0,-105-27-31,344 40 32,132 26-1,-198-27 0,-292-78 0,-144-133 1,12-251-1,80 317-31,13-397 31,13 384-31,40-344 31,-53 371-31,66-199 16,-53 225 0,14-106-1,-27 132 1,-40-13-1,27 40 1,0 13-16,-67 0 16,-65 13 15,105-13-15,-198 13-1,172 1 1,-225-1-1,225 0 1,13-13-16,-79 13 16,105 1-1,-52-1 1,66-13 0,-1 0-1,1 13 1,0 0-1,0 1 1,0-14-16,-54 39 31,41-26-15,-27 27 0,40 92 15,13-92-16,26 145 1,-12-13 0,-14-119-1,0 145 1,0-92 0,0-79-1</inkml:trace>
  <inkml:trace contextRef="#ctx0" brushRef="#br0" timeOffset="6840.34">8464 10964 0,'0'0'0,"-13"-14"16,0 14-16,-13 14 31,-14 52 0,40-40-31,0 1 16,13 39 0,0-27-1,27-25 1,39-94 15,-79 41-15,-92-41 15,79 80-31,-14 0 16</inkml:trace>
  <inkml:trace contextRef="#ctx0" brushRef="#br0" timeOffset="8521.2">8107 9509 0,'0'0'16,"-26"0"-1,26-13-15,79-1 32,-26 14-32,132 0 15</inkml:trace>
  <inkml:trace contextRef="#ctx0" brushRef="#br0" timeOffset="8751.49">8121 9654 0,'0'27'31,"0"-54"-31,145 54 32,-105-27-32,13 0 15,-14 0-15</inkml:trace>
  <inkml:trace contextRef="#ctx0" brushRef="#br0" timeOffset="8894.73">8134 9879 0,'-13'40'31,"26"-80"-31,159 67 31,-119-41-31</inkml:trace>
  <inkml:trace contextRef="#ctx0" brushRef="#br0" timeOffset="9089.49">8054 10170 0,'0'0'0,"-13"13"15,13 1-15,53-14 16,-13 0-1,317-40 1,-265 27 0</inkml:trace>
  <inkml:trace contextRef="#ctx0" brushRef="#br0" timeOffset="11997.02">10713 10342 0,'0'0'0,"-27"-13"16,14 13-16,-13-27 31,105 1 0,-39 13-15,132-14 0,-14-12 15,-131 25-16,-27 1 17,-40 0-1,40 26 0,0 0-15,0 1-16,-13 25 15,-27 67 17,27-93-32,-13 53 15,-41 93 17,1 0-1,53-133-31,-13 27 15,-27 66 17,40-92-32,-14 25 31,40-52 0,1-26-15,91-53 15,-25 26 0,-41 40 1,-25 13-1,-14 13 31,-14 53-30,-25 13-1,-14 27 0,-27 13 0,28-40-15,-15 67 15,-12 26 0,66-133-31,-67 120 32,28-13-1,-1-14 0,0-66 0,40-40-15,-14-12 0,1 25 15,26-25-15,-14-14 15,14-14-16,0 1 1,0 0 0,14-40-1,-14 27-15,39-146 32,14-119-1,13 106 0,-13-14 0,-26 120-15,12-93 15,-39 145 0,0 54 32,0 26-32,27 13 0,-27-13 1,13-66-1,0-67 0,-13 54-31,27-173 31,26-78 1,-14-1-1,1 146 0,-40 119-31,0-14 31,0 40 16,0 1-47</inkml:trace>
  <inkml:trace contextRef="#ctx0" brushRef="#br0" timeOffset="14910.68">11453 10606 0,'0'0'0,"-13"-26"15,-66-40 1,-133-13 15,-158 131 0,-80 147 1,371-146-32,-172 264 31,251-39 0,224-93 0,253-132 1,52-119-1,-172-133 0,-318 160-31,14-199 31,-145 119 1,-14 79-1</inkml:trace>
  <inkml:trace contextRef="#ctx0" brushRef="#br0" timeOffset="15331.4">11440 10646 0,'0'-13'31,"-13"13"-31,-80 66 31,-78 27-15,-279 158 15,-106 27 0,464-226-31,-160 107 31,213-132-31</inkml:trace>
  <inkml:trace contextRef="#ctx0" brushRef="#br0" timeOffset="17904.59">13451 13714 0,'0'0'0,"727"0"31,675 27 0,489 39 0,-1481-53-31,1680 106 32,-437-13-1,-820-27 0,-687-66-15</inkml:trace>
  <inkml:trace contextRef="#ctx0" brushRef="#br0" timeOffset="18950.64">25711 12312 0,'0'0'31,"-13"-52"-31,13 52 31,0 105-15,-27 266 15,27-279-31,-40 239 31,-26 13 1,53-278-32,26 92 31,199-105 0,-159-66-31</inkml:trace>
  <inkml:trace contextRef="#ctx0" brushRef="#br0" timeOffset="19290.9">25645 13701 0,'26'13'0,"-52"-26"0,79 39 15,-14-12-15,186-1 31,-119-13-31,26 0 0,582-27 32,397 14-1,-926 13-31,292 0 16,-438-13-1</inkml:trace>
  <inkml:trace contextRef="#ctx0" brushRef="#br0" timeOffset="19865.7">25539 12458 0,'0'0'0,"0"-79"16,13 65-16,14-12 15,277-53 1,-185 65 0,608-39-1,-502 40 1,674 13 0,-700 0-16,317 40 31,-411-27-16,-78 14 1,-40-27 0,-106 13-1,92-13 1,14 13-16,-27 0 16,40 0-1,27 54 1,-14-1-1,-13-13 1,13-14-16,14 226 16,-27-199-1,26 264 1</inkml:trace>
  <inkml:trace contextRef="#ctx0" brushRef="#br0" timeOffset="20387.72">26941 13966 0,'0'-14'15,"0"1"-15,0 40 0,-27-54 16,-26 80-1,40-27 1,-40 120 0,40-1 15,13-131-15,0 12-16</inkml:trace>
  <inkml:trace contextRef="#ctx0" brushRef="#br0" timeOffset="20628">27113 14071 0,'-13'-26'31,"52"52"0,120 120 0,-146-120-31,40 54 32</inkml:trace>
  <inkml:trace contextRef="#ctx0" brushRef="#br0" timeOffset="20811.02">26967 14389 0,'-66'13'16,"132"-26"-16,-185 26 16,119-26-16,93-1 31,185 1-16</inkml:trace>
  <inkml:trace contextRef="#ctx0" brushRef="#br0" timeOffset="21933.76">21651 11096 0,'0'0'0,"-40"-119"32,0 119-1,-13 119-16,-26 185 17,105-79-1,133-159 0,26-132 0,-172 26-31,27-79 32,-80 79-1,27 159 0,53 0 0,-27-105-31,0-1 0</inkml:trace>
  <inkml:trace contextRef="#ctx0" brushRef="#br0" timeOffset="22512.98">21941 11545 0,'0'-26'16,"0"52"-16,0-118 31,14 158 0,-1 66 0,-13-119-31,0 40 32,0-92-1,26-80 0,1 92-31,52-39 31,-26 119 1,-53 26-1,0-52 0,13-80 0,53-53 1,-52 93-32,-14 0 0,26 26 15,-13 0-15,1 93 31,12-14 1,14-78 15,-27-28-47,0 1 0</inkml:trace>
  <inkml:trace contextRef="#ctx0" brushRef="#br0" timeOffset="23231">22497 11572 0,'0'0'0,"40"-66"32,-40 39-1,-14 27 0,-12 27 0,-27 26 1,53-40-32,-13-13 15,13 26 17,0 1-1,13-14 0,27-39 0,-14-1-15,-13 27-16,27-53 31,-40 27 0,0 26 1,0 26-17,0 1 1,0-14-16,13 40 31,67-40 0,-54-26-31,-13 13 16,1-13-16,12-40 31,-39-27 1,0 67-1,26 79 0,0-39-31,13 26 16,-26-40-1,14-13 1</inkml:trace>
  <inkml:trace contextRef="#ctx0" brushRef="#br0" timeOffset="23407.9">22775 11254 0,'-53'-39'31,"40"39"-31,79 39 0,-146-65 31,107 39-15</inkml:trace>
  <inkml:trace contextRef="#ctx0" brushRef="#br0" timeOffset="23718.21">22880 11228 0,'-13'0'47,"13"53"-32,0-40 1,0 106 15,13-79-31,1-14 0,-1 67 16,0-67-1,27 27 1,-27-40 0,0-13-16,40-13 15</inkml:trace>
  <inkml:trace contextRef="#ctx0" brushRef="#br0" timeOffset="26171.52">21849 13053 0,'0'0'0,"40"0"15,-40-13 1,26 0 0,-13-1-1,0-12 1,-13 13-16,-39-27 31,12 27-15,14 13-16,-66-13 15,26 26 1,0 79 0,40-65-1,26 92 1,0-93-1,80 27 1,-67-53 0,80-40-1,-53-52 1,-40 13 0,0 26-1,-13-146 1,0 107-1,-26 118 17,13 80-17,26 92 17,0-158-17,0-14-15,27 54 16,-13-54-1</inkml:trace>
  <inkml:trace contextRef="#ctx0" brushRef="#br0" timeOffset="26544.78">22166 13040 0,'0'0'0,"0"-27"16,-13 14-16,13 0 0,0 0 31,13 39 0,14 80 1,-27-66-17,0-1 16,0-105 1,0 40-32,13-1 15,27-52 1,13 26 0,-14 79 15,-26 1-16</inkml:trace>
  <inkml:trace contextRef="#ctx0" brushRef="#br0" timeOffset="27035.66">22510 13079 0,'0'0'0,"13"-13"15,14-40 17,-67 0-1,27 40-31,-14 13 16,-12 13-1,-27 67 16,79 26 1,0-93-32,14 0 15,12 0 1,27-52 15,-52 12-31,-1 14 16,0-53-1,-13 39-15,0 1 32,0 132-1,27-27 0,25-66-15</inkml:trace>
  <inkml:trace contextRef="#ctx0" brushRef="#br0" timeOffset="27312.86">22880 12908 0,'0'0'32,"14"-159"-32,-14 106 15,-14 40-15,1 13 0,0 0 16,-40 53-1,40-27-15,0 14 16,13 92 0,0-79-16,0-13 15,39 105 1,-39-92-16,14 26 16,-14 14 15,-40-93-16,27-13-15</inkml:trace>
  <inkml:trace contextRef="#ctx0" brushRef="#br0" timeOffset="27480.69">22709 13053 0,'13'-13'15,"-26"26"-15,39-26 0,0 13 0,1 0 0,-1 0 16,1 0-16,-1 13 15,1-13-15,65 26 32</inkml:trace>
  <inkml:trace contextRef="#ctx0" brushRef="#br0" timeOffset="27795.87">23092 12894 0,'-13'-26'15,"26"52"-15,-26-65 32,13 52-17,0 79 16,-13 67 1,13-132-32,0 39 31,13-53-31,40 0 31,-53-26-31</inkml:trace>
  <inkml:trace contextRef="#ctx0" brushRef="#br0" timeOffset="27931.67">23066 13040 0,'0'0'0,"-14"0"15,14-13-15,0 13 32,119 13-1,-92-13-31,39 0 15</inkml:trace>
  <inkml:trace contextRef="#ctx0" brushRef="#br0" timeOffset="28186.62">23290 12855 0,'0'0'0,"14"-40"16,52 66 15,-40 1-15,67 105 0,-80-79-1,-53 119 1,1-132-1,-67 13-15</inkml:trace>
  <inkml:trace contextRef="#ctx0" brushRef="#br0" timeOffset="28673.65">21439 12815 0,'0'0'0,"0"13"32,0 0-17,0 14-15,-13 52 16,13 1 0,26 52-1,14-93 1,105 28-1</inkml:trace>
  <inkml:trace contextRef="#ctx0" brushRef="#br0" timeOffset="32847.03">26134 13000 0,'0'0'0,"-26"-13"32,12 13-1,120 0 0,-79 0-15,65 13-1</inkml:trace>
  <inkml:trace contextRef="#ctx0" brushRef="#br0" timeOffset="33067.69">26108 13172 0,'0'0'0,"26"0"47,53 0-16,-52 0-31,-1 0 0,1 0 16</inkml:trace>
  <inkml:trace contextRef="#ctx0" brushRef="#br0" timeOffset="33254.76">26200 13278 0,'-13'13'32,"79"-13"-1,40-13-15</inkml:trace>
  <inkml:trace contextRef="#ctx0" brushRef="#br0" timeOffset="33533.57">26650 13093 0,'-27'-14'31,"54"28"-31,-27-28 31,26 14-31,14 0 16</inkml:trace>
  <inkml:trace contextRef="#ctx0" brushRef="#br0" timeOffset="33717.32">26623 13198 0,'-13'14'31,"26"-28"-31,14 28 31,-14-14-31,14 0 0,12 0 16</inkml:trace>
  <inkml:trace contextRef="#ctx0" brushRef="#br0" timeOffset="33891.55">26663 13331 0,'0'0'0,"27"0"31,12 0-15,-26 0-16,40-13 15</inkml:trace>
  <inkml:trace contextRef="#ctx0" brushRef="#br0" timeOffset="34239.55">27152 13159 0,'0'0'0,"-39"0"31,78 0 0,41 0-15</inkml:trace>
  <inkml:trace contextRef="#ctx0" brushRef="#br0" timeOffset="34414.85">27126 13291 0,'0'0'0,"0"13"16,40 1 15,65-1-15</inkml:trace>
  <inkml:trace contextRef="#ctx0" brushRef="#br0" timeOffset="34586.96">27179 13423 0,'0'0'15,"119"-13"17</inkml:trace>
  <inkml:trace contextRef="#ctx0" brushRef="#br0" timeOffset="36890">27999 13318 0,'0'0'0,"-27"0"15,-26-14 1,67-25 15,12 25-31,212 1 31,503 26 1,-67 1-1,-290-14 0,-344 0-31,13 0 31,-67 0 1,14-14-32</inkml:trace>
  <inkml:trace contextRef="#ctx0" brushRef="#br0" timeOffset="37187.42">29983 13172 0,'0'0'0,"-40"-26"15,14 12 16,39 28 1,66 38-1,1 54 0,-147 0 0,-25-66-15</inkml:trace>
  <inkml:trace contextRef="#ctx0" brushRef="#br0" timeOffset="37686.01">30816 13331 0,'-13'-27'15,"26"54"-15,-53-93 32,40 52-32,-66 1 31,53 13-31,-66 13 31,65-13-31,-12 53 31,132 40 1,-80-80-32,67 40 15,-120-27 17,-145-26-1,146 0-16,-1-13-15</inkml:trace>
  <inkml:trace contextRef="#ctx0" brushRef="#br0" timeOffset="38049.57">30975 13423 0,'0'0'0,"0"14"15,13-14 32,0 0-47,27-14 16,-27 14 0,13-39-1,-26 25 1,-13-52-1,0 53 1,-53-13 0,53 26-1,-53 79 1,52-66 0,41 67-1,79-41 16</inkml:trace>
  <inkml:trace contextRef="#ctx0" brushRef="#br0" timeOffset="38421.29">31173 13304 0,'0'0'0,"-13"-13"15,0 0 1,26 39 15,-13-12-15,13-1-16,13 40 15,-26-14 1,14-39-16,-14 27 16,13-54 30,0 14-30,-13 0-16,53-27 16,-40 27-1,1 0-15,38 26 16,-52 0 0,27 40-1,-27-40 1,13-13-16,0 14 15</inkml:trace>
  <inkml:trace contextRef="#ctx0" brushRef="#br0" timeOffset="38922.76">31623 13384 0,'0'0'0,"13"-27"31,0 14-31,-26 0 15,0 13 1,-1 0-16,-52 39 31,27 28-15,39-54 0,13 13-1,0-1004 1,66 1969-1,-65-1004 1,52-53 0,-53 26-1,40-79 1,-53 93 0,0-1-16,13-12 15,-52 105 16,39-40-15,-14 80 0,28-79-1,25 52 1,-26-66 0,1-13-16,39 13 15,-14-26 16</inkml:trace>
  <inkml:trace contextRef="#ctx0" brushRef="#br0" timeOffset="39094.83">32072 13357 0,'0'0'0,"-13"0"15,13 13-15</inkml:trace>
  <inkml:trace contextRef="#ctx0" brushRef="#br0" timeOffset="54390.89">8385 11598 0,'0'-13'15,"-26"13"17,26 13-1,-14 27-15,-25 66-1,-1 0 1,-26 118-1,39-118 1,27-53 0,-13 106-1,13-133-15,0 1 16,13 12 0</inkml:trace>
  <inkml:trace contextRef="#ctx0" brushRef="#br0" timeOffset="54703.63">7975 12379 0,'0'0'0,"13"13"46,27 26-14,-27-25-32,0-1 15,1 0-15,-1 0 16,-13 1-16,26-1 16,-12 0-1,25-13 1,-26-13-16,14-14 31,-14 14-15</inkml:trace>
  <inkml:trace contextRef="#ctx0" brushRef="#br0" timeOffset="55174.69">8703 11757 0,'0'0'0,"-27"-26"31,40 52 32,-13 93-32,0-79-31,0 132 31,-13 39 0,13-105 1,13-13-1</inkml:trace>
  <inkml:trace contextRef="#ctx0" brushRef="#br0" timeOffset="55627.36">8650 11823 0,'-14'-40'31,"28"80"-31,-28-53 62,-25 79-30,39-53-32,-14 0 15,1 1 17,40-80-1,-1-40 0,-13 93-31,1-1 0,12 28 31,14 52-15,-27-27-16,13 27 16</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10.760"/>
    </inkml:context>
    <inkml:brush xml:id="br0">
      <inkml:brushProperty name="width" value="0.05" units="cm"/>
      <inkml:brushProperty name="height" value="0.05" units="cm"/>
    </inkml:brush>
  </inkml:definitions>
  <inkml:trace contextRef="#ctx0" brushRef="#br0">557 241 24575,'10'-1'0,"0"0"0,-1-1 0,1 0 0,0 0 0,-1-1 0,0-1 0,0 0 0,0 0 0,0 0 0,0-1 0,-1-1 0,0 1 0,0-1 0,10-10 0,-15 12 0,1 0 0,-1 0 0,0 0 0,0-1 0,0 1 0,-1-1 0,1 0 0,-1 0 0,0 0 0,-1 0 0,1 0 0,-1 0 0,0 0 0,0-1 0,-1 1 0,0-6 0,0 7 0,0 1 0,0-1 0,-1 1 0,1-1 0,-1 1 0,0-1 0,0 1 0,-1 0 0,1-1 0,-1 1 0,0 0 0,1 0 0,-1 0 0,0 0 0,-1 0 0,1 1 0,0-1 0,-1 1 0,0-1 0,0 1 0,1 0 0,-1 0 0,0 0 0,-6-2 0,-1 1 0,1 0 0,-1 0 0,1 2 0,-1-1 0,0 1 0,0 0 0,1 1 0,-1 0 0,0 1 0,0 0 0,1 0 0,-12 4 0,-9 3 0,0 1 0,-42 19 0,32-10 0,1 2 0,1 2 0,-63 47 0,80-53 0,1 2 0,1 0 0,0 1 0,2 1 0,0 1 0,1 0 0,-20 37 0,31-49 0,0 1 0,0 0 0,1 0 0,0 1 0,1-1 0,1 1 0,-1 0 0,2 0 0,-1 0 0,2 0 0,-1 0 0,2 0 0,-1 0 0,1 0 0,1-1 0,0 1 0,1 0 0,0 0 0,0-1 0,1 0 0,0 0 0,1 0 0,0 0 0,1-1 0,0 1 0,1-1 0,0-1 0,10 12 0,1-5 0,0 0 0,0-1 0,1-1 0,1-1 0,0-1 0,1 0 0,0-2 0,0 0 0,28 7 0,-4-5 0,-1-1 0,1-2 0,76 3 0,-109-10 0,-21-1 0,-17 1 0,-13 4 0,-1 1 0,1 3 0,-55 18 0,69-18 0,-1 1 0,1 2 0,1 0 0,0 2 0,-43 31 0,61-40 0,0 1 0,0-1 0,1 1 0,-1 0 0,1 1 0,1-1 0,-8 14 0,11-17 0,-1-1 0,1 1 0,1-1 0,-1 1 0,0-1 0,0 1 0,1 0 0,0-1 0,-1 1 0,1 0 0,0 0 0,0-1 0,1 1 0,-1 0 0,1-1 0,-1 1 0,1-1 0,0 1 0,0 0 0,0-1 0,0 1 0,0-1 0,0 0 0,1 1 0,-1-1 0,4 3 0,2 2 0,0-2 0,0 1 0,0-1 0,1 0 0,0 0 0,0-1 0,0 0 0,0 0 0,1-1 0,0 0 0,12 2 0,7 1 0,0-2 0,40 2 0,18-6-1365,-6-4-5461</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11.288"/>
    </inkml:context>
    <inkml:brush xml:id="br0">
      <inkml:brushProperty name="width" value="0.05" units="cm"/>
      <inkml:brushProperty name="height" value="0.05" units="cm"/>
    </inkml:brush>
  </inkml:definitions>
  <inkml:trace contextRef="#ctx0" brushRef="#br0">29 471 24575,'-22'-316'0,"17"271"0,4 19 0,3 19 0,0 8 0,4 14 0,4 38 0,7 94 0,-10 56 0,-9-118 0,-20 133 0,21-204 0,3-18 0,5-21 0,144-570 0,-150 591 0,6-18 0,0 0 0,1 0 0,1 1 0,1 0 0,20-32 0,-29 51 0,0 1 0,0-1 0,0 1 0,0 0 0,0-1 0,0 1 0,0 0 0,0 0 0,1 0 0,-1 0 0,0 0 0,1 0 0,-1 0 0,1 0 0,-1 0 0,1 1 0,-1-1 0,1 0 0,0 1 0,-1 0 0,1-1 0,0 1 0,-1 0 0,1 0 0,0 0 0,0 0 0,-1 0 0,3 1 0,-2 0 0,1 0 0,-1 1 0,0-1 0,0 1 0,0 0 0,0-1 0,0 1 0,0 0 0,0 0 0,0 1 0,-1-1 0,1 0 0,-1 1 0,0-1 0,1 0 0,0 6 0,6 13 0,-1 0 0,-2 1 0,5 30 0,3 71 0,-10-87 0,1 20 0,-2 0 0,-8 83 0,16-180 0,1 0 0,27-66 0,49-73 0,-84 175 0,56-97 0,-52 93 0,-1 0 0,1 1 0,0 0 0,1 0 0,0 0 0,0 1 0,1 1 0,14-10 0,-20 15 0,-1-1 0,1 1 0,0-1 0,0 1 0,0 0 0,0 0 0,0 1 0,1-1 0,-1 1 0,0-1 0,0 1 0,0 0 0,1 0 0,-1 0 0,0 1 0,0-1 0,0 1 0,0 0 0,5 1 0,-4 0 0,0 0 0,0 1 0,0 0 0,-1 0 0,1 0 0,-1 0 0,1 0 0,-1 1 0,0-1 0,0 1 0,4 7 0,2 7 0,-1 0 0,0 1 0,-1-1 0,8 40 0,3 37-310,5 119-1,-20-178-433,2 15-6082</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11.573"/>
    </inkml:context>
    <inkml:brush xml:id="br0">
      <inkml:brushProperty name="width" value="0.05" units="cm"/>
      <inkml:brushProperty name="height" value="0.05" units="cm"/>
    </inkml:brush>
  </inkml:definitions>
  <inkml:trace contextRef="#ctx0" brushRef="#br0">1 114 24575,'2'-9'0,"0"-1"0,1 1 0,0 0 0,1 0 0,-1 0 0,2 1 0,-1-1 0,1 1 0,1 0 0,7-9 0,-12 17 0,-1-1 0,1 0 0,0 1 0,-1-1 0,1 0 0,0 1 0,0-1 0,-1 1 0,1-1 0,0 1 0,0-1 0,0 1 0,0 0 0,0-1 0,0 1 0,0 0 0,0 0 0,0 0 0,0 0 0,1 0 0,-2 0 0,1 0 0,0 1 0,-1-1 0,1 0 0,0 1 0,-1-1 0,1 1 0,0-1 0,-1 1 0,1-1 0,-1 1 0,1-1 0,-1 1 0,1 0 0,-1-1 0,0 1 0,1 0 0,-1-1 0,1 2 0,1 5 0,-1-1 0,1 1 0,-1-1 0,1 11 0,0 37 0,-2-1 0,-11 94 0,-33 106 0,25-152 0,17-92 0,0 2 0,0-1 0,0 1 0,1 0 0,1 0 0,1 19 0,-1-27 0,1-1 0,-1 1 0,1-1 0,0 1 0,0-1 0,0 0 0,0 1 0,0-1 0,0 0 0,1 0 0,-1 0 0,1 0 0,0 0 0,-1 0 0,1 0 0,0-1 0,0 1 0,0-1 0,0 1 0,0-1 0,1 0 0,-1 1 0,0-1 0,1-1 0,-1 1 0,1 0 0,-1 0 0,1-1 0,-1 1 0,4-1 0,17 1 0,0-1 0,0-1 0,0-1 0,40-8 0,4-1 0,135-5-1365,-148 14-5461</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12.318"/>
    </inkml:context>
    <inkml:brush xml:id="br0">
      <inkml:brushProperty name="width" value="0.05" units="cm"/>
      <inkml:brushProperty name="height" value="0.05" units="cm"/>
    </inkml:brush>
  </inkml:definitions>
  <inkml:trace contextRef="#ctx0" brushRef="#br0">217 336 24575,'-19'-10'0,"1"-2"0,1 0 0,0-1 0,-20-20 0,-29-21 0,65 53 0,0 1 0,0-1 0,1 0 0,-1 0 0,0 1 0,0-1 0,0 0 0,-1 1 0,1-1 0,0 1 0,0 0 0,0-1 0,0 1 0,0 0 0,0 0 0,-1-1 0,1 1 0,0 0 0,0 0 0,0 0 0,-1 0 0,1 1 0,0-1 0,0 0 0,-2 1 0,1 1 0,1-1 0,0 1 0,0-1 0,0 1 0,0 0 0,0-1 0,1 1 0,-1 0 0,0 0 0,1-1 0,-1 1 0,1 0 0,0 0 0,0 0 0,-1 0 0,2 2 0,-2 38 0,2-1 0,6 46 0,1 1 0,-1 183 0,-4-245 0,-3-26 0,0 1 0,0-1 0,0 0 0,0 0 0,0 1 0,0-1 0,0 0 0,0 0 0,0 1 0,0-1 0,0 0 0,0 0 0,0 1 0,0-1 0,0 0 0,0 0 0,0 1 0,0-1 0,1 0 0,-1 0 0,0 1 0,0-1 0,0 0 0,0 0 0,1 0 0,-1 1 0,0-1 0,0 0 0,0 0 0,1 0 0,-1 0 0,0 0 0,0 0 0,1 1 0,4-10 0,3-18 0,140-550 0,-144 562 0,1-2 0,1 0 0,0 0 0,1 0 0,0 0 0,2 1 0,19-28 0,-27 43 0,0-1 0,0 1 0,0 0 0,0 0 0,0 0 0,0 0 0,0 0 0,1 0 0,-1 0 0,0 0 0,1 0 0,-1 0 0,1 1 0,-1-1 0,1 1 0,-1-1 0,1 1 0,2-1 0,-3 1 0,0 1 0,1-1 0,-1 0 0,0 1 0,0-1 0,0 1 0,0-1 0,0 1 0,0-1 0,0 1 0,0 0 0,0-1 0,0 1 0,0 0 0,0 0 0,0 0 0,0 0 0,0 2 0,4 5 0,-1 0 0,0 0 0,-1 0 0,0 0 0,2 12 0,9 37 0,9 95 0,-7 60 0,-15-198 0,0 60 0,-1-44 0,1 0 0,6 41 0,-7-70 0,0-1 0,0 1 0,0-1 0,0 1 0,0 0 0,0-1 0,1 1 0,-1-1 0,0 1 0,0 0 0,0-1 0,1 1 0,-1-1 0,0 1 0,1-1 0,-1 1 0,0-1 0,1 1 0,-1-1 0,1 1 0,-1-1 0,1 1 0,-1-1 0,1 0 0,-1 1 0,1-1 0,-1 0 0,1 0 0,0 1 0,0-1 0,0-1 0,0 1 0,0 0 0,0-1 0,0 1 0,-1-1 0,1 1 0,0-1 0,0 0 0,0 1 0,-1-1 0,1 0 0,0 1 0,-1-1 0,1 0 0,0-1 0,23-40 0,-23 39 0,47-100 0,50-96 0,-92 189 0,54-84 0,-52 84 0,0 0 0,0 0 0,1 1 0,0 0 0,1 1 0,14-11 0,-22 18 0,0 0 0,-1 0 0,1 0 0,-1 0 0,1 0 0,0 0 0,0 1 0,-1-1 0,1 1 0,0-1 0,0 1 0,0 0 0,0 0 0,0 0 0,-1 0 0,1 0 0,0 0 0,0 0 0,0 1 0,0-1 0,2 1 0,-2 1 0,1-1 0,-1 1 0,0-1 0,0 1 0,0 0 0,0 0 0,0 0 0,-1 0 0,1 0 0,0 0 0,-1 0 0,1 1 0,0 2 0,3 6 0,0 1 0,-1 0 0,-1 1 0,4 23 0,14 187-1365,-19-178-5461</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12.632"/>
    </inkml:context>
    <inkml:brush xml:id="br0">
      <inkml:brushProperty name="width" value="0.05" units="cm"/>
      <inkml:brushProperty name="height" value="0.05" units="cm"/>
    </inkml:brush>
  </inkml:definitions>
  <inkml:trace contextRef="#ctx0" brushRef="#br0">51 131 24575,'8'-52'0,"-9"52"0,1 0 0,0 0 0,0 0 0,0 0 0,0 0 0,0 0 0,0 0 0,-1 0 0,1 0 0,0 1 0,0-1 0,0 0 0,0 0 0,-1 0 0,1 0 0,0 0 0,0 0 0,0 0 0,0 0 0,0 0 0,-1 0 0,1 0 0,0 0 0,0 0 0,0-1 0,0 1 0,-1 0 0,1 0 0,0 0 0,0 0 0,0 0 0,0 0 0,0 0 0,0 0 0,-1 0 0,1-1 0,0 1 0,0 0 0,0 0 0,0 0 0,0 0 0,0 0 0,0 0 0,0-1 0,0 1 0,0 0 0,-1 0 0,-7 16 0,-2 13 0,2 0 0,0 1 0,2 0 0,1 0 0,2 0 0,0 1 0,3-1 0,0 0 0,2 1 0,1-1 0,8 35 0,-9-57 0,0 0 0,1-1 0,0 1 0,0-1 0,1 0 0,0 0 0,0 0 0,0 0 0,1-1 0,0 0 0,10 10 0,-12-14 0,0 0 0,0 0 0,0 0 0,0 0 0,0 0 0,1-1 0,-1 0 0,0 1 0,1-1 0,-1 0 0,1-1 0,-1 1 0,1-1 0,-1 0 0,1 1 0,0-2 0,-1 1 0,1 0 0,-1-1 0,1 1 0,-1-1 0,1 0 0,-1 0 0,0-1 0,1 1 0,-1 0 0,0-1 0,4-3 0,5-3 0,-1 0 0,0-2 0,0 1 0,-1-1 0,0-1 0,-1 0 0,0 0 0,-1-1 0,0 0 0,-1 0 0,0-1 0,-1 0 0,0 0 0,-1-1 0,3-13 0,0-3 0,-2 1 0,0-1 0,-2-1 0,-2 1 0,0 0 0,-4-34 0,1 50 0,0 1 0,-1 0 0,-1 0 0,0 0 0,-1 0 0,-8-19 0,11 29 0,-1 1 0,1-1 0,-1 1 0,1-1 0,-1 1 0,0 0 0,0 0 0,0 0 0,0 0 0,0 0 0,0 0 0,-1 1 0,1-1 0,-1 1 0,-3-2 0,3 2 0,1 1 0,-1-1 0,0 1 0,0 0 0,1 0 0,-1 0 0,0 0 0,0 1 0,1-1 0,-1 1 0,0-1 0,1 1 0,-1 0 0,0 0 0,1 0 0,0 1 0,-1-1 0,1 1 0,-3 1 0,-5 5-124,1 0 0,-1 0 0,2 1 0,-1 1 0,1-1 0,1 1-1,0 1 1,0-1 0,1 1 0,-8 19 0,0 3-6702</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13.053"/>
    </inkml:context>
    <inkml:brush xml:id="br0">
      <inkml:brushProperty name="width" value="0.05" units="cm"/>
      <inkml:brushProperty name="height" value="0.05" units="cm"/>
    </inkml:brush>
  </inkml:definitions>
  <inkml:trace contextRef="#ctx0" brushRef="#br0">1 211 24575,'0'-88'0,"42"347"0,-24-169 0,9 142 0,-29-205 0,-3-19 0,5-8 0,-1 0 0,1 0 0,0 0 0,-1-1 0,1 1 0,-1 0 0,1 0 0,0 0 0,-1-1 0,1 1 0,0 0 0,-1 0 0,1-1 0,0 1 0,-1 0 0,1-1 0,0 1 0,-1 0 0,1-1 0,0 1 0,0-1 0,0 1 0,-1 0 0,1-2 0,-5-7 0,1-1 0,0 0 0,1-1 0,0 1 0,1-1 0,-2-13 0,-3-69 0,7 90 0,-1-50 0,2-1 0,10-68 0,-5 85 0,2 1 0,1 0 0,1 0 0,18-38 0,-24 64 0,1 1 0,0 0 0,0 0 0,1 0 0,0 1 0,12-13 0,-15 18 0,-1 1 0,1-1 0,0 1 0,0 0 0,0 0 0,0 0 0,0 0 0,0 1 0,1-1 0,-1 1 0,0 0 0,1 0 0,-1 0 0,1 1 0,-1-1 0,1 1 0,0 0 0,-1 0 0,1 0 0,-1 0 0,1 0 0,4 2 0,-1 1 0,0-1 0,0 1 0,0 1 0,-1-1 0,1 1 0,-1 0 0,0 1 0,0 0 0,0 0 0,-1 0 0,0 0 0,6 8 0,2 5 0,0 0 0,19 38 0,-19-29 0,-1 0 0,-1 1 0,-2 0 0,10 48 0,-16-62 0,-1-1 0,0 1 0,-2 0 0,1 0 0,-2 0 0,0 0 0,0 0 0,-1 0 0,-1 0 0,-1-1 0,-9 27 0,9-33-42,0 0-1,-1 0 0,0 0 1,0 0-1,-1-1 0,0 0 1,0 0-1,0 0 0,-1-1 1,1 0-1,-1 0 0,0-1 1,-1 0-1,1 0 0,-1-1 1,0 0-1,0 0 0,0 0 1,0-1-1,0-1 0,-1 1 1,1-2-1,0 1 0,-1-1 1,1 0-1,-1 0 0,1-1 1,0-1-1,-1 1 0,1-1 1,-15-6-1,-15-8-6783</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13.242"/>
    </inkml:context>
    <inkml:brush xml:id="br0">
      <inkml:brushProperty name="width" value="0.05" units="cm"/>
      <inkml:brushProperty name="height" value="0.05" units="cm"/>
    </inkml:brush>
  </inkml:definitions>
  <inkml:trace contextRef="#ctx0" brushRef="#br0">1 0 24575,'0'3'0,"3"1"0,1 3 0,0 3 0,2 0 0,0 5 0,2 2 0,0 4 0,1 8 0,-1 5 0,2 5 0,-2 6 0,2 3 0,-1 1 0,-3-9-8191</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13.443"/>
    </inkml:context>
    <inkml:brush xml:id="br0">
      <inkml:brushProperty name="width" value="0.05" units="cm"/>
      <inkml:brushProperty name="height" value="0.05" units="cm"/>
    </inkml:brush>
  </inkml:definitions>
  <inkml:trace contextRef="#ctx0" brushRef="#br0">1 146 24575,'0'-9'0,"0"-12"0,0-8 0,3-2 0,1 0 0,0 13 0,2 11 0,0 17 0,3 15 0,-2 13 0,2 8 0,3 9 0,2 4 0,1 3 0,-2-2 0,1-2 0,-3-6 0,-3-11-8191</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13.600"/>
    </inkml:context>
    <inkml:brush xml:id="br0">
      <inkml:brushProperty name="width" value="0.05" units="cm"/>
      <inkml:brushProperty name="height" value="0.05" units="cm"/>
    </inkml:brush>
  </inkml:definitions>
  <inkml:trace contextRef="#ctx0" brushRef="#br0">1 375 24575,'0'-12'0,"3"-16"0,7-12 0,5-8 0,6-3 0,5 2 0,4 4 0,6 5 0,7 11 0,0 10 0,4 7 0,1 10 0,3 8 0,1 9 0,-9 1-8191</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13.754"/>
    </inkml:context>
    <inkml:brush xml:id="br0">
      <inkml:brushProperty name="width" value="0.05" units="cm"/>
      <inkml:brushProperty name="height" value="0.05" units="cm"/>
    </inkml:brush>
  </inkml:definitions>
  <inkml:trace contextRef="#ctx0" brushRef="#br0">82 34 24575,'-6'0'0,"-8"3"0,-5 1 0,-2 0 0,6-4 0,8-2 0,12-4 0,10 0 0,12-2 0,11-4 0,-2 1-8191</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14.222"/>
    </inkml:context>
    <inkml:brush xml:id="br0">
      <inkml:brushProperty name="width" value="0.05" units="cm"/>
      <inkml:brushProperty name="height" value="0.05" units="cm"/>
    </inkml:brush>
  </inkml:definitions>
  <inkml:trace contextRef="#ctx0" brushRef="#br0">1 199 24575,'1'-4'0,"0"0"0,0 0 0,1 0 0,0 0 0,-1 0 0,1 1 0,1-1 0,3-5 0,3-5 0,3-7 0,0 1 0,2 0 0,0 1 0,2 1 0,21-21 0,-36 38 0,-1 1 0,0-1 0,1 1 0,-1-1 0,0 1 0,1-1 0,-1 1 0,0 0 0,1-1 0,-1 1 0,1 0 0,-1-1 0,1 1 0,-1 0 0,1 0 0,-1-1 0,1 1 0,-1 0 0,1 0 0,0 0 0,-1 0 0,1 0 0,-1 0 0,1 0 0,-1 0 0,1 0 0,0 0 0,-1 0 0,1 0 0,-1 0 0,1 0 0,-1 0 0,1 1 0,-1-1 0,1 0 0,-1 0 0,1 1 0,-1-1 0,1 0 0,-1 1 0,1-1 0,-1 0 0,0 1 0,1-1 0,-1 1 0,0-1 0,1 1 0,-1-1 0,0 1 0,1-1 0,-1 1 0,0-1 0,0 1 0,0-1 0,0 1 0,1-1 0,-1 1 0,0-1 0,0 2 0,4 39 0,-4-37 0,-2 103 0,2 50 0,1-135 0,2 0 0,0 1 0,1-1 0,14 39 0,-18-59 0,1 0 0,0 0 0,0 0 0,0 0 0,0 0 0,0 0 0,0 0 0,0 0 0,1 0 0,-1 0 0,1-1 0,-1 1 0,1 0 0,0-1 0,0 0 0,-1 1 0,1-1 0,0 0 0,0 0 0,3 1 0,-3-2 0,0 0 0,0 0 0,-1 0 0,1 0 0,0 0 0,0-1 0,0 1 0,0-1 0,0 1 0,0-1 0,0 0 0,-1 0 0,1 1 0,0-1 0,-1-1 0,1 1 0,0 0 0,-1 0 0,0-1 0,1 1 0,-1 0 0,0-1 0,2-2 0,10-13 0,-1 0 0,0-1 0,-2 0 0,0-1 0,7-19 0,-1-5 0,13-53 0,-29 92 0,-2 6 0,-5 12 0,-10 23 0,-48 172-1365,53-157-5461</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14.755"/>
    </inkml:context>
    <inkml:brush xml:id="br0">
      <inkml:brushProperty name="width" value="0.05" units="cm"/>
      <inkml:brushProperty name="height" value="0.05" units="cm"/>
    </inkml:brush>
  </inkml:definitions>
  <inkml:trace contextRef="#ctx0" brushRef="#br0">195 70 24575,'0'-3'0,"0"0"0,0 0 0,-1 0 0,1 1 0,-1-1 0,1 0 0,-1 0 0,0 0 0,0 1 0,0-1 0,-1 0 0,1 1 0,0-1 0,-1 1 0,0-1 0,0 1 0,0 0 0,0 0 0,0 0 0,-2-2 0,1 2 0,0 0 0,0 1 0,-1-1 0,1 1 0,0-1 0,-1 1 0,1 0 0,0 1 0,-1-1 0,1 1 0,-1-1 0,1 1 0,-1 0 0,1 0 0,-1 0 0,-5 2 0,3-1 0,1 0 0,-1 1 0,1 0 0,0 0 0,0 0 0,0 1 0,0-1 0,0 1 0,1 0 0,-1 1 0,1-1 0,0 1 0,0 0 0,0 0 0,0 0 0,1 0 0,-1 1 0,1-1 0,0 1 0,1 0 0,-1 0 0,1 0 0,0 0 0,0 1 0,1-1 0,0 1 0,-1-1 0,2 1 0,-1-1 0,1 1 0,0-1 0,0 1 0,0-1 0,1 1 0,0-1 0,0 1 0,0-1 0,1 1 0,0-1 0,0 0 0,0 0 0,0 0 0,1 0 0,5 7 0,0-2 0,0-1 0,0-1 0,1 1 0,0-1 0,1-1 0,-1 0 0,1 0 0,1-1 0,16 8 0,-12-8 0,0 0 0,0-1 0,1-1 0,-1 0 0,33 3 0,-59-7 0,1 0 0,-1 2 0,0-1 0,1 1 0,-1 1 0,1 0 0,0 0 0,0 1 0,0 0 0,1 1 0,-1 0 0,1 0 0,-12 10 0,15-10 0,-1 0 0,2 1 0,-1-1 0,0 1 0,1 0 0,0 1 0,1-1 0,-6 10 0,8-11 0,0-1 0,0 1 0,1 0 0,-1-1 0,1 1 0,0 0 0,1 0 0,-1 0 0,1 0 0,0 0 0,0 0 0,0 0 0,1 0 0,1 5 0,-1-6 18,0 0 0,0 0 0,1 0 0,0-1 0,0 1 0,0 0 0,0-1 0,1 0 0,-1 1 0,1-1 0,0 0 0,-1 0 0,2 0 0,-1-1 0,0 1 0,0-1 0,1 0 0,6 3 0,-1-1-232,-1-1 1,1 0 0,0 0-1,0-1 1,0 0 0,0-1-1,11 1 1,20-2-6613</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15.217"/>
    </inkml:context>
    <inkml:brush xml:id="br0">
      <inkml:brushProperty name="width" value="0.05" units="cm"/>
      <inkml:brushProperty name="height" value="0.05" units="cm"/>
    </inkml:brush>
  </inkml:definitions>
  <inkml:trace contextRef="#ctx0" brushRef="#br0">1 363 24575,'15'-34'0,"-1"-2"0,15-58 0,8-22 0,-37 115 0,0 1 0,0 0 0,0 0 0,0-1 0,0 1 0,0 0 0,0 0 0,0 0 0,0-1 0,0 1 0,0 0 0,0 0 0,0-1 0,0 1 0,1 0 0,-1 0 0,0 0 0,0-1 0,0 1 0,0 0 0,0 0 0,0 0 0,1 0 0,-1-1 0,0 1 0,0 0 0,0 0 0,0 0 0,1 0 0,-1 0 0,0 0 0,0-1 0,0 1 0,1 0 0,-1 0 0,0 0 0,0 0 0,0 0 0,1 0 0,-1 0 0,0 0 0,0 0 0,1 0 0,-1 0 0,0 0 0,0 0 0,0 0 0,1 0 0,3 14 0,-3 24 0,-5 57 0,-4-1 0,-22 102 0,25-175 0,5-21 0,-1 0 0,1 0 0,0-1 0,0 1 0,0 0 0,0 0 0,0 0 0,0 0 0,0 0 0,0 0 0,-1 0 0,1 0 0,0 0 0,0-1 0,0 1 0,0 0 0,0 0 0,-1 0 0,1 0 0,0 0 0,0 0 0,0 0 0,0 0 0,0 0 0,-1 0 0,1 0 0,0 0 0,0 0 0,0 0 0,0 0 0,0 0 0,-1 0 0,1 0 0,0 0 0,0 0 0,0 1 0,0-1 0,0 0 0,-1 0 0,1 0 0,0 0 0,0 0 0,0 0 0,-2-17 0,3-25 0,1 0 0,2 1 0,2-1 0,2 1 0,1 1 0,2-1 0,18-40 0,-25 72 0,0 0 0,0 0 0,1 1 0,0-1 0,7-8 0,-11 16 0,0-1 0,0 1 0,0 0 0,0 0 0,0 0 0,0 0 0,0 0 0,0 0 0,0 0 0,0 0 0,1 1 0,-1-1 0,0 0 0,1 1 0,-1-1 0,0 1 0,1-1 0,-1 1 0,1 0 0,-1 0 0,1-1 0,-1 1 0,0 0 0,1 0 0,-1 1 0,1-1 0,-1 0 0,1 0 0,-1 1 0,0-1 0,1 0 0,-1 1 0,1 0 0,-1-1 0,0 1 0,0 0 0,1 0 0,-1-1 0,0 1 0,0 0 0,0 0 0,0 0 0,1 2 0,5 6 0,0 0 0,-1 0 0,0 0 0,0 1 0,6 16 0,18 58 0,-15-39 0,-10-31 0,2 6 0,1 1 0,0-1 0,2-1 0,17 29 0,-23-44 0,-1 0 0,0 0 0,1 0 0,0 0 0,0 0 0,0-1 0,1 0 0,-1 0 0,1 0 0,5 3 0,-6-5 0,-1 0 0,1 0 0,0 0 0,0 0 0,0-1 0,0 1 0,0-1 0,0 0 0,0 0 0,0 0 0,0-1 0,0 1 0,0-1 0,-1 0 0,7-2 0,-2-1 0,1 0 0,-1-1 0,0 0 0,0 0 0,-1-1 0,1 0 0,-1 0 0,-1 0 0,1-1 0,-1 0 0,0 0 0,6-11 0,5-9 0,-1-1 0,14-36 0,-10 17 0,-3 0 0,-3-2 0,12-63 0,-24 106 105,0 9 73,-1 16-420,-1-8-1164,3 11-5420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15.530"/>
    </inkml:context>
    <inkml:brush xml:id="br0">
      <inkml:brushProperty name="width" value="0.05" units="cm"/>
      <inkml:brushProperty name="height" value="0.05" units="cm"/>
    </inkml:brush>
  </inkml:definitions>
  <inkml:trace contextRef="#ctx0" brushRef="#br0">69 214 24575,'-4'-4'0,"0"0"0,0 0 0,1 0 0,0-1 0,-1 1 0,1-1 0,1 0 0,-1 0 0,1 0 0,-3-10 0,4 12 0,1 0 0,0 1 0,-1-1 0,1 0 0,1 1 0,-1-1 0,0 0 0,1 1 0,-1-1 0,1 0 0,0 1 0,0-1 0,0 1 0,0 0 0,0-1 0,1 1 0,-1 0 0,1-1 0,-1 1 0,1 0 0,0 0 0,0 0 0,0 1 0,3-4 0,5-2 0,-1 1 0,1 0 0,0 1 0,0 0 0,0 0 0,17-4 0,68-14 0,-63 16 0,20-5 0,-51 11 0,-4 0 0,-11-1 0,-20 1 0,18 2 0,0 0 0,0 1 0,0 1 0,0 1 0,1 0 0,0 1 0,-17 7 0,25-8 0,-1 0 0,1 0 0,1 0 0,-1 1 0,0 0 0,1 1 0,0-1 0,0 1 0,1 0 0,0 1 0,0-1 0,0 1 0,1 0 0,0 0 0,-6 14 0,3 1-136,0 0-1,2 0 1,1 0-1,0 1 1,2 0-1,0-1 1,2 1-1,0 0 0,4 25 1,3-1-6690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15.995"/>
    </inkml:context>
    <inkml:brush xml:id="br0">
      <inkml:brushProperty name="width" value="0.05" units="cm"/>
      <inkml:brushProperty name="height" value="0.05" units="cm"/>
    </inkml:brush>
  </inkml:definitions>
  <inkml:trace contextRef="#ctx0" brushRef="#br0">297 158 24575,'0'-2'0,"-1"-1"0,0 0 0,0 1 0,1-1 0,-1 1 0,-1 0 0,1-1 0,0 1 0,-1 0 0,1 0 0,-1 0 0,1 0 0,-1 0 0,0 0 0,0 0 0,0 0 0,0 1 0,0-1 0,0 1 0,-1-1 0,1 1 0,0 0 0,-1 0 0,-2-1 0,-5-2 0,1 1 0,-1 0 0,0 1 0,1 0 0,-13-1 0,17 2 0,-1 1 0,0 0 0,1 1 0,-1-1 0,1 1 0,-1 0 0,1 1 0,-1-1 0,1 1 0,0 0 0,0 0 0,0 1 0,-7 4 0,5-2 0,0 0 0,1 1 0,-1-1 0,1 2 0,1-1 0,-1 1 0,1 0 0,-6 9 0,5-5 0,0 1 0,0 0 0,1 1 0,1-1 0,0 1 0,1 0 0,0 0 0,1 0 0,0 0 0,1 0 0,1 19 0,1-25 0,-1-1 0,1 0 0,1 1 0,-1-1 0,1 0 0,0 0 0,0 0 0,1-1 0,0 1 0,0 0 0,0-1 0,1 0 0,-1 0 0,1 0 0,1 0 0,-1 0 0,1-1 0,-1 0 0,1 0 0,0 0 0,1-1 0,-1 1 0,1-1 0,-1-1 0,1 1 0,0-1 0,7 2 0,-4-2 0,1 0 0,-1 0 0,1-1 0,-1 0 0,1-1 0,0 0 0,-1-1 0,1 0 0,-1 0 0,1-1 0,-1 0 0,1-1 0,-1 0 0,0 0 0,0-1 0,-1 0 0,11-7 0,-10 4 0,0 0 0,0-1 0,-1 0 0,0 0 0,0-1 0,-1 0 0,0-1 0,-1 1 0,0-1 0,-1 0 0,0-1 0,0 1 0,-1-1 0,0 0 0,-1 0 0,-1 0 0,1 0 0,-2-1 0,0 1 0,0-1 0,-1-18 0,-1 20 0,1 0 0,-2 0 0,1 0 0,-1 1 0,-1-1 0,0 0 0,0 1 0,0 0 0,-2 0 0,1 0 0,-1 0 0,0 0 0,-1 1 0,0 0 0,0 0 0,-1 1 0,0 0 0,0 0 0,0 0 0,-1 1 0,0 0 0,-1 1 0,1 0 0,-1 0 0,-10-4 0,16 8 0,0 0 0,-1 0 0,1 0 0,0 0 0,0 1 0,0-1 0,-1 1 0,1 0 0,0 0 0,0 0 0,-1 0 0,1 1 0,0-1 0,0 1 0,0 0 0,0 0 0,0 0 0,0 0 0,0 1 0,0-1 0,0 1 0,-3 2 0,4-2 0,0 0 0,0 0 0,0 0 0,1 0 0,-1 0 0,1 1 0,0-1 0,-1 1 0,1-1 0,0 1 0,1-1 0,-1 1 0,0-1 0,1 1 0,-1 0 0,1-1 0,0 1 0,0 0 0,0-1 0,0 1 0,0 0 0,1-1 0,-1 1 0,1 0 0,0-1 0,0 1 0,1 2 0,1 2 31,0-1 0,0 1 0,1-1 0,0 0 0,0 0 0,1-1 0,-1 1 0,1-1 1,0 0-1,11 8 0,-2-3-458,1-1 0,0 0 1,22 9-1,12 3-6399</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16.276"/>
    </inkml:context>
    <inkml:brush xml:id="br0">
      <inkml:brushProperty name="width" value="0.05" units="cm"/>
      <inkml:brushProperty name="height" value="0.05" units="cm"/>
    </inkml:brush>
  </inkml:definitions>
  <inkml:trace contextRef="#ctx0" brushRef="#br0">1 525 24575,'9'-5'0,"2"0"0,-1-1 0,1 1 0,0 1 0,14-4 0,-24 8 0,0 0 0,0 0 0,0 0 0,0 0 0,0 0 0,0 0 0,0 0 0,0 0 0,0 0 0,0 0 0,0 0 0,0 1 0,0-1 0,0 0 0,0 1 0,0-1 0,-1 1 0,1-1 0,0 1 0,0 0 0,0-1 0,-1 1 0,1 0 0,0-1 0,0 1 0,-1 0 0,1 0 0,-1 0 0,1-1 0,-1 1 0,1 0 0,-1 0 0,0 0 0,1 0 0,-1 0 0,0 0 0,0 0 0,1 0 0,-1 0 0,0 0 0,0 2 0,0 5 0,0 1 0,0-1 0,-2 17 0,1-18 0,-5 34 0,3-23 0,0 0 0,1 0 0,1 1 0,1-1 0,3 25 0,0-33 0,1-10 0,-4-2 0,1 1 0,-1-1 0,1 0 0,-1 1 0,0-1 0,0 1 0,1-1 0,-1 1 0,0-1 0,-1-2 0,-24-124 0,-3-31 0,13-15 0,15 144 0,0 0 0,2 0 0,11-53 0,-12 74 0,2 1 0,-1 0 0,1 0 0,0 0 0,1 1 0,0-1 0,7-10 0,-9 15 0,0 1 0,0 0 0,1-1 0,-1 1 0,0 0 0,1 0 0,-1 0 0,1 1 0,0-1 0,-1 0 0,1 1 0,0 0 0,0 0 0,0 0 0,0 0 0,0 0 0,0 0 0,1 1 0,-1 0 0,0 0 0,0-1 0,6 2 0,-4 0-273,1 0 0,-1 0 0,0 1 0,10 4 0,19 11-6553</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16.401"/>
    </inkml:context>
    <inkml:brush xml:id="br0">
      <inkml:brushProperty name="width" value="0.05" units="cm"/>
      <inkml:brushProperty name="height" value="0.05" units="cm"/>
    </inkml:brush>
  </inkml:definitions>
  <inkml:trace contextRef="#ctx0" brushRef="#br0">54 0 24575,'-6'3'0,"-8"4"0,-4 1 0,6-1 0,9-2 0,13-2 0,15-1 0,14-4 0,1-1-8191</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20.621"/>
    </inkml:context>
    <inkml:brush xml:id="br0">
      <inkml:brushProperty name="width" value="0.05" units="cm"/>
      <inkml:brushProperty name="height" value="0.05" units="cm"/>
    </inkml:brush>
  </inkml:definitions>
  <inkml:trace contextRef="#ctx0" brushRef="#br0">43 0 24575,'-5'2'0,"1"1"0,0 0 0,0-1 0,0 2 0,0-1 0,0 0 0,-6 8 0,10-10 0,-1-1 0,1 1 0,0-1 0,-1 1 0,1 0 0,-1 0 0,1-1 0,0 1 0,0 0 0,0 0 0,-1-1 0,1 1 0,0 0 0,0 0 0,0-1 0,0 1 0,0 0 0,0 0 0,0-1 0,0 1 0,1 0 0,-1 1 0,1-1 0,0 0 0,0 0 0,0 0 0,0 0 0,0 0 0,0 0 0,0 0 0,0-1 0,0 1 0,1 0 0,-1 0 0,0-1 0,0 1 0,1-1 0,-1 0 0,1 1 0,1-1 0,27 6 0,0-3 0,0 0 0,58-3 0,-40-1 0,-17 1 0,495 15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21.179"/>
    </inkml:context>
    <inkml:brush xml:id="br0">
      <inkml:brushProperty name="width" value="0.05" units="cm"/>
      <inkml:brushProperty name="height" value="0.05" units="cm"/>
    </inkml:brush>
  </inkml:definitions>
  <inkml:trace contextRef="#ctx0" brushRef="#br0">420 7 24575,'7'-6'0,"-10"11"0,-6 13 0,-236 602 0,207-530 0,-1 1 0,-47 164 0,80-223-1365,5-10-5461</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21.930"/>
    </inkml:context>
    <inkml:brush xml:id="br0">
      <inkml:brushProperty name="width" value="0.05" units="cm"/>
      <inkml:brushProperty name="height" value="0.05" units="cm"/>
    </inkml:brush>
  </inkml:definitions>
  <inkml:trace contextRef="#ctx0" brushRef="#br0">383 91 24575,'13'-37'0,"-12"35"0,-1 0 0,0 0 0,0 0 0,0 1 0,0-1 0,-1 0 0,1 0 0,0 1 0,-1-1 0,1 0 0,-1 0 0,0 1 0,1-1 0,-1 1 0,0-1 0,0 1 0,0-1 0,0 1 0,0-1 0,-1 1 0,1 0 0,-2-2 0,0 1 0,-1 0 0,1 0 0,0 1 0,-1-1 0,1 1 0,-1 0 0,1 0 0,-1 0 0,0 1 0,-5-1 0,-5 1 0,0 0 0,0 1 0,0 0 0,-25 6 0,17-1 0,-1 1 0,1 1 0,-32 16 0,42-17 0,-1 0 0,1 1 0,0 0 0,1 1 0,0 0 0,1 1 0,-10 11 0,18-19 0,0 0 0,0-1 0,1 1 0,-1 0 0,1 0 0,0 0 0,-1 1 0,1-1 0,0 0 0,0 0 0,1 1 0,-1-1 0,0 1 0,1-1 0,-1 0 0,1 1 0,0-1 0,0 1 0,0-1 0,0 1 0,0-1 0,1 1 0,-1-1 0,1 0 0,-1 1 0,1-1 0,0 0 0,0 1 0,0-1 0,0 0 0,1 0 0,-1 0 0,0 0 0,1 0 0,-1 0 0,1 0 0,0 0 0,2 1 0,6 4 0,0 1 0,0-2 0,1 0 0,0 0 0,0-1 0,16 6 0,160 49 0,3 2 0,-179-58 0,0 0 0,0 1 0,17 11 0,-26-14 0,0 0 0,0-1 0,0 1 0,0 0 0,0 0 0,0 0 0,-1 0 0,1 0 0,2 5 0,-4-6 0,1 0 0,-1 1 0,0-1 0,1 0 0,-1 0 0,0 0 0,0 1 0,0-1 0,0 0 0,0 0 0,0 1 0,0-1 0,0 0 0,-1 0 0,1 0 0,0 1 0,-1-1 0,1 0 0,-1 0 0,1 0 0,-1 0 0,0 1 0,-3 3 0,0-1 0,0 0 0,-1 0 0,1 0 0,-1 0 0,1-1 0,-1 0 0,0 0 0,-1 0 0,1 0 0,0-1 0,-8 2 0,-13 4 0,-35 6 0,51-12 0,-23 5-170,0-2-1,0-1 0,0-1 1,0-2-1,-1-1 0,1-2 1,-53-10-1,45 1-6655</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22.277"/>
    </inkml:context>
    <inkml:brush xml:id="br0">
      <inkml:brushProperty name="width" value="0.05" units="cm"/>
      <inkml:brushProperty name="height" value="0.05" units="cm"/>
    </inkml:brush>
  </inkml:definitions>
  <inkml:trace contextRef="#ctx0" brushRef="#br0">160 1 24575,'-7'0'0,"1"0"0,-1 0 0,1 1 0,0 0 0,-1 0 0,1 1 0,0 0 0,0 0 0,-1 0 0,1 1 0,1-1 0,-1 1 0,0 1 0,1-1 0,0 1 0,0 0 0,0 0 0,0 1 0,-4 5 0,4-4 0,1 0 0,0 0 0,0 0 0,1 1 0,0 0 0,0 0 0,0 0 0,1 0 0,0 0 0,0 0 0,1 1 0,0-1 0,0 1 0,1-1 0,0 1 0,0-1 0,1 1 0,0-1 0,0 0 0,0 1 0,1-1 0,1 0 0,-1 0 0,6 11 0,-3-9 0,0 0 0,1 0 0,-1-1 0,2 0 0,-1 0 0,1 0 0,0-1 0,1 0 0,-1-1 0,1 0 0,1 0 0,-1 0 0,1-1 0,0-1 0,0 1 0,1-1 0,16 4 0,-11-5 0,1-1 0,0 0 0,-1-2 0,1 1 0,0-2 0,0 0 0,-1-1 0,1-1 0,-1 0 0,0-1 0,27-10 0,-32 9 0,1 0 0,-1-1 0,0 1 0,0-2 0,0 0 0,-1 0 0,11-11 0,-15 13 0,0-1 0,0 0 0,-1 0 0,1-1 0,-1 1 0,-1-1 0,1 0 0,-1 0 0,-1 0 0,1 0 0,2-14 0,-4 16 0,0 0 0,-1 0 0,0 0 0,1 0 0,-2 0 0,1 0 0,0 0 0,-1 0 0,0 0 0,-1 0 0,1 1 0,-1-1 0,1 0 0,-1 1 0,-1-1 0,-3-5 0,2 4 0,-1 1 0,1 0 0,-1 0 0,-1 0 0,1 1 0,-1-1 0,1 1 0,-1 1 0,-1-1 0,-9-3 0,-1 0 0,-1 1 0,0 2 0,1-1 0,-2 2 0,1 1 0,0 0 0,-1 1 0,-18 1 0,20 2-195,0-1 0,0 2 0,0 0 0,1 1 0,-1 1 0,-16 7 0,5 2-6631</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22.526"/>
    </inkml:context>
    <inkml:brush xml:id="br0">
      <inkml:brushProperty name="width" value="0.05" units="cm"/>
      <inkml:brushProperty name="height" value="0.05" units="cm"/>
    </inkml:brush>
  </inkml:definitions>
  <inkml:trace contextRef="#ctx0" brushRef="#br0">1 85 24575,'26'-30'0,"-20"24"0,-1-1 0,1 1 0,0 0 0,0 0 0,10-6 0,-13 10 0,0 0 0,1 1 0,-1-1 0,0 1 0,1 0 0,-1 0 0,1 0 0,-1 1 0,1-1 0,-1 1 0,1 0 0,-1 0 0,1 0 0,0 1 0,-1-1 0,7 2 0,-2 0 0,-1 1 0,0-1 0,1 1 0,-1 0 0,0 1 0,-1 0 0,1 0 0,-1 0 0,0 1 0,9 8 0,-6-4 0,-1 1 0,0 0 0,-1 0 0,0 1 0,11 21 0,-7-6 0,-1 0 0,-1 1 0,-1 1 0,-2-1 0,4 30 0,-7-31 73,-2-11-12,1 0 0,0 0 0,7 21-1,-8-32-136,1-1 0,-1 0-1,0 0 1,1 0-1,-1 0 1,1 0-1,0-1 1,0 1 0,0 0-1,0-1 1,1 1-1,-1-1 1,1 0-1,-1 0 1,1 0 0,0 0-1,0 0 1,0-1-1,0 1 1,0-1-1,3 1 1,15 2-6750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22.681"/>
    </inkml:context>
    <inkml:brush xml:id="br0">
      <inkml:brushProperty name="width" value="0.05" units="cm"/>
      <inkml:brushProperty name="height" value="0.05" units="cm"/>
    </inkml:brush>
  </inkml:definitions>
  <inkml:trace contextRef="#ctx0" brushRef="#br0">166 84 24575,'-9'-6'0,"-9"-8"0,-7-5 0,-3 2 0,1 3 0,1 3 0,6 8 0,9 7 0,10 5 0,10 8 0,10 3 0,2-1-8191</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24.710"/>
    </inkml:context>
    <inkml:brush xml:id="br0">
      <inkml:brushProperty name="width" value="0.05" units="cm"/>
      <inkml:brushProperty name="height" value="0.05" units="cm"/>
    </inkml:brush>
  </inkml:definitions>
  <inkml:trace contextRef="#ctx0" brushRef="#br0">5745 879 24575,'-1'-30'0,"-1"0"0,-1 0 0,-2 0 0,-1 0 0,-1 1 0,-2 0 0,-1 0 0,-1 1 0,-1 0 0,-1 1 0,-2 1 0,-1 0 0,-1 1 0,-24-28 0,11 20 0,-1 1 0,-2 2 0,-1 1 0,-1 2 0,-1 1 0,-2 2 0,0 1 0,-2 2 0,-42-16 0,-5 6-163,-1 3 0,-1 4 0,-1 4 0,-1 3 0,-155-6 0,76 19-334,0 8-1,-201 31 0,119 4-436,-454 132 0,499-103 984,2 10 0,-288 153 0,359-155-50,3 6 0,4 6 0,4 5 0,-140 137 0,166-132 0,5 4 0,3 4 0,6 3 0,4 5 0,-63 123 0,57-70 0,8 4 0,-65 210 0,71-142 0,-44 280 0,85-335-175,9 2-1,7 0 0,20 326 1,7-364 58,7-1-1,7-1 1,6-1 0,6-2 0,70 168 0,-45-165 26,7-3 1,6-4-1,5-3 0,7-4 0,5-3 1,180 186-1,-142-183-15,7-7 0,5-6 0,5-6 1,4-7-1,227 117 0,372 111-451,30-71 0,352 37 557,23-109 0,-671-149-166,1-22 0,0-20 0,0-22 0,-2-21 0,536-119 0,-682 86-75,363-134-1,-438 112 0,457-243 1,-578 259 303,-5-5 1,-3-7 0,-5-6-1,-4-5 1,-5-5 0,-5-6-1,155-198 1,-178 188-63,-6-5 0,-5-4 0,-6-2 0,-6-5 0,-7-2 0,-5-2 0,66-272 0,-97 288 0,-6 0 0,-6-1 0,-3-237 0,-17 251 0,-6 0 0,-5 1 0,-6 0 0,-55-176 0,26 149 0,-6 3 0,-137-243 0,104 236 0,-7 4 0,-141-162 0,134 191 0,-5 4 0,-5 5 0,-213-152 0,173 155 0,-5 7 0,-298-131 0,182 119 0,-533-132 0,-308 22 0,58 70 1371,-4 84 803,657 64 1630,377-1-9905</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19.096"/>
    </inkml:context>
    <inkml:brush xml:id="br0">
      <inkml:brushProperty name="width" value="0.05" units="cm"/>
      <inkml:brushProperty name="height" value="0.05" units="cm"/>
    </inkml:brush>
  </inkml:definitions>
  <inkml:trace contextRef="#ctx0" brushRef="#br0">156 232 24575,'23'-23'0,"-2"-1"0,0-2 0,-2 0 0,16-28 0,-33 51 0,-1 1 0,1-1 0,-1 1 0,0-1 0,0 1 0,0-1 0,0 1 0,0-1 0,0 0 0,-1 0 0,0 1 0,1-1 0,-1 0 0,0 0 0,0 0 0,-1 1 0,1-1 0,-1-3 0,0 4 0,0 1 0,0-1 0,0 1 0,0-1 0,-1 1 0,1-1 0,0 1 0,-1 0 0,1-1 0,-1 1 0,1 0 0,-1 0 0,1 0 0,-1 0 0,0 1 0,0-1 0,1 0 0,-1 1 0,0-1 0,0 1 0,0-1 0,0 1 0,0 0 0,1 0 0,-1 0 0,0 0 0,-3 1 0,-6 0 0,1 0 0,0 1 0,0 1 0,-1-1 0,2 2 0,-1-1 0,0 1 0,1 1 0,-1 0 0,1 0 0,1 1 0,-1 0 0,-10 10 0,10-8 0,1 0 0,-1 0 0,1 1 0,1 0 0,0 1 0,0 0 0,1 0 0,0 0 0,1 1 0,0 0 0,-6 17 0,10-20 0,-1-1 0,1 0 0,0 1 0,1-1 0,0 1 0,0-1 0,1 1 0,-1-1 0,2 0 0,-1 1 0,4 9 0,-1-7 0,0 0 0,1-1 0,0 1 0,1-1 0,-1 0 0,2-1 0,8 10 0,11 7 0,0-1 0,2-2 0,54 33 0,-64-42 0,28 15 0,-28-18 0,-1 0 0,0 1 0,-1 1 0,-1 0 0,0 1 0,16 17 0,-30-28 0,0-1 0,0 1 0,0-1 0,0 1 0,0-1 0,0 1 0,0 0 0,0-1 0,-1 1 0,1 0 0,-1 0 0,1 0 0,-1-1 0,0 1 0,0 0 0,0 0 0,0 0 0,0 0 0,0 0 0,0-1 0,0 1 0,-1 0 0,1 0 0,-1 0 0,1-1 0,-1 1 0,0 0 0,0-1 0,0 1 0,0 0 0,0-1 0,0 1 0,0-1 0,0 0 0,-1 1 0,1-1 0,-1 0 0,1 0 0,-3 2 0,-4 2 0,-1 1 0,0-1 0,0-1 0,0 0 0,-18 6 0,-7 0 0,-40 8 0,66-17 0,-1 1 0,0-1 0,0-1 0,0 1 0,1-2 0,-1 1 0,0-1 0,0 0 0,0-1 0,-11-4 0,19 6-52,-1-1-1,0 1 1,1-1-1,-1 0 1,1 0-1,-1 0 1,1 0-1,-1 0 1,1-1-1,0 1 1,0 0-1,0 0 1,-1-1-1,1 1 1,0-1-1,1 1 1,-1-1-1,0 1 1,0-1-1,1 0 0,-1 1 1,1-1-1,-1 0 1,1 0-1,-1-2 1,2-21-6774</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19.375"/>
    </inkml:context>
    <inkml:brush xml:id="br0">
      <inkml:brushProperty name="width" value="0.05" units="cm"/>
      <inkml:brushProperty name="height" value="0.05" units="cm"/>
    </inkml:brush>
  </inkml:definitions>
  <inkml:trace contextRef="#ctx0" brushRef="#br0">1 134 24575,'160'-79'0,"-64"34"0,-106 57 0,0 0 0,1 1 0,0 0 0,1 0 0,-7 18 0,13-25 0,0-1 0,1 1 0,-1 0 0,1 0 0,1 0 0,-1 0 0,1 0 0,0 0 0,0 0 0,1 0 0,0 0 0,0-1 0,0 1 0,0 0 0,1 0 0,0-1 0,1 1 0,-1-1 0,1 1 0,0-1 0,0 0 0,1 0 0,-1-1 0,1 1 0,0-1 0,0 1 0,1-1 0,7 5 0,-1-1 0,0-1 0,0 0 0,1-1 0,-1-1 0,1 0 0,1 0 0,-1-1 0,1-1 0,-1 0 0,1 0 0,0-2 0,17 1 0,-14-2 0,0-1 0,0-1 0,0 0 0,0-2 0,0 0 0,0 0 0,-1-1 0,0-1 0,19-11 0,-28 14 0,0-1 0,0 0 0,-1 0 0,0 0 0,1-1 0,-2 1 0,1-2 0,0 1 0,-1 0 0,6-11 0,-7 11 0,-2 1 0,1-1 0,0 1 0,-1-1 0,0 0 0,0 0 0,0 0 0,-1 1 0,1-1 0,-1 0 0,-1 0 0,1 0 0,-1 0 0,1 0 0,-1 1 0,-3-9 0,1 5 17,0 1-1,-1 0 0,1 0 0,-1 0 1,-1 0-1,1 1 0,-1 0 0,-1 0 1,1 0-1,-1 0 0,0 1 0,0 0 1,0 0-1,-1 1 0,0-1 0,0 1 1,0 1-1,0 0 0,-1 0 0,-9-3 1,4 2-173,-1 1 1,0 0 0,1 1 0,-1 1 0,0 0 0,0 0 0,0 2-1,0 0 1,0 0 0,-23 6 0,-7 8-6671</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27.967"/>
    </inkml:context>
    <inkml:brush xml:id="br0">
      <inkml:brushProperty name="width" value="0.05" units="cm"/>
      <inkml:brushProperty name="height" value="0.05" units="cm"/>
    </inkml:brush>
  </inkml:definitions>
  <inkml:trace contextRef="#ctx0" brushRef="#br0">12 143 24575,'0'1'0,"0"0"0,-1-1 0,1 1 0,0 0 0,-1 0 0,1-1 0,0 1 0,-1 0 0,1-1 0,-1 1 0,1-1 0,-1 1 0,1 0 0,-1-1 0,0 1 0,0 0 0,-2 2 0,17-3 0,299-42-204,249-28-294,-449 58 407,292-21-1066,-377 32-5084</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29.389"/>
    </inkml:context>
    <inkml:brush xml:id="br0">
      <inkml:brushProperty name="width" value="0.05" units="cm"/>
      <inkml:brushProperty name="height" value="0.05" units="cm"/>
    </inkml:brush>
  </inkml:definitions>
  <inkml:trace contextRef="#ctx0" brushRef="#br0">45 160 24575,'-11'1'0,"8"-1"0,0 0 0,0 0 0,0 0 0,0 0 0,0 0 0,0-1 0,0 1 0,0-1 0,-3-1 0,6 2 0,0 0 0,-1 0 0,1 0 0,0-1 0,0 1 0,0 0 0,0 0 0,0 0 0,0 0 0,0-1 0,0 1 0,0 0 0,0 0 0,0 0 0,0 0 0,0-1 0,0 1 0,0 0 0,0 0 0,0 0 0,0 0 0,1-1 0,-1 1 0,0 0 0,0 0 0,0 0 0,0 0 0,0 0 0,0 0 0,0-1 0,0 1 0,1 0 0,-1 0 0,0 0 0,0 0 0,0 0 0,0 0 0,0 0 0,1 0 0,-1 0 0,0-1 0,0 1 0,0 0 0,0 0 0,0 0 0,1 0 0,-1 0 0,0 0 0,0 0 0,0 0 0,0 0 0,1 0 0,12-4 0,54-10 0,77-5 0,-67 10 0,1177-95-811,-1242 104 1118,-12 0-331,0 0-1,0 0 1,0 0 0,0 0-1,0 0 1,0 0-1,0 0 1,0 0 0,0 0-1,0 0 1,0 0-1,0 1 1,0-1 0,0 0-1,0 0 1,0 0-1,0 0 1,0 0 0,0 0-1,0 0 1,0 0-1,0 0 1,0 0-1,0 0 1,0 0 0,0 1-1,0-1 1,0 0-1,0 0 1,0 0 0,1 0-1,-1 0 1,0 0-1,0 0 1,0 0 0,0 0-1,0 0 1,0 0-1,0 0 1,0 0 0,0 0-1,0 0 1,0 0-1,0 0 1,1 0 0,-1 0-1,0 0 1,0 0-1,0 0 1,0 0 0,0 0-1,0 0 1,0 0-1,0 0 1,0 0 0,0 0-1,0 0 1,1 0-1,-1 0 1,0 0-1,0 0 1,0 0 0,-8 4-6126</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36.718"/>
    </inkml:context>
    <inkml:brush xml:id="br0">
      <inkml:brushProperty name="width" value="0.05" units="cm"/>
      <inkml:brushProperty name="height" value="0.05" units="cm"/>
    </inkml:brush>
  </inkml:definitions>
  <inkml:trace contextRef="#ctx0" brushRef="#br0">171 293 24575,'-4'-5'0,"-11"-6"0,15 11 0,-1 0 0,0 0 0,1 0 0,-1 0 0,0 0 0,1 0 0,-1 1 0,0-1 0,1 0 0,-1 0 0,0 1 0,1-1 0,-1 0 0,0 1 0,1-1 0,-1 0 0,1 1 0,-1-1 0,1 1 0,-1-1 0,1 1 0,-1-1 0,1 1 0,0-1 0,-1 1 0,1 0 0,-1 0 0,-3 7 0,0-1 0,0 1 0,1 0 0,0 0 0,0 1 0,1-1 0,-3 16 0,-2 64 0,6-78 0,1 51 0,9 62 0,-1 60 0,-9-163 0,0 0 0,-2 0 0,0-1 0,-1 1 0,-1-1 0,-1 0 0,-9 20 0,12-34 0,0 0 0,0 0 0,0 0 0,0-1 0,-1 1 0,0-1 0,-7 7 0,10-10 0,0-1 0,1 1 0,-1 0 0,0-1 0,0 1 0,0-1 0,0 1 0,0-1 0,0 0 0,0 1 0,0-1 0,0 0 0,-1 0 0,1 1 0,0-1 0,0 0 0,0 0 0,0 0 0,-1-1 0,1 1 0,-1-1 0,1 0 0,0 1 0,0-1 0,0 0 0,0 0 0,0 0 0,0 0 0,0 0 0,1 0 0,-1 0 0,0 0 0,0 0 0,1 0 0,-1 0 0,1 0 0,-1-1 0,1 1 0,-1 0 0,1-2 0,-2-5 0,0 0 0,1 0 0,0 0 0,1-1 0,0 1 0,0 0 0,0 0 0,3-11 0,18-69 0,-12 54 0,156-537 0,-161 561 0,46-116 0,-44 115 0,0-1 0,0 1 0,1 1 0,1-1 0,0 1 0,0 0 0,1 1 0,11-11 0,-17 18 0,-1 0 0,1 0 0,0 1 0,0-1 0,-1 1 0,1-1 0,0 1 0,0 0 0,1 0 0,-1 0 0,0 0 0,0 1 0,0-1 0,1 1 0,-1 0 0,0 0 0,0 0 0,1 0 0,2 1 0,-1 1 0,-1-1 0,1 1 0,-1 0 0,0 0 0,1 1 0,-1-1 0,0 1 0,-1 0 0,1 0 0,0 0 0,4 6 0,3 4 0,-1 1 0,0 0 0,-2 1 0,1-1 0,-2 1 0,8 20 0,-8-14 0,0 1 0,-1 0 0,-2 0 0,0 0 0,-1 0 0,-1 1 0,-1-1 0,-1 1 0,-2 0 0,0-1 0,-7 33 0,4-36 0,0 0 0,-2 0 0,0-1 0,-1 1 0,-1-2 0,-1 1 0,-1-1 0,0-1 0,-1 0 0,0 0 0,-1-1 0,-1-1 0,-20 16 0,12-14 0,-2 0 0,0-2 0,0 0 0,-1-2 0,-1-1 0,0-1 0,-52 13 0,102-19 0,0 1 0,30 10 0,-26-4-124,0 1 0,-1 2 0,-1 0 0,0 2 0,0 1 0,-2 1-1,0 1 1,-2 1 0,0 1 0,32 39 0,-35-36-6702</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37.092"/>
    </inkml:context>
    <inkml:brush xml:id="br0">
      <inkml:brushProperty name="width" value="0.05" units="cm"/>
      <inkml:brushProperty name="height" value="0.05" units="cm"/>
    </inkml:brush>
  </inkml:definitions>
  <inkml:trace contextRef="#ctx0" brushRef="#br0">0 351 24575,'7'-24'0,"2"1"0,0 0 0,1 0 0,16-25 0,-26 47 0,1 0 0,-1 0 0,1 0 0,0 0 0,-1 0 0,1 0 0,0 0 0,-1 0 0,1 0 0,0 1 0,0-1 0,0 0 0,0 1 0,0-1 0,0 0 0,0 1 0,0-1 0,0 1 0,0 0 0,0-1 0,0 1 0,0 0 0,2-1 0,-2 2 0,0-1 0,0 1 0,0-1 0,0 1 0,-1 0 0,1-1 0,0 1 0,0 0 0,-1 0 0,1-1 0,0 1 0,-1 0 0,1 0 0,-1 0 0,1 0 0,-1 0 0,1 0 0,-1 0 0,1 2 0,2 7 0,-1 1 0,0-1 0,1 17 0,-3 23 0,-1 0 0,-3 0 0,-2-1 0,-2 1 0,-23 78 0,70-286 0,30-50 0,-45 143 0,37-71 0,-56 128 0,-1 0 0,1 0 0,0 0 0,1 1 0,0-1 0,0 1 0,8-6 0,-12 11 0,-1 1 0,1 0 0,0 0 0,-1 0 0,1 0 0,0 0 0,0 0 0,0 1 0,0-1 0,0 1 0,0-1 0,0 1 0,0 0 0,0 0 0,3 0 0,-3 0 0,1 1 0,-1-1 0,0 1 0,0 0 0,1 0 0,-1 0 0,0 0 0,0 1 0,0-1 0,-1 0 0,1 1 0,0-1 0,0 1 0,-1 0 0,1 0 0,2 3 0,4 7 0,0 1 0,-1 1 0,0-1 0,-1 1 0,9 29 0,14 78 0,-26-105 0,7 30 171,3 52 0,-12-84-361,-1 0 0,0 0 1,-1 0-1,0 0 0,-1 0 1,-1 0-1,0 0 1,-6 15-1,-2-4-6636</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37.586"/>
    </inkml:context>
    <inkml:brush xml:id="br0">
      <inkml:brushProperty name="width" value="0.05" units="cm"/>
      <inkml:brushProperty name="height" value="0.05" units="cm"/>
    </inkml:brush>
  </inkml:definitions>
  <inkml:trace contextRef="#ctx0" brushRef="#br0">5 416 24575,'-3'-14'0,"3"13"0,0 1 0,-1-1 0,1 0 0,0 1 0,0-1 0,0 0 0,-1 0 0,1 0 0,0 1 0,0-1 0,0 0 0,0 0 0,0 1 0,0-1 0,1 0 0,-1 0 0,0 1 0,0-1 0,1 0 0,-1 0 0,0 1 0,1-1 0,-1 0 0,0 1 0,1-1 0,-1 1 0,1-1 0,-1 0 0,1 1 0,-1-1 0,1 1 0,0-1 0,-1 1 0,1 0 0,0-1 0,0 0 0,16-9 0,0 0 0,1 1 0,0 1 0,0 1 0,21-6 0,0 0 0,145-44 0,-183 56 0,0 1 0,0 0 0,0-1 0,0 1 0,1 0 0,-1 0 0,0 0 0,0 0 0,0 0 0,0 0 0,1 1 0,-1-1 0,0 0 0,0 0 0,0 1 0,0-1 0,0 1 0,0-1 0,0 1 0,0 0 0,0-1 0,0 1 0,2 1 0,-2 0 0,0-1 0,0 1 0,0 0 0,0 0 0,0 0 0,0 0 0,-1 0 0,1 0 0,-1 0 0,1 0 0,-1 0 0,1 3 0,-1 8 0,0 1 0,-1-1 0,-4 20 0,3-19 0,-7 44 0,-2 20 0,-3 145 0,16-668 0,5 325 0,-5 102 0,1 0 0,1 0 0,0 0 0,11-26 0,-14 41 0,1 0 0,-1-1 0,1 1 0,0 0 0,0 0 0,0 1 0,0-1 0,0 0 0,1 1 0,-1-1 0,1 1 0,0 0 0,-1 0 0,1 0 0,5-3 0,-6 5 0,1-1 0,-1 0 0,1 1 0,-1-1 0,1 1 0,-1 0 0,1 0 0,-1 0 0,1 0 0,-1 0 0,1 1 0,-1-1 0,1 1 0,-1-1 0,0 1 0,1 0 0,-1 0 0,0 0 0,1 0 0,-1 1 0,3 2 0,4 3 0,0 0 0,-1 0 0,0 1 0,0 1 0,-1-1 0,0 1 0,0 0 0,-1 1 0,-1 0 0,1 0 0,-2 0 0,1 0 0,-2 1 0,1-1 0,3 20 0,-5-18 0,0 0 0,-1 0 0,0 0 0,-1 0 0,-1 0 0,0 0 0,0 1 0,-1-1 0,-1-1 0,0 1 0,0 0 0,-1-1 0,-1 1 0,-7 13 0,6-15-170,-1-1-1,0 1 0,0-1 1,-1-1-1,0 1 0,0-1 1,-12 8-1,0-2-6655</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38.240"/>
    </inkml:context>
    <inkml:brush xml:id="br0">
      <inkml:brushProperty name="width" value="0.05" units="cm"/>
      <inkml:brushProperty name="height" value="0.05" units="cm"/>
    </inkml:brush>
  </inkml:definitions>
  <inkml:trace contextRef="#ctx0" brushRef="#br0">82 317 24575,'-4'-3'0,"0"0"0,0 0 0,0 0 0,-1 0 0,1 1 0,-7-3 0,9 4 0,1 0 0,-1 1 0,0-1 0,1 1 0,-1-1 0,0 1 0,1-1 0,-1 1 0,0 0 0,0 0 0,1 0 0,-1 0 0,0 0 0,0 0 0,1 0 0,-1 1 0,0-1 0,0 1 0,1-1 0,-4 2 0,4-1 0,1 0 0,-1 1 0,0-1 0,1 0 0,-1 0 0,0 0 0,1 1 0,-1-1 0,1 0 0,0 1 0,-1-1 0,1 0 0,0 1 0,0-1 0,0 1 0,0-1 0,0 0 0,0 1 0,1-1 0,-1 0 0,0 1 0,1 1 0,12 32 0,-12-33 0,20 46 0,-6-15 0,-1 0 0,18 67 0,-39-111 0,-3-12 0,6 1 0,0 0 0,1 0 0,1 0 0,0 0 0,2 0 0,1-1 0,6-31 0,-1 17 0,3 0 0,1 1 0,23-56 0,-28 81 0,0 1 0,0-1 0,1 1 0,1 1 0,-1-1 0,1 1 0,1 0 0,0 1 0,15-13 0,-20 19 0,1-1 0,-1 0 0,1 1 0,0 0 0,0 0 0,0 0 0,0 1 0,0-1 0,1 1 0,-1 0 0,0 0 0,1 0 0,-1 1 0,0 0 0,1 0 0,-1 0 0,1 0 0,-1 0 0,0 1 0,1 0 0,-1 0 0,0 0 0,1 1 0,-1-1 0,0 1 0,0 0 0,6 4 0,-5-3 0,-1 0 0,1 0 0,-1 1 0,0-1 0,0 1 0,0 0 0,0 1 0,-1-1 0,0 0 0,0 1 0,0 0 0,0 0 0,-1 0 0,1 0 0,-1 0 0,-1 0 0,1 1 0,-1-1 0,0 0 0,0 1 0,0 6 0,-1-4 0,-1 0 0,0 1 0,0-1 0,0 0 0,-1 0 0,-1 0 0,1 0 0,-1 0 0,-1-1 0,1 1 0,-1-1 0,0 0 0,-9 11 0,2-4 0,-1-1 0,0-1 0,-1 1 0,0-2 0,0 0 0,-1 0 0,-1-2 0,0 0 0,0 0 0,-24 9 0,110-54 0,-48 27 0,0 1 0,43-7 0,-57 13 0,0 1 0,0 0 0,0 0 0,0 1 0,0 1 0,0-1 0,0 2 0,0-1 0,-1 1 0,18 6 0,-24-7 0,0-1 0,0 1 0,0 1 0,0-1 0,0 0 0,0 0 0,0 1 0,0-1 0,-1 1 0,1-1 0,0 1 0,-1 0 0,1 0 0,-1 0 0,0 0 0,0 0 0,0 0 0,0 0 0,0 0 0,1 5 0,-1-4 0,-1 1 0,0-1 0,0 1 0,-1-1 0,1 0 0,0 1 0,-1-1 0,0 1 0,0-1 0,0 0 0,0 0 0,-4 6 0,-1 2 0,0-1 0,-1 0 0,-1 0 0,0-1 0,0 0 0,-19 16 0,9-11 0,0-2 0,-1 0 0,-1 0 0,-20 8 0,28-15 0,0-1 0,1 0 0,-1 0 0,-1-1 0,1-1 0,0 0 0,-1-1 0,-21 0 0,32-1-47,0 0 0,-1 0 0,1 0 0,0 0 0,0 0 0,0-1 0,0 1 0,0-1 0,0 1-1,0-1 1,0 0 0,0 0 0,0 0 0,0 0 0,0 0 0,1 0 0,-1-1 0,0 1 0,1-1 0,-1 1 0,1-1 0,-1 1-1,1-1 1,0 0 0,0 0 0,0 1 0,0-1 0,-2-4 0,2-12-6779</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38.533"/>
    </inkml:context>
    <inkml:brush xml:id="br0">
      <inkml:brushProperty name="width" value="0.05" units="cm"/>
      <inkml:brushProperty name="height" value="0.05" units="cm"/>
    </inkml:brush>
  </inkml:definitions>
  <inkml:trace contextRef="#ctx0" brushRef="#br0">84 0 24575,'116'0'0,"-113"2"0,-11 3 0,-26 11 0,1-2 0,23-7 0,0 0 0,0 0 0,1 1 0,0 0 0,1 1 0,-1 0 0,2 0 0,-1 1 0,1 0 0,1 0 0,0 1 0,-9 21 0,12-25 0,1 0 0,0 0 0,0 1 0,0-1 0,1 1 0,0-1 0,1 1 0,-1 0 0,3 12 0,-2-15 0,1 0 0,1 0 0,-1-1 0,1 1 0,0 0 0,0 0 0,0-1 0,0 1 0,1-1 0,0 0 0,0 0 0,0 0 0,0 0 0,1 0 0,5 4 0,-2-3 0,1 0 0,0-1 0,-1 0 0,1 0 0,1 0 0,-1-1 0,0 0 0,1-1 0,-1 0 0,1-1 0,0 1 0,0-1 0,0-1 0,0 0 0,-1 0 0,1-1 0,17-3 0,-14 1 0,1 0 0,-1 0 0,0-1 0,-1-1 0,1 0 0,-1 0 0,0-1 0,0-1 0,-1 0 0,1 0 0,-2-1 0,10-10 0,-14 13 0,0-1 0,0 1 0,-1-1 0,0-1 0,0 1 0,0 0 0,-1-1 0,0 0 0,0 0 0,-1 0 0,0 0 0,0 0 0,-1 0 0,0-1 0,0 1 0,-1 0 0,0-14 0,-1 15 0,0 0 0,-1 0 0,1 0 0,-1 0 0,0 0 0,-1 1 0,1-1 0,-1 1 0,0 0 0,-1-1 0,1 2 0,-1-1 0,0 0 0,0 1 0,-1-1 0,1 1 0,-1 1 0,0-1 0,0 0 0,0 1 0,-11-5 0,1 2-273,0 1 0,-1 0 0,1 1 0,-27-4 0,-8 2-6553</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39.297"/>
    </inkml:context>
    <inkml:brush xml:id="br0">
      <inkml:brushProperty name="width" value="0.05" units="cm"/>
      <inkml:brushProperty name="height" value="0.05" units="cm"/>
    </inkml:brush>
  </inkml:definitions>
  <inkml:trace contextRef="#ctx0" brushRef="#br0">656 151 24575,'3'0'0,"-1"-1"0,0 1 0,0-1 0,1 0 0,-1 0 0,0 0 0,0 0 0,0-1 0,0 1 0,0 0 0,0-1 0,0 1 0,0-1 0,-1 0 0,1 0 0,-1 1 0,3-5 0,1 0 0,-1-1 0,0 1 0,0-1 0,3-9 0,-6 14 0,0 0 0,-1 0 0,1 0 0,0 0 0,-1 0 0,0-1 0,1 1 0,-1 0 0,0 0 0,0-1 0,0 1 0,0 0 0,-1 0 0,1 0 0,-1-1 0,1 1 0,-2-2 0,1 2 0,0 0 0,0 1 0,0-1 0,0 1 0,-1 0 0,1-1 0,0 1 0,-1 0 0,1 0 0,-1 0 0,1 0 0,-1 0 0,0 0 0,1 0 0,-1 1 0,-3-2 0,-2 1 0,0 0 0,0 0 0,0 0 0,-1 1 0,1 0 0,0 0 0,0 1 0,0 0 0,-11 3 0,-12 5 0,-1 2 0,1 1 0,1 1 0,0 2 0,1 0 0,1 2 0,-38 31 0,29-18 0,2 1 0,0 2 0,3 2 0,-43 59 0,55-68 0,2 1 0,1 1 0,2 0 0,0 1 0,2 1 0,1 0 0,-8 39 0,16-54 0,0 1 0,1 0 0,1-1 0,0 1 0,1 0 0,1 0 0,0-1 0,1 1 0,1 0 0,1-1 0,0 0 0,1 0 0,0 0 0,1 0 0,1-1 0,13 22 0,-8-21 3,0-1 0,0 0 0,1-1 0,1 0 0,0-1 0,1 0 0,0-2 0,1 1 0,0-2 0,0 0 0,1-1 0,1-1 0,26 8 0,2-2-45,0-3 0,1-2 0,0-1 0,56-1 0,-16-5-42,0-3 0,0-4 1,-1-4-1,0-4 0,0-3 0,-2-5 0,0-2 0,-2-5 0,86-42 0,-129 51 55,-1-1 1,-1-2-1,-2-2 1,0-1-1,-1-2 0,30-32 1,-48 43-2,-1-2 0,-1 0 0,0 0 0,-1-1 0,12-28 0,-18 33 31,-1 0 0,0-1 0,-1 0 0,-1 0 1,-1-1-1,0 1 0,-1-1 0,-1-21 1,-1 23-2,-2 0 0,0 0 0,0 1 0,-2-1 0,1 1 0,-2-1 0,0 1 0,-1 0 0,0 1 0,-1-1 0,-1 2 0,0-1 0,0 1 0,-2 0 0,1 0 0,-1 1 0,-1 1 0,0-1 0,-13-8 0,-2 1 0,0 1 0,-1 0 0,-1 2 0,-1 2 0,0 0 0,-1 2 0,0 1 0,-34-6 0,-12 2-121,1 4-1,-2 2 1,1 5 0,-1 2 0,1 4 0,-147 25 0,118-7-5846</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39.686"/>
    </inkml:context>
    <inkml:brush xml:id="br0">
      <inkml:brushProperty name="width" value="0.05" units="cm"/>
      <inkml:brushProperty name="height" value="0.05" units="cm"/>
    </inkml:brush>
  </inkml:definitions>
  <inkml:trace contextRef="#ctx0" brushRef="#br0">436 84 24575,'-2'-1'0,"1"1"0,-1-1 0,0 0 0,1 0 0,-1-1 0,1 1 0,-1 0 0,1 0 0,0-1 0,-1 1 0,1-1 0,0 1 0,0-1 0,0 1 0,0-1 0,-1-3 0,-4-4 0,3 5 0,0 0 0,0 0 0,-1 0 0,1 1 0,-1 0 0,0-1 0,1 1 0,-2 1 0,1-1 0,0 1 0,0-1 0,-1 1 0,1 1 0,-1-1 0,0 0 0,0 1 0,1 0 0,-10-1 0,8 3 0,1-1 0,-1 1 0,0-1 0,1 2 0,-1-1 0,0 0 0,1 1 0,0 0 0,-1 1 0,1-1 0,0 1 0,0 0 0,1 0 0,-1 1 0,-7 6 0,6-5 0,1 0 0,0 0 0,1 1 0,-1 0 0,1 0 0,0 0 0,1 0 0,-1 0 0,1 1 0,0 0 0,1-1 0,0 1 0,-2 10 0,3-12 0,0 1 0,1-1 0,0 1 0,0-1 0,1 1 0,-1-1 0,1 0 0,0 1 0,1-1 0,-1 0 0,1 0 0,0 0 0,0 0 0,1 0 0,-1 0 0,1-1 0,0 1 0,5 5 0,3 1 0,0-1 0,0 0 0,26 16 0,-25-18 0,-1 0 0,0 0 0,0 1 0,14 16 0,-24-24 0,0 0 0,-1 0 0,1 0 0,0 0 0,0 0 0,-1 0 0,1 0 0,0 1 0,-1-1 0,1 0 0,-1 0 0,0 1 0,1-1 0,-1 0 0,0 0 0,0 1 0,0-1 0,0 0 0,0 1 0,0-1 0,0 0 0,0 1 0,-1-1 0,1 0 0,0 0 0,-1 1 0,1-1 0,-1 0 0,1 0 0,-1 0 0,0 1 0,1-1 0,-1 0 0,0 0 0,0 0 0,0 0 0,0 0 0,0-1 0,0 1 0,0 0 0,0 0 0,-2 1 0,-4 2 0,-1-1 0,1 1 0,-1-1 0,1 0 0,-14 3 0,3-2 0,0-1 0,1 0 0,-1-1 0,0-1 0,0 0 0,-1-2 0,1 0 0,0-1 0,1-1 0,-23-6 0,37 8-97,-1 0-1,1-1 1,-1 1-1,1-1 1,-1 0-1,1 0 1,0 0-1,0 0 1,0-1-1,0 1 1,1-1-1,-1 1 0,-4-7 1,-2-11-6729</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40.016"/>
    </inkml:context>
    <inkml:brush xml:id="br0">
      <inkml:brushProperty name="width" value="0.05" units="cm"/>
      <inkml:brushProperty name="height" value="0.05" units="cm"/>
    </inkml:brush>
  </inkml:definitions>
  <inkml:trace contextRef="#ctx0" brushRef="#br0">125 47 24575,'24'-9'0,"-21"8"0,1 0 0,-1 0 0,1 0 0,-1-1 0,0 1 0,0-1 0,1 0 0,-1 0 0,-1 0 0,1 0 0,4-5 0,-7 7 0,1 0 0,-1 0 0,0 0 0,0-1 0,1 1 0,-1 0 0,0 0 0,0-1 0,0 1 0,0 0 0,1 0 0,-1-1 0,0 1 0,0 0 0,0-1 0,0 1 0,0 0 0,0-1 0,0 1 0,0 0 0,0-1 0,0 1 0,0 0 0,0 0 0,0-1 0,0 1 0,0 0 0,0-1 0,0 1 0,0 0 0,0-1 0,0 1 0,0 0 0,-1 0 0,1-1 0,-12-2 0,-18 7 0,20-1 0,0 1 0,0 1 0,0-1 0,0 2 0,1-1 0,0 1 0,0 1 0,0-1 0,1 2 0,-14 14 0,18-18 0,1 1 0,-1-1 0,1 1 0,0 0 0,0 0 0,1 0 0,0 0 0,-1 0 0,2 0 0,-1 1 0,1-1 0,-1 1 0,1-1 0,1 1 0,-1 0 0,1-1 0,0 1 0,1 0 0,-1-1 0,1 1 0,0-1 0,3 11 0,-1-10 0,0 0 0,0-1 0,1 1 0,-1-1 0,1 0 0,0 0 0,0 0 0,1-1 0,0 1 0,-1-1 0,2 0 0,-1 0 0,0-1 0,1 0 0,-1 0 0,1 0 0,0 0 0,0-1 0,0 0 0,10 2 0,-4-2 0,0 0 0,1 0 0,-1-1 0,0-1 0,0 0 0,0 0 0,0-1 0,0-1 0,23-6 0,-29 7 0,0-1 0,0-1 0,0 1 0,0-1 0,-1 0 0,1 0 0,-1-1 0,0 0 0,0 0 0,0 0 0,0 0 0,6-9 0,-9 10 0,0 0 0,-1 0 0,1 0 0,-1 0 0,0 0 0,1 0 0,-2-1 0,1 1 0,0 0 0,-1-1 0,1 1 0,-1-1 0,0 1 0,0-1 0,0 1 0,-1 0 0,1-1 0,-1 1 0,0 0 0,0-1 0,0 1 0,0 0 0,-1 0 0,-3-6 0,-2-2 38,0 1 0,-1-1-1,-1 1 1,1 1-1,-2 0 1,-19-15 0,-21-22-1667,38 31-5197</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40.308"/>
    </inkml:context>
    <inkml:brush xml:id="br0">
      <inkml:brushProperty name="width" value="0.05" units="cm"/>
      <inkml:brushProperty name="height" value="0.05" units="cm"/>
    </inkml:brush>
  </inkml:definitions>
  <inkml:trace contextRef="#ctx0" brushRef="#br0">30 11 24575,'1'-1'0,"0"0"0,-1 0 0,1 1 0,0-1 0,0 0 0,0 0 0,-1 1 0,1-1 0,0 0 0,0 1 0,0-1 0,0 1 0,2-1 0,-2 2 0,-1-1 0,1 1 0,-1 0 0,1 0 0,-1 0 0,0 0 0,1 0 0,-1 0 0,0 0 0,0 0 0,0 0 0,0 0 0,0 0 0,0 0 0,0 0 0,0 0 0,0 0 0,-1 1 0,-2 44 0,-13 58 0,3-24 0,7-44 0,3-22 0,1 0 0,0-1 0,1 20 0,1-32 0,0-1 0,-1 0 0,1 1 0,0-1 0,0 0 0,0 0 0,0 1 0,0-1 0,0 0 0,0 1 0,0-1 0,0 0 0,0 1 0,1-1 0,-1 0 0,0 1 0,0-1 0,0 0 0,0 1 0,0-1 0,1 0 0,-1 0 0,0 1 0,0-1 0,0 0 0,1 0 0,-1 1 0,0-1 0,0 0 0,1 0 0,-1 0 0,0 1 0,0-1 0,1 0 0,-1 0 0,0 0 0,1 0 0,-1 0 0,0 0 0,1 0 0,-1 1 0,14-12 0,9-21 0,-17 22 0,3-6 0,2 0 0,23-27 0,-32 40 0,1-1 0,0 1 0,1 0 0,-1 1 0,0-1 0,1 1 0,0-1 0,0 1 0,-1 0 0,1 0 0,0 1 0,1-1 0,-1 1 0,0 0 0,0 0 0,0 0 0,1 1 0,6-1 0,-9 1 17,0 1 0,0-1 0,0 1 1,0-1-1,0 1 0,0 0 0,0 0 0,0-1 0,0 2 0,0-1 0,0 0 0,0 0 0,-1 0 0,1 1 0,-1-1 0,1 1 0,-1-1 0,1 1 1,1 3-1,0 0-302,0 1 1,-1-1-1,1 1 1,-1-1-1,2 11 1,2 11-6542</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40.759"/>
    </inkml:context>
    <inkml:brush xml:id="br0">
      <inkml:brushProperty name="width" value="0.05" units="cm"/>
      <inkml:brushProperty name="height" value="0.05" units="cm"/>
    </inkml:brush>
  </inkml:definitions>
  <inkml:trace contextRef="#ctx0" brushRef="#br0">49 0 24575,'0'82'0,"-17"134"0,6-153 0,3-25 0,3 0 0,0 0 0,2 68 0,3-101 0,1 1 0,-1-1 0,1 1 0,0-1 0,0 0 0,1 1 0,0-1 0,0 0 0,0 0 0,0 0 0,1 0 0,0 0 0,0-1 0,0 1 0,0-1 0,1 0 0,0 0 0,0 0 0,0 0 0,0-1 0,1 1 0,-1-1 0,1 0 0,0-1 0,9 5 0,3-1 0,1-1 0,0 0 0,0-1 0,32 2 0,79-3 0,-89-3 0,179 1-110,547 17-657,-408 12-452,-281-22-4876</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41.693"/>
    </inkml:context>
    <inkml:brush xml:id="br0">
      <inkml:brushProperty name="width" value="0.05" units="cm"/>
      <inkml:brushProperty name="height" value="0.05" units="cm"/>
    </inkml:brush>
  </inkml:definitions>
  <inkml:trace contextRef="#ctx0" brushRef="#br0">896 146 24575,'1'-6'0,"-1"1"0,-1-1 0,1 0 0,-1 0 0,0 1 0,0-1 0,-3-8 0,3 12 0,0 0 0,0 1 0,-1-1 0,1 0 0,0 1 0,-1-1 0,1 1 0,-1-1 0,1 1 0,-1 0 0,0 0 0,1 0 0,-1 0 0,0 0 0,0 0 0,0 0 0,0 1 0,0-1 0,0 1 0,0-1 0,0 1 0,0 0 0,0-1 0,0 1 0,-2 1 0,-12-1 0,0 1 0,0 1 0,0 0 0,0 1 0,1 1 0,-1 0 0,-21 11 0,-101 54 0,87-39 0,2 1 0,1 4 0,2 1 0,-62 61 0,78-65 0,1 1 0,1 2 0,2 0 0,1 2 0,2 1 0,-28 64 0,42-82 0,2 1 0,0 0 0,2 0 0,0 0 0,1 1 0,1-1 0,1 1 0,2 0 0,1 28 0,1-34 0,0 0 0,1-1 0,1 1 0,1-1 0,0 0 0,1 0 0,0-1 0,1 0 0,1 0 0,0 0 0,1-1 0,0 0 0,18 17 0,-6-9-58,2-2-1,0 0 1,1-2 0,1-1-1,1 0 1,0-2-1,44 17 1,0-6-176,136 31 0,-82-32-171,0-5 1,1-7-1,132-2 0,-113-14 373,0-6-1,199-39 1,-247 28 49,0-4 0,155-61 0,-202 65-119,-1-3 0,-1-1 0,-1-3 0,-1-1 0,-2-2 0,62-58 0,-84 68 78,-2 0 0,0-1-1,-2-1 1,0 0 0,-2-1 0,15-30-1,-24 41 27,-1 1 0,0-1 0,-1 0 0,0-1 0,-1 1 0,-1-1 0,0 1 0,0-1 0,-2 0 0,1 0 0,-2 0 0,0 1 0,-1-1 0,-5-22 0,1 19-7,-1 1 0,0 0 1,-1 1-1,-1 0 0,-1 0 0,0 1 1,0 0-1,-2 1 0,1 0 0,-2 1 0,0 0 1,0 1-1,-17-11 0,-13-6-26,0 2 0,-2 2 0,-62-24 0,-16 1-20,-238-57-1,-140 16 2,306 65-360,-276 2-1,364 25-3161</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42.190"/>
    </inkml:context>
    <inkml:brush xml:id="br0">
      <inkml:brushProperty name="width" value="0.05" units="cm"/>
      <inkml:brushProperty name="height" value="0.05" units="cm"/>
    </inkml:brush>
  </inkml:definitions>
  <inkml:trace contextRef="#ctx0" brushRef="#br0">244 108 24575,'3'-1'0,"9"-5"0,0-1 0,18-13 0,-28 19 0,0-1 0,0 1 0,0-1 0,0 0 0,-1 0 0,1 0 0,0 0 0,-1 0 0,1 0 0,-1 0 0,0 0 0,0 0 0,1-1 0,-2 1 0,1-1 0,0 1 0,0-1 0,-1 1 0,1-1 0,-1 1 0,0-4 0,0 5 0,-1 0 0,1 0 0,-1-1 0,1 1 0,-1 0 0,1 0 0,-1 0 0,0 0 0,0 0 0,1 0 0,-1 0 0,0 1 0,0-1 0,0 0 0,0 0 0,0 1 0,0-1 0,0 0 0,-1 1 0,1-1 0,0 1 0,0-1 0,0 1 0,0 0 0,-1 0 0,1-1 0,-2 1 0,-36-3 0,39 3 0,-17 1 0,1 0 0,0 1 0,0 1 0,0 1 0,0 0 0,-23 10 0,29-11 0,1 1 0,0 1 0,0 0 0,1 0 0,0 0 0,0 1 0,0 1 0,0-1 0,1 1 0,0 0 0,-11 16 0,15-19 0,1 0 0,0 0 0,0 0 0,1 0 0,-1 0 0,1 1 0,0-1 0,0 0 0,1 1 0,-1-1 0,1 0 0,0 1 0,0-1 0,0 1 0,0-1 0,1 0 0,0 1 0,0-1 0,0 0 0,1 0 0,-1 1 0,1-1 0,0 0 0,0 0 0,0-1 0,1 1 0,4 5 0,5 5 0,1 0 0,0-1 0,1-1 0,0 0 0,20 12 0,24 13 0,63 29 0,52 33 0,-167-95 0,0 0 0,-1 1 0,1 0 0,-1 0 0,5 5 0,-9-9 0,-1 0 0,1 0 0,-1-1 0,1 1 0,-1 0 0,1 0 0,-1 0 0,0 0 0,1 0 0,-1-1 0,0 1 0,0 0 0,0 0 0,1 0 0,-1 0 0,0 0 0,0 0 0,-1 2 0,1-2 0,-1 0 0,0 0 0,1 0 0,-1 0 0,0 0 0,1 0 0,-1-1 0,0 1 0,0 0 0,0 0 0,0-1 0,0 1 0,0 0 0,0-1 0,0 1 0,0-1 0,0 1 0,0-1 0,-2 1 0,-9 2 0,0 0 0,0-1 0,0-1 0,-1 0 0,1 0 0,-13-2 0,-77-9 0,93 9 0,-21-3 114,0-1 0,-38-12 0,61 15-228,0-1 0,-1 0 0,1 0 0,0 0 1,0-1-1,1 1 0,-1-2 0,1 1 1,0-1-1,0 0 0,0 0 0,1-1 1,0 0-1,-7-10 0,0-10-6712</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42.517"/>
    </inkml:context>
    <inkml:brush xml:id="br0">
      <inkml:brushProperty name="width" value="0.05" units="cm"/>
      <inkml:brushProperty name="height" value="0.05" units="cm"/>
    </inkml:brush>
  </inkml:definitions>
  <inkml:trace contextRef="#ctx0" brushRef="#br0">47 3 24575,'24'-1'0,"-17"0"0,-1 1 0,1 0 0,0 0 0,0 0 0,-1 1 0,1 0 0,10 3 0,-16-4 0,-1 0 0,0 0 0,0 0 0,1 0 0,-1 0 0,0 1 0,0-1 0,1 0 0,-1 0 0,0 0 0,0 0 0,0 1 0,1-1 0,-1 0 0,0 0 0,0 0 0,0 1 0,0-1 0,1 0 0,-1 0 0,0 1 0,0-1 0,0 0 0,0 0 0,0 1 0,0-1 0,0 0 0,0 0 0,0 1 0,0-1 0,0 0 0,0 0 0,0 1 0,-7 8 0,-18 8 0,19-13 0,-3 3 0,-1 0 0,1 0 0,0 1 0,1 1 0,0-1 0,0 1 0,1 1 0,0-1 0,-7 15 0,12-20 0,0 0 0,0 0 0,1 0 0,-1 0 0,1 1 0,0-1 0,0 0 0,1 1 0,0-1 0,-1 0 0,1 1 0,1-1 0,-1 0 0,0 1 0,1-1 0,0 0 0,0 1 0,1-1 0,-1 0 0,1 0 0,0 0 0,0 0 0,0 0 0,0-1 0,1 1 0,-1-1 0,1 1 0,4 3 0,-1-2 0,0-1 0,0 1 0,0-1 0,0-1 0,1 1 0,0-1 0,-1 0 0,1 0 0,0-1 0,1 0 0,-1 0 0,0-1 0,1 0 0,14 0 0,-10 0 0,0-1 0,0-1 0,0 0 0,1-1 0,-1 0 0,0-1 0,-1-1 0,17-6 0,-23 8 0,0-1 0,0 0 0,0 0 0,0-1 0,0 1 0,-1-1 0,1 0 0,-1 0 0,0-1 0,0 1 0,-1-1 0,1 0 0,-1 0 0,4-10 0,-5 12 0,-1 0 0,0 0 0,0 0 0,-1 0 0,1 0 0,-1-1 0,0 1 0,0 0 0,0 0 0,0-1 0,0 1 0,0 0 0,-1 0 0,0 0 0,0 0 0,0 0 0,0-1 0,0 2 0,0-1 0,-1 0 0,0 0 0,1 0 0,-1 1 0,0-1 0,0 1 0,-1-1 0,1 1 0,-4-3 0,-2-1 0,0 0 0,-1 1 0,1-1 0,-1 2 0,-1-1 0,1 2 0,-1-1 0,-19-4 0,21 6 0,-1 1 0,1-1 0,-1 2 0,0-1 0,1 1 0,-1 0 0,0 1 0,1 0 0,-1 1 0,-14 4 0,11 1 171,12-6-166,0-1 1,0 0-1,0 0 1,0 1-1,0-1 1,0 0-1,0 0 1,0 1-1,0-1 1,0 0-1,0 0 1,0 1-1,1-1 1,-1 0-1,0 0 1,0 1 0,0-1-1,0 0 1,0 0-1,0 0 1,1 1-1,-1-1 1,0 0-1,0 0 1,0 0-1,1 0 1,-1 1-1,0-1 1,0 0-1,1 0 1,23 8-1713,-3-6-5119</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42.690"/>
    </inkml:context>
    <inkml:brush xml:id="br0">
      <inkml:brushProperty name="width" value="0.05" units="cm"/>
      <inkml:brushProperty name="height" value="0.05" units="cm"/>
    </inkml:brush>
  </inkml:definitions>
  <inkml:trace contextRef="#ctx0" brushRef="#br0">0 67 24575,'13'-1'0,"0"-1"0,-1-1 0,1 0 0,-1-1 0,0 0 0,0-1 0,12-6 0,-12 5 0,1 0 0,-1 1 0,1 1 0,0 0 0,0 1 0,17-3 0,-26 6 0,1 0 0,-1 1 0,0-1 0,0 1 0,0 0 0,0 0 0,0 0 0,0 1 0,0-1 0,0 1 0,0 0 0,-1 0 0,1 0 0,-1 0 0,1 1 0,-1 0 0,0-1 0,0 1 0,0 0 0,0 1 0,-1-1 0,1 0 0,-1 1 0,3 6 0,-1-3 22,-1-1 0,0 1-1,0 0 1,0 0-1,-1 0 1,0 0 0,-1 0-1,0 1 1,0-1 0,0 0-1,-1 1 1,0-1-1,-1 1 1,-1 11 0,-3 3-222,-1 1 1,-2-1 0,-11 26-1,4-13-692,7-12-5934</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42.843"/>
    </inkml:context>
    <inkml:brush xml:id="br0">
      <inkml:brushProperty name="width" value="0.05" units="cm"/>
      <inkml:brushProperty name="height" value="0.05" units="cm"/>
    </inkml:brush>
  </inkml:definitions>
  <inkml:trace contextRef="#ctx0" brushRef="#br0">74 63 24575,'-3'-6'0,"-4"-5"0,-3-3 0,-4 0 0,-2 2 0,2 7 0,5 4 0,9 6 0,6 4 0,6 4 0,6 2 0,1 0-8191</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45.064"/>
    </inkml:context>
    <inkml:brush xml:id="br0">
      <inkml:brushProperty name="width" value="0.05" units="cm"/>
      <inkml:brushProperty name="height" value="0.05" units="cm"/>
    </inkml:brush>
  </inkml:definitions>
  <inkml:trace contextRef="#ctx0" brushRef="#br0">287 112 24575,'-7'-15'0,"-25"-42"0,30 53 0,-1 1 0,1 0 0,-1 0 0,1 0 0,-1 0 0,0 0 0,0 0 0,0 1 0,-1 0 0,1-1 0,-1 1 0,-6-3 0,10 5 0,-1 0 0,1 0 0,-1 0 0,1 0 0,-1 0 0,1 0 0,-1 0 0,1-1 0,-1 1 0,1 1 0,-1-1 0,1 0 0,-1 0 0,1 0 0,-1 0 0,1 0 0,-1 0 0,1 0 0,-1 1 0,1-1 0,-1 0 0,1 0 0,0 1 0,-1-1 0,1 0 0,-1 1 0,1-1 0,-1 1 0,-4 16 0,7 25 0,-2-38 0,30 434 0,-74 1976-2468,-88-575 2468,93-1264-1404,39-520-2915</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46.284"/>
    </inkml:context>
    <inkml:brush xml:id="br0">
      <inkml:brushProperty name="width" value="0.05" units="cm"/>
      <inkml:brushProperty name="height" value="0.05" units="cm"/>
    </inkml:brush>
  </inkml:definitions>
  <inkml:trace contextRef="#ctx0" brushRef="#br0">1 2805 24575,'0'-13'0,"0"0"0,0 0 0,1-1 0,1 1 0,0 0 0,1 0 0,0 0 0,8-16 0,85-171 0,10-21 0,-51 79-151,-6-2-1,47-237 1,-61 181-77,12-291 1,-46 146 227,-6 269 0,-4 0 0,-26-110 0,30 168-8,0 0-1,-1 0 1,-1 0 0,-1 1 0,0 1-1,-1-1 1,-14-18 0,20 31 33,0 0 1,-1 0 0,1 0 0,-1 1-1,1-1 1,-1 1 0,0 0 0,-1 0-1,1 0 1,0 1 0,-1-1 0,1 1-1,-1 0 1,0 0 0,0 1 0,0 0-1,0 0 1,0 0 0,0 0 0,0 1-1,0-1 1,0 1 0,0 1 0,0-1-1,0 1 1,0 0 0,0 0 0,0 0-1,0 1 1,0-1 0,-4 4 0,-20 11-1240,5 3-5612</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46.625"/>
    </inkml:context>
    <inkml:brush xml:id="br0">
      <inkml:brushProperty name="width" value="0.05" units="cm"/>
      <inkml:brushProperty name="height" value="0.05" units="cm"/>
    </inkml:brush>
  </inkml:definitions>
  <inkml:trace contextRef="#ctx0" brushRef="#br0">0 256 24575,'0'1'0,"1"0"0,-1 0 0,0-1 0,1 1 0,-1 0 0,1 0 0,-1-1 0,1 1 0,-1 0 0,1-1 0,-1 1 0,1 0 0,0-1 0,-1 1 0,1-1 0,0 1 0,-1-1 0,1 1 0,0-1 0,0 0 0,0 1 0,-1-1 0,1 0 0,0 0 0,0 1 0,0-1 0,0 0 0,0 0 0,-1 0 0,2 0 0,28-1 0,-23-1 0,-1-1 0,1 1 0,0-1 0,-1-1 0,0 1 0,0-1 0,0 0 0,10-9 0,42-46 0,-33 32 0,-5 6 0,49-47 0,-60 61 0,0-1 0,1 1 0,0 1 0,0-1 0,20-7 0,-25 12 22,1 1-1,-1-1 0,0 1 1,1 1-1,-1-1 0,0 1 1,1 0-1,-1 0 0,1 0 1,-1 1-1,1 0 0,-1 0 1,0 1-1,0-1 0,6 3 1,7 4-579,-1 1 0,29 19 0,-45-27 521,24 15-6790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47.477"/>
    </inkml:context>
    <inkml:brush xml:id="br0">
      <inkml:brushProperty name="width" value="0.05" units="cm"/>
      <inkml:brushProperty name="height" value="0.05" units="cm"/>
    </inkml:brush>
  </inkml:definitions>
  <inkml:trace contextRef="#ctx0" brushRef="#br0">51 441 24575,'-1'-3'0,"1"-1"0,-1 1 0,-1 0 0,1 0 0,0-1 0,-1 1 0,0 0 0,-4-5 0,-3-8 0,4 5 0,-11-25 0,15 34 0,0-1 0,1 1 0,-1 0 0,0-1 0,1 1 0,0-1 0,0 1 0,-1 0 0,1-1 0,1 1 0,-1-5 0,13 37 0,15 54 0,31 160 0,-56-213 0,-3-31 0,0 0 0,0 0 0,0 0 0,0 0 0,0 0 0,0 0 0,0 0 0,0 0 0,0 0 0,0 0 0,0 0 0,0 0 0,0 0 0,0 0 0,0 0 0,0 0 0,0 0 0,-1 0 0,1 0 0,0 0 0,0 0 0,0 0 0,0 0 0,0 0 0,0 0 0,0 0 0,0 0 0,0 0 0,0 0 0,0 0 0,0 1 0,0-1 0,0 0 0,0 0 0,0 0 0,-5-19 0,-12-59 0,5 0 0,2-1 0,5 0 0,4-100 0,2 168 0,5-73 0,-4 76 0,-1 0 0,1 0 0,0 1 0,1-1 0,0 0 0,0 1 0,8-14 0,-10 20 0,0-1 0,0 1 0,1-1 0,-1 1 0,0 0 0,1 0 0,-1 0 0,1-1 0,-1 1 0,1 1 0,-1-1 0,1 0 0,0 0 0,0 1 0,-1-1 0,1 1 0,0-1 0,0 1 0,0 0 0,-1-1 0,1 1 0,0 0 0,0 1 0,0-1 0,0 0 0,-1 0 0,1 1 0,0-1 0,0 1 0,0-1 0,-1 1 0,3 1 0,6 3 0,0 0 0,0 1 0,-1 1 0,11 7 0,-13-8 0,22 17 0,-1 1 0,36 40 0,-53-52 0,-1 1 0,0 0 0,-1 0 0,0 1 0,-1 0 0,-1 1 0,0 0 0,5 16 0,-11-26 0,0 0 0,0-1 0,-1 1 0,1 0 0,-1 0 0,0-1 0,0 1 0,-1 0 0,0-1 0,1 1 0,-1 0 0,-1-1 0,1 1 0,-1-1 0,0 1 0,0-1 0,0 0 0,0 0 0,-1 0 0,0 0 0,0 0 0,0-1 0,0 1 0,-7 5 0,4-4 0,0-1 0,0 0 0,0 0 0,-1 0 0,0 0 0,0-1 0,0-1 0,0 1 0,0-1 0,0 0 0,-1 0 0,1-1 0,-1 0 0,-14 0 0,9-4 0,13 3 0,0 0 0,0 0 0,0-1 0,0 1 0,0 0 0,0 0 0,0 0 0,-1 0 0,1 0 0,0 0 0,0 0 0,0-1 0,0 1 0,0 0 0,0 0 0,0 0 0,0 0 0,0 0 0,0-1 0,0 1 0,0 0 0,0 0 0,0 0 0,0 0 0,0 0 0,0 0 0,0-1 0,0 1 0,1 0 0,-1 0 0,0 0 0,0 0 0,0 0 0,0 0 0,0-1 0,0 1 0,0 0 0,0 0 0,0 0 0,1 0 0,-1 0 0,0 0 0,22-11 0,-7 8 0,0 0 0,0 0 0,0 2 0,0 0 0,0 0 0,0 2 0,0 0 0,0 0 0,1 2 0,17 4 0,-26-5 0,0 0 0,0 0 0,0 1 0,-1 0 0,1 0 0,-1 1 0,0 0 0,0 0 0,0 0 0,0 1 0,-1 0 0,1 0 0,-1 0 0,0 0 0,-1 1 0,0 0 0,0 0 0,0 1 0,0-1 0,-1 1 0,0-1 0,-1 1 0,3 9 0,-4-11 0,0 0 0,0 1 0,-1-1 0,0 1 0,0-1 0,0 0 0,-1 1 0,0-1 0,0 0 0,0 1 0,-1-1 0,1 0 0,-1 0 0,-1 0 0,-4 8 0,2-5 0,0-1 0,0 0 0,-1-1 0,0 1 0,0-1 0,-1 0 0,0-1 0,0 0 0,-11 7 0,9-7 0,-1 0 0,0 0 0,0-2 0,0 1 0,-1-1 0,1 0 0,-18 1 0,21-3 0,1 0 0,-1-1 0,0 0 0,0-1 0,0 1 0,0-2 0,1 1 0,-1 0 0,0-1 0,1-1 0,-12-4 0,14 5 22,1-1-1,-1 1 0,1 0 1,0-1-1,0 0 0,0 0 1,0 1-1,1-2 0,-1 1 1,1 0-1,0-1 0,0 1 1,0-1-1,0 1 0,-2-8 1,2 4-236,1 0 1,-1-1 0,1 1-1,1-1 1,-1 1 0,1-1-1,2-10 1,4-21-6613</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47.635"/>
    </inkml:context>
    <inkml:brush xml:id="br0">
      <inkml:brushProperty name="width" value="0.05" units="cm"/>
      <inkml:brushProperty name="height" value="0.05" units="cm"/>
    </inkml:brush>
  </inkml:definitions>
  <inkml:trace contextRef="#ctx0" brushRef="#br0">0 125 24575,'15'-13'0,"0"0"0,1 1 0,0 1 0,1 0 0,0 1 0,1 1 0,0 0 0,1 2 0,-1 0 0,1 1 0,1 1 0,-1 1 0,22-2 0,-39 5 0,0 1 0,0 0 0,0 0 0,0-1 0,0 1 0,0 1 0,-1-1 0,1 0 0,0 0 0,0 1 0,0-1 0,0 1 0,0 0 0,0-1 0,0 1 0,-1 0 0,1 0 0,0 0 0,-1 0 0,1 0 0,-1 1 0,1-1 0,-1 0 0,1 1 0,0 1 0,0 1 0,0 0 0,-1 1 0,0-1 0,1 0 0,-1 0 0,-1 1 0,1-1 0,-1 1 0,0-1 0,0 6 0,-3 96 187,1 40-118,3-116-609,2 0-1,11 55 1,-8-61-6286</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47.884"/>
    </inkml:context>
    <inkml:brush xml:id="br0">
      <inkml:brushProperty name="width" value="0.05" units="cm"/>
      <inkml:brushProperty name="height" value="0.05" units="cm"/>
    </inkml:brush>
  </inkml:definitions>
  <inkml:trace contextRef="#ctx0" brushRef="#br0">31 225 24575,'-8'-30'0,"0"-1"0,2 0 0,-2-42 0,8 69 0,-1 0 0,1 0 0,0-1 0,1 1 0,-1 0 0,1 0 0,0 0 0,2-6 0,-3 9 0,1 0 0,-1 0 0,1 0 0,0 0 0,-1 0 0,1 0 0,0 0 0,0 0 0,0 1 0,-1-1 0,1 0 0,0 1 0,0-1 0,0 0 0,0 1 0,0-1 0,0 1 0,1-1 0,-1 1 0,0 0 0,0 0 0,0-1 0,0 1 0,0 0 0,1 0 0,-1 0 0,0 0 0,0 0 0,0 0 0,0 0 0,0 1 0,1-1 0,1 1 0,7 3 0,1 0 0,-1 0 0,0 1 0,0 0 0,0 1 0,0 0 0,-1 1 0,12 11 0,5 6 0,32 38 0,-39-39 0,0 1 0,-2 1 0,-1 1 0,-1 0 0,-1 1 0,-1 0 0,11 35 0,-20-49 0,-1 1 0,0-1 0,-1 1 0,-1 0 0,0 0 0,0-1 0,-4 27 0,2-31 0,-1 1 0,-1-1 0,1 0 0,-1 0 0,-1 0 0,0-1 0,0 1 0,-1-1 0,0 0 0,0 0 0,-1 0 0,-10 10 0,10-12-59,-1 0 0,0-1-1,0 1 1,0-1-1,-1-1 1,0 1 0,0-1-1,0-1 1,0 1 0,-1-1-1,1-1 1,-1 0 0,0 0-1,0 0 1,1-1-1,-1-1 1,0 1 0,0-2-1,0 1 1,0-1 0,0 0-1,-14-5 1,-8-6-6767</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48.131"/>
    </inkml:context>
    <inkml:brush xml:id="br0">
      <inkml:brushProperty name="width" value="0.05" units="cm"/>
      <inkml:brushProperty name="height" value="0.05" units="cm"/>
    </inkml:brush>
  </inkml:definitions>
  <inkml:trace contextRef="#ctx0" brushRef="#br0">37 0 24575,'7'0'0,"-1"1"0,1 0 0,0 0 0,-1 0 0,1 1 0,-1 0 0,7 3 0,-12-5 0,0 1 0,0-1 0,0 1 0,0-1 0,0 1 0,0-1 0,0 1 0,-1 0 0,1-1 0,0 1 0,0 0 0,-1 0 0,1 0 0,0 0 0,-1 0 0,1 0 0,-1-1 0,1 1 0,-1 0 0,1 2 0,-1-2 0,-1 0 0,1 1 0,0-1 0,0 0 0,-1 1 0,1-1 0,-1 0 0,1 0 0,-1 0 0,0 1 0,1-1 0,-1 0 0,0 0 0,0 0 0,0 0 0,0 0 0,0 0 0,0 0 0,0 0 0,0-1 0,-1 2 0,-21 15 0,14-11 0,0 1 0,1 0 0,-13 13 0,18-16 0,0 0 0,1 0 0,-1 0 0,1 0 0,0 0 0,0 1 0,0-1 0,1 1 0,0-1 0,-1 1 0,0 9 0,1 1 0,1 1 0,0 0 0,1-1 0,1 1 0,1-1 0,0 1 0,0-1 0,2 0 0,6 16 0,-2-11 0,0 1 0,2-1 0,1 0 0,0-1 0,25 29 0,-30-40 43,1 0 0,0-1-1,0 0 1,0 0 0,1-1-1,0 0 1,16 7 0,-22-11-115,1 0 1,-1-1 0,1 1 0,0-1 0,-1 0 0,1 0 0,0-1 0,0 1 0,0-1-1,0 1 1,0-1 0,-1-1 0,1 1 0,0 0 0,0-1 0,0 0 0,0 0 0,-1 0 0,1 0-1,0-1 1,-1 0 0,1 1 0,5-5 0,7-10-6755</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48.242"/>
    </inkml:context>
    <inkml:brush xml:id="br0">
      <inkml:brushProperty name="width" value="0.05" units="cm"/>
      <inkml:brushProperty name="height" value="0.05" units="cm"/>
    </inkml:brush>
  </inkml:definitions>
  <inkml:trace contextRef="#ctx0" brushRef="#br0">96 73 24575,'-6'-6'0,"-8"-5"0,-8-3 0,-2 0 0,4 3 0,11 3 0,11 3 0,12 2 0,12 2 0,2 1-8191</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48.758"/>
    </inkml:context>
    <inkml:brush xml:id="br0">
      <inkml:brushProperty name="width" value="0.05" units="cm"/>
      <inkml:brushProperty name="height" value="0.05" units="cm"/>
    </inkml:brush>
  </inkml:definitions>
  <inkml:trace contextRef="#ctx0" brushRef="#br0">0 289 24575,'0'-59'0,"14"360"0,-11-260 0,-2-14 0,0-58 0,-3-75 0,0-4 0,12-118 0,-9 218 0,0 1 0,1-1 0,0 1 0,1 0 0,0 0 0,0 0 0,7-13 0,-9 19 0,1 0 0,0 1 0,0-1 0,0 1 0,0 0 0,1 0 0,-1 0 0,0 0 0,1 0 0,-1 0 0,1 0 0,0 1 0,0 0 0,0-1 0,-1 1 0,1 0 0,0 0 0,0 1 0,1-1 0,-1 0 0,0 1 0,0 0 0,0 0 0,0 0 0,0 0 0,4 1 0,14 4 0,0 0 0,-1 1 0,0 1 0,-1 1 0,1 1 0,-1 0 0,-1 2 0,27 19 0,-41-27 0,0 0 0,0 0 0,0 0 0,-1 1 0,1 0 0,-1 0 0,4 4 0,-7-6 0,1-1 0,0 1 0,-1-1 0,1 1 0,-1-1 0,1 1 0,-1-1 0,1 1 0,-1-1 0,0 1 0,0 0 0,0-1 0,0 1 0,0-1 0,0 1 0,-1-1 0,1 1 0,0 0 0,-1-1 0,1 1 0,-1-1 0,1 1 0,-1-1 0,0 0 0,0 1 0,-1 1 0,-4 4 0,-1 0 0,1 0 0,-1 0 0,-1-1 0,1 0 0,-1-1 0,0 0 0,-11 6 0,-72 29 0,41-24 0,28-9 0,-35 15 0,57-22 0,-1 0 0,1 0 0,0 0 0,-1 1 0,1-1 0,0 0 0,0 0 0,-1 0 0,1 0 0,0 0 0,-1 1 0,1-1 0,0 0 0,0 0 0,-1 0 0,1 1 0,0-1 0,0 0 0,0 0 0,-1 1 0,1-1 0,0 0 0,0 0 0,0 1 0,0-1 0,0 0 0,-1 1 0,1-1 0,0 0 0,0 1 0,0-1 0,0 0 0,10 4 0,20-2 0,-28-2 0,187-1-1365,-157 0-5461</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49.567"/>
    </inkml:context>
    <inkml:brush xml:id="br0">
      <inkml:brushProperty name="width" value="0.05" units="cm"/>
      <inkml:brushProperty name="height" value="0.05" units="cm"/>
    </inkml:brush>
  </inkml:definitions>
  <inkml:trace contextRef="#ctx0" brushRef="#br0">0 246 24575,'20'-56'0,"-16"42"0,1 0 0,6-14 0,-6 18 0,5-11 0,0 1 0,2 1 0,25-34 0,-37 52 0,0 1 0,1-1 0,-1 0 0,0 1 0,1-1 0,-1 0 0,1 1 0,-1-1 0,1 1 0,0-1 0,-1 1 0,1-1 0,-1 1 0,1-1 0,0 1 0,0 0 0,-1-1 0,1 1 0,0 0 0,-1 0 0,1 0 0,0-1 0,0 1 0,-1 0 0,1 0 0,0 0 0,0 0 0,0 0 0,-1 0 0,1 0 0,0 1 0,0-1 0,-1 0 0,1 0 0,0 1 0,0-1 0,-1 0 0,1 1 0,0-1 0,-1 1 0,1-1 0,-1 0 0,1 1 0,-1 0 0,1-1 0,0 1 0,-1-1 0,0 1 0,1 0 0,-1-1 0,1 1 0,-1 1 0,3 4 0,0 0 0,-1 1 0,0-1 0,2 14 0,26 219 0,-18-121 0,18 142-1365,-22-189-5461</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50.296"/>
    </inkml:context>
    <inkml:brush xml:id="br0">
      <inkml:brushProperty name="width" value="0.05" units="cm"/>
      <inkml:brushProperty name="height" value="0.05" units="cm"/>
    </inkml:brush>
  </inkml:definitions>
  <inkml:trace contextRef="#ctx0" brushRef="#br0">73 72 24575,'-50'-50'0,"50"49"0,-1 1 0,1 0 0,0-1 0,-1 1 0,1 0 0,0-1 0,-1 1 0,1 0 0,0-1 0,-1 1 0,1 0 0,0 0 0,-1 0 0,1-1 0,-1 1 0,1 0 0,-1 0 0,1 0 0,0 0 0,-1 0 0,1 0 0,-1 0 0,1 0 0,-1 0 0,1 0 0,-1 0 0,1 0 0,-1 0 0,0 0 0,-5 13 0,3 27 0,3-35 0,19 378 0,-14-365 0,-4-18 0,-1 0 0,0 0 0,0 0 0,1 0 0,-1 0 0,0 0 0,0 0 0,1 0 0,-1 0 0,0-1 0,0 1 0,0 0 0,1 0 0,-1 0 0,0 0 0,0 0 0,1 0 0,-1-1 0,0 1 0,0 0 0,0 0 0,0 0 0,1-1 0,-1 1 0,0 0 0,0 0 0,0 0 0,0-1 0,0 1 0,0 0 0,1 0 0,-1-1 0,0 1 0,0 0 0,0-1 0,12-37 0,-9 29 0,69-187 0,-59 168 0,1 1 0,1 1 0,1 0 0,37-44 0,-48 64 0,1 0 0,-1 1 0,1-1 0,1 1 0,-1 0 0,10-5 0,-14 9 0,0 0 0,-1 1 0,1-1 0,0 0 0,0 1 0,0-1 0,0 1 0,-1-1 0,1 1 0,0 0 0,0 0 0,0 0 0,0 0 0,0 0 0,0 0 0,0 0 0,0 1 0,0-1 0,0 1 0,-1 0 0,1-1 0,0 1 0,0 0 0,-1 0 0,1 0 0,0 0 0,-1 0 0,1 0 0,-1 1 0,1-1 0,1 3 0,2 4 0,1-1 0,-2 1 0,1 0 0,-1 0 0,-1 1 0,1-1 0,-2 1 0,3 10 0,12 78 0,-13-69 0,7 83 0,-11-110 0,0 0 0,0-1 0,0 1 0,0-1 0,0 1 0,0-1 0,0 1 0,0-1 0,0 1 0,0-1 0,1 1 0,-1-1 0,0 1 0,0-1 0,0 1 0,1-1 0,-1 1 0,0-1 0,1 0 0,-1 1 0,0-1 0,1 1 0,-1-1 0,1 0 0,-1 1 0,1-1 0,0 0 0,0 0 0,0 0 0,-1 0 0,1 0 0,0-1 0,-1 1 0,1 0 0,0-1 0,-1 1 0,1 0 0,-1-1 0,1 1 0,0-1 0,-1 1 0,1-1 0,-1 1 0,1-1 0,26-37 0,-19 25 0,2 1 0,-3 1 0,1 0 0,0 1 0,0 0 0,1 1 0,1 0 0,-1 0 0,1 1 0,14-9 0,-23 17 0,1-1 0,-1 0 0,1 1 0,-1-1 0,1 1 0,-1-1 0,1 1 0,-1 0 0,1-1 0,-1 1 0,1 0 0,0 0 0,-1 0 0,1 0 0,-1 0 0,1 1 0,-1-1 0,1 0 0,-1 1 0,1-1 0,-1 1 0,1 0 0,-1-1 0,0 1 0,1 0 0,-1 0 0,0 0 0,1 0 0,-1 0 0,0 0 0,0 0 0,0 0 0,0 1 0,0-1 0,0 0 0,-1 1 0,2 1 0,2 6 0,0 0 0,-1 0 0,0 0 0,3 19 0,-4-19 0,12 55-1365,-7-36-5461</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51.278"/>
    </inkml:context>
    <inkml:brush xml:id="br0">
      <inkml:brushProperty name="width" value="0.05" units="cm"/>
      <inkml:brushProperty name="height" value="0.05" units="cm"/>
    </inkml:brush>
  </inkml:definitions>
  <inkml:trace contextRef="#ctx0" brushRef="#br0">48 230 24575,'7'-4'0,"0"0"0,-1 0 0,0-1 0,0 0 0,0 0 0,0 0 0,-1-1 0,9-11 0,32-57 0,-33 53 0,-7 11 0,-4 6 0,1 1 0,-1-1 0,0 1 0,0-1 0,0 0 0,0 0 0,0 0 0,-1 0 0,0 0 0,0 0 0,0-1 0,0 1 0,-1-7 0,0 11 0,0 0 0,0-1 0,0 1 0,0-1 0,-1 1 0,1 0 0,0-1 0,0 1 0,-1 0 0,1-1 0,0 1 0,-1 0 0,1-1 0,0 1 0,-1 0 0,1 0 0,0-1 0,-1 1 0,1 0 0,0 0 0,-1 0 0,1-1 0,-1 1 0,1 0 0,-1 0 0,1 0 0,0 0 0,-1 0 0,1 0 0,-1 0 0,1 0 0,-1 0 0,1 0 0,0 0 0,-1 0 0,1 0 0,-1 1 0,1-1 0,-1 0 0,1 0 0,0 0 0,-1 0 0,1 1 0,0-1 0,-1 0 0,1 1 0,-20 12 0,20-13 0,-17 16 0,0 1 0,0 0 0,2 1 0,0 1 0,2 0 0,0 1 0,1 0 0,1 1 0,-13 34 0,22-51 0,1 0 0,-1 1 0,1-1 0,1 1 0,-1-1 0,1 1 0,-1 6 0,1-10 0,0 0 0,0-1 0,1 1 0,-1 0 0,0-1 0,0 1 0,0 0 0,1-1 0,-1 1 0,0 0 0,0-1 0,1 1 0,-1-1 0,1 1 0,-1-1 0,1 1 0,-1-1 0,0 1 0,1-1 0,0 1 0,-1-1 0,1 1 0,1-1 0,-1 0 0,0 1 0,0-1 0,0 0 0,1 0 0,-1 0 0,0 0 0,0 0 0,1-1 0,-1 1 0,0 0 0,0-1 0,0 1 0,1 0 0,-1-1 0,0 1 0,1-2 0,11-5 0,-1 0 0,0-1 0,0-1 0,-1 0 0,0 0 0,14-17 0,53-74 0,-20 24 0,-55 73 0,0-1 0,0 1 0,0 0 0,1 0 0,-1 0 0,8-4 0,-10 7 0,-1-1 0,1 1 0,-1 0 0,1 0 0,0 0 0,-1-1 0,1 1 0,-1 0 0,1 0 0,-1 0 0,1 0 0,0 0 0,-1 0 0,1 0 0,-1 0 0,1 0 0,0 0 0,-1 1 0,1-1 0,-1 0 0,1 0 0,0 1 0,0 0 0,0 0 0,0 0 0,-1 0 0,1 0 0,0 0 0,-1 0 0,1 0 0,-1 0 0,1 0 0,-1 0 0,0 0 0,1 1 0,-1-1 0,0 0 0,0 0 0,0 2 0,2 18 0,-3 41 0,-1-38 0,4 39 0,-2-56 0,1 0 0,0 0 0,1-1 0,0 1 0,0-1 0,0 1 0,1-1 0,0 0 0,0 0 0,5 8 0,-7-13 0,0 0 0,0 0 0,0 0 0,-1 0 0,1 0 0,0-1 0,0 1 0,1 0 0,-1 0 0,0 0 0,0-1 0,0 1 0,0-1 0,1 1 0,-1-1 0,0 1 0,1-1 0,-1 0 0,0 0 0,0 0 0,3 0 0,-1 0 0,0 0 0,0-1 0,-1 0 0,1 0 0,-1 1 0,1-2 0,0 1 0,-1 0 0,0 0 0,3-3 0,5-3 0,0-1 0,-1-1 0,13-15 0,-21 23 0,29-37 0,-24 29 0,0 1 0,0 0 0,1 0 0,0 1 0,0 0 0,0 0 0,1 1 0,15-11 0,-22 17 0,0-1 0,0 1 0,0 0 0,0-1 0,0 1 0,0 0 0,0-1 0,0 1 0,0 0 0,0 0 0,0 0 0,0 0 0,0 0 0,0 0 0,0 0 0,0 0 0,0 0 0,0 0 0,0 1 0,0-1 0,-1 0 0,1 1 0,0-1 0,0 1 0,0-1 0,0 1 0,0-1 0,-1 1 0,1 0 0,0-1 0,0 1 0,-1 0 0,1 0 0,-1-1 0,1 1 0,0 0 0,-1 0 0,1 0 0,-1 0 0,0 0 0,1 0 0,-1 0 0,0 0 0,1 1 0,1 8 0,0 0 0,0 0 0,0 18 0,-1-10 0,2 11 0,-3-20 0,1 0 0,-1 0 0,2 0 0,-1 0 0,2 0 0,-1 0 0,1-1 0,5 11 0,-8-18 0,1 0 0,0 0 0,-1 0 0,1-1 0,0 1 0,-1 0 0,1 0 0,0-1 0,0 1 0,0-1 0,0 1 0,0-1 0,0 1 0,0-1 0,0 0 0,0 1 0,0-1 0,0 0 0,0 0 0,0 0 0,0 0 0,0 0 0,0 0 0,0 0 0,0 0 0,0 0 0,0 0 0,0 0 0,0-1 0,0 1 0,0 0 0,0-1 0,0 1 0,-1-1 0,1 1 0,0-1 0,1 0 0,4-3 0,0-1 0,0 1 0,11-11 0,-15 12 0,38-37 0,-9 8 0,2 1 0,38-27 0,-67 55 0,0 0 0,1 0 0,-1 1 0,1 0 0,0-1 0,0 2 0,0-1 0,0 1 0,7-2 0,-10 3 0,0 0 0,-1 0 0,1 0 0,0 0 0,0 0 0,0 0 0,0 1 0,0-1 0,0 1 0,-1-1 0,1 1 0,0 0 0,0 0 0,-1 0 0,1 0 0,0 0 0,-1 0 0,1 0 0,-1 0 0,1 1 0,-1-1 0,0 1 0,0-1 0,0 1 0,0-1 0,0 1 0,2 3 0,-1-1 0,0-1 0,0 1 0,0 0 0,0-1 0,1 1 0,0-1 0,-1 0 0,1 0 0,5 4 0,-5-6 0,-1 0 0,0 1 0,0-1 0,1-1 0,-1 1 0,1 0 0,-1-1 0,0 1 0,1-1 0,-1 1 0,1-1 0,-1 0 0,1 0 0,-1-1 0,1 1 0,-1 0 0,1-1 0,2 0 0,18-7 0,0-1 0,-1-1 0,0 0 0,33-23 0,-3 2 0,-43 27 0,-2 0 0,1-1 0,0-1 0,11-10 0,-18 15 0,0 0 0,0 0 0,-1 0 0,1 1 0,0-2 0,-1 1 0,1 0 0,0 0 0,-1 0 0,1 0 0,-1 0 0,0 0 0,1-1 0,-1 1 0,0 0 0,0 0 0,0 0 0,0-2 0,0 1 0,-1 1 0,1 0 0,-1-1 0,1 1 0,-1 0 0,0 0 0,0 0 0,0 0 0,0 0 0,0 0 0,0 0 0,0 0 0,0 0 0,0 0 0,0 0 0,0 1 0,-1-1 0,1 1 0,0-1 0,-3 0 0,-3-2 0,-1 1 0,0 1 0,0-1 0,1 1 0,-1 0 0,0 1 0,0 0 0,0 0 0,0 1 0,0 0 0,-9 2 0,10-1 0,-1 0 0,1 0 0,0 0 0,0 1 0,0 0 0,0 0 0,0 1 0,1 0 0,-1 0 0,1 0 0,-10 10 0,14-11 0,-1 0 0,1 1 0,1-1 0,-1 1 0,0-1 0,1 1 0,-1 0 0,1-1 0,0 1 0,1 0 0,-1 0 0,0 0 0,1 0 0,0 0 0,0 0 0,0 0 0,1-1 0,-1 1 0,2 5 0,3 10 0,0-1 0,15 32 0,-9-22 0,45 141 0,-49-141 0,-1 1 0,-1 1 0,-2-1 0,0 31 0,-3-54 49,0 1 0,-1-1 0,0 0-1,0 1 1,0-1 0,-4 9 0,4-13-156,0 1 0,0 0 1,-1-1-1,1 1 0,-1-1 1,0 1-1,0-1 0,0 0 1,0 0-1,0 0 0,0 0 1,-1 0-1,1 0 0,-1 0 1,-3 1-1,-11 4-6719</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51.652"/>
    </inkml:context>
    <inkml:brush xml:id="br0">
      <inkml:brushProperty name="width" value="0.05" units="cm"/>
      <inkml:brushProperty name="height" value="0.05" units="cm"/>
    </inkml:brush>
  </inkml:definitions>
  <inkml:trace contextRef="#ctx0" brushRef="#br0">0 217 24575,'12'1'0,"1"0"0,22 5 0,-26-3 0,0-1 0,0-1 0,0 0 0,0 0 0,0-1 0,0 0 0,10-1 0,-4-2 0,-1 0 0,1-1 0,-1-1 0,0 0 0,-1-1 0,1 0 0,16-11 0,-26 14 0,0 0 0,-1 1 0,1-1 0,-1 0 0,0-1 0,0 1 0,0-1 0,0 1 0,-1-1 0,0 0 0,1 0 0,1-6 0,-3 7 0,0 0 0,-1-1 0,1 1 0,-1-1 0,0 1 0,0 0 0,0-1 0,0 1 0,-1-1 0,1 1 0,-1 0 0,0-1 0,0 1 0,0 0 0,0-1 0,-1 1 0,1 0 0,-4-4 0,2 2 0,-1 0 0,1 0 0,-1 1 0,-1-1 0,1 1 0,-1 0 0,1 0 0,-1 0 0,-1 1 0,1 0 0,0 0 0,-1 0 0,1 1 0,-1-1 0,0 1 0,0 1 0,0-1 0,0 1 0,0 0 0,0 0 0,0 1 0,0 0 0,0 0 0,0 0 0,0 1 0,0 0 0,0 0 0,0 0 0,0 1 0,0 0 0,0 0 0,0 1 0,1-1 0,0 1 0,-1 0 0,1 1 0,0-1 0,0 1 0,1 0 0,-1 1 0,1-1 0,0 1 0,0-1 0,1 1 0,-6 10 0,4-5 20,0 1 0,1 0 0,0 0 1,1 0-1,0 0 0,1 0 0,1 1 0,0-1 0,0 1 0,1-1 0,0 1 0,1-1 0,0 1 0,1-1 0,0 0 0,5 13 1,-4-15-103,0 0 1,1 0 0,0-1 0,1 0-1,-1 0 1,1 0 0,1 0-1,0-1 1,0 0 0,0 0 0,1 0-1,0-1 1,0 0 0,0-1 0,1 1-1,0-1 1,0-1 0,1 1 0,-1-2-1,10 4 1,21 3-6745</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52.058"/>
    </inkml:context>
    <inkml:brush xml:id="br0">
      <inkml:brushProperty name="width" value="0.05" units="cm"/>
      <inkml:brushProperty name="height" value="0.05" units="cm"/>
    </inkml:brush>
  </inkml:definitions>
  <inkml:trace contextRef="#ctx0" brushRef="#br0">56 590 24575,'36'-23'0,"25"-18"0,-54 36 0,-1-1 0,-1 1 0,1-1 0,-1 0 0,0 0 0,0 0 0,4-8 0,-8 12 0,0 0 0,0 1 0,-1-1 0,1 0 0,0 0 0,-1 0 0,1 0 0,-1 1 0,0-1 0,1 0 0,-1 0 0,0 0 0,0 0 0,0 0 0,0 0 0,-1 0 0,1 0 0,-1 0 0,1 0 0,-1 1 0,-1-4 0,1 2 0,-1 0 0,0 0 0,-1 1 0,1-1 0,-1 1 0,1-1 0,-1 1 0,0 0 0,1 0 0,-1 0 0,-4-2 0,-6-3 0,-1 1 0,-1 1 0,1 0 0,-21-4 0,32 8 0,1 1 0,-1-1 0,1 1 0,0 0 0,-1-1 0,1 1 0,-1 0 0,1 0 0,-1 1 0,1-1 0,-1 0 0,1 1 0,0 0 0,-1-1 0,1 1 0,0 0 0,0 0 0,-1 0 0,1 1 0,0-1 0,-2 2 0,2 0 0,-1 0 0,1 0 0,0 0 0,0 0 0,0 0 0,1 0 0,-1 1 0,1-1 0,0 1 0,0-1 0,0 1 0,0-1 0,0 8 0,0-4 0,0 1 0,1-1 0,0 0 0,0 1 0,1-1 0,0 1 0,0-1 0,1 0 0,3 11 0,-4-15 0,0-1 0,0 0 0,0 1 0,1-1 0,-1 0 0,1 0 0,-1 0 0,1 0 0,0 0 0,0-1 0,0 1 0,0-1 0,0 1 0,0-1 0,0 1 0,1-1 0,-1 0 0,0 0 0,1 0 0,-1 0 0,1-1 0,-1 1 0,1-1 0,-1 1 0,1-1 0,0 0 0,-1 0 0,1 0 0,-1 0 0,5-2 0,-1 1 0,0-1 0,0 1 0,0-2 0,0 1 0,0-1 0,0 0 0,0 0 0,-1 0 0,1-1 0,-1 0 0,0 0 0,0 0 0,-1-1 0,6-6 0,6-9 0,-1 0 0,16-28 0,-12 14 0,0-1 0,-3 0 0,-1-1 0,-1-1 0,-2-1 0,-2 0 0,11-75 0,-21 82 0,0 31 0,0 0 0,0-1 0,0 1 0,0 0 0,0-1 0,0 1 0,0 0 0,0-1 0,0 1 0,0 0 0,0-1 0,0 1 0,0 0 0,0-1 0,0 1 0,-1 0 0,1-1 0,0 1 0,0 0 0,0-1 0,-1 1 0,1 0 0,0 0 0,0-1 0,-1 1 0,1 0 0,0 0 0,0-1 0,-1 1 0,1 0 0,0 0 0,-1 0 0,1 0 0,0 0 0,-1-1 0,-9 11 0,5 0 0,0 1 0,1-1 0,0 2 0,0-1 0,-2 12 0,-8 64 0,9-54 0,-5 46-341,3 2 0,4-1-1,10 114 1,-4-162-6485</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56.131"/>
    </inkml:context>
    <inkml:brush xml:id="br0">
      <inkml:brushProperty name="width" value="0.05" units="cm"/>
      <inkml:brushProperty name="height" value="0.05" units="cm"/>
    </inkml:brush>
  </inkml:definitions>
  <inkml:trace contextRef="#ctx0" brushRef="#br0">1878 1889 24575,'7'-22'0,"-1"7"0,109-643 0,-85 454 0,8-35 0,43-304 0,-79 531 0,-1 9 0,0-1 0,0 1 0,0 0 0,-1 0 0,1-1 0,-1 1 0,0-1 0,0 1 0,-1 0 0,1-1 0,-1 1 0,0-5 0,-2 8 0,1-1 0,-1 1 0,1-1 0,0 1 0,-1 0 0,1 0 0,-1 0 0,1 0 0,-1 0 0,1 0 0,-1 1 0,1 0 0,0-1 0,-4 2 0,-7 1 0,-43 3 0,-92-3 0,-57-16 0,124 7 0,-1411-125-895,1368 119 895,211 20-470,-67-4-6356</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56.538"/>
    </inkml:context>
    <inkml:brush xml:id="br0">
      <inkml:brushProperty name="width" value="0.05" units="cm"/>
      <inkml:brushProperty name="height" value="0.05" units="cm"/>
    </inkml:brush>
  </inkml:definitions>
  <inkml:trace contextRef="#ctx0" brushRef="#br0">177 67 24575,'0'-5'0,"0"1"0,0-1 0,0 0 0,-1 0 0,0 1 0,0-1 0,0 0 0,0 1 0,-3-5 0,4 8 0,-1 0 0,0-1 0,0 1 0,0 0 0,0 0 0,0 0 0,0 1 0,-1-1 0,1 0 0,0 0 0,0 0 0,-1 1 0,1-1 0,0 1 0,-1-1 0,1 1 0,-1 0 0,1-1 0,0 1 0,-1 0 0,1 0 0,-1 0 0,1 0 0,-1 0 0,1 0 0,0 0 0,-1 1 0,1-1 0,-1 1 0,1-1 0,0 1 0,-1-1 0,-1 2 0,-6 2 0,1 0 0,0 0 0,1 1 0,-1 0 0,1 0 0,0 1 0,0 0 0,0 0 0,1 0 0,0 1 0,-10 14 0,13-16 0,0-1 0,0 1 0,0 0 0,1 0 0,0 0 0,0 0 0,0 1 0,0-1 0,1 0 0,0 1 0,0-1 0,0 1 0,1-1 0,0 1 0,0-1 0,0 1 0,1 0 0,0-1 0,0 1 0,2 7 0,0-9 0,-1 0 0,0 0 0,1-1 0,0 1 0,0-1 0,0 0 0,0 0 0,1 0 0,-1 0 0,1 0 0,-1-1 0,1 1 0,0-1 0,0 0 0,0 0 0,0-1 0,1 1 0,-1-1 0,0 0 0,9 1 0,3 1 0,0-2 0,0 0 0,0 0 0,25-4 0,-25 1 0,0 0 0,0-1 0,-1-1 0,1-1 0,-1 0 0,24-12 0,-34 14 0,0 1 0,0-1 0,0 0 0,0 0 0,-1-1 0,1 0 0,-1 1 0,0-1 0,0-1 0,0 1 0,-1-1 0,0 1 0,0-1 0,0 0 0,0 0 0,-1 0 0,0 0 0,0-1 0,0 1 0,0-1 0,-1 1 0,1-8 0,-2 10 20,0-1 0,0 0 0,-1 1 1,1-1-1,-1 1 0,0-1 0,0 1 0,0-1 0,0 1 0,-1 0 0,1-1 0,-1 1 0,0 0 0,0 0 0,0 0 0,-5-4 1,2 2-235,0 0 1,-1 0 0,0 0-1,0 1 1,0 0 0,-1 1-1,-7-4 1,-20-7-6613</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56.864"/>
    </inkml:context>
    <inkml:brush xml:id="br0">
      <inkml:brushProperty name="width" value="0.05" units="cm"/>
      <inkml:brushProperty name="height" value="0.05" units="cm"/>
    </inkml:brush>
  </inkml:definitions>
  <inkml:trace contextRef="#ctx0" brushRef="#br0">946 149 24575,'21'-17'0,"6"-6"0,-25 22 0,-1 0 0,0 0 0,0-1 0,0 1 0,0 0 0,0-1 0,-1 1 0,1-1 0,0 1 0,-1-1 0,1 1 0,-1-1 0,1 0 0,-1 1 0,0-1 0,1-2 0,-2 2 0,1 1 0,-1-1 0,1 1 0,-1 0 0,0-1 0,1 1 0,-1-1 0,0 1 0,0 0 0,0 0 0,0-1 0,0 1 0,0 0 0,0 0 0,-1 0 0,1 0 0,0 0 0,-1 1 0,1-1 0,0 0 0,-1 0 0,1 1 0,-1-1 0,1 1 0,-3-1 0,-45-10 0,40 10 0,-266-21 0,194 19 0,-214-4 0,114 4 0,132 0-1365,11-1-5461</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57.624"/>
    </inkml:context>
    <inkml:brush xml:id="br0">
      <inkml:brushProperty name="width" value="0.05" units="cm"/>
      <inkml:brushProperty name="height" value="0.05" units="cm"/>
    </inkml:brush>
  </inkml:definitions>
  <inkml:trace contextRef="#ctx0" brushRef="#br0">304 495 24575,'16'-15'0,"-8"8"0,0-1 0,0 0 0,10-15 0,-16 20 0,0 1 0,-1-1 0,1 0 0,-1 1 0,0-1 0,0 0 0,0 0 0,0 0 0,-1 0 0,1 0 0,-1 0 0,0 0 0,0 0 0,0 0 0,0 0 0,0 0 0,0 0 0,-2-4 0,1 5 0,0 0 0,0 0 0,0 0 0,0-1 0,0 1 0,-1 1 0,1-1 0,-1 0 0,0 0 0,1 0 0,-1 1 0,0-1 0,0 1 0,0-1 0,0 1 0,0 0 0,0 0 0,-1 0 0,1 0 0,0 0 0,0 1 0,-1-1 0,1 1 0,0-1 0,-1 1 0,-2 0 0,-4-1 0,1 1 0,-1 0 0,1 0 0,-1 1 0,1 0 0,-10 3 0,1 1 0,-1 1 0,1 1 0,1 0 0,0 1 0,0 1 0,0 1 0,1 0 0,-22 19 0,29-23 0,1 1 0,0 0 0,1 0 0,-1 1 0,1 0 0,1 0 0,0 0 0,0 0 0,0 1 0,1 0 0,0 0 0,1 0 0,0 1 0,0-1 0,1 1 0,1-1 0,-2 16 0,3-22 0,0 1 0,1-1 0,-1 0 0,0 0 0,1 1 0,0-1 0,0 0 0,0 0 0,0 0 0,1 0 0,-1 0 0,1 0 0,-1 0 0,1 0 0,0-1 0,0 1 0,5 4 0,-3-4 0,0 0 0,0-1 0,1 1 0,-1-1 0,0 0 0,1 0 0,0 0 0,-1-1 0,1 1 0,10 0 0,-1-1 0,0 0 0,0-1 0,0 0 0,0-2 0,0 1 0,0-2 0,21-6 0,-17 3 0,-1-1 0,0-2 0,0 1 0,-1-2 0,0 0 0,0-1 0,-1-1 0,-1 0 0,0-1 0,0 0 0,-2-1 0,1-1 0,-2 0 0,0 0 0,15-29 0,-8 8 0,-2-1 0,-1 0 0,-2-1 0,-2-1 0,-1 0 0,7-56 0,-16 85 0,2-3 0,-2 0 0,1 0 0,-2 0 0,1 0 0,-2 0 0,0 0 0,-3-14 0,4 26 0,0 1 0,0 0 0,0-1 0,0 1 0,0 0 0,0 0 0,0-1 0,0 1 0,0 0 0,0 0 0,0-1 0,0 1 0,-1 0 0,1 0 0,0-1 0,0 1 0,0 0 0,0 0 0,0-1 0,-1 1 0,1 0 0,0 0 0,0 0 0,-1-1 0,1 1 0,0 0 0,0 0 0,0 0 0,-1 0 0,1 0 0,0 0 0,-1 0 0,1-1 0,0 1 0,0 0 0,-1 0 0,1 0 0,-8 10 0,-2 19 0,1 14 0,1 0 0,3 0 0,2 1 0,1 0 0,3 0 0,8 65 0,-3-71-682,12 42-1,-4-35-6143</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57.966"/>
    </inkml:context>
    <inkml:brush xml:id="br0">
      <inkml:brushProperty name="width" value="0.05" units="cm"/>
      <inkml:brushProperty name="height" value="0.05" units="cm"/>
    </inkml:brush>
  </inkml:definitions>
  <inkml:trace contextRef="#ctx0" brushRef="#br0">0 142 24575,'3'-26'0,"-3"26"0,0 0 0,0 0 0,0 0 0,0 0 0,0-1 0,0 1 0,0 0 0,0 0 0,0 0 0,0 0 0,1 0 0,-1-1 0,0 1 0,0 0 0,0 0 0,0 0 0,0 0 0,0 0 0,0 0 0,0 0 0,0-1 0,1 1 0,-1 0 0,0 0 0,0 0 0,0 0 0,0 0 0,0 0 0,0 0 0,1 0 0,-1 0 0,0 0 0,0 0 0,0 0 0,0 0 0,0 0 0,1 0 0,-1 0 0,0 0 0,0 0 0,0 0 0,0 0 0,1 0 0,6 13 0,-5-7 0,0-1 0,1 0 0,0 1 0,0-1 0,1 0 0,0 0 0,-1-1 0,1 1 0,1-1 0,-1 0 0,1 0 0,0 0 0,-1-1 0,2 0 0,-1 0 0,0 0 0,1 0 0,8 2 0,-8-3 0,1 0 0,0 0 0,0 0 0,0-1 0,0 0 0,0-1 0,0 0 0,0 0 0,0 0 0,0-1 0,0 0 0,0 0 0,0-1 0,0 0 0,12-5 0,-15 5 0,0-1 0,0 0 0,0 0 0,-1 0 0,1 0 0,-1 0 0,0-1 0,0 0 0,0 0 0,0 0 0,0 0 0,-1 0 0,0 0 0,0 0 0,0-1 0,0 1 0,-1-1 0,0 0 0,0 1 0,0-1 0,0 0 0,-1 0 0,0 0 0,0 1 0,0-1 0,-1 0 0,1 0 0,-1 0 0,0 1 0,-2-7 0,1 7 0,1 0 0,-1 0 0,0 0 0,0 0 0,0 0 0,0 0 0,0 0 0,-1 1 0,0-1 0,0 1 0,0-1 0,0 1 0,-1 0 0,-4-3 0,5 4 0,0 1 0,-1-1 0,1 1 0,0 0 0,-1 0 0,1 0 0,-1 0 0,1 0 0,-1 1 0,1 0 0,-1-1 0,0 1 0,1 1 0,-1-1 0,1 0 0,-1 1 0,1 0 0,-1 0 0,-6 2 0,4 1 0,0-1 0,-1 1 0,1 0 0,0 0 0,1 1 0,-1 0 0,1 0 0,0 0 0,0 1 0,1-1 0,0 1 0,0 0 0,0 0 0,0 1 0,1-1 0,0 1 0,1 0 0,-3 8 0,2-4 0,0 0 0,0 0 0,1 0 0,1 0 0,0 0 0,0 1 0,1-1 0,1 0 0,0 1 0,0-1 0,4 12 0,-3-17-59,0 1 0,1-1-1,0 0 1,1 0-1,-1 0 1,1-1 0,0 1-1,0-1 1,1 0 0,0 0-1,0-1 1,0 1 0,0-1-1,1 0 1,-1 0-1,1-1 1,0 0 0,0 0-1,0 0 1,1-1 0,-1 0-1,8 2 1,26 5-6767</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58.137"/>
    </inkml:context>
    <inkml:brush xml:id="br0">
      <inkml:brushProperty name="width" value="0.05" units="cm"/>
      <inkml:brushProperty name="height" value="0.05" units="cm"/>
    </inkml:brush>
  </inkml:definitions>
  <inkml:trace contextRef="#ctx0" brushRef="#br0">125 127 24575,'0'-7'0,"-1"-1"0,0 1 0,0 0 0,0-1 0,-1 1 0,0 0 0,-1 0 0,1 0 0,-2 0 0,1 0 0,0 1 0,-1 0 0,-1-1 0,1 1 0,-1 1 0,-5-6 0,9 10 0,0 0 0,0 1 0,0-1 0,0 0 0,0 1 0,0 0 0,0-1 0,0 1 0,0-1 0,0 1 0,0 0 0,0 0 0,0 0 0,0 0 0,0-1 0,0 1 0,0 1 0,0-1 0,-1 0 0,1 0 0,0 0 0,0 0 0,0 1 0,0-1 0,0 1 0,0-1 0,0 1 0,0-1 0,0 1 0,1-1 0,-1 1 0,0 0 0,0-1 0,0 1 0,1 0 0,-1 0 0,-1 2 0,-1 1 0,0 0 0,0 1 0,1 0 0,0 0 0,0-1 0,-3 11 0,0 8 0,1 1 0,0 0 0,2-1 0,2 49 0,17 97 0,-15-154 0,16 105-1365,-11-73-5461</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58.463"/>
    </inkml:context>
    <inkml:brush xml:id="br0">
      <inkml:brushProperty name="width" value="0.05" units="cm"/>
      <inkml:brushProperty name="height" value="0.05" units="cm"/>
    </inkml:brush>
  </inkml:definitions>
  <inkml:trace contextRef="#ctx0" brushRef="#br0">1 242 24575,'0'-2'0,"0"0"0,0 0 0,0 0 0,0 0 0,0 0 0,1 0 0,-1 0 0,1 1 0,-1-1 0,1 0 0,0 0 0,-1 0 0,1 0 0,0 1 0,0-1 0,0 0 0,1 1 0,1-3 0,0 2 0,0 0 0,1 0 0,-1 0 0,0 1 0,1 0 0,-1 0 0,1 0 0,-1 0 0,7-1 0,130-16 0,-82 12 0,86-20 0,-135 24 0,-1 0 0,1-1 0,-1-1 0,0 1 0,10-7 0,-17 9 0,0 1 0,1-1 0,-1 0 0,0 0 0,0 0 0,1 0 0,-1 0 0,0 0 0,0 0 0,0-1 0,0 1 0,0 0 0,0 0 0,-1-1 0,1 1 0,0-1 0,-1 1 0,1 0 0,-1-1 0,1 1 0,-1-1 0,0 0 0,0 1 0,0-1 0,0 1 0,0-1 0,0 1 0,0-1 0,0 1 0,0-1 0,-1 1 0,1-1 0,-1 1 0,1-1 0,-1 1 0,1-1 0,-2-1 0,-2-2 0,1 1 0,-1-1 0,0 1 0,-1 0 0,1 0 0,-1 0 0,0 1 0,0-1 0,0 1 0,0 0 0,0 1 0,-1-1 0,1 1 0,-7-1 0,5 0 0,-1 1 0,0 0 0,0 1 0,0 0 0,0 0 0,0 1 0,0 0 0,0 0 0,0 1 0,-8 1 0,11 0 11,-1-1 0,1 1-1,0 0 1,0 0 0,0 1-1,0-1 1,0 1 0,1 0-1,-1 0 1,1 1 0,0 0-1,0-1 1,0 1 0,0 1-1,-6 8 1,6-7 4,1 1 1,0 0-1,0 0 1,0 1-1,1-1 1,0 0 0,1 1-1,-1-1 1,1 1-1,1 12 1,0-7-138,1 0 0,0 0 0,1 0 0,0 0 0,1 0 0,1-1 0,0 1 0,1-1 0,0 0 1,1 0-1,0 0 0,1-1 0,9 12 0,7 2-6704</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58.743"/>
    </inkml:context>
    <inkml:brush xml:id="br0">
      <inkml:brushProperty name="width" value="0.05" units="cm"/>
      <inkml:brushProperty name="height" value="0.05" units="cm"/>
    </inkml:brush>
  </inkml:definitions>
  <inkml:trace contextRef="#ctx0" brushRef="#br0">23 126 24575,'0'-5'0,"-1"1"0,0-1 0,0 1 0,0-1 0,0 0 0,-1 1 0,-3-6 0,3 6 0,1 0 0,-1 0 0,1 0 0,-1-1 0,1 1 0,0-7 0,1 10 0,0 1 0,0 0 0,0 0 0,-1 0 0,1 0 0,0-1 0,0 1 0,1 0 0,-1 0 0,0 0 0,0 0 0,0-1 0,0 1 0,0 0 0,0 0 0,0 0 0,0 0 0,0 0 0,0-1 0,0 1 0,0 0 0,0 0 0,1 0 0,-1 0 0,0 0 0,0 0 0,0-1 0,0 1 0,0 0 0,0 0 0,1 0 0,-1 0 0,0 0 0,0 0 0,0 0 0,0 0 0,1 0 0,-1 0 0,0 0 0,0 0 0,0 0 0,9 3 0,8 9 0,1 6 0,0 1 0,-2 1 0,0 1 0,-1 0 0,-1 1 0,-1 0 0,19 46 0,-31-67 0,7 28 0,-7-27 0,-1-1 0,0 0 0,0 0 0,1 0 0,-1 0 0,0 0 0,0 0 0,0 0 0,0 0 0,0 0 0,-1 0 0,1 1 0,0-1 0,0 0 0,-1 0 0,1 0 0,-1 0 0,1 0 0,-1 0 0,1 0 0,-1 0 0,1-1 0,-2 2 0,2-2 0,-1 0 0,0 0 0,1 0 0,-1 0 0,0 0 0,1 0 0,-1 0 0,1 0 0,-1 0 0,0 0 0,1 0 0,-1-1 0,1 1 0,-1 0 0,0 0 0,1-1 0,-1 1 0,1 0 0,-1-1 0,1 1 0,-1-1 0,1 1 0,-1-1 0,1 1 0,0-1 0,-1 1 0,1-1 0,0 1 0,-1-1 0,1 1 0,0-1 0,-1 0 0,-10-21 0,5 2 0,1 0 0,1 0 0,1 0 0,1-1 0,0 1 0,2-1 0,0 1 0,5-33 0,-5 49-91,1-1 0,0 0 0,0 1 0,0-1 0,1 1 0,-1-1 0,1 1 0,0 0 0,1 0 0,-1 0 0,1 0 0,-1 0 0,1 0 0,5-4 0,6-2-6735</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59.427"/>
    </inkml:context>
    <inkml:brush xml:id="br0">
      <inkml:brushProperty name="width" value="0.05" units="cm"/>
      <inkml:brushProperty name="height" value="0.05" units="cm"/>
    </inkml:brush>
  </inkml:definitions>
  <inkml:trace contextRef="#ctx0" brushRef="#br0">18 105 24575,'-1'0'0,"0"-1"0,0 0 0,0 1 0,1-1 0,-1 0 0,0 0 0,0 1 0,0-1 0,1 0 0,-1 0 0,0 0 0,1 0 0,-1 0 0,1 0 0,-1 0 0,1 0 0,0 0 0,-1 0 0,1-2 0,-3-3 0,2 13 0,2 211 0,-1-208 0,0-1 0,1 0 0,0 0 0,1 0 0,3 10 0,-4-19 0,0-1 0,-1 1 0,1 0 0,-1-1 0,1 1 0,-1-1 0,1 1 0,-1-1 0,0 1 0,1-1 0,-1 1 0,0-1 0,1 0 0,-1 1 0,0-1 0,0 0 0,1 1 0,-1-1 0,0 1 0,0-1 0,0 0 0,0 1 0,0-1 0,0-1 0,7-25 0,2-18 0,17-76 0,-21 101 0,2 0 0,0 1 0,19-35 0,-23 49 0,0-1 0,1 1 0,0 0 0,0 1 0,0-1 0,8-6 0,-12 11 0,1-1 0,0 0 0,0 0 0,0 1 0,0-1 0,0 1 0,-1-1 0,1 1 0,0-1 0,0 1 0,1-1 0,-1 1 0,0 0 0,0 0 0,0 0 0,0-1 0,0 1 0,0 0 0,0 0 0,0 1 0,0-1 0,0 0 0,0 0 0,0 0 0,0 1 0,0-1 0,0 0 0,0 1 0,0-1 0,0 1 0,0-1 0,0 1 0,0 0 0,0-1 0,0 1 0,-1 0 0,1 0 0,0-1 0,0 1 0,-1 0 0,1 0 0,-1 0 0,1 0 0,0 2 0,2 3 0,0 0 0,-1 1 0,0 0 0,0-1 0,0 1 0,-1 0 0,1 10 0,-2 53 0,0-45 0,-2 10 0,1-23 0,1 1 0,0-1 0,0 0 0,4 23 0,-4-34 0,0-1 0,0 1 0,0 0 0,0-1 0,1 1 0,-1-1 0,0 1 0,0-1 0,0 1 0,0-1 0,1 1 0,-1-1 0,0 0 0,1 1 0,-1-1 0,0 1 0,0-1 0,1 1 0,-1-1 0,1 0 0,-1 1 0,0-1 0,1 0 0,-1 0 0,1 1 0,-1-1 0,1 0 0,-1 0 0,1 1 0,-1-1 0,1 0 0,0 0 0,0 0 0,1-1 0,-1 1 0,0-1 0,0 0 0,0 1 0,0-1 0,0 0 0,0 1 0,-1-1 0,1 0 0,0 0 0,0 0 0,1-2 0,19-34 0,37-96 0,-57 131 0,0 1 0,0-1 0,0 1 0,0-1 0,0 0 0,0 1 0,0-1 0,0 1 0,1 0 0,-1-1 0,0 1 0,1 0 0,-1 0 0,1 0 0,0 0 0,-1 0 0,3 0 0,-3 0 0,0 1 0,1 0 0,-1 1 0,0-1 0,0 0 0,0 0 0,1 0 0,-1 1 0,0-1 0,0 1 0,0-1 0,0 1 0,0-1 0,0 1 0,0 0 0,0-1 0,0 1 0,0 0 0,0 0 0,0 0 0,0 0 0,0 0 0,-1 0 0,1 0 0,0 0 0,-1 0 0,1 2 0,6 9 0,-1 1 0,-1-1 0,8 28 0,-10-27 0,1-1 0,1 0 0,0 0 0,11 20 0,-15-30 0,0 0 0,0 0 0,1-1 0,-1 1 0,1 0 0,-1-1 0,1 1 0,-1-1 0,1 0 0,0 1 0,0-1 0,0 0 0,0 0 0,-1 0 0,1 0 0,1-1 0,-1 1 0,0 0 0,3 0 0,-2-1 0,0-1 0,-1 1 0,1 0 0,0-1 0,0 1 0,0-1 0,0 0 0,0 0 0,-1 0 0,1 0 0,-1-1 0,5-2 0,5-4 0,-1-2 0,0 1 0,0-2 0,13-17 0,-19 22 0,62-80 0,-67 86 0,0 0 0,0 0 0,0-1 0,0 1 0,0 0 0,0 0 0,1 0 0,-1 0 0,0 0 0,0 0 0,0 0 0,0 0 0,0-1 0,0 1 0,0 0 0,0 0 0,0 0 0,0 0 0,0 0 0,0 0 0,0 0 0,1 0 0,-1 0 0,0 0 0,0 0 0,0 0 0,0 0 0,0 0 0,0 0 0,0 0 0,0 0 0,1 0 0,-1 0 0,0 0 0,0 0 0,0 0 0,0 0 0,0 0 0,0 0 0,0 0 0,1 0 0,-1 0 0,0 0 0,0 0 0,0 0 0,0 0 0,0 0 0,0 0 0,0 0 0,0 0 0,0 0 0,1 0 0,-1 0 0,0 0 0,0 0 0,0 1 0,0-1 0,0 0 0,-1 10 0,-5 14 0,5-23 0,-4 18-682,-5 31-1,8-29-6143</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49:59.569"/>
    </inkml:context>
    <inkml:brush xml:id="br0">
      <inkml:brushProperty name="width" value="0.05" units="cm"/>
      <inkml:brushProperty name="height" value="0.05" units="cm"/>
    </inkml:brush>
  </inkml:definitions>
  <inkml:trace contextRef="#ctx0" brushRef="#br0">70 87 24575,'-3'-6'0,"-4"-5"0,-1-6 0,-1-4 0,-4 2 0,2 7 0,2 12 0,3 8 0,2 4-8191</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00.397"/>
    </inkml:context>
    <inkml:brush xml:id="br0">
      <inkml:brushProperty name="width" value="0.05" units="cm"/>
      <inkml:brushProperty name="height" value="0.05" units="cm"/>
    </inkml:brush>
  </inkml:definitions>
  <inkml:trace contextRef="#ctx0" brushRef="#br0">0 485 24575,'1'5'0,"0"0"0,1 0 0,-1-1 0,1 1 0,0 0 0,0-1 0,1 1 0,2 3 0,4 8 0,21 61 0,-19-45 0,-11-32 0,0 0 0,0 0 0,0 0 0,0 0 0,0 0 0,0 0 0,0 0 0,0 1 0,0-1 0,0 0 0,1 0 0,-1 0 0,0 0 0,0 0 0,0 0 0,0 0 0,0 0 0,0 0 0,0 0 0,0 0 0,0 0 0,0 0 0,0 0 0,1 0 0,-1 0 0,0 0 0,0 0 0,0 0 0,0 0 0,0 0 0,0 0 0,0 0 0,0 0 0,0 0 0,1 0 0,-1 0 0,0 0 0,0 0 0,0 0 0,0 0 0,0 0 0,0 0 0,0 0 0,0 0 0,0 0 0,0 0 0,0-1 0,0 1 0,0 0 0,1 0 0,-1 0 0,0 0 0,0 0 0,0 0 0,0 0 0,0 0 0,0 0 0,0-1 0,6-8 0,6-17 0,-10 21 0,3-4 0,0-1 0,11-15 0,-14 23 0,-1 0 0,1 0 0,-1 0 0,1 1 0,-1-1 0,1 0 0,0 0 0,0 1 0,0-1 0,0 1 0,0 0 0,0 0 0,0 0 0,1 0 0,-1 0 0,0 0 0,5-1 0,-5 3 0,-1-1 0,0 0 0,0 1 0,1-1 0,-1 1 0,0-1 0,0 1 0,0 0 0,0-1 0,0 1 0,0 0 0,0 0 0,0 0 0,0 0 0,0 0 0,0 0 0,0 0 0,1 2 0,14 26 0,-9-14 0,-4-10 0,0 0 0,0 0 0,1 0 0,-1-1 0,1 1 0,0-1 0,0 0 0,1 0 0,-1-1 0,1 1 0,0-1 0,0 0 0,0 0 0,0-1 0,0 1 0,1-1 0,-1 0 0,1-1 0,-1 1 0,1-1 0,0 0 0,-1-1 0,1 1 0,0-1 0,0 0 0,-1-1 0,1 1 0,0-1 0,0 0 0,-1-1 0,1 1 0,7-4 0,-6 2 0,-1 0 0,1-1 0,0 1 0,-1-1 0,0-1 0,0 1 0,-1-1 0,1 0 0,-1 0 0,0-1 0,0 1 0,0-1 0,-1 0 0,0-1 0,0 1 0,-1-1 0,0 0 0,0 1 0,0-1 0,-1 0 0,0-1 0,-1 1 0,1 0 0,-1-1 0,-1 1 0,0-1 0,0 1 0,0 0 0,-1-1 0,1 1 0,-5-14 0,5 19 0,-1 0 0,1 1 0,-1-1 0,1 0 0,-1 1 0,0-1 0,0 0 0,0 1 0,0-1 0,0 1 0,0-1 0,0 1 0,0 0 0,0-1 0,-1 1 0,1 0 0,-1 0 0,1 0 0,-1 0 0,1 0 0,-1 0 0,1 0 0,-1 1 0,0-1 0,1 1 0,-1-1 0,0 1 0,0 0 0,0-1 0,1 1 0,-4 0 0,3 1 0,0-1 0,-1 1 0,1 0 0,0-1 0,0 1 0,0 0 0,0 1 0,0-1 0,0 0 0,0 0 0,1 1 0,-1-1 0,0 1 0,1 0 0,-1-1 0,1 1 0,0 0 0,-1 0 0,1 0 0,0 0 0,0 0 0,0 0 0,0 0 0,0 4 0,0-4 0,0-1 0,1 1 0,-1-1 0,1 1 0,0 0 0,-1-1 0,1 1 0,0 0 0,0-1 0,0 1 0,0-1 0,0 1 0,0 0 0,0-1 0,1 1 0,-1 0 0,1-1 0,-1 1 0,1-1 0,0 1 0,-1-1 0,1 1 0,0-1 0,0 0 0,0 1 0,0-1 0,0 0 0,0 0 0,0 0 0,2 2 0,2-1 0,0 0 0,0 0 0,-1 0 0,1-1 0,0 0 0,1 0 0,-1 0 0,7 0 0,-10-1 0,0 0 0,0 1 0,0-1 0,0 1 0,-1-1 0,1 1 0,0 0 0,0-1 0,-1 1 0,1 0 0,0 0 0,-1 0 0,1 1 0,-1-1 0,1 0 0,-1 0 0,2 2 0,13 29 0,-15-29 0,0 0 0,0 0 0,0 0 0,0 0 0,1-1 0,-1 1 0,1 0 0,0-1 0,-1 1 0,1-1 0,0 0 0,0 0 0,1 1 0,-1-1 0,0 0 0,1-1 0,-1 1 0,1 0 0,0-1 0,-1 0 0,6 2 0,-4-2 0,1-1 0,0 0 0,-1 0 0,1 0 0,-1 0 0,1-1 0,-1 0 0,0 0 0,1 0 0,-1 0 0,0-1 0,1 0 0,-1 0 0,0 0 0,0 0 0,-1-1 0,1 1 0,0-1 0,4-5 0,0 1 0,0-1 0,-1 0 0,0-1 0,0 1 0,0-1 0,-2 0 0,6-11 0,-2-2 0,-1 0 0,-1-1 0,-1 0 0,-1 0 0,-1 0 0,-1-1 0,-1 1 0,-1-25 0,-2 12 0,-2-1 0,-1 1 0,-2 1 0,-15-55 0,19 83 0,-1-1 0,0 1 0,-6-11 0,9 18 0,-1-1 0,1 0 0,-1 1 0,1-1 0,-1 0 0,1 1 0,-1-1 0,1 0 0,-1 1 0,0-1 0,1 1 0,-1-1 0,0 1 0,1 0 0,-1-1 0,0 1 0,0 0 0,0-1 0,0 1 0,0 0 0,0 1 0,1-1 0,-1 0 0,0 1 0,1-1 0,-1 0 0,1 1 0,-1-1 0,0 1 0,1-1 0,-1 1 0,1-1 0,-1 1 0,1-1 0,-1 1 0,1-1 0,0 1 0,-1 0 0,1-1 0,0 1 0,-1 0 0,1-1 0,0 1 0,0 1 0,-4 8 0,2-1 0,-1 1 0,2 0 0,-1 0 0,1 1 0,1 18 0,8 65 0,4-16-455,4-1 0,32 93 0,-32-121-6371</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00.678"/>
    </inkml:context>
    <inkml:brush xml:id="br0">
      <inkml:brushProperty name="width" value="0.05" units="cm"/>
      <inkml:brushProperty name="height" value="0.05" units="cm"/>
    </inkml:brush>
  </inkml:definitions>
  <inkml:trace contextRef="#ctx0" brushRef="#br0">13 100 24575,'-1'0'0,"0"-1"0,0 0 0,0 0 0,1 1 0,-1-1 0,0 0 0,0 0 0,1 0 0,-1 0 0,0 0 0,1 0 0,-1 0 0,1 0 0,-1 0 0,1 0 0,0 0 0,-1 0 0,1 0 0,0 0 0,0 0 0,0 0 0,0 0 0,0-1 0,0 1 0,0 0 0,0 0 0,0 0 0,0 0 0,1 0 0,-1 0 0,0 0 0,1-1 0,-1 1 0,1 0 0,-1 0 0,1 0 0,0 1 0,-1-1 0,1 0 0,0 0 0,0 0 0,-1 0 0,1 1 0,0-1 0,0 0 0,0 1 0,0-1 0,0 1 0,2-2 0,7-2 0,0-1 0,0 2 0,0-1 0,14-2 0,-11 3 0,17-6 0,35-9 0,-64 18 0,1 0 0,-1-1 0,0 1 0,0 0 0,0 0 0,1 0 0,-1 0 0,0 0 0,0 1 0,0-1 0,1 0 0,-1 0 0,0 1 0,0-1 0,0 1 0,0-1 0,0 1 0,0-1 0,0 1 0,0 0 0,0 0 0,0-1 0,0 1 0,0 0 0,0 0 0,0 0 0,-1 0 0,1 0 0,0 0 0,-1 0 0,1 0 0,-1 0 0,1 0 0,-1 0 0,0 1 0,1 0 0,0 6 0,0 0 0,0-1 0,0 1 0,-2 14 0,1-4 0,11 89-1365,-9-88-5461</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00.816"/>
    </inkml:context>
    <inkml:brush xml:id="br0">
      <inkml:brushProperty name="width" value="0.05" units="cm"/>
      <inkml:brushProperty name="height" value="0.05" units="cm"/>
    </inkml:brush>
  </inkml:definitions>
  <inkml:trace contextRef="#ctx0" brushRef="#br0">0 84 24575,'0'-6'0,"0"-5"0,0-3 0,0-3 0,0-1 0,0 5 0,0 8 0,0 8 0,0 6 0,0 2-8191</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01.444"/>
    </inkml:context>
    <inkml:brush xml:id="br0">
      <inkml:brushProperty name="width" value="0.05" units="cm"/>
      <inkml:brushProperty name="height" value="0.05" units="cm"/>
    </inkml:brush>
  </inkml:definitions>
  <inkml:trace contextRef="#ctx0" brushRef="#br0">39 86 24575,'-15'-25'0,"4"6"0,6 17 0,2 9 0,1 13 0,2-19 0,-1 26 0,0-12 0,0 1 0,1-1 0,1 0 0,0 0 0,5 19 0,-6-32 0,0 0 0,1-1 0,0 1 0,-1 0 0,1 0 0,0-1 0,0 1 0,0 0 0,0-1 0,0 1 0,0 0 0,0-1 0,0 0 0,1 1 0,-1-1 0,1 0 0,-1 0 0,1 0 0,-1 1 0,1-2 0,0 1 0,0 0 0,-1 0 0,1 0 0,0-1 0,0 1 0,0-1 0,0 0 0,-1 1 0,1-1 0,0 0 0,0 0 0,0 0 0,0 0 0,0-1 0,0 1 0,0-1 0,0 1 0,-1-1 0,1 1 0,2-2 0,4-1 0,-1-1 0,0 0 0,0 0 0,0 0 0,0-1 0,-1 0 0,0 0 0,8-9 0,-7 6 0,0-1 0,-1 1 0,0-1 0,-1 0 0,0-1 0,0 1 0,-1-1 0,3-10 0,-6 15 0,0 1 0,0 0 0,-1-1 0,1 1 0,-1-1 0,0 1 0,0-1 0,0 1 0,-2-8 0,1 10 0,0-1 0,0 1 0,0-1 0,0 0 0,0 1 0,-1 0 0,1-1 0,-1 1 0,1 0 0,-1 0 0,0 0 0,0 0 0,0 0 0,0 0 0,0 0 0,-5-1 0,6 2 0,-1 0 0,0 0 0,0 1 0,0-1 0,0 1 0,0-1 0,0 1 0,0 0 0,0 0 0,0 0 0,0 0 0,0 0 0,0 0 0,0 0 0,0 1 0,-3 0 0,4-1 0,1 1 0,-1-1 0,0 0 0,1 1 0,-1-1 0,1 0 0,-1 1 0,1-1 0,-1 1 0,0-1 0,1 0 0,-1 1 0,1 0 0,0-1 0,-1 1 0,1-1 0,-1 1 0,1-1 0,0 1 0,0 0 0,-1-1 0,1 1 0,0 0 0,0-1 0,0 1 0,0 0 0,-1 0 0,1-1 0,0 1 0,0 0 0,1-1 0,-1 1 0,0 0 0,0-1 0,0 1 0,0 0 0,0-1 0,1 1 0,-1 0 0,0-1 0,1 1 0,-1 0 0,0-1 0,1 1 0,-1-1 0,1 1 0,-1-1 0,1 1 0,0 0 0,1 1 0,0 0 0,0-1 0,0 1 0,0 0 0,0-1 0,1 1 0,-1-1 0,0 0 0,1 0 0,-1 1 0,1-2 0,0 1 0,-1 0 0,1-1 0,0 1 0,-1-1 0,1 0 0,0 1 0,0-1 0,-1-1 0,5 1 0,7-2 0,0-1 0,26-8 0,-23 6 0,11-4 0,32-8 0,-57 16 0,1 0 0,0 1 0,0 0 0,0-1 0,0 1 0,0 0 0,-1 1 0,1-1 0,0 1 0,0 0 0,0 0 0,4 1 0,-7-1 0,1 0 0,-1 0 0,1 0 0,-1 0 0,0 0 0,0 0 0,1 0 0,-1 1 0,0-1 0,0 0 0,0 1 0,0-1 0,0 1 0,0-1 0,-1 1 0,1-1 0,0 1 0,0 3 0,2 33 0,-3-33 0,0 0 0,0 1 0,1-1 0,-1 0 0,3 6 0,-3-11 0,0 1 0,0 0 0,1-1 0,-1 1 0,1 0 0,-1-1 0,1 1 0,-1-1 0,1 1 0,-1 0 0,1-1 0,-1 1 0,1-1 0,0 0 0,-1 1 0,1-1 0,0 0 0,-1 1 0,1-1 0,0 0 0,0 1 0,-1-1 0,1 0 0,0 0 0,0 0 0,-1 0 0,1 0 0,0 0 0,0 0 0,-1 0 0,1 0 0,0 0 0,0-1 0,0 1 0,30-11 0,-20 6 0,0 1 57,0 0 0,0 1 0,0 1 0,0 0 0,13-1 0,-21 3-129,1 0 1,-1 0 0,0 0 0,0 0 0,0 0 0,0 1 0,0 0 0,0-1 0,0 1-1,0 0 1,0 1 0,0-1 0,0 0 0,-1 1 0,1 0 0,0-1 0,-1 1 0,0 0 0,1 0-1,-1 1 1,0-1 0,0 0 0,2 4 0,6 12-6755</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05.030"/>
    </inkml:context>
    <inkml:brush xml:id="br0">
      <inkml:brushProperty name="width" value="0.05" units="cm"/>
      <inkml:brushProperty name="height" value="0.05" units="cm"/>
    </inkml:brush>
  </inkml:definitions>
  <inkml:trace contextRef="#ctx0" brushRef="#br0">74 53 24575,'-3'0'0,"-4"-3"0,-7-1 0,-4-2 0,-2-1 0,9 1 0,11 1 0,16 2 0,13-1 0,15-1 0,8 1 0,7 1 0,-6 1-8191</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05.202"/>
    </inkml:context>
    <inkml:brush xml:id="br0">
      <inkml:brushProperty name="width" value="0.05" units="cm"/>
      <inkml:brushProperty name="height" value="0.05" units="cm"/>
    </inkml:brush>
  </inkml:definitions>
  <inkml:trace contextRef="#ctx0" brushRef="#br0">61 12 24575,'-6'3'0,"-8"1"0,-4 3 0,3 0 0,8 0 0,13-3 0,13-4 0,11-2 0,13-5 0,11-3 0,6 0 0,4 2 0,-9 2-8191</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05.356"/>
    </inkml:context>
    <inkml:brush xml:id="br0">
      <inkml:brushProperty name="width" value="0.05" units="cm"/>
      <inkml:brushProperty name="height" value="0.05" units="cm"/>
    </inkml:brush>
  </inkml:definitions>
  <inkml:trace contextRef="#ctx0" brushRef="#br0">47 0 24575,'-6'3'0,"-5"1"0,-3 3 0,3 0 0,7-1 0,9-2 0,11-1 0,8-4 0,10-2 0,4-4 0,5 0 0,-5 1-8191</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05.513"/>
    </inkml:context>
    <inkml:brush xml:id="br0">
      <inkml:brushProperty name="width" value="0.05" units="cm"/>
      <inkml:brushProperty name="height" value="0.05" units="cm"/>
    </inkml:brush>
  </inkml:definitions>
  <inkml:trace contextRef="#ctx0" brushRef="#br0">38 0 24575,'-3'3'0,"-4"4"0,-3 1 0,-1 2 0,5-1 0,6-2 0,7-1 0,7-3 0,8-2 0,3 0 0,3-1 0,3 0 0,-3-1-8191</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05.636"/>
    </inkml:context>
    <inkml:brush xml:id="br0">
      <inkml:brushProperty name="width" value="0.05" units="cm"/>
      <inkml:brushProperty name="height" value="0.05" units="cm"/>
    </inkml:brush>
  </inkml:definitions>
  <inkml:trace contextRef="#ctx0" brushRef="#br0">38 0 24575,'-3'3'0,"-4"4"0,-4 1 0,0 2 0,5-1 0,6-1 0,7-3 0,8-2 0,10-2 0,10-3 0,8-5 0,6-1 0,-6 1-8191</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05.980"/>
    </inkml:context>
    <inkml:brush xml:id="br0">
      <inkml:brushProperty name="width" value="0.05" units="cm"/>
      <inkml:brushProperty name="height" value="0.05" units="cm"/>
    </inkml:brush>
  </inkml:definitions>
  <inkml:trace contextRef="#ctx0" brushRef="#br0">22 19 24575,'-3'0'0,"-4"0"0,-1-3 0,4-1 0,9 0 0,10 1 0,7 1 0,10 0 0,11 2 0,8-1 0,-6 1-8191</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06.133"/>
    </inkml:context>
    <inkml:brush xml:id="br0">
      <inkml:brushProperty name="width" value="0.05" units="cm"/>
      <inkml:brushProperty name="height" value="0.05" units="cm"/>
    </inkml:brush>
  </inkml:definitions>
  <inkml:trace contextRef="#ctx0" brushRef="#br0">75 0 24575,'-6'3'0,"-8"4"0,-4 1 0,-3 2 0,8-1 0,10-2 0,12-1 0,12-3 0,9-5 0,9-1 0,3-1 0,-5 1-8191</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06.288"/>
    </inkml:context>
    <inkml:brush xml:id="br0">
      <inkml:brushProperty name="width" value="0.05" units="cm"/>
      <inkml:brushProperty name="height" value="0.05" units="cm"/>
    </inkml:brush>
  </inkml:definitions>
  <inkml:trace contextRef="#ctx0" brushRef="#br0">15 0 24575,'-3'0'0,"-4"3"0,3 1 0,4 0 0,5-1 0,9 0 0,6-2 0,2 0-8191</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06.457"/>
    </inkml:context>
    <inkml:brush xml:id="br0">
      <inkml:brushProperty name="width" value="0.05" units="cm"/>
      <inkml:brushProperty name="height" value="0.05" units="cm"/>
    </inkml:brush>
  </inkml:definitions>
  <inkml:trace contextRef="#ctx0" brushRef="#br0">4 0 24575,'-3'3'0,"2"1"0,8 3 0,7 0 0,9-1 0,5-2 0,8-1 0,3 2 0,2 0 0,-1-1 0,-7-1-8191</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06.785"/>
    </inkml:context>
    <inkml:brush xml:id="br0">
      <inkml:brushProperty name="width" value="0.05" units="cm"/>
      <inkml:brushProperty name="height" value="0.05" units="cm"/>
    </inkml:brush>
  </inkml:definitions>
  <inkml:trace contextRef="#ctx0" brushRef="#br0">31 28 24575,'-3'0'0,"-4"0"0,-3 0 0,2 0 0,6 0 0,9-3 0,10-1 0,10 1 0,10-3 0,8 0 0,-4 0-8191</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06.928"/>
    </inkml:context>
    <inkml:brush xml:id="br0">
      <inkml:brushProperty name="width" value="0.05" units="cm"/>
      <inkml:brushProperty name="height" value="0.05" units="cm"/>
    </inkml:brush>
  </inkml:definitions>
  <inkml:trace contextRef="#ctx0" brushRef="#br0">107 0 24575,'-6'3'0,"-8"4"0,-7 4 0,-4 0 0,3 1 0,8-1 0,10-3 0,11-3 0,10-1 0,9-3 0,8 3 0,-1-1-8191</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07.084"/>
    </inkml:context>
    <inkml:brush xml:id="br0">
      <inkml:brushProperty name="width" value="0.05" units="cm"/>
      <inkml:brushProperty name="height" value="0.05" units="cm"/>
    </inkml:brush>
  </inkml:definitions>
  <inkml:trace contextRef="#ctx0" brushRef="#br0">15 32 24575,'-3'0'0,"-4"3"0,3 1 0,4 0 0,5-4 0,6-2 0,6-3 0,6-1 0,6-3 0,0 1 0,2 1 0,-5 2-8191</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07.224"/>
    </inkml:context>
    <inkml:brush xml:id="br0">
      <inkml:brushProperty name="width" value="0.05" units="cm"/>
      <inkml:brushProperty name="height" value="0.05" units="cm"/>
    </inkml:brush>
  </inkml:definitions>
  <inkml:trace contextRef="#ctx0" brushRef="#br0">0 0 24575,'0'3'0,"3"1"0,4 0 0,4-1 0,6-1 0,3-4 0,4-1 0,4 0 0,-3 0-8191</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07.348"/>
    </inkml:context>
    <inkml:brush xml:id="br0">
      <inkml:brushProperty name="width" value="0.05" units="cm"/>
      <inkml:brushProperty name="height" value="0.05" units="cm"/>
    </inkml:brush>
  </inkml:definitions>
  <inkml:trace contextRef="#ctx0" brushRef="#br0">0 123 24575,'3'-3'0,"7"-4"0,5-4 0,8-3 0,7-5 0,4-2 0,6-4 0,-5 2-8191</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07.796"/>
    </inkml:context>
    <inkml:brush xml:id="br0">
      <inkml:brushProperty name="width" value="0.05" units="cm"/>
      <inkml:brushProperty name="height" value="0.05" units="cm"/>
    </inkml:brush>
  </inkml:definitions>
  <inkml:trace contextRef="#ctx0" brushRef="#br0">24 71 24575,'0'-3'0,"-3"-1"0,-1-3 0,-3 0 0,0-2 0,4 1 0,6 1 0,5-1 0,7 1 0,7 2 0,9 1 0,-1 2-8191</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07.921"/>
    </inkml:context>
    <inkml:brush xml:id="br0">
      <inkml:brushProperty name="width" value="0.05" units="cm"/>
      <inkml:brushProperty name="height" value="0.05" units="cm"/>
    </inkml:brush>
  </inkml:definitions>
  <inkml:trace contextRef="#ctx0" brushRef="#br0">110 0 24575,'-6'3'0,"-8"4"0,-4 1 0,-3 2 0,0-1 0,3 1 0,8-1 0,8-2 0,8-2 0,9-2 0,1-2-8191</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08.069"/>
    </inkml:context>
    <inkml:brush xml:id="br0">
      <inkml:brushProperty name="width" value="0.05" units="cm"/>
      <inkml:brushProperty name="height" value="0.05" units="cm"/>
    </inkml:brush>
  </inkml:definitions>
  <inkml:trace contextRef="#ctx0" brushRef="#br0">15 15 24575,'-3'3'0,"-4"1"0,3-3 0,4-2 0,5-3 0,6-2 0,6 1 0,6 1 0,0 1-8191</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08.185"/>
    </inkml:context>
    <inkml:brush xml:id="br0">
      <inkml:brushProperty name="width" value="0.05" units="cm"/>
      <inkml:brushProperty name="height" value="0.05" units="cm"/>
    </inkml:brush>
  </inkml:definitions>
  <inkml:trace contextRef="#ctx0" brushRef="#br0">15 0 24575,'-3'3'0,"-4"4"0,3 1 0,4-1 0,8-2 0,7-2 0,6-1 0,-1-1-8191</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16.855"/>
    </inkml:context>
    <inkml:brush xml:id="br0">
      <inkml:brushProperty name="width" value="0.05" units="cm"/>
      <inkml:brushProperty name="height" value="0.05" units="cm"/>
    </inkml:brush>
  </inkml:definitions>
  <inkml:trace contextRef="#ctx0" brushRef="#br0">35 133 24575,'-6'-13'0,"0"0"0,1-1 0,1 0 0,0 0 0,1 0 0,0 0 0,-1-23 0,17 70 0,68 424-1365,-73-389-5461</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17.538"/>
    </inkml:context>
    <inkml:brush xml:id="br0">
      <inkml:brushProperty name="width" value="0.05" units="cm"/>
      <inkml:brushProperty name="height" value="0.05" units="cm"/>
    </inkml:brush>
  </inkml:definitions>
  <inkml:trace contextRef="#ctx0" brushRef="#br0">24 471 24575,'-6'-17'0,"1"-1"0,1 0 0,1-1 0,1 1 0,0 0 0,1-1 0,1 1 0,4-37 0,-2 45 0,1 0 0,-1 0 0,1 0 0,1 0 0,0 1 0,0 0 0,1 0 0,0 0 0,0 0 0,1 1 0,1 0 0,-1 0 0,1 0 0,0 1 0,1 0 0,0 0 0,14-8 0,-9 8 0,0 0 0,0 2 0,1-1 0,-1 2 0,1 0 0,0 0 0,1 2 0,-1-1 0,0 2 0,1 0 0,-1 1 0,1 0 0,-1 1 0,1 1 0,-1 0 0,17 5 0,-12-2 0,-1 1 0,1 0 0,-1 1 0,-1 1 0,1 1 0,-1 0 0,-1 2 0,0 0 0,0 0 0,-1 1 0,22 24 0,-31-29 0,0 0 0,0 1 0,-1 0 0,0 1 0,0-1 0,-1 1 0,0 0 0,0 0 0,-1 0 0,0 0 0,-1 1 0,2 18 0,-3-21 0,-1-1 0,-1 0 0,1 0 0,-1 1 0,0-1 0,0 0 0,-1 0 0,0 0 0,0 0 0,0 0 0,-1-1 0,1 1 0,-2-1 0,1 1 0,0-1 0,-1 0 0,0 0 0,0-1 0,-1 1 0,-9 7 0,7-7 0,-1 0 0,0 0 0,0-1 0,-1 0 0,1-1 0,-1 1 0,0-2 0,0 1 0,0-1 0,0-1 0,0 1 0,-13-1 0,19-1 0,-1 0 0,1 0 0,-1 0 0,1-1 0,-1 1 0,1-1 0,-1 0 0,1 0 0,-1 0 0,1 0 0,0 0 0,0-1 0,0 0 0,0 0 0,0 0 0,0 0 0,0 0 0,0 0 0,1-1 0,-1 1 0,1-1 0,0 0 0,0 0 0,0 1 0,0-2 0,0 1 0,0 0 0,1 0 0,0 0 0,0-1 0,0 1 0,0-1 0,0 1 0,0-6 0,1 0 0,0 1 0,0-1 0,1 1 0,1-1 0,-1 1 0,1-1 0,0 1 0,1 0 0,0 0 0,1 0 0,-1 0 0,2 1 0,-1 0 0,1-1 0,0 1 0,0 1 0,8-8 0,0 0 0,0 1 0,1 1 0,1 0 0,0 0 0,0 2 0,33-17 0,-23 17 0,0 0 0,1 2 0,0 1 0,0 1 0,0 1 0,1 2 0,0 0 0,0 2 0,0 1 0,0 1 0,-1 1 0,1 2 0,0 0 0,-1 2 0,31 11 0,-55-17 0,4 3 0,0-1 0,1 0 0,-1 0 0,0-1 0,1 1 0,7-1 0,-13-1 0,0 0 0,0 0 0,0 0 0,0 0 0,0 0 0,0 0 0,0-1 0,0 1 0,0 0 0,-1-1 0,1 1 0,0-1 0,0 1 0,0-1 0,0 1 0,-1-1 0,1 0 0,0 1 0,0-2 0,0 0 0,0 1 0,0-1 0,-1 1 0,1-1 0,-1 0 0,1 1 0,-1-1 0,0 0 0,1 1 0,-1-1 0,0 0 0,0 1 0,0-1 0,-1 0 0,1-1 0,-2-8 0,0 0 0,-1 0 0,0 1 0,0-1 0,-6-10 0,7 16 0,0 0 0,-1 1 0,0-1 0,1 1 0,-1 0 0,-1 0 0,1 0 0,-1 0 0,1 0 0,-1 1 0,0 0 0,0 0 0,-5-3 0,7 5 0,-1 1 0,1-1 0,0 1 0,0-1 0,-1 1 0,1 0 0,0 0 0,0 0 0,-1 0 0,1 0 0,0 1 0,0-1 0,-1 1 0,1-1 0,0 1 0,0 0 0,0 0 0,0 0 0,0 0 0,0 0 0,0 1 0,0-1 0,0 0 0,1 1 0,-4 3 0,-4 4 0,-1 1 0,2 1 0,-9 11 0,13-16 0,-7 11 0,0 1 0,0 0 0,2 0 0,0 1 0,-7 26 0,13-35 0,0-1 0,0 1 0,2 1 0,-1-1 0,1 0 0,1 0 0,0 0 0,0 1 0,1-1 0,0 0 0,1 0 0,5 18 0,-6-24 0,1 0 0,0 0 0,0 0 0,0 0 0,1 0 0,-1 0 0,1-1 0,0 1 0,0-1 0,0 0 0,1 0 0,-1 0 0,1 0 0,-1-1 0,7 4 0,-5-3 0,1-1 0,0 0 0,1 0 0,-1 0 0,0-1 0,0 0 0,1 0 0,-1-1 0,0 0 0,8 0 0,-3-1 0,1-1 0,0 0 0,0 0 0,-1-2 0,0 1 0,1-1 0,-1-1 0,-1 0 0,1 0 0,-1-1 0,14-11 0,-14 9 0,-1-1 0,0-1 0,-1 1 0,0-2 0,-1 1 0,0-1 0,0 0 0,-1 0 0,-1-1 0,0 1 0,0-1 0,-1-1 0,-1 1 0,0 0 0,0-1 0,-2 0 0,1 1 0,-2-1 0,0 0 0,-2-25 0,1 35 0,0 0 0,0 0 0,0 0 0,0 0 0,0 0 0,-1 0 0,-3-5 0,5 7 0,0 1 0,-1 0 0,1 0 0,0-1 0,0 1 0,-1 0 0,1-1 0,0 1 0,0 0 0,-1 0 0,1 0 0,0-1 0,-1 1 0,1 0 0,0 0 0,-1 0 0,1 0 0,0 0 0,-1-1 0,1 1 0,-1 0 0,1 0 0,0 0 0,-1 0 0,1 0 0,-1 0 0,0 1 0,1 0 0,-1-1 0,0 1 0,1-1 0,-1 1 0,0 0 0,1-1 0,-1 1 0,1 0 0,0 0 0,-1-1 0,1 1 0,-1 0 0,1 0 0,0 0 0,0-1 0,-1 3 0,-2 10 0,1 1 0,0 0 0,1-1 0,1 1 0,0 0 0,1 0 0,0 0 0,1-1 0,1 1 0,0 0 0,0-1 0,2 0 0,0 0 0,0 0 0,1-1 0,8 13 0,-10-19-114,0 0 1,1-1-1,-1 0 0,1 0 0,0-1 1,1 1-1,-1-1 0,1 0 0,-1 0 1,1-1-1,12 5 0,6 1-6712</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17.662"/>
    </inkml:context>
    <inkml:brush xml:id="br0">
      <inkml:brushProperty name="width" value="0.05" units="cm"/>
      <inkml:brushProperty name="height" value="0.05" units="cm"/>
    </inkml:brush>
  </inkml:definitions>
  <inkml:trace contextRef="#ctx0" brushRef="#br0">0 71 24575,'0'-3'0,"3"-7"0,1-4 0,-1-4 0,-3 2 0,-1 6 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34.822"/>
    </inkml:context>
    <inkml:brush xml:id="br0">
      <inkml:brushProperty name="width" value="0.05" units="cm"/>
      <inkml:brushProperty name="height" value="0.05" units="cm"/>
    </inkml:brush>
  </inkml:definitions>
  <inkml:trace contextRef="#ctx0" brushRef="#br0">78 544 24575,'-11'-20'0,"0"-1"0,1-1 0,2 0 0,0 0 0,-7-35 0,15 56 0,-4-14 0,0 0 0,2 0 0,0 0 0,0 0 0,2 0 0,1-22 0,0 29 0,0 0 0,1 1 0,0-1 0,0 1 0,0 0 0,1-1 0,1 1 0,-1 0 0,1 1 0,0-1 0,0 1 0,1-1 0,0 1 0,8-7 0,2 0 0,0 1 0,1 1 0,0 1 0,1 0 0,0 1 0,0 0 0,1 2 0,25-8 0,-2 4 0,1 1 0,71-7 0,-78 14-5,0 1 1,0 2-1,0 1 0,0 2 0,0 1 0,0 2 1,-1 1-1,0 2 0,0 1 0,-1 2 0,0 1 1,-1 2-1,-1 1 0,0 1 0,-2 2 0,0 1 1,-1 1-1,-1 2 0,0 0 0,25 32 0,-13-7-110,-2 1 0,-3 2 0,-2 2 0,-2 1 0,-3 1 0,30 84 0,-8 13-559,39 201 0,53 480-1345,-42 7-287,-90-754 2277,107 1085 70,-71 3-247,-75-546-728,-62-8 3476,85-581-1613,-12 44 602,16-73-1247,0 0 0,-1-1 0,0 1 0,0-1 0,-11 16 0,11-21-248,0 0 0,0-1 0,0 1 0,0-1 0,0 0 0,-1 0 0,1 0 0,-1 0 0,0-1-1,0 0 1,0 0 0,0 0 0,0-1 0,0 1 0,-8 0 0,-10 1 99,-1-1-1,-27-1 0,29-1-111,-208 8-23,-101-1 0,311-7-341,0-1 0,-1-1-1,-31-7 1,16-2-6485</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35.558"/>
    </inkml:context>
    <inkml:brush xml:id="br0">
      <inkml:brushProperty name="width" value="0.05" units="cm"/>
      <inkml:brushProperty name="height" value="0.05" units="cm"/>
    </inkml:brush>
  </inkml:definitions>
  <inkml:trace contextRef="#ctx0" brushRef="#br0">271 4370 24575,'-22'-29'0,"-1"1"0,-38-37 0,23 27 0,32 32 0,-40-39 0,41 41 0,0-1 0,0 1 0,-1 1 0,1-1 0,-1 1 0,0 0 0,-9-3 0,15 6 0,-1 0 0,0-1 0,0 1 0,1 0 0,-1 0 0,0-1 0,0 1 0,1 0 0,-1 0 0,0 0 0,0 0 0,1 0 0,-1 0 0,0 0 0,0 0 0,1 1 0,-1-1 0,0 0 0,0 0 0,1 0 0,-1 1 0,0-1 0,1 1 0,-1-1 0,0 1 0,0 0 0,1 0 0,0-1 0,-1 1 0,1 0 0,0 0 0,0 0 0,0 0 0,0 0 0,0-1 0,0 1 0,0 0 0,0 0 0,0 0 0,0 0 0,0 0 0,0 0 0,1 1 0,2 5 0,0 1 0,0-1 0,7 11 0,7 7 0,1 0 0,1-1 0,1-1 0,1-1 0,1-1 0,0 0 0,2-2 0,1-1 0,0-1 0,46 23 0,-60-35 0,-1-1 0,1 0 0,0 0 0,0-2 0,0 1 0,1-1 0,-1-1 0,0 0 0,1-1 0,-1 0 0,17-2 0,-15-1 0,0 0 0,0 0 0,-1-2 0,0 1 0,1-1 0,-2-1 0,1 0 0,-1-1 0,19-14 0,1-5 0,-1-2 0,-2 0 0,48-62 0,57-110 0,162-359-584,-42-23-735,35-75-242,-193 465 1197,160-241-1,-164 303 365,6 4 0,5 4 0,6 5 0,4 5 0,6 5 0,4 5 0,220-141 0,-195 154 0,5 7 0,237-93 0,-263 129 0,2 6 0,1 5 0,233-31 0,-281 58-228,0 3 1,1 4-1,154 17 0,-193-9 238,0 1-1,0 2 1,-1 2 0,-1 2 0,0 2-1,-1 1 1,0 2 0,69 46 0,-84-46-5,-2 0 0,0 1 0,-2 2 0,0 0 0,-1 1 0,-1 1 0,16 28 0,-14-16-3,-2 1 0,-2 0 0,-1 1 0,17 62 0,-15-24-5,14 122 1,-10 79-2,-13-138 8,55 346 4344,-61-469-4147,-2-10-166,-1 0 0,2-1 0,-1 1 1,0 0-1,1 0 0,0-1 0,0 1 0,1-1 1,0 0-1,0 0 0,4 7 0,4-8-1400,-3-8-5461</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35.900"/>
    </inkml:context>
    <inkml:brush xml:id="br0">
      <inkml:brushProperty name="width" value="0.05" units="cm"/>
      <inkml:brushProperty name="height" value="0.05" units="cm"/>
    </inkml:brush>
  </inkml:definitions>
  <inkml:trace contextRef="#ctx0" brushRef="#br0">70 0 24575,'-28'21'0,"25"-20"0,1 0 0,-1 1 0,1-1 0,-1 1 0,1 0 0,-1 0 0,1 0 0,0 0 0,0 0 0,0 0 0,0 1 0,0-1 0,1 1 0,-1-1 0,1 1 0,-1 0 0,1 0 0,0-1 0,0 1 0,0 0 0,1 0 0,-2 6 0,2 2 0,1 1 0,0-1 0,0 0 0,1 1 0,1-1 0,0 0 0,0 0 0,1-1 0,1 1 0,0-1 0,8 14 0,-3-7 0,2-1 0,0 1 0,0-2 0,2 0 0,23 21 0,-25-26 0,0-1 0,0 0 0,1-1 0,0 0 0,1-1 0,-1-1 0,2 0 0,22 6 0,-30-10 0,0-1 0,0 1 0,0-2 0,0 1 0,0-1 0,0 0 0,0 0 0,0-1 0,0 0 0,0 0 0,0-1 0,0 0 0,-1 0 0,1 0 0,-1-1 0,1 0 0,-1-1 0,0 1 0,0-1 0,8-7 0,-5 3 0,-1-1 0,-1 0 0,1 0 0,-1-1 0,-1 1 0,0-2 0,0 1 0,-1-1 0,0 1 0,3-15 0,3-13 0,10-66 0,-13 57 0,-7 45 0,0 6 0,0 19 0,0 33 0,-4-9-1365,-1-2-5461</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37.706"/>
    </inkml:context>
    <inkml:brush xml:id="br0">
      <inkml:brushProperty name="width" value="0.05" units="cm"/>
      <inkml:brushProperty name="height" value="0.05" units="cm"/>
    </inkml:brush>
  </inkml:definitions>
  <inkml:trace contextRef="#ctx0" brushRef="#br0">671 14 24575,'15'-7'0,"-4"1"0,-10 6 0,-1 1 0,1-1 0,-1 0 0,1 1 0,-1-1 0,1 1 0,-1-1 0,1 1 0,-1-1 0,1 1 0,-1 0 0,0-1 0,1 1 0,-1 0 0,0-1 0,0 1 0,0 0 0,1-1 0,-1 1 0,0 0 0,0-1 0,0 1 0,0 0 0,0 0 0,2 31 0,-1 0 0,-1-1 0,-2 1 0,-10 51 0,11-72 0,-21 112 0,-4 0 0,-54 149 0,71-249 0,0 1 0,-1-2 0,-1 1 0,-1-1 0,-1-1 0,-1 0 0,-1-1 0,-1 0 0,0-2 0,-2 1 0,0-2 0,-35 26 0,1-10 0,-106 52 0,37-23 0,120-62 17,0 1-1,1-1 0,-1 1 0,0-1 1,0 0-1,1 1 0,-1-1 0,0 0 1,0 1-1,0-1 0,1 0 0,-1 0 1,0 0-1,0 1 0,0-1 0,0 0 1,1 0-1,-1-1 0,0 1 0,-1 0 1,1-1-81,1 1 1,0-1 0,0 1 0,0-1 0,0 0-1,0 1 1,-1-1 0,1 0 0,0 1 0,1-1-1,-1 1 1,0-1 0,0 0 0,0 1-1,0-1 1,0 1 0,1-1 0,-1 0 0,0 1-1,0-1 1,1 1 0,-1-1 0,0 1 0,1-1-1,-1 1 1,1-1 0,7-12-6763</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38.004"/>
    </inkml:context>
    <inkml:brush xml:id="br0">
      <inkml:brushProperty name="width" value="0.05" units="cm"/>
      <inkml:brushProperty name="height" value="0.05" units="cm"/>
    </inkml:brush>
  </inkml:definitions>
  <inkml:trace contextRef="#ctx0" brushRef="#br0">122 11 24575,'0'0'0,"0"-1"0,0 1 0,0-1 0,0 1 0,0 0 0,0-1 0,0 1 0,0-1 0,0 1 0,0-1 0,-1 1 0,1 0 0,0-1 0,0 1 0,0 0 0,-1-1 0,1 1 0,0 0 0,-1-1 0,1 1 0,0 0 0,-1-1 0,1 1 0,0 0 0,-1 0 0,1-1 0,0 1 0,-1 0 0,1 0 0,-1 0 0,1 0 0,0-1 0,-1 1 0,1 0 0,-1 0 0,1 0 0,-1 0 0,1 0 0,0 0 0,-1 0 0,1 0 0,-1 0 0,1 0 0,-1 1 0,1-1 0,0 0 0,-1 0 0,1 0 0,-1 0 0,1 1 0,-1-1 0,-1 1 0,0 0 0,0 0 0,0 0 0,0 0 0,0 1 0,0-1 0,0 1 0,-3 2 0,-5 10 0,1 1 0,1 0 0,0 0 0,1 1 0,-10 31 0,10-22 0,1 0 0,1 1 0,-1 32 0,5-54 0,1 1 0,0-1 0,0 0 0,0 0 0,1 0 0,-1 1 0,1-1 0,0 0 0,0 0 0,1 0 0,-1 0 0,1-1 0,0 1 0,0 0 0,0-1 0,0 1 0,1-1 0,3 4 0,-1-3 0,-1 0 0,1-1 0,0 0 0,0 0 0,0 0 0,0-1 0,0 0 0,1 0 0,-1 0 0,1-1 0,-1 0 0,12 2 0,34 1 167,84-5-1,19 1-1864,-119 4-5128</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38.562"/>
    </inkml:context>
    <inkml:brush xml:id="br0">
      <inkml:brushProperty name="width" value="0.05" units="cm"/>
      <inkml:brushProperty name="height" value="0.05" units="cm"/>
    </inkml:brush>
  </inkml:definitions>
  <inkml:trace contextRef="#ctx0" brushRef="#br0">32 65 24575,'0'-43'0,"0"42"0,0 1 0,0 0 0,0 0 0,0 0 0,0 0 0,0 0 0,0 0 0,0 0 0,0 0 0,0 0 0,0-1 0,0 1 0,0 0 0,-1 0 0,1 0 0,0 0 0,0 0 0,0 0 0,0 0 0,0 0 0,0 0 0,0 0 0,0 0 0,0 0 0,0 0 0,0-1 0,0 1 0,0 0 0,0 0 0,0 0 0,0 0 0,-1 0 0,1 0 0,0 0 0,0 0 0,0 0 0,0 0 0,0 0 0,0 0 0,0 0 0,0 0 0,0 0 0,0 0 0,-1 0 0,1 0 0,0 0 0,0 0 0,0 0 0,0 0 0,0 0 0,0 0 0,0 0 0,0 0 0,0 0 0,0 0 0,0 0 0,-1 1 0,1-1 0,0 0 0,-5 7 0,-3 11 0,4-7 0,1 1 0,0 1 0,1-1 0,1 0 0,0 1 0,0-1 0,1 0 0,1 1 0,0-1 0,0 1 0,2-1 0,-1 0 0,2 0 0,-1 0 0,2 0 0,-1-1 0,8 12 0,-8-16 0,0 1 0,1-1 0,0 0 0,0 0 0,1 0 0,-1-1 0,2 0 0,-1 0 0,1-1 0,0 1 0,0-1 0,0-1 0,0 1 0,1-1 0,0-1 0,0 0 0,0 0 0,0 0 0,1-1 0,-1 0 0,1-1 0,-1 1 0,1-2 0,0 1 0,8-2 0,-4 0 0,-1-1 0,1-1 0,-1 0 0,0-1 0,0 0 0,0-1 0,-1 0 0,1-1 0,-1 0 0,-1-1 0,1 0 0,-1 0 0,0-1 0,-1-1 0,16-18 0,-17 18 0,0-1 0,-1 0 0,0 0 0,-1-1 0,0 0 0,-1 0 0,0 0 0,-1-1 0,0 1 0,-1-1 0,0 0 0,-1-1 0,0 1 0,-1 0 0,0 0 0,-2-18 0,0 25-151,0-1-1,0 1 0,0 0 0,0 0 1,-1-1-1,0 1 0,0 0 1,-5-6-1,-5-6-6674</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39.140"/>
    </inkml:context>
    <inkml:brush xml:id="br0">
      <inkml:brushProperty name="width" value="0.05" units="cm"/>
      <inkml:brushProperty name="height" value="0.05" units="cm"/>
    </inkml:brush>
  </inkml:definitions>
  <inkml:trace contextRef="#ctx0" brushRef="#br0">99 239 24575,'9'-1'0,"0"-1"0,0 0 0,0-1 0,0 0 0,-1 0 0,0-1 0,1 0 0,-1 0 0,0-1 0,-1 0 0,1-1 0,10-10 0,-15 14 0,-1-1 0,0 0 0,0 1 0,0-1 0,0 0 0,0 0 0,-1 0 0,1 0 0,-1-1 0,0 1 0,0 0 0,0 0 0,0-1 0,-1 1 0,1-1 0,-1 1 0,0 0 0,0-1 0,0 1 0,-1-1 0,0-4 0,0 6 0,1 0 0,-1 0 0,0-1 0,0 1 0,0 0 0,-1 0 0,1 0 0,0 0 0,-1 1 0,1-1 0,-1 0 0,0 0 0,1 1 0,-1-1 0,0 1 0,0 0 0,0-1 0,0 1 0,0 0 0,0 0 0,-1 0 0,1 1 0,0-1 0,0 0 0,-1 1 0,1 0 0,0-1 0,-1 1 0,1 0 0,0 0 0,-4 1 0,-1-1 0,-1 1 0,1 1 0,0 0 0,0 0 0,-1 0 0,1 0 0,1 1 0,-1 1 0,0-1 0,1 1 0,-1 0 0,1 0 0,0 1 0,-7 7 0,6-4 0,0-1 0,0 1 0,1 1 0,0-1 0,0 1 0,1 0 0,1 0 0,-1 1 0,1-1 0,-2 12 0,4-14 0,0-1 0,1 1 0,0 0 0,0 0 0,0 0 0,1 0 0,0 0 0,1 1 0,0-1 0,0-1 0,0 1 0,1 0 0,0 0 0,4 9 0,-3-11 0,0 0 0,0 0 0,1 0 0,-1-1 0,1 1 0,0-1 0,0 0 0,1 0 0,0 0 0,-1-1 0,1 0 0,0 0 0,0 0 0,1 0 0,-1-1 0,1 0 0,-1 0 0,1 0 0,8 1 0,-5-2 0,0 1 0,-1-2 0,1 1 0,0-1 0,0 0 0,-1-1 0,1 0 0,0-1 0,0 1 0,-1-2 0,1 1 0,-1-1 0,0 0 0,0-1 0,0 0 0,0 0 0,-1-1 0,0 0 0,0 0 0,0-1 0,0 0 0,10-12 0,-6 5 0,-2 1 0,1-2 0,-2 1 0,1-1 0,-2-1 0,0 0 0,-1 0 0,0 0 0,-1 0 0,-1-1 0,3-25 0,-4 26 0,-1 0 0,-1-1 0,-1 1 0,0-1 0,-1 1 0,-3-17 0,3 31 0,1 0 0,0 0 0,0 0 0,-1 0 0,1 0 0,0 0 0,-1 0 0,1 0 0,-1 0 0,1 0 0,-1 0 0,1 0 0,-1 0 0,0 0 0,0 1 0,1-1 0,-2-1 0,1 2 0,1 0 0,-1 0 0,1 0 0,0 0 0,-1 0 0,1 0 0,-1 0 0,1 0 0,0 0 0,-1 0 0,1 1 0,-1-1 0,1 0 0,-1 0 0,1 0 0,0 0 0,-1 1 0,1-1 0,0 0 0,-1 0 0,1 1 0,0-1 0,-1 0 0,1 1 0,0-1 0,0 0 0,-1 1 0,-1 2 0,0 1 0,0-1 0,1 0 0,-1 0 0,1 1 0,0-1 0,0 1 0,-1 4 0,1 15 0,1 0 0,1-1 0,1 1 0,1-1 0,8 31 0,-4-22 0,5 61 0,-13-56 50,-10 63-1,5-46-1513,5-44-5362</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39.425"/>
    </inkml:context>
    <inkml:brush xml:id="br0">
      <inkml:brushProperty name="width" value="0.05" units="cm"/>
      <inkml:brushProperty name="height" value="0.05" units="cm"/>
    </inkml:brush>
  </inkml:definitions>
  <inkml:trace contextRef="#ctx0" brushRef="#br0">67 8 24575,'-3'0'0,"-4"0"0,-3-3 0,-4-1 0,1 3 0,2 5 0,4 5 0,6 3 0,2 7 0,2 5 0,3 2 0,1 2 0,-2 3 0,0 2 0,-2-2 0,-2 0 0,0-5-8191</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40.156"/>
    </inkml:context>
    <inkml:brush xml:id="br0">
      <inkml:brushProperty name="width" value="0.05" units="cm"/>
      <inkml:brushProperty name="height" value="0.05" units="cm"/>
    </inkml:brush>
  </inkml:definitions>
  <inkml:trace contextRef="#ctx0" brushRef="#br0">2113 181 24575,'7'-48'0,"-5"40"0,-1 1 0,1-1 0,-2 0 0,1 0 0,-1 1 0,0-9 0,-1 10 0,0-1 0,-1 1 0,1 0 0,-1 0 0,-1 0 0,1 0 0,-5-8 0,6 13 0,0 0 0,1 0 0,-1 0 0,0 0 0,0 0 0,1 0 0,-1 1 0,0-1 0,0 0 0,0 0 0,0 1 0,0-1 0,0 1 0,0-1 0,0 1 0,0-1 0,0 1 0,-3-1 0,3 1 0,-1 1 0,1-1 0,-1 0 0,1 1 0,-1-1 0,1 1 0,-1-1 0,1 1 0,0 0 0,-1-1 0,1 1 0,0 0 0,0 0 0,0 0 0,-1 0 0,1 0 0,0 0 0,-1 2 0,-9 13 0,1-1 0,0 1 0,1 1 0,1-1 0,-11 36 0,4-14 0,-142 296 0,117-263 0,-4-2 0,-80 97 0,59-95-111,-2-2 0,-134 104 0,-172 90-329,277-198 412,-296 230 28,342-251 0,1 3 0,3 2 0,2 1 0,3 3 0,-46 73 0,71-98 0,2-1 0,0 2 0,2-1 0,1 2 0,1 0 0,-11 61 0,19-75 0,1 0 0,0 0 0,1 0 0,0 0 0,2 0 0,0 0 0,0 0 0,2 0 0,0-1 0,1 1 0,0-1 0,1 0 0,1 0 0,0-1 0,12 17 0,-2-9 50,1 0 0,0-1 1,2-1-1,0-1 0,2-1 0,0-1 0,45 27 0,-27-22 30,1-2 0,1-1 0,0-2 0,46 11 0,9-7-1445,-61-17-5461</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40.781"/>
    </inkml:context>
    <inkml:brush xml:id="br0">
      <inkml:brushProperty name="width" value="0.05" units="cm"/>
      <inkml:brushProperty name="height" value="0.05" units="cm"/>
    </inkml:brush>
  </inkml:definitions>
  <inkml:trace contextRef="#ctx0" brushRef="#br0">0 306 24575,'3'0'0,"0"1"0,-1-1 0,1 1 0,0 0 0,-1 0 0,1 0 0,0 0 0,-1 0 0,1 0 0,-1 1 0,0-1 0,1 1 0,-1 0 0,0-1 0,0 1 0,0 0 0,0 0 0,0 1 0,2 3 0,4 6 0,-1 0 0,10 22 0,-10-19 0,11 30 0,-1 1 0,-3 1 0,-2 0 0,7 51 0,-7-38 0,-6-39 0,-5-21 0,0-4 0,-3-36 0,-11-55 0,-16-144 0,26 193 0,1-1 0,3 1 0,8-53 0,-7 87 0,0 1 0,1-1 0,0 0 0,1 1 0,0 0 0,10-20 0,-11 27 0,-1 0 0,1 0 0,0 0 0,1 0 0,-1 0 0,1 1 0,-1 0 0,1-1 0,0 1 0,0 1 0,1-1 0,-1 1 0,0-1 0,1 1 0,-1 1 0,1-1 0,0 0 0,0 1 0,5-1 0,2 1 0,0 1 0,0 0 0,0 1 0,-1 0 0,1 1 0,0 0 0,0 1 0,-1 0 0,0 1 0,19 8 0,-7-1 0,-1 1 0,-1 1 0,0 0 0,21 20 0,-33-26 0,-1 0 0,0 1 0,0 0 0,-1 0 0,0 1 0,0 0 0,7 14 0,-12-19 0,0 1 0,0-1 0,0 0 0,-1 1 0,0-1 0,0 1 0,0 0 0,-1-1 0,0 1 0,1 0 0,-2-1 0,1 1 0,0 0 0,-1 0 0,0-1 0,0 1 0,0-1 0,-1 1 0,0-1 0,-2 5 0,-2 2 0,-1-1 0,0 0 0,0 0 0,-1-1 0,-1 0 0,0 0 0,0-1 0,0-1 0,-1 1 0,0-1 0,0-1 0,-1 0 0,-22 9 0,-8 1 0,0-3 0,-64 13 0,105-25 0,1-1 0,-1 0 0,0 0 0,0 0 0,0 0 0,0 0 0,1 0 0,-1 1 0,0-1 0,0 0 0,0 0 0,0 0 0,0 0 0,0 1 0,0-1 0,0 0 0,0 0 0,1 0 0,-1 1 0,0-1 0,0 0 0,0 0 0,0 0 0,0 1 0,0-1 0,0 0 0,0 0 0,0 0 0,-1 1 0,1-1 0,0 0 0,0 0 0,0 0 0,0 1 0,0-1 0,0 0 0,0 0 0,0 0 0,0 0 0,-1 1 0,1-1 0,0 0 0,0 0 0,0 0 0,0 0 0,-1 0 0,1 0 0,0 0 0,0 1 0,0-1 0,0 0 0,-1 0 0,1 0 0,0 0 0,0 0 0,0 0 0,-1 0 0,1 0 0,0 0 0,0 0 0,-1 0 0,20 8 0,-16-7 0,59 27 0,-1 3 0,106 72 0,-126-76 0,-14-11-1365,-3-3-5461</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41.136"/>
    </inkml:context>
    <inkml:brush xml:id="br0">
      <inkml:brushProperty name="width" value="0.05" units="cm"/>
      <inkml:brushProperty name="height" value="0.05" units="cm"/>
    </inkml:brush>
  </inkml:definitions>
  <inkml:trace contextRef="#ctx0" brushRef="#br0">0 396 24575,'0'-47'0,"3"0"0,12-72 0,-15 117 0,10-36 0,-10 37 0,0 0 0,1 0 0,-1-1 0,1 1 0,-1 0 0,1 0 0,-1 0 0,1-1 0,0 1 0,-1 0 0,1 0 0,0 0 0,0 0 0,0 0 0,0 0 0,0 1 0,0-1 0,0 0 0,0 0 0,0 1 0,0-1 0,1 1 0,-1-1 0,2 0 0,-3 1 0,1 0 0,-1 1 0,1-1 0,0 0 0,-1 0 0,1 0 0,-1 1 0,1-1 0,-1 0 0,1 1 0,-1-1 0,1 0 0,-1 1 0,0-1 0,1 1 0,-1-1 0,1 1 0,-1-1 0,0 1 0,0-1 0,1 1 0,-1-1 0,0 1 0,1 0 0,3 17 0,-3-16 0,4 39 0,-2 0 0,-1-1 0,-4 45 0,1 19 0,0-98 0,1 1 0,1-1 0,0 0 0,-1 0 0,2 0 0,-1 0 0,3 7 0,-4-13 0,0 0 0,0 1 0,0-1 0,0 0 0,1 0 0,-1 1 0,0-1 0,0 0 0,0 0 0,0 1 0,0-1 0,0 0 0,1 0 0,-1 1 0,0-1 0,0 0 0,0 0 0,0 1 0,1-1 0,-1 0 0,0 0 0,0 0 0,1 0 0,-1 1 0,0-1 0,0 0 0,1 0 0,-1 0 0,0 0 0,1 0 0,-1 0 0,0 0 0,0 0 0,1 0 0,-1 0 0,0 0 0,1 0 0,-1 0 0,0 0 0,0 0 0,1 0 0,-1 0 0,0 0 0,0 0 0,1 0 0,-1-1 0,0 1 0,0 0 0,1 0 0,-1 0 0,0 0 0,0-1 0,1 1 0,-1 0 0,0 0 0,0 0 0,0-1 0,0 1 0,1 0 0,-1 0 0,0-1 0,0 1 0,0 0 0,0-1 0,0 1 0,0 0 0,0-1 0,9-23 0,-8 21 0,31-127 0,9-30 0,-34 139 0,1 0 0,1 0 0,1 1 0,1 1 0,16-24 0,-23 37 0,0 1 0,1 0 0,-1 0 0,1 1 0,0-1 0,0 1 0,0 0 0,11-6 0,-14 9 0,0 0 0,1 0 0,-1 1 0,0-1 0,1 0 0,-1 1 0,0 0 0,1-1 0,-1 1 0,0 0 0,1 0 0,-1 0 0,1 1 0,-1-1 0,0 0 0,1 1 0,-1 0 0,0-1 0,0 1 0,1 0 0,-1 0 0,0 1 0,0-1 0,0 0 0,0 1 0,3 2 0,1 3 0,0-1 0,0 1 0,-1 1 0,0-1 0,0 1 0,-1 0 0,0 0 0,0 0 0,4 16 0,1 8 0,6 41 0,-7-25 0,-1 0 0,-3 1 0,-2 0 0,-7 74 0,4-115-170,0-1-1,0 0 0,-1 0 1,0 0-1,0 0 0,-1 0 1,-4 8-1,-4 1-6655</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41.275"/>
    </inkml:context>
    <inkml:brush xml:id="br0">
      <inkml:brushProperty name="width" value="0.05" units="cm"/>
      <inkml:brushProperty name="height" value="0.05" units="cm"/>
    </inkml:brush>
  </inkml:definitions>
  <inkml:trace contextRef="#ctx0" brushRef="#br0">47 107 24575,'-3'-6'0,"-1"-8"0,-2-7 0,-1-4 0,-2 3 0,0 8 0,2 10 0,6 8 0,5 6 0,5 5 0,4 0 0,3 0 0,2-2 0,-2-4-8191</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41.700"/>
    </inkml:context>
    <inkml:brush xml:id="br0">
      <inkml:brushProperty name="width" value="0.05" units="cm"/>
      <inkml:brushProperty name="height" value="0.05" units="cm"/>
    </inkml:brush>
  </inkml:definitions>
  <inkml:trace contextRef="#ctx0" brushRef="#br0">1 137 24575,'0'0'0,"0"-1"0,0 1 0,0-1 0,0 1 0,0-1 0,0 1 0,0-1 0,0 1 0,0-1 0,0 1 0,0-1 0,0 1 0,0-1 0,0 1 0,0-1 0,1 1 0,-1-1 0,0 1 0,0-1 0,1 1 0,-1 0 0,0-1 0,1 1 0,-1-1 0,1 1 0,7 7 0,8 22 0,-7-3 0,-1 1 0,-1 1 0,-1-1 0,-2 1 0,2 47 0,-6-32 0,-1 0 0,-2-1 0,-10 44 0,12-77 0,0-2 0,0-1 0,0 1 0,-1-1 0,1 0 0,-1 1 0,-1-1 0,1 0 0,-1 0 0,0 0 0,0-1 0,-5 7 0,8-12 0,-1 0 0,1 1 0,0-1 0,0 0 0,0 0 0,0 0 0,-1 0 0,1 0 0,0 1 0,0-1 0,0 0 0,-1 0 0,1 0 0,0 0 0,0 0 0,0 0 0,-1 0 0,1 0 0,0 0 0,0 0 0,-1 0 0,1 0 0,0 0 0,0 0 0,-1 0 0,1 0 0,0 0 0,0 0 0,0 0 0,-1 0 0,1 0 0,0-1 0,0 1 0,0 0 0,-1 0 0,1 0 0,0 0 0,0 0 0,0 0 0,0-1 0,-1 1 0,1 0 0,0-1 0,-6-13 0,2-18 0,4-24 0,3 0 0,11-65 0,29-110 0,-38 207 0,-1 3 0,1 1 0,0-1 0,15-33 0,-20 52 0,1 1 0,-1 0 0,1-1 0,0 1 0,-1 0 0,1 0 0,0-1 0,0 1 0,0 0 0,0 0 0,0 0 0,0 0 0,0 0 0,0 0 0,0 0 0,0 1 0,1-1 0,-1 0 0,0 1 0,0-1 0,1 0 0,-1 1 0,3-1 0,-3 1 0,1 1 0,-1-1 0,1 0 0,-1 1 0,1 0 0,-1-1 0,1 1 0,-1 0 0,1-1 0,-1 1 0,0 0 0,1 0 0,-1 0 0,0 0 0,0 0 0,0 1 0,1 1 0,5 6 0,-1 0 0,0 1 0,0-1 0,5 16 0,-2-4 69,-2-1-1,0 1 0,-1 0 0,4 32 1,-9-46-159,0 0 0,0-1 0,-1 1 0,0 0 0,-1 0 1,1-1-1,-1 1 0,-1-1 0,1 1 0,-1-1 1,0 1-1,-1-1 0,1 0 0,-1 0 0,0 0 0,-1 0 1,0 0-1,-7 8 0,-6 2-6736</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42.164"/>
    </inkml:context>
    <inkml:brush xml:id="br0">
      <inkml:brushProperty name="width" value="0.05" units="cm"/>
      <inkml:brushProperty name="height" value="0.05" units="cm"/>
    </inkml:brush>
  </inkml:definitions>
  <inkml:trace contextRef="#ctx0" brushRef="#br0">18 0 24575,'-1'17'0,"-5"30"0,-1 5 0,4 18 0,2-1 0,4 1 0,16 97 0,-10-118 0,3-1 0,1-1 0,3 0 0,1-1 0,40 73 0,-18-54-71,2-2-1,3-2 1,79 85-1,-54-75-153,4-3 0,98 70 0,-31-42-247,4-6 0,301 137 1,-252-146 443,3-8 1,4-8-1,2-10 1,2-8-1,2-9 1,2-9-1,0-10 1,1-8-1,1-10 1,314-37-1,-63-42-127,-106 16-431,1 24 452,-332 37 208,5-1 56,31 2 0,-54 0 44,0 1 0,1 0 0,-1 0 0,0 0 0,1 1 0,-1 0 0,0 0 0,0 1 0,-1-1 0,10 7 0,-14-9-176,0 1 1,0 0-1,0-1 1,0 1-1,0 0 1,0-1-1,0 1 1,-1 0-1,1 0 1,0 0-1,0 0 1,-1 0-1,1 0 1,-1 0-1,1 0 1,-1 0-1,1 0 1,-1 0-1,0 0 1,1 0-1,-1 0 1,0 0-1,0 1 1,0-1-1,0 0 1,0 0-1,0 0 1,0 0-1,0 0 1,-1 1-1,1-1 0,0 0 1,-1 0-1,1 0 1,-1 0-1,1 0 1,-1 0-1,0 1 1,-9 7-6825</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42.429"/>
    </inkml:context>
    <inkml:brush xml:id="br0">
      <inkml:brushProperty name="width" value="0.05" units="cm"/>
      <inkml:brushProperty name="height" value="0.05" units="cm"/>
    </inkml:brush>
  </inkml:definitions>
  <inkml:trace contextRef="#ctx0" brushRef="#br0">20 38 24575,'-17'-24'0,"14"13"0,4 11 0,-1 0 0,0-1 0,1 1 0,-1 0 0,0 0 0,1 0 0,-1-1 0,0 1 0,1 0 0,-1 0 0,1 0 0,-1 0 0,0 0 0,1 0 0,-1 0 0,0 0 0,1 0 0,-1 0 0,1 0 0,-1 0 0,0 0 0,1 0 0,-1 0 0,0 0 0,1 0 0,-1 0 0,1 1 0,-1-1 0,0 0 0,1 1 0,12 5 0,-1 1 0,0 1 0,-1 0 0,0 0 0,0 1 0,0 0 0,9 12 0,-12-13 0,28 28 0,58 76 0,-81-94 0,-1 0 0,0 1 0,-2 0 0,0 1 0,-2 0 0,0 0 0,5 22 0,-12-38 0,0 1 0,0-1 0,-1 1 0,0-1 0,0 1 0,0-1 0,0 1 0,-1-1 0,1 1 0,-1-1 0,-1 1 0,1-1 0,-3 7 0,3-9 0,0-1 0,0 0 0,0 1 0,0-1 0,0 0 0,0 0 0,0 0 0,0 0 0,-1 1 0,1-2 0,0 1 0,-1 0 0,1 0 0,0 0 0,-1-1 0,-2 2 0,2-2 0,0 0 0,-1 1 0,1-1 0,0 0 0,0 0 0,-1-1 0,1 1 0,0 0 0,0-1 0,0 1 0,0-1 0,-1 0 0,1 0 0,0 0 0,-2-1 0,1 0-136,1 1-1,-1-1 1,0 0-1,1-1 1,-1 1-1,1 0 1,0-1-1,0 1 0,-3-5 1,-4-7-6690</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0:43.381"/>
    </inkml:context>
    <inkml:brush xml:id="br0">
      <inkml:brushProperty name="width" value="0.05" units="cm"/>
      <inkml:brushProperty name="height" value="0.05" units="cm"/>
    </inkml:brush>
  </inkml:definitions>
  <inkml:trace contextRef="#ctx0" brushRef="#br0">261 189 24575,'35'-2'0,"0"-2"0,0-1 0,-1-2 0,38-13 0,-64 18 0,-1 0 0,1-1 0,-1 0 0,0-1 0,7-4 0,-12 8 0,-1-1 0,0 0 0,0 1 0,0-1 0,0 0 0,0 0 0,0 0 0,0 0 0,0 0 0,0 0 0,0 0 0,-1 0 0,1-1 0,0 1 0,-1 0 0,1 0 0,-1 0 0,1-1 0,-1 1 0,0 0 0,1-1 0,-1 1 0,0 0 0,0-1 0,0 1 0,0 0 0,0-1 0,0 1 0,0-1 0,-1 1 0,1 0 0,0 0 0,-1-1 0,1 1 0,-1 0 0,0 0 0,0-2 0,-3-3 0,-1 1 0,1 0 0,-1 0 0,0 0 0,0 1 0,-1 0 0,1 0 0,-1 0 0,0 0 0,0 1 0,0 0 0,-1 0 0,1 1 0,-7-2 0,-9-2 0,0 1 0,-45-5 0,48 8 0,0 2 0,0 0 0,0 2 0,0 0 0,0 0 0,-33 11 0,44-11 0,0 0 0,0 1 0,0 1 0,0-1 0,1 1 0,-1 0 0,1 1 0,0 0 0,0 0 0,1 1 0,-1-1 0,1 2 0,1-1 0,-1 0 0,1 1 0,0 0 0,-6 11 0,10-15 0,-1 1 0,1 0 0,0 0 0,0 0 0,0 0 0,0 0 0,1 0 0,-1 0 0,1 0 0,0 0 0,0 0 0,1 0 0,-1 0 0,1 0 0,2 6 0,-1-4 0,1-1 0,0 1 0,0-1 0,0 0 0,0 0 0,1 0 0,0 0 0,0-1 0,7 7 0,4 1 0,1-1 0,0 0 0,1-1 0,0 0 0,27 10 0,2-3 0,0-1 0,2-3 0,0-1 0,49 4 0,-32-8 0,0-4 0,100-6 0,-161 2 0,75-8 0,-70 6 0,-1 0 0,1 0 0,0-1 0,-1 0 0,0 0 0,13-8 0,-19 11 0,-1-1 0,0 1 0,0-1 0,0 1 0,0-1 0,0 0 0,0 0 0,0 0 0,0 1 0,0-1 0,0 0 0,0 0 0,0 0 0,0 0 0,-1 0 0,1-1 0,0 1 0,-1 0 0,1 0 0,-1 0 0,1 0 0,-1-1 0,0 1 0,0 0 0,1-1 0,-1 1 0,0 0 0,0 0 0,0-1 0,0 1 0,-1 0 0,1-1 0,0 1 0,0 0 0,-1 0 0,1-1 0,-1 1 0,1 0 0,-1 0 0,1 0 0,-1 0 0,0-1 0,0 1 0,1 0 0,-3-1 0,-2-4 0,-1 1 0,0 0 0,0 1 0,-1-1 0,1 1 0,-13-5 0,-18-8 0,-1 3 0,-1 1 0,0 1 0,-49-7 0,-165-10 0,142 22 0,-147 9 0,257-2 0,-1 0 0,0 0 0,0 0 0,0 0 0,0 1 0,1-1 0,-1 1 0,0-1 0,0 1 0,1 0 0,-1 0 0,0-1 0,1 1 0,-4 3 0,5-3 0,0-1 0,-1 1 0,1 0 0,0 0 0,-1 0 0,1 0 0,0 0 0,0 0 0,0 0 0,0 0 0,0 0 0,0 0 0,0-1 0,0 1 0,0 0 0,1 0 0,-1 0 0,0 0 0,1 0 0,-1 0 0,0 0 0,1-1 0,-1 1 0,1 0 0,-1 0 0,1 0 0,0-1 0,0 2 0,9 13 0,0 1 0,-1 0 0,-1 1 0,-1 0 0,0 0 0,-1 0 0,-1 1 0,5 36 0,29 397 0,-38-434 0,-2 1 0,0 0 0,0-1 0,-2 1 0,0-1 0,-7 21 0,9-36 0,1-1 0,-1 0 0,1 1 0,-1-1 0,1 0 0,0 1 0,-1-1 0,1 0 0,0 1 0,0-1 0,0 1 0,0-1 0,0 0 0,1 1 0,-1-1 0,0 1 0,1-1 0,-1 0 0,1 0 0,-1 1 0,1-1 0,-1 0 0,1 0 0,0 1 0,0-1 0,0 0 0,0 0 0,0 0 0,0 0 0,0 0 0,0 0 0,0-1 0,0 1 0,0 0 0,0 0 0,1-1 0,-1 1 0,0-1 0,1 1 0,-1-1 0,0 1 0,1-1 0,2 0 0,6 1 0,0 0 0,1-1 0,-1 0 0,19-3 0,-18 1 0,319-11 0,-182 11 0,-135 2 0,-3 0 0,1 0 0,-1-1 0,0 0 0,1-1 0,12-3 0,-20 4 0,-1 0 0,0 0 0,1 0 0,-1 0 0,0-1 0,0 1 0,0-1 0,0 1 0,0-1 0,0 0 0,0 0 0,0 0 0,-1 0 0,1 0 0,-1 0 0,0 0 0,1 0 0,-1 0 0,0-1 0,0 1 0,0-1 0,-1 1 0,1-1 0,-1 1 0,1-1 0,-1 1 0,0-3 0,0-31 0,-1 0 0,-9-54 0,-2-13 0,10-70 0,3 234-341,3-1 0,3 0-1,15 67 1,-9-73-6485</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06.259"/>
    </inkml:context>
    <inkml:brush xml:id="br0">
      <inkml:brushProperty name="width" value="0.05" units="cm"/>
      <inkml:brushProperty name="height" value="0.05" units="cm"/>
    </inkml:brush>
  </inkml:definitions>
  <inkml:trace contextRef="#ctx0" brushRef="#br0">243 674 24575,'-13'0'0,"4"1"0,0-1 0,-1-1 0,-13-1 0,21 1 0,0 1 0,1-1 0,-1 1 0,0-1 0,0 1 0,1-1 0,-1 0 0,0 0 0,1 0 0,-1 0 0,1 0 0,-1 0 0,1 0 0,0 0 0,0-1 0,-1 1 0,1 0 0,0-1 0,0 1 0,0-1 0,0 0 0,0 1 0,0-4 0,0 1 0,3 8 0,2 12 0,-5 11 0,-1 0 0,-1 0 0,-11 43 0,1-4 0,9-39 0,-6 34 0,-19 69 0,20-112 0,8-18 0,1 0 0,0 0 0,0 0 0,0 0 0,0 0 0,-1 0 0,1 0 0,0 0 0,0 0 0,-1 0 0,1 0 0,0 0 0,0 0 0,0 0 0,-1 0 0,1 0 0,0 0 0,0 0 0,0 0 0,-1 0 0,1 0 0,0 0 0,0 0 0,0 0 0,-1 0 0,1-1 0,0 1 0,0 0 0,0 0 0,0 0 0,-1 0 0,1 0 0,0-1 0,0 1 0,0 0 0,0 0 0,0 0 0,0 0 0,0-1 0,-1 1 0,1 0 0,-1-4 0,-1 0 0,1 0 0,0 0 0,0 0 0,1 0 0,-1 0 0,1-4 0,-6-167 0,-3-57 0,-7 69 0,6 67 0,2-142 0,8 225 0,1-1 0,1 0 0,0 0 0,1 1 0,6-18 0,-8 27 0,1 0 0,0 0 0,0 0 0,0 0 0,0 0 0,1 1 0,-1-1 0,1 1 0,0 0 0,0 0 0,0 0 0,0 0 0,1 0 0,-1 1 0,1-1 0,0 1 0,-1 0 0,1 0 0,0 1 0,9-3 0,-6 2 0,1 1 0,0 0 0,-1 1 0,1-1 0,0 2 0,-1-1 0,1 1 0,0 0 0,-1 1 0,1-1 0,-1 2 0,0-1 0,1 1 0,-1 0 0,0 0 0,-1 1 0,1 0 0,-1 0 0,1 1 0,8 9 0,-4-4 0,-1 0 0,0 1 0,-1 0 0,-1 1 0,0 0 0,0 0 0,-1 1 0,-1 0 0,0 0 0,5 17 0,-3-3 0,-2 0 0,-1 0 0,-2 0 0,0 1 0,-2-1 0,-1 1 0,-1-1 0,-1 1 0,-1-1 0,-9 32 0,6-37 0,0 0 0,-1-1 0,-2 0 0,0 0 0,-1-1 0,-1 0 0,-1-1 0,-1 0 0,0-1 0,-1 0 0,-1-1 0,-32 27 0,39-38 0,-1 0 0,1 0 0,-1-1 0,-1 0 0,-16 6 0,24-10 0,-1 0 0,1-1 0,-1 1 0,0 0 0,0-1 0,1 0 0,-1 0 0,0 0 0,1 0 0,-1 0 0,-5-2 0,6 2 0,1-1 0,0 0 0,-1 1 0,1-1 0,0 0 0,0 0 0,-1 0 0,1 0 0,0 0 0,0 0 0,0 0 0,0-1 0,0 1 0,0 0 0,1 0 0,-1-1 0,0 1 0,1 0 0,-1-1 0,1 1 0,-1-1 0,0-2 0,1-1 0,-1 0 0,1 0 0,0 0 0,0 0 0,1 0 0,-1 0 0,1 1 0,0-1 0,1 0 0,-1 0 0,1 1 0,0-1 0,0 1 0,5-9 0,-3 7 0,-1 1 0,1-1 0,0 1 0,1 0 0,0 0 0,-1 0 0,1 1 0,1 0 0,-1 0 0,9-5 0,-11 8 0,-1 0 0,0 0 0,1 1 0,-1-1 0,1 0 0,-1 1 0,1 0 0,-1 0 0,1-1 0,-1 2 0,1-1 0,-1 0 0,1 0 0,-1 1 0,1-1 0,-1 1 0,1 0 0,-1 0 0,0 0 0,1 0 0,-1 0 0,0 1 0,0-1 0,0 0 0,0 1 0,0 0 0,0-1 0,0 1 0,0 0 0,1 3 0,6 6 0,-1 1 0,0 0 0,-1 0 0,6 15 0,-12-25 0,15 37 0,20 70 0,7 18 0,-41-122-136,0 0-1,0 0 1,0-1-1,1 1 1,0-1-1,0 0 1,0 0-1,0 0 0,7 7 1,1-4-6690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06.772"/>
    </inkml:context>
    <inkml:brush xml:id="br0">
      <inkml:brushProperty name="width" value="0.05" units="cm"/>
      <inkml:brushProperty name="height" value="0.05" units="cm"/>
    </inkml:brush>
  </inkml:definitions>
  <inkml:trace contextRef="#ctx0" brushRef="#br0">16 165 24575,'-5'-19'0,"1"-1"0,1 0 0,1 0 0,0 0 0,2-23 0,4 23 0,-4 20 0,0 0 0,0 0 0,1 0 0,-1-1 0,0 1 0,0 0 0,0 0 0,1 0 0,-1-1 0,0 1 0,0 0 0,1 0 0,-1 0 0,0 0 0,0 0 0,1 0 0,-1-1 0,0 1 0,1 0 0,-1 0 0,0 0 0,0 0 0,1 0 0,-1 0 0,0 0 0,1 0 0,-1 0 0,0 0 0,0 1 0,1-1 0,-1 0 0,0 0 0,1 0 0,1 2 0,1 0 0,-1 0 0,0 0 0,1 0 0,-1 0 0,0 1 0,0-1 0,-1 1 0,4 4 0,16 30 0,-2 1 0,28 78 0,14 88 0,8 100 342,-56-224-1196,4 148 1,-17-200-5973</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07.642"/>
    </inkml:context>
    <inkml:brush xml:id="br0">
      <inkml:brushProperty name="width" value="0.05" units="cm"/>
      <inkml:brushProperty name="height" value="0.05" units="cm"/>
    </inkml:brush>
  </inkml:definitions>
  <inkml:trace contextRef="#ctx0" brushRef="#br0">120 346 24575,'0'-18'0,"-1"-4"0,2 22 0,0 13 0,6 80 0,21 349 0,-27-437 0,-1 3 0,0 0 0,0-1 0,-1 1 0,-1 8 0,2-16 0,0-1 0,0 1 0,0 0 0,0 0 0,0-1 0,-1 1 0,1 0 0,0 0 0,0 0 0,0-1 0,0 1 0,0 0 0,-1 0 0,1 0 0,0-1 0,0 1 0,0 0 0,-1 0 0,1 0 0,0 0 0,0 0 0,0-1 0,-1 1 0,1 0 0,0 0 0,0 0 0,-1 0 0,1 0 0,0 0 0,0 0 0,-1 0 0,1 0 0,0 0 0,0 0 0,-1 0 0,1 0 0,0 0 0,0 0 0,-1 0 0,1 0 0,0 0 0,0 0 0,-1 1 0,1-1 0,0 0 0,0 0 0,0 0 0,-1 0 0,1 0 0,0 1 0,0-1 0,0 0 0,0 0 0,-1 0 0,1 1 0,0-1 0,0 0 0,0 0 0,0 1 0,0-1 0,0 0 0,0 0 0,0 1 0,0-1 0,-1 0 0,1 1 0,-9-22 0,-8-32 0,3-2 0,-8-59 0,9 46 0,-2-6 0,-23-137 0,31 160 0,2-1 0,3-56 0,2 99 0,1-1 0,0 1 0,0 0 0,1-1 0,4-12 0,-5 20 0,-1 0 0,1 1 0,0-1 0,0 0 0,-1 1 0,1-1 0,0 1 0,0-1 0,0 1 0,1 0 0,-1-1 0,0 1 0,0 0 0,1 0 0,-1 0 0,1 0 0,-1 0 0,1 0 0,-1 0 0,1 0 0,0 1 0,-1-1 0,1 1 0,0-1 0,0 1 0,-1 0 0,1 0 0,0-1 0,0 1 0,-1 0 0,1 1 0,0-1 0,0 0 0,-1 0 0,3 1 0,7 3 0,0 0 0,0 1 0,0 0 0,-1 1 0,1 0 0,-1 1 0,-1 0 0,12 10 0,66 71 0,-72-73 0,-1 1 0,-1 1 0,-1 0 0,0 1 0,-1 1 0,11 25 0,-20-38 0,0 0 0,0-1 0,-1 1 0,1 0 0,-1 0 0,-1 0 0,1 0 0,-1 0 0,0 0 0,-1 0 0,-1 10 0,1-12 0,-1 1 0,0-1 0,0 1 0,0-1 0,0 0 0,-1 0 0,0 0 0,0 0 0,0 0 0,0 0 0,0-1 0,-1 0 0,1 1 0,-1-1 0,0-1 0,-6 5 0,-2-1 0,-1 1 0,1-1 0,-1-1 0,-1 0 0,1-1 0,0-1 0,-26 4 0,49 2 0,12 3 0,25 11 0,68 38 0,-103-53 0,1 1 0,-1 0 0,-1 1 0,0 0 0,0 0 0,13 19 0,-20-25 0,-2 0 0,1 0 0,0 1 0,-1-1 0,0 1 0,0-1 0,0 1 0,-1 0 0,1 0 0,-1-1 0,0 1 0,-1 0 0,1 0 0,-1 0 0,0 0 0,-1 10 0,0-11 0,0 1 0,-1-1 0,1 0 0,-1 0 0,0 0 0,0 0 0,-1 0 0,1 0 0,-1-1 0,0 1 0,0-1 0,0 0 0,0 1 0,0-2 0,-1 1 0,1 0 0,-1-1 0,-8 5 0,-17 7-1365,1-3-5461</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08.572"/>
    </inkml:context>
    <inkml:brush xml:id="br0">
      <inkml:brushProperty name="width" value="0.05" units="cm"/>
      <inkml:brushProperty name="height" value="0.05" units="cm"/>
    </inkml:brush>
  </inkml:definitions>
  <inkml:trace contextRef="#ctx0" brushRef="#br0">65 3511 24575,'-20'64'0,"-14"74"0,30-114 0,1 0 0,1 0 0,1 0 0,1 0 0,1 0 0,7 39 0,-6-53 0,11 40 0,-12-46 0,0-1 0,0 0 0,0 0 0,1 0 0,0 0 0,-1 0 0,1 0 0,0 0 0,1-1 0,-1 1 0,0-1 0,4 3 0,-5-4 0,1 0 0,-1-1 0,1 1 0,-1-1 0,1 1 0,-1-1 0,1 0 0,0 1 0,-1-1 0,1 0 0,0 0 0,-1 0 0,1 0 0,-1 0 0,1-1 0,0 1 0,-1 0 0,1-1 0,-1 1 0,1-1 0,-1 0 0,1 1 0,-1-1 0,1 0 0,-1 0 0,0 0 0,2-1 0,5-4 0,-1-1 0,0 1 0,8-11 0,-11 12 0,28-31 0,-2-2 0,-1-2 0,-2 0 0,-2-2 0,-1-1 0,-3 0 0,27-81 0,-20 26-113,-5-2 0,19-184 0,-17-208-344,-21 357 423,6-333-90,-6 239 37,-1 139 295,5 1 1,3 1-1,4 0 0,40-130 0,20-4-208,118-244 0,-170 418 0,2 2 0,2 0 0,2 2 0,53-63 0,-74 98 5,27-31 163,45-40-1,-68 70-380,1-1 0,0 2 0,1-1 0,0 2-1,1 0 1,0 1 0,30-11 0</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08.930"/>
    </inkml:context>
    <inkml:brush xml:id="br0">
      <inkml:brushProperty name="width" value="0.05" units="cm"/>
      <inkml:brushProperty name="height" value="0.05" units="cm"/>
    </inkml:brush>
  </inkml:definitions>
  <inkml:trace contextRef="#ctx0" brushRef="#br0">27 39 24575,'-9'-8'0,"-9"-8"0,19 9 0,12 3 0,51 1 0,70 4 0,-35 1 0,-97-2 0,0 0 0,1 0 0,-1 0 0,1 0 0,-1 1 0,0-1 0,1 1 0,-1-1 0,0 1 0,1 0 0,-1 0 0,0 0 0,0 0 0,0 0 0,0 0 0,2 2 0,-2-1 0,-1 1 0,1-1 0,-1 0 0,0 0 0,1 1 0,-1-1 0,0 1 0,-1-1 0,1 1 0,0 0 0,-1-1 0,1 1 0,-1 0 0,0 3 0,0 31 0,-1 0 0,-2-1 0,-2 1 0,-10 39 0,3-13 0,-20 121-1365,23-133-5461</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09.943"/>
    </inkml:context>
    <inkml:brush xml:id="br0">
      <inkml:brushProperty name="width" value="0.05" units="cm"/>
      <inkml:brushProperty name="height" value="0.05" units="cm"/>
    </inkml:brush>
  </inkml:definitions>
  <inkml:trace contextRef="#ctx0" brushRef="#br0">0 75 24575,'1'9'0,"1"0"0,-1 0 0,1 0 0,1 0 0,0 0 0,5 10 0,3 13 0,-10-31 0,-1 1 0,0-1 0,1 1 0,0-1 0,-1 1 0,1-1 0,0 1 0,-1-1 0,1 0 0,0 1 0,0-1 0,0 0 0,0 0 0,0 0 0,1 0 0,-1 0 0,0 0 0,0 0 0,3 1 0,-3-1 0,0-1 0,1 0 0,-1 0 0,0 0 0,1 0 0,-1 0 0,1 0 0,-1 0 0,0 0 0,1-1 0,-1 1 0,0 0 0,0-1 0,1 1 0,-1-1 0,0 0 0,0 1 0,2-2 0,5-4 0,0-1 0,0 0 0,0 0 0,11-15 0,-12 14 0,34-44 0,-30 35 0,2 2 0,-1 0 0,24-21 0,-36 35 0,1 1 0,0-1 0,-1 0 0,1 1 0,0-1 0,-1 0 0,1 1 0,0-1 0,0 1 0,0-1 0,0 1 0,-1 0 0,1-1 0,0 1 0,0 0 0,0 0 0,0-1 0,0 1 0,0 0 0,0 0 0,0 0 0,0 0 0,0 0 0,0 0 0,0 1 0,-1-1 0,1 0 0,0 0 0,0 1 0,0-1 0,0 0 0,0 1 0,0-1 0,-1 1 0,1-1 0,0 1 0,0 0 0,-1-1 0,1 1 0,0 0 0,-1-1 0,1 1 0,-1 0 0,1 0 0,-1-1 0,1 1 0,-1 0 0,1 0 0,-1 1 0,3 6 0,0 0 0,-1 0 0,0 0 0,1 12 0,-3-16 0,9 77 0,-7-47 0,2 0 0,2 0 0,13 49 0,-18-82 0,-1 1 0,0-1 0,1 1 0,-1-1 0,1 0 0,-1 1 0,1-1 0,0 0 0,-1 0 0,1 0 0,0 1 0,0-1 0,0 0 0,0 0 0,0 0 0,0 0 0,0-1 0,0 1 0,1 0 0,-1 0 0,0-1 0,0 1 0,1 0 0,-1-1 0,0 1 0,1-1 0,-1 0 0,2 1 0,0-2 0,-1 1 0,0-1 0,1 1 0,-1-1 0,0 0 0,0 0 0,0 0 0,0 0 0,0-1 0,0 1 0,0 0 0,0-1 0,0 0 0,-1 1 0,1-1 0,2-3 0,25-33 0,34-58 0,-40 58 0,54-67 0,-76 103 0,1 1 0,-1-1 0,1 0 0,-1 1 0,1-1 0,0 1 0,-1 0 0,1-1 0,0 1 0,0 0 0,0 0 0,0 0 0,0 0 0,1 1 0,3-2 0,-5 2 0,0 1 0,0-1 0,0 0 0,1 1 0,-1-1 0,0 1 0,0-1 0,0 1 0,0 0 0,0-1 0,-1 1 0,1 0 0,0 0 0,0 0 0,0 0 0,-1 0 0,1-1 0,0 1 0,-1 0 0,1 1 0,-1-1 0,1 0 0,-1 0 0,1 0 0,-1 0 0,0 0 0,0 0 0,1 0 0,-1 1 0,0-1 0,0 1 0,3 28 0,0 0 0,-2 0 0,-4 40 0,1 27 0,5-69 0,4-20 0,-6-8 0,-1 0 0,1 0 0,0 0 0,-1-1 0,1 1 0,0 0 0,-1 0 0,1 0 0,0-1 0,-1 1 0,1 0 0,-1-1 0,1 1 0,0-1 0,-1 1 0,1 0 0,-1-1 0,1 1 0,0-2 0,12-14 0,0 0 0,-1-1 0,19-36 0,-6 11 0,0 0 0,-13 20 0,1 1 0,30-37 0,-42 57 0,0 0 0,0-1 0,0 1 0,0 0 0,0 0 0,1 0 0,-1 0 0,1 0 0,-1 0 0,0 0 0,1 0 0,-1 1 0,1-1 0,0 0 0,-1 1 0,1-1 0,3 1 0,-4 0 0,0 0 0,0 0 0,-1 1 0,1-1 0,0 0 0,0 1 0,0-1 0,0 1 0,-1-1 0,1 1 0,0 0 0,0-1 0,-1 1 0,1 0 0,0-1 0,-1 1 0,1 0 0,-1 0 0,1-1 0,-1 1 0,1 0 0,-1 2 0,3 5 0,-1 0 0,0 0 0,0 0 0,-1 0 0,1 14 0,-1 28-1365,-1 1-5461</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10.859"/>
    </inkml:context>
    <inkml:brush xml:id="br0">
      <inkml:brushProperty name="width" value="0.05" units="cm"/>
      <inkml:brushProperty name="height" value="0.05" units="cm"/>
    </inkml:brush>
  </inkml:definitions>
  <inkml:trace contextRef="#ctx0" brushRef="#br0">1451 108 24575,'0'-27'0,"-1"16"0,0 0 0,2 0 0,-1 0 0,4-18 0,-4 29 0,0 0 0,0-1 0,0 1 0,0 0 0,0-1 0,0 1 0,1 0 0,-1-1 0,0 1 0,0 0 0,0-1 0,0 1 0,0 0 0,0 0 0,1-1 0,-1 1 0,0 0 0,0-1 0,0 1 0,1 0 0,-1 0 0,0 0 0,0-1 0,1 1 0,-1 0 0,0 0 0,1 0 0,-1 0 0,0-1 0,1 1 0,-1 0 0,0 0 0,1 0 0,7 9 0,4 22 0,-10-28 0,16 62 0,-2 0 0,-3 1 0,7 117 0,-16-124 0,-2 0 0,-3-1 0,-3 1 0,-2-1 0,-3 0 0,-20 74 0,19-98 0,-2 0 0,-1-1 0,-2 0 0,0-1 0,-3-1 0,0-1 0,-2 0 0,-2-2 0,0 0 0,-2-1 0,-43 38 0,-107 69 0,-10 10 0,141-107 0,2 2 0,-41 50 0,-220 347 0,189-267 0,-14 23 0,90-128 0,-34 75 0,54-103 86,3 1-1,1 0 0,-14 67 1,25-90-143,0 1 0,1 0 0,1 0 0,0 0 0,4 22 0,-3-28-79,1 0-1,1 0 1,0 0-1,0 0 1,0-1-1,1 1 1,1-1-1,-1 0 0,12 13 1,-6-9-6690</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11.173"/>
    </inkml:context>
    <inkml:brush xml:id="br0">
      <inkml:brushProperty name="width" value="0.05" units="cm"/>
      <inkml:brushProperty name="height" value="0.05" units="cm"/>
    </inkml:brush>
  </inkml:definitions>
  <inkml:trace contextRef="#ctx0" brushRef="#br0">11 11 24575,'-7'-8'0,"4"6"0,5 6 0,3 7 0,50 112 0,34 67 0,-84-181 0,-1-1 0,1 1 0,0-1 0,0 0 0,1 0 0,0-1 0,8 8 0,-13-14 0,1 1 0,0-1 0,-1 0 0,1 0 0,0 0 0,0 0 0,0 0 0,0 0 0,0-1 0,0 1 0,0-1 0,0 1 0,0-1 0,0 0 0,0 0 0,1 0 0,-1 0 0,0 0 0,0 0 0,0-1 0,0 1 0,0-1 0,0 1 0,0-1 0,0 0 0,0 0 0,0 0 0,0 0 0,0 0 0,-1 0 0,1 0 0,0-1 0,1-2 0,7-3 84,-2 0-446,0 1 0,1 0-1,16-10 1,-10 10-6464</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12.947"/>
    </inkml:context>
    <inkml:brush xml:id="br0">
      <inkml:brushProperty name="width" value="0.05" units="cm"/>
      <inkml:brushProperty name="height" value="0.05" units="cm"/>
    </inkml:brush>
  </inkml:definitions>
  <inkml:trace contextRef="#ctx0" brushRef="#br0">354 0 24575,'0'8'0,"-1"0"0,0 0 0,0 0 0,-1 0 0,0 0 0,0-1 0,-1 1 0,0-1 0,-1 1 0,1-1 0,-1 0 0,-1-1 0,1 1 0,-1-1 0,-6 7 0,-9 11 0,-2-1 0,0-1 0,-45 34 0,-84 44 0,139-94-1365,4-3-5461</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17.583"/>
    </inkml:context>
    <inkml:brush xml:id="br0">
      <inkml:brushProperty name="width" value="0.05" units="cm"/>
      <inkml:brushProperty name="height" value="0.05" units="cm"/>
    </inkml:brush>
  </inkml:definitions>
  <inkml:trace contextRef="#ctx0" brushRef="#br0">24 0 24575,'0'109'0,"-1"253"0,-15-145-1365,10-181-5461</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18.063"/>
    </inkml:context>
    <inkml:brush xml:id="br0">
      <inkml:brushProperty name="width" value="0.05" units="cm"/>
      <inkml:brushProperty name="height" value="0.05" units="cm"/>
    </inkml:brush>
  </inkml:definitions>
  <inkml:trace contextRef="#ctx0" brushRef="#br0">200 884 24575,'-62'-176'0,"-38"-119"0,100 293 0,-10-26 0,2-1 0,2 1 0,-6-47 0,11 68 0,1-1 0,0 1 0,0-1 0,1 1 0,0-1 0,0 1 0,0 0 0,1 0 0,0-1 0,1 1 0,0 0 0,0 1 0,0-1 0,1 1 0,0-1 0,0 1 0,0 0 0,1 0 0,9-8 0,0 3 0,1 1 0,1 0 0,-1 1 0,2 1 0,-1 0 0,1 1 0,0 1 0,0 1 0,28-5 0,5 1 0,1 3 0,58 0 0,-55 6 0,-1 2 0,82 14 0,-106-11 0,-1 2 0,1 0 0,-2 2 0,1 2 0,-2 0 0,33 19 0,-47-22 0,0-1 0,-1 2 0,0 0 0,-1 0 0,0 0 0,0 2 0,-1-1 0,0 1 0,-1 0 0,-1 1 0,9 16 0,-11-18 0,-1 1 0,0 0 0,0 1 0,-1-1 0,-1 1 0,0-1 0,-1 1 0,0 0 0,0 0 0,-2 0 0,1-1 0,-1 1 0,-5 18 0,-1-5 0,-1-1 0,-1 0 0,-1-1 0,-1 0 0,-1 0 0,-1-1 0,-1-1 0,-1 0 0,-25 27 0,1-8 0,0-2 0,-3-2 0,-60 42 0,50-44 0,-80 42 0,96-59 0,0-2 0,-1-1 0,-52 12 0,84-25 0,15-4 0,21-5 0,15 1 0,0 3 0,-1 1 0,2 2 0,82 10 0,-97-5 0,0 2 0,0 1 0,-1 2 0,0 1 0,-1 1 0,0 2 0,48 28 0,-65-33 0,0 1 0,-1 0 0,0 1 0,-1 1 0,0 0 0,-1 0 0,0 1 0,-1 0 0,16 27 0,-22-33 0,1 1 0,-1 0 0,-1 0 0,1 1 0,-1-1 0,0 0 0,-1 1 0,0 0 0,0-1 0,-1 1 0,1-1 0,-2 1 0,1 0 0,-1-1 0,0 1 0,-1-1 0,0 1 0,0-1 0,0 0 0,-1 0 0,-7 12 0,3-7 0,-1-1 0,-1 0 0,0 0 0,-1-1 0,0 0 0,0-1 0,-1 0 0,0-1 0,-1 0 0,-16 8 0,-3 0 0,-1-1 0,-65 19 0,73-27-227,0-1-1,0-1 1,-1-1-1,0-2 1,-48 0-1,25-6-6598</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18.438"/>
    </inkml:context>
    <inkml:brush xml:id="br0">
      <inkml:brushProperty name="width" value="0.05" units="cm"/>
      <inkml:brushProperty name="height" value="0.05" units="cm"/>
    </inkml:brush>
  </inkml:definitions>
  <inkml:trace contextRef="#ctx0" brushRef="#br0">21 0 24575,'-1'0'0,"0"1"0,1-1 0,-1 0 0,0 1 0,1-1 0,-1 1 0,0-1 0,1 1 0,-1-1 0,1 1 0,-1-1 0,1 1 0,-1-1 0,1 1 0,-1 0 0,1-1 0,-1 1 0,1 0 0,0 0 0,-1-1 0,1 1 0,0 0 0,0 0 0,0-1 0,0 1 0,-1 0 0,1 1 0,-3 26 0,3-24 0,-3 37 0,2 0 0,7 73 0,-4-97 0,1 1 0,1 0 0,1-1 0,0 0 0,1 0 0,1 0 0,0-1 0,19 29 0,-23-41 0,0 1 0,1-1 0,0 0 0,-1 0 0,2-1 0,-1 1 0,0-1 0,1 0 0,-1 0 0,1 0 0,0-1 0,0 1 0,8 1 0,-10-3 0,0 0 0,1 0 0,-1-1 0,0 0 0,0 1 0,1-1 0,-1 0 0,0-1 0,0 1 0,1-1 0,-1 1 0,0-1 0,0 0 0,0 0 0,0 0 0,0-1 0,0 1 0,0-1 0,0 0 0,0 1 0,-1-1 0,1-1 0,3-2 0,3-6 0,-1 1 0,0-1 0,-1 0 0,-1-1 0,1 1 0,-2-1 0,0 0 0,0-1 0,5-22 0,-5 12 0,-1 0 0,-1-1 0,0 1 0,-3-40 0,-6 9 0,6 51 0,-1-1 0,1 1 0,-1 0 0,0 1 0,0-1 0,-1 0 0,1 0 0,0 0 0,-1 1 0,0-1 0,0 1 0,0-1 0,0 1 0,-4-4 0,6 5 9,-1 1-1,1 0 1,0 0-1,-1-1 1,1 1-1,0 0 1,-1 0 0,1 0-1,0 0 1,-1 0-1,1 0 1,0-1-1,-1 1 1,1 0-1,-1 0 1,1 0-1,0 0 1,-1 0-1,1 0 1,0 0-1,-1 1 1,1-1 0,-1 0-1,1 0 1,0 0-1,-1 0 1,1 0-1,0 1 1,-1-1-1,1 0 1,0 0-1,-1 0 1,1 1-1,0-1 1,0 0-1,-1 1 1,1-1 0,0 0-1,-1 1 1,-4 14-1716,2-1-5119</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18.640"/>
    </inkml:context>
    <inkml:brush xml:id="br0">
      <inkml:brushProperty name="width" value="0.05" units="cm"/>
      <inkml:brushProperty name="height" value="0.05" units="cm"/>
    </inkml:brush>
  </inkml:definitions>
  <inkml:trace contextRef="#ctx0" brushRef="#br0">47 95 24575,'0'-6'0,"-3"-5"0,-4-3 0,-1-6 0,-2-2 0,1 5 0,2 12 0,5 13 0,2 11 0,6 11 0,3 9 0,4-1 0,-3-2 0,-1 2 0,1 1 0,0 0 0,-3-4 0,-3-8-8191</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18.779"/>
    </inkml:context>
    <inkml:brush xml:id="br0">
      <inkml:brushProperty name="width" value="0.05" units="cm"/>
      <inkml:brushProperty name="height" value="0.05" units="cm"/>
    </inkml:brush>
  </inkml:definitions>
  <inkml:trace contextRef="#ctx0" brushRef="#br0">30 36 24575,'0'-6'0,"-3"-5"0,-4 0 0,-1 4 0,2 6 0,0 7 0</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18.996"/>
    </inkml:context>
    <inkml:brush xml:id="br0">
      <inkml:brushProperty name="width" value="0.05" units="cm"/>
      <inkml:brushProperty name="height" value="0.05" units="cm"/>
    </inkml:brush>
  </inkml:definitions>
  <inkml:trace contextRef="#ctx0" brushRef="#br0">31 15 24575,'-3'0'0,"-1"-3"0,-2-4 0,-2 3 0,3 7 0,0 12 0,5 14 0,6 9 0,4 11 0,3 13 0,3 6 0,2 5 0,1 2 0,-1 0 0,-2-4 0,-2-8 0,-2-6 0,-4-12-8191</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19.497"/>
    </inkml:context>
    <inkml:brush xml:id="br0">
      <inkml:brushProperty name="width" value="0.05" units="cm"/>
      <inkml:brushProperty name="height" value="0.05" units="cm"/>
    </inkml:brush>
  </inkml:definitions>
  <inkml:trace contextRef="#ctx0" brushRef="#br0">224 729 24575,'-1'-3'0,"0"-1"0,-1 1 0,1-1 0,-1 1 0,0 0 0,0-1 0,0 1 0,0 0 0,0 0 0,-1 1 0,1-1 0,-5-3 0,1-1 0,-13-15 0,3 5 0,-31-30 0,47 46 0,-1 0 0,0 1 0,0-1 0,0 0 0,0 1 0,0-1 0,-1 0 0,1 1 0,0-1 0,0 1 0,0 0 0,0-1 0,-1 1 0,1 0 0,0 0 0,0 0 0,-1 0 0,1 0 0,0 0 0,0 0 0,0 0 0,-1 0 0,-1 1 0,1 0 0,0 1 0,0-1 0,0 0 0,0 1 0,0-1 0,1 1 0,-1-1 0,0 1 0,1 0 0,0 0 0,-3 4 0,-2 5 0,0 1 0,1 0 0,-6 21 0,9-27 0,-4 12 0,1-1 0,1 1 0,0 0 0,-2 34 0,6-48 0,0 1 0,1-1 0,-1 0 0,1 1 0,0-1 0,0 0 0,0 0 0,0 1 0,1-1 0,0 0 0,3 5 0,-3-6 0,0-1 0,0 0 0,0 1 0,0-1 0,1 0 0,-1-1 0,1 1 0,-1 0 0,1-1 0,0 1 0,-1-1 0,1 0 0,0 0 0,0 0 0,0 0 0,0 0 0,0-1 0,4 1 0,0-1 0,-1 0 0,0 0 0,1-1 0,-1 1 0,0-1 0,0-1 0,0 1 0,0-1 0,0 0 0,0-1 0,0 0 0,-1 1 0,1-2 0,-1 1 0,0 0 0,0-1 0,0 0 0,-1-1 0,1 1 0,6-9 0,-1 0 0,0-1 0,-1 0 0,0 0 0,-2 0 0,1-1 0,8-29 0,-6 10 0,-2-1 0,-1 1 0,3-64 0,-8-107 0,-4 137 0,-2 1 0,-14-71 0,11 114 0,4 22 0,1 8 0,-1 10 0,1 29 0,3 1 0,10 80 0,28 90 0,25 36-1365,-44-185-5461</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19.982"/>
    </inkml:context>
    <inkml:brush xml:id="br0">
      <inkml:brushProperty name="width" value="0.05" units="cm"/>
      <inkml:brushProperty name="height" value="0.05" units="cm"/>
    </inkml:brush>
  </inkml:definitions>
  <inkml:trace contextRef="#ctx0" brushRef="#br0">462 330 24575,'0'-11'0,"-1"0"0,0 0 0,0 0 0,-1 0 0,0 0 0,-1 0 0,-1 0 0,1 1 0,-2 0 0,1 0 0,-2 0 0,-12-18 0,2 5 0,-1 0 0,-32-31 0,40 45 0,0 1 0,-1 0 0,0 0 0,0 1 0,-1 1 0,0-1 0,0 2 0,-15-6 0,21 9 0,0 1 0,-1 0 0,1 1 0,0-1 0,0 1 0,0 0 0,-1 0 0,1 1 0,0 0 0,0 0 0,0 0 0,0 0 0,0 1 0,0 0 0,0 0 0,0 0 0,1 0 0,-1 1 0,1 0 0,-1 0 0,1 0 0,0 0 0,1 1 0,-7 7 0,0 0 0,0 1 0,1 0 0,1 1 0,0 0 0,1 0 0,0 1 0,-6 19 0,7-16 0,1 0 0,1 0 0,1 1 0,0-1 0,1 1 0,1 0 0,1-1 0,0 1 0,6 35 0,-5-46 0,1 0 0,0 1 0,0-1 0,1 0 0,-1 0 0,2 0 0,-1 0 0,1-1 0,0 1 0,0-1 0,1 0 0,-1 0 0,1-1 0,1 1 0,-1-1 0,1 0 0,0-1 0,0 1 0,0-1 0,1 0 0,-1-1 0,1 0 0,0 0 0,0 0 0,13 2 0,-14-3 0,0-1 0,0 0 0,0-1 0,0 1 0,0-1 0,0-1 0,1 1 0,-1-1 0,0 0 0,0 0 0,0-1 0,0 0 0,0 0 0,5-3 0,-3 0 0,0 0 0,0 0 0,0 0 0,-1-1 0,0-1 0,0 1 0,-1-1 0,8-10 0,2-6 0,-2-1 0,0 0 0,-2-1 0,0 0 0,8-33 0,14-74 0,-16 53 0,-18 78 0,0 1 0,0-1 0,0 1 0,0 0 0,0-1 0,0 1 0,0-1 0,0 1 0,0-1 0,0 1 0,0 0 0,1-1 0,-1 1 0,0-1 0,0 1 0,0 0 0,1-1 0,-1 1 0,0 0 0,0-1 0,1 1 0,-1 0 0,0-1 0,1 1 0,-1 0 0,1 0 0,-1-1 0,1 1 0,4 12 0,3 34 0,-7-36 0,4 22-151,1 1-1,2-1 0,1 0 0,1-1 1,2 0-1,1 0 0,2-2 1,23 38-1,-16-37-6674</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20.418"/>
    </inkml:context>
    <inkml:brush xml:id="br0">
      <inkml:brushProperty name="width" value="0.05" units="cm"/>
      <inkml:brushProperty name="height" value="0.05" units="cm"/>
    </inkml:brush>
  </inkml:definitions>
  <inkml:trace contextRef="#ctx0" brushRef="#br0">0 321 24575,'0'-161'0,"1"171"0,0 0 0,1-1 0,4 14 0,2 10 0,11 72 0,72 314 0,-83-398 0,-8-20 0,0-1 0,0 0 0,1 0 0,-1 0 0,0 0 0,0 0 0,0 0 0,0 0 0,0 0 0,0 0 0,0 0 0,0 0 0,1 0 0,-1 0 0,0 0 0,0 0 0,0 0 0,0 0 0,0 0 0,0 0 0,0 0 0,1 0 0,-1 0 0,0 0 0,0 0 0,0 0 0,0 0 0,0 0 0,0 0 0,0 0 0,0 0 0,1 0 0,-1 0 0,0 0 0,0 0 0,0 0 0,0 0 0,0-1 0,0 1 0,0 0 0,0 0 0,0 0 0,0 0 0,0 0 0,1 0 0,-1 0 0,0 0 0,0-1 0,0 1 0,0 0 0,0 0 0,0 0 0,0 0 0,0 0 0,0 0 0,0 0 0,0-1 0,0 1 0,0 0 0,0 0 0,0 0 0,0 0 0,0 0 0,0 0 0,0 0 0,-1 0 0,1-1 0,0-40 0,-19-114 0,-7-75 0,22 168 0,7-105 0,-3 166 0,2-17 0,7-34 0,-9 48 0,1 1 0,0-1 0,1 0 0,-1 1 0,1-1 0,-1 1 0,1 0 0,0-1 0,0 1 0,0 0 0,1 0 0,-1 0 0,1 1 0,0-1 0,5-3 0,-7 5 0,1 0 0,0 0 0,0 1 0,0-1 0,0 1 0,0-1 0,0 1 0,0 0 0,0 0 0,0 0 0,0 0 0,0 0 0,0 1 0,0-1 0,0 0 0,0 1 0,0 0 0,0-1 0,0 1 0,0 0 0,0 0 0,-1 0 0,1 0 0,2 3 0,4 2 0,0 0 0,-1 1 0,12 13 0,-8-6 0,0 1 0,-1 0 0,0 0 0,-1 1 0,-1 1 0,0-1 0,-2 1 0,0 0 0,0 1 0,4 28 0,-9-37 0,0-1 0,-1 1 0,0 0 0,0-1 0,-1 1 0,0-1 0,-1 1 0,0-1 0,0 1 0,-5 12 0,3-15 0,1 0 0,-1 0 0,0 0 0,0 0 0,0 0 0,-1-1 0,0 0 0,0 0 0,-1 0 0,1-1 0,-1 0 0,0 0 0,0 0 0,-9 4 0,6-4-341,-1 0 0,0-1-1,-20 5 1,6-5-6485</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20.857"/>
    </inkml:context>
    <inkml:brush xml:id="br0">
      <inkml:brushProperty name="width" value="0.05" units="cm"/>
      <inkml:brushProperty name="height" value="0.05" units="cm"/>
    </inkml:brush>
  </inkml:definitions>
  <inkml:trace contextRef="#ctx0" brushRef="#br0">0 123 24575,'2'3'0,"0"-1"0,0 1 0,0 0 0,-1 0 0,1 0 0,-1 0 0,0 0 0,0 0 0,0 0 0,0 1 0,0-1 0,-1 6 0,2 45 0,-2-37 0,-1 17 0,2 0 0,1 0 0,2 0 0,1 0 0,2-1 0,12 37 0,25 45 0,36 112 0,-127-324 0,14 11 0,-30-115 0,52 154 0,2 0 0,2-1 0,2 0 0,1-63 0,5 98 0,-1 0 0,2 0 0,0 1 0,1-1 0,0 0 0,9-22 0,-11 32 0,1-1 0,-1 1 0,1-1 0,0 1 0,0 0 0,1 0 0,-1 0 0,1 0 0,-1 0 0,1 1 0,0-1 0,0 1 0,0 0 0,0 0 0,1 0 0,-1 0 0,1 0 0,-1 1 0,1 0 0,-1-1 0,1 1 0,0 0 0,0 1 0,-1-1 0,1 1 0,0 0 0,5 0 0,1 1 0,1 1 0,-1 0 0,0 1 0,1 0 0,-2 1 0,1 0 0,0 0 0,-1 1 0,1 0 0,-2 1 0,12 8 0,2 4 0,-1 0 0,-1 2 0,19 23 0,-29-32 0,-1 1 0,0 0 0,-1 1 0,0-1 0,-1 2 0,-1-1 0,0 1 0,8 27 0,-13-35 0,0 0 0,0 0 0,0 0 0,-1 0 0,0 0 0,0 0 0,-1 0 0,1 0 0,-1 0 0,-1 0 0,1 0 0,-1 0 0,0-1 0,0 1 0,-1 0 0,0-1 0,0 0 0,0 0 0,0 0 0,-1 0 0,0 0 0,0-1 0,0 1 0,-9 5 0,-2 1-151,-1-1-1,0-1 0,-1-1 0,0 0 1,0-1-1,-1-1 0,1 0 1,-29 4-1,-20 2-6674</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21.257"/>
    </inkml:context>
    <inkml:brush xml:id="br0">
      <inkml:brushProperty name="width" value="0.05" units="cm"/>
      <inkml:brushProperty name="height" value="0.05" units="cm"/>
    </inkml:brush>
  </inkml:definitions>
  <inkml:trace contextRef="#ctx0" brushRef="#br0">1067 0 24575,'-530'17'-1396,"207"-3"720,109-9 1399,301-5-438,1071 14-4260,-375-1 2,264-4 611,530 0 2758,-812-5 417,-362-2-565,-49-1 586,-54 0 255,-94 0 199,263-3 4140,-421-1-3182,-43 1 1356,-10 0-1985,-16-2-1180,-21 1-2252</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39.071"/>
    </inkml:context>
    <inkml:brush xml:id="br0">
      <inkml:brushProperty name="width" value="0.05" units="cm"/>
      <inkml:brushProperty name="height" value="0.05" units="cm"/>
    </inkml:brush>
  </inkml:definitions>
  <inkml:trace contextRef="#ctx0" brushRef="#br0">0 833 24575,'237'-250'0,"-182"185"0,-4-2 0,46-77 0,-55 73 0,53-124 0,-87 167 0,-7 17 0,-2 10 0,1 1 0,0 0 0,0 0 0,0 0 0,-1 0 0,1 0 0,0 0 0,0 0 0,-1 0 0,1 0 0,0 0 0,0 0 0,-1 0 0,1 0 0,0 0 0,0 0 0,-1 0 0,1 0 0,0 0 0,0 0 0,0 0 0,-1 0 0,1 0 0,0 0 0,0 1 0,-1-1 0,1 0 0,0 0 0,0 0 0,0 0 0,0 1 0,-1-1 0,1 0 0,0 0 0,0 0 0,0 1 0,0-1 0,0 0 0,-1 1 0,-9 10 0,1 2 0,0-1 0,0 1 0,2 1 0,-1-1 0,2 1 0,-7 17 0,8-17 0,-39 99-71,6 1 0,5 2-1,4 2 1,-22 211 0,23 490-285,22-537-891,-1-217-4985</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39.396"/>
    </inkml:context>
    <inkml:brush xml:id="br0">
      <inkml:brushProperty name="width" value="0.05" units="cm"/>
      <inkml:brushProperty name="height" value="0.05" units="cm"/>
    </inkml:brush>
  </inkml:definitions>
  <inkml:trace contextRef="#ctx0" brushRef="#br0">2 365 24575,'-1'-42'0,"0"-34"0,2 68 0,0 0 0,0 0 0,0 0 0,1 0 0,0 0 0,7-13 0,-7 17 0,0 1 0,0 0 0,1 0 0,-1 0 0,1 0 0,0 0 0,0 1 0,0-1 0,0 1 0,1 0 0,-1 0 0,0 0 0,1 0 0,0 1 0,-1-1 0,1 1 0,0 0 0,0 0 0,0 0 0,5 0 0,11-1 0,0 1 0,37 2 0,-28 0 0,12 1 0,-1-2 0,1-3 0,-1 0 0,80-20 0,-111 20 0,0 0 0,-1-1 0,1 0 0,-1 0 0,0-1 0,0 0 0,8-8 0,2-3 0,24-29 0,-42 45 0,0 0 0,0 0 0,0 0 0,0 0 0,0 0 0,0-1 0,0 1 0,0 0 0,0 0 0,0 0 0,1 0 0,-1 0 0,0 0 0,0 0 0,0 0 0,0-1 0,0 1 0,0 0 0,0 0 0,0 0 0,1 0 0,-1 0 0,0 0 0,0 0 0,0 0 0,0 0 0,0 0 0,0 0 0,1 0 0,-1 0 0,0 0 0,0 0 0,0 0 0,0 0 0,0 0 0,1 0 0,-1 0 0,0 0 0,0 0 0,0 0 0,0 0 0,0 0 0,0 0 0,1 0 0,-1 0 0,0 0 0,0 0 0,0 0 0,0 1 0,0-1 0,0 0 0,0 0 0,0 0 0,1 0 0,-1 11 0,-3 20 0,2-29 0,-6 45 59,-16 112 204,20-128-685,2 0 1,0 0-1,6 34 0,-1-41-6404</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39.552"/>
    </inkml:context>
    <inkml:brush xml:id="br0">
      <inkml:brushProperty name="width" value="0.05" units="cm"/>
      <inkml:brushProperty name="height" value="0.05" units="cm"/>
    </inkml:brush>
  </inkml:definitions>
  <inkml:trace contextRef="#ctx0" brushRef="#br0">138 122 24575,'-3'-9'0,"-1"-9"0,-2-4 0,-4-2 0,-3 4 0,-3 4 0,-1 6 0,0 8 0,-1 6 0,-1 6 0,4 1-8191</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40.251"/>
    </inkml:context>
    <inkml:brush xml:id="br0">
      <inkml:brushProperty name="width" value="0.05" units="cm"/>
      <inkml:brushProperty name="height" value="0.05" units="cm"/>
    </inkml:brush>
  </inkml:definitions>
  <inkml:trace contextRef="#ctx0" brushRef="#br0">242 97 24575,'0'0'0,"1"0"0,-1 0 0,1 0 0,-1 0 0,0 0 0,1 0 0,-1 0 0,1 0 0,-1 0 0,0 0 0,1 0 0,-1 0 0,0-1 0,1 1 0,-1 0 0,0 0 0,1 0 0,-1-1 0,0 1 0,1 0 0,-1 0 0,0-1 0,1 1 0,-1 0 0,0-1 0,0 1 0,0 0 0,1-1 0,-1 1 0,0 0 0,0-1 0,0 1 0,0 0 0,0-1 0,0 1 0,1-1 0,-1 1 0,0 0 0,0-1 0,0 1 0,0-1 0,0 1 0,-1 0 0,1-1 0,0 1 0,0 0 0,0-1 0,0 1 0,0-1 0,-1 1 0,1-2 0,-1 1 0,1 0 0,-1 0 0,1 0 0,-1 0 0,0 0 0,1 0 0,-1 0 0,0 0 0,0 0 0,0 0 0,0 0 0,0 0 0,0 1 0,-1-2 0,-3 1 0,1 0 0,0 0 0,0 1 0,0-1 0,-1 1 0,1 0 0,0 1 0,-1-1 0,1 1 0,0-1 0,0 1 0,0 1 0,0-1 0,0 0 0,-6 4 0,-2 1 0,-1 0 0,2 1 0,-19 14 0,22-14 0,-1 0 0,1 1 0,0 1 0,1-1 0,0 1 0,0 0 0,1 0 0,0 1 0,1 0 0,0 0 0,0 1 0,1-1 0,1 1 0,-5 20 0,7-24 0,0 1 0,1 0 0,-1-1 0,2 1 0,-1 0 0,1-1 0,0 1 0,0-1 0,1 1 0,0-1 0,1 0 0,-1 0 0,2 0 0,-1 0 0,0 0 0,1 0 0,1-1 0,-1 0 0,1 0 0,0 0 0,0 0 0,11 7 0,-8-7 0,0 0 0,1-1 0,0 0 0,0-1 0,0 1 0,0-2 0,1 0 0,0 0 0,-1 0 0,1-1 0,16 1 0,-21-3 0,0 0 0,0 0 0,0 0 0,0-1 0,0 0 0,0 0 0,-1 0 0,1 0 0,0-1 0,-1 0 0,7-3 0,-8 3 0,-1 0 0,1 0 0,0-1 0,0 1 0,-1-1 0,0 1 0,1-1 0,-1 0 0,0 0 0,0 0 0,0 0 0,-1 0 0,1-1 0,-1 1 0,0 0 0,0-1 0,1-3 0,0-6 0,0 1 0,-1-1 0,0 1 0,-1-1 0,-1 0 0,0 1 0,0-1 0,-7-22 0,-4-4 0,-22-52 0,32 88 0,1 0 0,0 0 0,0 1 0,0-1 0,0 0 0,0 1 0,0-1 0,1 0 0,-1 0 0,1 0 0,0 0 0,0 0 0,0 1 0,0-1 0,1 0 0,-1 0 0,1 0 0,1-4 0,-1 5 0,1 0 0,0 0 0,0 0 0,-1 0 0,1 0 0,0 0 0,1 0 0,-1 1 0,0-1 0,0 1 0,1 0 0,-1-1 0,1 1 0,-1 0 0,1 0 0,0 1 0,-1-1 0,5 0 0,34-8 0,-1 2 0,1 2 0,0 1 0,1 3 0,62 5 0,-97-3 0,0 0 0,1 0 0,-1 1 0,0 0 0,0 1 0,0-1 0,0 1 0,-1 1 0,1-1 0,-1 1 0,0 1 0,0-1 0,0 1 0,8 9 0,-10-10 0,0 1 0,-1 0 0,0 0 0,0 0 0,-1 0 0,1 0 0,-1 1 0,0-1 0,0 1 0,-1 0 0,0-1 0,0 1 0,0 0 0,-1 0 0,0 0 0,0-1 0,0 1 0,-1 0 0,-1 6 0,-1 5 0,-2 0 0,0 0 0,0-1 0,-2 0 0,0 0 0,-1 0 0,-18 26 0,26-42 0,0 1 0,-1 0 0,1-1 0,-1 1 0,1 0 0,0-1 0,-1 1 0,0-1 0,1 1 0,-1 0 0,1-1 0,-1 1 0,0-1 0,1 0 0,-1 1 0,0-1 0,1 0 0,-1 1 0,-1-1 0,2 0 0,0 0 0,-1-1 0,1 1 0,0 0 0,0-1 0,-1 1 0,1-1 0,0 1 0,0-1 0,0 1 0,0 0 0,0-1 0,-1 1 0,1-1 0,0 1 0,0-1 0,0 1 0,0-1 0,0 1 0,0 0 0,0-1 0,1 0 0,5-33 0,13-19 0,29-57 0,-39 92 0,1 0 0,1 1 0,1 0 0,0 1 0,1 0 0,23-22 0,-31 34 0,-1 0 0,1 1 0,-1 0 0,1 0 0,0 0 0,0 0 0,0 1 0,1 0 0,-1 0 0,1 0 0,8-2 0,-10 4 0,-1 0 0,1 0 0,-1 0 0,1 0 0,-1 1 0,0-1 0,1 1 0,-1 0 0,0 0 0,0 0 0,0 1 0,1-1 0,-1 1 0,0-1 0,-1 1 0,1 0 0,0 0 0,0 0 0,-1 1 0,4 4 0,1 1 31,0 0 1,-1 1-1,0 0 0,-1 1 0,0-1 0,0 1 0,-1 0 0,-1 0 0,5 17 1,-2 8-311,5 55 0,-6-36-840,-1-26-5707</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40.420"/>
    </inkml:context>
    <inkml:brush xml:id="br0">
      <inkml:brushProperty name="width" value="0.05" units="cm"/>
      <inkml:brushProperty name="height" value="0.05" units="cm"/>
    </inkml:brush>
  </inkml:definitions>
  <inkml:trace contextRef="#ctx0" brushRef="#br0">38 4 24575,'0'-3'0,"0"2"0,0 4 0,0 8 0,-3 8 0,-1 9 0,-2 10 0,-1 6 0,-2 6 0,0-6-8191</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40.732"/>
    </inkml:context>
    <inkml:brush xml:id="br0">
      <inkml:brushProperty name="width" value="0.05" units="cm"/>
      <inkml:brushProperty name="height" value="0.05" units="cm"/>
    </inkml:brush>
  </inkml:definitions>
  <inkml:trace contextRef="#ctx0" brushRef="#br0">142 54 24575,'-131'24'0,"120"-21"0,30-4 0,1018-55-1996,646 32-631,-1664 25 2738</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43.077"/>
    </inkml:context>
    <inkml:brush xml:id="br0">
      <inkml:brushProperty name="width" value="0.05" units="cm"/>
      <inkml:brushProperty name="height" value="0.05" units="cm"/>
    </inkml:brush>
  </inkml:definitions>
  <inkml:trace contextRef="#ctx0" brushRef="#br0">510 291 24575,'8'-47'0,"-3"0"0,-1-84 0,-4 126 0,0-1 0,0 0 0,0 0 0,-1 0 0,0 0 0,0 1 0,-1-1 0,-2-6 0,4 12 0,0-1 0,-1 1 0,1-1 0,0 1 0,0 0 0,-1-1 0,1 1 0,0-1 0,0 1 0,-1 0 0,1-1 0,0 1 0,-1 0 0,1 0 0,-1-1 0,1 1 0,0 0 0,-1 0 0,1-1 0,-1 1 0,1 0 0,-1 0 0,1 0 0,-1 0 0,1 0 0,-1 0 0,1-1 0,-1 1 0,0 1 0,-12 8 0,-6 24 0,19-33 0,-106 255-184,20 12-199,56-170 244,-214 862-1227,237-919-4753</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43.638"/>
    </inkml:context>
    <inkml:brush xml:id="br0">
      <inkml:brushProperty name="width" value="0.05" units="cm"/>
      <inkml:brushProperty name="height" value="0.05" units="cm"/>
    </inkml:brush>
  </inkml:definitions>
  <inkml:trace contextRef="#ctx0" brushRef="#br0">0 81 24575,'0'-1'0,"0"1"0,0-1 0,1 1 0,-1-1 0,0 0 0,0 1 0,1-1 0,-1 1 0,0-1 0,1 1 0,-1-1 0,1 1 0,-1-1 0,0 1 0,1-1 0,-1 1 0,1-1 0,-1 1 0,1 0 0,-1-1 0,1 1 0,0 0 0,-1 0 0,1-1 0,-1 1 0,1 0 0,0 0 0,-1 0 0,1 0 0,0 0 0,-1 0 0,1 0 0,-1 0 0,2 0 0,-1 0 0,1 0 0,-1 0 0,1 0 0,-1 0 0,1 0 0,-1 0 0,0 1 0,1-1 0,-1 0 0,0 1 0,1-1 0,-1 1 0,0 0 0,3 1 0,-3 0 0,1 0 0,-1 0 0,0 1 0,1-1 0,-1 0 0,0 1 0,0-1 0,-1 1 0,1-1 0,0 1 0,-1 0 0,0-1 0,0 1 0,1-1 0,-1 1 0,-1 3 0,-7 47 0,5-38 0,0-3 0,-3 18 0,2 0 0,-3 50 0,7-72 0,0 0 0,1-1 0,0 1 0,0 0 0,0-1 0,1 1 0,0-1 0,1 0 0,-1 1 0,1-1 0,1 0 0,0-1 0,0 1 0,0-1 0,10 12 0,-11-15 0,-1-1 0,1 0 0,0 0 0,1 0 0,-1 0 0,0-1 0,0 1 0,1-1 0,-1 1 0,1-1 0,-1 0 0,1-1 0,0 1 0,-1-1 0,1 1 0,0-1 0,-1 0 0,1-1 0,0 1 0,-1-1 0,1 1 0,-1-1 0,1 0 0,0 0 0,4-3 0,2 0 0,0-1 0,0 0 0,-1-1 0,1 0 0,-1 0 0,0-1 0,9-10 0,0-2 0,-1 0 0,-1-2 0,21-34 0,33-72 0,-32 54 0,-36 70 0,1-4 0,0 1 0,1 0 0,0 1 0,0-1 0,0 1 0,6-6 0,-10 11 0,1-1 0,-1 1 0,1 0 0,-1 0 0,0-1 0,1 1 0,-1 0 0,1 0 0,-1 0 0,1-1 0,-1 1 0,1 0 0,-1 0 0,1 0 0,-1 0 0,1 0 0,-1 0 0,1 0 0,-1 0 0,1 0 0,-1 0 0,1 1 0,-1-1 0,1 0 0,-1 0 0,1 0 0,-1 0 0,0 1 0,1-1 0,-1 0 0,1 1 0,-1-1 0,0 0 0,1 1 0,-1-1 0,0 0 0,1 1 0,-1-1 0,0 1 0,1-1 0,-1 0 0,0 1 0,0-1 0,0 1 0,1-1 0,-1 2 0,8 23 0,7 74 0,-10-56 0,12 49 0,-14-80 0,1 0 0,0-1 0,1 1 0,0-1 0,0 0 0,1 0 0,1 0 0,12 15 0,-17-24 0,-1 0 0,1 0 0,0 0 0,-1 0 0,1 0 0,0-1 0,0 1 0,1-1 0,-1 1 0,0-1 0,0 0 0,1 1 0,-1-1 0,0 0 0,1-1 0,-1 1 0,1 0 0,0-1 0,-1 0 0,1 1 0,-1-1 0,1 0 0,0 0 0,-1 0 0,1-1 0,-1 1 0,1-1 0,-1 1 0,1-1 0,-1 0 0,1 0 0,-1 0 0,0 0 0,1-1 0,-1 1 0,0 0 0,0-1 0,0 0 0,0 1 0,2-4 0,6-5 0,-1 0 0,0-1 0,-1 0 0,-1 0 0,0-1 0,8-16 0,4-13 0,24-73 0,-36 88 0,0 0 0,-2 0 0,-1-1 0,1-33 0,-5 57 0,0 0 0,1-1 0,-2 1 0,1 0 0,0 0 0,-1 0 0,0 0 0,1 0 0,-3-5 0,3 8-23,0 0 0,-1-1 0,1 1 0,0 0 0,0 0-1,0 0 1,0 0 0,-1 0 0,1 0 0,0 0 0,0 0 0,0 0-1,-1 0 1,1 0 0,0 0 0,0 0 0,0 0 0,-1 0 0,1 0-1,0 0 1,0 0 0,-1 0 0,1 0 0,0 0 0,0 0 0,0 0-1,0 0 1,-1 0 0,1 0 0,0 0 0,0 0 0,0 1 0,-1-1-1,1 0 1,0 0 0,0 0 0,0 0 0,0 0 0,0 1 0,0-1 0,-1 0-1,1 0 1,0 0 0,0 0 0,0 1 0,0-1 0,0 0 0,0 0-1,0 0 1,0 1 0,0-1 0,0 0 0,0 0 0,0 1 0,0-1-1,0 0 1,0 0 0,0 1 0,-3 9-6803</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44.012"/>
    </inkml:context>
    <inkml:brush xml:id="br0">
      <inkml:brushProperty name="width" value="0.05" units="cm"/>
      <inkml:brushProperty name="height" value="0.05" units="cm"/>
    </inkml:brush>
  </inkml:definitions>
  <inkml:trace contextRef="#ctx0" brushRef="#br0">55 261 24575,'0'1'0,"0"1"0,-1-1 0,1 0 0,-1 1 0,1-1 0,-1 0 0,0 1 0,1-1 0,-1 0 0,0 0 0,0 0 0,-1 2 0,-4 8 0,6-10 0,1-1 0,-1 1 0,1-1 0,-1 1 0,1-1 0,-1 1 0,1-1 0,0 1 0,-1-1 0,1 0 0,-1 1 0,1-1 0,0 0 0,0 0 0,-1 0 0,1 1 0,0-1 0,-1 0 0,1 0 0,0 0 0,0 0 0,-1 0 0,2 0 0,10 0 0,0 0 0,0 0 0,0-1 0,0-1 0,0 0 0,-1 0 0,1-1 0,0-1 0,-1 0 0,14-7 0,-20 9 0,0-1 0,-1 0 0,1 0 0,-1 0 0,0-1 0,0 0 0,0 1 0,0-1 0,-1-1 0,7-8 0,-8 10 0,-1-1 0,1 0 0,-1 0 0,0 0 0,0 1 0,0-1 0,0 0 0,-1 0 0,1 0 0,-1-1 0,0 1 0,0 0 0,-1 0 0,1 0 0,-1 0 0,-1-5 0,-1 0 0,0 0 0,-1-1 0,0 1 0,-1 1 0,1-1 0,-2 1 0,1 0 0,-1 0 0,0 0 0,-1 1 0,0 0 0,0 0 0,-1 1 0,1 0 0,-1 0 0,-1 1 0,-15-9 0,21 13 0,0 1 0,1-1 0,-1 0 0,0 1 0,0-1 0,0 1 0,0 0 0,0 0 0,0 0 0,1 0 0,-1 0 0,0 1 0,0-1 0,0 1 0,0 0 0,1 0 0,-1 0 0,-4 2 0,3 0 0,0 0 0,0 0 0,1 0 0,-1 1 0,1-1 0,0 1 0,0 0 0,0 0 0,0 0 0,-2 6 0,-2 4 0,1 1 0,1-1 0,0 1 0,1 0 0,1 0 0,-2 17 0,3-16 34,1 0 1,1 0-1,0 0 0,1 0 0,1 0 0,1 0 0,0 0 0,1 0 0,7 20 1,-8-28-121,1-1 1,0 1 0,0-1-1,0 0 1,1 0 0,0-1-1,0 1 1,1-1 0,0 0-1,0 0 1,0-1 0,1 0-1,-1 0 1,1 0 0,1-1-1,-1 0 1,0-1 0,1 1-1,13 3 1,16 1-6741</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44.401"/>
    </inkml:context>
    <inkml:brush xml:id="br0">
      <inkml:brushProperty name="width" value="0.05" units="cm"/>
      <inkml:brushProperty name="height" value="0.05" units="cm"/>
    </inkml:brush>
  </inkml:definitions>
  <inkml:trace contextRef="#ctx0" brushRef="#br0">75 139 24575,'-7'-32'0,"4"18"0,0 1 0,-1-1 0,-1 0 0,0 1 0,-8-16 0,13 29 0,-1-1 0,1 0 0,0 1 0,-1-1 0,1 1 0,-1-1 0,1 0 0,-1 1 0,1-1 0,-1 1 0,1-1 0,-1 1 0,0-1 0,1 1 0,-1 0 0,0-1 0,1 1 0,-2 0 0,2 0 0,-1 0 0,1 0 0,0 0 0,-1 0 0,1 0 0,0 0 0,-1 0 0,1 0 0,0 1 0,-1-1 0,1 0 0,0 0 0,-1 1 0,1-1 0,0 0 0,-1 0 0,1 1 0,0-1 0,0 0 0,-1 1 0,1-1 0,0 0 0,0 1 0,0-1 0,-8 30 0,3 15 0,2 1 0,3 1 0,7 70 0,34 137 0,-35-221 0,-1 0 0,2 0 0,16 45 0,-20-86 0,-2-10 0,-1-2 0,2-1 0,0 1 0,0 0 0,2 0 0,1 0 0,11-31 0,-13 43 0,0 1 0,0 0 0,0 0 0,1 1 0,0-1 0,1 1 0,-1 0 0,1 0 0,0 0 0,1 0 0,-1 1 0,1 0 0,0 0 0,1 1 0,-1 0 0,1 0 0,0 0 0,0 1 0,0 0 0,12-4 0,-14 7 0,0-1 0,0 0 0,-1 1 0,1 0 0,0 0 0,0 0 0,-1 1 0,1 0 0,0 0 0,-1 0 0,1 0 0,0 1 0,-1-1 0,5 3 0,-3 0 0,1 0 0,-1 0 0,0 1 0,0 0 0,0 0 0,-1 0 0,1 1 0,5 8 0,-5-6 0,-1 0 0,0 0 0,0 1 0,0 0 0,-1 0 0,-1 0 0,0 0 0,0 0 0,0 1 0,-1 0 0,-1-1 0,0 1 0,0 0 0,-1 10 0,-1-15 17,1 0 0,-2 0 0,1 0 1,0-1-1,-1 1 0,0 0 0,0-1 0,-1 1 0,1-1 0,-1 0 0,0 0 0,0 0 0,0 0 0,0 0 0,-1-1 0,0 1 0,0-1 0,0 0 1,-5 3-1,6-4-86,0 0 1,-1 0 0,0-1 0,1 1-1,-1-1 1,0 0 0,0 0-1,1 0 1,-1-1 0,0 1 0,0-1-1,0 0 1,0 0 0,0 0 0,0-1-1,0 1 1,0-1 0,1 0 0,-1 0-1,0 0 1,0-1 0,1 1-1,-1-1 1,-4-3 0,-11-10-6758</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44.742"/>
    </inkml:context>
    <inkml:brush xml:id="br0">
      <inkml:brushProperty name="width" value="0.05" units="cm"/>
      <inkml:brushProperty name="height" value="0.05" units="cm"/>
    </inkml:brush>
  </inkml:definitions>
  <inkml:trace contextRef="#ctx0" brushRef="#br0">51 66 24575,'31'1'0,"-20"0"0,0-1 0,0 0 0,0 0 0,-1-1 0,16-4 0,-25 5 0,0 0 0,0 0 0,0 0 0,-1-1 0,1 1 0,0 0 0,0-1 0,-1 1 0,1-1 0,0 1 0,0-1 0,-1 1 0,1-1 0,0 1 0,-1-1 0,1 0 0,-1 1 0,1-1 0,0-1 0,-1 1 0,0 1 0,0-1 0,0 1 0,0-1 0,0 1 0,0-1 0,0 0 0,0 1 0,0-1 0,0 1 0,-1-1 0,1 1 0,0-1 0,0 1 0,-1-1 0,1 1 0,0-1 0,-1 1 0,1-1 0,0 1 0,-1-1 0,-2-1 0,1-1 0,-1 1 0,0 0 0,0 1 0,1-1 0,-1 0 0,0 1 0,-5-2 0,-5-2 0,-1 1 0,0 0 0,0 2 0,-1-1 0,1 2 0,-23-1 0,36 2 0,0 0 0,0 0 0,0 0 0,0 0 0,1 0 0,-1 1 0,0-1 0,0 0 0,0 0 0,0 1 0,1-1 0,-1 0 0,0 1 0,0-1 0,1 1 0,-1-1 0,0 1 0,1-1 0,-1 1 0,0 0 0,1-1 0,-1 1 0,1 0 0,-1-1 0,1 1 0,-1 0 0,1 0 0,0 0 0,-1-1 0,1 1 0,0 0 0,0 0 0,0 0 0,0 0 0,-1-1 0,1 1 0,0 0 0,0 0 0,0 0 0,1 0 0,-1 0 0,0-1 0,0 1 0,0 0 0,1 0 0,-1 0 0,0 0 0,1-1 0,0 2 0,2 5 0,1-1 0,0 1 0,0-1 0,7 9 0,14 11 0,1 0 0,49 37 0,-44-39 0,-2 1 0,29 32 0,-56-55 0,0 0 0,-1 0 0,1 0 0,0 1 0,-1-1 0,1 1 0,-1-1 0,0 1 0,0 0 0,0-1 0,0 1 0,0 0 0,-1-1 0,1 1 0,-1 5 0,0-6 0,-1 0 0,1 1 0,-1-1 0,1 0 0,-1 0 0,0 0 0,0 0 0,0 0 0,0 0 0,0 0 0,-1 0 0,1 0 0,-1-1 0,1 1 0,-1 0 0,1-1 0,-1 1 0,0-1 0,0 0 0,-3 2 0,-5 3-114,0-1 1,0 0-1,-1-1 0,0 0 0,0-1 1,0 0-1,-1 0 0,1-2 0,-1 1 1,1-1-1,-15-1 0,1-2-6712</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45.383"/>
    </inkml:context>
    <inkml:brush xml:id="br0">
      <inkml:brushProperty name="width" value="0.05" units="cm"/>
      <inkml:brushProperty name="height" value="0.05" units="cm"/>
    </inkml:brush>
  </inkml:definitions>
  <inkml:trace contextRef="#ctx0" brushRef="#br0">0 14 24575,'7'-3'0,"0"1"0,0 0 0,0 0 0,0 1 0,0-1 0,0 1 0,0 1 0,1 0 0,-1 0 0,0 0 0,0 1 0,1 0 0,-1 0 0,0 1 0,0 0 0,0 0 0,-1 0 0,12 7 0,1 1 0,0 1 0,-1 0 0,-1 2 0,0 0 0,16 17 0,-21-19 0,0 2 0,-1-1 0,0 2 0,-1-1 0,12 24 0,-18-30 0,-1-1 0,0 1 0,0 0 0,0 1 0,-1-1 0,0 0 0,0 1 0,-1-1 0,0 1 0,-1 0 0,1-1 0,-2 1 0,1-1 0,-2 12 0,1-17 0,1-1 0,0 1 0,0 0 0,-1-1 0,1 1 0,-1-1 0,0 1 0,1-1 0,-1 1 0,0-1 0,0 1 0,0-1 0,0 0 0,0 1 0,0-1 0,0 0 0,0 0 0,-1 0 0,1 0 0,0 0 0,-1 0 0,1 0 0,-1 0 0,1-1 0,-1 1 0,1 0 0,-1-1 0,1 1 0,-1-1 0,0 0 0,1 1 0,-1-1 0,0 0 0,1 0 0,-1 0 0,-1-1 0,0 1 0,1-1 0,0 0 0,0 0 0,0 0 0,0 0 0,0 0 0,0-1 0,0 1 0,1-1 0,-1 1 0,0-1 0,1 1 0,-1-1 0,1 0 0,0 0 0,-1 0 0,1 0 0,0 0 0,0 0 0,0 0 0,1 0 0,-1 0 0,0 0 0,1-1 0,-1 1 0,1-3 0,-1-5 0,1 1 0,1-1 0,0 1 0,0-1 0,1 1 0,0 0 0,0-1 0,8-16 0,0 2 0,1 1 0,17-24 0,-18 31 0,1 0 0,20-21 0,-25 31 0,0 0 0,0 0 0,0 1 0,1 0 0,0 0 0,0 1 0,1-1 0,7-2 0,-12 6 0,0 0 0,-1 1 0,1-1 0,0 1 0,0 0 0,-1 0 0,1 0 0,0 0 0,0 0 0,-1 1 0,1-1 0,0 1 0,-1 0 0,1-1 0,0 1 0,-1 1 0,1-1 0,-1 0 0,1 1 0,-1-1 0,0 1 0,0-1 0,0 1 0,0 0 0,0 0 0,0 0 0,0 0 0,2 4 0,6 7 0,-1 1 0,-1 1 0,12 23 0,-13-23 0,6 12 0,1-1 0,1-1 0,37 47 0,-49-69 0,-1 0 0,1 0 0,0 0 0,1 0 0,-1 0 0,0-1 0,1 1 0,-1-1 0,1 0 0,0 0 0,0-1 0,0 1 0,0-1 0,0 1 0,0-1 0,0-1 0,0 1 0,1 0 0,-1-1 0,0 0 0,0 0 0,1 0 0,-1-1 0,0 0 0,0 1 0,0-1 0,0-1 0,0 1 0,0 0 0,0-1 0,0 0 0,0 0 0,-1 0 0,1-1 0,-1 1 0,1-1 0,-1 1 0,0-1 0,4-5 0,3-5 0,0 1 0,-1-1 0,0-1 0,-1 0 0,-1 0 0,0-1 0,-1 1 0,-1-1 0,0-1 0,-1 1 0,-1-1 0,0 0 0,-1 1 0,0-1 0,-2-25 0,2 58-136,1 1-1,1-1 1,0 1-1,2-1 1,0-1-1,0 1 1,2-1-1,0 0 0,12 17 1,-6-13-6690</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45.691"/>
    </inkml:context>
    <inkml:brush xml:id="br0">
      <inkml:brushProperty name="width" value="0.05" units="cm"/>
      <inkml:brushProperty name="height" value="0.05" units="cm"/>
    </inkml:brush>
  </inkml:definitions>
  <inkml:trace contextRef="#ctx0" brushRef="#br0">0 65 24575,'1'-9'0,"0"0"0,1-1 0,0 1 0,5-15 0,-7 24 0,1 0 0,-1-1 0,0 1 0,0 0 0,0 0 0,0-1 0,1 1 0,-1 0 0,0 0 0,0 0 0,0 0 0,1-1 0,-1 1 0,0 0 0,0 0 0,1 0 0,-1 0 0,0 0 0,0 0 0,1 0 0,-1-1 0,0 1 0,0 0 0,1 0 0,-1 0 0,0 0 0,0 0 0,1 0 0,-1 0 0,0 0 0,1 1 0,-1-1 0,0 0 0,0 0 0,1 0 0,-1 0 0,0 0 0,0 0 0,0 0 0,1 1 0,-1-1 0,0 0 0,0 0 0,1 0 0,-1 0 0,0 1 0,0-1 0,0 0 0,0 0 0,0 1 0,1-1 0,-1 0 0,0 0 0,0 1 0,0-1 0,14 19 0,-11-15 0,-1-2 0,2 5 0,1 0 0,1 0 0,0-1 0,0 1 0,0-1 0,1-1 0,-1 1 0,1-1 0,15 8 0,-21-13 11,0 1-1,0-1 0,0 0 1,0 1-1,0-1 0,0 0 1,0 0-1,0 0 0,0 0 1,0 0-1,0 0 0,0 0 1,0 0-1,0-1 0,0 1 1,0 0-1,0-1 0,0 1 1,0-1-1,0 1 0,0-1 1,0 1-1,0-1 0,-1 1 1,1-1-1,0 0 1,0 1-1,-1-1 0,1 0 1,0 0-1,-1 0 0,2-1 1,-1-2-225,1 1 1,-1-1 0,1 0-1,-1 1 1,0-1 0,0 0-1,0-5 1,0-7-6613</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46.063"/>
    </inkml:context>
    <inkml:brush xml:id="br0">
      <inkml:brushProperty name="width" value="0.05" units="cm"/>
      <inkml:brushProperty name="height" value="0.05" units="cm"/>
    </inkml:brush>
  </inkml:definitions>
  <inkml:trace contextRef="#ctx0" brushRef="#br0">288 0 24575,'-137'15'0,"-14"3"0,191-15 0,1202-2-4276,-577-3 2050,-44 4 1854,643-4-714,-1241 1 1518,158-8 3209,-170 6-2554,-22 1-944,-11 0-5677</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47.416"/>
    </inkml:context>
    <inkml:brush xml:id="br0">
      <inkml:brushProperty name="width" value="0.05" units="cm"/>
      <inkml:brushProperty name="height" value="0.05" units="cm"/>
    </inkml:brush>
  </inkml:definitions>
  <inkml:trace contextRef="#ctx0" brushRef="#br0">272 168 24575,'30'-16'0,"31"-24"0,16-9 0,-67 44 0,12-8 0,1 1 0,0 2 0,30-10 0,-51 19 0,-1 1 0,1-1 0,-1 1 0,1 0 0,-1 0 0,1-1 0,-1 1 0,1 0 0,-1 0 0,1 0 0,0 0 0,-1 1 0,1-1 0,-1 0 0,1 1 0,-1-1 0,0 1 0,3 0 0,-3 0 0,-1 0 0,1 0 0,0 0 0,-1-1 0,1 1 0,-1 0 0,1 0 0,-1 0 0,1 0 0,-1 0 0,1 0 0,-1 0 0,0 0 0,0 0 0,0 0 0,1 0 0,-1 0 0,0 1 0,0-1 0,-1 1 0,0 8 0,-1-1 0,0 1 0,-1-1 0,-6 16 0,6-18 0,-169 395-535,53-135 245,-97 294 290,166-425 0,32-89-1227,4-13-4912</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48.245"/>
    </inkml:context>
    <inkml:brush xml:id="br0">
      <inkml:brushProperty name="width" value="0.05" units="cm"/>
      <inkml:brushProperty name="height" value="0.05" units="cm"/>
    </inkml:brush>
  </inkml:definitions>
  <inkml:trace contextRef="#ctx0" brushRef="#br0">73 209 24575,'0'-16'0,"1"2"0,-1 0 0,0 0 0,-2 0 0,-3-19 0,5 31 0,0 0 0,-1 0 0,1 0 0,-1 0 0,1 1 0,-1-1 0,0 0 0,1 1 0,-1-1 0,0 0 0,0 1 0,-1-1 0,1 1 0,0-1 0,0 1 0,-1 0 0,1 0 0,0-1 0,-1 1 0,0 0 0,1 0 0,-1 0 0,1 1 0,-1-1 0,0 0 0,0 1 0,0-1 0,1 1 0,-1-1 0,0 1 0,0 0 0,0 0 0,0 0 0,1 0 0,-1 0 0,0 0 0,0 0 0,0 1 0,0-1 0,-2 2 0,-5 3 0,15 0 0,17 0 0,31-1 0,-1-3 0,76-7 0,105-25 0,-178 22 0,173-26-1365,-176 29-5461</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48.448"/>
    </inkml:context>
    <inkml:brush xml:id="br0">
      <inkml:brushProperty name="width" value="0.05" units="cm"/>
      <inkml:brushProperty name="height" value="0.05" units="cm"/>
    </inkml:brush>
  </inkml:definitions>
  <inkml:trace contextRef="#ctx0" brushRef="#br0">8 0 24575,'-3'0'0,"-1"3"0,3 4 0,5 4 0,5 6 0,3 9 0,3 9 0,-1 8 0,0 8 0,-2 11 0,-3 6 0,-4 4 0,1 2 0,-1-3 0,2-4 0,0-5 0,2-10 0,-2-14-8191</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48.634"/>
    </inkml:context>
    <inkml:brush xml:id="br0">
      <inkml:brushProperty name="width" value="0.05" units="cm"/>
      <inkml:brushProperty name="height" value="0.05" units="cm"/>
    </inkml:brush>
  </inkml:definitions>
  <inkml:trace contextRef="#ctx0" brushRef="#br0">0 45 24575,'0'-3'0,"0"-4"0,3-4 0,4 0 0,4 2 0,3 6 0,2 5 0,1 10 0,1 4 0,3 7 0,2 5 0,-1 0 0,2 2 0,0-1 0,-1-3 0,-4-5-8191</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48.789"/>
    </inkml:context>
    <inkml:brush xml:id="br0">
      <inkml:brushProperty name="width" value="0.05" units="cm"/>
      <inkml:brushProperty name="height" value="0.05" units="cm"/>
    </inkml:brush>
  </inkml:definitions>
  <inkml:trace contextRef="#ctx0" brushRef="#br0">364 89 24575,'-3'-6'0,"-4"-8"0,-4-7 0,-3-1 0,-5 4 0,-2 11 0,-4 12 0,-4 15 0,-2 13 0,-3 12 0,-3 8 0,-3 7 0,3 6 0,5-1 0,8-10-8191</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48.942"/>
    </inkml:context>
    <inkml:brush xml:id="br0">
      <inkml:brushProperty name="width" value="0.05" units="cm"/>
      <inkml:brushProperty name="height" value="0.05" units="cm"/>
    </inkml:brush>
  </inkml:definitions>
  <inkml:trace contextRef="#ctx0" brushRef="#br0">0 36 24575,'6'-6'0,"2"-5"0,3 0 0,-4 4 0,-6 6 0,-9 7 0,-3 2-8191</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49.317"/>
    </inkml:context>
    <inkml:brush xml:id="br0">
      <inkml:brushProperty name="width" value="0.05" units="cm"/>
      <inkml:brushProperty name="height" value="0.05" units="cm"/>
    </inkml:brush>
  </inkml:definitions>
  <inkml:trace contextRef="#ctx0" brushRef="#br0">507 232 24575,'62'-226'0,"-61"220"0,-5 18 0,-7 23 0,-250 825-728,32 10-44,174-644-368,45-184-4411</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49.766"/>
    </inkml:context>
    <inkml:brush xml:id="br0">
      <inkml:brushProperty name="width" value="0.05" units="cm"/>
      <inkml:brushProperty name="height" value="0.05" units="cm"/>
    </inkml:brush>
  </inkml:definitions>
  <inkml:trace contextRef="#ctx0" brushRef="#br0">100 527 24575,'0'-2'0,"0"-1"0,0 1 0,-1-1 0,1 1 0,-1-1 0,0 1 0,0-1 0,0 1 0,0 0 0,0 0 0,0-1 0,-2-1 0,3 4 0,-1-1 0,1 1 0,0 0 0,-1-1 0,1 1 0,0 0 0,-1-1 0,1 1 0,-1 0 0,1-1 0,0 1 0,-1 0 0,1 0 0,-1 0 0,1 0 0,-1-1 0,1 1 0,-1 0 0,1 0 0,-1 0 0,1 0 0,-1 0 0,1 0 0,-1 0 0,0 1 0,0-1 0,0 1 0,0-1 0,1 1 0,-1-1 0,0 1 0,0 0 0,1-1 0,-1 1 0,0 0 0,1 0 0,-1-1 0,1 1 0,-1 0 0,1 0 0,-1 0 0,0 1 0,-7 21 0,0 0 0,1 1 0,-5 37 0,-7 22 0,12-60 0,3-16 0,6-16 0,9-35 0,32-74 0,-22 65 0,12-34 0,4 1 0,3 2 0,64-97 0,-98 171 0,31-38 0,-35 45 0,0 1 0,0 0 0,0 0 0,0 0 0,1 0 0,-1 0 0,1 1 0,-1-1 0,1 1 0,0-1 0,-1 1 0,1 0 0,0 0 0,0 0 0,0 1 0,3-1 0,-4 1 0,-1 0 0,1 1 0,0-1 0,-1 1 0,1-1 0,-1 1 0,1 0 0,-1 0 0,1-1 0,-1 1 0,1 0 0,-1 1 0,0-1 0,0 0 0,1 0 0,-1 0 0,0 1 0,0-1 0,0 1 0,-1-1 0,1 0 0,0 1 0,0 0 0,-1-1 0,1 1 0,0 1 0,2 8 0,0 0 0,3 18 0,-5-24 0,20 251 0,-10-79 0,11 0-1365,-17-137-5461</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50.385"/>
    </inkml:context>
    <inkml:brush xml:id="br0">
      <inkml:brushProperty name="width" value="0.05" units="cm"/>
      <inkml:brushProperty name="height" value="0.05" units="cm"/>
    </inkml:brush>
  </inkml:definitions>
  <inkml:trace contextRef="#ctx0" brushRef="#br0">87 213 24575,'-10'-11'0,"-1"-1"0,2-1 0,0 1 0,0-2 0,2 1 0,-1-1 0,2 0 0,-8-20 0,14 31 0,-1 1 0,0 0 0,1 0 0,-1 0 0,1 0 0,0 0 0,-1-1 0,1 1 0,0 0 0,1 0 0,-1-1 0,0 1 0,1 0 0,-1 0 0,1 0 0,-1 0 0,2-3 0,-1 4 0,1-1 0,-1 1 0,1-1 0,-1 1 0,1 0 0,-1 0 0,1-1 0,0 1 0,0 0 0,-1 1 0,1-1 0,0 0 0,0 0 0,0 1 0,0-1 0,0 1 0,0 0 0,0 0 0,3 0 0,60-4 0,67 7 0,-41-1 0,-82-2 0,45 2 0,1-3 0,97-15 0,-150 15 0,0 1 0,0-1 0,0 1 0,-1 0 0,1 0 0,0 0 0,0 0 0,0 0 0,0 0 0,0 0 0,-1 0 0,1 1 0,0-1 0,2 2 0,-3-2 0,0 1 0,-1 0 0,1 0 0,0 0 0,0 0 0,-1 0 0,1 0 0,0 0 0,-1 0 0,1 1 0,-1-1 0,1 0 0,-1 0 0,0 0 0,0 1 0,1-1 0,-1 0 0,0 0 0,0 0 0,0 1 0,0-1 0,-1 2 0,-10 108 0,1-18 0,7 107 0,3-197 0,0-1 0,0 1 0,1 0 0,-1 0 0,1-1 0,0 1 0,0 0 0,0-1 0,0 1 0,0-1 0,1 0 0,1 4 0,-2-6 0,-1 1 0,1-1 0,-1 1 0,1-1 0,-1 1 0,1-1 0,-1 0 0,1 1 0,0-1 0,-1 0 0,1 1 0,0-1 0,-1 0 0,1 0 0,0 0 0,-1 0 0,1 0 0,0 0 0,-1 0 0,2 0 0,-1 0 0,1 0 0,-1-1 0,1 1 0,-1-1 0,0 1 0,1-1 0,-1 0 0,0 0 0,0 0 0,0 1 0,1-1 0,-1 0 0,1-2 0,21-23 0,-2-1 0,37-58 0,-8 9 0,-10 19 0,-12 15 0,2 2 0,40-42 0,-68 80 0,0 0 0,0 0 0,0 0 0,0 0 0,0 1 0,1-1 0,-1 1 0,1-1 0,-1 1 0,1 0 0,0 0 0,-1 0 0,5-1 0,-7 2 0,1 0 0,0 0 0,0 0 0,-1 0 0,1 0 0,0 1 0,0-1 0,-1 0 0,1 0 0,0 1 0,-1-1 0,1 0 0,0 1 0,-1-1 0,1 1 0,-1-1 0,1 0 0,0 1 0,0 0 0,0 1 0,0 0 0,0 0 0,0 0 0,0-1 0,0 1 0,0 0 0,-1 0 0,1 0 0,0 4 0,3 30 0,-1 0 0,-5 69 0,1 8 0,1-99 0,8 75 0,-7-81 0,1 1 0,0-1 0,0 0 0,1 1 0,0-1 0,0 0 0,1-1 0,4 9 0,-7-15 0,0 0 0,0 0 0,0 0 0,0 1 0,0-1 0,0 0 0,0 0 0,0 0 0,0-1 0,0 1 0,1 0 0,-1 0 0,0-1 0,1 1 0,-1 0 0,1-1 0,-1 0 0,0 1 0,1-1 0,-1 0 0,2 1 0,0-2 0,-1 1 0,1 0 0,-1-1 0,0 0 0,1 1 0,-1-1 0,0 0 0,1 0 0,-1 0 0,0 0 0,4-3 0,4-5 0,0 0 0,0-1 0,15-19 0,-16 18 0,77-109 0,-4 6 0,-80 112 0,-1 0 0,1 0 0,0 0 0,0 0 0,-1 1 0,2-1 0,-1 0 0,0 1 0,0 0 0,5-3 0,-7 4 0,1 0 0,-1 0 0,0 0 0,1 0 0,-1 0 0,1 0 0,-1 0 0,0 0 0,1 0 0,-1 0 0,1 0 0,-1 0 0,0 0 0,1 0 0,-1 1 0,0-1 0,1 0 0,-1 0 0,0 0 0,1 1 0,-1-1 0,0 0 0,0 0 0,1 1 0,-1-1 0,0 1 0,6 17 0,-5 2-341,-1 0 0,0-1-1,-4 22 1,-1-5-6485</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07:51:50.974"/>
    </inkml:context>
    <inkml:brush xml:id="br0">
      <inkml:brushProperty name="width" value="0.05" units="cm"/>
      <inkml:brushProperty name="height" value="0.05" units="cm"/>
    </inkml:brush>
  </inkml:definitions>
  <inkml:trace contextRef="#ctx0" brushRef="#br0">7 282 24575,'-7'-1'0,"14"-2"0,24-3 0,-26 5 0,1130-143-3770,-722 111 791,68 4 1517,57 4-1405,1435-12-1197,3 63 3289,-1569-17 798,-66-2 189,-62-2 615,-185-3-754,315-10 3129,-339-3-487,-68 11-2599,0 0 0,0-1 1,0 1-1,0-1 0,0 0 1,0 1-1,0-1 1,-1 0-1,1 0 0,3-3 1,-7-1 1015,-12 0 557,-29-2-1690,-11 2-3425</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9:16:29.530"/>
    </inkml:context>
    <inkml:brush xml:id="br0">
      <inkml:brushProperty name="width" value="0.05" units="cm"/>
      <inkml:brushProperty name="height" value="0.05" units="cm"/>
    </inkml:brush>
  </inkml:definitions>
  <inkml:trace contextRef="#ctx0" brushRef="#br0">0 1 24575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ixabay.com/photos/san-francisco-transamerica-pyramid-163320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https://pixabay.com/photos/san-francisco-transamerica-pyramid-1633203/</a:t>
            </a:r>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19825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p8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1" name="Google Shape;1691;p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25582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3"/>
        <p:cNvGrpSpPr/>
        <p:nvPr/>
      </p:nvGrpSpPr>
      <p:grpSpPr>
        <a:xfrm>
          <a:off x="0" y="0"/>
          <a:ext cx="0" cy="0"/>
          <a:chOff x="0" y="0"/>
          <a:chExt cx="0" cy="0"/>
        </a:xfrm>
      </p:grpSpPr>
      <p:sp>
        <p:nvSpPr>
          <p:cNvPr id="1664" name="Google Shape;1664;p8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5" name="Google Shape;1665;p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80875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2"/>
        <p:cNvGrpSpPr/>
        <p:nvPr/>
      </p:nvGrpSpPr>
      <p:grpSpPr>
        <a:xfrm>
          <a:off x="0" y="0"/>
          <a:ext cx="0" cy="0"/>
          <a:chOff x="0" y="0"/>
          <a:chExt cx="0" cy="0"/>
        </a:xfrm>
      </p:grpSpPr>
      <p:sp>
        <p:nvSpPr>
          <p:cNvPr id="1673" name="Google Shape;1673;p8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4" name="Google Shape;1674;p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20611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7"/>
        <p:cNvGrpSpPr/>
        <p:nvPr/>
      </p:nvGrpSpPr>
      <p:grpSpPr>
        <a:xfrm>
          <a:off x="0" y="0"/>
          <a:ext cx="0" cy="0"/>
          <a:chOff x="0" y="0"/>
          <a:chExt cx="0" cy="0"/>
        </a:xfrm>
      </p:grpSpPr>
      <p:sp>
        <p:nvSpPr>
          <p:cNvPr id="1708" name="Google Shape;1708;p9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9" name="Google Shape;1709;p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1033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6"/>
        <p:cNvGrpSpPr/>
        <p:nvPr/>
      </p:nvGrpSpPr>
      <p:grpSpPr>
        <a:xfrm>
          <a:off x="0" y="0"/>
          <a:ext cx="0" cy="0"/>
          <a:chOff x="0" y="0"/>
          <a:chExt cx="0" cy="0"/>
        </a:xfrm>
      </p:grpSpPr>
      <p:sp>
        <p:nvSpPr>
          <p:cNvPr id="1717" name="Google Shape;1717;p9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8" name="Google Shape;1718;p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180752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8"/>
        <p:cNvGrpSpPr/>
        <p:nvPr/>
      </p:nvGrpSpPr>
      <p:grpSpPr>
        <a:xfrm>
          <a:off x="0" y="0"/>
          <a:ext cx="0" cy="0"/>
          <a:chOff x="0" y="0"/>
          <a:chExt cx="0" cy="0"/>
        </a:xfrm>
      </p:grpSpPr>
      <p:sp>
        <p:nvSpPr>
          <p:cNvPr id="1699" name="Google Shape;1699;p9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0" name="Google Shape;1700;p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82679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3"/>
        <p:cNvGrpSpPr/>
        <p:nvPr/>
      </p:nvGrpSpPr>
      <p:grpSpPr>
        <a:xfrm>
          <a:off x="0" y="0"/>
          <a:ext cx="0" cy="0"/>
          <a:chOff x="0" y="0"/>
          <a:chExt cx="0" cy="0"/>
        </a:xfrm>
      </p:grpSpPr>
      <p:sp>
        <p:nvSpPr>
          <p:cNvPr id="1744" name="Google Shape;1744;p9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5" name="Google Shape;1745;p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204067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2"/>
        <p:cNvGrpSpPr/>
        <p:nvPr/>
      </p:nvGrpSpPr>
      <p:grpSpPr>
        <a:xfrm>
          <a:off x="0" y="0"/>
          <a:ext cx="0" cy="0"/>
          <a:chOff x="0" y="0"/>
          <a:chExt cx="0" cy="0"/>
        </a:xfrm>
      </p:grpSpPr>
      <p:sp>
        <p:nvSpPr>
          <p:cNvPr id="1753" name="Google Shape;1753;p9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4" name="Google Shape;1754;p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31214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1"/>
        <p:cNvGrpSpPr/>
        <p:nvPr/>
      </p:nvGrpSpPr>
      <p:grpSpPr>
        <a:xfrm>
          <a:off x="0" y="0"/>
          <a:ext cx="0" cy="0"/>
          <a:chOff x="0" y="0"/>
          <a:chExt cx="0" cy="0"/>
        </a:xfrm>
      </p:grpSpPr>
      <p:sp>
        <p:nvSpPr>
          <p:cNvPr id="1762" name="Google Shape;1762;p9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3" name="Google Shape;1763;p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07173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369"/>
        <p:cNvGrpSpPr/>
        <p:nvPr/>
      </p:nvGrpSpPr>
      <p:grpSpPr>
        <a:xfrm>
          <a:off x="0" y="0"/>
          <a:ext cx="0" cy="0"/>
          <a:chOff x="0" y="0"/>
          <a:chExt cx="0" cy="0"/>
        </a:xfrm>
      </p:grpSpPr>
      <p:sp>
        <p:nvSpPr>
          <p:cNvPr id="370" name="Google Shape;370;p158"/>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999"/>
              <a:buFont typeface="Calibri"/>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158"/>
          <p:cNvSpPr txBox="1">
            <a:spLocks noGrp="1"/>
          </p:cNvSpPr>
          <p:nvPr>
            <p:ph type="subTitle" idx="1"/>
          </p:nvPr>
        </p:nvSpPr>
        <p:spPr>
          <a:xfrm>
            <a:off x="1523603" y="3602037"/>
            <a:ext cx="9141619"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399"/>
              <a:buNone/>
              <a:defRPr sz="2399"/>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2" name="Google Shape;372;p15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15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15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921835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2/23/2026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theme" Target="../theme/theme2.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image" Target="../media/image1.png"/><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60" r:id="rId5"/>
    <p:sldLayoutId id="2147483707" r:id="rId6"/>
    <p:sldLayoutId id="2147483744" r:id="rId7"/>
    <p:sldLayoutId id="2147483754"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2/23/2026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170.png"/><Relationship Id="rId5" Type="http://schemas.openxmlformats.org/officeDocument/2006/relationships/customXml" Target="../ink/ink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customXml" Target="../ink/ink3.xml"/><Relationship Id="rId5" Type="http://schemas.openxmlformats.org/officeDocument/2006/relationships/image" Target="../media/image373.png"/><Relationship Id="rId4" Type="http://schemas.openxmlformats.org/officeDocument/2006/relationships/customXml" Target="../ink/ink2.xml"/></Relationships>
</file>

<file path=ppt/slides/_rels/slide7.xml.rels><?xml version="1.0" encoding="UTF-8" standalone="yes"?>
<Relationships xmlns="http://schemas.openxmlformats.org/package/2006/relationships"><Relationship Id="rId117" Type="http://schemas.openxmlformats.org/officeDocument/2006/relationships/image" Target="../media/image65.png"/><Relationship Id="rId299" Type="http://schemas.openxmlformats.org/officeDocument/2006/relationships/customXml" Target="../ink/ink153.xml"/><Relationship Id="rId21" Type="http://schemas.openxmlformats.org/officeDocument/2006/relationships/image" Target="../media/image17.png"/><Relationship Id="rId63" Type="http://schemas.openxmlformats.org/officeDocument/2006/relationships/image" Target="../media/image38.png"/><Relationship Id="rId159" Type="http://schemas.openxmlformats.org/officeDocument/2006/relationships/image" Target="../media/image86.png"/><Relationship Id="rId324" Type="http://schemas.openxmlformats.org/officeDocument/2006/relationships/image" Target="../media/image168.png"/><Relationship Id="rId366" Type="http://schemas.openxmlformats.org/officeDocument/2006/relationships/image" Target="../media/image190.png"/><Relationship Id="rId170" Type="http://schemas.openxmlformats.org/officeDocument/2006/relationships/image" Target="../media/image91.png"/><Relationship Id="rId226" Type="http://schemas.openxmlformats.org/officeDocument/2006/relationships/image" Target="../media/image119.png"/><Relationship Id="rId268" Type="http://schemas.openxmlformats.org/officeDocument/2006/relationships/image" Target="../media/image140.png"/><Relationship Id="rId32" Type="http://schemas.openxmlformats.org/officeDocument/2006/relationships/customXml" Target="../ink/ink19.xml"/><Relationship Id="rId74" Type="http://schemas.openxmlformats.org/officeDocument/2006/relationships/customXml" Target="../ink/ink40.xml"/><Relationship Id="rId128" Type="http://schemas.openxmlformats.org/officeDocument/2006/relationships/customXml" Target="../ink/ink67.xml"/><Relationship Id="rId335" Type="http://schemas.openxmlformats.org/officeDocument/2006/relationships/customXml" Target="../ink/ink171.xml"/><Relationship Id="rId377" Type="http://schemas.openxmlformats.org/officeDocument/2006/relationships/customXml" Target="../ink/ink192.xml"/><Relationship Id="rId5" Type="http://schemas.openxmlformats.org/officeDocument/2006/relationships/image" Target="../media/image9.png"/><Relationship Id="rId181" Type="http://schemas.openxmlformats.org/officeDocument/2006/relationships/customXml" Target="../ink/ink94.xml"/><Relationship Id="rId237" Type="http://schemas.openxmlformats.org/officeDocument/2006/relationships/customXml" Target="../ink/ink122.xml"/><Relationship Id="rId402" Type="http://schemas.openxmlformats.org/officeDocument/2006/relationships/image" Target="../media/image208.png"/><Relationship Id="rId279" Type="http://schemas.openxmlformats.org/officeDocument/2006/relationships/customXml" Target="../ink/ink143.xml"/><Relationship Id="rId43" Type="http://schemas.openxmlformats.org/officeDocument/2006/relationships/image" Target="../media/image28.png"/><Relationship Id="rId139" Type="http://schemas.openxmlformats.org/officeDocument/2006/relationships/image" Target="../media/image76.png"/><Relationship Id="rId290" Type="http://schemas.openxmlformats.org/officeDocument/2006/relationships/image" Target="../media/image151.png"/><Relationship Id="rId304" Type="http://schemas.openxmlformats.org/officeDocument/2006/relationships/image" Target="../media/image158.png"/><Relationship Id="rId346" Type="http://schemas.openxmlformats.org/officeDocument/2006/relationships/image" Target="../media/image180.png"/><Relationship Id="rId388" Type="http://schemas.openxmlformats.org/officeDocument/2006/relationships/image" Target="../media/image201.png"/><Relationship Id="rId85" Type="http://schemas.openxmlformats.org/officeDocument/2006/relationships/image" Target="../media/image49.png"/><Relationship Id="rId150" Type="http://schemas.openxmlformats.org/officeDocument/2006/relationships/customXml" Target="../ink/ink78.xml"/><Relationship Id="rId192" Type="http://schemas.openxmlformats.org/officeDocument/2006/relationships/image" Target="../media/image102.png"/><Relationship Id="rId206" Type="http://schemas.openxmlformats.org/officeDocument/2006/relationships/image" Target="../media/image109.png"/><Relationship Id="rId413" Type="http://schemas.openxmlformats.org/officeDocument/2006/relationships/customXml" Target="../ink/ink210.xml"/><Relationship Id="rId248" Type="http://schemas.openxmlformats.org/officeDocument/2006/relationships/image" Target="../media/image130.png"/><Relationship Id="rId12" Type="http://schemas.openxmlformats.org/officeDocument/2006/relationships/customXml" Target="../ink/ink9.xml"/><Relationship Id="rId108" Type="http://schemas.openxmlformats.org/officeDocument/2006/relationships/customXml" Target="../ink/ink57.xml"/><Relationship Id="rId315" Type="http://schemas.openxmlformats.org/officeDocument/2006/relationships/customXml" Target="../ink/ink161.xml"/><Relationship Id="rId357" Type="http://schemas.openxmlformats.org/officeDocument/2006/relationships/customXml" Target="../ink/ink182.xml"/><Relationship Id="rId54" Type="http://schemas.openxmlformats.org/officeDocument/2006/relationships/customXml" Target="../ink/ink30.xml"/><Relationship Id="rId96" Type="http://schemas.openxmlformats.org/officeDocument/2006/relationships/customXml" Target="../ink/ink51.xml"/><Relationship Id="rId161" Type="http://schemas.openxmlformats.org/officeDocument/2006/relationships/image" Target="../media/image87.png"/><Relationship Id="rId217" Type="http://schemas.openxmlformats.org/officeDocument/2006/relationships/customXml" Target="../ink/ink112.xml"/><Relationship Id="rId399" Type="http://schemas.openxmlformats.org/officeDocument/2006/relationships/customXml" Target="../ink/ink203.xml"/><Relationship Id="rId259" Type="http://schemas.openxmlformats.org/officeDocument/2006/relationships/customXml" Target="../ink/ink133.xml"/><Relationship Id="rId424" Type="http://schemas.openxmlformats.org/officeDocument/2006/relationships/image" Target="../media/image219.png"/><Relationship Id="rId23" Type="http://schemas.openxmlformats.org/officeDocument/2006/relationships/image" Target="../media/image18.png"/><Relationship Id="rId119" Type="http://schemas.openxmlformats.org/officeDocument/2006/relationships/image" Target="../media/image66.png"/><Relationship Id="rId270" Type="http://schemas.openxmlformats.org/officeDocument/2006/relationships/image" Target="../media/image141.png"/><Relationship Id="rId326" Type="http://schemas.openxmlformats.org/officeDocument/2006/relationships/image" Target="../media/image169.png"/><Relationship Id="rId65" Type="http://schemas.openxmlformats.org/officeDocument/2006/relationships/image" Target="../media/image39.png"/><Relationship Id="rId130" Type="http://schemas.openxmlformats.org/officeDocument/2006/relationships/customXml" Target="../ink/ink68.xml"/><Relationship Id="rId368" Type="http://schemas.openxmlformats.org/officeDocument/2006/relationships/image" Target="../media/image191.png"/><Relationship Id="rId172" Type="http://schemas.openxmlformats.org/officeDocument/2006/relationships/image" Target="../media/image92.png"/><Relationship Id="rId228" Type="http://schemas.openxmlformats.org/officeDocument/2006/relationships/image" Target="../media/image120.png"/><Relationship Id="rId281" Type="http://schemas.openxmlformats.org/officeDocument/2006/relationships/customXml" Target="../ink/ink144.xml"/><Relationship Id="rId337" Type="http://schemas.openxmlformats.org/officeDocument/2006/relationships/customXml" Target="../ink/ink172.xml"/><Relationship Id="rId34" Type="http://schemas.openxmlformats.org/officeDocument/2006/relationships/customXml" Target="../ink/ink20.xml"/><Relationship Id="rId76" Type="http://schemas.openxmlformats.org/officeDocument/2006/relationships/customXml" Target="../ink/ink41.xml"/><Relationship Id="rId141" Type="http://schemas.openxmlformats.org/officeDocument/2006/relationships/image" Target="../media/image77.png"/><Relationship Id="rId379" Type="http://schemas.openxmlformats.org/officeDocument/2006/relationships/customXml" Target="../ink/ink193.xml"/><Relationship Id="rId7" Type="http://schemas.openxmlformats.org/officeDocument/2006/relationships/image" Target="../media/image10.png"/><Relationship Id="rId183" Type="http://schemas.openxmlformats.org/officeDocument/2006/relationships/customXml" Target="../ink/ink95.xml"/><Relationship Id="rId239" Type="http://schemas.openxmlformats.org/officeDocument/2006/relationships/customXml" Target="../ink/ink123.xml"/><Relationship Id="rId390" Type="http://schemas.openxmlformats.org/officeDocument/2006/relationships/image" Target="../media/image202.png"/><Relationship Id="rId404" Type="http://schemas.openxmlformats.org/officeDocument/2006/relationships/image" Target="../media/image209.png"/><Relationship Id="rId250" Type="http://schemas.openxmlformats.org/officeDocument/2006/relationships/image" Target="../media/image131.png"/><Relationship Id="rId292" Type="http://schemas.openxmlformats.org/officeDocument/2006/relationships/image" Target="../media/image152.png"/><Relationship Id="rId306" Type="http://schemas.openxmlformats.org/officeDocument/2006/relationships/image" Target="../media/image159.png"/><Relationship Id="rId45" Type="http://schemas.openxmlformats.org/officeDocument/2006/relationships/image" Target="../media/image29.png"/><Relationship Id="rId87" Type="http://schemas.openxmlformats.org/officeDocument/2006/relationships/image" Target="../media/image50.png"/><Relationship Id="rId110" Type="http://schemas.openxmlformats.org/officeDocument/2006/relationships/customXml" Target="../ink/ink58.xml"/><Relationship Id="rId348" Type="http://schemas.openxmlformats.org/officeDocument/2006/relationships/image" Target="../media/image181.png"/><Relationship Id="rId152" Type="http://schemas.openxmlformats.org/officeDocument/2006/relationships/customXml" Target="../ink/ink79.xml"/><Relationship Id="rId194" Type="http://schemas.openxmlformats.org/officeDocument/2006/relationships/image" Target="../media/image103.png"/><Relationship Id="rId208" Type="http://schemas.openxmlformats.org/officeDocument/2006/relationships/image" Target="../media/image110.png"/><Relationship Id="rId415" Type="http://schemas.openxmlformats.org/officeDocument/2006/relationships/customXml" Target="../ink/ink211.xml"/><Relationship Id="rId261" Type="http://schemas.openxmlformats.org/officeDocument/2006/relationships/customXml" Target="../ink/ink134.xml"/><Relationship Id="rId14" Type="http://schemas.openxmlformats.org/officeDocument/2006/relationships/customXml" Target="../ink/ink10.xml"/><Relationship Id="rId56" Type="http://schemas.openxmlformats.org/officeDocument/2006/relationships/customXml" Target="../ink/ink31.xml"/><Relationship Id="rId317" Type="http://schemas.openxmlformats.org/officeDocument/2006/relationships/customXml" Target="../ink/ink162.xml"/><Relationship Id="rId359" Type="http://schemas.openxmlformats.org/officeDocument/2006/relationships/customXml" Target="../ink/ink183.xml"/><Relationship Id="rId98" Type="http://schemas.openxmlformats.org/officeDocument/2006/relationships/customXml" Target="../ink/ink52.xml"/><Relationship Id="rId121" Type="http://schemas.openxmlformats.org/officeDocument/2006/relationships/image" Target="../media/image67.png"/><Relationship Id="rId163" Type="http://schemas.openxmlformats.org/officeDocument/2006/relationships/image" Target="../media/image88.png"/><Relationship Id="rId219" Type="http://schemas.openxmlformats.org/officeDocument/2006/relationships/customXml" Target="../ink/ink113.xml"/><Relationship Id="rId370" Type="http://schemas.openxmlformats.org/officeDocument/2006/relationships/image" Target="../media/image192.png"/><Relationship Id="rId426" Type="http://schemas.openxmlformats.org/officeDocument/2006/relationships/image" Target="../media/image220.png"/><Relationship Id="rId230" Type="http://schemas.openxmlformats.org/officeDocument/2006/relationships/image" Target="../media/image121.png"/><Relationship Id="rId25" Type="http://schemas.openxmlformats.org/officeDocument/2006/relationships/image" Target="../media/image19.png"/><Relationship Id="rId67" Type="http://schemas.openxmlformats.org/officeDocument/2006/relationships/image" Target="../media/image40.png"/><Relationship Id="rId272" Type="http://schemas.openxmlformats.org/officeDocument/2006/relationships/image" Target="../media/image142.png"/><Relationship Id="rId328" Type="http://schemas.openxmlformats.org/officeDocument/2006/relationships/image" Target="../media/image171.png"/><Relationship Id="rId132" Type="http://schemas.openxmlformats.org/officeDocument/2006/relationships/customXml" Target="../ink/ink69.xml"/><Relationship Id="rId174" Type="http://schemas.openxmlformats.org/officeDocument/2006/relationships/image" Target="../media/image93.png"/><Relationship Id="rId381" Type="http://schemas.openxmlformats.org/officeDocument/2006/relationships/customXml" Target="../ink/ink194.xml"/><Relationship Id="rId241" Type="http://schemas.openxmlformats.org/officeDocument/2006/relationships/customXml" Target="../ink/ink124.xml"/><Relationship Id="rId36" Type="http://schemas.openxmlformats.org/officeDocument/2006/relationships/customXml" Target="../ink/ink21.xml"/><Relationship Id="rId283" Type="http://schemas.openxmlformats.org/officeDocument/2006/relationships/customXml" Target="../ink/ink145.xml"/><Relationship Id="rId339" Type="http://schemas.openxmlformats.org/officeDocument/2006/relationships/customXml" Target="../ink/ink173.xml"/><Relationship Id="rId78" Type="http://schemas.openxmlformats.org/officeDocument/2006/relationships/customXml" Target="../ink/ink42.xml"/><Relationship Id="rId101" Type="http://schemas.openxmlformats.org/officeDocument/2006/relationships/image" Target="../media/image57.png"/><Relationship Id="rId143" Type="http://schemas.openxmlformats.org/officeDocument/2006/relationships/image" Target="../media/image78.png"/><Relationship Id="rId185" Type="http://schemas.openxmlformats.org/officeDocument/2006/relationships/customXml" Target="../ink/ink96.xml"/><Relationship Id="rId350" Type="http://schemas.openxmlformats.org/officeDocument/2006/relationships/image" Target="../media/image182.png"/><Relationship Id="rId406" Type="http://schemas.openxmlformats.org/officeDocument/2006/relationships/image" Target="../media/image210.png"/><Relationship Id="rId9" Type="http://schemas.openxmlformats.org/officeDocument/2006/relationships/image" Target="../media/image11.png"/><Relationship Id="rId210" Type="http://schemas.openxmlformats.org/officeDocument/2006/relationships/image" Target="../media/image111.png"/><Relationship Id="rId392" Type="http://schemas.openxmlformats.org/officeDocument/2006/relationships/image" Target="../media/image203.png"/><Relationship Id="rId252" Type="http://schemas.openxmlformats.org/officeDocument/2006/relationships/image" Target="../media/image132.png"/><Relationship Id="rId294" Type="http://schemas.openxmlformats.org/officeDocument/2006/relationships/image" Target="../media/image153.png"/><Relationship Id="rId308" Type="http://schemas.openxmlformats.org/officeDocument/2006/relationships/image" Target="../media/image160.png"/><Relationship Id="rId47" Type="http://schemas.openxmlformats.org/officeDocument/2006/relationships/image" Target="../media/image30.png"/><Relationship Id="rId89" Type="http://schemas.openxmlformats.org/officeDocument/2006/relationships/image" Target="../media/image51.png"/><Relationship Id="rId112" Type="http://schemas.openxmlformats.org/officeDocument/2006/relationships/customXml" Target="../ink/ink59.xml"/><Relationship Id="rId154" Type="http://schemas.openxmlformats.org/officeDocument/2006/relationships/customXml" Target="../ink/ink80.xml"/><Relationship Id="rId361" Type="http://schemas.openxmlformats.org/officeDocument/2006/relationships/customXml" Target="../ink/ink184.xml"/><Relationship Id="rId196" Type="http://schemas.openxmlformats.org/officeDocument/2006/relationships/image" Target="../media/image104.png"/><Relationship Id="rId417" Type="http://schemas.openxmlformats.org/officeDocument/2006/relationships/customXml" Target="../ink/ink212.xml"/><Relationship Id="rId16" Type="http://schemas.openxmlformats.org/officeDocument/2006/relationships/customXml" Target="../ink/ink11.xml"/><Relationship Id="rId221" Type="http://schemas.openxmlformats.org/officeDocument/2006/relationships/customXml" Target="../ink/ink114.xml"/><Relationship Id="rId263" Type="http://schemas.openxmlformats.org/officeDocument/2006/relationships/customXml" Target="../ink/ink135.xml"/><Relationship Id="rId319" Type="http://schemas.openxmlformats.org/officeDocument/2006/relationships/customXml" Target="../ink/ink163.xml"/><Relationship Id="rId58" Type="http://schemas.openxmlformats.org/officeDocument/2006/relationships/customXml" Target="../ink/ink32.xml"/><Relationship Id="rId123" Type="http://schemas.openxmlformats.org/officeDocument/2006/relationships/image" Target="../media/image68.png"/><Relationship Id="rId330" Type="http://schemas.openxmlformats.org/officeDocument/2006/relationships/image" Target="../media/image172.png"/><Relationship Id="rId165" Type="http://schemas.openxmlformats.org/officeDocument/2006/relationships/image" Target="../media/image89.png"/><Relationship Id="rId372" Type="http://schemas.openxmlformats.org/officeDocument/2006/relationships/image" Target="../media/image193.png"/><Relationship Id="rId428" Type="http://schemas.openxmlformats.org/officeDocument/2006/relationships/image" Target="../media/image221.png"/><Relationship Id="rId232" Type="http://schemas.openxmlformats.org/officeDocument/2006/relationships/image" Target="../media/image122.png"/><Relationship Id="rId274" Type="http://schemas.openxmlformats.org/officeDocument/2006/relationships/image" Target="../media/image143.png"/><Relationship Id="rId27" Type="http://schemas.openxmlformats.org/officeDocument/2006/relationships/image" Target="../media/image20.png"/><Relationship Id="rId69" Type="http://schemas.openxmlformats.org/officeDocument/2006/relationships/image" Target="../media/image41.png"/><Relationship Id="rId134" Type="http://schemas.openxmlformats.org/officeDocument/2006/relationships/customXml" Target="../ink/ink70.xml"/><Relationship Id="rId80" Type="http://schemas.openxmlformats.org/officeDocument/2006/relationships/customXml" Target="../ink/ink43.xml"/><Relationship Id="rId176" Type="http://schemas.openxmlformats.org/officeDocument/2006/relationships/image" Target="../media/image94.png"/><Relationship Id="rId341" Type="http://schemas.openxmlformats.org/officeDocument/2006/relationships/customXml" Target="../ink/ink174.xml"/><Relationship Id="rId383" Type="http://schemas.openxmlformats.org/officeDocument/2006/relationships/customXml" Target="../ink/ink195.xml"/><Relationship Id="rId201" Type="http://schemas.openxmlformats.org/officeDocument/2006/relationships/customXml" Target="../ink/ink104.xml"/><Relationship Id="rId243" Type="http://schemas.openxmlformats.org/officeDocument/2006/relationships/customXml" Target="../ink/ink125.xml"/><Relationship Id="rId285" Type="http://schemas.openxmlformats.org/officeDocument/2006/relationships/customXml" Target="../ink/ink146.xml"/><Relationship Id="rId38" Type="http://schemas.openxmlformats.org/officeDocument/2006/relationships/customXml" Target="../ink/ink22.xml"/><Relationship Id="rId103" Type="http://schemas.openxmlformats.org/officeDocument/2006/relationships/image" Target="../media/image58.png"/><Relationship Id="rId310" Type="http://schemas.openxmlformats.org/officeDocument/2006/relationships/image" Target="../media/image161.png"/><Relationship Id="rId91" Type="http://schemas.openxmlformats.org/officeDocument/2006/relationships/image" Target="../media/image52.png"/><Relationship Id="rId145" Type="http://schemas.openxmlformats.org/officeDocument/2006/relationships/image" Target="../media/image79.png"/><Relationship Id="rId187" Type="http://schemas.openxmlformats.org/officeDocument/2006/relationships/customXml" Target="../ink/ink97.xml"/><Relationship Id="rId352" Type="http://schemas.openxmlformats.org/officeDocument/2006/relationships/image" Target="../media/image183.png"/><Relationship Id="rId394" Type="http://schemas.openxmlformats.org/officeDocument/2006/relationships/image" Target="../media/image204.png"/><Relationship Id="rId408" Type="http://schemas.openxmlformats.org/officeDocument/2006/relationships/image" Target="../media/image211.png"/><Relationship Id="rId1" Type="http://schemas.openxmlformats.org/officeDocument/2006/relationships/slideLayout" Target="../slideLayouts/slideLayout8.xml"/><Relationship Id="rId212" Type="http://schemas.openxmlformats.org/officeDocument/2006/relationships/image" Target="../media/image112.png"/><Relationship Id="rId233" Type="http://schemas.openxmlformats.org/officeDocument/2006/relationships/customXml" Target="../ink/ink120.xml"/><Relationship Id="rId254" Type="http://schemas.openxmlformats.org/officeDocument/2006/relationships/image" Target="../media/image133.png"/><Relationship Id="rId28" Type="http://schemas.openxmlformats.org/officeDocument/2006/relationships/customXml" Target="../ink/ink17.xml"/><Relationship Id="rId49" Type="http://schemas.openxmlformats.org/officeDocument/2006/relationships/image" Target="../media/image31.png"/><Relationship Id="rId114" Type="http://schemas.openxmlformats.org/officeDocument/2006/relationships/customXml" Target="../ink/ink60.xml"/><Relationship Id="rId275" Type="http://schemas.openxmlformats.org/officeDocument/2006/relationships/customXml" Target="../ink/ink141.xml"/><Relationship Id="rId296" Type="http://schemas.openxmlformats.org/officeDocument/2006/relationships/image" Target="../media/image154.png"/><Relationship Id="rId300" Type="http://schemas.openxmlformats.org/officeDocument/2006/relationships/image" Target="../media/image156.png"/><Relationship Id="rId60" Type="http://schemas.openxmlformats.org/officeDocument/2006/relationships/customXml" Target="../ink/ink33.xml"/><Relationship Id="rId81" Type="http://schemas.openxmlformats.org/officeDocument/2006/relationships/image" Target="../media/image47.png"/><Relationship Id="rId135" Type="http://schemas.openxmlformats.org/officeDocument/2006/relationships/image" Target="../media/image74.png"/><Relationship Id="rId156" Type="http://schemas.openxmlformats.org/officeDocument/2006/relationships/customXml" Target="../ink/ink81.xml"/><Relationship Id="rId177" Type="http://schemas.openxmlformats.org/officeDocument/2006/relationships/customXml" Target="../ink/ink92.xml"/><Relationship Id="rId198" Type="http://schemas.openxmlformats.org/officeDocument/2006/relationships/image" Target="../media/image105.png"/><Relationship Id="rId321" Type="http://schemas.openxmlformats.org/officeDocument/2006/relationships/customXml" Target="../ink/ink164.xml"/><Relationship Id="rId342" Type="http://schemas.openxmlformats.org/officeDocument/2006/relationships/image" Target="../media/image178.png"/><Relationship Id="rId363" Type="http://schemas.openxmlformats.org/officeDocument/2006/relationships/customXml" Target="../ink/ink185.xml"/><Relationship Id="rId384" Type="http://schemas.openxmlformats.org/officeDocument/2006/relationships/image" Target="../media/image199.png"/><Relationship Id="rId419" Type="http://schemas.openxmlformats.org/officeDocument/2006/relationships/customXml" Target="../ink/ink213.xml"/><Relationship Id="rId202" Type="http://schemas.openxmlformats.org/officeDocument/2006/relationships/image" Target="../media/image107.png"/><Relationship Id="rId223" Type="http://schemas.openxmlformats.org/officeDocument/2006/relationships/customXml" Target="../ink/ink115.xml"/><Relationship Id="rId244" Type="http://schemas.openxmlformats.org/officeDocument/2006/relationships/image" Target="../media/image128.png"/><Relationship Id="rId430" Type="http://schemas.openxmlformats.org/officeDocument/2006/relationships/image" Target="../media/image222.png"/><Relationship Id="rId18" Type="http://schemas.openxmlformats.org/officeDocument/2006/relationships/customXml" Target="../ink/ink12.xml"/><Relationship Id="rId39" Type="http://schemas.openxmlformats.org/officeDocument/2006/relationships/image" Target="../media/image26.png"/><Relationship Id="rId265" Type="http://schemas.openxmlformats.org/officeDocument/2006/relationships/customXml" Target="../ink/ink136.xml"/><Relationship Id="rId286" Type="http://schemas.openxmlformats.org/officeDocument/2006/relationships/image" Target="../media/image149.png"/><Relationship Id="rId50" Type="http://schemas.openxmlformats.org/officeDocument/2006/relationships/customXml" Target="../ink/ink28.xml"/><Relationship Id="rId104" Type="http://schemas.openxmlformats.org/officeDocument/2006/relationships/customXml" Target="../ink/ink55.xml"/><Relationship Id="rId125" Type="http://schemas.openxmlformats.org/officeDocument/2006/relationships/image" Target="../media/image69.png"/><Relationship Id="rId146" Type="http://schemas.openxmlformats.org/officeDocument/2006/relationships/customXml" Target="../ink/ink76.xml"/><Relationship Id="rId167" Type="http://schemas.openxmlformats.org/officeDocument/2006/relationships/image" Target="../media/image90.png"/><Relationship Id="rId188" Type="http://schemas.openxmlformats.org/officeDocument/2006/relationships/image" Target="../media/image100.png"/><Relationship Id="rId311" Type="http://schemas.openxmlformats.org/officeDocument/2006/relationships/customXml" Target="../ink/ink159.xml"/><Relationship Id="rId332" Type="http://schemas.openxmlformats.org/officeDocument/2006/relationships/image" Target="../media/image173.png"/><Relationship Id="rId353" Type="http://schemas.openxmlformats.org/officeDocument/2006/relationships/customXml" Target="../ink/ink180.xml"/><Relationship Id="rId374" Type="http://schemas.openxmlformats.org/officeDocument/2006/relationships/image" Target="../media/image194.png"/><Relationship Id="rId395" Type="http://schemas.openxmlformats.org/officeDocument/2006/relationships/customXml" Target="../ink/ink201.xml"/><Relationship Id="rId409" Type="http://schemas.openxmlformats.org/officeDocument/2006/relationships/customXml" Target="../ink/ink208.xml"/><Relationship Id="rId71" Type="http://schemas.openxmlformats.org/officeDocument/2006/relationships/image" Target="../media/image42.png"/><Relationship Id="rId92" Type="http://schemas.openxmlformats.org/officeDocument/2006/relationships/customXml" Target="../ink/ink49.xml"/><Relationship Id="rId213" Type="http://schemas.openxmlformats.org/officeDocument/2006/relationships/customXml" Target="../ink/ink110.xml"/><Relationship Id="rId234" Type="http://schemas.openxmlformats.org/officeDocument/2006/relationships/image" Target="../media/image123.png"/><Relationship Id="rId420" Type="http://schemas.openxmlformats.org/officeDocument/2006/relationships/image" Target="../media/image217.png"/><Relationship Id="rId2" Type="http://schemas.openxmlformats.org/officeDocument/2006/relationships/customXml" Target="../ink/ink4.xml"/><Relationship Id="rId29" Type="http://schemas.openxmlformats.org/officeDocument/2006/relationships/image" Target="../media/image21.png"/><Relationship Id="rId255" Type="http://schemas.openxmlformats.org/officeDocument/2006/relationships/customXml" Target="../ink/ink131.xml"/><Relationship Id="rId276" Type="http://schemas.openxmlformats.org/officeDocument/2006/relationships/image" Target="../media/image144.png"/><Relationship Id="rId297" Type="http://schemas.openxmlformats.org/officeDocument/2006/relationships/customXml" Target="../ink/ink152.xml"/><Relationship Id="rId40" Type="http://schemas.openxmlformats.org/officeDocument/2006/relationships/customXml" Target="../ink/ink23.xml"/><Relationship Id="rId115" Type="http://schemas.openxmlformats.org/officeDocument/2006/relationships/image" Target="../media/image64.png"/><Relationship Id="rId136" Type="http://schemas.openxmlformats.org/officeDocument/2006/relationships/customXml" Target="../ink/ink71.xml"/><Relationship Id="rId157" Type="http://schemas.openxmlformats.org/officeDocument/2006/relationships/image" Target="../media/image85.png"/><Relationship Id="rId178" Type="http://schemas.openxmlformats.org/officeDocument/2006/relationships/image" Target="../media/image95.png"/><Relationship Id="rId301" Type="http://schemas.openxmlformats.org/officeDocument/2006/relationships/customXml" Target="../ink/ink154.xml"/><Relationship Id="rId322" Type="http://schemas.openxmlformats.org/officeDocument/2006/relationships/image" Target="../media/image167.png"/><Relationship Id="rId343" Type="http://schemas.openxmlformats.org/officeDocument/2006/relationships/customXml" Target="../ink/ink175.xml"/><Relationship Id="rId364" Type="http://schemas.openxmlformats.org/officeDocument/2006/relationships/image" Target="../media/image189.png"/><Relationship Id="rId61" Type="http://schemas.openxmlformats.org/officeDocument/2006/relationships/image" Target="../media/image37.png"/><Relationship Id="rId82" Type="http://schemas.openxmlformats.org/officeDocument/2006/relationships/customXml" Target="../ink/ink44.xml"/><Relationship Id="rId199" Type="http://schemas.openxmlformats.org/officeDocument/2006/relationships/customXml" Target="../ink/ink103.xml"/><Relationship Id="rId203" Type="http://schemas.openxmlformats.org/officeDocument/2006/relationships/customXml" Target="../ink/ink105.xml"/><Relationship Id="rId385" Type="http://schemas.openxmlformats.org/officeDocument/2006/relationships/customXml" Target="../ink/ink196.xml"/><Relationship Id="rId19" Type="http://schemas.openxmlformats.org/officeDocument/2006/relationships/image" Target="../media/image16.png"/><Relationship Id="rId224" Type="http://schemas.openxmlformats.org/officeDocument/2006/relationships/image" Target="../media/image118.png"/><Relationship Id="rId245" Type="http://schemas.openxmlformats.org/officeDocument/2006/relationships/customXml" Target="../ink/ink126.xml"/><Relationship Id="rId266" Type="http://schemas.openxmlformats.org/officeDocument/2006/relationships/image" Target="../media/image139.png"/><Relationship Id="rId287" Type="http://schemas.openxmlformats.org/officeDocument/2006/relationships/customXml" Target="../ink/ink147.xml"/><Relationship Id="rId410" Type="http://schemas.openxmlformats.org/officeDocument/2006/relationships/image" Target="../media/image212.png"/><Relationship Id="rId431" Type="http://schemas.openxmlformats.org/officeDocument/2006/relationships/customXml" Target="../ink/ink219.xml"/><Relationship Id="rId30" Type="http://schemas.openxmlformats.org/officeDocument/2006/relationships/customXml" Target="../ink/ink18.xml"/><Relationship Id="rId105" Type="http://schemas.openxmlformats.org/officeDocument/2006/relationships/image" Target="../media/image59.png"/><Relationship Id="rId126" Type="http://schemas.openxmlformats.org/officeDocument/2006/relationships/customXml" Target="../ink/ink66.xml"/><Relationship Id="rId147" Type="http://schemas.openxmlformats.org/officeDocument/2006/relationships/image" Target="../media/image80.png"/><Relationship Id="rId168" Type="http://schemas.openxmlformats.org/officeDocument/2006/relationships/customXml" Target="../ink/ink87.xml"/><Relationship Id="rId312" Type="http://schemas.openxmlformats.org/officeDocument/2006/relationships/image" Target="../media/image162.png"/><Relationship Id="rId333" Type="http://schemas.openxmlformats.org/officeDocument/2006/relationships/customXml" Target="../ink/ink170.xml"/><Relationship Id="rId354" Type="http://schemas.openxmlformats.org/officeDocument/2006/relationships/image" Target="../media/image184.png"/><Relationship Id="rId51" Type="http://schemas.openxmlformats.org/officeDocument/2006/relationships/image" Target="../media/image32.png"/><Relationship Id="rId72" Type="http://schemas.openxmlformats.org/officeDocument/2006/relationships/customXml" Target="../ink/ink39.xml"/><Relationship Id="rId93" Type="http://schemas.openxmlformats.org/officeDocument/2006/relationships/image" Target="../media/image53.png"/><Relationship Id="rId189" Type="http://schemas.openxmlformats.org/officeDocument/2006/relationships/customXml" Target="../ink/ink98.xml"/><Relationship Id="rId375" Type="http://schemas.openxmlformats.org/officeDocument/2006/relationships/customXml" Target="../ink/ink191.xml"/><Relationship Id="rId396" Type="http://schemas.openxmlformats.org/officeDocument/2006/relationships/image" Target="../media/image205.png"/><Relationship Id="rId3" Type="http://schemas.openxmlformats.org/officeDocument/2006/relationships/image" Target="../media/image8.png"/><Relationship Id="rId214" Type="http://schemas.openxmlformats.org/officeDocument/2006/relationships/image" Target="../media/image113.png"/><Relationship Id="rId235" Type="http://schemas.openxmlformats.org/officeDocument/2006/relationships/customXml" Target="../ink/ink121.xml"/><Relationship Id="rId256" Type="http://schemas.openxmlformats.org/officeDocument/2006/relationships/image" Target="../media/image134.png"/><Relationship Id="rId277" Type="http://schemas.openxmlformats.org/officeDocument/2006/relationships/customXml" Target="../ink/ink142.xml"/><Relationship Id="rId298" Type="http://schemas.openxmlformats.org/officeDocument/2006/relationships/image" Target="../media/image155.png"/><Relationship Id="rId400" Type="http://schemas.openxmlformats.org/officeDocument/2006/relationships/image" Target="../media/image207.png"/><Relationship Id="rId421" Type="http://schemas.openxmlformats.org/officeDocument/2006/relationships/customXml" Target="../ink/ink214.xml"/><Relationship Id="rId116" Type="http://schemas.openxmlformats.org/officeDocument/2006/relationships/customXml" Target="../ink/ink61.xml"/><Relationship Id="rId137" Type="http://schemas.openxmlformats.org/officeDocument/2006/relationships/image" Target="../media/image75.png"/><Relationship Id="rId158" Type="http://schemas.openxmlformats.org/officeDocument/2006/relationships/customXml" Target="../ink/ink82.xml"/><Relationship Id="rId302" Type="http://schemas.openxmlformats.org/officeDocument/2006/relationships/image" Target="../media/image157.png"/><Relationship Id="rId323" Type="http://schemas.openxmlformats.org/officeDocument/2006/relationships/customXml" Target="../ink/ink165.xml"/><Relationship Id="rId344" Type="http://schemas.openxmlformats.org/officeDocument/2006/relationships/image" Target="../media/image179.png"/><Relationship Id="rId20" Type="http://schemas.openxmlformats.org/officeDocument/2006/relationships/customXml" Target="../ink/ink13.xml"/><Relationship Id="rId41" Type="http://schemas.openxmlformats.org/officeDocument/2006/relationships/image" Target="../media/image27.png"/><Relationship Id="rId62" Type="http://schemas.openxmlformats.org/officeDocument/2006/relationships/customXml" Target="../ink/ink34.xml"/><Relationship Id="rId83" Type="http://schemas.openxmlformats.org/officeDocument/2006/relationships/image" Target="../media/image48.png"/><Relationship Id="rId179" Type="http://schemas.openxmlformats.org/officeDocument/2006/relationships/customXml" Target="../ink/ink93.xml"/><Relationship Id="rId365" Type="http://schemas.openxmlformats.org/officeDocument/2006/relationships/customXml" Target="../ink/ink186.xml"/><Relationship Id="rId386" Type="http://schemas.openxmlformats.org/officeDocument/2006/relationships/image" Target="../media/image200.png"/><Relationship Id="rId190" Type="http://schemas.openxmlformats.org/officeDocument/2006/relationships/image" Target="../media/image101.png"/><Relationship Id="rId204" Type="http://schemas.openxmlformats.org/officeDocument/2006/relationships/image" Target="../media/image108.png"/><Relationship Id="rId225" Type="http://schemas.openxmlformats.org/officeDocument/2006/relationships/customXml" Target="../ink/ink116.xml"/><Relationship Id="rId246" Type="http://schemas.openxmlformats.org/officeDocument/2006/relationships/image" Target="../media/image129.png"/><Relationship Id="rId267" Type="http://schemas.openxmlformats.org/officeDocument/2006/relationships/customXml" Target="../ink/ink137.xml"/><Relationship Id="rId288" Type="http://schemas.openxmlformats.org/officeDocument/2006/relationships/image" Target="../media/image150.png"/><Relationship Id="rId411" Type="http://schemas.openxmlformats.org/officeDocument/2006/relationships/customXml" Target="../ink/ink209.xml"/><Relationship Id="rId432" Type="http://schemas.openxmlformats.org/officeDocument/2006/relationships/image" Target="../media/image223.png"/><Relationship Id="rId106" Type="http://schemas.openxmlformats.org/officeDocument/2006/relationships/customXml" Target="../ink/ink56.xml"/><Relationship Id="rId127" Type="http://schemas.openxmlformats.org/officeDocument/2006/relationships/image" Target="../media/image70.png"/><Relationship Id="rId313" Type="http://schemas.openxmlformats.org/officeDocument/2006/relationships/customXml" Target="../ink/ink160.xml"/><Relationship Id="rId10" Type="http://schemas.openxmlformats.org/officeDocument/2006/relationships/customXml" Target="../ink/ink8.xml"/><Relationship Id="rId31" Type="http://schemas.openxmlformats.org/officeDocument/2006/relationships/image" Target="../media/image22.png"/><Relationship Id="rId52" Type="http://schemas.openxmlformats.org/officeDocument/2006/relationships/customXml" Target="../ink/ink29.xml"/><Relationship Id="rId73" Type="http://schemas.openxmlformats.org/officeDocument/2006/relationships/image" Target="../media/image43.png"/><Relationship Id="rId94" Type="http://schemas.openxmlformats.org/officeDocument/2006/relationships/customXml" Target="../ink/ink50.xml"/><Relationship Id="rId148" Type="http://schemas.openxmlformats.org/officeDocument/2006/relationships/customXml" Target="../ink/ink77.xml"/><Relationship Id="rId169" Type="http://schemas.openxmlformats.org/officeDocument/2006/relationships/customXml" Target="../ink/ink88.xml"/><Relationship Id="rId334" Type="http://schemas.openxmlformats.org/officeDocument/2006/relationships/image" Target="../media/image174.png"/><Relationship Id="rId355" Type="http://schemas.openxmlformats.org/officeDocument/2006/relationships/customXml" Target="../ink/ink181.xml"/><Relationship Id="rId376" Type="http://schemas.openxmlformats.org/officeDocument/2006/relationships/image" Target="../media/image195.png"/><Relationship Id="rId397" Type="http://schemas.openxmlformats.org/officeDocument/2006/relationships/customXml" Target="../ink/ink202.xml"/><Relationship Id="rId4" Type="http://schemas.openxmlformats.org/officeDocument/2006/relationships/customXml" Target="../ink/ink5.xml"/><Relationship Id="rId180" Type="http://schemas.openxmlformats.org/officeDocument/2006/relationships/image" Target="../media/image96.png"/><Relationship Id="rId215" Type="http://schemas.openxmlformats.org/officeDocument/2006/relationships/customXml" Target="../ink/ink111.xml"/><Relationship Id="rId236" Type="http://schemas.openxmlformats.org/officeDocument/2006/relationships/image" Target="../media/image124.png"/><Relationship Id="rId257" Type="http://schemas.openxmlformats.org/officeDocument/2006/relationships/customXml" Target="../ink/ink132.xml"/><Relationship Id="rId278" Type="http://schemas.openxmlformats.org/officeDocument/2006/relationships/image" Target="../media/image145.png"/><Relationship Id="rId401" Type="http://schemas.openxmlformats.org/officeDocument/2006/relationships/customXml" Target="../ink/ink204.xml"/><Relationship Id="rId422" Type="http://schemas.openxmlformats.org/officeDocument/2006/relationships/image" Target="../media/image218.png"/><Relationship Id="rId303" Type="http://schemas.openxmlformats.org/officeDocument/2006/relationships/customXml" Target="../ink/ink155.xml"/><Relationship Id="rId42" Type="http://schemas.openxmlformats.org/officeDocument/2006/relationships/customXml" Target="../ink/ink24.xml"/><Relationship Id="rId84" Type="http://schemas.openxmlformats.org/officeDocument/2006/relationships/customXml" Target="../ink/ink45.xml"/><Relationship Id="rId138" Type="http://schemas.openxmlformats.org/officeDocument/2006/relationships/customXml" Target="../ink/ink72.xml"/><Relationship Id="rId345" Type="http://schemas.openxmlformats.org/officeDocument/2006/relationships/customXml" Target="../ink/ink176.xml"/><Relationship Id="rId387" Type="http://schemas.openxmlformats.org/officeDocument/2006/relationships/customXml" Target="../ink/ink197.xml"/><Relationship Id="rId191" Type="http://schemas.openxmlformats.org/officeDocument/2006/relationships/customXml" Target="../ink/ink99.xml"/><Relationship Id="rId205" Type="http://schemas.openxmlformats.org/officeDocument/2006/relationships/customXml" Target="../ink/ink106.xml"/><Relationship Id="rId247" Type="http://schemas.openxmlformats.org/officeDocument/2006/relationships/customXml" Target="../ink/ink127.xml"/><Relationship Id="rId412" Type="http://schemas.openxmlformats.org/officeDocument/2006/relationships/image" Target="../media/image213.png"/><Relationship Id="rId107" Type="http://schemas.openxmlformats.org/officeDocument/2006/relationships/image" Target="../media/image60.png"/><Relationship Id="rId289" Type="http://schemas.openxmlformats.org/officeDocument/2006/relationships/customXml" Target="../ink/ink148.xml"/><Relationship Id="rId11" Type="http://schemas.openxmlformats.org/officeDocument/2006/relationships/image" Target="../media/image12.png"/><Relationship Id="rId53" Type="http://schemas.openxmlformats.org/officeDocument/2006/relationships/image" Target="../media/image33.png"/><Relationship Id="rId149" Type="http://schemas.openxmlformats.org/officeDocument/2006/relationships/image" Target="../media/image81.png"/><Relationship Id="rId314" Type="http://schemas.openxmlformats.org/officeDocument/2006/relationships/image" Target="../media/image163.png"/><Relationship Id="rId356" Type="http://schemas.openxmlformats.org/officeDocument/2006/relationships/image" Target="../media/image185.png"/><Relationship Id="rId398" Type="http://schemas.openxmlformats.org/officeDocument/2006/relationships/image" Target="../media/image206.png"/><Relationship Id="rId95" Type="http://schemas.openxmlformats.org/officeDocument/2006/relationships/image" Target="../media/image54.png"/><Relationship Id="rId160" Type="http://schemas.openxmlformats.org/officeDocument/2006/relationships/customXml" Target="../ink/ink83.xml"/><Relationship Id="rId216" Type="http://schemas.openxmlformats.org/officeDocument/2006/relationships/image" Target="../media/image114.png"/><Relationship Id="rId423" Type="http://schemas.openxmlformats.org/officeDocument/2006/relationships/customXml" Target="../ink/ink215.xml"/><Relationship Id="rId258" Type="http://schemas.openxmlformats.org/officeDocument/2006/relationships/image" Target="../media/image135.png"/><Relationship Id="rId22" Type="http://schemas.openxmlformats.org/officeDocument/2006/relationships/customXml" Target="../ink/ink14.xml"/><Relationship Id="rId64" Type="http://schemas.openxmlformats.org/officeDocument/2006/relationships/customXml" Target="../ink/ink35.xml"/><Relationship Id="rId118" Type="http://schemas.openxmlformats.org/officeDocument/2006/relationships/customXml" Target="../ink/ink62.xml"/><Relationship Id="rId325" Type="http://schemas.openxmlformats.org/officeDocument/2006/relationships/customXml" Target="../ink/ink166.xml"/><Relationship Id="rId367" Type="http://schemas.openxmlformats.org/officeDocument/2006/relationships/customXml" Target="../ink/ink187.xml"/><Relationship Id="rId171" Type="http://schemas.openxmlformats.org/officeDocument/2006/relationships/customXml" Target="../ink/ink89.xml"/><Relationship Id="rId227" Type="http://schemas.openxmlformats.org/officeDocument/2006/relationships/customXml" Target="../ink/ink117.xml"/><Relationship Id="rId269" Type="http://schemas.openxmlformats.org/officeDocument/2006/relationships/customXml" Target="../ink/ink138.xml"/><Relationship Id="rId33" Type="http://schemas.openxmlformats.org/officeDocument/2006/relationships/image" Target="../media/image23.png"/><Relationship Id="rId129" Type="http://schemas.openxmlformats.org/officeDocument/2006/relationships/image" Target="../media/image71.png"/><Relationship Id="rId280" Type="http://schemas.openxmlformats.org/officeDocument/2006/relationships/image" Target="../media/image146.png"/><Relationship Id="rId336" Type="http://schemas.openxmlformats.org/officeDocument/2006/relationships/image" Target="../media/image175.png"/><Relationship Id="rId75" Type="http://schemas.openxmlformats.org/officeDocument/2006/relationships/image" Target="../media/image44.png"/><Relationship Id="rId140" Type="http://schemas.openxmlformats.org/officeDocument/2006/relationships/customXml" Target="../ink/ink73.xml"/><Relationship Id="rId182" Type="http://schemas.openxmlformats.org/officeDocument/2006/relationships/image" Target="../media/image97.png"/><Relationship Id="rId378" Type="http://schemas.openxmlformats.org/officeDocument/2006/relationships/image" Target="../media/image196.png"/><Relationship Id="rId403" Type="http://schemas.openxmlformats.org/officeDocument/2006/relationships/customXml" Target="../ink/ink205.xml"/><Relationship Id="rId6" Type="http://schemas.openxmlformats.org/officeDocument/2006/relationships/customXml" Target="../ink/ink6.xml"/><Relationship Id="rId238" Type="http://schemas.openxmlformats.org/officeDocument/2006/relationships/image" Target="../media/image125.png"/><Relationship Id="rId291" Type="http://schemas.openxmlformats.org/officeDocument/2006/relationships/customXml" Target="../ink/ink149.xml"/><Relationship Id="rId305" Type="http://schemas.openxmlformats.org/officeDocument/2006/relationships/customXml" Target="../ink/ink156.xml"/><Relationship Id="rId347" Type="http://schemas.openxmlformats.org/officeDocument/2006/relationships/customXml" Target="../ink/ink177.xml"/><Relationship Id="rId44" Type="http://schemas.openxmlformats.org/officeDocument/2006/relationships/customXml" Target="../ink/ink25.xml"/><Relationship Id="rId86" Type="http://schemas.openxmlformats.org/officeDocument/2006/relationships/customXml" Target="../ink/ink46.xml"/><Relationship Id="rId151" Type="http://schemas.openxmlformats.org/officeDocument/2006/relationships/image" Target="../media/image82.png"/><Relationship Id="rId389" Type="http://schemas.openxmlformats.org/officeDocument/2006/relationships/customXml" Target="../ink/ink198.xml"/><Relationship Id="rId193" Type="http://schemas.openxmlformats.org/officeDocument/2006/relationships/customXml" Target="../ink/ink100.xml"/><Relationship Id="rId207" Type="http://schemas.openxmlformats.org/officeDocument/2006/relationships/customXml" Target="../ink/ink107.xml"/><Relationship Id="rId249" Type="http://schemas.openxmlformats.org/officeDocument/2006/relationships/customXml" Target="../ink/ink128.xml"/><Relationship Id="rId414" Type="http://schemas.openxmlformats.org/officeDocument/2006/relationships/image" Target="../media/image214.png"/><Relationship Id="rId13" Type="http://schemas.openxmlformats.org/officeDocument/2006/relationships/image" Target="../media/image13.png"/><Relationship Id="rId109" Type="http://schemas.openxmlformats.org/officeDocument/2006/relationships/image" Target="../media/image61.png"/><Relationship Id="rId260" Type="http://schemas.openxmlformats.org/officeDocument/2006/relationships/image" Target="../media/image136.png"/><Relationship Id="rId316" Type="http://schemas.openxmlformats.org/officeDocument/2006/relationships/image" Target="../media/image164.png"/><Relationship Id="rId55" Type="http://schemas.openxmlformats.org/officeDocument/2006/relationships/image" Target="../media/image34.png"/><Relationship Id="rId97" Type="http://schemas.openxmlformats.org/officeDocument/2006/relationships/image" Target="../media/image55.png"/><Relationship Id="rId120" Type="http://schemas.openxmlformats.org/officeDocument/2006/relationships/customXml" Target="../ink/ink63.xml"/><Relationship Id="rId358" Type="http://schemas.openxmlformats.org/officeDocument/2006/relationships/image" Target="../media/image186.png"/><Relationship Id="rId162" Type="http://schemas.openxmlformats.org/officeDocument/2006/relationships/customXml" Target="../ink/ink84.xml"/><Relationship Id="rId218" Type="http://schemas.openxmlformats.org/officeDocument/2006/relationships/image" Target="../media/image115.png"/><Relationship Id="rId425" Type="http://schemas.openxmlformats.org/officeDocument/2006/relationships/customXml" Target="../ink/ink216.xml"/><Relationship Id="rId271" Type="http://schemas.openxmlformats.org/officeDocument/2006/relationships/customXml" Target="../ink/ink139.xml"/><Relationship Id="rId24" Type="http://schemas.openxmlformats.org/officeDocument/2006/relationships/customXml" Target="../ink/ink15.xml"/><Relationship Id="rId66" Type="http://schemas.openxmlformats.org/officeDocument/2006/relationships/customXml" Target="../ink/ink36.xml"/><Relationship Id="rId131" Type="http://schemas.openxmlformats.org/officeDocument/2006/relationships/image" Target="../media/image72.png"/><Relationship Id="rId327" Type="http://schemas.openxmlformats.org/officeDocument/2006/relationships/customXml" Target="../ink/ink167.xml"/><Relationship Id="rId369" Type="http://schemas.openxmlformats.org/officeDocument/2006/relationships/customXml" Target="../ink/ink188.xml"/><Relationship Id="rId173" Type="http://schemas.openxmlformats.org/officeDocument/2006/relationships/customXml" Target="../ink/ink90.xml"/><Relationship Id="rId229" Type="http://schemas.openxmlformats.org/officeDocument/2006/relationships/customXml" Target="../ink/ink118.xml"/><Relationship Id="rId380" Type="http://schemas.openxmlformats.org/officeDocument/2006/relationships/image" Target="../media/image197.png"/><Relationship Id="rId240" Type="http://schemas.openxmlformats.org/officeDocument/2006/relationships/image" Target="../media/image126.png"/><Relationship Id="rId35" Type="http://schemas.openxmlformats.org/officeDocument/2006/relationships/image" Target="../media/image24.png"/><Relationship Id="rId77" Type="http://schemas.openxmlformats.org/officeDocument/2006/relationships/image" Target="../media/image45.png"/><Relationship Id="rId100" Type="http://schemas.openxmlformats.org/officeDocument/2006/relationships/customXml" Target="../ink/ink53.xml"/><Relationship Id="rId282" Type="http://schemas.openxmlformats.org/officeDocument/2006/relationships/image" Target="../media/image147.png"/><Relationship Id="rId338" Type="http://schemas.openxmlformats.org/officeDocument/2006/relationships/image" Target="../media/image176.png"/><Relationship Id="rId8" Type="http://schemas.openxmlformats.org/officeDocument/2006/relationships/customXml" Target="../ink/ink7.xml"/><Relationship Id="rId142" Type="http://schemas.openxmlformats.org/officeDocument/2006/relationships/customXml" Target="../ink/ink74.xml"/><Relationship Id="rId184" Type="http://schemas.openxmlformats.org/officeDocument/2006/relationships/image" Target="../media/image98.png"/><Relationship Id="rId391" Type="http://schemas.openxmlformats.org/officeDocument/2006/relationships/customXml" Target="../ink/ink199.xml"/><Relationship Id="rId405" Type="http://schemas.openxmlformats.org/officeDocument/2006/relationships/customXml" Target="../ink/ink206.xml"/><Relationship Id="rId251" Type="http://schemas.openxmlformats.org/officeDocument/2006/relationships/customXml" Target="../ink/ink129.xml"/><Relationship Id="rId46" Type="http://schemas.openxmlformats.org/officeDocument/2006/relationships/customXml" Target="../ink/ink26.xml"/><Relationship Id="rId293" Type="http://schemas.openxmlformats.org/officeDocument/2006/relationships/customXml" Target="../ink/ink150.xml"/><Relationship Id="rId307" Type="http://schemas.openxmlformats.org/officeDocument/2006/relationships/customXml" Target="../ink/ink157.xml"/><Relationship Id="rId349" Type="http://schemas.openxmlformats.org/officeDocument/2006/relationships/customXml" Target="../ink/ink178.xml"/><Relationship Id="rId88" Type="http://schemas.openxmlformats.org/officeDocument/2006/relationships/customXml" Target="../ink/ink47.xml"/><Relationship Id="rId111" Type="http://schemas.openxmlformats.org/officeDocument/2006/relationships/image" Target="../media/image62.png"/><Relationship Id="rId153" Type="http://schemas.openxmlformats.org/officeDocument/2006/relationships/image" Target="../media/image83.png"/><Relationship Id="rId195" Type="http://schemas.openxmlformats.org/officeDocument/2006/relationships/customXml" Target="../ink/ink101.xml"/><Relationship Id="rId209" Type="http://schemas.openxmlformats.org/officeDocument/2006/relationships/customXml" Target="../ink/ink108.xml"/><Relationship Id="rId360" Type="http://schemas.openxmlformats.org/officeDocument/2006/relationships/image" Target="../media/image187.png"/><Relationship Id="rId416" Type="http://schemas.openxmlformats.org/officeDocument/2006/relationships/image" Target="../media/image215.png"/><Relationship Id="rId220" Type="http://schemas.openxmlformats.org/officeDocument/2006/relationships/image" Target="../media/image116.png"/><Relationship Id="rId15" Type="http://schemas.openxmlformats.org/officeDocument/2006/relationships/image" Target="../media/image14.png"/><Relationship Id="rId57" Type="http://schemas.openxmlformats.org/officeDocument/2006/relationships/image" Target="../media/image35.png"/><Relationship Id="rId262" Type="http://schemas.openxmlformats.org/officeDocument/2006/relationships/image" Target="../media/image137.png"/><Relationship Id="rId318" Type="http://schemas.openxmlformats.org/officeDocument/2006/relationships/image" Target="../media/image165.png"/><Relationship Id="rId99" Type="http://schemas.openxmlformats.org/officeDocument/2006/relationships/image" Target="../media/image56.png"/><Relationship Id="rId122" Type="http://schemas.openxmlformats.org/officeDocument/2006/relationships/customXml" Target="../ink/ink64.xml"/><Relationship Id="rId164" Type="http://schemas.openxmlformats.org/officeDocument/2006/relationships/customXml" Target="../ink/ink85.xml"/><Relationship Id="rId371" Type="http://schemas.openxmlformats.org/officeDocument/2006/relationships/customXml" Target="../ink/ink189.xml"/><Relationship Id="rId427" Type="http://schemas.openxmlformats.org/officeDocument/2006/relationships/customXml" Target="../ink/ink217.xml"/><Relationship Id="rId26" Type="http://schemas.openxmlformats.org/officeDocument/2006/relationships/customXml" Target="../ink/ink16.xml"/><Relationship Id="rId231" Type="http://schemas.openxmlformats.org/officeDocument/2006/relationships/customXml" Target="../ink/ink119.xml"/><Relationship Id="rId273" Type="http://schemas.openxmlformats.org/officeDocument/2006/relationships/customXml" Target="../ink/ink140.xml"/><Relationship Id="rId329" Type="http://schemas.openxmlformats.org/officeDocument/2006/relationships/customXml" Target="../ink/ink168.xml"/><Relationship Id="rId68" Type="http://schemas.openxmlformats.org/officeDocument/2006/relationships/customXml" Target="../ink/ink37.xml"/><Relationship Id="rId133" Type="http://schemas.openxmlformats.org/officeDocument/2006/relationships/image" Target="../media/image73.png"/><Relationship Id="rId175" Type="http://schemas.openxmlformats.org/officeDocument/2006/relationships/customXml" Target="../ink/ink91.xml"/><Relationship Id="rId340" Type="http://schemas.openxmlformats.org/officeDocument/2006/relationships/image" Target="../media/image177.png"/><Relationship Id="rId200" Type="http://schemas.openxmlformats.org/officeDocument/2006/relationships/image" Target="../media/image106.png"/><Relationship Id="rId382" Type="http://schemas.openxmlformats.org/officeDocument/2006/relationships/image" Target="../media/image198.png"/><Relationship Id="rId242" Type="http://schemas.openxmlformats.org/officeDocument/2006/relationships/image" Target="../media/image127.png"/><Relationship Id="rId284" Type="http://schemas.openxmlformats.org/officeDocument/2006/relationships/image" Target="../media/image148.png"/><Relationship Id="rId37" Type="http://schemas.openxmlformats.org/officeDocument/2006/relationships/image" Target="../media/image25.png"/><Relationship Id="rId79" Type="http://schemas.openxmlformats.org/officeDocument/2006/relationships/image" Target="../media/image46.png"/><Relationship Id="rId102" Type="http://schemas.openxmlformats.org/officeDocument/2006/relationships/customXml" Target="../ink/ink54.xml"/><Relationship Id="rId144" Type="http://schemas.openxmlformats.org/officeDocument/2006/relationships/customXml" Target="../ink/ink75.xml"/><Relationship Id="rId90" Type="http://schemas.openxmlformats.org/officeDocument/2006/relationships/customXml" Target="../ink/ink48.xml"/><Relationship Id="rId186" Type="http://schemas.openxmlformats.org/officeDocument/2006/relationships/image" Target="../media/image99.png"/><Relationship Id="rId351" Type="http://schemas.openxmlformats.org/officeDocument/2006/relationships/customXml" Target="../ink/ink179.xml"/><Relationship Id="rId393" Type="http://schemas.openxmlformats.org/officeDocument/2006/relationships/customXml" Target="../ink/ink200.xml"/><Relationship Id="rId407" Type="http://schemas.openxmlformats.org/officeDocument/2006/relationships/customXml" Target="../ink/ink207.xml"/><Relationship Id="rId211" Type="http://schemas.openxmlformats.org/officeDocument/2006/relationships/customXml" Target="../ink/ink109.xml"/><Relationship Id="rId253" Type="http://schemas.openxmlformats.org/officeDocument/2006/relationships/customXml" Target="../ink/ink130.xml"/><Relationship Id="rId295" Type="http://schemas.openxmlformats.org/officeDocument/2006/relationships/customXml" Target="../ink/ink151.xml"/><Relationship Id="rId309" Type="http://schemas.openxmlformats.org/officeDocument/2006/relationships/customXml" Target="../ink/ink158.xml"/><Relationship Id="rId48" Type="http://schemas.openxmlformats.org/officeDocument/2006/relationships/customXml" Target="../ink/ink27.xml"/><Relationship Id="rId113" Type="http://schemas.openxmlformats.org/officeDocument/2006/relationships/image" Target="../media/image63.png"/><Relationship Id="rId320" Type="http://schemas.openxmlformats.org/officeDocument/2006/relationships/image" Target="../media/image166.png"/><Relationship Id="rId155" Type="http://schemas.openxmlformats.org/officeDocument/2006/relationships/image" Target="../media/image84.png"/><Relationship Id="rId197" Type="http://schemas.openxmlformats.org/officeDocument/2006/relationships/customXml" Target="../ink/ink102.xml"/><Relationship Id="rId362" Type="http://schemas.openxmlformats.org/officeDocument/2006/relationships/image" Target="../media/image188.png"/><Relationship Id="rId418" Type="http://schemas.openxmlformats.org/officeDocument/2006/relationships/image" Target="../media/image216.png"/><Relationship Id="rId222" Type="http://schemas.openxmlformats.org/officeDocument/2006/relationships/image" Target="../media/image117.png"/><Relationship Id="rId264" Type="http://schemas.openxmlformats.org/officeDocument/2006/relationships/image" Target="../media/image138.png"/><Relationship Id="rId17" Type="http://schemas.openxmlformats.org/officeDocument/2006/relationships/image" Target="../media/image15.png"/><Relationship Id="rId59" Type="http://schemas.openxmlformats.org/officeDocument/2006/relationships/image" Target="../media/image36.png"/><Relationship Id="rId124" Type="http://schemas.openxmlformats.org/officeDocument/2006/relationships/customXml" Target="../ink/ink65.xml"/><Relationship Id="rId70" Type="http://schemas.openxmlformats.org/officeDocument/2006/relationships/customXml" Target="../ink/ink38.xml"/><Relationship Id="rId166" Type="http://schemas.openxmlformats.org/officeDocument/2006/relationships/customXml" Target="../ink/ink86.xml"/><Relationship Id="rId331" Type="http://schemas.openxmlformats.org/officeDocument/2006/relationships/customXml" Target="../ink/ink169.xml"/><Relationship Id="rId373" Type="http://schemas.openxmlformats.org/officeDocument/2006/relationships/customXml" Target="../ink/ink190.xml"/><Relationship Id="rId429" Type="http://schemas.openxmlformats.org/officeDocument/2006/relationships/customXml" Target="../ink/ink218.xml"/></Relationships>
</file>

<file path=ppt/slides/_rels/slide8.xml.rels><?xml version="1.0" encoding="UTF-8" standalone="yes"?>
<Relationships xmlns="http://schemas.openxmlformats.org/package/2006/relationships"><Relationship Id="rId3" Type="http://schemas.openxmlformats.org/officeDocument/2006/relationships/image" Target="../media/image224.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225.png"/><Relationship Id="rId4" Type="http://schemas.openxmlformats.org/officeDocument/2006/relationships/customXml" Target="../ink/ink220.xml"/></Relationships>
</file>

<file path=ppt/slides/_rels/slide10.xml.rels><?xml version="1.0" encoding="UTF-8" standalone="yes"?>
<Relationships xmlns="http://schemas.openxmlformats.org/package/2006/relationships"><Relationship Id="rId3" Type="http://schemas.openxmlformats.org/officeDocument/2006/relationships/hyperlink" Target="https://help.sap.com/docs/abap-cloud/abap-rap/creating-active-data" TargetMode="External"/><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4.png"/><Relationship Id="rId4" Type="http://schemas.openxmlformats.org/officeDocument/2006/relationships/image" Target="../media/image226.png"/></Relationships>
</file>

<file path=ppt/slides/_rels/slide11.xml.rels><?xml version="1.0" encoding="UTF-8" standalone="yes"?>
<Relationships xmlns="http://schemas.openxmlformats.org/package/2006/relationships"><Relationship Id="rId117" Type="http://schemas.openxmlformats.org/officeDocument/2006/relationships/image" Target="../media/image284.png"/><Relationship Id="rId299" Type="http://schemas.openxmlformats.org/officeDocument/2006/relationships/image" Target="../media/image376.png"/><Relationship Id="rId21" Type="http://schemas.openxmlformats.org/officeDocument/2006/relationships/image" Target="../media/image236.png"/><Relationship Id="rId63" Type="http://schemas.openxmlformats.org/officeDocument/2006/relationships/image" Target="../media/image257.png"/><Relationship Id="rId159" Type="http://schemas.openxmlformats.org/officeDocument/2006/relationships/image" Target="../media/image305.png"/><Relationship Id="rId170" Type="http://schemas.openxmlformats.org/officeDocument/2006/relationships/customXml" Target="../ink/ink305.xml"/><Relationship Id="rId226" Type="http://schemas.openxmlformats.org/officeDocument/2006/relationships/customXml" Target="../ink/ink333.xml"/><Relationship Id="rId268" Type="http://schemas.openxmlformats.org/officeDocument/2006/relationships/customXml" Target="../ink/ink354.xml"/><Relationship Id="rId32" Type="http://schemas.openxmlformats.org/officeDocument/2006/relationships/customXml" Target="../ink/ink236.xml"/><Relationship Id="rId74" Type="http://schemas.openxmlformats.org/officeDocument/2006/relationships/customXml" Target="../ink/ink257.xml"/><Relationship Id="rId128" Type="http://schemas.openxmlformats.org/officeDocument/2006/relationships/customXml" Target="../ink/ink284.xml"/><Relationship Id="rId5" Type="http://schemas.openxmlformats.org/officeDocument/2006/relationships/image" Target="../media/image228.png"/><Relationship Id="rId181" Type="http://schemas.openxmlformats.org/officeDocument/2006/relationships/image" Target="../media/image316.png"/><Relationship Id="rId237" Type="http://schemas.openxmlformats.org/officeDocument/2006/relationships/image" Target="../media/image344.png"/><Relationship Id="rId279" Type="http://schemas.openxmlformats.org/officeDocument/2006/relationships/image" Target="../media/image365.png"/><Relationship Id="rId43" Type="http://schemas.openxmlformats.org/officeDocument/2006/relationships/image" Target="../media/image247.png"/><Relationship Id="rId139" Type="http://schemas.openxmlformats.org/officeDocument/2006/relationships/image" Target="../media/image295.png"/><Relationship Id="rId290" Type="http://schemas.openxmlformats.org/officeDocument/2006/relationships/customXml" Target="../ink/ink365.xml"/><Relationship Id="rId304" Type="http://schemas.openxmlformats.org/officeDocument/2006/relationships/customXml" Target="../ink/ink372.xml"/><Relationship Id="rId85" Type="http://schemas.openxmlformats.org/officeDocument/2006/relationships/image" Target="../media/image268.png"/><Relationship Id="rId150" Type="http://schemas.openxmlformats.org/officeDocument/2006/relationships/customXml" Target="../ink/ink295.xml"/><Relationship Id="rId192" Type="http://schemas.openxmlformats.org/officeDocument/2006/relationships/customXml" Target="../ink/ink316.xml"/><Relationship Id="rId206" Type="http://schemas.openxmlformats.org/officeDocument/2006/relationships/customXml" Target="../ink/ink323.xml"/><Relationship Id="rId248" Type="http://schemas.openxmlformats.org/officeDocument/2006/relationships/customXml" Target="../ink/ink344.xml"/><Relationship Id="rId12" Type="http://schemas.openxmlformats.org/officeDocument/2006/relationships/customXml" Target="../ink/ink226.xml"/><Relationship Id="rId108" Type="http://schemas.openxmlformats.org/officeDocument/2006/relationships/customXml" Target="../ink/ink274.xml"/><Relationship Id="rId54" Type="http://schemas.openxmlformats.org/officeDocument/2006/relationships/customXml" Target="../ink/ink247.xml"/><Relationship Id="rId96" Type="http://schemas.openxmlformats.org/officeDocument/2006/relationships/customXml" Target="../ink/ink268.xml"/><Relationship Id="rId161" Type="http://schemas.openxmlformats.org/officeDocument/2006/relationships/image" Target="../media/image306.png"/><Relationship Id="rId217" Type="http://schemas.openxmlformats.org/officeDocument/2006/relationships/image" Target="../media/image334.png"/><Relationship Id="rId259" Type="http://schemas.openxmlformats.org/officeDocument/2006/relationships/image" Target="../media/image355.png"/><Relationship Id="rId23" Type="http://schemas.openxmlformats.org/officeDocument/2006/relationships/image" Target="../media/image237.png"/><Relationship Id="rId119" Type="http://schemas.openxmlformats.org/officeDocument/2006/relationships/image" Target="../media/image285.png"/><Relationship Id="rId270" Type="http://schemas.openxmlformats.org/officeDocument/2006/relationships/customXml" Target="../ink/ink355.xml"/><Relationship Id="rId291" Type="http://schemas.openxmlformats.org/officeDocument/2006/relationships/image" Target="../media/image371.png"/><Relationship Id="rId305" Type="http://schemas.openxmlformats.org/officeDocument/2006/relationships/image" Target="../media/image379.png"/><Relationship Id="rId44" Type="http://schemas.openxmlformats.org/officeDocument/2006/relationships/customXml" Target="../ink/ink242.xml"/><Relationship Id="rId65" Type="http://schemas.openxmlformats.org/officeDocument/2006/relationships/image" Target="../media/image258.png"/><Relationship Id="rId86" Type="http://schemas.openxmlformats.org/officeDocument/2006/relationships/customXml" Target="../ink/ink263.xml"/><Relationship Id="rId130" Type="http://schemas.openxmlformats.org/officeDocument/2006/relationships/customXml" Target="../ink/ink285.xml"/><Relationship Id="rId151" Type="http://schemas.openxmlformats.org/officeDocument/2006/relationships/image" Target="../media/image301.png"/><Relationship Id="rId172" Type="http://schemas.openxmlformats.org/officeDocument/2006/relationships/customXml" Target="../ink/ink306.xml"/><Relationship Id="rId193" Type="http://schemas.openxmlformats.org/officeDocument/2006/relationships/image" Target="../media/image322.png"/><Relationship Id="rId207" Type="http://schemas.openxmlformats.org/officeDocument/2006/relationships/image" Target="../media/image329.png"/><Relationship Id="rId228" Type="http://schemas.openxmlformats.org/officeDocument/2006/relationships/customXml" Target="../ink/ink334.xml"/><Relationship Id="rId249" Type="http://schemas.openxmlformats.org/officeDocument/2006/relationships/image" Target="../media/image350.png"/><Relationship Id="rId13" Type="http://schemas.openxmlformats.org/officeDocument/2006/relationships/image" Target="../media/image232.png"/><Relationship Id="rId109" Type="http://schemas.openxmlformats.org/officeDocument/2006/relationships/image" Target="../media/image280.png"/><Relationship Id="rId260" Type="http://schemas.openxmlformats.org/officeDocument/2006/relationships/customXml" Target="../ink/ink350.xml"/><Relationship Id="rId281" Type="http://schemas.openxmlformats.org/officeDocument/2006/relationships/image" Target="../media/image366.png"/><Relationship Id="rId34" Type="http://schemas.openxmlformats.org/officeDocument/2006/relationships/customXml" Target="../ink/ink237.xml"/><Relationship Id="rId55" Type="http://schemas.openxmlformats.org/officeDocument/2006/relationships/image" Target="../media/image253.png"/><Relationship Id="rId76" Type="http://schemas.openxmlformats.org/officeDocument/2006/relationships/customXml" Target="../ink/ink258.xml"/><Relationship Id="rId97" Type="http://schemas.openxmlformats.org/officeDocument/2006/relationships/image" Target="../media/image274.png"/><Relationship Id="rId120" Type="http://schemas.openxmlformats.org/officeDocument/2006/relationships/customXml" Target="../ink/ink280.xml"/><Relationship Id="rId141" Type="http://schemas.openxmlformats.org/officeDocument/2006/relationships/image" Target="../media/image296.png"/><Relationship Id="rId7" Type="http://schemas.openxmlformats.org/officeDocument/2006/relationships/image" Target="../media/image229.png"/><Relationship Id="rId162" Type="http://schemas.openxmlformats.org/officeDocument/2006/relationships/customXml" Target="../ink/ink301.xml"/><Relationship Id="rId183" Type="http://schemas.openxmlformats.org/officeDocument/2006/relationships/image" Target="../media/image317.png"/><Relationship Id="rId218" Type="http://schemas.openxmlformats.org/officeDocument/2006/relationships/customXml" Target="../ink/ink329.xml"/><Relationship Id="rId239" Type="http://schemas.openxmlformats.org/officeDocument/2006/relationships/image" Target="../media/image345.png"/><Relationship Id="rId250" Type="http://schemas.openxmlformats.org/officeDocument/2006/relationships/customXml" Target="../ink/ink345.xml"/><Relationship Id="rId271" Type="http://schemas.openxmlformats.org/officeDocument/2006/relationships/image" Target="../media/image361.png"/><Relationship Id="rId292" Type="http://schemas.openxmlformats.org/officeDocument/2006/relationships/customXml" Target="../ink/ink366.xml"/><Relationship Id="rId24" Type="http://schemas.openxmlformats.org/officeDocument/2006/relationships/customXml" Target="../ink/ink232.xml"/><Relationship Id="rId45" Type="http://schemas.openxmlformats.org/officeDocument/2006/relationships/image" Target="../media/image248.png"/><Relationship Id="rId66" Type="http://schemas.openxmlformats.org/officeDocument/2006/relationships/customXml" Target="../ink/ink253.xml"/><Relationship Id="rId87" Type="http://schemas.openxmlformats.org/officeDocument/2006/relationships/image" Target="../media/image269.png"/><Relationship Id="rId110" Type="http://schemas.openxmlformats.org/officeDocument/2006/relationships/customXml" Target="../ink/ink275.xml"/><Relationship Id="rId131" Type="http://schemas.openxmlformats.org/officeDocument/2006/relationships/image" Target="../media/image291.png"/><Relationship Id="rId152" Type="http://schemas.openxmlformats.org/officeDocument/2006/relationships/customXml" Target="../ink/ink296.xml"/><Relationship Id="rId173" Type="http://schemas.openxmlformats.org/officeDocument/2006/relationships/image" Target="../media/image312.png"/><Relationship Id="rId194" Type="http://schemas.openxmlformats.org/officeDocument/2006/relationships/customXml" Target="../ink/ink317.xml"/><Relationship Id="rId208" Type="http://schemas.openxmlformats.org/officeDocument/2006/relationships/customXml" Target="../ink/ink324.xml"/><Relationship Id="rId229" Type="http://schemas.openxmlformats.org/officeDocument/2006/relationships/image" Target="../media/image340.png"/><Relationship Id="rId240" Type="http://schemas.openxmlformats.org/officeDocument/2006/relationships/customXml" Target="../ink/ink340.xml"/><Relationship Id="rId261" Type="http://schemas.openxmlformats.org/officeDocument/2006/relationships/image" Target="../media/image356.png"/><Relationship Id="rId14" Type="http://schemas.openxmlformats.org/officeDocument/2006/relationships/customXml" Target="../ink/ink227.xml"/><Relationship Id="rId35" Type="http://schemas.openxmlformats.org/officeDocument/2006/relationships/image" Target="../media/image243.png"/><Relationship Id="rId56" Type="http://schemas.openxmlformats.org/officeDocument/2006/relationships/customXml" Target="../ink/ink248.xml"/><Relationship Id="rId77" Type="http://schemas.openxmlformats.org/officeDocument/2006/relationships/image" Target="../media/image264.png"/><Relationship Id="rId100" Type="http://schemas.openxmlformats.org/officeDocument/2006/relationships/customXml" Target="../ink/ink270.xml"/><Relationship Id="rId282" Type="http://schemas.openxmlformats.org/officeDocument/2006/relationships/customXml" Target="../ink/ink361.xml"/><Relationship Id="rId8" Type="http://schemas.openxmlformats.org/officeDocument/2006/relationships/customXml" Target="../ink/ink224.xml"/><Relationship Id="rId98" Type="http://schemas.openxmlformats.org/officeDocument/2006/relationships/customXml" Target="../ink/ink269.xml"/><Relationship Id="rId121" Type="http://schemas.openxmlformats.org/officeDocument/2006/relationships/image" Target="../media/image286.png"/><Relationship Id="rId142" Type="http://schemas.openxmlformats.org/officeDocument/2006/relationships/customXml" Target="../ink/ink291.xml"/><Relationship Id="rId163" Type="http://schemas.openxmlformats.org/officeDocument/2006/relationships/image" Target="../media/image307.png"/><Relationship Id="rId184" Type="http://schemas.openxmlformats.org/officeDocument/2006/relationships/customXml" Target="../ink/ink312.xml"/><Relationship Id="rId219" Type="http://schemas.openxmlformats.org/officeDocument/2006/relationships/image" Target="../media/image335.png"/><Relationship Id="rId230" Type="http://schemas.openxmlformats.org/officeDocument/2006/relationships/customXml" Target="../ink/ink335.xml"/><Relationship Id="rId251" Type="http://schemas.openxmlformats.org/officeDocument/2006/relationships/image" Target="../media/image351.png"/><Relationship Id="rId25" Type="http://schemas.openxmlformats.org/officeDocument/2006/relationships/image" Target="../media/image238.png"/><Relationship Id="rId46" Type="http://schemas.openxmlformats.org/officeDocument/2006/relationships/customXml" Target="../ink/ink243.xml"/><Relationship Id="rId67" Type="http://schemas.openxmlformats.org/officeDocument/2006/relationships/image" Target="../media/image259.png"/><Relationship Id="rId272" Type="http://schemas.openxmlformats.org/officeDocument/2006/relationships/customXml" Target="../ink/ink356.xml"/><Relationship Id="rId293" Type="http://schemas.openxmlformats.org/officeDocument/2006/relationships/image" Target="../media/image372.png"/><Relationship Id="rId88" Type="http://schemas.openxmlformats.org/officeDocument/2006/relationships/customXml" Target="../ink/ink264.xml"/><Relationship Id="rId111" Type="http://schemas.openxmlformats.org/officeDocument/2006/relationships/image" Target="../media/image281.png"/><Relationship Id="rId132" Type="http://schemas.openxmlformats.org/officeDocument/2006/relationships/customXml" Target="../ink/ink286.xml"/><Relationship Id="rId153" Type="http://schemas.openxmlformats.org/officeDocument/2006/relationships/image" Target="../media/image302.png"/><Relationship Id="rId174" Type="http://schemas.openxmlformats.org/officeDocument/2006/relationships/customXml" Target="../ink/ink307.xml"/><Relationship Id="rId195" Type="http://schemas.openxmlformats.org/officeDocument/2006/relationships/image" Target="../media/image323.png"/><Relationship Id="rId209" Type="http://schemas.openxmlformats.org/officeDocument/2006/relationships/image" Target="../media/image330.png"/><Relationship Id="rId220" Type="http://schemas.openxmlformats.org/officeDocument/2006/relationships/customXml" Target="../ink/ink330.xml"/><Relationship Id="rId241" Type="http://schemas.openxmlformats.org/officeDocument/2006/relationships/image" Target="../media/image346.png"/><Relationship Id="rId15" Type="http://schemas.openxmlformats.org/officeDocument/2006/relationships/image" Target="../media/image233.png"/><Relationship Id="rId36" Type="http://schemas.openxmlformats.org/officeDocument/2006/relationships/customXml" Target="../ink/ink238.xml"/><Relationship Id="rId57" Type="http://schemas.openxmlformats.org/officeDocument/2006/relationships/image" Target="../media/image254.png"/><Relationship Id="rId262" Type="http://schemas.openxmlformats.org/officeDocument/2006/relationships/customXml" Target="../ink/ink351.xml"/><Relationship Id="rId283" Type="http://schemas.openxmlformats.org/officeDocument/2006/relationships/image" Target="../media/image367.png"/><Relationship Id="rId78" Type="http://schemas.openxmlformats.org/officeDocument/2006/relationships/customXml" Target="../ink/ink259.xml"/><Relationship Id="rId99" Type="http://schemas.openxmlformats.org/officeDocument/2006/relationships/image" Target="../media/image275.png"/><Relationship Id="rId101" Type="http://schemas.openxmlformats.org/officeDocument/2006/relationships/image" Target="../media/image276.png"/><Relationship Id="rId122" Type="http://schemas.openxmlformats.org/officeDocument/2006/relationships/customXml" Target="../ink/ink281.xml"/><Relationship Id="rId143" Type="http://schemas.openxmlformats.org/officeDocument/2006/relationships/image" Target="../media/image297.png"/><Relationship Id="rId164" Type="http://schemas.openxmlformats.org/officeDocument/2006/relationships/customXml" Target="../ink/ink302.xml"/><Relationship Id="rId185" Type="http://schemas.openxmlformats.org/officeDocument/2006/relationships/image" Target="../media/image318.png"/><Relationship Id="rId9" Type="http://schemas.openxmlformats.org/officeDocument/2006/relationships/image" Target="../media/image230.png"/><Relationship Id="rId210" Type="http://schemas.openxmlformats.org/officeDocument/2006/relationships/customXml" Target="../ink/ink325.xml"/><Relationship Id="rId26" Type="http://schemas.openxmlformats.org/officeDocument/2006/relationships/customXml" Target="../ink/ink233.xml"/><Relationship Id="rId231" Type="http://schemas.openxmlformats.org/officeDocument/2006/relationships/image" Target="../media/image341.png"/><Relationship Id="rId252" Type="http://schemas.openxmlformats.org/officeDocument/2006/relationships/customXml" Target="../ink/ink346.xml"/><Relationship Id="rId273" Type="http://schemas.openxmlformats.org/officeDocument/2006/relationships/image" Target="../media/image362.png"/><Relationship Id="rId294" Type="http://schemas.openxmlformats.org/officeDocument/2006/relationships/customXml" Target="../ink/ink367.xml"/><Relationship Id="rId47" Type="http://schemas.openxmlformats.org/officeDocument/2006/relationships/image" Target="../media/image249.png"/><Relationship Id="rId68" Type="http://schemas.openxmlformats.org/officeDocument/2006/relationships/customXml" Target="../ink/ink254.xml"/><Relationship Id="rId89" Type="http://schemas.openxmlformats.org/officeDocument/2006/relationships/image" Target="../media/image270.png"/><Relationship Id="rId112" Type="http://schemas.openxmlformats.org/officeDocument/2006/relationships/customXml" Target="../ink/ink276.xml"/><Relationship Id="rId133" Type="http://schemas.openxmlformats.org/officeDocument/2006/relationships/image" Target="../media/image292.png"/><Relationship Id="rId154" Type="http://schemas.openxmlformats.org/officeDocument/2006/relationships/customXml" Target="../ink/ink297.xml"/><Relationship Id="rId175" Type="http://schemas.openxmlformats.org/officeDocument/2006/relationships/image" Target="../media/image313.png"/><Relationship Id="rId196" Type="http://schemas.openxmlformats.org/officeDocument/2006/relationships/customXml" Target="../ink/ink318.xml"/><Relationship Id="rId200" Type="http://schemas.openxmlformats.org/officeDocument/2006/relationships/customXml" Target="../ink/ink320.xml"/><Relationship Id="rId16" Type="http://schemas.openxmlformats.org/officeDocument/2006/relationships/customXml" Target="../ink/ink228.xml"/><Relationship Id="rId221" Type="http://schemas.openxmlformats.org/officeDocument/2006/relationships/image" Target="../media/image336.png"/><Relationship Id="rId242" Type="http://schemas.openxmlformats.org/officeDocument/2006/relationships/customXml" Target="../ink/ink341.xml"/><Relationship Id="rId263" Type="http://schemas.openxmlformats.org/officeDocument/2006/relationships/image" Target="../media/image357.png"/><Relationship Id="rId284" Type="http://schemas.openxmlformats.org/officeDocument/2006/relationships/customXml" Target="../ink/ink362.xml"/><Relationship Id="rId37" Type="http://schemas.openxmlformats.org/officeDocument/2006/relationships/image" Target="../media/image244.png"/><Relationship Id="rId58" Type="http://schemas.openxmlformats.org/officeDocument/2006/relationships/customXml" Target="../ink/ink249.xml"/><Relationship Id="rId79" Type="http://schemas.openxmlformats.org/officeDocument/2006/relationships/image" Target="../media/image265.png"/><Relationship Id="rId102" Type="http://schemas.openxmlformats.org/officeDocument/2006/relationships/customXml" Target="../ink/ink271.xml"/><Relationship Id="rId123" Type="http://schemas.openxmlformats.org/officeDocument/2006/relationships/image" Target="../media/image287.png"/><Relationship Id="rId144" Type="http://schemas.openxmlformats.org/officeDocument/2006/relationships/customXml" Target="../ink/ink292.xml"/><Relationship Id="rId90" Type="http://schemas.openxmlformats.org/officeDocument/2006/relationships/customXml" Target="../ink/ink265.xml"/><Relationship Id="rId165" Type="http://schemas.openxmlformats.org/officeDocument/2006/relationships/image" Target="../media/image308.png"/><Relationship Id="rId186" Type="http://schemas.openxmlformats.org/officeDocument/2006/relationships/customXml" Target="../ink/ink313.xml"/><Relationship Id="rId211" Type="http://schemas.openxmlformats.org/officeDocument/2006/relationships/image" Target="../media/image331.png"/><Relationship Id="rId232" Type="http://schemas.openxmlformats.org/officeDocument/2006/relationships/customXml" Target="../ink/ink336.xml"/><Relationship Id="rId253" Type="http://schemas.openxmlformats.org/officeDocument/2006/relationships/image" Target="../media/image352.png"/><Relationship Id="rId274" Type="http://schemas.openxmlformats.org/officeDocument/2006/relationships/customXml" Target="../ink/ink357.xml"/><Relationship Id="rId295" Type="http://schemas.openxmlformats.org/officeDocument/2006/relationships/image" Target="../media/image374.png"/><Relationship Id="rId27" Type="http://schemas.openxmlformats.org/officeDocument/2006/relationships/image" Target="../media/image239.png"/><Relationship Id="rId48" Type="http://schemas.openxmlformats.org/officeDocument/2006/relationships/customXml" Target="../ink/ink244.xml"/><Relationship Id="rId69" Type="http://schemas.openxmlformats.org/officeDocument/2006/relationships/image" Target="../media/image260.png"/><Relationship Id="rId113" Type="http://schemas.openxmlformats.org/officeDocument/2006/relationships/image" Target="../media/image282.png"/><Relationship Id="rId134" Type="http://schemas.openxmlformats.org/officeDocument/2006/relationships/customXml" Target="../ink/ink287.xml"/><Relationship Id="rId80" Type="http://schemas.openxmlformats.org/officeDocument/2006/relationships/customXml" Target="../ink/ink260.xml"/><Relationship Id="rId155" Type="http://schemas.openxmlformats.org/officeDocument/2006/relationships/image" Target="../media/image303.png"/><Relationship Id="rId176" Type="http://schemas.openxmlformats.org/officeDocument/2006/relationships/customXml" Target="../ink/ink308.xml"/><Relationship Id="rId197" Type="http://schemas.openxmlformats.org/officeDocument/2006/relationships/image" Target="../media/image324.png"/><Relationship Id="rId201" Type="http://schemas.openxmlformats.org/officeDocument/2006/relationships/image" Target="../media/image326.png"/><Relationship Id="rId222" Type="http://schemas.openxmlformats.org/officeDocument/2006/relationships/customXml" Target="../ink/ink331.xml"/><Relationship Id="rId243" Type="http://schemas.openxmlformats.org/officeDocument/2006/relationships/image" Target="../media/image347.png"/><Relationship Id="rId264" Type="http://schemas.openxmlformats.org/officeDocument/2006/relationships/customXml" Target="../ink/ink352.xml"/><Relationship Id="rId285" Type="http://schemas.openxmlformats.org/officeDocument/2006/relationships/image" Target="../media/image368.png"/><Relationship Id="rId17" Type="http://schemas.openxmlformats.org/officeDocument/2006/relationships/image" Target="../media/image234.png"/><Relationship Id="rId38" Type="http://schemas.openxmlformats.org/officeDocument/2006/relationships/customXml" Target="../ink/ink239.xml"/><Relationship Id="rId59" Type="http://schemas.openxmlformats.org/officeDocument/2006/relationships/image" Target="../media/image255.png"/><Relationship Id="rId103" Type="http://schemas.openxmlformats.org/officeDocument/2006/relationships/image" Target="../media/image277.png"/><Relationship Id="rId124" Type="http://schemas.openxmlformats.org/officeDocument/2006/relationships/customXml" Target="../ink/ink282.xml"/><Relationship Id="rId70" Type="http://schemas.openxmlformats.org/officeDocument/2006/relationships/customXml" Target="../ink/ink255.xml"/><Relationship Id="rId91" Type="http://schemas.openxmlformats.org/officeDocument/2006/relationships/image" Target="../media/image271.png"/><Relationship Id="rId145" Type="http://schemas.openxmlformats.org/officeDocument/2006/relationships/image" Target="../media/image298.png"/><Relationship Id="rId166" Type="http://schemas.openxmlformats.org/officeDocument/2006/relationships/customXml" Target="../ink/ink303.xml"/><Relationship Id="rId187" Type="http://schemas.openxmlformats.org/officeDocument/2006/relationships/image" Target="../media/image319.png"/><Relationship Id="rId1" Type="http://schemas.openxmlformats.org/officeDocument/2006/relationships/slideLayout" Target="../slideLayouts/slideLayout8.xml"/><Relationship Id="rId212" Type="http://schemas.openxmlformats.org/officeDocument/2006/relationships/customXml" Target="../ink/ink326.xml"/><Relationship Id="rId233" Type="http://schemas.openxmlformats.org/officeDocument/2006/relationships/image" Target="../media/image342.png"/><Relationship Id="rId254" Type="http://schemas.openxmlformats.org/officeDocument/2006/relationships/customXml" Target="../ink/ink347.xml"/><Relationship Id="rId28" Type="http://schemas.openxmlformats.org/officeDocument/2006/relationships/customXml" Target="../ink/ink234.xml"/><Relationship Id="rId49" Type="http://schemas.openxmlformats.org/officeDocument/2006/relationships/image" Target="../media/image250.png"/><Relationship Id="rId114" Type="http://schemas.openxmlformats.org/officeDocument/2006/relationships/customXml" Target="../ink/ink277.xml"/><Relationship Id="rId275" Type="http://schemas.openxmlformats.org/officeDocument/2006/relationships/image" Target="../media/image363.png"/><Relationship Id="rId296" Type="http://schemas.openxmlformats.org/officeDocument/2006/relationships/customXml" Target="../ink/ink368.xml"/><Relationship Id="rId300" Type="http://schemas.openxmlformats.org/officeDocument/2006/relationships/customXml" Target="../ink/ink370.xml"/><Relationship Id="rId60" Type="http://schemas.openxmlformats.org/officeDocument/2006/relationships/customXml" Target="../ink/ink250.xml"/><Relationship Id="rId81" Type="http://schemas.openxmlformats.org/officeDocument/2006/relationships/image" Target="../media/image266.png"/><Relationship Id="rId135" Type="http://schemas.openxmlformats.org/officeDocument/2006/relationships/image" Target="../media/image293.png"/><Relationship Id="rId156" Type="http://schemas.openxmlformats.org/officeDocument/2006/relationships/customXml" Target="../ink/ink298.xml"/><Relationship Id="rId177" Type="http://schemas.openxmlformats.org/officeDocument/2006/relationships/image" Target="../media/image314.png"/><Relationship Id="rId198" Type="http://schemas.openxmlformats.org/officeDocument/2006/relationships/customXml" Target="../ink/ink319.xml"/><Relationship Id="rId202" Type="http://schemas.openxmlformats.org/officeDocument/2006/relationships/customXml" Target="../ink/ink321.xml"/><Relationship Id="rId223" Type="http://schemas.openxmlformats.org/officeDocument/2006/relationships/image" Target="../media/image337.png"/><Relationship Id="rId244" Type="http://schemas.openxmlformats.org/officeDocument/2006/relationships/customXml" Target="../ink/ink342.xml"/><Relationship Id="rId18" Type="http://schemas.openxmlformats.org/officeDocument/2006/relationships/customXml" Target="../ink/ink229.xml"/><Relationship Id="rId39" Type="http://schemas.openxmlformats.org/officeDocument/2006/relationships/image" Target="../media/image245.png"/><Relationship Id="rId265" Type="http://schemas.openxmlformats.org/officeDocument/2006/relationships/image" Target="../media/image358.png"/><Relationship Id="rId286" Type="http://schemas.openxmlformats.org/officeDocument/2006/relationships/customXml" Target="../ink/ink363.xml"/><Relationship Id="rId50" Type="http://schemas.openxmlformats.org/officeDocument/2006/relationships/customXml" Target="../ink/ink245.xml"/><Relationship Id="rId104" Type="http://schemas.openxmlformats.org/officeDocument/2006/relationships/customXml" Target="../ink/ink272.xml"/><Relationship Id="rId125" Type="http://schemas.openxmlformats.org/officeDocument/2006/relationships/image" Target="../media/image288.png"/><Relationship Id="rId146" Type="http://schemas.openxmlformats.org/officeDocument/2006/relationships/customXml" Target="../ink/ink293.xml"/><Relationship Id="rId167" Type="http://schemas.openxmlformats.org/officeDocument/2006/relationships/image" Target="../media/image309.png"/><Relationship Id="rId188" Type="http://schemas.openxmlformats.org/officeDocument/2006/relationships/customXml" Target="../ink/ink314.xml"/><Relationship Id="rId71" Type="http://schemas.openxmlformats.org/officeDocument/2006/relationships/image" Target="../media/image261.png"/><Relationship Id="rId92" Type="http://schemas.openxmlformats.org/officeDocument/2006/relationships/customXml" Target="../ink/ink266.xml"/><Relationship Id="rId213" Type="http://schemas.openxmlformats.org/officeDocument/2006/relationships/image" Target="../media/image332.png"/><Relationship Id="rId234" Type="http://schemas.openxmlformats.org/officeDocument/2006/relationships/customXml" Target="../ink/ink337.xml"/><Relationship Id="rId2" Type="http://schemas.openxmlformats.org/officeDocument/2006/relationships/customXml" Target="../ink/ink221.xml"/><Relationship Id="rId29" Type="http://schemas.openxmlformats.org/officeDocument/2006/relationships/image" Target="../media/image240.png"/><Relationship Id="rId255" Type="http://schemas.openxmlformats.org/officeDocument/2006/relationships/image" Target="../media/image353.png"/><Relationship Id="rId276" Type="http://schemas.openxmlformats.org/officeDocument/2006/relationships/customXml" Target="../ink/ink358.xml"/><Relationship Id="rId297" Type="http://schemas.openxmlformats.org/officeDocument/2006/relationships/image" Target="../media/image375.png"/><Relationship Id="rId40" Type="http://schemas.openxmlformats.org/officeDocument/2006/relationships/customXml" Target="../ink/ink240.xml"/><Relationship Id="rId115" Type="http://schemas.openxmlformats.org/officeDocument/2006/relationships/image" Target="../media/image283.png"/><Relationship Id="rId136" Type="http://schemas.openxmlformats.org/officeDocument/2006/relationships/customXml" Target="../ink/ink288.xml"/><Relationship Id="rId157" Type="http://schemas.openxmlformats.org/officeDocument/2006/relationships/image" Target="../media/image304.png"/><Relationship Id="rId178" Type="http://schemas.openxmlformats.org/officeDocument/2006/relationships/customXml" Target="../ink/ink309.xml"/><Relationship Id="rId301" Type="http://schemas.openxmlformats.org/officeDocument/2006/relationships/image" Target="../media/image377.png"/><Relationship Id="rId61" Type="http://schemas.openxmlformats.org/officeDocument/2006/relationships/image" Target="../media/image256.png"/><Relationship Id="rId82" Type="http://schemas.openxmlformats.org/officeDocument/2006/relationships/customXml" Target="../ink/ink261.xml"/><Relationship Id="rId199" Type="http://schemas.openxmlformats.org/officeDocument/2006/relationships/image" Target="../media/image325.png"/><Relationship Id="rId203" Type="http://schemas.openxmlformats.org/officeDocument/2006/relationships/image" Target="../media/image327.png"/><Relationship Id="rId19" Type="http://schemas.openxmlformats.org/officeDocument/2006/relationships/image" Target="../media/image235.png"/><Relationship Id="rId224" Type="http://schemas.openxmlformats.org/officeDocument/2006/relationships/customXml" Target="../ink/ink332.xml"/><Relationship Id="rId245" Type="http://schemas.openxmlformats.org/officeDocument/2006/relationships/image" Target="../media/image348.png"/><Relationship Id="rId266" Type="http://schemas.openxmlformats.org/officeDocument/2006/relationships/customXml" Target="../ink/ink353.xml"/><Relationship Id="rId287" Type="http://schemas.openxmlformats.org/officeDocument/2006/relationships/image" Target="../media/image369.png"/><Relationship Id="rId30" Type="http://schemas.openxmlformats.org/officeDocument/2006/relationships/customXml" Target="../ink/ink235.xml"/><Relationship Id="rId105" Type="http://schemas.openxmlformats.org/officeDocument/2006/relationships/image" Target="../media/image278.png"/><Relationship Id="rId126" Type="http://schemas.openxmlformats.org/officeDocument/2006/relationships/customXml" Target="../ink/ink283.xml"/><Relationship Id="rId147" Type="http://schemas.openxmlformats.org/officeDocument/2006/relationships/image" Target="../media/image299.png"/><Relationship Id="rId168" Type="http://schemas.openxmlformats.org/officeDocument/2006/relationships/customXml" Target="../ink/ink304.xml"/><Relationship Id="rId51" Type="http://schemas.openxmlformats.org/officeDocument/2006/relationships/image" Target="../media/image251.png"/><Relationship Id="rId72" Type="http://schemas.openxmlformats.org/officeDocument/2006/relationships/customXml" Target="../ink/ink256.xml"/><Relationship Id="rId93" Type="http://schemas.openxmlformats.org/officeDocument/2006/relationships/image" Target="../media/image272.png"/><Relationship Id="rId189" Type="http://schemas.openxmlformats.org/officeDocument/2006/relationships/image" Target="../media/image320.png"/><Relationship Id="rId3" Type="http://schemas.openxmlformats.org/officeDocument/2006/relationships/image" Target="../media/image227.png"/><Relationship Id="rId214" Type="http://schemas.openxmlformats.org/officeDocument/2006/relationships/customXml" Target="../ink/ink327.xml"/><Relationship Id="rId235" Type="http://schemas.openxmlformats.org/officeDocument/2006/relationships/image" Target="../media/image343.png"/><Relationship Id="rId256" Type="http://schemas.openxmlformats.org/officeDocument/2006/relationships/customXml" Target="../ink/ink348.xml"/><Relationship Id="rId277" Type="http://schemas.openxmlformats.org/officeDocument/2006/relationships/image" Target="../media/image364.png"/><Relationship Id="rId298" Type="http://schemas.openxmlformats.org/officeDocument/2006/relationships/customXml" Target="../ink/ink369.xml"/><Relationship Id="rId116" Type="http://schemas.openxmlformats.org/officeDocument/2006/relationships/customXml" Target="../ink/ink278.xml"/><Relationship Id="rId137" Type="http://schemas.openxmlformats.org/officeDocument/2006/relationships/image" Target="../media/image294.png"/><Relationship Id="rId158" Type="http://schemas.openxmlformats.org/officeDocument/2006/relationships/customXml" Target="../ink/ink299.xml"/><Relationship Id="rId302" Type="http://schemas.openxmlformats.org/officeDocument/2006/relationships/customXml" Target="../ink/ink371.xml"/><Relationship Id="rId20" Type="http://schemas.openxmlformats.org/officeDocument/2006/relationships/customXml" Target="../ink/ink230.xml"/><Relationship Id="rId41" Type="http://schemas.openxmlformats.org/officeDocument/2006/relationships/image" Target="../media/image246.png"/><Relationship Id="rId62" Type="http://schemas.openxmlformats.org/officeDocument/2006/relationships/customXml" Target="../ink/ink251.xml"/><Relationship Id="rId83" Type="http://schemas.openxmlformats.org/officeDocument/2006/relationships/image" Target="../media/image267.png"/><Relationship Id="rId179" Type="http://schemas.openxmlformats.org/officeDocument/2006/relationships/image" Target="../media/image315.png"/><Relationship Id="rId190" Type="http://schemas.openxmlformats.org/officeDocument/2006/relationships/customXml" Target="../ink/ink315.xml"/><Relationship Id="rId204" Type="http://schemas.openxmlformats.org/officeDocument/2006/relationships/customXml" Target="../ink/ink322.xml"/><Relationship Id="rId225" Type="http://schemas.openxmlformats.org/officeDocument/2006/relationships/image" Target="../media/image338.png"/><Relationship Id="rId246" Type="http://schemas.openxmlformats.org/officeDocument/2006/relationships/customXml" Target="../ink/ink343.xml"/><Relationship Id="rId267" Type="http://schemas.openxmlformats.org/officeDocument/2006/relationships/image" Target="../media/image359.png"/><Relationship Id="rId288" Type="http://schemas.openxmlformats.org/officeDocument/2006/relationships/customXml" Target="../ink/ink364.xml"/><Relationship Id="rId106" Type="http://schemas.openxmlformats.org/officeDocument/2006/relationships/customXml" Target="../ink/ink273.xml"/><Relationship Id="rId127" Type="http://schemas.openxmlformats.org/officeDocument/2006/relationships/image" Target="../media/image289.png"/><Relationship Id="rId10" Type="http://schemas.openxmlformats.org/officeDocument/2006/relationships/customXml" Target="../ink/ink225.xml"/><Relationship Id="rId31" Type="http://schemas.openxmlformats.org/officeDocument/2006/relationships/image" Target="../media/image241.png"/><Relationship Id="rId52" Type="http://schemas.openxmlformats.org/officeDocument/2006/relationships/customXml" Target="../ink/ink246.xml"/><Relationship Id="rId73" Type="http://schemas.openxmlformats.org/officeDocument/2006/relationships/image" Target="../media/image262.png"/><Relationship Id="rId94" Type="http://schemas.openxmlformats.org/officeDocument/2006/relationships/customXml" Target="../ink/ink267.xml"/><Relationship Id="rId148" Type="http://schemas.openxmlformats.org/officeDocument/2006/relationships/customXml" Target="../ink/ink294.xml"/><Relationship Id="rId169" Type="http://schemas.openxmlformats.org/officeDocument/2006/relationships/image" Target="../media/image310.png"/><Relationship Id="rId4" Type="http://schemas.openxmlformats.org/officeDocument/2006/relationships/customXml" Target="../ink/ink222.xml"/><Relationship Id="rId180" Type="http://schemas.openxmlformats.org/officeDocument/2006/relationships/customXml" Target="../ink/ink310.xml"/><Relationship Id="rId215" Type="http://schemas.openxmlformats.org/officeDocument/2006/relationships/image" Target="../media/image333.png"/><Relationship Id="rId236" Type="http://schemas.openxmlformats.org/officeDocument/2006/relationships/customXml" Target="../ink/ink338.xml"/><Relationship Id="rId257" Type="http://schemas.openxmlformats.org/officeDocument/2006/relationships/image" Target="../media/image354.png"/><Relationship Id="rId278" Type="http://schemas.openxmlformats.org/officeDocument/2006/relationships/customXml" Target="../ink/ink359.xml"/><Relationship Id="rId303" Type="http://schemas.openxmlformats.org/officeDocument/2006/relationships/image" Target="../media/image378.png"/><Relationship Id="rId42" Type="http://schemas.openxmlformats.org/officeDocument/2006/relationships/customXml" Target="../ink/ink241.xml"/><Relationship Id="rId84" Type="http://schemas.openxmlformats.org/officeDocument/2006/relationships/customXml" Target="../ink/ink262.xml"/><Relationship Id="rId138" Type="http://schemas.openxmlformats.org/officeDocument/2006/relationships/customXml" Target="../ink/ink289.xml"/><Relationship Id="rId191" Type="http://schemas.openxmlformats.org/officeDocument/2006/relationships/image" Target="../media/image321.png"/><Relationship Id="rId205" Type="http://schemas.openxmlformats.org/officeDocument/2006/relationships/image" Target="../media/image328.png"/><Relationship Id="rId247" Type="http://schemas.openxmlformats.org/officeDocument/2006/relationships/image" Target="../media/image349.png"/><Relationship Id="rId107" Type="http://schemas.openxmlformats.org/officeDocument/2006/relationships/image" Target="../media/image279.png"/><Relationship Id="rId289" Type="http://schemas.openxmlformats.org/officeDocument/2006/relationships/image" Target="../media/image370.png"/><Relationship Id="rId11" Type="http://schemas.openxmlformats.org/officeDocument/2006/relationships/image" Target="../media/image231.png"/><Relationship Id="rId53" Type="http://schemas.openxmlformats.org/officeDocument/2006/relationships/image" Target="../media/image252.png"/><Relationship Id="rId149" Type="http://schemas.openxmlformats.org/officeDocument/2006/relationships/image" Target="../media/image300.png"/><Relationship Id="rId95" Type="http://schemas.openxmlformats.org/officeDocument/2006/relationships/image" Target="../media/image273.png"/><Relationship Id="rId160" Type="http://schemas.openxmlformats.org/officeDocument/2006/relationships/customXml" Target="../ink/ink300.xml"/><Relationship Id="rId216" Type="http://schemas.openxmlformats.org/officeDocument/2006/relationships/customXml" Target="../ink/ink328.xml"/><Relationship Id="rId258" Type="http://schemas.openxmlformats.org/officeDocument/2006/relationships/customXml" Target="../ink/ink349.xml"/><Relationship Id="rId22" Type="http://schemas.openxmlformats.org/officeDocument/2006/relationships/customXml" Target="../ink/ink231.xml"/><Relationship Id="rId64" Type="http://schemas.openxmlformats.org/officeDocument/2006/relationships/customXml" Target="../ink/ink252.xml"/><Relationship Id="rId118" Type="http://schemas.openxmlformats.org/officeDocument/2006/relationships/customXml" Target="../ink/ink279.xml"/><Relationship Id="rId171" Type="http://schemas.openxmlformats.org/officeDocument/2006/relationships/image" Target="../media/image311.png"/><Relationship Id="rId227" Type="http://schemas.openxmlformats.org/officeDocument/2006/relationships/image" Target="../media/image339.png"/><Relationship Id="rId269" Type="http://schemas.openxmlformats.org/officeDocument/2006/relationships/image" Target="../media/image360.png"/><Relationship Id="rId33" Type="http://schemas.openxmlformats.org/officeDocument/2006/relationships/image" Target="../media/image242.png"/><Relationship Id="rId129" Type="http://schemas.openxmlformats.org/officeDocument/2006/relationships/image" Target="../media/image290.png"/><Relationship Id="rId280" Type="http://schemas.openxmlformats.org/officeDocument/2006/relationships/customXml" Target="../ink/ink360.xml"/><Relationship Id="rId75" Type="http://schemas.openxmlformats.org/officeDocument/2006/relationships/image" Target="../media/image263.png"/><Relationship Id="rId140" Type="http://schemas.openxmlformats.org/officeDocument/2006/relationships/customXml" Target="../ink/ink290.xml"/><Relationship Id="rId182" Type="http://schemas.openxmlformats.org/officeDocument/2006/relationships/customXml" Target="../ink/ink311.xml"/><Relationship Id="rId6" Type="http://schemas.openxmlformats.org/officeDocument/2006/relationships/customXml" Target="../ink/ink223.xml"/><Relationship Id="rId238" Type="http://schemas.openxmlformats.org/officeDocument/2006/relationships/customXml" Target="../ink/ink339.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180.png"/><Relationship Id="rId4" Type="http://schemas.openxmlformats.org/officeDocument/2006/relationships/customXml" Target="../ink/ink373.xml"/></Relationships>
</file>

<file path=ppt/slides/_rels/slide16.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1.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17.xml.rels><?xml version="1.0" encoding="UTF-8" standalone="yes"?>
<Relationships xmlns="http://schemas.openxmlformats.org/package/2006/relationships"><Relationship Id="rId8" Type="http://schemas.openxmlformats.org/officeDocument/2006/relationships/image" Target="../media/image385.jpeg"/><Relationship Id="rId3" Type="http://schemas.openxmlformats.org/officeDocument/2006/relationships/image" Target="../media/image380.jpeg"/><Relationship Id="rId7" Type="http://schemas.openxmlformats.org/officeDocument/2006/relationships/image" Target="../media/image384.tiff"/><Relationship Id="rId2" Type="http://schemas.openxmlformats.org/officeDocument/2006/relationships/notesSlide" Target="../notesSlides/notesSlide13.xml"/><Relationship Id="rId1" Type="http://schemas.openxmlformats.org/officeDocument/2006/relationships/slideLayout" Target="../slideLayouts/slideLayout38.xml"/><Relationship Id="rId6" Type="http://schemas.openxmlformats.org/officeDocument/2006/relationships/image" Target="../media/image383.tiff"/><Relationship Id="rId5" Type="http://schemas.openxmlformats.org/officeDocument/2006/relationships/image" Target="../media/image382.tiff"/><Relationship Id="rId4" Type="http://schemas.openxmlformats.org/officeDocument/2006/relationships/image" Target="../media/image381.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DAY-25</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1076224"/>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Determination</a:t>
            </a: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373010"/>
            <a:ext cx="2597506" cy="369332"/>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Validation</a:t>
            </a:r>
          </a:p>
        </p:txBody>
      </p:sp>
      <p:sp>
        <p:nvSpPr>
          <p:cNvPr id="52" name="Rectangle 51">
            <a:extLst>
              <a:ext uri="{FF2B5EF4-FFF2-40B4-BE49-F238E27FC236}">
                <a16:creationId xmlns:a16="http://schemas.microsoft.com/office/drawing/2014/main" id="{20C13AF4-68B6-4226-9401-EDB6ED0540C2}"/>
              </a:ext>
            </a:extLst>
          </p:cNvPr>
          <p:cNvSpPr/>
          <p:nvPr/>
        </p:nvSpPr>
        <p:spPr>
          <a:xfrm>
            <a:off x="8207924" y="3739022"/>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Side Effect</a:t>
            </a:r>
          </a:p>
        </p:txBody>
      </p:sp>
      <p:sp>
        <p:nvSpPr>
          <p:cNvPr id="55" name="Rectangle 54">
            <a:extLst>
              <a:ext uri="{FF2B5EF4-FFF2-40B4-BE49-F238E27FC236}">
                <a16:creationId xmlns:a16="http://schemas.microsoft.com/office/drawing/2014/main" id="{C08D0B4E-C408-458A-9E80-98D57A618BD5}"/>
              </a:ext>
            </a:extLst>
          </p:cNvPr>
          <p:cNvSpPr/>
          <p:nvPr/>
        </p:nvSpPr>
        <p:spPr>
          <a:xfrm>
            <a:off x="8554525" y="4986670"/>
            <a:ext cx="2597506" cy="369332"/>
          </a:xfrm>
          <a:prstGeom prst="rect">
            <a:avLst/>
          </a:prstGeom>
        </p:spPr>
        <p:txBody>
          <a:bodyPr wrap="square" lIns="0" rIns="0" anchor="ctr">
            <a:spAutoFit/>
          </a:bodyPr>
          <a:lstStyle/>
          <a:p>
            <a:r>
              <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Draft</a:t>
            </a: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Development Flow – Processor and Approver</a:t>
            </a:r>
            <a:endParaRPr sz="3599" dirty="0">
              <a:solidFill>
                <a:srgbClr val="FFC000"/>
              </a:solidFill>
              <a:latin typeface="Cooper Black" panose="0208090404030B020404" pitchFamily="18" charset="0"/>
              <a:ea typeface="Corben"/>
              <a:cs typeface="Corben"/>
              <a:sym typeface="Corben"/>
            </a:endParaRPr>
          </a:p>
        </p:txBody>
      </p:sp>
      <p:sp>
        <p:nvSpPr>
          <p:cNvPr id="1316" name="Google Shape;1316;p59"/>
          <p:cNvSpPr/>
          <p:nvPr/>
        </p:nvSpPr>
        <p:spPr>
          <a:xfrm>
            <a:off x="4438228" y="4869160"/>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Business Object (definition)</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Includes the Travel, Booking and Booking Supplement CDS entities</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100 fields</a:t>
            </a:r>
            <a:endParaRPr dirty="0"/>
          </a:p>
        </p:txBody>
      </p:sp>
      <p:sp>
        <p:nvSpPr>
          <p:cNvPr id="1317" name="Google Shape;1317;p59"/>
          <p:cNvSpPr/>
          <p:nvPr/>
        </p:nvSpPr>
        <p:spPr>
          <a:xfrm>
            <a:off x="405780" y="647098"/>
            <a:ext cx="3096344" cy="646203"/>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Fiori App – Processor</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Create, update, delete, copy travel</a:t>
            </a:r>
            <a:endParaRPr/>
          </a:p>
        </p:txBody>
      </p:sp>
      <p:sp>
        <p:nvSpPr>
          <p:cNvPr id="1318" name="Google Shape;1318;p59"/>
          <p:cNvSpPr/>
          <p:nvPr/>
        </p:nvSpPr>
        <p:spPr>
          <a:xfrm>
            <a:off x="8882191" y="691641"/>
            <a:ext cx="3024336" cy="646203"/>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Fiori App – Approver</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Display the travel request data</a:t>
            </a:r>
            <a:endParaRPr/>
          </a:p>
        </p:txBody>
      </p:sp>
      <p:sp>
        <p:nvSpPr>
          <p:cNvPr id="1319" name="Google Shape;1319;p59"/>
          <p:cNvSpPr/>
          <p:nvPr/>
        </p:nvSpPr>
        <p:spPr>
          <a:xfrm>
            <a:off x="456151" y="4849657"/>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Business Object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30 fields to internet</a:t>
            </a:r>
            <a:endParaRPr dirty="0"/>
          </a:p>
        </p:txBody>
      </p:sp>
      <p:sp>
        <p:nvSpPr>
          <p:cNvPr id="1320" name="Google Shape;1320;p59"/>
          <p:cNvSpPr/>
          <p:nvPr/>
        </p:nvSpPr>
        <p:spPr>
          <a:xfrm>
            <a:off x="8882191" y="4869160"/>
            <a:ext cx="3024336" cy="108012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Business Object Projection </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For Approver</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25 fields</a:t>
            </a:r>
            <a:endParaRPr/>
          </a:p>
        </p:txBody>
      </p:sp>
      <p:cxnSp>
        <p:nvCxnSpPr>
          <p:cNvPr id="1321" name="Google Shape;1321;p59"/>
          <p:cNvCxnSpPr>
            <a:stCxn id="1316" idx="1"/>
            <a:endCxn id="1319" idx="3"/>
          </p:cNvCxnSpPr>
          <p:nvPr/>
        </p:nvCxnSpPr>
        <p:spPr>
          <a:xfrm flipH="1" flipV="1">
            <a:off x="3480487" y="5389717"/>
            <a:ext cx="957741" cy="19503"/>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2" name="Google Shape;1322;p59"/>
          <p:cNvCxnSpPr>
            <a:stCxn id="1316" idx="3"/>
            <a:endCxn id="1320" idx="1"/>
          </p:cNvCxnSpPr>
          <p:nvPr/>
        </p:nvCxnSpPr>
        <p:spPr>
          <a:xfrm>
            <a:off x="7534572" y="5409220"/>
            <a:ext cx="1347600" cy="0"/>
          </a:xfrm>
          <a:prstGeom prst="straightConnector1">
            <a:avLst/>
          </a:prstGeom>
          <a:noFill/>
          <a:ln w="9525" cap="flat" cmpd="sng">
            <a:solidFill>
              <a:schemeClr val="accent1"/>
            </a:solidFill>
            <a:prstDash val="solid"/>
            <a:miter lim="800000"/>
            <a:headEnd type="none" w="sm" len="sm"/>
            <a:tailEnd type="triangle" w="med" len="med"/>
          </a:ln>
        </p:spPr>
      </p:cxnSp>
      <p:sp>
        <p:nvSpPr>
          <p:cNvPr id="1323" name="Google Shape;1323;p59"/>
          <p:cNvSpPr/>
          <p:nvPr/>
        </p:nvSpPr>
        <p:spPr>
          <a:xfrm>
            <a:off x="405780" y="2132856"/>
            <a:ext cx="3024336" cy="72008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MDE for Processor Projection</a:t>
            </a:r>
            <a:endParaRPr dirty="0"/>
          </a:p>
        </p:txBody>
      </p:sp>
      <p:sp>
        <p:nvSpPr>
          <p:cNvPr id="1324" name="Google Shape;1324;p59"/>
          <p:cNvSpPr/>
          <p:nvPr/>
        </p:nvSpPr>
        <p:spPr>
          <a:xfrm>
            <a:off x="8882191" y="2155416"/>
            <a:ext cx="3024336" cy="7200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MDE for approver Projection</a:t>
            </a:r>
            <a:endParaRPr/>
          </a:p>
        </p:txBody>
      </p:sp>
      <p:cxnSp>
        <p:nvCxnSpPr>
          <p:cNvPr id="1325" name="Google Shape;1325;p59"/>
          <p:cNvCxnSpPr>
            <a:stCxn id="1319" idx="0"/>
            <a:endCxn id="1323" idx="2"/>
          </p:cNvCxnSpPr>
          <p:nvPr/>
        </p:nvCxnSpPr>
        <p:spPr>
          <a:xfrm flipH="1" flipV="1">
            <a:off x="1917948" y="2852936"/>
            <a:ext cx="50371" cy="1996721"/>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6" name="Google Shape;1326;p59"/>
          <p:cNvCxnSpPr>
            <a:stCxn id="1320" idx="0"/>
            <a:endCxn id="1324" idx="2"/>
          </p:cNvCxnSpPr>
          <p:nvPr/>
        </p:nvCxnSpPr>
        <p:spPr>
          <a:xfrm rot="10800000">
            <a:off x="10394359" y="2875360"/>
            <a:ext cx="0" cy="1993800"/>
          </a:xfrm>
          <a:prstGeom prst="straightConnector1">
            <a:avLst/>
          </a:prstGeom>
          <a:noFill/>
          <a:ln w="9525" cap="flat" cmpd="sng">
            <a:solidFill>
              <a:schemeClr val="accent1"/>
            </a:solidFill>
            <a:prstDash val="solid"/>
            <a:miter lim="800000"/>
            <a:headEnd type="none" w="sm" len="sm"/>
            <a:tailEnd type="triangle" w="med" len="med"/>
          </a:ln>
        </p:spPr>
      </p:cxnSp>
      <p:sp>
        <p:nvSpPr>
          <p:cNvPr id="1327" name="Google Shape;1327;p59"/>
          <p:cNvSpPr/>
          <p:nvPr/>
        </p:nvSpPr>
        <p:spPr>
          <a:xfrm>
            <a:off x="405780" y="1412776"/>
            <a:ext cx="1584176"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definition</a:t>
            </a:r>
            <a:endParaRPr/>
          </a:p>
        </p:txBody>
      </p:sp>
      <p:sp>
        <p:nvSpPr>
          <p:cNvPr id="1328" name="Google Shape;1328;p59"/>
          <p:cNvSpPr/>
          <p:nvPr/>
        </p:nvSpPr>
        <p:spPr>
          <a:xfrm>
            <a:off x="2061964" y="1416237"/>
            <a:ext cx="1440160"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Service Binding</a:t>
            </a:r>
            <a:endParaRPr dirty="0"/>
          </a:p>
        </p:txBody>
      </p:sp>
      <p:sp>
        <p:nvSpPr>
          <p:cNvPr id="1329" name="Google Shape;1329;p59"/>
          <p:cNvSpPr/>
          <p:nvPr/>
        </p:nvSpPr>
        <p:spPr>
          <a:xfrm>
            <a:off x="8855026" y="1464670"/>
            <a:ext cx="1584176"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definition</a:t>
            </a:r>
            <a:endParaRPr/>
          </a:p>
        </p:txBody>
      </p:sp>
      <p:sp>
        <p:nvSpPr>
          <p:cNvPr id="1330" name="Google Shape;1330;p59"/>
          <p:cNvSpPr/>
          <p:nvPr/>
        </p:nvSpPr>
        <p:spPr>
          <a:xfrm>
            <a:off x="10511210" y="1468131"/>
            <a:ext cx="1440160"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Binding</a:t>
            </a:r>
            <a:endParaRPr/>
          </a:p>
        </p:txBody>
      </p:sp>
      <p:pic>
        <p:nvPicPr>
          <p:cNvPr id="1332" name="Google Shape;1332;p59" descr="A green circle with a white tick in it&#10;&#10;Description automatically generated"/>
          <p:cNvPicPr preferRelativeResize="0"/>
          <p:nvPr/>
        </p:nvPicPr>
        <p:blipFill rotWithShape="1">
          <a:blip r:embed="rId3">
            <a:alphaModFix/>
          </a:blip>
          <a:srcRect/>
          <a:stretch/>
        </p:blipFill>
        <p:spPr>
          <a:xfrm>
            <a:off x="66713" y="6379793"/>
            <a:ext cx="457206" cy="457206"/>
          </a:xfrm>
          <a:prstGeom prst="rect">
            <a:avLst/>
          </a:prstGeom>
          <a:noFill/>
          <a:ln>
            <a:noFill/>
          </a:ln>
        </p:spPr>
      </p:pic>
      <p:sp>
        <p:nvSpPr>
          <p:cNvPr id="1336" name="Google Shape;1336;p59"/>
          <p:cNvSpPr/>
          <p:nvPr/>
        </p:nvSpPr>
        <p:spPr>
          <a:xfrm>
            <a:off x="4418057" y="3560437"/>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Behavior Definition (BDEF)</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Tell RAP framework regarding our operations which needs to be supported for BO (managed)</a:t>
            </a:r>
            <a:endParaRPr dirty="0"/>
          </a:p>
        </p:txBody>
      </p:sp>
      <p:sp>
        <p:nvSpPr>
          <p:cNvPr id="1337" name="Google Shape;1337;p59"/>
          <p:cNvSpPr/>
          <p:nvPr/>
        </p:nvSpPr>
        <p:spPr>
          <a:xfrm>
            <a:off x="405780" y="3555658"/>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BDEF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Expose what is needed by a processor role in company</a:t>
            </a:r>
            <a:endParaRPr dirty="0"/>
          </a:p>
        </p:txBody>
      </p:sp>
      <p:cxnSp>
        <p:nvCxnSpPr>
          <p:cNvPr id="1338" name="Google Shape;1338;p59"/>
          <p:cNvCxnSpPr/>
          <p:nvPr/>
        </p:nvCxnSpPr>
        <p:spPr>
          <a:xfrm rot="10800000">
            <a:off x="3409945" y="4095718"/>
            <a:ext cx="1008112" cy="0"/>
          </a:xfrm>
          <a:prstGeom prst="straightConnector1">
            <a:avLst/>
          </a:prstGeom>
          <a:noFill/>
          <a:ln w="9525" cap="flat" cmpd="sng">
            <a:solidFill>
              <a:schemeClr val="accent1"/>
            </a:solidFill>
            <a:prstDash val="solid"/>
            <a:miter lim="800000"/>
            <a:headEnd type="none" w="sm" len="sm"/>
            <a:tailEnd type="triangle" w="med" len="med"/>
          </a:ln>
        </p:spPr>
      </p:cxnSp>
      <p:sp>
        <p:nvSpPr>
          <p:cNvPr id="1339" name="Google Shape;1339;p59"/>
          <p:cNvSpPr/>
          <p:nvPr/>
        </p:nvSpPr>
        <p:spPr>
          <a:xfrm>
            <a:off x="8853228" y="3557570"/>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BDEF Projection</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For Approver</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Expose what is needed by a approver role in company</a:t>
            </a:r>
            <a:endParaRPr/>
          </a:p>
        </p:txBody>
      </p:sp>
      <p:cxnSp>
        <p:nvCxnSpPr>
          <p:cNvPr id="1340" name="Google Shape;1340;p59"/>
          <p:cNvCxnSpPr/>
          <p:nvPr/>
        </p:nvCxnSpPr>
        <p:spPr>
          <a:xfrm>
            <a:off x="7462564" y="4095718"/>
            <a:ext cx="1347619" cy="0"/>
          </a:xfrm>
          <a:prstGeom prst="straightConnector1">
            <a:avLst/>
          </a:prstGeom>
          <a:noFill/>
          <a:ln w="9525" cap="flat" cmpd="sng">
            <a:solidFill>
              <a:schemeClr val="accent1"/>
            </a:solidFill>
            <a:prstDash val="solid"/>
            <a:miter lim="800000"/>
            <a:headEnd type="none" w="sm" len="sm"/>
            <a:tailEnd type="triangle" w="med" len="med"/>
          </a:ln>
        </p:spPr>
      </p:cxn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pic>
        <p:nvPicPr>
          <p:cNvPr id="2" name="Google Shape;1332;p59" descr="A green circle with a white tick in it&#10;&#10;Description automatically generated">
            <a:extLst>
              <a:ext uri="{FF2B5EF4-FFF2-40B4-BE49-F238E27FC236}">
                <a16:creationId xmlns:a16="http://schemas.microsoft.com/office/drawing/2014/main" id="{76005F72-69C8-C4DF-6236-CD65A73A64F2}"/>
              </a:ext>
            </a:extLst>
          </p:cNvPr>
          <p:cNvPicPr preferRelativeResize="0"/>
          <p:nvPr/>
        </p:nvPicPr>
        <p:blipFill rotWithShape="1">
          <a:blip r:embed="rId3">
            <a:alphaModFix/>
          </a:blip>
          <a:srcRect/>
          <a:stretch/>
        </p:blipFill>
        <p:spPr>
          <a:xfrm>
            <a:off x="4251052" y="4751995"/>
            <a:ext cx="457206" cy="457206"/>
          </a:xfrm>
          <a:prstGeom prst="rect">
            <a:avLst/>
          </a:prstGeom>
          <a:noFill/>
          <a:ln>
            <a:noFill/>
          </a:ln>
        </p:spPr>
      </p:pic>
      <p:pic>
        <p:nvPicPr>
          <p:cNvPr id="3" name="Google Shape;1332;p59" descr="A green circle with a white tick in it&#10;&#10;Description automatically generated">
            <a:extLst>
              <a:ext uri="{FF2B5EF4-FFF2-40B4-BE49-F238E27FC236}">
                <a16:creationId xmlns:a16="http://schemas.microsoft.com/office/drawing/2014/main" id="{D433512C-334B-79D8-0205-26E3E32A1624}"/>
              </a:ext>
            </a:extLst>
          </p:cNvPr>
          <p:cNvPicPr preferRelativeResize="0"/>
          <p:nvPr/>
        </p:nvPicPr>
        <p:blipFill rotWithShape="1">
          <a:blip r:embed="rId3">
            <a:alphaModFix/>
          </a:blip>
          <a:srcRect/>
          <a:stretch/>
        </p:blipFill>
        <p:spPr>
          <a:xfrm>
            <a:off x="185083" y="4697257"/>
            <a:ext cx="457206" cy="457206"/>
          </a:xfrm>
          <a:prstGeom prst="rect">
            <a:avLst/>
          </a:prstGeom>
          <a:noFill/>
          <a:ln>
            <a:noFill/>
          </a:ln>
        </p:spPr>
      </p:pic>
      <p:pic>
        <p:nvPicPr>
          <p:cNvPr id="4" name="Google Shape;1332;p59" descr="A green circle with a white tick in it&#10;&#10;Description automatically generated">
            <a:extLst>
              <a:ext uri="{FF2B5EF4-FFF2-40B4-BE49-F238E27FC236}">
                <a16:creationId xmlns:a16="http://schemas.microsoft.com/office/drawing/2014/main" id="{C8D99C57-AF8A-034A-BCD2-15E06CACA78F}"/>
              </a:ext>
            </a:extLst>
          </p:cNvPr>
          <p:cNvPicPr preferRelativeResize="0"/>
          <p:nvPr/>
        </p:nvPicPr>
        <p:blipFill rotWithShape="1">
          <a:blip r:embed="rId3">
            <a:alphaModFix/>
          </a:blip>
          <a:srcRect/>
          <a:stretch/>
        </p:blipFill>
        <p:spPr>
          <a:xfrm>
            <a:off x="66713" y="1349779"/>
            <a:ext cx="457206" cy="457206"/>
          </a:xfrm>
          <a:prstGeom prst="rect">
            <a:avLst/>
          </a:prstGeom>
          <a:noFill/>
          <a:ln>
            <a:noFill/>
          </a:ln>
        </p:spPr>
      </p:pic>
      <p:pic>
        <p:nvPicPr>
          <p:cNvPr id="5" name="Google Shape;1332;p59" descr="A green circle with a white tick in it&#10;&#10;Description automatically generated">
            <a:extLst>
              <a:ext uri="{FF2B5EF4-FFF2-40B4-BE49-F238E27FC236}">
                <a16:creationId xmlns:a16="http://schemas.microsoft.com/office/drawing/2014/main" id="{656DB8F6-91C7-21B3-0F00-95D751F37CCF}"/>
              </a:ext>
            </a:extLst>
          </p:cNvPr>
          <p:cNvPicPr preferRelativeResize="0"/>
          <p:nvPr/>
        </p:nvPicPr>
        <p:blipFill rotWithShape="1">
          <a:blip r:embed="rId3">
            <a:alphaModFix/>
          </a:blip>
          <a:srcRect/>
          <a:stretch/>
        </p:blipFill>
        <p:spPr>
          <a:xfrm>
            <a:off x="3393023" y="1315991"/>
            <a:ext cx="457206" cy="457206"/>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pic>
        <p:nvPicPr>
          <p:cNvPr id="9" name="Google Shape;1332;p59" descr="A green circle with a white tick in it&#10;&#10;Description automatically generated">
            <a:extLst>
              <a:ext uri="{FF2B5EF4-FFF2-40B4-BE49-F238E27FC236}">
                <a16:creationId xmlns:a16="http://schemas.microsoft.com/office/drawing/2014/main" id="{EB2B8A03-3D4F-8C68-8797-C5726F10CDE5}"/>
              </a:ext>
            </a:extLst>
          </p:cNvPr>
          <p:cNvPicPr preferRelativeResize="0"/>
          <p:nvPr/>
        </p:nvPicPr>
        <p:blipFill rotWithShape="1">
          <a:blip r:embed="rId3">
            <a:alphaModFix/>
          </a:blip>
          <a:srcRect/>
          <a:stretch/>
        </p:blipFill>
        <p:spPr>
          <a:xfrm>
            <a:off x="37565" y="2016842"/>
            <a:ext cx="457206" cy="457206"/>
          </a:xfrm>
          <a:prstGeom prst="rect">
            <a:avLst/>
          </a:prstGeom>
          <a:noFill/>
          <a:ln>
            <a:noFill/>
          </a:ln>
        </p:spPr>
      </p:pic>
      <p:pic>
        <p:nvPicPr>
          <p:cNvPr id="6" name="Google Shape;1332;p59" descr="A green circle with a white tick in it&#10;&#10;Description automatically generated">
            <a:extLst>
              <a:ext uri="{FF2B5EF4-FFF2-40B4-BE49-F238E27FC236}">
                <a16:creationId xmlns:a16="http://schemas.microsoft.com/office/drawing/2014/main" id="{74FA3B13-9907-233F-652F-0FFD3CFE4D3F}"/>
              </a:ext>
            </a:extLst>
          </p:cNvPr>
          <p:cNvPicPr preferRelativeResize="0"/>
          <p:nvPr/>
        </p:nvPicPr>
        <p:blipFill rotWithShape="1">
          <a:blip r:embed="rId3">
            <a:alphaModFix/>
          </a:blip>
          <a:srcRect/>
          <a:stretch/>
        </p:blipFill>
        <p:spPr>
          <a:xfrm>
            <a:off x="4209625" y="3355639"/>
            <a:ext cx="457206" cy="457206"/>
          </a:xfrm>
          <a:prstGeom prst="rect">
            <a:avLst/>
          </a:prstGeom>
          <a:noFill/>
          <a:ln>
            <a:noFill/>
          </a:ln>
        </p:spPr>
      </p:pic>
      <p:pic>
        <p:nvPicPr>
          <p:cNvPr id="7" name="Google Shape;1332;p59" descr="A green circle with a white tick in it&#10;&#10;Description automatically generated">
            <a:extLst>
              <a:ext uri="{FF2B5EF4-FFF2-40B4-BE49-F238E27FC236}">
                <a16:creationId xmlns:a16="http://schemas.microsoft.com/office/drawing/2014/main" id="{0B39C809-E3E3-66C0-BF73-D93A753A9933}"/>
              </a:ext>
            </a:extLst>
          </p:cNvPr>
          <p:cNvPicPr preferRelativeResize="0"/>
          <p:nvPr/>
        </p:nvPicPr>
        <p:blipFill rotWithShape="1">
          <a:blip r:embed="rId3">
            <a:alphaModFix/>
          </a:blip>
          <a:srcRect/>
          <a:stretch/>
        </p:blipFill>
        <p:spPr>
          <a:xfrm>
            <a:off x="227548" y="3355639"/>
            <a:ext cx="457206" cy="457206"/>
          </a:xfrm>
          <a:prstGeom prst="rect">
            <a:avLst/>
          </a:prstGeom>
          <a:noFill/>
          <a:ln>
            <a:noFill/>
          </a:ln>
        </p:spPr>
      </p:pic>
    </p:spTree>
    <p:extLst>
      <p:ext uri="{BB962C8B-B14F-4D97-AF65-F5344CB8AC3E}">
        <p14:creationId xmlns:p14="http://schemas.microsoft.com/office/powerpoint/2010/main" val="1578970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1694" name="Google Shape;1694;p89"/>
          <p:cNvSpPr txBox="1"/>
          <p:nvPr/>
        </p:nvSpPr>
        <p:spPr>
          <a:xfrm>
            <a:off x="224979" y="788088"/>
            <a:ext cx="11806237"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Side effects are useful in UI scenarios based on BO which makes the Fiori element UI know/aware about the data changes in backend. Whenever data is reevaluated in backend, the frontend is unaware of that, we need to make sure that the frontend make a forceful call to GET the data back on UI.</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The Fiori UI will never make an unnecessary call to perform a round trip. If we know that, a change in a field would certainly change the data in SAP system, we need to inform the same to RAP BO, so that it can make a GET call to reload the particular field value and display the updated data on UI. E.g. when we change the booking fee, or flight price under booking table, we need to reload the total price (which is getting calculated in backend using determination), this is exactly what the side effect can do for us.</a:t>
            </a:r>
            <a:endParaRPr sz="1800" dirty="0">
              <a:solidFill>
                <a:schemeClr val="dk1"/>
              </a:solidFill>
              <a:latin typeface="Calibri"/>
              <a:ea typeface="Calibri"/>
              <a:cs typeface="Calibri"/>
              <a:sym typeface="Calibri"/>
            </a:endParaRPr>
          </a:p>
        </p:txBody>
      </p:sp>
      <p:sp>
        <p:nvSpPr>
          <p:cNvPr id="1695" name="Google Shape;1695;p89"/>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Side Effects</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extLst>
      <p:ext uri="{BB962C8B-B14F-4D97-AF65-F5344CB8AC3E}">
        <p14:creationId xmlns:p14="http://schemas.microsoft.com/office/powerpoint/2010/main" val="3448013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94">
                                            <p:txEl>
                                              <p:pRg st="0" end="0"/>
                                            </p:txEl>
                                          </p:spTgt>
                                        </p:tgtEl>
                                        <p:attrNameLst>
                                          <p:attrName>style.visibility</p:attrName>
                                        </p:attrNameLst>
                                      </p:cBhvr>
                                      <p:to>
                                        <p:strVal val="visible"/>
                                      </p:to>
                                    </p:set>
                                    <p:animEffect transition="in" filter="fade">
                                      <p:cBhvr>
                                        <p:cTn id="7" dur="1000"/>
                                        <p:tgtEl>
                                          <p:spTgt spid="1694">
                                            <p:txEl>
                                              <p:pRg st="0" end="0"/>
                                            </p:txEl>
                                          </p:spTgt>
                                        </p:tgtEl>
                                      </p:cBhvr>
                                    </p:animEffect>
                                    <p:anim calcmode="lin" valueType="num">
                                      <p:cBhvr>
                                        <p:cTn id="8" dur="1000" fill="hold"/>
                                        <p:tgtEl>
                                          <p:spTgt spid="169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9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94">
                                            <p:txEl>
                                              <p:pRg st="1" end="1"/>
                                            </p:txEl>
                                          </p:spTgt>
                                        </p:tgtEl>
                                        <p:attrNameLst>
                                          <p:attrName>style.visibility</p:attrName>
                                        </p:attrNameLst>
                                      </p:cBhvr>
                                      <p:to>
                                        <p:strVal val="visible"/>
                                      </p:to>
                                    </p:set>
                                    <p:animEffect transition="in" filter="fade">
                                      <p:cBhvr>
                                        <p:cTn id="14" dur="1000"/>
                                        <p:tgtEl>
                                          <p:spTgt spid="1694">
                                            <p:txEl>
                                              <p:pRg st="1" end="1"/>
                                            </p:txEl>
                                          </p:spTgt>
                                        </p:tgtEl>
                                      </p:cBhvr>
                                    </p:animEffect>
                                    <p:anim calcmode="lin" valueType="num">
                                      <p:cBhvr>
                                        <p:cTn id="15" dur="1000" fill="hold"/>
                                        <p:tgtEl>
                                          <p:spTgt spid="169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69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66"/>
        <p:cNvGrpSpPr/>
        <p:nvPr/>
      </p:nvGrpSpPr>
      <p:grpSpPr>
        <a:xfrm>
          <a:off x="0" y="0"/>
          <a:ext cx="0" cy="0"/>
          <a:chOff x="0" y="0"/>
          <a:chExt cx="0" cy="0"/>
        </a:xfrm>
      </p:grpSpPr>
      <p:sp>
        <p:nvSpPr>
          <p:cNvPr id="1668" name="Google Shape;1668;p86"/>
          <p:cNvSpPr txBox="1"/>
          <p:nvPr/>
        </p:nvSpPr>
        <p:spPr>
          <a:xfrm>
            <a:off x="224979" y="788088"/>
            <a:ext cx="11806237"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Many times we would like to perform business specific checks in our application, The rap framework is only responsible to perform CURDQ operations. It does not know what are all the business rules applies to our code.</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If we return FAILED and MESSAGE then the RAP will terminate the update/create and shows the message to the user on Fiori App.</a:t>
            </a:r>
            <a:endParaRPr sz="1800" dirty="0">
              <a:solidFill>
                <a:schemeClr val="dk1"/>
              </a:solidFill>
              <a:latin typeface="Calibri"/>
              <a:ea typeface="Calibri"/>
              <a:cs typeface="Calibri"/>
              <a:sym typeface="Calibri"/>
            </a:endParaRPr>
          </a:p>
        </p:txBody>
      </p:sp>
      <p:sp>
        <p:nvSpPr>
          <p:cNvPr id="1669" name="Google Shape;1669;p86"/>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Validations</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D052E751-4B8F-86BA-79EF-89927C89EB30}"/>
                  </a:ext>
                </a:extLst>
              </p14:cNvPr>
              <p14:cNvContentPartPr/>
              <p14:nvPr/>
            </p14:nvContentPartPr>
            <p14:xfrm>
              <a:off x="2288812" y="2080102"/>
              <a:ext cx="360" cy="360"/>
            </p14:xfrm>
          </p:contentPart>
        </mc:Choice>
        <mc:Fallback xmlns="">
          <p:pic>
            <p:nvPicPr>
              <p:cNvPr id="2" name="Ink 1">
                <a:extLst>
                  <a:ext uri="{FF2B5EF4-FFF2-40B4-BE49-F238E27FC236}">
                    <a16:creationId xmlns:a16="http://schemas.microsoft.com/office/drawing/2014/main" id="{D052E751-4B8F-86BA-79EF-89927C89EB30}"/>
                  </a:ext>
                </a:extLst>
              </p:cNvPr>
              <p:cNvPicPr/>
              <p:nvPr/>
            </p:nvPicPr>
            <p:blipFill>
              <a:blip r:embed="rId5"/>
              <a:stretch>
                <a:fillRect/>
              </a:stretch>
            </p:blipFill>
            <p:spPr>
              <a:xfrm>
                <a:off x="2280172" y="2071462"/>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7A65D03F-DA0C-B28D-F7F7-393F60A86ACB}"/>
                  </a:ext>
                </a:extLst>
              </p14:cNvPr>
              <p14:cNvContentPartPr/>
              <p14:nvPr/>
            </p14:nvContentPartPr>
            <p14:xfrm>
              <a:off x="542880" y="1914120"/>
              <a:ext cx="10660680" cy="4484880"/>
            </p14:xfrm>
          </p:contentPart>
        </mc:Choice>
        <mc:Fallback>
          <p:pic>
            <p:nvPicPr>
              <p:cNvPr id="4" name="Ink 3">
                <a:extLst>
                  <a:ext uri="{FF2B5EF4-FFF2-40B4-BE49-F238E27FC236}">
                    <a16:creationId xmlns:a16="http://schemas.microsoft.com/office/drawing/2014/main" id="{7A65D03F-DA0C-B28D-F7F7-393F60A86ACB}"/>
                  </a:ext>
                </a:extLst>
              </p:cNvPr>
              <p:cNvPicPr/>
              <p:nvPr/>
            </p:nvPicPr>
            <p:blipFill>
              <a:blip r:embed="rId7"/>
              <a:stretch>
                <a:fillRect/>
              </a:stretch>
            </p:blipFill>
            <p:spPr>
              <a:xfrm>
                <a:off x="533520" y="1904760"/>
                <a:ext cx="10679400" cy="4503600"/>
              </a:xfrm>
              <a:prstGeom prst="rect">
                <a:avLst/>
              </a:prstGeom>
            </p:spPr>
          </p:pic>
        </mc:Fallback>
      </mc:AlternateContent>
    </p:spTree>
    <p:extLst>
      <p:ext uri="{BB962C8B-B14F-4D97-AF65-F5344CB8AC3E}">
        <p14:creationId xmlns:p14="http://schemas.microsoft.com/office/powerpoint/2010/main" val="3249403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68">
                                            <p:txEl>
                                              <p:pRg st="0" end="0"/>
                                            </p:txEl>
                                          </p:spTgt>
                                        </p:tgtEl>
                                        <p:attrNameLst>
                                          <p:attrName>style.visibility</p:attrName>
                                        </p:attrNameLst>
                                      </p:cBhvr>
                                      <p:to>
                                        <p:strVal val="visible"/>
                                      </p:to>
                                    </p:set>
                                    <p:animEffect transition="in" filter="fade">
                                      <p:cBhvr>
                                        <p:cTn id="7" dur="1000"/>
                                        <p:tgtEl>
                                          <p:spTgt spid="1668">
                                            <p:txEl>
                                              <p:pRg st="0" end="0"/>
                                            </p:txEl>
                                          </p:spTgt>
                                        </p:tgtEl>
                                      </p:cBhvr>
                                    </p:animEffect>
                                    <p:anim calcmode="lin" valueType="num">
                                      <p:cBhvr>
                                        <p:cTn id="8" dur="1000" fill="hold"/>
                                        <p:tgtEl>
                                          <p:spTgt spid="166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68">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668">
                                            <p:txEl>
                                              <p:pRg st="1" end="1"/>
                                            </p:txEl>
                                          </p:spTgt>
                                        </p:tgtEl>
                                        <p:attrNameLst>
                                          <p:attrName>style.visibility</p:attrName>
                                        </p:attrNameLst>
                                      </p:cBhvr>
                                      <p:to>
                                        <p:strVal val="visible"/>
                                      </p:to>
                                    </p:set>
                                    <p:animEffect transition="in" filter="fade">
                                      <p:cBhvr>
                                        <p:cTn id="12" dur="1000"/>
                                        <p:tgtEl>
                                          <p:spTgt spid="1668">
                                            <p:txEl>
                                              <p:pRg st="1" end="1"/>
                                            </p:txEl>
                                          </p:spTgt>
                                        </p:tgtEl>
                                      </p:cBhvr>
                                    </p:animEffect>
                                    <p:anim calcmode="lin" valueType="num">
                                      <p:cBhvr>
                                        <p:cTn id="13" dur="1000" fill="hold"/>
                                        <p:tgtEl>
                                          <p:spTgt spid="1668">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668">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88" name="Ink 87">
                <a:extLst>
                  <a:ext uri="{FF2B5EF4-FFF2-40B4-BE49-F238E27FC236}">
                    <a16:creationId xmlns:a16="http://schemas.microsoft.com/office/drawing/2014/main" id="{2BC59BF7-930B-A608-B30A-C3BBB984FCB0}"/>
                  </a:ext>
                </a:extLst>
              </p14:cNvPr>
              <p14:cNvContentPartPr/>
              <p14:nvPr/>
            </p14:nvContentPartPr>
            <p14:xfrm>
              <a:off x="5928180" y="1740600"/>
              <a:ext cx="384480" cy="23760"/>
            </p14:xfrm>
          </p:contentPart>
        </mc:Choice>
        <mc:Fallback>
          <p:pic>
            <p:nvPicPr>
              <p:cNvPr id="88" name="Ink 87">
                <a:extLst>
                  <a:ext uri="{FF2B5EF4-FFF2-40B4-BE49-F238E27FC236}">
                    <a16:creationId xmlns:a16="http://schemas.microsoft.com/office/drawing/2014/main" id="{2BC59BF7-930B-A608-B30A-C3BBB984FCB0}"/>
                  </a:ext>
                </a:extLst>
              </p:cNvPr>
              <p:cNvPicPr/>
              <p:nvPr/>
            </p:nvPicPr>
            <p:blipFill>
              <a:blip r:embed="rId3"/>
              <a:stretch>
                <a:fillRect/>
              </a:stretch>
            </p:blipFill>
            <p:spPr>
              <a:xfrm>
                <a:off x="5919540" y="1731960"/>
                <a:ext cx="402120" cy="414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89" name="Ink 88">
                <a:extLst>
                  <a:ext uri="{FF2B5EF4-FFF2-40B4-BE49-F238E27FC236}">
                    <a16:creationId xmlns:a16="http://schemas.microsoft.com/office/drawing/2014/main" id="{08D1C749-246D-44BE-2B52-5DA193CB3A06}"/>
                  </a:ext>
                </a:extLst>
              </p14:cNvPr>
              <p14:cNvContentPartPr/>
              <p14:nvPr/>
            </p14:nvContentPartPr>
            <p14:xfrm>
              <a:off x="9296340" y="2082600"/>
              <a:ext cx="242640" cy="13680"/>
            </p14:xfrm>
          </p:contentPart>
        </mc:Choice>
        <mc:Fallback>
          <p:pic>
            <p:nvPicPr>
              <p:cNvPr id="89" name="Ink 88">
                <a:extLst>
                  <a:ext uri="{FF2B5EF4-FFF2-40B4-BE49-F238E27FC236}">
                    <a16:creationId xmlns:a16="http://schemas.microsoft.com/office/drawing/2014/main" id="{08D1C749-246D-44BE-2B52-5DA193CB3A06}"/>
                  </a:ext>
                </a:extLst>
              </p:cNvPr>
              <p:cNvPicPr/>
              <p:nvPr/>
            </p:nvPicPr>
            <p:blipFill>
              <a:blip r:embed="rId5"/>
              <a:stretch>
                <a:fillRect/>
              </a:stretch>
            </p:blipFill>
            <p:spPr>
              <a:xfrm>
                <a:off x="9287340" y="2073600"/>
                <a:ext cx="26028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27" name="Ink 226">
                <a:extLst>
                  <a:ext uri="{FF2B5EF4-FFF2-40B4-BE49-F238E27FC236}">
                    <a16:creationId xmlns:a16="http://schemas.microsoft.com/office/drawing/2014/main" id="{79D1D8F8-37B3-2BEE-6E91-0816C3B57C5F}"/>
                  </a:ext>
                </a:extLst>
              </p14:cNvPr>
              <p14:cNvContentPartPr/>
              <p14:nvPr/>
            </p14:nvContentPartPr>
            <p14:xfrm>
              <a:off x="2341500" y="2968200"/>
              <a:ext cx="525240" cy="474120"/>
            </p14:xfrm>
          </p:contentPart>
        </mc:Choice>
        <mc:Fallback>
          <p:pic>
            <p:nvPicPr>
              <p:cNvPr id="227" name="Ink 226">
                <a:extLst>
                  <a:ext uri="{FF2B5EF4-FFF2-40B4-BE49-F238E27FC236}">
                    <a16:creationId xmlns:a16="http://schemas.microsoft.com/office/drawing/2014/main" id="{79D1D8F8-37B3-2BEE-6E91-0816C3B57C5F}"/>
                  </a:ext>
                </a:extLst>
              </p:cNvPr>
              <p:cNvPicPr/>
              <p:nvPr/>
            </p:nvPicPr>
            <p:blipFill>
              <a:blip r:embed="rId7"/>
              <a:stretch>
                <a:fillRect/>
              </a:stretch>
            </p:blipFill>
            <p:spPr>
              <a:xfrm>
                <a:off x="2332860" y="2959200"/>
                <a:ext cx="542880" cy="491760"/>
              </a:xfrm>
              <a:prstGeom prst="rect">
                <a:avLst/>
              </a:prstGeom>
            </p:spPr>
          </p:pic>
        </mc:Fallback>
      </mc:AlternateContent>
      <p:grpSp>
        <p:nvGrpSpPr>
          <p:cNvPr id="248" name="Group 247">
            <a:extLst>
              <a:ext uri="{FF2B5EF4-FFF2-40B4-BE49-F238E27FC236}">
                <a16:creationId xmlns:a16="http://schemas.microsoft.com/office/drawing/2014/main" id="{B5477FE1-58CC-9D30-D80F-FE02DB442709}"/>
              </a:ext>
            </a:extLst>
          </p:cNvPr>
          <p:cNvGrpSpPr/>
          <p:nvPr/>
        </p:nvGrpSpPr>
        <p:grpSpPr>
          <a:xfrm>
            <a:off x="163860" y="458280"/>
            <a:ext cx="7698600" cy="4042440"/>
            <a:chOff x="163860" y="458280"/>
            <a:chExt cx="7698600" cy="4042440"/>
          </a:xfrm>
        </p:grpSpPr>
        <mc:AlternateContent xmlns:mc="http://schemas.openxmlformats.org/markup-compatibility/2006">
          <mc:Choice xmlns:p14="http://schemas.microsoft.com/office/powerpoint/2010/main" Requires="p14">
            <p:contentPart p14:bwMode="auto" r:id="rId8">
              <p14:nvContentPartPr>
                <p14:cNvPr id="4" name="Ink 3">
                  <a:extLst>
                    <a:ext uri="{FF2B5EF4-FFF2-40B4-BE49-F238E27FC236}">
                      <a16:creationId xmlns:a16="http://schemas.microsoft.com/office/drawing/2014/main" id="{7813A71D-49B0-EF6F-A5DA-294FD2A21FBF}"/>
                    </a:ext>
                  </a:extLst>
                </p14:cNvPr>
                <p14:cNvContentPartPr/>
                <p14:nvPr/>
              </p14:nvContentPartPr>
              <p14:xfrm>
                <a:off x="1492980" y="896760"/>
                <a:ext cx="286920" cy="257760"/>
              </p14:xfrm>
            </p:contentPart>
          </mc:Choice>
          <mc:Fallback>
            <p:pic>
              <p:nvPicPr>
                <p:cNvPr id="4" name="Ink 3">
                  <a:extLst>
                    <a:ext uri="{FF2B5EF4-FFF2-40B4-BE49-F238E27FC236}">
                      <a16:creationId xmlns:a16="http://schemas.microsoft.com/office/drawing/2014/main" id="{7813A71D-49B0-EF6F-A5DA-294FD2A21FBF}"/>
                    </a:ext>
                  </a:extLst>
                </p:cNvPr>
                <p:cNvPicPr/>
                <p:nvPr/>
              </p:nvPicPr>
              <p:blipFill>
                <a:blip r:embed="rId9"/>
                <a:stretch>
                  <a:fillRect/>
                </a:stretch>
              </p:blipFill>
              <p:spPr>
                <a:xfrm>
                  <a:off x="1484340" y="888120"/>
                  <a:ext cx="304560" cy="2754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5" name="Ink 4">
                  <a:extLst>
                    <a:ext uri="{FF2B5EF4-FFF2-40B4-BE49-F238E27FC236}">
                      <a16:creationId xmlns:a16="http://schemas.microsoft.com/office/drawing/2014/main" id="{E36EEE4D-359B-728C-12B7-2A9B4AC175A4}"/>
                    </a:ext>
                  </a:extLst>
                </p14:cNvPr>
                <p14:cNvContentPartPr/>
                <p14:nvPr/>
              </p14:nvContentPartPr>
              <p14:xfrm>
                <a:off x="1781340" y="901800"/>
                <a:ext cx="35280" cy="181440"/>
              </p14:xfrm>
            </p:contentPart>
          </mc:Choice>
          <mc:Fallback>
            <p:pic>
              <p:nvPicPr>
                <p:cNvPr id="5" name="Ink 4">
                  <a:extLst>
                    <a:ext uri="{FF2B5EF4-FFF2-40B4-BE49-F238E27FC236}">
                      <a16:creationId xmlns:a16="http://schemas.microsoft.com/office/drawing/2014/main" id="{E36EEE4D-359B-728C-12B7-2A9B4AC175A4}"/>
                    </a:ext>
                  </a:extLst>
                </p:cNvPr>
                <p:cNvPicPr/>
                <p:nvPr/>
              </p:nvPicPr>
              <p:blipFill>
                <a:blip r:embed="rId11"/>
                <a:stretch>
                  <a:fillRect/>
                </a:stretch>
              </p:blipFill>
              <p:spPr>
                <a:xfrm>
                  <a:off x="1772340" y="893160"/>
                  <a:ext cx="52920" cy="1990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7" name="Ink 6">
                  <a:extLst>
                    <a:ext uri="{FF2B5EF4-FFF2-40B4-BE49-F238E27FC236}">
                      <a16:creationId xmlns:a16="http://schemas.microsoft.com/office/drawing/2014/main" id="{5538B949-1F42-2399-91DA-FD281D97BDCA}"/>
                    </a:ext>
                  </a:extLst>
                </p14:cNvPr>
                <p14:cNvContentPartPr/>
                <p14:nvPr/>
              </p14:nvContentPartPr>
              <p14:xfrm>
                <a:off x="1893300" y="976680"/>
                <a:ext cx="315000" cy="165240"/>
              </p14:xfrm>
            </p:contentPart>
          </mc:Choice>
          <mc:Fallback>
            <p:pic>
              <p:nvPicPr>
                <p:cNvPr id="7" name="Ink 6">
                  <a:extLst>
                    <a:ext uri="{FF2B5EF4-FFF2-40B4-BE49-F238E27FC236}">
                      <a16:creationId xmlns:a16="http://schemas.microsoft.com/office/drawing/2014/main" id="{5538B949-1F42-2399-91DA-FD281D97BDCA}"/>
                    </a:ext>
                  </a:extLst>
                </p:cNvPr>
                <p:cNvPicPr/>
                <p:nvPr/>
              </p:nvPicPr>
              <p:blipFill>
                <a:blip r:embed="rId13"/>
                <a:stretch>
                  <a:fillRect/>
                </a:stretch>
              </p:blipFill>
              <p:spPr>
                <a:xfrm>
                  <a:off x="1884300" y="967680"/>
                  <a:ext cx="332640" cy="1828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8" name="Ink 7">
                  <a:extLst>
                    <a:ext uri="{FF2B5EF4-FFF2-40B4-BE49-F238E27FC236}">
                      <a16:creationId xmlns:a16="http://schemas.microsoft.com/office/drawing/2014/main" id="{875B2BCC-BFE3-813F-C0F3-1A515AB676FC}"/>
                    </a:ext>
                  </a:extLst>
                </p14:cNvPr>
                <p14:cNvContentPartPr/>
                <p14:nvPr/>
              </p14:nvContentPartPr>
              <p14:xfrm>
                <a:off x="2206140" y="941400"/>
                <a:ext cx="85320" cy="187920"/>
              </p14:xfrm>
            </p:contentPart>
          </mc:Choice>
          <mc:Fallback>
            <p:pic>
              <p:nvPicPr>
                <p:cNvPr id="8" name="Ink 7">
                  <a:extLst>
                    <a:ext uri="{FF2B5EF4-FFF2-40B4-BE49-F238E27FC236}">
                      <a16:creationId xmlns:a16="http://schemas.microsoft.com/office/drawing/2014/main" id="{875B2BCC-BFE3-813F-C0F3-1A515AB676FC}"/>
                    </a:ext>
                  </a:extLst>
                </p:cNvPr>
                <p:cNvPicPr/>
                <p:nvPr/>
              </p:nvPicPr>
              <p:blipFill>
                <a:blip r:embed="rId15"/>
                <a:stretch>
                  <a:fillRect/>
                </a:stretch>
              </p:blipFill>
              <p:spPr>
                <a:xfrm>
                  <a:off x="2197500" y="932760"/>
                  <a:ext cx="102960" cy="2055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9" name="Ink 8">
                  <a:extLst>
                    <a:ext uri="{FF2B5EF4-FFF2-40B4-BE49-F238E27FC236}">
                      <a16:creationId xmlns:a16="http://schemas.microsoft.com/office/drawing/2014/main" id="{BF2A1A61-40A5-E3A1-D82A-F389194F080A}"/>
                    </a:ext>
                  </a:extLst>
                </p14:cNvPr>
                <p14:cNvContentPartPr/>
                <p14:nvPr/>
              </p14:nvContentPartPr>
              <p14:xfrm>
                <a:off x="2367780" y="1003320"/>
                <a:ext cx="11520" cy="81000"/>
              </p14:xfrm>
            </p:contentPart>
          </mc:Choice>
          <mc:Fallback>
            <p:pic>
              <p:nvPicPr>
                <p:cNvPr id="9" name="Ink 8">
                  <a:extLst>
                    <a:ext uri="{FF2B5EF4-FFF2-40B4-BE49-F238E27FC236}">
                      <a16:creationId xmlns:a16="http://schemas.microsoft.com/office/drawing/2014/main" id="{BF2A1A61-40A5-E3A1-D82A-F389194F080A}"/>
                    </a:ext>
                  </a:extLst>
                </p:cNvPr>
                <p:cNvPicPr/>
                <p:nvPr/>
              </p:nvPicPr>
              <p:blipFill>
                <a:blip r:embed="rId17"/>
                <a:stretch>
                  <a:fillRect/>
                </a:stretch>
              </p:blipFill>
              <p:spPr>
                <a:xfrm>
                  <a:off x="2359140" y="994320"/>
                  <a:ext cx="29160" cy="986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0" name="Ink 9">
                  <a:extLst>
                    <a:ext uri="{FF2B5EF4-FFF2-40B4-BE49-F238E27FC236}">
                      <a16:creationId xmlns:a16="http://schemas.microsoft.com/office/drawing/2014/main" id="{4F074177-F5EF-029C-A407-6F422AEB2380}"/>
                    </a:ext>
                  </a:extLst>
                </p14:cNvPr>
                <p14:cNvContentPartPr/>
                <p14:nvPr/>
              </p14:nvContentPartPr>
              <p14:xfrm>
                <a:off x="2380020" y="879120"/>
                <a:ext cx="7920" cy="16560"/>
              </p14:xfrm>
            </p:contentPart>
          </mc:Choice>
          <mc:Fallback>
            <p:pic>
              <p:nvPicPr>
                <p:cNvPr id="10" name="Ink 9">
                  <a:extLst>
                    <a:ext uri="{FF2B5EF4-FFF2-40B4-BE49-F238E27FC236}">
                      <a16:creationId xmlns:a16="http://schemas.microsoft.com/office/drawing/2014/main" id="{4F074177-F5EF-029C-A407-6F422AEB2380}"/>
                    </a:ext>
                  </a:extLst>
                </p:cNvPr>
                <p:cNvPicPr/>
                <p:nvPr/>
              </p:nvPicPr>
              <p:blipFill>
                <a:blip r:embed="rId19"/>
                <a:stretch>
                  <a:fillRect/>
                </a:stretch>
              </p:blipFill>
              <p:spPr>
                <a:xfrm>
                  <a:off x="2371020" y="870120"/>
                  <a:ext cx="2556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1" name="Ink 10">
                  <a:extLst>
                    <a:ext uri="{FF2B5EF4-FFF2-40B4-BE49-F238E27FC236}">
                      <a16:creationId xmlns:a16="http://schemas.microsoft.com/office/drawing/2014/main" id="{98FBABF9-1ACB-BB4E-6881-4C3B34F09342}"/>
                    </a:ext>
                  </a:extLst>
                </p14:cNvPr>
                <p14:cNvContentPartPr/>
                <p14:nvPr/>
              </p14:nvContentPartPr>
              <p14:xfrm>
                <a:off x="2457780" y="960120"/>
                <a:ext cx="183600" cy="152280"/>
              </p14:xfrm>
            </p:contentPart>
          </mc:Choice>
          <mc:Fallback>
            <p:pic>
              <p:nvPicPr>
                <p:cNvPr id="11" name="Ink 10">
                  <a:extLst>
                    <a:ext uri="{FF2B5EF4-FFF2-40B4-BE49-F238E27FC236}">
                      <a16:creationId xmlns:a16="http://schemas.microsoft.com/office/drawing/2014/main" id="{98FBABF9-1ACB-BB4E-6881-4C3B34F09342}"/>
                    </a:ext>
                  </a:extLst>
                </p:cNvPr>
                <p:cNvPicPr/>
                <p:nvPr/>
              </p:nvPicPr>
              <p:blipFill>
                <a:blip r:embed="rId21"/>
                <a:stretch>
                  <a:fillRect/>
                </a:stretch>
              </p:blipFill>
              <p:spPr>
                <a:xfrm>
                  <a:off x="2449140" y="951120"/>
                  <a:ext cx="20124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2" name="Ink 11">
                  <a:extLst>
                    <a:ext uri="{FF2B5EF4-FFF2-40B4-BE49-F238E27FC236}">
                      <a16:creationId xmlns:a16="http://schemas.microsoft.com/office/drawing/2014/main" id="{32041598-BC20-FBEA-FBEA-F6FC9EC4155B}"/>
                    </a:ext>
                  </a:extLst>
                </p14:cNvPr>
                <p14:cNvContentPartPr/>
                <p14:nvPr/>
              </p14:nvContentPartPr>
              <p14:xfrm>
                <a:off x="1283100" y="1288080"/>
                <a:ext cx="1477800" cy="71640"/>
              </p14:xfrm>
            </p:contentPart>
          </mc:Choice>
          <mc:Fallback>
            <p:pic>
              <p:nvPicPr>
                <p:cNvPr id="12" name="Ink 11">
                  <a:extLst>
                    <a:ext uri="{FF2B5EF4-FFF2-40B4-BE49-F238E27FC236}">
                      <a16:creationId xmlns:a16="http://schemas.microsoft.com/office/drawing/2014/main" id="{32041598-BC20-FBEA-FBEA-F6FC9EC4155B}"/>
                    </a:ext>
                  </a:extLst>
                </p:cNvPr>
                <p:cNvPicPr/>
                <p:nvPr/>
              </p:nvPicPr>
              <p:blipFill>
                <a:blip r:embed="rId23"/>
                <a:stretch>
                  <a:fillRect/>
                </a:stretch>
              </p:blipFill>
              <p:spPr>
                <a:xfrm>
                  <a:off x="1274460" y="1279080"/>
                  <a:ext cx="1495440" cy="892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4" name="Ink 13">
                  <a:extLst>
                    <a:ext uri="{FF2B5EF4-FFF2-40B4-BE49-F238E27FC236}">
                      <a16:creationId xmlns:a16="http://schemas.microsoft.com/office/drawing/2014/main" id="{06EFAEAB-2BDC-35D4-B3AF-A86BF146AF6B}"/>
                    </a:ext>
                  </a:extLst>
                </p14:cNvPr>
                <p14:cNvContentPartPr/>
                <p14:nvPr/>
              </p14:nvContentPartPr>
              <p14:xfrm>
                <a:off x="3604740" y="1022040"/>
                <a:ext cx="1490040" cy="25200"/>
              </p14:xfrm>
            </p:contentPart>
          </mc:Choice>
          <mc:Fallback>
            <p:pic>
              <p:nvPicPr>
                <p:cNvPr id="14" name="Ink 13">
                  <a:extLst>
                    <a:ext uri="{FF2B5EF4-FFF2-40B4-BE49-F238E27FC236}">
                      <a16:creationId xmlns:a16="http://schemas.microsoft.com/office/drawing/2014/main" id="{06EFAEAB-2BDC-35D4-B3AF-A86BF146AF6B}"/>
                    </a:ext>
                  </a:extLst>
                </p:cNvPr>
                <p:cNvPicPr/>
                <p:nvPr/>
              </p:nvPicPr>
              <p:blipFill>
                <a:blip r:embed="rId25"/>
                <a:stretch>
                  <a:fillRect/>
                </a:stretch>
              </p:blipFill>
              <p:spPr>
                <a:xfrm>
                  <a:off x="3595740" y="1013040"/>
                  <a:ext cx="1507680" cy="428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5" name="Ink 14">
                  <a:extLst>
                    <a:ext uri="{FF2B5EF4-FFF2-40B4-BE49-F238E27FC236}">
                      <a16:creationId xmlns:a16="http://schemas.microsoft.com/office/drawing/2014/main" id="{EB8AC913-3D1A-27E3-090E-3B5D14C2B0C4}"/>
                    </a:ext>
                  </a:extLst>
                </p14:cNvPr>
                <p14:cNvContentPartPr/>
                <p14:nvPr/>
              </p14:nvContentPartPr>
              <p14:xfrm>
                <a:off x="4883100" y="948600"/>
                <a:ext cx="183240" cy="136080"/>
              </p14:xfrm>
            </p:contentPart>
          </mc:Choice>
          <mc:Fallback>
            <p:pic>
              <p:nvPicPr>
                <p:cNvPr id="15" name="Ink 14">
                  <a:extLst>
                    <a:ext uri="{FF2B5EF4-FFF2-40B4-BE49-F238E27FC236}">
                      <a16:creationId xmlns:a16="http://schemas.microsoft.com/office/drawing/2014/main" id="{EB8AC913-3D1A-27E3-090E-3B5D14C2B0C4}"/>
                    </a:ext>
                  </a:extLst>
                </p:cNvPr>
                <p:cNvPicPr/>
                <p:nvPr/>
              </p:nvPicPr>
              <p:blipFill>
                <a:blip r:embed="rId27"/>
                <a:stretch>
                  <a:fillRect/>
                </a:stretch>
              </p:blipFill>
              <p:spPr>
                <a:xfrm>
                  <a:off x="4874100" y="939600"/>
                  <a:ext cx="200880" cy="1537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6" name="Ink 15">
                  <a:extLst>
                    <a:ext uri="{FF2B5EF4-FFF2-40B4-BE49-F238E27FC236}">
                      <a16:creationId xmlns:a16="http://schemas.microsoft.com/office/drawing/2014/main" id="{97710226-DCBF-16A5-9537-46762515AF77}"/>
                    </a:ext>
                  </a:extLst>
                </p14:cNvPr>
                <p14:cNvContentPartPr/>
                <p14:nvPr/>
              </p14:nvContentPartPr>
              <p14:xfrm>
                <a:off x="5432820" y="762120"/>
                <a:ext cx="79200" cy="532080"/>
              </p14:xfrm>
            </p:contentPart>
          </mc:Choice>
          <mc:Fallback>
            <p:pic>
              <p:nvPicPr>
                <p:cNvPr id="16" name="Ink 15">
                  <a:extLst>
                    <a:ext uri="{FF2B5EF4-FFF2-40B4-BE49-F238E27FC236}">
                      <a16:creationId xmlns:a16="http://schemas.microsoft.com/office/drawing/2014/main" id="{97710226-DCBF-16A5-9537-46762515AF77}"/>
                    </a:ext>
                  </a:extLst>
                </p:cNvPr>
                <p:cNvPicPr/>
                <p:nvPr/>
              </p:nvPicPr>
              <p:blipFill>
                <a:blip r:embed="rId29"/>
                <a:stretch>
                  <a:fillRect/>
                </a:stretch>
              </p:blipFill>
              <p:spPr>
                <a:xfrm>
                  <a:off x="5424180" y="753120"/>
                  <a:ext cx="96840" cy="5497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7" name="Ink 16">
                  <a:extLst>
                    <a:ext uri="{FF2B5EF4-FFF2-40B4-BE49-F238E27FC236}">
                      <a16:creationId xmlns:a16="http://schemas.microsoft.com/office/drawing/2014/main" id="{7979F1FA-97A8-D986-30E8-36040BF40417}"/>
                    </a:ext>
                  </a:extLst>
                </p14:cNvPr>
                <p14:cNvContentPartPr/>
                <p14:nvPr/>
              </p14:nvContentPartPr>
              <p14:xfrm>
                <a:off x="5340300" y="1026360"/>
                <a:ext cx="243720" cy="128160"/>
              </p14:xfrm>
            </p:contentPart>
          </mc:Choice>
          <mc:Fallback>
            <p:pic>
              <p:nvPicPr>
                <p:cNvPr id="17" name="Ink 16">
                  <a:extLst>
                    <a:ext uri="{FF2B5EF4-FFF2-40B4-BE49-F238E27FC236}">
                      <a16:creationId xmlns:a16="http://schemas.microsoft.com/office/drawing/2014/main" id="{7979F1FA-97A8-D986-30E8-36040BF40417}"/>
                    </a:ext>
                  </a:extLst>
                </p:cNvPr>
                <p:cNvPicPr/>
                <p:nvPr/>
              </p:nvPicPr>
              <p:blipFill>
                <a:blip r:embed="rId31"/>
                <a:stretch>
                  <a:fillRect/>
                </a:stretch>
              </p:blipFill>
              <p:spPr>
                <a:xfrm>
                  <a:off x="5331300" y="1017360"/>
                  <a:ext cx="261360" cy="1458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8" name="Ink 17">
                  <a:extLst>
                    <a:ext uri="{FF2B5EF4-FFF2-40B4-BE49-F238E27FC236}">
                      <a16:creationId xmlns:a16="http://schemas.microsoft.com/office/drawing/2014/main" id="{186835F5-97C7-955E-2FDA-036786A3857D}"/>
                    </a:ext>
                  </a:extLst>
                </p14:cNvPr>
                <p14:cNvContentPartPr/>
                <p14:nvPr/>
              </p14:nvContentPartPr>
              <p14:xfrm>
                <a:off x="5596260" y="935640"/>
                <a:ext cx="23760" cy="9360"/>
              </p14:xfrm>
            </p:contentPart>
          </mc:Choice>
          <mc:Fallback>
            <p:pic>
              <p:nvPicPr>
                <p:cNvPr id="18" name="Ink 17">
                  <a:extLst>
                    <a:ext uri="{FF2B5EF4-FFF2-40B4-BE49-F238E27FC236}">
                      <a16:creationId xmlns:a16="http://schemas.microsoft.com/office/drawing/2014/main" id="{186835F5-97C7-955E-2FDA-036786A3857D}"/>
                    </a:ext>
                  </a:extLst>
                </p:cNvPr>
                <p:cNvPicPr/>
                <p:nvPr/>
              </p:nvPicPr>
              <p:blipFill>
                <a:blip r:embed="rId33"/>
                <a:stretch>
                  <a:fillRect/>
                </a:stretch>
              </p:blipFill>
              <p:spPr>
                <a:xfrm>
                  <a:off x="5587260" y="927000"/>
                  <a:ext cx="41400" cy="270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9" name="Ink 18">
                  <a:extLst>
                    <a:ext uri="{FF2B5EF4-FFF2-40B4-BE49-F238E27FC236}">
                      <a16:creationId xmlns:a16="http://schemas.microsoft.com/office/drawing/2014/main" id="{83D16193-C618-7E8A-DCFF-0C70D75C95CC}"/>
                    </a:ext>
                  </a:extLst>
                </p14:cNvPr>
                <p14:cNvContentPartPr/>
                <p14:nvPr/>
              </p14:nvContentPartPr>
              <p14:xfrm>
                <a:off x="5676180" y="1009080"/>
                <a:ext cx="89280" cy="115560"/>
              </p14:xfrm>
            </p:contentPart>
          </mc:Choice>
          <mc:Fallback>
            <p:pic>
              <p:nvPicPr>
                <p:cNvPr id="19" name="Ink 18">
                  <a:extLst>
                    <a:ext uri="{FF2B5EF4-FFF2-40B4-BE49-F238E27FC236}">
                      <a16:creationId xmlns:a16="http://schemas.microsoft.com/office/drawing/2014/main" id="{83D16193-C618-7E8A-DCFF-0C70D75C95CC}"/>
                    </a:ext>
                  </a:extLst>
                </p:cNvPr>
                <p:cNvPicPr/>
                <p:nvPr/>
              </p:nvPicPr>
              <p:blipFill>
                <a:blip r:embed="rId35"/>
                <a:stretch>
                  <a:fillRect/>
                </a:stretch>
              </p:blipFill>
              <p:spPr>
                <a:xfrm>
                  <a:off x="5667180" y="1000440"/>
                  <a:ext cx="10692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0" name="Ink 19">
                  <a:extLst>
                    <a:ext uri="{FF2B5EF4-FFF2-40B4-BE49-F238E27FC236}">
                      <a16:creationId xmlns:a16="http://schemas.microsoft.com/office/drawing/2014/main" id="{CC3B44A5-3DC7-0468-7BA3-AB1D34ECA409}"/>
                    </a:ext>
                  </a:extLst>
                </p14:cNvPr>
                <p14:cNvContentPartPr/>
                <p14:nvPr/>
              </p14:nvContentPartPr>
              <p14:xfrm>
                <a:off x="5809740" y="1008720"/>
                <a:ext cx="170640" cy="97200"/>
              </p14:xfrm>
            </p:contentPart>
          </mc:Choice>
          <mc:Fallback>
            <p:pic>
              <p:nvPicPr>
                <p:cNvPr id="20" name="Ink 19">
                  <a:extLst>
                    <a:ext uri="{FF2B5EF4-FFF2-40B4-BE49-F238E27FC236}">
                      <a16:creationId xmlns:a16="http://schemas.microsoft.com/office/drawing/2014/main" id="{CC3B44A5-3DC7-0468-7BA3-AB1D34ECA409}"/>
                    </a:ext>
                  </a:extLst>
                </p:cNvPr>
                <p:cNvPicPr/>
                <p:nvPr/>
              </p:nvPicPr>
              <p:blipFill>
                <a:blip r:embed="rId37"/>
                <a:stretch>
                  <a:fillRect/>
                </a:stretch>
              </p:blipFill>
              <p:spPr>
                <a:xfrm>
                  <a:off x="5801100" y="1000080"/>
                  <a:ext cx="188280" cy="1148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1" name="Ink 20">
                  <a:extLst>
                    <a:ext uri="{FF2B5EF4-FFF2-40B4-BE49-F238E27FC236}">
                      <a16:creationId xmlns:a16="http://schemas.microsoft.com/office/drawing/2014/main" id="{CDB6ACFB-F1DC-1CFC-BC6C-E0398CA2A6E1}"/>
                    </a:ext>
                  </a:extLst>
                </p14:cNvPr>
                <p14:cNvContentPartPr/>
                <p14:nvPr/>
              </p14:nvContentPartPr>
              <p14:xfrm>
                <a:off x="5937180" y="903600"/>
                <a:ext cx="6840" cy="9360"/>
              </p14:xfrm>
            </p:contentPart>
          </mc:Choice>
          <mc:Fallback>
            <p:pic>
              <p:nvPicPr>
                <p:cNvPr id="21" name="Ink 20">
                  <a:extLst>
                    <a:ext uri="{FF2B5EF4-FFF2-40B4-BE49-F238E27FC236}">
                      <a16:creationId xmlns:a16="http://schemas.microsoft.com/office/drawing/2014/main" id="{CDB6ACFB-F1DC-1CFC-BC6C-E0398CA2A6E1}"/>
                    </a:ext>
                  </a:extLst>
                </p:cNvPr>
                <p:cNvPicPr/>
                <p:nvPr/>
              </p:nvPicPr>
              <p:blipFill>
                <a:blip r:embed="rId39"/>
                <a:stretch>
                  <a:fillRect/>
                </a:stretch>
              </p:blipFill>
              <p:spPr>
                <a:xfrm>
                  <a:off x="5928180" y="894960"/>
                  <a:ext cx="24480" cy="270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3" name="Ink 22">
                  <a:extLst>
                    <a:ext uri="{FF2B5EF4-FFF2-40B4-BE49-F238E27FC236}">
                      <a16:creationId xmlns:a16="http://schemas.microsoft.com/office/drawing/2014/main" id="{254FC966-9C76-495A-9F76-E2EB81BD809C}"/>
                    </a:ext>
                  </a:extLst>
                </p14:cNvPr>
                <p14:cNvContentPartPr/>
                <p14:nvPr/>
              </p14:nvContentPartPr>
              <p14:xfrm>
                <a:off x="5311860" y="473760"/>
                <a:ext cx="118440" cy="199440"/>
              </p14:xfrm>
            </p:contentPart>
          </mc:Choice>
          <mc:Fallback>
            <p:pic>
              <p:nvPicPr>
                <p:cNvPr id="23" name="Ink 22">
                  <a:extLst>
                    <a:ext uri="{FF2B5EF4-FFF2-40B4-BE49-F238E27FC236}">
                      <a16:creationId xmlns:a16="http://schemas.microsoft.com/office/drawing/2014/main" id="{254FC966-9C76-495A-9F76-E2EB81BD809C}"/>
                    </a:ext>
                  </a:extLst>
                </p:cNvPr>
                <p:cNvPicPr/>
                <p:nvPr/>
              </p:nvPicPr>
              <p:blipFill>
                <a:blip r:embed="rId41"/>
                <a:stretch>
                  <a:fillRect/>
                </a:stretch>
              </p:blipFill>
              <p:spPr>
                <a:xfrm>
                  <a:off x="5303220" y="464760"/>
                  <a:ext cx="136080" cy="21708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4" name="Ink 23">
                  <a:extLst>
                    <a:ext uri="{FF2B5EF4-FFF2-40B4-BE49-F238E27FC236}">
                      <a16:creationId xmlns:a16="http://schemas.microsoft.com/office/drawing/2014/main" id="{C2AB04F2-6A6F-F808-0A00-3522C9A5D696}"/>
                    </a:ext>
                  </a:extLst>
                </p14:cNvPr>
                <p14:cNvContentPartPr/>
                <p14:nvPr/>
              </p14:nvContentPartPr>
              <p14:xfrm>
                <a:off x="5365860" y="487800"/>
                <a:ext cx="239040" cy="188280"/>
              </p14:xfrm>
            </p:contentPart>
          </mc:Choice>
          <mc:Fallback>
            <p:pic>
              <p:nvPicPr>
                <p:cNvPr id="24" name="Ink 23">
                  <a:extLst>
                    <a:ext uri="{FF2B5EF4-FFF2-40B4-BE49-F238E27FC236}">
                      <a16:creationId xmlns:a16="http://schemas.microsoft.com/office/drawing/2014/main" id="{C2AB04F2-6A6F-F808-0A00-3522C9A5D696}"/>
                    </a:ext>
                  </a:extLst>
                </p:cNvPr>
                <p:cNvPicPr/>
                <p:nvPr/>
              </p:nvPicPr>
              <p:blipFill>
                <a:blip r:embed="rId43"/>
                <a:stretch>
                  <a:fillRect/>
                </a:stretch>
              </p:blipFill>
              <p:spPr>
                <a:xfrm>
                  <a:off x="5356860" y="479160"/>
                  <a:ext cx="256680" cy="20592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5" name="Ink 24">
                  <a:extLst>
                    <a:ext uri="{FF2B5EF4-FFF2-40B4-BE49-F238E27FC236}">
                      <a16:creationId xmlns:a16="http://schemas.microsoft.com/office/drawing/2014/main" id="{B7AB52B1-6F96-A752-82CA-3C66D4FAE291}"/>
                    </a:ext>
                  </a:extLst>
                </p14:cNvPr>
                <p14:cNvContentPartPr/>
                <p14:nvPr/>
              </p14:nvContentPartPr>
              <p14:xfrm>
                <a:off x="5632260" y="498240"/>
                <a:ext cx="89640" cy="173880"/>
              </p14:xfrm>
            </p:contentPart>
          </mc:Choice>
          <mc:Fallback>
            <p:pic>
              <p:nvPicPr>
                <p:cNvPr id="25" name="Ink 24">
                  <a:extLst>
                    <a:ext uri="{FF2B5EF4-FFF2-40B4-BE49-F238E27FC236}">
                      <a16:creationId xmlns:a16="http://schemas.microsoft.com/office/drawing/2014/main" id="{B7AB52B1-6F96-A752-82CA-3C66D4FAE291}"/>
                    </a:ext>
                  </a:extLst>
                </p:cNvPr>
                <p:cNvPicPr/>
                <p:nvPr/>
              </p:nvPicPr>
              <p:blipFill>
                <a:blip r:embed="rId45"/>
                <a:stretch>
                  <a:fillRect/>
                </a:stretch>
              </p:blipFill>
              <p:spPr>
                <a:xfrm>
                  <a:off x="5623260" y="489600"/>
                  <a:ext cx="10728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6" name="Ink 25">
                  <a:extLst>
                    <a:ext uri="{FF2B5EF4-FFF2-40B4-BE49-F238E27FC236}">
                      <a16:creationId xmlns:a16="http://schemas.microsoft.com/office/drawing/2014/main" id="{90263035-C4D0-1812-E524-469E6E7FBCC4}"/>
                    </a:ext>
                  </a:extLst>
                </p14:cNvPr>
                <p14:cNvContentPartPr/>
                <p14:nvPr/>
              </p14:nvContentPartPr>
              <p14:xfrm>
                <a:off x="5607060" y="458280"/>
                <a:ext cx="226080" cy="217080"/>
              </p14:xfrm>
            </p:contentPart>
          </mc:Choice>
          <mc:Fallback>
            <p:pic>
              <p:nvPicPr>
                <p:cNvPr id="26" name="Ink 25">
                  <a:extLst>
                    <a:ext uri="{FF2B5EF4-FFF2-40B4-BE49-F238E27FC236}">
                      <a16:creationId xmlns:a16="http://schemas.microsoft.com/office/drawing/2014/main" id="{90263035-C4D0-1812-E524-469E6E7FBCC4}"/>
                    </a:ext>
                  </a:extLst>
                </p:cNvPr>
                <p:cNvPicPr/>
                <p:nvPr/>
              </p:nvPicPr>
              <p:blipFill>
                <a:blip r:embed="rId47"/>
                <a:stretch>
                  <a:fillRect/>
                </a:stretch>
              </p:blipFill>
              <p:spPr>
                <a:xfrm>
                  <a:off x="5598060" y="449280"/>
                  <a:ext cx="243720" cy="2347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7" name="Ink 26">
                  <a:extLst>
                    <a:ext uri="{FF2B5EF4-FFF2-40B4-BE49-F238E27FC236}">
                      <a16:creationId xmlns:a16="http://schemas.microsoft.com/office/drawing/2014/main" id="{1E0CCD65-E1CE-C986-AA5E-DE0A2C9517CB}"/>
                    </a:ext>
                  </a:extLst>
                </p14:cNvPr>
                <p14:cNvContentPartPr/>
                <p14:nvPr/>
              </p14:nvContentPartPr>
              <p14:xfrm>
                <a:off x="5936820" y="487440"/>
                <a:ext cx="445680" cy="248400"/>
              </p14:xfrm>
            </p:contentPart>
          </mc:Choice>
          <mc:Fallback>
            <p:pic>
              <p:nvPicPr>
                <p:cNvPr id="27" name="Ink 26">
                  <a:extLst>
                    <a:ext uri="{FF2B5EF4-FFF2-40B4-BE49-F238E27FC236}">
                      <a16:creationId xmlns:a16="http://schemas.microsoft.com/office/drawing/2014/main" id="{1E0CCD65-E1CE-C986-AA5E-DE0A2C9517CB}"/>
                    </a:ext>
                  </a:extLst>
                </p:cNvPr>
                <p:cNvPicPr/>
                <p:nvPr/>
              </p:nvPicPr>
              <p:blipFill>
                <a:blip r:embed="rId49"/>
                <a:stretch>
                  <a:fillRect/>
                </a:stretch>
              </p:blipFill>
              <p:spPr>
                <a:xfrm>
                  <a:off x="5928180" y="478440"/>
                  <a:ext cx="463320" cy="26604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8" name="Ink 27">
                  <a:extLst>
                    <a:ext uri="{FF2B5EF4-FFF2-40B4-BE49-F238E27FC236}">
                      <a16:creationId xmlns:a16="http://schemas.microsoft.com/office/drawing/2014/main" id="{BE655912-81ED-359E-B9E0-C83925D043CE}"/>
                    </a:ext>
                  </a:extLst>
                </p14:cNvPr>
                <p14:cNvContentPartPr/>
                <p14:nvPr/>
              </p14:nvContentPartPr>
              <p14:xfrm>
                <a:off x="6504180" y="653400"/>
                <a:ext cx="225360" cy="149760"/>
              </p14:xfrm>
            </p:contentPart>
          </mc:Choice>
          <mc:Fallback>
            <p:pic>
              <p:nvPicPr>
                <p:cNvPr id="28" name="Ink 27">
                  <a:extLst>
                    <a:ext uri="{FF2B5EF4-FFF2-40B4-BE49-F238E27FC236}">
                      <a16:creationId xmlns:a16="http://schemas.microsoft.com/office/drawing/2014/main" id="{BE655912-81ED-359E-B9E0-C83925D043CE}"/>
                    </a:ext>
                  </a:extLst>
                </p:cNvPr>
                <p:cNvPicPr/>
                <p:nvPr/>
              </p:nvPicPr>
              <p:blipFill>
                <a:blip r:embed="rId51"/>
                <a:stretch>
                  <a:fillRect/>
                </a:stretch>
              </p:blipFill>
              <p:spPr>
                <a:xfrm>
                  <a:off x="6495540" y="644760"/>
                  <a:ext cx="243000" cy="1674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29" name="Ink 28">
                  <a:extLst>
                    <a:ext uri="{FF2B5EF4-FFF2-40B4-BE49-F238E27FC236}">
                      <a16:creationId xmlns:a16="http://schemas.microsoft.com/office/drawing/2014/main" id="{6488583F-D59C-6D1A-11C3-9164595A5EE4}"/>
                    </a:ext>
                  </a:extLst>
                </p14:cNvPr>
                <p14:cNvContentPartPr/>
                <p14:nvPr/>
              </p14:nvContentPartPr>
              <p14:xfrm>
                <a:off x="6781740" y="544680"/>
                <a:ext cx="401760" cy="288360"/>
              </p14:xfrm>
            </p:contentPart>
          </mc:Choice>
          <mc:Fallback>
            <p:pic>
              <p:nvPicPr>
                <p:cNvPr id="29" name="Ink 28">
                  <a:extLst>
                    <a:ext uri="{FF2B5EF4-FFF2-40B4-BE49-F238E27FC236}">
                      <a16:creationId xmlns:a16="http://schemas.microsoft.com/office/drawing/2014/main" id="{6488583F-D59C-6D1A-11C3-9164595A5EE4}"/>
                    </a:ext>
                  </a:extLst>
                </p:cNvPr>
                <p:cNvPicPr/>
                <p:nvPr/>
              </p:nvPicPr>
              <p:blipFill>
                <a:blip r:embed="rId53"/>
                <a:stretch>
                  <a:fillRect/>
                </a:stretch>
              </p:blipFill>
              <p:spPr>
                <a:xfrm>
                  <a:off x="6772740" y="536040"/>
                  <a:ext cx="419400" cy="30600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0" name="Ink 29">
                  <a:extLst>
                    <a:ext uri="{FF2B5EF4-FFF2-40B4-BE49-F238E27FC236}">
                      <a16:creationId xmlns:a16="http://schemas.microsoft.com/office/drawing/2014/main" id="{CE49DB2C-18D7-0389-AC7F-94F2B9F8E753}"/>
                    </a:ext>
                  </a:extLst>
                </p14:cNvPr>
                <p14:cNvContentPartPr/>
                <p14:nvPr/>
              </p14:nvContentPartPr>
              <p14:xfrm>
                <a:off x="5714340" y="1431360"/>
                <a:ext cx="158760" cy="189360"/>
              </p14:xfrm>
            </p:contentPart>
          </mc:Choice>
          <mc:Fallback>
            <p:pic>
              <p:nvPicPr>
                <p:cNvPr id="30" name="Ink 29">
                  <a:extLst>
                    <a:ext uri="{FF2B5EF4-FFF2-40B4-BE49-F238E27FC236}">
                      <a16:creationId xmlns:a16="http://schemas.microsoft.com/office/drawing/2014/main" id="{CE49DB2C-18D7-0389-AC7F-94F2B9F8E753}"/>
                    </a:ext>
                  </a:extLst>
                </p:cNvPr>
                <p:cNvPicPr/>
                <p:nvPr/>
              </p:nvPicPr>
              <p:blipFill>
                <a:blip r:embed="rId55"/>
                <a:stretch>
                  <a:fillRect/>
                </a:stretch>
              </p:blipFill>
              <p:spPr>
                <a:xfrm>
                  <a:off x="5705340" y="1422720"/>
                  <a:ext cx="176400" cy="2070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1" name="Ink 30">
                  <a:extLst>
                    <a:ext uri="{FF2B5EF4-FFF2-40B4-BE49-F238E27FC236}">
                      <a16:creationId xmlns:a16="http://schemas.microsoft.com/office/drawing/2014/main" id="{75CDA23A-284A-C038-EC07-5ADB2822590E}"/>
                    </a:ext>
                  </a:extLst>
                </p14:cNvPr>
                <p14:cNvContentPartPr/>
                <p14:nvPr/>
              </p14:nvContentPartPr>
              <p14:xfrm>
                <a:off x="5911980" y="1467000"/>
                <a:ext cx="125640" cy="119160"/>
              </p14:xfrm>
            </p:contentPart>
          </mc:Choice>
          <mc:Fallback>
            <p:pic>
              <p:nvPicPr>
                <p:cNvPr id="31" name="Ink 30">
                  <a:extLst>
                    <a:ext uri="{FF2B5EF4-FFF2-40B4-BE49-F238E27FC236}">
                      <a16:creationId xmlns:a16="http://schemas.microsoft.com/office/drawing/2014/main" id="{75CDA23A-284A-C038-EC07-5ADB2822590E}"/>
                    </a:ext>
                  </a:extLst>
                </p:cNvPr>
                <p:cNvPicPr/>
                <p:nvPr/>
              </p:nvPicPr>
              <p:blipFill>
                <a:blip r:embed="rId57"/>
                <a:stretch>
                  <a:fillRect/>
                </a:stretch>
              </p:blipFill>
              <p:spPr>
                <a:xfrm>
                  <a:off x="5903340" y="1458360"/>
                  <a:ext cx="143280" cy="1368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2" name="Ink 31">
                  <a:extLst>
                    <a:ext uri="{FF2B5EF4-FFF2-40B4-BE49-F238E27FC236}">
                      <a16:creationId xmlns:a16="http://schemas.microsoft.com/office/drawing/2014/main" id="{642E29C3-D016-DEB9-9ED7-B7EF7FC97A01}"/>
                    </a:ext>
                  </a:extLst>
                </p14:cNvPr>
                <p14:cNvContentPartPr/>
                <p14:nvPr/>
              </p14:nvContentPartPr>
              <p14:xfrm>
                <a:off x="6032580" y="1397880"/>
                <a:ext cx="179640" cy="183240"/>
              </p14:xfrm>
            </p:contentPart>
          </mc:Choice>
          <mc:Fallback>
            <p:pic>
              <p:nvPicPr>
                <p:cNvPr id="32" name="Ink 31">
                  <a:extLst>
                    <a:ext uri="{FF2B5EF4-FFF2-40B4-BE49-F238E27FC236}">
                      <a16:creationId xmlns:a16="http://schemas.microsoft.com/office/drawing/2014/main" id="{642E29C3-D016-DEB9-9ED7-B7EF7FC97A01}"/>
                    </a:ext>
                  </a:extLst>
                </p:cNvPr>
                <p:cNvPicPr/>
                <p:nvPr/>
              </p:nvPicPr>
              <p:blipFill>
                <a:blip r:embed="rId59"/>
                <a:stretch>
                  <a:fillRect/>
                </a:stretch>
              </p:blipFill>
              <p:spPr>
                <a:xfrm>
                  <a:off x="6023580" y="1389240"/>
                  <a:ext cx="197280" cy="2008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3" name="Ink 32">
                  <a:extLst>
                    <a:ext uri="{FF2B5EF4-FFF2-40B4-BE49-F238E27FC236}">
                      <a16:creationId xmlns:a16="http://schemas.microsoft.com/office/drawing/2014/main" id="{36EAB047-052A-0143-5747-89A432BE4C90}"/>
                    </a:ext>
                  </a:extLst>
                </p14:cNvPr>
                <p14:cNvContentPartPr/>
                <p14:nvPr/>
              </p14:nvContentPartPr>
              <p14:xfrm>
                <a:off x="6089820" y="1485720"/>
                <a:ext cx="109800" cy="45360"/>
              </p14:xfrm>
            </p:contentPart>
          </mc:Choice>
          <mc:Fallback>
            <p:pic>
              <p:nvPicPr>
                <p:cNvPr id="33" name="Ink 32">
                  <a:extLst>
                    <a:ext uri="{FF2B5EF4-FFF2-40B4-BE49-F238E27FC236}">
                      <a16:creationId xmlns:a16="http://schemas.microsoft.com/office/drawing/2014/main" id="{36EAB047-052A-0143-5747-89A432BE4C90}"/>
                    </a:ext>
                  </a:extLst>
                </p:cNvPr>
                <p:cNvPicPr/>
                <p:nvPr/>
              </p:nvPicPr>
              <p:blipFill>
                <a:blip r:embed="rId61"/>
                <a:stretch>
                  <a:fillRect/>
                </a:stretch>
              </p:blipFill>
              <p:spPr>
                <a:xfrm>
                  <a:off x="6080820" y="1476720"/>
                  <a:ext cx="127440" cy="630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4" name="Ink 33">
                  <a:extLst>
                    <a:ext uri="{FF2B5EF4-FFF2-40B4-BE49-F238E27FC236}">
                      <a16:creationId xmlns:a16="http://schemas.microsoft.com/office/drawing/2014/main" id="{8FBA030E-862E-63F1-1BD8-6C1D6C6C3408}"/>
                    </a:ext>
                  </a:extLst>
                </p14:cNvPr>
                <p14:cNvContentPartPr/>
                <p14:nvPr/>
              </p14:nvContentPartPr>
              <p14:xfrm>
                <a:off x="6265860" y="1489320"/>
                <a:ext cx="33120" cy="83880"/>
              </p14:xfrm>
            </p:contentPart>
          </mc:Choice>
          <mc:Fallback>
            <p:pic>
              <p:nvPicPr>
                <p:cNvPr id="34" name="Ink 33">
                  <a:extLst>
                    <a:ext uri="{FF2B5EF4-FFF2-40B4-BE49-F238E27FC236}">
                      <a16:creationId xmlns:a16="http://schemas.microsoft.com/office/drawing/2014/main" id="{8FBA030E-862E-63F1-1BD8-6C1D6C6C3408}"/>
                    </a:ext>
                  </a:extLst>
                </p:cNvPr>
                <p:cNvPicPr/>
                <p:nvPr/>
              </p:nvPicPr>
              <p:blipFill>
                <a:blip r:embed="rId63"/>
                <a:stretch>
                  <a:fillRect/>
                </a:stretch>
              </p:blipFill>
              <p:spPr>
                <a:xfrm>
                  <a:off x="6256860" y="1480320"/>
                  <a:ext cx="50760" cy="10152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5" name="Ink 34">
                  <a:extLst>
                    <a:ext uri="{FF2B5EF4-FFF2-40B4-BE49-F238E27FC236}">
                      <a16:creationId xmlns:a16="http://schemas.microsoft.com/office/drawing/2014/main" id="{3AE3D016-7EA6-DE53-D8F2-19280A7075EF}"/>
                    </a:ext>
                  </a:extLst>
                </p14:cNvPr>
                <p14:cNvContentPartPr/>
                <p14:nvPr/>
              </p14:nvContentPartPr>
              <p14:xfrm>
                <a:off x="6292860" y="1404360"/>
                <a:ext cx="114120" cy="126360"/>
              </p14:xfrm>
            </p:contentPart>
          </mc:Choice>
          <mc:Fallback>
            <p:pic>
              <p:nvPicPr>
                <p:cNvPr id="35" name="Ink 34">
                  <a:extLst>
                    <a:ext uri="{FF2B5EF4-FFF2-40B4-BE49-F238E27FC236}">
                      <a16:creationId xmlns:a16="http://schemas.microsoft.com/office/drawing/2014/main" id="{3AE3D016-7EA6-DE53-D8F2-19280A7075EF}"/>
                    </a:ext>
                  </a:extLst>
                </p:cNvPr>
                <p:cNvPicPr/>
                <p:nvPr/>
              </p:nvPicPr>
              <p:blipFill>
                <a:blip r:embed="rId65"/>
                <a:stretch>
                  <a:fillRect/>
                </a:stretch>
              </p:blipFill>
              <p:spPr>
                <a:xfrm>
                  <a:off x="6283860" y="1395360"/>
                  <a:ext cx="13176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6" name="Ink 35">
                  <a:extLst>
                    <a:ext uri="{FF2B5EF4-FFF2-40B4-BE49-F238E27FC236}">
                      <a16:creationId xmlns:a16="http://schemas.microsoft.com/office/drawing/2014/main" id="{85EB08EA-093B-A8BD-7DE5-570EE7A232C3}"/>
                    </a:ext>
                  </a:extLst>
                </p14:cNvPr>
                <p14:cNvContentPartPr/>
                <p14:nvPr/>
              </p14:nvContentPartPr>
              <p14:xfrm>
                <a:off x="6284940" y="1529640"/>
                <a:ext cx="107640" cy="13320"/>
              </p14:xfrm>
            </p:contentPart>
          </mc:Choice>
          <mc:Fallback>
            <p:pic>
              <p:nvPicPr>
                <p:cNvPr id="36" name="Ink 35">
                  <a:extLst>
                    <a:ext uri="{FF2B5EF4-FFF2-40B4-BE49-F238E27FC236}">
                      <a16:creationId xmlns:a16="http://schemas.microsoft.com/office/drawing/2014/main" id="{85EB08EA-093B-A8BD-7DE5-570EE7A232C3}"/>
                    </a:ext>
                  </a:extLst>
                </p:cNvPr>
                <p:cNvPicPr/>
                <p:nvPr/>
              </p:nvPicPr>
              <p:blipFill>
                <a:blip r:embed="rId67"/>
                <a:stretch>
                  <a:fillRect/>
                </a:stretch>
              </p:blipFill>
              <p:spPr>
                <a:xfrm>
                  <a:off x="6275940" y="1521000"/>
                  <a:ext cx="12528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37" name="Ink 36">
                  <a:extLst>
                    <a:ext uri="{FF2B5EF4-FFF2-40B4-BE49-F238E27FC236}">
                      <a16:creationId xmlns:a16="http://schemas.microsoft.com/office/drawing/2014/main" id="{F59F9529-944E-EA33-2448-27754E19991C}"/>
                    </a:ext>
                  </a:extLst>
                </p14:cNvPr>
                <p14:cNvContentPartPr/>
                <p14:nvPr/>
              </p14:nvContentPartPr>
              <p14:xfrm>
                <a:off x="7253340" y="1107000"/>
                <a:ext cx="576360" cy="29880"/>
              </p14:xfrm>
            </p:contentPart>
          </mc:Choice>
          <mc:Fallback>
            <p:pic>
              <p:nvPicPr>
                <p:cNvPr id="37" name="Ink 36">
                  <a:extLst>
                    <a:ext uri="{FF2B5EF4-FFF2-40B4-BE49-F238E27FC236}">
                      <a16:creationId xmlns:a16="http://schemas.microsoft.com/office/drawing/2014/main" id="{F59F9529-944E-EA33-2448-27754E19991C}"/>
                    </a:ext>
                  </a:extLst>
                </p:cNvPr>
                <p:cNvPicPr/>
                <p:nvPr/>
              </p:nvPicPr>
              <p:blipFill>
                <a:blip r:embed="rId69"/>
                <a:stretch>
                  <a:fillRect/>
                </a:stretch>
              </p:blipFill>
              <p:spPr>
                <a:xfrm>
                  <a:off x="7244340" y="1098360"/>
                  <a:ext cx="594000" cy="4752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38" name="Ink 37">
                  <a:extLst>
                    <a:ext uri="{FF2B5EF4-FFF2-40B4-BE49-F238E27FC236}">
                      <a16:creationId xmlns:a16="http://schemas.microsoft.com/office/drawing/2014/main" id="{7AE3006F-4F47-D574-D01E-8B5D31031843}"/>
                    </a:ext>
                  </a:extLst>
                </p14:cNvPr>
                <p14:cNvContentPartPr/>
                <p14:nvPr/>
              </p14:nvContentPartPr>
              <p14:xfrm>
                <a:off x="7759500" y="1059480"/>
                <a:ext cx="102960" cy="139320"/>
              </p14:xfrm>
            </p:contentPart>
          </mc:Choice>
          <mc:Fallback>
            <p:pic>
              <p:nvPicPr>
                <p:cNvPr id="38" name="Ink 37">
                  <a:extLst>
                    <a:ext uri="{FF2B5EF4-FFF2-40B4-BE49-F238E27FC236}">
                      <a16:creationId xmlns:a16="http://schemas.microsoft.com/office/drawing/2014/main" id="{7AE3006F-4F47-D574-D01E-8B5D31031843}"/>
                    </a:ext>
                  </a:extLst>
                </p:cNvPr>
                <p:cNvPicPr/>
                <p:nvPr/>
              </p:nvPicPr>
              <p:blipFill>
                <a:blip r:embed="rId71"/>
                <a:stretch>
                  <a:fillRect/>
                </a:stretch>
              </p:blipFill>
              <p:spPr>
                <a:xfrm>
                  <a:off x="7750500" y="1050480"/>
                  <a:ext cx="12060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83" name="Ink 82">
                  <a:extLst>
                    <a:ext uri="{FF2B5EF4-FFF2-40B4-BE49-F238E27FC236}">
                      <a16:creationId xmlns:a16="http://schemas.microsoft.com/office/drawing/2014/main" id="{8AF3DDC6-E4A8-674C-8987-5C5C59852BAF}"/>
                    </a:ext>
                  </a:extLst>
                </p14:cNvPr>
                <p14:cNvContentPartPr/>
                <p14:nvPr/>
              </p14:nvContentPartPr>
              <p14:xfrm>
                <a:off x="2758380" y="936720"/>
                <a:ext cx="149760" cy="222840"/>
              </p14:xfrm>
            </p:contentPart>
          </mc:Choice>
          <mc:Fallback>
            <p:pic>
              <p:nvPicPr>
                <p:cNvPr id="83" name="Ink 82">
                  <a:extLst>
                    <a:ext uri="{FF2B5EF4-FFF2-40B4-BE49-F238E27FC236}">
                      <a16:creationId xmlns:a16="http://schemas.microsoft.com/office/drawing/2014/main" id="{8AF3DDC6-E4A8-674C-8987-5C5C59852BAF}"/>
                    </a:ext>
                  </a:extLst>
                </p:cNvPr>
                <p:cNvPicPr/>
                <p:nvPr/>
              </p:nvPicPr>
              <p:blipFill>
                <a:blip r:embed="rId73"/>
                <a:stretch>
                  <a:fillRect/>
                </a:stretch>
              </p:blipFill>
              <p:spPr>
                <a:xfrm>
                  <a:off x="2749380" y="928080"/>
                  <a:ext cx="167400" cy="24048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84" name="Ink 83">
                  <a:extLst>
                    <a:ext uri="{FF2B5EF4-FFF2-40B4-BE49-F238E27FC236}">
                      <a16:creationId xmlns:a16="http://schemas.microsoft.com/office/drawing/2014/main" id="{C125AF71-13D5-689F-E672-DA6D7ECB5112}"/>
                    </a:ext>
                  </a:extLst>
                </p14:cNvPr>
                <p14:cNvContentPartPr/>
                <p14:nvPr/>
              </p14:nvContentPartPr>
              <p14:xfrm>
                <a:off x="2841540" y="946800"/>
                <a:ext cx="264600" cy="202680"/>
              </p14:xfrm>
            </p:contentPart>
          </mc:Choice>
          <mc:Fallback>
            <p:pic>
              <p:nvPicPr>
                <p:cNvPr id="84" name="Ink 83">
                  <a:extLst>
                    <a:ext uri="{FF2B5EF4-FFF2-40B4-BE49-F238E27FC236}">
                      <a16:creationId xmlns:a16="http://schemas.microsoft.com/office/drawing/2014/main" id="{C125AF71-13D5-689F-E672-DA6D7ECB5112}"/>
                    </a:ext>
                  </a:extLst>
                </p:cNvPr>
                <p:cNvPicPr/>
                <p:nvPr/>
              </p:nvPicPr>
              <p:blipFill>
                <a:blip r:embed="rId75"/>
                <a:stretch>
                  <a:fillRect/>
                </a:stretch>
              </p:blipFill>
              <p:spPr>
                <a:xfrm>
                  <a:off x="2832540" y="937800"/>
                  <a:ext cx="282240" cy="22032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85" name="Ink 84">
                  <a:extLst>
                    <a:ext uri="{FF2B5EF4-FFF2-40B4-BE49-F238E27FC236}">
                      <a16:creationId xmlns:a16="http://schemas.microsoft.com/office/drawing/2014/main" id="{AF2435BF-456E-F34C-3A8A-3AEA120B8F5E}"/>
                    </a:ext>
                  </a:extLst>
                </p14:cNvPr>
                <p14:cNvContentPartPr/>
                <p14:nvPr/>
              </p14:nvContentPartPr>
              <p14:xfrm>
                <a:off x="3167340" y="954360"/>
                <a:ext cx="101160" cy="159480"/>
              </p14:xfrm>
            </p:contentPart>
          </mc:Choice>
          <mc:Fallback>
            <p:pic>
              <p:nvPicPr>
                <p:cNvPr id="85" name="Ink 84">
                  <a:extLst>
                    <a:ext uri="{FF2B5EF4-FFF2-40B4-BE49-F238E27FC236}">
                      <a16:creationId xmlns:a16="http://schemas.microsoft.com/office/drawing/2014/main" id="{AF2435BF-456E-F34C-3A8A-3AEA120B8F5E}"/>
                    </a:ext>
                  </a:extLst>
                </p:cNvPr>
                <p:cNvPicPr/>
                <p:nvPr/>
              </p:nvPicPr>
              <p:blipFill>
                <a:blip r:embed="rId77"/>
                <a:stretch>
                  <a:fillRect/>
                </a:stretch>
              </p:blipFill>
              <p:spPr>
                <a:xfrm>
                  <a:off x="3158700" y="945360"/>
                  <a:ext cx="118800" cy="17712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86" name="Ink 85">
                  <a:extLst>
                    <a:ext uri="{FF2B5EF4-FFF2-40B4-BE49-F238E27FC236}">
                      <a16:creationId xmlns:a16="http://schemas.microsoft.com/office/drawing/2014/main" id="{399D2017-FD0E-1A1E-C62C-8C1A27F40B6B}"/>
                    </a:ext>
                  </a:extLst>
                </p14:cNvPr>
                <p14:cNvContentPartPr/>
                <p14:nvPr/>
              </p14:nvContentPartPr>
              <p14:xfrm>
                <a:off x="3174540" y="933480"/>
                <a:ext cx="210600" cy="201240"/>
              </p14:xfrm>
            </p:contentPart>
          </mc:Choice>
          <mc:Fallback>
            <p:pic>
              <p:nvPicPr>
                <p:cNvPr id="86" name="Ink 85">
                  <a:extLst>
                    <a:ext uri="{FF2B5EF4-FFF2-40B4-BE49-F238E27FC236}">
                      <a16:creationId xmlns:a16="http://schemas.microsoft.com/office/drawing/2014/main" id="{399D2017-FD0E-1A1E-C62C-8C1A27F40B6B}"/>
                    </a:ext>
                  </a:extLst>
                </p:cNvPr>
                <p:cNvPicPr/>
                <p:nvPr/>
              </p:nvPicPr>
              <p:blipFill>
                <a:blip r:embed="rId79"/>
                <a:stretch>
                  <a:fillRect/>
                </a:stretch>
              </p:blipFill>
              <p:spPr>
                <a:xfrm>
                  <a:off x="3165900" y="924480"/>
                  <a:ext cx="228240" cy="21888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90" name="Ink 89">
                  <a:extLst>
                    <a:ext uri="{FF2B5EF4-FFF2-40B4-BE49-F238E27FC236}">
                      <a16:creationId xmlns:a16="http://schemas.microsoft.com/office/drawing/2014/main" id="{39DF476E-70A9-D6C4-1DDB-223F68C1DAB5}"/>
                    </a:ext>
                  </a:extLst>
                </p14:cNvPr>
                <p14:cNvContentPartPr/>
                <p14:nvPr/>
              </p14:nvContentPartPr>
              <p14:xfrm>
                <a:off x="1585860" y="1472760"/>
                <a:ext cx="272880" cy="45360"/>
              </p14:xfrm>
            </p:contentPart>
          </mc:Choice>
          <mc:Fallback>
            <p:pic>
              <p:nvPicPr>
                <p:cNvPr id="90" name="Ink 89">
                  <a:extLst>
                    <a:ext uri="{FF2B5EF4-FFF2-40B4-BE49-F238E27FC236}">
                      <a16:creationId xmlns:a16="http://schemas.microsoft.com/office/drawing/2014/main" id="{39DF476E-70A9-D6C4-1DDB-223F68C1DAB5}"/>
                    </a:ext>
                  </a:extLst>
                </p:cNvPr>
                <p:cNvPicPr/>
                <p:nvPr/>
              </p:nvPicPr>
              <p:blipFill>
                <a:blip r:embed="rId81"/>
                <a:stretch>
                  <a:fillRect/>
                </a:stretch>
              </p:blipFill>
              <p:spPr>
                <a:xfrm>
                  <a:off x="1576860" y="1463760"/>
                  <a:ext cx="290520" cy="6300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91" name="Ink 90">
                  <a:extLst>
                    <a:ext uri="{FF2B5EF4-FFF2-40B4-BE49-F238E27FC236}">
                      <a16:creationId xmlns:a16="http://schemas.microsoft.com/office/drawing/2014/main" id="{70EAC112-D671-CC39-DD4D-0AFEE7CA3D23}"/>
                    </a:ext>
                  </a:extLst>
                </p14:cNvPr>
                <p14:cNvContentPartPr/>
                <p14:nvPr/>
              </p14:nvContentPartPr>
              <p14:xfrm>
                <a:off x="1653540" y="1497600"/>
                <a:ext cx="59400" cy="168480"/>
              </p14:xfrm>
            </p:contentPart>
          </mc:Choice>
          <mc:Fallback>
            <p:pic>
              <p:nvPicPr>
                <p:cNvPr id="91" name="Ink 90">
                  <a:extLst>
                    <a:ext uri="{FF2B5EF4-FFF2-40B4-BE49-F238E27FC236}">
                      <a16:creationId xmlns:a16="http://schemas.microsoft.com/office/drawing/2014/main" id="{70EAC112-D671-CC39-DD4D-0AFEE7CA3D23}"/>
                    </a:ext>
                  </a:extLst>
                </p:cNvPr>
                <p:cNvPicPr/>
                <p:nvPr/>
              </p:nvPicPr>
              <p:blipFill>
                <a:blip r:embed="rId83"/>
                <a:stretch>
                  <a:fillRect/>
                </a:stretch>
              </p:blipFill>
              <p:spPr>
                <a:xfrm>
                  <a:off x="1644900" y="1488960"/>
                  <a:ext cx="7704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92" name="Ink 91">
                  <a:extLst>
                    <a:ext uri="{FF2B5EF4-FFF2-40B4-BE49-F238E27FC236}">
                      <a16:creationId xmlns:a16="http://schemas.microsoft.com/office/drawing/2014/main" id="{377FC730-2A59-7B67-69E1-27419C6C4500}"/>
                    </a:ext>
                  </a:extLst>
                </p14:cNvPr>
                <p14:cNvContentPartPr/>
                <p14:nvPr/>
              </p14:nvContentPartPr>
              <p14:xfrm>
                <a:off x="1783860" y="1525320"/>
                <a:ext cx="89640" cy="118080"/>
              </p14:xfrm>
            </p:contentPart>
          </mc:Choice>
          <mc:Fallback>
            <p:pic>
              <p:nvPicPr>
                <p:cNvPr id="92" name="Ink 91">
                  <a:extLst>
                    <a:ext uri="{FF2B5EF4-FFF2-40B4-BE49-F238E27FC236}">
                      <a16:creationId xmlns:a16="http://schemas.microsoft.com/office/drawing/2014/main" id="{377FC730-2A59-7B67-69E1-27419C6C4500}"/>
                    </a:ext>
                  </a:extLst>
                </p:cNvPr>
                <p:cNvPicPr/>
                <p:nvPr/>
              </p:nvPicPr>
              <p:blipFill>
                <a:blip r:embed="rId85"/>
                <a:stretch>
                  <a:fillRect/>
                </a:stretch>
              </p:blipFill>
              <p:spPr>
                <a:xfrm>
                  <a:off x="1774860" y="1516680"/>
                  <a:ext cx="10728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93" name="Ink 92">
                  <a:extLst>
                    <a:ext uri="{FF2B5EF4-FFF2-40B4-BE49-F238E27FC236}">
                      <a16:creationId xmlns:a16="http://schemas.microsoft.com/office/drawing/2014/main" id="{A859634E-51C4-FC6E-0F23-86E242124C95}"/>
                    </a:ext>
                  </a:extLst>
                </p14:cNvPr>
                <p14:cNvContentPartPr/>
                <p14:nvPr/>
              </p14:nvContentPartPr>
              <p14:xfrm>
                <a:off x="1942620" y="1492200"/>
                <a:ext cx="118800" cy="120960"/>
              </p14:xfrm>
            </p:contentPart>
          </mc:Choice>
          <mc:Fallback>
            <p:pic>
              <p:nvPicPr>
                <p:cNvPr id="93" name="Ink 92">
                  <a:extLst>
                    <a:ext uri="{FF2B5EF4-FFF2-40B4-BE49-F238E27FC236}">
                      <a16:creationId xmlns:a16="http://schemas.microsoft.com/office/drawing/2014/main" id="{A859634E-51C4-FC6E-0F23-86E242124C95}"/>
                    </a:ext>
                  </a:extLst>
                </p:cNvPr>
                <p:cNvPicPr/>
                <p:nvPr/>
              </p:nvPicPr>
              <p:blipFill>
                <a:blip r:embed="rId87"/>
                <a:stretch>
                  <a:fillRect/>
                </a:stretch>
              </p:blipFill>
              <p:spPr>
                <a:xfrm>
                  <a:off x="1933620" y="1483200"/>
                  <a:ext cx="136440" cy="13860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94" name="Ink 93">
                  <a:extLst>
                    <a:ext uri="{FF2B5EF4-FFF2-40B4-BE49-F238E27FC236}">
                      <a16:creationId xmlns:a16="http://schemas.microsoft.com/office/drawing/2014/main" id="{675F89AF-7290-A314-1098-D93E6FB64055}"/>
                    </a:ext>
                  </a:extLst>
                </p14:cNvPr>
                <p14:cNvContentPartPr/>
                <p14:nvPr/>
              </p14:nvContentPartPr>
              <p14:xfrm>
                <a:off x="2088780" y="1454040"/>
                <a:ext cx="52920" cy="156960"/>
              </p14:xfrm>
            </p:contentPart>
          </mc:Choice>
          <mc:Fallback>
            <p:pic>
              <p:nvPicPr>
                <p:cNvPr id="94" name="Ink 93">
                  <a:extLst>
                    <a:ext uri="{FF2B5EF4-FFF2-40B4-BE49-F238E27FC236}">
                      <a16:creationId xmlns:a16="http://schemas.microsoft.com/office/drawing/2014/main" id="{675F89AF-7290-A314-1098-D93E6FB64055}"/>
                    </a:ext>
                  </a:extLst>
                </p:cNvPr>
                <p:cNvPicPr/>
                <p:nvPr/>
              </p:nvPicPr>
              <p:blipFill>
                <a:blip r:embed="rId89"/>
                <a:stretch>
                  <a:fillRect/>
                </a:stretch>
              </p:blipFill>
              <p:spPr>
                <a:xfrm>
                  <a:off x="2080140" y="1445040"/>
                  <a:ext cx="70560" cy="17460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95" name="Ink 94">
                  <a:extLst>
                    <a:ext uri="{FF2B5EF4-FFF2-40B4-BE49-F238E27FC236}">
                      <a16:creationId xmlns:a16="http://schemas.microsoft.com/office/drawing/2014/main" id="{A6D7F2F3-6AA8-6897-F336-A4662FC32B71}"/>
                    </a:ext>
                  </a:extLst>
                </p14:cNvPr>
                <p14:cNvContentPartPr/>
                <p14:nvPr/>
              </p14:nvContentPartPr>
              <p14:xfrm>
                <a:off x="2209020" y="1463760"/>
                <a:ext cx="141480" cy="137520"/>
              </p14:xfrm>
            </p:contentPart>
          </mc:Choice>
          <mc:Fallback>
            <p:pic>
              <p:nvPicPr>
                <p:cNvPr id="95" name="Ink 94">
                  <a:extLst>
                    <a:ext uri="{FF2B5EF4-FFF2-40B4-BE49-F238E27FC236}">
                      <a16:creationId xmlns:a16="http://schemas.microsoft.com/office/drawing/2014/main" id="{A6D7F2F3-6AA8-6897-F336-A4662FC32B71}"/>
                    </a:ext>
                  </a:extLst>
                </p:cNvPr>
                <p:cNvPicPr/>
                <p:nvPr/>
              </p:nvPicPr>
              <p:blipFill>
                <a:blip r:embed="rId91"/>
                <a:stretch>
                  <a:fillRect/>
                </a:stretch>
              </p:blipFill>
              <p:spPr>
                <a:xfrm>
                  <a:off x="2200380" y="1454760"/>
                  <a:ext cx="159120" cy="15516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96" name="Ink 95">
                  <a:extLst>
                    <a:ext uri="{FF2B5EF4-FFF2-40B4-BE49-F238E27FC236}">
                      <a16:creationId xmlns:a16="http://schemas.microsoft.com/office/drawing/2014/main" id="{2B005E37-6A7A-A798-92F0-C081E01514DF}"/>
                    </a:ext>
                  </a:extLst>
                </p14:cNvPr>
                <p14:cNvContentPartPr/>
                <p14:nvPr/>
              </p14:nvContentPartPr>
              <p14:xfrm>
                <a:off x="1481100" y="1473120"/>
                <a:ext cx="196560" cy="243000"/>
              </p14:xfrm>
            </p:contentPart>
          </mc:Choice>
          <mc:Fallback>
            <p:pic>
              <p:nvPicPr>
                <p:cNvPr id="96" name="Ink 95">
                  <a:extLst>
                    <a:ext uri="{FF2B5EF4-FFF2-40B4-BE49-F238E27FC236}">
                      <a16:creationId xmlns:a16="http://schemas.microsoft.com/office/drawing/2014/main" id="{2B005E37-6A7A-A798-92F0-C081E01514DF}"/>
                    </a:ext>
                  </a:extLst>
                </p:cNvPr>
                <p:cNvPicPr/>
                <p:nvPr/>
              </p:nvPicPr>
              <p:blipFill>
                <a:blip r:embed="rId93"/>
                <a:stretch>
                  <a:fillRect/>
                </a:stretch>
              </p:blipFill>
              <p:spPr>
                <a:xfrm>
                  <a:off x="1472100" y="1464120"/>
                  <a:ext cx="214200" cy="26064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97" name="Ink 96">
                  <a:extLst>
                    <a:ext uri="{FF2B5EF4-FFF2-40B4-BE49-F238E27FC236}">
                      <a16:creationId xmlns:a16="http://schemas.microsoft.com/office/drawing/2014/main" id="{814F85BF-D798-5B7F-FC4B-1E55A503C11D}"/>
                    </a:ext>
                  </a:extLst>
                </p14:cNvPr>
                <p14:cNvContentPartPr/>
                <p14:nvPr/>
              </p14:nvContentPartPr>
              <p14:xfrm>
                <a:off x="2425380" y="1418040"/>
                <a:ext cx="122400" cy="192600"/>
              </p14:xfrm>
            </p:contentPart>
          </mc:Choice>
          <mc:Fallback>
            <p:pic>
              <p:nvPicPr>
                <p:cNvPr id="97" name="Ink 96">
                  <a:extLst>
                    <a:ext uri="{FF2B5EF4-FFF2-40B4-BE49-F238E27FC236}">
                      <a16:creationId xmlns:a16="http://schemas.microsoft.com/office/drawing/2014/main" id="{814F85BF-D798-5B7F-FC4B-1E55A503C11D}"/>
                    </a:ext>
                  </a:extLst>
                </p:cNvPr>
                <p:cNvPicPr/>
                <p:nvPr/>
              </p:nvPicPr>
              <p:blipFill>
                <a:blip r:embed="rId95"/>
                <a:stretch>
                  <a:fillRect/>
                </a:stretch>
              </p:blipFill>
              <p:spPr>
                <a:xfrm>
                  <a:off x="2416740" y="1409400"/>
                  <a:ext cx="140040" cy="21024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99" name="Ink 98">
                  <a:extLst>
                    <a:ext uri="{FF2B5EF4-FFF2-40B4-BE49-F238E27FC236}">
                      <a16:creationId xmlns:a16="http://schemas.microsoft.com/office/drawing/2014/main" id="{69731DFC-8A61-A00F-C176-47D76805E660}"/>
                    </a:ext>
                  </a:extLst>
                </p14:cNvPr>
                <p14:cNvContentPartPr/>
                <p14:nvPr/>
              </p14:nvContentPartPr>
              <p14:xfrm>
                <a:off x="713940" y="3817080"/>
                <a:ext cx="1355760" cy="683640"/>
              </p14:xfrm>
            </p:contentPart>
          </mc:Choice>
          <mc:Fallback>
            <p:pic>
              <p:nvPicPr>
                <p:cNvPr id="99" name="Ink 98">
                  <a:extLst>
                    <a:ext uri="{FF2B5EF4-FFF2-40B4-BE49-F238E27FC236}">
                      <a16:creationId xmlns:a16="http://schemas.microsoft.com/office/drawing/2014/main" id="{69731DFC-8A61-A00F-C176-47D76805E660}"/>
                    </a:ext>
                  </a:extLst>
                </p:cNvPr>
                <p:cNvPicPr/>
                <p:nvPr/>
              </p:nvPicPr>
              <p:blipFill>
                <a:blip r:embed="rId97"/>
                <a:stretch>
                  <a:fillRect/>
                </a:stretch>
              </p:blipFill>
              <p:spPr>
                <a:xfrm>
                  <a:off x="705300" y="3808440"/>
                  <a:ext cx="1373400" cy="70128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100" name="Ink 99">
                  <a:extLst>
                    <a:ext uri="{FF2B5EF4-FFF2-40B4-BE49-F238E27FC236}">
                      <a16:creationId xmlns:a16="http://schemas.microsoft.com/office/drawing/2014/main" id="{2506F360-BDEE-0BC6-3215-5FE787D8FE9F}"/>
                    </a:ext>
                  </a:extLst>
                </p14:cNvPr>
                <p14:cNvContentPartPr/>
                <p14:nvPr/>
              </p14:nvContentPartPr>
              <p14:xfrm>
                <a:off x="1026060" y="3994560"/>
                <a:ext cx="179640" cy="169920"/>
              </p14:xfrm>
            </p:contentPart>
          </mc:Choice>
          <mc:Fallback>
            <p:pic>
              <p:nvPicPr>
                <p:cNvPr id="100" name="Ink 99">
                  <a:extLst>
                    <a:ext uri="{FF2B5EF4-FFF2-40B4-BE49-F238E27FC236}">
                      <a16:creationId xmlns:a16="http://schemas.microsoft.com/office/drawing/2014/main" id="{2506F360-BDEE-0BC6-3215-5FE787D8FE9F}"/>
                    </a:ext>
                  </a:extLst>
                </p:cNvPr>
                <p:cNvPicPr/>
                <p:nvPr/>
              </p:nvPicPr>
              <p:blipFill>
                <a:blip r:embed="rId99"/>
                <a:stretch>
                  <a:fillRect/>
                </a:stretch>
              </p:blipFill>
              <p:spPr>
                <a:xfrm>
                  <a:off x="1017420" y="3985560"/>
                  <a:ext cx="197280" cy="18756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101" name="Ink 100">
                  <a:extLst>
                    <a:ext uri="{FF2B5EF4-FFF2-40B4-BE49-F238E27FC236}">
                      <a16:creationId xmlns:a16="http://schemas.microsoft.com/office/drawing/2014/main" id="{6586A8D9-8CC0-E6C3-702D-A5249F2641C0}"/>
                    </a:ext>
                  </a:extLst>
                </p14:cNvPr>
                <p14:cNvContentPartPr/>
                <p14:nvPr/>
              </p14:nvContentPartPr>
              <p14:xfrm>
                <a:off x="1187340" y="4002480"/>
                <a:ext cx="214920" cy="151560"/>
              </p14:xfrm>
            </p:contentPart>
          </mc:Choice>
          <mc:Fallback>
            <p:pic>
              <p:nvPicPr>
                <p:cNvPr id="101" name="Ink 100">
                  <a:extLst>
                    <a:ext uri="{FF2B5EF4-FFF2-40B4-BE49-F238E27FC236}">
                      <a16:creationId xmlns:a16="http://schemas.microsoft.com/office/drawing/2014/main" id="{6586A8D9-8CC0-E6C3-702D-A5249F2641C0}"/>
                    </a:ext>
                  </a:extLst>
                </p:cNvPr>
                <p:cNvPicPr/>
                <p:nvPr/>
              </p:nvPicPr>
              <p:blipFill>
                <a:blip r:embed="rId101"/>
                <a:stretch>
                  <a:fillRect/>
                </a:stretch>
              </p:blipFill>
              <p:spPr>
                <a:xfrm>
                  <a:off x="1178340" y="3993840"/>
                  <a:ext cx="232560" cy="16920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102" name="Ink 101">
                  <a:extLst>
                    <a:ext uri="{FF2B5EF4-FFF2-40B4-BE49-F238E27FC236}">
                      <a16:creationId xmlns:a16="http://schemas.microsoft.com/office/drawing/2014/main" id="{666A2648-2ED6-3871-8382-17123DAC8085}"/>
                    </a:ext>
                  </a:extLst>
                </p14:cNvPr>
                <p14:cNvContentPartPr/>
                <p14:nvPr/>
              </p14:nvContentPartPr>
              <p14:xfrm>
                <a:off x="1396500" y="3987720"/>
                <a:ext cx="33480" cy="145800"/>
              </p14:xfrm>
            </p:contentPart>
          </mc:Choice>
          <mc:Fallback>
            <p:pic>
              <p:nvPicPr>
                <p:cNvPr id="102" name="Ink 101">
                  <a:extLst>
                    <a:ext uri="{FF2B5EF4-FFF2-40B4-BE49-F238E27FC236}">
                      <a16:creationId xmlns:a16="http://schemas.microsoft.com/office/drawing/2014/main" id="{666A2648-2ED6-3871-8382-17123DAC8085}"/>
                    </a:ext>
                  </a:extLst>
                </p:cNvPr>
                <p:cNvPicPr/>
                <p:nvPr/>
              </p:nvPicPr>
              <p:blipFill>
                <a:blip r:embed="rId103"/>
                <a:stretch>
                  <a:fillRect/>
                </a:stretch>
              </p:blipFill>
              <p:spPr>
                <a:xfrm>
                  <a:off x="1387860" y="3978720"/>
                  <a:ext cx="51120" cy="16344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103" name="Ink 102">
                  <a:extLst>
                    <a:ext uri="{FF2B5EF4-FFF2-40B4-BE49-F238E27FC236}">
                      <a16:creationId xmlns:a16="http://schemas.microsoft.com/office/drawing/2014/main" id="{9770BA0F-130C-211C-2F80-D9CC2723CF7D}"/>
                    </a:ext>
                  </a:extLst>
                </p14:cNvPr>
                <p14:cNvContentPartPr/>
                <p14:nvPr/>
              </p14:nvContentPartPr>
              <p14:xfrm>
                <a:off x="1500900" y="4008240"/>
                <a:ext cx="67680" cy="119160"/>
              </p14:xfrm>
            </p:contentPart>
          </mc:Choice>
          <mc:Fallback>
            <p:pic>
              <p:nvPicPr>
                <p:cNvPr id="103" name="Ink 102">
                  <a:extLst>
                    <a:ext uri="{FF2B5EF4-FFF2-40B4-BE49-F238E27FC236}">
                      <a16:creationId xmlns:a16="http://schemas.microsoft.com/office/drawing/2014/main" id="{9770BA0F-130C-211C-2F80-D9CC2723CF7D}"/>
                    </a:ext>
                  </a:extLst>
                </p:cNvPr>
                <p:cNvPicPr/>
                <p:nvPr/>
              </p:nvPicPr>
              <p:blipFill>
                <a:blip r:embed="rId105"/>
                <a:stretch>
                  <a:fillRect/>
                </a:stretch>
              </p:blipFill>
              <p:spPr>
                <a:xfrm>
                  <a:off x="1492260" y="3999240"/>
                  <a:ext cx="85320" cy="13680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104" name="Ink 103">
                  <a:extLst>
                    <a:ext uri="{FF2B5EF4-FFF2-40B4-BE49-F238E27FC236}">
                      <a16:creationId xmlns:a16="http://schemas.microsoft.com/office/drawing/2014/main" id="{290E659E-1EA2-E1DA-1E4A-B8DA0BB27849}"/>
                    </a:ext>
                  </a:extLst>
                </p14:cNvPr>
                <p14:cNvContentPartPr/>
                <p14:nvPr/>
              </p14:nvContentPartPr>
              <p14:xfrm>
                <a:off x="1301820" y="3539160"/>
                <a:ext cx="36000" cy="268200"/>
              </p14:xfrm>
            </p:contentPart>
          </mc:Choice>
          <mc:Fallback>
            <p:pic>
              <p:nvPicPr>
                <p:cNvPr id="104" name="Ink 103">
                  <a:extLst>
                    <a:ext uri="{FF2B5EF4-FFF2-40B4-BE49-F238E27FC236}">
                      <a16:creationId xmlns:a16="http://schemas.microsoft.com/office/drawing/2014/main" id="{290E659E-1EA2-E1DA-1E4A-B8DA0BB27849}"/>
                    </a:ext>
                  </a:extLst>
                </p:cNvPr>
                <p:cNvPicPr/>
                <p:nvPr/>
              </p:nvPicPr>
              <p:blipFill>
                <a:blip r:embed="rId107"/>
                <a:stretch>
                  <a:fillRect/>
                </a:stretch>
              </p:blipFill>
              <p:spPr>
                <a:xfrm>
                  <a:off x="1292820" y="3530520"/>
                  <a:ext cx="53640" cy="28584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105" name="Ink 104">
                  <a:extLst>
                    <a:ext uri="{FF2B5EF4-FFF2-40B4-BE49-F238E27FC236}">
                      <a16:creationId xmlns:a16="http://schemas.microsoft.com/office/drawing/2014/main" id="{09566625-5108-18C5-0FEB-FEE89C36675F}"/>
                    </a:ext>
                  </a:extLst>
                </p14:cNvPr>
                <p14:cNvContentPartPr/>
                <p14:nvPr/>
              </p14:nvContentPartPr>
              <p14:xfrm>
                <a:off x="1236300" y="3544560"/>
                <a:ext cx="161280" cy="119160"/>
              </p14:xfrm>
            </p:contentPart>
          </mc:Choice>
          <mc:Fallback>
            <p:pic>
              <p:nvPicPr>
                <p:cNvPr id="105" name="Ink 104">
                  <a:extLst>
                    <a:ext uri="{FF2B5EF4-FFF2-40B4-BE49-F238E27FC236}">
                      <a16:creationId xmlns:a16="http://schemas.microsoft.com/office/drawing/2014/main" id="{09566625-5108-18C5-0FEB-FEE89C36675F}"/>
                    </a:ext>
                  </a:extLst>
                </p:cNvPr>
                <p:cNvPicPr/>
                <p:nvPr/>
              </p:nvPicPr>
              <p:blipFill>
                <a:blip r:embed="rId109"/>
                <a:stretch>
                  <a:fillRect/>
                </a:stretch>
              </p:blipFill>
              <p:spPr>
                <a:xfrm>
                  <a:off x="1227660" y="3535920"/>
                  <a:ext cx="178920" cy="13680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106" name="Ink 105">
                  <a:extLst>
                    <a:ext uri="{FF2B5EF4-FFF2-40B4-BE49-F238E27FC236}">
                      <a16:creationId xmlns:a16="http://schemas.microsoft.com/office/drawing/2014/main" id="{15DFFC6B-6149-B198-2376-B00046B4FF9B}"/>
                    </a:ext>
                  </a:extLst>
                </p14:cNvPr>
                <p14:cNvContentPartPr/>
                <p14:nvPr/>
              </p14:nvContentPartPr>
              <p14:xfrm>
                <a:off x="789180" y="2888640"/>
                <a:ext cx="1212480" cy="547920"/>
              </p14:xfrm>
            </p:contentPart>
          </mc:Choice>
          <mc:Fallback>
            <p:pic>
              <p:nvPicPr>
                <p:cNvPr id="106" name="Ink 105">
                  <a:extLst>
                    <a:ext uri="{FF2B5EF4-FFF2-40B4-BE49-F238E27FC236}">
                      <a16:creationId xmlns:a16="http://schemas.microsoft.com/office/drawing/2014/main" id="{15DFFC6B-6149-B198-2376-B00046B4FF9B}"/>
                    </a:ext>
                  </a:extLst>
                </p:cNvPr>
                <p:cNvPicPr/>
                <p:nvPr/>
              </p:nvPicPr>
              <p:blipFill>
                <a:blip r:embed="rId111"/>
                <a:stretch>
                  <a:fillRect/>
                </a:stretch>
              </p:blipFill>
              <p:spPr>
                <a:xfrm>
                  <a:off x="780180" y="2879640"/>
                  <a:ext cx="1230120" cy="56556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107" name="Ink 106">
                  <a:extLst>
                    <a:ext uri="{FF2B5EF4-FFF2-40B4-BE49-F238E27FC236}">
                      <a16:creationId xmlns:a16="http://schemas.microsoft.com/office/drawing/2014/main" id="{9FC15E2A-FA5F-EE54-3598-869EBC693CDA}"/>
                    </a:ext>
                  </a:extLst>
                </p14:cNvPr>
                <p14:cNvContentPartPr/>
                <p14:nvPr/>
              </p14:nvContentPartPr>
              <p14:xfrm>
                <a:off x="837780" y="2820240"/>
                <a:ext cx="1156680" cy="591480"/>
              </p14:xfrm>
            </p:contentPart>
          </mc:Choice>
          <mc:Fallback>
            <p:pic>
              <p:nvPicPr>
                <p:cNvPr id="107" name="Ink 106">
                  <a:extLst>
                    <a:ext uri="{FF2B5EF4-FFF2-40B4-BE49-F238E27FC236}">
                      <a16:creationId xmlns:a16="http://schemas.microsoft.com/office/drawing/2014/main" id="{9FC15E2A-FA5F-EE54-3598-869EBC693CDA}"/>
                    </a:ext>
                  </a:extLst>
                </p:cNvPr>
                <p:cNvPicPr/>
                <p:nvPr/>
              </p:nvPicPr>
              <p:blipFill>
                <a:blip r:embed="rId113"/>
                <a:stretch>
                  <a:fillRect/>
                </a:stretch>
              </p:blipFill>
              <p:spPr>
                <a:xfrm>
                  <a:off x="828780" y="2811600"/>
                  <a:ext cx="1174320" cy="60912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108" name="Ink 107">
                  <a:extLst>
                    <a:ext uri="{FF2B5EF4-FFF2-40B4-BE49-F238E27FC236}">
                      <a16:creationId xmlns:a16="http://schemas.microsoft.com/office/drawing/2014/main" id="{104C7185-6468-824B-494F-8EF564B32573}"/>
                    </a:ext>
                  </a:extLst>
                </p14:cNvPr>
                <p14:cNvContentPartPr/>
                <p14:nvPr/>
              </p14:nvContentPartPr>
              <p14:xfrm>
                <a:off x="942180" y="3035880"/>
                <a:ext cx="142200" cy="164520"/>
              </p14:xfrm>
            </p:contentPart>
          </mc:Choice>
          <mc:Fallback>
            <p:pic>
              <p:nvPicPr>
                <p:cNvPr id="108" name="Ink 107">
                  <a:extLst>
                    <a:ext uri="{FF2B5EF4-FFF2-40B4-BE49-F238E27FC236}">
                      <a16:creationId xmlns:a16="http://schemas.microsoft.com/office/drawing/2014/main" id="{104C7185-6468-824B-494F-8EF564B32573}"/>
                    </a:ext>
                  </a:extLst>
                </p:cNvPr>
                <p:cNvPicPr/>
                <p:nvPr/>
              </p:nvPicPr>
              <p:blipFill>
                <a:blip r:embed="rId115"/>
                <a:stretch>
                  <a:fillRect/>
                </a:stretch>
              </p:blipFill>
              <p:spPr>
                <a:xfrm>
                  <a:off x="933540" y="3026880"/>
                  <a:ext cx="159840" cy="18216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109" name="Ink 108">
                  <a:extLst>
                    <a:ext uri="{FF2B5EF4-FFF2-40B4-BE49-F238E27FC236}">
                      <a16:creationId xmlns:a16="http://schemas.microsoft.com/office/drawing/2014/main" id="{BA2DA8A1-CC67-736B-0945-E7DFC7F47E0B}"/>
                    </a:ext>
                  </a:extLst>
                </p14:cNvPr>
                <p14:cNvContentPartPr/>
                <p14:nvPr/>
              </p14:nvContentPartPr>
              <p14:xfrm>
                <a:off x="1107420" y="2955960"/>
                <a:ext cx="119520" cy="219960"/>
              </p14:xfrm>
            </p:contentPart>
          </mc:Choice>
          <mc:Fallback>
            <p:pic>
              <p:nvPicPr>
                <p:cNvPr id="109" name="Ink 108">
                  <a:extLst>
                    <a:ext uri="{FF2B5EF4-FFF2-40B4-BE49-F238E27FC236}">
                      <a16:creationId xmlns:a16="http://schemas.microsoft.com/office/drawing/2014/main" id="{BA2DA8A1-CC67-736B-0945-E7DFC7F47E0B}"/>
                    </a:ext>
                  </a:extLst>
                </p:cNvPr>
                <p:cNvPicPr/>
                <p:nvPr/>
              </p:nvPicPr>
              <p:blipFill>
                <a:blip r:embed="rId117"/>
                <a:stretch>
                  <a:fillRect/>
                </a:stretch>
              </p:blipFill>
              <p:spPr>
                <a:xfrm>
                  <a:off x="1098420" y="2947320"/>
                  <a:ext cx="137160" cy="23760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110" name="Ink 109">
                  <a:extLst>
                    <a:ext uri="{FF2B5EF4-FFF2-40B4-BE49-F238E27FC236}">
                      <a16:creationId xmlns:a16="http://schemas.microsoft.com/office/drawing/2014/main" id="{22F83D8D-C50D-962B-ADB5-23AA0C74E488}"/>
                    </a:ext>
                  </a:extLst>
                </p14:cNvPr>
                <p14:cNvContentPartPr/>
                <p14:nvPr/>
              </p14:nvContentPartPr>
              <p14:xfrm>
                <a:off x="1292460" y="3021120"/>
                <a:ext cx="52560" cy="140400"/>
              </p14:xfrm>
            </p:contentPart>
          </mc:Choice>
          <mc:Fallback>
            <p:pic>
              <p:nvPicPr>
                <p:cNvPr id="110" name="Ink 109">
                  <a:extLst>
                    <a:ext uri="{FF2B5EF4-FFF2-40B4-BE49-F238E27FC236}">
                      <a16:creationId xmlns:a16="http://schemas.microsoft.com/office/drawing/2014/main" id="{22F83D8D-C50D-962B-ADB5-23AA0C74E488}"/>
                    </a:ext>
                  </a:extLst>
                </p:cNvPr>
                <p:cNvPicPr/>
                <p:nvPr/>
              </p:nvPicPr>
              <p:blipFill>
                <a:blip r:embed="rId119"/>
                <a:stretch>
                  <a:fillRect/>
                </a:stretch>
              </p:blipFill>
              <p:spPr>
                <a:xfrm>
                  <a:off x="1283820" y="3012120"/>
                  <a:ext cx="7020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111" name="Ink 110">
                  <a:extLst>
                    <a:ext uri="{FF2B5EF4-FFF2-40B4-BE49-F238E27FC236}">
                      <a16:creationId xmlns:a16="http://schemas.microsoft.com/office/drawing/2014/main" id="{8E5D7D5A-70D8-6A0F-7FD8-4A134E5E99AF}"/>
                    </a:ext>
                  </a:extLst>
                </p14:cNvPr>
                <p14:cNvContentPartPr/>
                <p14:nvPr/>
              </p14:nvContentPartPr>
              <p14:xfrm>
                <a:off x="1469940" y="2912760"/>
                <a:ext cx="122760" cy="254520"/>
              </p14:xfrm>
            </p:contentPart>
          </mc:Choice>
          <mc:Fallback>
            <p:pic>
              <p:nvPicPr>
                <p:cNvPr id="111" name="Ink 110">
                  <a:extLst>
                    <a:ext uri="{FF2B5EF4-FFF2-40B4-BE49-F238E27FC236}">
                      <a16:creationId xmlns:a16="http://schemas.microsoft.com/office/drawing/2014/main" id="{8E5D7D5A-70D8-6A0F-7FD8-4A134E5E99AF}"/>
                    </a:ext>
                  </a:extLst>
                </p:cNvPr>
                <p:cNvPicPr/>
                <p:nvPr/>
              </p:nvPicPr>
              <p:blipFill>
                <a:blip r:embed="rId121"/>
                <a:stretch>
                  <a:fillRect/>
                </a:stretch>
              </p:blipFill>
              <p:spPr>
                <a:xfrm>
                  <a:off x="1460940" y="2903760"/>
                  <a:ext cx="140400" cy="27216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112" name="Ink 111">
                  <a:extLst>
                    <a:ext uri="{FF2B5EF4-FFF2-40B4-BE49-F238E27FC236}">
                      <a16:creationId xmlns:a16="http://schemas.microsoft.com/office/drawing/2014/main" id="{566E29BD-19AB-871E-D87B-C8C8B280C94A}"/>
                    </a:ext>
                  </a:extLst>
                </p14:cNvPr>
                <p14:cNvContentPartPr/>
                <p14:nvPr/>
              </p14:nvContentPartPr>
              <p14:xfrm>
                <a:off x="1602060" y="3058200"/>
                <a:ext cx="74160" cy="90720"/>
              </p14:xfrm>
            </p:contentPart>
          </mc:Choice>
          <mc:Fallback>
            <p:pic>
              <p:nvPicPr>
                <p:cNvPr id="112" name="Ink 111">
                  <a:extLst>
                    <a:ext uri="{FF2B5EF4-FFF2-40B4-BE49-F238E27FC236}">
                      <a16:creationId xmlns:a16="http://schemas.microsoft.com/office/drawing/2014/main" id="{566E29BD-19AB-871E-D87B-C8C8B280C94A}"/>
                    </a:ext>
                  </a:extLst>
                </p:cNvPr>
                <p:cNvPicPr/>
                <p:nvPr/>
              </p:nvPicPr>
              <p:blipFill>
                <a:blip r:embed="rId123"/>
                <a:stretch>
                  <a:fillRect/>
                </a:stretch>
              </p:blipFill>
              <p:spPr>
                <a:xfrm>
                  <a:off x="1593060" y="3049560"/>
                  <a:ext cx="91800" cy="10836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113" name="Ink 112">
                  <a:extLst>
                    <a:ext uri="{FF2B5EF4-FFF2-40B4-BE49-F238E27FC236}">
                      <a16:creationId xmlns:a16="http://schemas.microsoft.com/office/drawing/2014/main" id="{CB303152-D4F9-18D6-4F5A-0DB621E6ABBD}"/>
                    </a:ext>
                  </a:extLst>
                </p14:cNvPr>
                <p14:cNvContentPartPr/>
                <p14:nvPr/>
              </p14:nvContentPartPr>
              <p14:xfrm>
                <a:off x="1696740" y="3047400"/>
                <a:ext cx="74520" cy="81720"/>
              </p14:xfrm>
            </p:contentPart>
          </mc:Choice>
          <mc:Fallback>
            <p:pic>
              <p:nvPicPr>
                <p:cNvPr id="113" name="Ink 112">
                  <a:extLst>
                    <a:ext uri="{FF2B5EF4-FFF2-40B4-BE49-F238E27FC236}">
                      <a16:creationId xmlns:a16="http://schemas.microsoft.com/office/drawing/2014/main" id="{CB303152-D4F9-18D6-4F5A-0DB621E6ABBD}"/>
                    </a:ext>
                  </a:extLst>
                </p:cNvPr>
                <p:cNvPicPr/>
                <p:nvPr/>
              </p:nvPicPr>
              <p:blipFill>
                <a:blip r:embed="rId125"/>
                <a:stretch>
                  <a:fillRect/>
                </a:stretch>
              </p:blipFill>
              <p:spPr>
                <a:xfrm>
                  <a:off x="1688100" y="3038760"/>
                  <a:ext cx="92160" cy="9936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114" name="Ink 113">
                  <a:extLst>
                    <a:ext uri="{FF2B5EF4-FFF2-40B4-BE49-F238E27FC236}">
                      <a16:creationId xmlns:a16="http://schemas.microsoft.com/office/drawing/2014/main" id="{D5F4E930-AC90-60E2-3A29-B64B3F86D502}"/>
                    </a:ext>
                  </a:extLst>
                </p14:cNvPr>
                <p14:cNvContentPartPr/>
                <p14:nvPr/>
              </p14:nvContentPartPr>
              <p14:xfrm>
                <a:off x="1790340" y="2928240"/>
                <a:ext cx="40680" cy="172440"/>
              </p14:xfrm>
            </p:contentPart>
          </mc:Choice>
          <mc:Fallback>
            <p:pic>
              <p:nvPicPr>
                <p:cNvPr id="114" name="Ink 113">
                  <a:extLst>
                    <a:ext uri="{FF2B5EF4-FFF2-40B4-BE49-F238E27FC236}">
                      <a16:creationId xmlns:a16="http://schemas.microsoft.com/office/drawing/2014/main" id="{D5F4E930-AC90-60E2-3A29-B64B3F86D502}"/>
                    </a:ext>
                  </a:extLst>
                </p:cNvPr>
                <p:cNvPicPr/>
                <p:nvPr/>
              </p:nvPicPr>
              <p:blipFill>
                <a:blip r:embed="rId127"/>
                <a:stretch>
                  <a:fillRect/>
                </a:stretch>
              </p:blipFill>
              <p:spPr>
                <a:xfrm>
                  <a:off x="1781700" y="2919240"/>
                  <a:ext cx="58320" cy="19008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115" name="Ink 114">
                  <a:extLst>
                    <a:ext uri="{FF2B5EF4-FFF2-40B4-BE49-F238E27FC236}">
                      <a16:creationId xmlns:a16="http://schemas.microsoft.com/office/drawing/2014/main" id="{CE51A8D3-B00B-012C-35F8-7DF43A37599D}"/>
                    </a:ext>
                  </a:extLst>
                </p14:cNvPr>
                <p14:cNvContentPartPr/>
                <p14:nvPr/>
              </p14:nvContentPartPr>
              <p14:xfrm>
                <a:off x="1815900" y="2958840"/>
                <a:ext cx="41760" cy="64080"/>
              </p14:xfrm>
            </p:contentPart>
          </mc:Choice>
          <mc:Fallback>
            <p:pic>
              <p:nvPicPr>
                <p:cNvPr id="115" name="Ink 114">
                  <a:extLst>
                    <a:ext uri="{FF2B5EF4-FFF2-40B4-BE49-F238E27FC236}">
                      <a16:creationId xmlns:a16="http://schemas.microsoft.com/office/drawing/2014/main" id="{CE51A8D3-B00B-012C-35F8-7DF43A37599D}"/>
                    </a:ext>
                  </a:extLst>
                </p:cNvPr>
                <p:cNvPicPr/>
                <p:nvPr/>
              </p:nvPicPr>
              <p:blipFill>
                <a:blip r:embed="rId129"/>
                <a:stretch>
                  <a:fillRect/>
                </a:stretch>
              </p:blipFill>
              <p:spPr>
                <a:xfrm>
                  <a:off x="1807260" y="2949840"/>
                  <a:ext cx="59400" cy="8172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116" name="Ink 115">
                  <a:extLst>
                    <a:ext uri="{FF2B5EF4-FFF2-40B4-BE49-F238E27FC236}">
                      <a16:creationId xmlns:a16="http://schemas.microsoft.com/office/drawing/2014/main" id="{7FE9BB66-BE89-C50E-F355-36063A602B93}"/>
                    </a:ext>
                  </a:extLst>
                </p14:cNvPr>
                <p14:cNvContentPartPr/>
                <p14:nvPr/>
              </p14:nvContentPartPr>
              <p14:xfrm>
                <a:off x="1290300" y="3234240"/>
                <a:ext cx="84240" cy="157320"/>
              </p14:xfrm>
            </p:contentPart>
          </mc:Choice>
          <mc:Fallback>
            <p:pic>
              <p:nvPicPr>
                <p:cNvPr id="116" name="Ink 115">
                  <a:extLst>
                    <a:ext uri="{FF2B5EF4-FFF2-40B4-BE49-F238E27FC236}">
                      <a16:creationId xmlns:a16="http://schemas.microsoft.com/office/drawing/2014/main" id="{7FE9BB66-BE89-C50E-F355-36063A602B93}"/>
                    </a:ext>
                  </a:extLst>
                </p:cNvPr>
                <p:cNvPicPr/>
                <p:nvPr/>
              </p:nvPicPr>
              <p:blipFill>
                <a:blip r:embed="rId131"/>
                <a:stretch>
                  <a:fillRect/>
                </a:stretch>
              </p:blipFill>
              <p:spPr>
                <a:xfrm>
                  <a:off x="1281660" y="3225240"/>
                  <a:ext cx="101880" cy="17496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118" name="Ink 117">
                  <a:extLst>
                    <a:ext uri="{FF2B5EF4-FFF2-40B4-BE49-F238E27FC236}">
                      <a16:creationId xmlns:a16="http://schemas.microsoft.com/office/drawing/2014/main" id="{841825C4-0CD3-E716-7239-DCD7B3C0B821}"/>
                    </a:ext>
                  </a:extLst>
                </p14:cNvPr>
                <p14:cNvContentPartPr/>
                <p14:nvPr/>
              </p14:nvContentPartPr>
              <p14:xfrm>
                <a:off x="1410540" y="3214440"/>
                <a:ext cx="200520" cy="140040"/>
              </p14:xfrm>
            </p:contentPart>
          </mc:Choice>
          <mc:Fallback>
            <p:pic>
              <p:nvPicPr>
                <p:cNvPr id="118" name="Ink 117">
                  <a:extLst>
                    <a:ext uri="{FF2B5EF4-FFF2-40B4-BE49-F238E27FC236}">
                      <a16:creationId xmlns:a16="http://schemas.microsoft.com/office/drawing/2014/main" id="{841825C4-0CD3-E716-7239-DCD7B3C0B821}"/>
                    </a:ext>
                  </a:extLst>
                </p:cNvPr>
                <p:cNvPicPr/>
                <p:nvPr/>
              </p:nvPicPr>
              <p:blipFill>
                <a:blip r:embed="rId133"/>
                <a:stretch>
                  <a:fillRect/>
                </a:stretch>
              </p:blipFill>
              <p:spPr>
                <a:xfrm>
                  <a:off x="1401540" y="3205440"/>
                  <a:ext cx="21816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119" name="Ink 118">
                  <a:extLst>
                    <a:ext uri="{FF2B5EF4-FFF2-40B4-BE49-F238E27FC236}">
                      <a16:creationId xmlns:a16="http://schemas.microsoft.com/office/drawing/2014/main" id="{567819CC-FC7F-F848-3B4B-E90B3E501B02}"/>
                    </a:ext>
                  </a:extLst>
                </p14:cNvPr>
                <p14:cNvContentPartPr/>
                <p14:nvPr/>
              </p14:nvContentPartPr>
              <p14:xfrm>
                <a:off x="1583340" y="3261240"/>
                <a:ext cx="89280" cy="91080"/>
              </p14:xfrm>
            </p:contentPart>
          </mc:Choice>
          <mc:Fallback>
            <p:pic>
              <p:nvPicPr>
                <p:cNvPr id="119" name="Ink 118">
                  <a:extLst>
                    <a:ext uri="{FF2B5EF4-FFF2-40B4-BE49-F238E27FC236}">
                      <a16:creationId xmlns:a16="http://schemas.microsoft.com/office/drawing/2014/main" id="{567819CC-FC7F-F848-3B4B-E90B3E501B02}"/>
                    </a:ext>
                  </a:extLst>
                </p:cNvPr>
                <p:cNvPicPr/>
                <p:nvPr/>
              </p:nvPicPr>
              <p:blipFill>
                <a:blip r:embed="rId135"/>
                <a:stretch>
                  <a:fillRect/>
                </a:stretch>
              </p:blipFill>
              <p:spPr>
                <a:xfrm>
                  <a:off x="1574700" y="3252240"/>
                  <a:ext cx="106920" cy="10872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120" name="Ink 119">
                  <a:extLst>
                    <a:ext uri="{FF2B5EF4-FFF2-40B4-BE49-F238E27FC236}">
                      <a16:creationId xmlns:a16="http://schemas.microsoft.com/office/drawing/2014/main" id="{CC4155D1-DB76-28A2-02DE-91F3AB60A015}"/>
                    </a:ext>
                  </a:extLst>
                </p14:cNvPr>
                <p14:cNvContentPartPr/>
                <p14:nvPr/>
              </p14:nvContentPartPr>
              <p14:xfrm>
                <a:off x="1702860" y="3248280"/>
                <a:ext cx="6120" cy="21600"/>
              </p14:xfrm>
            </p:contentPart>
          </mc:Choice>
          <mc:Fallback>
            <p:pic>
              <p:nvPicPr>
                <p:cNvPr id="120" name="Ink 119">
                  <a:extLst>
                    <a:ext uri="{FF2B5EF4-FFF2-40B4-BE49-F238E27FC236}">
                      <a16:creationId xmlns:a16="http://schemas.microsoft.com/office/drawing/2014/main" id="{CC4155D1-DB76-28A2-02DE-91F3AB60A015}"/>
                    </a:ext>
                  </a:extLst>
                </p:cNvPr>
                <p:cNvPicPr/>
                <p:nvPr/>
              </p:nvPicPr>
              <p:blipFill>
                <a:blip r:embed="rId137"/>
                <a:stretch>
                  <a:fillRect/>
                </a:stretch>
              </p:blipFill>
              <p:spPr>
                <a:xfrm>
                  <a:off x="1694220" y="3239280"/>
                  <a:ext cx="23760" cy="3924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121" name="Ink 120">
                  <a:extLst>
                    <a:ext uri="{FF2B5EF4-FFF2-40B4-BE49-F238E27FC236}">
                      <a16:creationId xmlns:a16="http://schemas.microsoft.com/office/drawing/2014/main" id="{84430D46-8821-7B9C-A84B-5B023F1A89EE}"/>
                    </a:ext>
                  </a:extLst>
                </p14:cNvPr>
                <p14:cNvContentPartPr/>
                <p14:nvPr/>
              </p14:nvContentPartPr>
              <p14:xfrm>
                <a:off x="1717260" y="3167280"/>
                <a:ext cx="205560" cy="312840"/>
              </p14:xfrm>
            </p:contentPart>
          </mc:Choice>
          <mc:Fallback>
            <p:pic>
              <p:nvPicPr>
                <p:cNvPr id="121" name="Ink 120">
                  <a:extLst>
                    <a:ext uri="{FF2B5EF4-FFF2-40B4-BE49-F238E27FC236}">
                      <a16:creationId xmlns:a16="http://schemas.microsoft.com/office/drawing/2014/main" id="{84430D46-8821-7B9C-A84B-5B023F1A89EE}"/>
                    </a:ext>
                  </a:extLst>
                </p:cNvPr>
                <p:cNvPicPr/>
                <p:nvPr/>
              </p:nvPicPr>
              <p:blipFill>
                <a:blip r:embed="rId139"/>
                <a:stretch>
                  <a:fillRect/>
                </a:stretch>
              </p:blipFill>
              <p:spPr>
                <a:xfrm>
                  <a:off x="1708260" y="3158640"/>
                  <a:ext cx="223200" cy="33048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123" name="Ink 122">
                  <a:extLst>
                    <a:ext uri="{FF2B5EF4-FFF2-40B4-BE49-F238E27FC236}">
                      <a16:creationId xmlns:a16="http://schemas.microsoft.com/office/drawing/2014/main" id="{EC50D41A-9CF0-BE4C-5B7A-1E3DC3B0BCBC}"/>
                    </a:ext>
                  </a:extLst>
                </p14:cNvPr>
                <p14:cNvContentPartPr/>
                <p14:nvPr/>
              </p14:nvContentPartPr>
              <p14:xfrm>
                <a:off x="1339620" y="2546280"/>
                <a:ext cx="360" cy="278640"/>
              </p14:xfrm>
            </p:contentPart>
          </mc:Choice>
          <mc:Fallback>
            <p:pic>
              <p:nvPicPr>
                <p:cNvPr id="123" name="Ink 122">
                  <a:extLst>
                    <a:ext uri="{FF2B5EF4-FFF2-40B4-BE49-F238E27FC236}">
                      <a16:creationId xmlns:a16="http://schemas.microsoft.com/office/drawing/2014/main" id="{EC50D41A-9CF0-BE4C-5B7A-1E3DC3B0BCBC}"/>
                    </a:ext>
                  </a:extLst>
                </p:cNvPr>
                <p:cNvPicPr/>
                <p:nvPr/>
              </p:nvPicPr>
              <p:blipFill>
                <a:blip r:embed="rId141"/>
                <a:stretch>
                  <a:fillRect/>
                </a:stretch>
              </p:blipFill>
              <p:spPr>
                <a:xfrm>
                  <a:off x="1330980" y="2537280"/>
                  <a:ext cx="18000" cy="29628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124" name="Ink 123">
                  <a:extLst>
                    <a:ext uri="{FF2B5EF4-FFF2-40B4-BE49-F238E27FC236}">
                      <a16:creationId xmlns:a16="http://schemas.microsoft.com/office/drawing/2014/main" id="{05A07232-2624-0D17-6D5E-BDC48D475082}"/>
                    </a:ext>
                  </a:extLst>
                </p14:cNvPr>
                <p14:cNvContentPartPr/>
                <p14:nvPr/>
              </p14:nvContentPartPr>
              <p14:xfrm>
                <a:off x="1244220" y="2550240"/>
                <a:ext cx="128520" cy="113040"/>
              </p14:xfrm>
            </p:contentPart>
          </mc:Choice>
          <mc:Fallback>
            <p:pic>
              <p:nvPicPr>
                <p:cNvPr id="124" name="Ink 123">
                  <a:extLst>
                    <a:ext uri="{FF2B5EF4-FFF2-40B4-BE49-F238E27FC236}">
                      <a16:creationId xmlns:a16="http://schemas.microsoft.com/office/drawing/2014/main" id="{05A07232-2624-0D17-6D5E-BDC48D475082}"/>
                    </a:ext>
                  </a:extLst>
                </p:cNvPr>
                <p:cNvPicPr/>
                <p:nvPr/>
              </p:nvPicPr>
              <p:blipFill>
                <a:blip r:embed="rId143"/>
                <a:stretch>
                  <a:fillRect/>
                </a:stretch>
              </p:blipFill>
              <p:spPr>
                <a:xfrm>
                  <a:off x="1235580" y="2541240"/>
                  <a:ext cx="14616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125" name="Ink 124">
                  <a:extLst>
                    <a:ext uri="{FF2B5EF4-FFF2-40B4-BE49-F238E27FC236}">
                      <a16:creationId xmlns:a16="http://schemas.microsoft.com/office/drawing/2014/main" id="{456A1BE5-99B5-7F36-6069-48ABF542FA63}"/>
                    </a:ext>
                  </a:extLst>
                </p14:cNvPr>
                <p14:cNvContentPartPr/>
                <p14:nvPr/>
              </p14:nvContentPartPr>
              <p14:xfrm>
                <a:off x="906540" y="2045160"/>
                <a:ext cx="1247400" cy="558000"/>
              </p14:xfrm>
            </p:contentPart>
          </mc:Choice>
          <mc:Fallback>
            <p:pic>
              <p:nvPicPr>
                <p:cNvPr id="125" name="Ink 124">
                  <a:extLst>
                    <a:ext uri="{FF2B5EF4-FFF2-40B4-BE49-F238E27FC236}">
                      <a16:creationId xmlns:a16="http://schemas.microsoft.com/office/drawing/2014/main" id="{456A1BE5-99B5-7F36-6069-48ABF542FA63}"/>
                    </a:ext>
                  </a:extLst>
                </p:cNvPr>
                <p:cNvPicPr/>
                <p:nvPr/>
              </p:nvPicPr>
              <p:blipFill>
                <a:blip r:embed="rId145"/>
                <a:stretch>
                  <a:fillRect/>
                </a:stretch>
              </p:blipFill>
              <p:spPr>
                <a:xfrm>
                  <a:off x="897540" y="2036160"/>
                  <a:ext cx="1265040" cy="57564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126" name="Ink 125">
                  <a:extLst>
                    <a:ext uri="{FF2B5EF4-FFF2-40B4-BE49-F238E27FC236}">
                      <a16:creationId xmlns:a16="http://schemas.microsoft.com/office/drawing/2014/main" id="{594A2318-E364-DC15-4492-6005A1E86447}"/>
                    </a:ext>
                  </a:extLst>
                </p14:cNvPr>
                <p14:cNvContentPartPr/>
                <p14:nvPr/>
              </p14:nvContentPartPr>
              <p14:xfrm>
                <a:off x="1036860" y="2273400"/>
                <a:ext cx="210240" cy="196560"/>
              </p14:xfrm>
            </p:contentPart>
          </mc:Choice>
          <mc:Fallback>
            <p:pic>
              <p:nvPicPr>
                <p:cNvPr id="126" name="Ink 125">
                  <a:extLst>
                    <a:ext uri="{FF2B5EF4-FFF2-40B4-BE49-F238E27FC236}">
                      <a16:creationId xmlns:a16="http://schemas.microsoft.com/office/drawing/2014/main" id="{594A2318-E364-DC15-4492-6005A1E86447}"/>
                    </a:ext>
                  </a:extLst>
                </p:cNvPr>
                <p:cNvPicPr/>
                <p:nvPr/>
              </p:nvPicPr>
              <p:blipFill>
                <a:blip r:embed="rId147"/>
                <a:stretch>
                  <a:fillRect/>
                </a:stretch>
              </p:blipFill>
              <p:spPr>
                <a:xfrm>
                  <a:off x="1027860" y="2264400"/>
                  <a:ext cx="227880" cy="21420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127" name="Ink 126">
                  <a:extLst>
                    <a:ext uri="{FF2B5EF4-FFF2-40B4-BE49-F238E27FC236}">
                      <a16:creationId xmlns:a16="http://schemas.microsoft.com/office/drawing/2014/main" id="{033B92B3-E13D-39AA-8A2D-70A3F3504BBE}"/>
                    </a:ext>
                  </a:extLst>
                </p14:cNvPr>
                <p14:cNvContentPartPr/>
                <p14:nvPr/>
              </p14:nvContentPartPr>
              <p14:xfrm>
                <a:off x="1243500" y="2304000"/>
                <a:ext cx="97560" cy="132480"/>
              </p14:xfrm>
            </p:contentPart>
          </mc:Choice>
          <mc:Fallback>
            <p:pic>
              <p:nvPicPr>
                <p:cNvPr id="127" name="Ink 126">
                  <a:extLst>
                    <a:ext uri="{FF2B5EF4-FFF2-40B4-BE49-F238E27FC236}">
                      <a16:creationId xmlns:a16="http://schemas.microsoft.com/office/drawing/2014/main" id="{033B92B3-E13D-39AA-8A2D-70A3F3504BBE}"/>
                    </a:ext>
                  </a:extLst>
                </p:cNvPr>
                <p:cNvPicPr/>
                <p:nvPr/>
              </p:nvPicPr>
              <p:blipFill>
                <a:blip r:embed="rId149"/>
                <a:stretch>
                  <a:fillRect/>
                </a:stretch>
              </p:blipFill>
              <p:spPr>
                <a:xfrm>
                  <a:off x="1234500" y="2295360"/>
                  <a:ext cx="115200" cy="15012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128" name="Ink 127">
                  <a:extLst>
                    <a:ext uri="{FF2B5EF4-FFF2-40B4-BE49-F238E27FC236}">
                      <a16:creationId xmlns:a16="http://schemas.microsoft.com/office/drawing/2014/main" id="{BAFD84EB-ADAE-0FDC-C922-2142E0277EDB}"/>
                    </a:ext>
                  </a:extLst>
                </p14:cNvPr>
                <p14:cNvContentPartPr/>
                <p14:nvPr/>
              </p14:nvContentPartPr>
              <p14:xfrm>
                <a:off x="1356540" y="2288880"/>
                <a:ext cx="59040" cy="90720"/>
              </p14:xfrm>
            </p:contentPart>
          </mc:Choice>
          <mc:Fallback>
            <p:pic>
              <p:nvPicPr>
                <p:cNvPr id="128" name="Ink 127">
                  <a:extLst>
                    <a:ext uri="{FF2B5EF4-FFF2-40B4-BE49-F238E27FC236}">
                      <a16:creationId xmlns:a16="http://schemas.microsoft.com/office/drawing/2014/main" id="{BAFD84EB-ADAE-0FDC-C922-2142E0277EDB}"/>
                    </a:ext>
                  </a:extLst>
                </p:cNvPr>
                <p:cNvPicPr/>
                <p:nvPr/>
              </p:nvPicPr>
              <p:blipFill>
                <a:blip r:embed="rId151"/>
                <a:stretch>
                  <a:fillRect/>
                </a:stretch>
              </p:blipFill>
              <p:spPr>
                <a:xfrm>
                  <a:off x="1347900" y="2279880"/>
                  <a:ext cx="76680" cy="10836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129" name="Ink 128">
                  <a:extLst>
                    <a:ext uri="{FF2B5EF4-FFF2-40B4-BE49-F238E27FC236}">
                      <a16:creationId xmlns:a16="http://schemas.microsoft.com/office/drawing/2014/main" id="{55B659E9-AADE-841D-4D5A-FC838B0FBB0C}"/>
                    </a:ext>
                  </a:extLst>
                </p14:cNvPr>
                <p14:cNvContentPartPr/>
                <p14:nvPr/>
              </p14:nvContentPartPr>
              <p14:xfrm>
                <a:off x="1464900" y="2291400"/>
                <a:ext cx="92160" cy="113400"/>
              </p14:xfrm>
            </p:contentPart>
          </mc:Choice>
          <mc:Fallback>
            <p:pic>
              <p:nvPicPr>
                <p:cNvPr id="129" name="Ink 128">
                  <a:extLst>
                    <a:ext uri="{FF2B5EF4-FFF2-40B4-BE49-F238E27FC236}">
                      <a16:creationId xmlns:a16="http://schemas.microsoft.com/office/drawing/2014/main" id="{55B659E9-AADE-841D-4D5A-FC838B0FBB0C}"/>
                    </a:ext>
                  </a:extLst>
                </p:cNvPr>
                <p:cNvPicPr/>
                <p:nvPr/>
              </p:nvPicPr>
              <p:blipFill>
                <a:blip r:embed="rId153"/>
                <a:stretch>
                  <a:fillRect/>
                </a:stretch>
              </p:blipFill>
              <p:spPr>
                <a:xfrm>
                  <a:off x="1456260" y="2282760"/>
                  <a:ext cx="109800" cy="13104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30" name="Ink 129">
                  <a:extLst>
                    <a:ext uri="{FF2B5EF4-FFF2-40B4-BE49-F238E27FC236}">
                      <a16:creationId xmlns:a16="http://schemas.microsoft.com/office/drawing/2014/main" id="{262698FF-8AD8-F378-6364-C32FC446AF48}"/>
                    </a:ext>
                  </a:extLst>
                </p14:cNvPr>
                <p14:cNvContentPartPr/>
                <p14:nvPr/>
              </p14:nvContentPartPr>
              <p14:xfrm>
                <a:off x="1606380" y="2279520"/>
                <a:ext cx="21960" cy="99000"/>
              </p14:xfrm>
            </p:contentPart>
          </mc:Choice>
          <mc:Fallback>
            <p:pic>
              <p:nvPicPr>
                <p:cNvPr id="130" name="Ink 129">
                  <a:extLst>
                    <a:ext uri="{FF2B5EF4-FFF2-40B4-BE49-F238E27FC236}">
                      <a16:creationId xmlns:a16="http://schemas.microsoft.com/office/drawing/2014/main" id="{262698FF-8AD8-F378-6364-C32FC446AF48}"/>
                    </a:ext>
                  </a:extLst>
                </p:cNvPr>
                <p:cNvPicPr/>
                <p:nvPr/>
              </p:nvPicPr>
              <p:blipFill>
                <a:blip r:embed="rId155"/>
                <a:stretch>
                  <a:fillRect/>
                </a:stretch>
              </p:blipFill>
              <p:spPr>
                <a:xfrm>
                  <a:off x="1597740" y="2270520"/>
                  <a:ext cx="39600" cy="11664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131" name="Ink 130">
                  <a:extLst>
                    <a:ext uri="{FF2B5EF4-FFF2-40B4-BE49-F238E27FC236}">
                      <a16:creationId xmlns:a16="http://schemas.microsoft.com/office/drawing/2014/main" id="{0125FD64-5993-7C6D-8E78-3BF89E6D6C7A}"/>
                    </a:ext>
                  </a:extLst>
                </p14:cNvPr>
                <p14:cNvContentPartPr/>
                <p14:nvPr/>
              </p14:nvContentPartPr>
              <p14:xfrm>
                <a:off x="1625820" y="2213640"/>
                <a:ext cx="6120" cy="28080"/>
              </p14:xfrm>
            </p:contentPart>
          </mc:Choice>
          <mc:Fallback>
            <p:pic>
              <p:nvPicPr>
                <p:cNvPr id="131" name="Ink 130">
                  <a:extLst>
                    <a:ext uri="{FF2B5EF4-FFF2-40B4-BE49-F238E27FC236}">
                      <a16:creationId xmlns:a16="http://schemas.microsoft.com/office/drawing/2014/main" id="{0125FD64-5993-7C6D-8E78-3BF89E6D6C7A}"/>
                    </a:ext>
                  </a:extLst>
                </p:cNvPr>
                <p:cNvPicPr/>
                <p:nvPr/>
              </p:nvPicPr>
              <p:blipFill>
                <a:blip r:embed="rId157"/>
                <a:stretch>
                  <a:fillRect/>
                </a:stretch>
              </p:blipFill>
              <p:spPr>
                <a:xfrm>
                  <a:off x="1617180" y="2204640"/>
                  <a:ext cx="23760" cy="4572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132" name="Ink 131">
                  <a:extLst>
                    <a:ext uri="{FF2B5EF4-FFF2-40B4-BE49-F238E27FC236}">
                      <a16:creationId xmlns:a16="http://schemas.microsoft.com/office/drawing/2014/main" id="{EA3AB3E6-909B-077F-9775-B8F05CCEE97E}"/>
                    </a:ext>
                  </a:extLst>
                </p14:cNvPr>
                <p14:cNvContentPartPr/>
                <p14:nvPr/>
              </p14:nvContentPartPr>
              <p14:xfrm>
                <a:off x="1690620" y="2250360"/>
                <a:ext cx="57600" cy="92880"/>
              </p14:xfrm>
            </p:contentPart>
          </mc:Choice>
          <mc:Fallback>
            <p:pic>
              <p:nvPicPr>
                <p:cNvPr id="132" name="Ink 131">
                  <a:extLst>
                    <a:ext uri="{FF2B5EF4-FFF2-40B4-BE49-F238E27FC236}">
                      <a16:creationId xmlns:a16="http://schemas.microsoft.com/office/drawing/2014/main" id="{EA3AB3E6-909B-077F-9775-B8F05CCEE97E}"/>
                    </a:ext>
                  </a:extLst>
                </p:cNvPr>
                <p:cNvPicPr/>
                <p:nvPr/>
              </p:nvPicPr>
              <p:blipFill>
                <a:blip r:embed="rId159"/>
                <a:stretch>
                  <a:fillRect/>
                </a:stretch>
              </p:blipFill>
              <p:spPr>
                <a:xfrm>
                  <a:off x="1681620" y="2241360"/>
                  <a:ext cx="75240" cy="11052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33" name="Ink 132">
                  <a:extLst>
                    <a:ext uri="{FF2B5EF4-FFF2-40B4-BE49-F238E27FC236}">
                      <a16:creationId xmlns:a16="http://schemas.microsoft.com/office/drawing/2014/main" id="{60336618-6263-101C-13FD-B7EE74F926FE}"/>
                    </a:ext>
                  </a:extLst>
                </p14:cNvPr>
                <p14:cNvContentPartPr/>
                <p14:nvPr/>
              </p14:nvContentPartPr>
              <p14:xfrm>
                <a:off x="1790340" y="2202840"/>
                <a:ext cx="139320" cy="123120"/>
              </p14:xfrm>
            </p:contentPart>
          </mc:Choice>
          <mc:Fallback>
            <p:pic>
              <p:nvPicPr>
                <p:cNvPr id="133" name="Ink 132">
                  <a:extLst>
                    <a:ext uri="{FF2B5EF4-FFF2-40B4-BE49-F238E27FC236}">
                      <a16:creationId xmlns:a16="http://schemas.microsoft.com/office/drawing/2014/main" id="{60336618-6263-101C-13FD-B7EE74F926FE}"/>
                    </a:ext>
                  </a:extLst>
                </p:cNvPr>
                <p:cNvPicPr/>
                <p:nvPr/>
              </p:nvPicPr>
              <p:blipFill>
                <a:blip r:embed="rId161"/>
                <a:stretch>
                  <a:fillRect/>
                </a:stretch>
              </p:blipFill>
              <p:spPr>
                <a:xfrm>
                  <a:off x="1781340" y="2193840"/>
                  <a:ext cx="156960" cy="14076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200" name="Ink 199">
                  <a:extLst>
                    <a:ext uri="{FF2B5EF4-FFF2-40B4-BE49-F238E27FC236}">
                      <a16:creationId xmlns:a16="http://schemas.microsoft.com/office/drawing/2014/main" id="{F442E6DD-CFF8-2CA1-622D-1E349EEC015A}"/>
                    </a:ext>
                  </a:extLst>
                </p14:cNvPr>
                <p14:cNvContentPartPr/>
                <p14:nvPr/>
              </p14:nvContentPartPr>
              <p14:xfrm>
                <a:off x="4876980" y="1644120"/>
                <a:ext cx="114480" cy="312840"/>
              </p14:xfrm>
            </p:contentPart>
          </mc:Choice>
          <mc:Fallback>
            <p:pic>
              <p:nvPicPr>
                <p:cNvPr id="200" name="Ink 199">
                  <a:extLst>
                    <a:ext uri="{FF2B5EF4-FFF2-40B4-BE49-F238E27FC236}">
                      <a16:creationId xmlns:a16="http://schemas.microsoft.com/office/drawing/2014/main" id="{F442E6DD-CFF8-2CA1-622D-1E349EEC015A}"/>
                    </a:ext>
                  </a:extLst>
                </p:cNvPr>
                <p:cNvPicPr/>
                <p:nvPr/>
              </p:nvPicPr>
              <p:blipFill>
                <a:blip r:embed="rId163"/>
                <a:stretch>
                  <a:fillRect/>
                </a:stretch>
              </p:blipFill>
              <p:spPr>
                <a:xfrm>
                  <a:off x="4868340" y="1635480"/>
                  <a:ext cx="132120" cy="33048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201" name="Ink 200">
                  <a:extLst>
                    <a:ext uri="{FF2B5EF4-FFF2-40B4-BE49-F238E27FC236}">
                      <a16:creationId xmlns:a16="http://schemas.microsoft.com/office/drawing/2014/main" id="{D313DBD8-C27D-5FE5-CF91-6870C1989394}"/>
                    </a:ext>
                  </a:extLst>
                </p14:cNvPr>
                <p14:cNvContentPartPr/>
                <p14:nvPr/>
              </p14:nvContentPartPr>
              <p14:xfrm>
                <a:off x="5067420" y="2044800"/>
                <a:ext cx="1440" cy="6480"/>
              </p14:xfrm>
            </p:contentPart>
          </mc:Choice>
          <mc:Fallback>
            <p:pic>
              <p:nvPicPr>
                <p:cNvPr id="201" name="Ink 200">
                  <a:extLst>
                    <a:ext uri="{FF2B5EF4-FFF2-40B4-BE49-F238E27FC236}">
                      <a16:creationId xmlns:a16="http://schemas.microsoft.com/office/drawing/2014/main" id="{D313DBD8-C27D-5FE5-CF91-6870C1989394}"/>
                    </a:ext>
                  </a:extLst>
                </p:cNvPr>
                <p:cNvPicPr/>
                <p:nvPr/>
              </p:nvPicPr>
              <p:blipFill>
                <a:blip r:embed="rId165"/>
                <a:stretch>
                  <a:fillRect/>
                </a:stretch>
              </p:blipFill>
              <p:spPr>
                <a:xfrm>
                  <a:off x="5058420" y="2035800"/>
                  <a:ext cx="1908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202" name="Ink 201">
                  <a:extLst>
                    <a:ext uri="{FF2B5EF4-FFF2-40B4-BE49-F238E27FC236}">
                      <a16:creationId xmlns:a16="http://schemas.microsoft.com/office/drawing/2014/main" id="{99AADEEE-4449-F699-7638-063431E2B4FA}"/>
                    </a:ext>
                  </a:extLst>
                </p14:cNvPr>
                <p14:cNvContentPartPr/>
                <p14:nvPr/>
              </p14:nvContentPartPr>
              <p14:xfrm>
                <a:off x="5104500" y="1655640"/>
                <a:ext cx="91080" cy="223920"/>
              </p14:xfrm>
            </p:contentPart>
          </mc:Choice>
          <mc:Fallback>
            <p:pic>
              <p:nvPicPr>
                <p:cNvPr id="202" name="Ink 201">
                  <a:extLst>
                    <a:ext uri="{FF2B5EF4-FFF2-40B4-BE49-F238E27FC236}">
                      <a16:creationId xmlns:a16="http://schemas.microsoft.com/office/drawing/2014/main" id="{99AADEEE-4449-F699-7638-063431E2B4FA}"/>
                    </a:ext>
                  </a:extLst>
                </p:cNvPr>
                <p:cNvPicPr/>
                <p:nvPr/>
              </p:nvPicPr>
              <p:blipFill>
                <a:blip r:embed="rId167"/>
                <a:stretch>
                  <a:fillRect/>
                </a:stretch>
              </p:blipFill>
              <p:spPr>
                <a:xfrm>
                  <a:off x="5095860" y="1647000"/>
                  <a:ext cx="108720" cy="24156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203" name="Ink 202">
                  <a:extLst>
                    <a:ext uri="{FF2B5EF4-FFF2-40B4-BE49-F238E27FC236}">
                      <a16:creationId xmlns:a16="http://schemas.microsoft.com/office/drawing/2014/main" id="{39CD31DA-67F3-BB5B-DB4B-E280F91508E7}"/>
                    </a:ext>
                  </a:extLst>
                </p14:cNvPr>
                <p14:cNvContentPartPr/>
                <p14:nvPr/>
              </p14:nvContentPartPr>
              <p14:xfrm>
                <a:off x="5200620" y="2025720"/>
                <a:ext cx="3960" cy="3960"/>
              </p14:xfrm>
            </p:contentPart>
          </mc:Choice>
          <mc:Fallback>
            <p:pic>
              <p:nvPicPr>
                <p:cNvPr id="203" name="Ink 202">
                  <a:extLst>
                    <a:ext uri="{FF2B5EF4-FFF2-40B4-BE49-F238E27FC236}">
                      <a16:creationId xmlns:a16="http://schemas.microsoft.com/office/drawing/2014/main" id="{39CD31DA-67F3-BB5B-DB4B-E280F91508E7}"/>
                    </a:ext>
                  </a:extLst>
                </p:cNvPr>
                <p:cNvPicPr/>
                <p:nvPr/>
              </p:nvPicPr>
              <p:blipFill>
                <a:blip r:embed="rId165"/>
                <a:stretch>
                  <a:fillRect/>
                </a:stretch>
              </p:blipFill>
              <p:spPr>
                <a:xfrm>
                  <a:off x="5191620" y="2016720"/>
                  <a:ext cx="2160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169">
              <p14:nvContentPartPr>
                <p14:cNvPr id="189" name="Ink 188">
                  <a:extLst>
                    <a:ext uri="{FF2B5EF4-FFF2-40B4-BE49-F238E27FC236}">
                      <a16:creationId xmlns:a16="http://schemas.microsoft.com/office/drawing/2014/main" id="{C09DFAC6-1DDB-1506-34CD-B113AF967062}"/>
                    </a:ext>
                  </a:extLst>
                </p14:cNvPr>
                <p14:cNvContentPartPr/>
                <p14:nvPr/>
              </p14:nvContentPartPr>
              <p14:xfrm>
                <a:off x="2419980" y="3092400"/>
                <a:ext cx="107640" cy="176760"/>
              </p14:xfrm>
            </p:contentPart>
          </mc:Choice>
          <mc:Fallback>
            <p:pic>
              <p:nvPicPr>
                <p:cNvPr id="189" name="Ink 188">
                  <a:extLst>
                    <a:ext uri="{FF2B5EF4-FFF2-40B4-BE49-F238E27FC236}">
                      <a16:creationId xmlns:a16="http://schemas.microsoft.com/office/drawing/2014/main" id="{C09DFAC6-1DDB-1506-34CD-B113AF967062}"/>
                    </a:ext>
                  </a:extLst>
                </p:cNvPr>
                <p:cNvPicPr/>
                <p:nvPr/>
              </p:nvPicPr>
              <p:blipFill>
                <a:blip r:embed="rId170"/>
                <a:stretch>
                  <a:fillRect/>
                </a:stretch>
              </p:blipFill>
              <p:spPr>
                <a:xfrm>
                  <a:off x="2410980" y="3083400"/>
                  <a:ext cx="125280" cy="194400"/>
                </a:xfrm>
                <a:prstGeom prst="rect">
                  <a:avLst/>
                </a:prstGeom>
              </p:spPr>
            </p:pic>
          </mc:Fallback>
        </mc:AlternateContent>
        <mc:AlternateContent xmlns:mc="http://schemas.openxmlformats.org/markup-compatibility/2006">
          <mc:Choice xmlns:p14="http://schemas.microsoft.com/office/powerpoint/2010/main" Requires="p14">
            <p:contentPart p14:bwMode="auto" r:id="rId171">
              <p14:nvContentPartPr>
                <p14:cNvPr id="190" name="Ink 189">
                  <a:extLst>
                    <a:ext uri="{FF2B5EF4-FFF2-40B4-BE49-F238E27FC236}">
                      <a16:creationId xmlns:a16="http://schemas.microsoft.com/office/drawing/2014/main" id="{70D3AEE0-114F-1043-08D8-18E106C7E13B}"/>
                    </a:ext>
                  </a:extLst>
                </p14:cNvPr>
                <p14:cNvContentPartPr/>
                <p14:nvPr/>
              </p14:nvContentPartPr>
              <p14:xfrm>
                <a:off x="2622300" y="3117960"/>
                <a:ext cx="6840" cy="150120"/>
              </p14:xfrm>
            </p:contentPart>
          </mc:Choice>
          <mc:Fallback>
            <p:pic>
              <p:nvPicPr>
                <p:cNvPr id="190" name="Ink 189">
                  <a:extLst>
                    <a:ext uri="{FF2B5EF4-FFF2-40B4-BE49-F238E27FC236}">
                      <a16:creationId xmlns:a16="http://schemas.microsoft.com/office/drawing/2014/main" id="{70D3AEE0-114F-1043-08D8-18E106C7E13B}"/>
                    </a:ext>
                  </a:extLst>
                </p:cNvPr>
                <p:cNvPicPr/>
                <p:nvPr/>
              </p:nvPicPr>
              <p:blipFill>
                <a:blip r:embed="rId172"/>
                <a:stretch>
                  <a:fillRect/>
                </a:stretch>
              </p:blipFill>
              <p:spPr>
                <a:xfrm>
                  <a:off x="2613660" y="3108960"/>
                  <a:ext cx="24480" cy="167760"/>
                </a:xfrm>
                <a:prstGeom prst="rect">
                  <a:avLst/>
                </a:prstGeom>
              </p:spPr>
            </p:pic>
          </mc:Fallback>
        </mc:AlternateContent>
        <mc:AlternateContent xmlns:mc="http://schemas.openxmlformats.org/markup-compatibility/2006">
          <mc:Choice xmlns:p14="http://schemas.microsoft.com/office/powerpoint/2010/main" Requires="p14">
            <p:contentPart p14:bwMode="auto" r:id="rId173">
              <p14:nvContentPartPr>
                <p14:cNvPr id="191" name="Ink 190">
                  <a:extLst>
                    <a:ext uri="{FF2B5EF4-FFF2-40B4-BE49-F238E27FC236}">
                      <a16:creationId xmlns:a16="http://schemas.microsoft.com/office/drawing/2014/main" id="{4BD5A2F7-A635-D300-84E5-20B9EB56C270}"/>
                    </a:ext>
                  </a:extLst>
                </p14:cNvPr>
                <p14:cNvContentPartPr/>
                <p14:nvPr/>
              </p14:nvContentPartPr>
              <p14:xfrm>
                <a:off x="2310900" y="3371760"/>
                <a:ext cx="24120" cy="360"/>
              </p14:xfrm>
            </p:contentPart>
          </mc:Choice>
          <mc:Fallback>
            <p:pic>
              <p:nvPicPr>
                <p:cNvPr id="191" name="Ink 190">
                  <a:extLst>
                    <a:ext uri="{FF2B5EF4-FFF2-40B4-BE49-F238E27FC236}">
                      <a16:creationId xmlns:a16="http://schemas.microsoft.com/office/drawing/2014/main" id="{4BD5A2F7-A635-D300-84E5-20B9EB56C270}"/>
                    </a:ext>
                  </a:extLst>
                </p:cNvPr>
                <p:cNvPicPr/>
                <p:nvPr/>
              </p:nvPicPr>
              <p:blipFill>
                <a:blip r:embed="rId174"/>
                <a:stretch>
                  <a:fillRect/>
                </a:stretch>
              </p:blipFill>
              <p:spPr>
                <a:xfrm>
                  <a:off x="2302260" y="3362760"/>
                  <a:ext cx="4176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75">
              <p14:nvContentPartPr>
                <p14:cNvPr id="192" name="Ink 191">
                  <a:extLst>
                    <a:ext uri="{FF2B5EF4-FFF2-40B4-BE49-F238E27FC236}">
                      <a16:creationId xmlns:a16="http://schemas.microsoft.com/office/drawing/2014/main" id="{EDC18E6C-28D0-43D8-86B6-1D27D1107B08}"/>
                    </a:ext>
                  </a:extLst>
                </p14:cNvPr>
                <p14:cNvContentPartPr/>
                <p14:nvPr/>
              </p14:nvContentPartPr>
              <p14:xfrm>
                <a:off x="2336460" y="3341880"/>
                <a:ext cx="422640" cy="54000"/>
              </p14:xfrm>
            </p:contentPart>
          </mc:Choice>
          <mc:Fallback>
            <p:pic>
              <p:nvPicPr>
                <p:cNvPr id="192" name="Ink 191">
                  <a:extLst>
                    <a:ext uri="{FF2B5EF4-FFF2-40B4-BE49-F238E27FC236}">
                      <a16:creationId xmlns:a16="http://schemas.microsoft.com/office/drawing/2014/main" id="{EDC18E6C-28D0-43D8-86B6-1D27D1107B08}"/>
                    </a:ext>
                  </a:extLst>
                </p:cNvPr>
                <p:cNvPicPr/>
                <p:nvPr/>
              </p:nvPicPr>
              <p:blipFill>
                <a:blip r:embed="rId176"/>
                <a:stretch>
                  <a:fillRect/>
                </a:stretch>
              </p:blipFill>
              <p:spPr>
                <a:xfrm>
                  <a:off x="2327820" y="3333240"/>
                  <a:ext cx="440280" cy="71640"/>
                </a:xfrm>
                <a:prstGeom prst="rect">
                  <a:avLst/>
                </a:prstGeom>
              </p:spPr>
            </p:pic>
          </mc:Fallback>
        </mc:AlternateContent>
        <mc:AlternateContent xmlns:mc="http://schemas.openxmlformats.org/markup-compatibility/2006">
          <mc:Choice xmlns:p14="http://schemas.microsoft.com/office/powerpoint/2010/main" Requires="p14">
            <p:contentPart p14:bwMode="auto" r:id="rId177">
              <p14:nvContentPartPr>
                <p14:cNvPr id="194" name="Ink 193">
                  <a:extLst>
                    <a:ext uri="{FF2B5EF4-FFF2-40B4-BE49-F238E27FC236}">
                      <a16:creationId xmlns:a16="http://schemas.microsoft.com/office/drawing/2014/main" id="{3CB60AE2-8D6B-ABFE-DAB6-E401BA0E4541}"/>
                    </a:ext>
                  </a:extLst>
                </p14:cNvPr>
                <p14:cNvContentPartPr/>
                <p14:nvPr/>
              </p14:nvContentPartPr>
              <p14:xfrm>
                <a:off x="4274700" y="2250720"/>
                <a:ext cx="414000" cy="360720"/>
              </p14:xfrm>
            </p:contentPart>
          </mc:Choice>
          <mc:Fallback>
            <p:pic>
              <p:nvPicPr>
                <p:cNvPr id="194" name="Ink 193">
                  <a:extLst>
                    <a:ext uri="{FF2B5EF4-FFF2-40B4-BE49-F238E27FC236}">
                      <a16:creationId xmlns:a16="http://schemas.microsoft.com/office/drawing/2014/main" id="{3CB60AE2-8D6B-ABFE-DAB6-E401BA0E4541}"/>
                    </a:ext>
                  </a:extLst>
                </p:cNvPr>
                <p:cNvPicPr/>
                <p:nvPr/>
              </p:nvPicPr>
              <p:blipFill>
                <a:blip r:embed="rId178"/>
                <a:stretch>
                  <a:fillRect/>
                </a:stretch>
              </p:blipFill>
              <p:spPr>
                <a:xfrm>
                  <a:off x="4265700" y="2242080"/>
                  <a:ext cx="431640" cy="378360"/>
                </a:xfrm>
                <a:prstGeom prst="rect">
                  <a:avLst/>
                </a:prstGeom>
              </p:spPr>
            </p:pic>
          </mc:Fallback>
        </mc:AlternateContent>
        <mc:AlternateContent xmlns:mc="http://schemas.openxmlformats.org/markup-compatibility/2006">
          <mc:Choice xmlns:p14="http://schemas.microsoft.com/office/powerpoint/2010/main" Requires="p14">
            <p:contentPart p14:bwMode="auto" r:id="rId179">
              <p14:nvContentPartPr>
                <p14:cNvPr id="195" name="Ink 194">
                  <a:extLst>
                    <a:ext uri="{FF2B5EF4-FFF2-40B4-BE49-F238E27FC236}">
                      <a16:creationId xmlns:a16="http://schemas.microsoft.com/office/drawing/2014/main" id="{5F9B7E13-B809-7A0E-8C97-552C1D34F9CA}"/>
                    </a:ext>
                  </a:extLst>
                </p14:cNvPr>
                <p14:cNvContentPartPr/>
                <p14:nvPr/>
              </p14:nvContentPartPr>
              <p14:xfrm>
                <a:off x="4348860" y="2635200"/>
                <a:ext cx="345600" cy="254880"/>
              </p14:xfrm>
            </p:contentPart>
          </mc:Choice>
          <mc:Fallback>
            <p:pic>
              <p:nvPicPr>
                <p:cNvPr id="195" name="Ink 194">
                  <a:extLst>
                    <a:ext uri="{FF2B5EF4-FFF2-40B4-BE49-F238E27FC236}">
                      <a16:creationId xmlns:a16="http://schemas.microsoft.com/office/drawing/2014/main" id="{5F9B7E13-B809-7A0E-8C97-552C1D34F9CA}"/>
                    </a:ext>
                  </a:extLst>
                </p:cNvPr>
                <p:cNvPicPr/>
                <p:nvPr/>
              </p:nvPicPr>
              <p:blipFill>
                <a:blip r:embed="rId180"/>
                <a:stretch>
                  <a:fillRect/>
                </a:stretch>
              </p:blipFill>
              <p:spPr>
                <a:xfrm>
                  <a:off x="4339860" y="2626200"/>
                  <a:ext cx="363240" cy="272520"/>
                </a:xfrm>
                <a:prstGeom prst="rect">
                  <a:avLst/>
                </a:prstGeom>
              </p:spPr>
            </p:pic>
          </mc:Fallback>
        </mc:AlternateContent>
        <mc:AlternateContent xmlns:mc="http://schemas.openxmlformats.org/markup-compatibility/2006">
          <mc:Choice xmlns:p14="http://schemas.microsoft.com/office/powerpoint/2010/main" Requires="p14">
            <p:contentPart p14:bwMode="auto" r:id="rId181">
              <p14:nvContentPartPr>
                <p14:cNvPr id="196" name="Ink 195">
                  <a:extLst>
                    <a:ext uri="{FF2B5EF4-FFF2-40B4-BE49-F238E27FC236}">
                      <a16:creationId xmlns:a16="http://schemas.microsoft.com/office/drawing/2014/main" id="{DFC8CFC8-02C9-E707-7CDE-42BCA3894AD7}"/>
                    </a:ext>
                  </a:extLst>
                </p14:cNvPr>
                <p14:cNvContentPartPr/>
                <p14:nvPr/>
              </p14:nvContentPartPr>
              <p14:xfrm>
                <a:off x="4984260" y="2286360"/>
                <a:ext cx="307080" cy="318600"/>
              </p14:xfrm>
            </p:contentPart>
          </mc:Choice>
          <mc:Fallback>
            <p:pic>
              <p:nvPicPr>
                <p:cNvPr id="196" name="Ink 195">
                  <a:extLst>
                    <a:ext uri="{FF2B5EF4-FFF2-40B4-BE49-F238E27FC236}">
                      <a16:creationId xmlns:a16="http://schemas.microsoft.com/office/drawing/2014/main" id="{DFC8CFC8-02C9-E707-7CDE-42BCA3894AD7}"/>
                    </a:ext>
                  </a:extLst>
                </p:cNvPr>
                <p:cNvPicPr/>
                <p:nvPr/>
              </p:nvPicPr>
              <p:blipFill>
                <a:blip r:embed="rId182"/>
                <a:stretch>
                  <a:fillRect/>
                </a:stretch>
              </p:blipFill>
              <p:spPr>
                <a:xfrm>
                  <a:off x="4975260" y="2277360"/>
                  <a:ext cx="324720" cy="336240"/>
                </a:xfrm>
                <a:prstGeom prst="rect">
                  <a:avLst/>
                </a:prstGeom>
              </p:spPr>
            </p:pic>
          </mc:Fallback>
        </mc:AlternateContent>
        <mc:AlternateContent xmlns:mc="http://schemas.openxmlformats.org/markup-compatibility/2006">
          <mc:Choice xmlns:p14="http://schemas.microsoft.com/office/powerpoint/2010/main" Requires="p14">
            <p:contentPart p14:bwMode="auto" r:id="rId183">
              <p14:nvContentPartPr>
                <p14:cNvPr id="197" name="Ink 196">
                  <a:extLst>
                    <a:ext uri="{FF2B5EF4-FFF2-40B4-BE49-F238E27FC236}">
                      <a16:creationId xmlns:a16="http://schemas.microsoft.com/office/drawing/2014/main" id="{55B9598C-FF3D-08EF-E695-4E2BD7EF7413}"/>
                    </a:ext>
                  </a:extLst>
                </p14:cNvPr>
                <p14:cNvContentPartPr/>
                <p14:nvPr/>
              </p14:nvContentPartPr>
              <p14:xfrm>
                <a:off x="4972380" y="2673360"/>
                <a:ext cx="357120" cy="267840"/>
              </p14:xfrm>
            </p:contentPart>
          </mc:Choice>
          <mc:Fallback>
            <p:pic>
              <p:nvPicPr>
                <p:cNvPr id="197" name="Ink 196">
                  <a:extLst>
                    <a:ext uri="{FF2B5EF4-FFF2-40B4-BE49-F238E27FC236}">
                      <a16:creationId xmlns:a16="http://schemas.microsoft.com/office/drawing/2014/main" id="{55B9598C-FF3D-08EF-E695-4E2BD7EF7413}"/>
                    </a:ext>
                  </a:extLst>
                </p:cNvPr>
                <p:cNvPicPr/>
                <p:nvPr/>
              </p:nvPicPr>
              <p:blipFill>
                <a:blip r:embed="rId184"/>
                <a:stretch>
                  <a:fillRect/>
                </a:stretch>
              </p:blipFill>
              <p:spPr>
                <a:xfrm>
                  <a:off x="4963380" y="2664360"/>
                  <a:ext cx="374760" cy="285480"/>
                </a:xfrm>
                <a:prstGeom prst="rect">
                  <a:avLst/>
                </a:prstGeom>
              </p:spPr>
            </p:pic>
          </mc:Fallback>
        </mc:AlternateContent>
        <mc:AlternateContent xmlns:mc="http://schemas.openxmlformats.org/markup-compatibility/2006">
          <mc:Choice xmlns:p14="http://schemas.microsoft.com/office/powerpoint/2010/main" Requires="p14">
            <p:contentPart p14:bwMode="auto" r:id="rId185">
              <p14:nvContentPartPr>
                <p14:cNvPr id="198" name="Ink 197">
                  <a:extLst>
                    <a:ext uri="{FF2B5EF4-FFF2-40B4-BE49-F238E27FC236}">
                      <a16:creationId xmlns:a16="http://schemas.microsoft.com/office/drawing/2014/main" id="{B6EAC140-D9DA-9398-3F9D-3AABD30AD225}"/>
                    </a:ext>
                  </a:extLst>
                </p14:cNvPr>
                <p14:cNvContentPartPr/>
                <p14:nvPr/>
              </p14:nvContentPartPr>
              <p14:xfrm>
                <a:off x="5650980" y="2248200"/>
                <a:ext cx="358200" cy="335880"/>
              </p14:xfrm>
            </p:contentPart>
          </mc:Choice>
          <mc:Fallback>
            <p:pic>
              <p:nvPicPr>
                <p:cNvPr id="198" name="Ink 197">
                  <a:extLst>
                    <a:ext uri="{FF2B5EF4-FFF2-40B4-BE49-F238E27FC236}">
                      <a16:creationId xmlns:a16="http://schemas.microsoft.com/office/drawing/2014/main" id="{B6EAC140-D9DA-9398-3F9D-3AABD30AD225}"/>
                    </a:ext>
                  </a:extLst>
                </p:cNvPr>
                <p:cNvPicPr/>
                <p:nvPr/>
              </p:nvPicPr>
              <p:blipFill>
                <a:blip r:embed="rId186"/>
                <a:stretch>
                  <a:fillRect/>
                </a:stretch>
              </p:blipFill>
              <p:spPr>
                <a:xfrm>
                  <a:off x="5641980" y="2239560"/>
                  <a:ext cx="375840" cy="353520"/>
                </a:xfrm>
                <a:prstGeom prst="rect">
                  <a:avLst/>
                </a:prstGeom>
              </p:spPr>
            </p:pic>
          </mc:Fallback>
        </mc:AlternateContent>
        <mc:AlternateContent xmlns:mc="http://schemas.openxmlformats.org/markup-compatibility/2006">
          <mc:Choice xmlns:p14="http://schemas.microsoft.com/office/powerpoint/2010/main" Requires="p14">
            <p:contentPart p14:bwMode="auto" r:id="rId187">
              <p14:nvContentPartPr>
                <p14:cNvPr id="199" name="Ink 198">
                  <a:extLst>
                    <a:ext uri="{FF2B5EF4-FFF2-40B4-BE49-F238E27FC236}">
                      <a16:creationId xmlns:a16="http://schemas.microsoft.com/office/drawing/2014/main" id="{E7D3324F-C90D-C856-CABD-063A2494E55B}"/>
                    </a:ext>
                  </a:extLst>
                </p14:cNvPr>
                <p14:cNvContentPartPr/>
                <p14:nvPr/>
              </p14:nvContentPartPr>
              <p14:xfrm>
                <a:off x="5670420" y="2647800"/>
                <a:ext cx="343440" cy="281160"/>
              </p14:xfrm>
            </p:contentPart>
          </mc:Choice>
          <mc:Fallback>
            <p:pic>
              <p:nvPicPr>
                <p:cNvPr id="199" name="Ink 198">
                  <a:extLst>
                    <a:ext uri="{FF2B5EF4-FFF2-40B4-BE49-F238E27FC236}">
                      <a16:creationId xmlns:a16="http://schemas.microsoft.com/office/drawing/2014/main" id="{E7D3324F-C90D-C856-CABD-063A2494E55B}"/>
                    </a:ext>
                  </a:extLst>
                </p:cNvPr>
                <p:cNvPicPr/>
                <p:nvPr/>
              </p:nvPicPr>
              <p:blipFill>
                <a:blip r:embed="rId188"/>
                <a:stretch>
                  <a:fillRect/>
                </a:stretch>
              </p:blipFill>
              <p:spPr>
                <a:xfrm>
                  <a:off x="5661780" y="2638800"/>
                  <a:ext cx="361080" cy="298800"/>
                </a:xfrm>
                <a:prstGeom prst="rect">
                  <a:avLst/>
                </a:prstGeom>
              </p:spPr>
            </p:pic>
          </mc:Fallback>
        </mc:AlternateContent>
        <mc:AlternateContent xmlns:mc="http://schemas.openxmlformats.org/markup-compatibility/2006">
          <mc:Choice xmlns:p14="http://schemas.microsoft.com/office/powerpoint/2010/main" Requires="p14">
            <p:contentPart p14:bwMode="auto" r:id="rId189">
              <p14:nvContentPartPr>
                <p14:cNvPr id="208" name="Ink 207">
                  <a:extLst>
                    <a:ext uri="{FF2B5EF4-FFF2-40B4-BE49-F238E27FC236}">
                      <a16:creationId xmlns:a16="http://schemas.microsoft.com/office/drawing/2014/main" id="{45E03505-6F46-1162-4BF1-0FF9B5D31639}"/>
                    </a:ext>
                  </a:extLst>
                </p14:cNvPr>
                <p14:cNvContentPartPr/>
                <p14:nvPr/>
              </p14:nvContentPartPr>
              <p14:xfrm>
                <a:off x="2399820" y="2450880"/>
                <a:ext cx="1607400" cy="460080"/>
              </p14:xfrm>
            </p:contentPart>
          </mc:Choice>
          <mc:Fallback>
            <p:pic>
              <p:nvPicPr>
                <p:cNvPr id="208" name="Ink 207">
                  <a:extLst>
                    <a:ext uri="{FF2B5EF4-FFF2-40B4-BE49-F238E27FC236}">
                      <a16:creationId xmlns:a16="http://schemas.microsoft.com/office/drawing/2014/main" id="{45E03505-6F46-1162-4BF1-0FF9B5D31639}"/>
                    </a:ext>
                  </a:extLst>
                </p:cNvPr>
                <p:cNvPicPr/>
                <p:nvPr/>
              </p:nvPicPr>
              <p:blipFill>
                <a:blip r:embed="rId190"/>
                <a:stretch>
                  <a:fillRect/>
                </a:stretch>
              </p:blipFill>
              <p:spPr>
                <a:xfrm>
                  <a:off x="2390820" y="2441880"/>
                  <a:ext cx="1625040" cy="477720"/>
                </a:xfrm>
                <a:prstGeom prst="rect">
                  <a:avLst/>
                </a:prstGeom>
              </p:spPr>
            </p:pic>
          </mc:Fallback>
        </mc:AlternateContent>
        <mc:AlternateContent xmlns:mc="http://schemas.openxmlformats.org/markup-compatibility/2006">
          <mc:Choice xmlns:p14="http://schemas.microsoft.com/office/powerpoint/2010/main" Requires="p14">
            <p:contentPart p14:bwMode="auto" r:id="rId191">
              <p14:nvContentPartPr>
                <p14:cNvPr id="209" name="Ink 208">
                  <a:extLst>
                    <a:ext uri="{FF2B5EF4-FFF2-40B4-BE49-F238E27FC236}">
                      <a16:creationId xmlns:a16="http://schemas.microsoft.com/office/drawing/2014/main" id="{CD426DED-A3BA-9C41-2DEC-D380CE2540D3}"/>
                    </a:ext>
                  </a:extLst>
                </p14:cNvPr>
                <p14:cNvContentPartPr/>
                <p14:nvPr/>
              </p14:nvContentPartPr>
              <p14:xfrm>
                <a:off x="2357340" y="2793960"/>
                <a:ext cx="138600" cy="158400"/>
              </p14:xfrm>
            </p:contentPart>
          </mc:Choice>
          <mc:Fallback>
            <p:pic>
              <p:nvPicPr>
                <p:cNvPr id="209" name="Ink 208">
                  <a:extLst>
                    <a:ext uri="{FF2B5EF4-FFF2-40B4-BE49-F238E27FC236}">
                      <a16:creationId xmlns:a16="http://schemas.microsoft.com/office/drawing/2014/main" id="{CD426DED-A3BA-9C41-2DEC-D380CE2540D3}"/>
                    </a:ext>
                  </a:extLst>
                </p:cNvPr>
                <p:cNvPicPr/>
                <p:nvPr/>
              </p:nvPicPr>
              <p:blipFill>
                <a:blip r:embed="rId192"/>
                <a:stretch>
                  <a:fillRect/>
                </a:stretch>
              </p:blipFill>
              <p:spPr>
                <a:xfrm>
                  <a:off x="2348700" y="2784960"/>
                  <a:ext cx="156240" cy="176040"/>
                </a:xfrm>
                <a:prstGeom prst="rect">
                  <a:avLst/>
                </a:prstGeom>
              </p:spPr>
            </p:pic>
          </mc:Fallback>
        </mc:AlternateContent>
        <mc:AlternateContent xmlns:mc="http://schemas.openxmlformats.org/markup-compatibility/2006">
          <mc:Choice xmlns:p14="http://schemas.microsoft.com/office/powerpoint/2010/main" Requires="p14">
            <p:contentPart p14:bwMode="auto" r:id="rId193">
              <p14:nvContentPartPr>
                <p14:cNvPr id="211" name="Ink 210">
                  <a:extLst>
                    <a:ext uri="{FF2B5EF4-FFF2-40B4-BE49-F238E27FC236}">
                      <a16:creationId xmlns:a16="http://schemas.microsoft.com/office/drawing/2014/main" id="{E26D9A0A-935E-C00A-101A-B1DED602668D}"/>
                    </a:ext>
                  </a:extLst>
                </p14:cNvPr>
                <p14:cNvContentPartPr/>
                <p14:nvPr/>
              </p14:nvContentPartPr>
              <p14:xfrm>
                <a:off x="3516900" y="3140280"/>
                <a:ext cx="177120" cy="289080"/>
              </p14:xfrm>
            </p:contentPart>
          </mc:Choice>
          <mc:Fallback>
            <p:pic>
              <p:nvPicPr>
                <p:cNvPr id="211" name="Ink 210">
                  <a:extLst>
                    <a:ext uri="{FF2B5EF4-FFF2-40B4-BE49-F238E27FC236}">
                      <a16:creationId xmlns:a16="http://schemas.microsoft.com/office/drawing/2014/main" id="{E26D9A0A-935E-C00A-101A-B1DED602668D}"/>
                    </a:ext>
                  </a:extLst>
                </p:cNvPr>
                <p:cNvPicPr/>
                <p:nvPr/>
              </p:nvPicPr>
              <p:blipFill>
                <a:blip r:embed="rId194"/>
                <a:stretch>
                  <a:fillRect/>
                </a:stretch>
              </p:blipFill>
              <p:spPr>
                <a:xfrm>
                  <a:off x="3508260" y="3131280"/>
                  <a:ext cx="194760" cy="306720"/>
                </a:xfrm>
                <a:prstGeom prst="rect">
                  <a:avLst/>
                </a:prstGeom>
              </p:spPr>
            </p:pic>
          </mc:Fallback>
        </mc:AlternateContent>
        <mc:AlternateContent xmlns:mc="http://schemas.openxmlformats.org/markup-compatibility/2006">
          <mc:Choice xmlns:p14="http://schemas.microsoft.com/office/powerpoint/2010/main" Requires="p14">
            <p:contentPart p14:bwMode="auto" r:id="rId195">
              <p14:nvContentPartPr>
                <p14:cNvPr id="212" name="Ink 211">
                  <a:extLst>
                    <a:ext uri="{FF2B5EF4-FFF2-40B4-BE49-F238E27FC236}">
                      <a16:creationId xmlns:a16="http://schemas.microsoft.com/office/drawing/2014/main" id="{54D6D3E5-7F7A-45BE-86FA-55831F57388B}"/>
                    </a:ext>
                  </a:extLst>
                </p14:cNvPr>
                <p14:cNvContentPartPr/>
                <p14:nvPr/>
              </p14:nvContentPartPr>
              <p14:xfrm>
                <a:off x="3713820" y="3275280"/>
                <a:ext cx="78120" cy="106920"/>
              </p14:xfrm>
            </p:contentPart>
          </mc:Choice>
          <mc:Fallback>
            <p:pic>
              <p:nvPicPr>
                <p:cNvPr id="212" name="Ink 211">
                  <a:extLst>
                    <a:ext uri="{FF2B5EF4-FFF2-40B4-BE49-F238E27FC236}">
                      <a16:creationId xmlns:a16="http://schemas.microsoft.com/office/drawing/2014/main" id="{54D6D3E5-7F7A-45BE-86FA-55831F57388B}"/>
                    </a:ext>
                  </a:extLst>
                </p:cNvPr>
                <p:cNvPicPr/>
                <p:nvPr/>
              </p:nvPicPr>
              <p:blipFill>
                <a:blip r:embed="rId196"/>
                <a:stretch>
                  <a:fillRect/>
                </a:stretch>
              </p:blipFill>
              <p:spPr>
                <a:xfrm>
                  <a:off x="3705180" y="3266640"/>
                  <a:ext cx="95760" cy="124560"/>
                </a:xfrm>
                <a:prstGeom prst="rect">
                  <a:avLst/>
                </a:prstGeom>
              </p:spPr>
            </p:pic>
          </mc:Fallback>
        </mc:AlternateContent>
        <mc:AlternateContent xmlns:mc="http://schemas.openxmlformats.org/markup-compatibility/2006">
          <mc:Choice xmlns:p14="http://schemas.microsoft.com/office/powerpoint/2010/main" Requires="p14">
            <p:contentPart p14:bwMode="auto" r:id="rId197">
              <p14:nvContentPartPr>
                <p14:cNvPr id="213" name="Ink 212">
                  <a:extLst>
                    <a:ext uri="{FF2B5EF4-FFF2-40B4-BE49-F238E27FC236}">
                      <a16:creationId xmlns:a16="http://schemas.microsoft.com/office/drawing/2014/main" id="{A135D73E-D189-8CDD-0F0A-6D141F54410A}"/>
                    </a:ext>
                  </a:extLst>
                </p14:cNvPr>
                <p14:cNvContentPartPr/>
                <p14:nvPr/>
              </p14:nvContentPartPr>
              <p14:xfrm>
                <a:off x="3714900" y="3300480"/>
                <a:ext cx="63360" cy="97200"/>
              </p14:xfrm>
            </p:contentPart>
          </mc:Choice>
          <mc:Fallback>
            <p:pic>
              <p:nvPicPr>
                <p:cNvPr id="213" name="Ink 212">
                  <a:extLst>
                    <a:ext uri="{FF2B5EF4-FFF2-40B4-BE49-F238E27FC236}">
                      <a16:creationId xmlns:a16="http://schemas.microsoft.com/office/drawing/2014/main" id="{A135D73E-D189-8CDD-0F0A-6D141F54410A}"/>
                    </a:ext>
                  </a:extLst>
                </p:cNvPr>
                <p:cNvPicPr/>
                <p:nvPr/>
              </p:nvPicPr>
              <p:blipFill>
                <a:blip r:embed="rId198"/>
                <a:stretch>
                  <a:fillRect/>
                </a:stretch>
              </p:blipFill>
              <p:spPr>
                <a:xfrm>
                  <a:off x="3706260" y="3291480"/>
                  <a:ext cx="81000" cy="114840"/>
                </a:xfrm>
                <a:prstGeom prst="rect">
                  <a:avLst/>
                </a:prstGeom>
              </p:spPr>
            </p:pic>
          </mc:Fallback>
        </mc:AlternateContent>
        <mc:AlternateContent xmlns:mc="http://schemas.openxmlformats.org/markup-compatibility/2006">
          <mc:Choice xmlns:p14="http://schemas.microsoft.com/office/powerpoint/2010/main" Requires="p14">
            <p:contentPart p14:bwMode="auto" r:id="rId199">
              <p14:nvContentPartPr>
                <p14:cNvPr id="214" name="Ink 213">
                  <a:extLst>
                    <a:ext uri="{FF2B5EF4-FFF2-40B4-BE49-F238E27FC236}">
                      <a16:creationId xmlns:a16="http://schemas.microsoft.com/office/drawing/2014/main" id="{8190AF3E-0513-455B-9EA3-EE71EDE9D3CE}"/>
                    </a:ext>
                  </a:extLst>
                </p14:cNvPr>
                <p14:cNvContentPartPr/>
                <p14:nvPr/>
              </p14:nvContentPartPr>
              <p14:xfrm>
                <a:off x="3860340" y="3188520"/>
                <a:ext cx="10800" cy="176760"/>
              </p14:xfrm>
            </p:contentPart>
          </mc:Choice>
          <mc:Fallback>
            <p:pic>
              <p:nvPicPr>
                <p:cNvPr id="214" name="Ink 213">
                  <a:extLst>
                    <a:ext uri="{FF2B5EF4-FFF2-40B4-BE49-F238E27FC236}">
                      <a16:creationId xmlns:a16="http://schemas.microsoft.com/office/drawing/2014/main" id="{8190AF3E-0513-455B-9EA3-EE71EDE9D3CE}"/>
                    </a:ext>
                  </a:extLst>
                </p:cNvPr>
                <p:cNvPicPr/>
                <p:nvPr/>
              </p:nvPicPr>
              <p:blipFill>
                <a:blip r:embed="rId200"/>
                <a:stretch>
                  <a:fillRect/>
                </a:stretch>
              </p:blipFill>
              <p:spPr>
                <a:xfrm>
                  <a:off x="3851340" y="3179880"/>
                  <a:ext cx="28440" cy="194400"/>
                </a:xfrm>
                <a:prstGeom prst="rect">
                  <a:avLst/>
                </a:prstGeom>
              </p:spPr>
            </p:pic>
          </mc:Fallback>
        </mc:AlternateContent>
        <mc:AlternateContent xmlns:mc="http://schemas.openxmlformats.org/markup-compatibility/2006">
          <mc:Choice xmlns:p14="http://schemas.microsoft.com/office/powerpoint/2010/main" Requires="p14">
            <p:contentPart p14:bwMode="auto" r:id="rId201">
              <p14:nvContentPartPr>
                <p14:cNvPr id="215" name="Ink 214">
                  <a:extLst>
                    <a:ext uri="{FF2B5EF4-FFF2-40B4-BE49-F238E27FC236}">
                      <a16:creationId xmlns:a16="http://schemas.microsoft.com/office/drawing/2014/main" id="{30C1BC40-C1DA-3908-3CE0-119B9CEBB216}"/>
                    </a:ext>
                  </a:extLst>
                </p14:cNvPr>
                <p14:cNvContentPartPr/>
                <p14:nvPr/>
              </p14:nvContentPartPr>
              <p14:xfrm>
                <a:off x="3879420" y="3258360"/>
                <a:ext cx="102960" cy="120600"/>
              </p14:xfrm>
            </p:contentPart>
          </mc:Choice>
          <mc:Fallback>
            <p:pic>
              <p:nvPicPr>
                <p:cNvPr id="215" name="Ink 214">
                  <a:extLst>
                    <a:ext uri="{FF2B5EF4-FFF2-40B4-BE49-F238E27FC236}">
                      <a16:creationId xmlns:a16="http://schemas.microsoft.com/office/drawing/2014/main" id="{30C1BC40-C1DA-3908-3CE0-119B9CEBB216}"/>
                    </a:ext>
                  </a:extLst>
                </p:cNvPr>
                <p:cNvPicPr/>
                <p:nvPr/>
              </p:nvPicPr>
              <p:blipFill>
                <a:blip r:embed="rId202"/>
                <a:stretch>
                  <a:fillRect/>
                </a:stretch>
              </p:blipFill>
              <p:spPr>
                <a:xfrm>
                  <a:off x="3870780" y="3249360"/>
                  <a:ext cx="120600" cy="138240"/>
                </a:xfrm>
                <a:prstGeom prst="rect">
                  <a:avLst/>
                </a:prstGeom>
              </p:spPr>
            </p:pic>
          </mc:Fallback>
        </mc:AlternateContent>
        <mc:AlternateContent xmlns:mc="http://schemas.openxmlformats.org/markup-compatibility/2006">
          <mc:Choice xmlns:p14="http://schemas.microsoft.com/office/powerpoint/2010/main" Requires="p14">
            <p:contentPart p14:bwMode="auto" r:id="rId203">
              <p14:nvContentPartPr>
                <p14:cNvPr id="216" name="Ink 215">
                  <a:extLst>
                    <a:ext uri="{FF2B5EF4-FFF2-40B4-BE49-F238E27FC236}">
                      <a16:creationId xmlns:a16="http://schemas.microsoft.com/office/drawing/2014/main" id="{85FFCED4-1066-1665-749A-F035DE30C94A}"/>
                    </a:ext>
                  </a:extLst>
                </p14:cNvPr>
                <p14:cNvContentPartPr/>
                <p14:nvPr/>
              </p14:nvContentPartPr>
              <p14:xfrm>
                <a:off x="4012980" y="3237120"/>
                <a:ext cx="97560" cy="108000"/>
              </p14:xfrm>
            </p:contentPart>
          </mc:Choice>
          <mc:Fallback>
            <p:pic>
              <p:nvPicPr>
                <p:cNvPr id="216" name="Ink 215">
                  <a:extLst>
                    <a:ext uri="{FF2B5EF4-FFF2-40B4-BE49-F238E27FC236}">
                      <a16:creationId xmlns:a16="http://schemas.microsoft.com/office/drawing/2014/main" id="{85FFCED4-1066-1665-749A-F035DE30C94A}"/>
                    </a:ext>
                  </a:extLst>
                </p:cNvPr>
                <p:cNvPicPr/>
                <p:nvPr/>
              </p:nvPicPr>
              <p:blipFill>
                <a:blip r:embed="rId204"/>
                <a:stretch>
                  <a:fillRect/>
                </a:stretch>
              </p:blipFill>
              <p:spPr>
                <a:xfrm>
                  <a:off x="4004340" y="3228120"/>
                  <a:ext cx="11520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205">
              <p14:nvContentPartPr>
                <p14:cNvPr id="217" name="Ink 216">
                  <a:extLst>
                    <a:ext uri="{FF2B5EF4-FFF2-40B4-BE49-F238E27FC236}">
                      <a16:creationId xmlns:a16="http://schemas.microsoft.com/office/drawing/2014/main" id="{BE65767E-3653-3464-40B2-07507BE2A45D}"/>
                    </a:ext>
                  </a:extLst>
                </p14:cNvPr>
                <p14:cNvContentPartPr/>
                <p14:nvPr/>
              </p14:nvContentPartPr>
              <p14:xfrm>
                <a:off x="4137900" y="3065760"/>
                <a:ext cx="384480" cy="276480"/>
              </p14:xfrm>
            </p:contentPart>
          </mc:Choice>
          <mc:Fallback>
            <p:pic>
              <p:nvPicPr>
                <p:cNvPr id="217" name="Ink 216">
                  <a:extLst>
                    <a:ext uri="{FF2B5EF4-FFF2-40B4-BE49-F238E27FC236}">
                      <a16:creationId xmlns:a16="http://schemas.microsoft.com/office/drawing/2014/main" id="{BE65767E-3653-3464-40B2-07507BE2A45D}"/>
                    </a:ext>
                  </a:extLst>
                </p:cNvPr>
                <p:cNvPicPr/>
                <p:nvPr/>
              </p:nvPicPr>
              <p:blipFill>
                <a:blip r:embed="rId206"/>
                <a:stretch>
                  <a:fillRect/>
                </a:stretch>
              </p:blipFill>
              <p:spPr>
                <a:xfrm>
                  <a:off x="4128900" y="3056760"/>
                  <a:ext cx="402120" cy="294120"/>
                </a:xfrm>
                <a:prstGeom prst="rect">
                  <a:avLst/>
                </a:prstGeom>
              </p:spPr>
            </p:pic>
          </mc:Fallback>
        </mc:AlternateContent>
        <mc:AlternateContent xmlns:mc="http://schemas.openxmlformats.org/markup-compatibility/2006">
          <mc:Choice xmlns:p14="http://schemas.microsoft.com/office/powerpoint/2010/main" Requires="p14">
            <p:contentPart p14:bwMode="auto" r:id="rId207">
              <p14:nvContentPartPr>
                <p14:cNvPr id="218" name="Ink 217">
                  <a:extLst>
                    <a:ext uri="{FF2B5EF4-FFF2-40B4-BE49-F238E27FC236}">
                      <a16:creationId xmlns:a16="http://schemas.microsoft.com/office/drawing/2014/main" id="{D35E16B1-F48B-B497-95D7-B8F6990C0DB0}"/>
                    </a:ext>
                  </a:extLst>
                </p14:cNvPr>
                <p14:cNvContentPartPr/>
                <p14:nvPr/>
              </p14:nvContentPartPr>
              <p14:xfrm>
                <a:off x="3680700" y="3392640"/>
                <a:ext cx="906480" cy="65880"/>
              </p14:xfrm>
            </p:contentPart>
          </mc:Choice>
          <mc:Fallback>
            <p:pic>
              <p:nvPicPr>
                <p:cNvPr id="218" name="Ink 217">
                  <a:extLst>
                    <a:ext uri="{FF2B5EF4-FFF2-40B4-BE49-F238E27FC236}">
                      <a16:creationId xmlns:a16="http://schemas.microsoft.com/office/drawing/2014/main" id="{D35E16B1-F48B-B497-95D7-B8F6990C0DB0}"/>
                    </a:ext>
                  </a:extLst>
                </p:cNvPr>
                <p:cNvPicPr/>
                <p:nvPr/>
              </p:nvPicPr>
              <p:blipFill>
                <a:blip r:embed="rId208"/>
                <a:stretch>
                  <a:fillRect/>
                </a:stretch>
              </p:blipFill>
              <p:spPr>
                <a:xfrm>
                  <a:off x="3671700" y="3383640"/>
                  <a:ext cx="924120" cy="83520"/>
                </a:xfrm>
                <a:prstGeom prst="rect">
                  <a:avLst/>
                </a:prstGeom>
              </p:spPr>
            </p:pic>
          </mc:Fallback>
        </mc:AlternateContent>
        <mc:AlternateContent xmlns:mc="http://schemas.openxmlformats.org/markup-compatibility/2006">
          <mc:Choice xmlns:p14="http://schemas.microsoft.com/office/powerpoint/2010/main" Requires="p14">
            <p:contentPart p14:bwMode="auto" r:id="rId209">
              <p14:nvContentPartPr>
                <p14:cNvPr id="219" name="Ink 218">
                  <a:extLst>
                    <a:ext uri="{FF2B5EF4-FFF2-40B4-BE49-F238E27FC236}">
                      <a16:creationId xmlns:a16="http://schemas.microsoft.com/office/drawing/2014/main" id="{EB952D12-1695-883D-D1EF-33ABB9439298}"/>
                    </a:ext>
                  </a:extLst>
                </p14:cNvPr>
                <p14:cNvContentPartPr/>
                <p14:nvPr/>
              </p14:nvContentPartPr>
              <p14:xfrm>
                <a:off x="4737300" y="3245040"/>
                <a:ext cx="144000" cy="187560"/>
              </p14:xfrm>
            </p:contentPart>
          </mc:Choice>
          <mc:Fallback>
            <p:pic>
              <p:nvPicPr>
                <p:cNvPr id="219" name="Ink 218">
                  <a:extLst>
                    <a:ext uri="{FF2B5EF4-FFF2-40B4-BE49-F238E27FC236}">
                      <a16:creationId xmlns:a16="http://schemas.microsoft.com/office/drawing/2014/main" id="{EB952D12-1695-883D-D1EF-33ABB9439298}"/>
                    </a:ext>
                  </a:extLst>
                </p:cNvPr>
                <p:cNvPicPr/>
                <p:nvPr/>
              </p:nvPicPr>
              <p:blipFill>
                <a:blip r:embed="rId210"/>
                <a:stretch>
                  <a:fillRect/>
                </a:stretch>
              </p:blipFill>
              <p:spPr>
                <a:xfrm>
                  <a:off x="4728660" y="3236400"/>
                  <a:ext cx="161640" cy="205200"/>
                </a:xfrm>
                <a:prstGeom prst="rect">
                  <a:avLst/>
                </a:prstGeom>
              </p:spPr>
            </p:pic>
          </mc:Fallback>
        </mc:AlternateContent>
        <mc:AlternateContent xmlns:mc="http://schemas.openxmlformats.org/markup-compatibility/2006">
          <mc:Choice xmlns:p14="http://schemas.microsoft.com/office/powerpoint/2010/main" Requires="p14">
            <p:contentPart p14:bwMode="auto" r:id="rId211">
              <p14:nvContentPartPr>
                <p14:cNvPr id="220" name="Ink 219">
                  <a:extLst>
                    <a:ext uri="{FF2B5EF4-FFF2-40B4-BE49-F238E27FC236}">
                      <a16:creationId xmlns:a16="http://schemas.microsoft.com/office/drawing/2014/main" id="{09BBFB57-5746-7446-DD01-99BB1F0C4AA0}"/>
                    </a:ext>
                  </a:extLst>
                </p14:cNvPr>
                <p14:cNvContentPartPr/>
                <p14:nvPr/>
              </p14:nvContentPartPr>
              <p14:xfrm>
                <a:off x="4957620" y="3238560"/>
                <a:ext cx="104760" cy="131760"/>
              </p14:xfrm>
            </p:contentPart>
          </mc:Choice>
          <mc:Fallback>
            <p:pic>
              <p:nvPicPr>
                <p:cNvPr id="220" name="Ink 219">
                  <a:extLst>
                    <a:ext uri="{FF2B5EF4-FFF2-40B4-BE49-F238E27FC236}">
                      <a16:creationId xmlns:a16="http://schemas.microsoft.com/office/drawing/2014/main" id="{09BBFB57-5746-7446-DD01-99BB1F0C4AA0}"/>
                    </a:ext>
                  </a:extLst>
                </p:cNvPr>
                <p:cNvPicPr/>
                <p:nvPr/>
              </p:nvPicPr>
              <p:blipFill>
                <a:blip r:embed="rId212"/>
                <a:stretch>
                  <a:fillRect/>
                </a:stretch>
              </p:blipFill>
              <p:spPr>
                <a:xfrm>
                  <a:off x="4948620" y="3229920"/>
                  <a:ext cx="12240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213">
              <p14:nvContentPartPr>
                <p14:cNvPr id="221" name="Ink 220">
                  <a:extLst>
                    <a:ext uri="{FF2B5EF4-FFF2-40B4-BE49-F238E27FC236}">
                      <a16:creationId xmlns:a16="http://schemas.microsoft.com/office/drawing/2014/main" id="{CEAA6140-56E2-5B2F-22DF-BE5D99FEE2E3}"/>
                    </a:ext>
                  </a:extLst>
                </p14:cNvPr>
                <p14:cNvContentPartPr/>
                <p14:nvPr/>
              </p14:nvContentPartPr>
              <p14:xfrm>
                <a:off x="5097660" y="3232440"/>
                <a:ext cx="92160" cy="153360"/>
              </p14:xfrm>
            </p:contentPart>
          </mc:Choice>
          <mc:Fallback>
            <p:pic>
              <p:nvPicPr>
                <p:cNvPr id="221" name="Ink 220">
                  <a:extLst>
                    <a:ext uri="{FF2B5EF4-FFF2-40B4-BE49-F238E27FC236}">
                      <a16:creationId xmlns:a16="http://schemas.microsoft.com/office/drawing/2014/main" id="{CEAA6140-56E2-5B2F-22DF-BE5D99FEE2E3}"/>
                    </a:ext>
                  </a:extLst>
                </p:cNvPr>
                <p:cNvPicPr/>
                <p:nvPr/>
              </p:nvPicPr>
              <p:blipFill>
                <a:blip r:embed="rId214"/>
                <a:stretch>
                  <a:fillRect/>
                </a:stretch>
              </p:blipFill>
              <p:spPr>
                <a:xfrm>
                  <a:off x="5089020" y="3223800"/>
                  <a:ext cx="109800" cy="171000"/>
                </a:xfrm>
                <a:prstGeom prst="rect">
                  <a:avLst/>
                </a:prstGeom>
              </p:spPr>
            </p:pic>
          </mc:Fallback>
        </mc:AlternateContent>
        <mc:AlternateContent xmlns:mc="http://schemas.openxmlformats.org/markup-compatibility/2006">
          <mc:Choice xmlns:p14="http://schemas.microsoft.com/office/powerpoint/2010/main" Requires="p14">
            <p:contentPart p14:bwMode="auto" r:id="rId215">
              <p14:nvContentPartPr>
                <p14:cNvPr id="222" name="Ink 221">
                  <a:extLst>
                    <a:ext uri="{FF2B5EF4-FFF2-40B4-BE49-F238E27FC236}">
                      <a16:creationId xmlns:a16="http://schemas.microsoft.com/office/drawing/2014/main" id="{D5D8E6AA-172C-B330-4505-C5276C4BC9EF}"/>
                    </a:ext>
                  </a:extLst>
                </p14:cNvPr>
                <p14:cNvContentPartPr/>
                <p14:nvPr/>
              </p14:nvContentPartPr>
              <p14:xfrm>
                <a:off x="5273700" y="3168720"/>
                <a:ext cx="66960" cy="257040"/>
              </p14:xfrm>
            </p:contentPart>
          </mc:Choice>
          <mc:Fallback>
            <p:pic>
              <p:nvPicPr>
                <p:cNvPr id="222" name="Ink 221">
                  <a:extLst>
                    <a:ext uri="{FF2B5EF4-FFF2-40B4-BE49-F238E27FC236}">
                      <a16:creationId xmlns:a16="http://schemas.microsoft.com/office/drawing/2014/main" id="{D5D8E6AA-172C-B330-4505-C5276C4BC9EF}"/>
                    </a:ext>
                  </a:extLst>
                </p:cNvPr>
                <p:cNvPicPr/>
                <p:nvPr/>
              </p:nvPicPr>
              <p:blipFill>
                <a:blip r:embed="rId216"/>
                <a:stretch>
                  <a:fillRect/>
                </a:stretch>
              </p:blipFill>
              <p:spPr>
                <a:xfrm>
                  <a:off x="5264700" y="3159720"/>
                  <a:ext cx="84600" cy="274680"/>
                </a:xfrm>
                <a:prstGeom prst="rect">
                  <a:avLst/>
                </a:prstGeom>
              </p:spPr>
            </p:pic>
          </mc:Fallback>
        </mc:AlternateContent>
        <mc:AlternateContent xmlns:mc="http://schemas.openxmlformats.org/markup-compatibility/2006">
          <mc:Choice xmlns:p14="http://schemas.microsoft.com/office/powerpoint/2010/main" Requires="p14">
            <p:contentPart p14:bwMode="auto" r:id="rId217">
              <p14:nvContentPartPr>
                <p14:cNvPr id="223" name="Ink 222">
                  <a:extLst>
                    <a:ext uri="{FF2B5EF4-FFF2-40B4-BE49-F238E27FC236}">
                      <a16:creationId xmlns:a16="http://schemas.microsoft.com/office/drawing/2014/main" id="{A7280CB3-3A75-0CD0-83BB-024D3E0A7718}"/>
                    </a:ext>
                  </a:extLst>
                </p14:cNvPr>
                <p14:cNvContentPartPr/>
                <p14:nvPr/>
              </p14:nvContentPartPr>
              <p14:xfrm>
                <a:off x="5379180" y="3241800"/>
                <a:ext cx="141120" cy="119880"/>
              </p14:xfrm>
            </p:contentPart>
          </mc:Choice>
          <mc:Fallback>
            <p:pic>
              <p:nvPicPr>
                <p:cNvPr id="223" name="Ink 222">
                  <a:extLst>
                    <a:ext uri="{FF2B5EF4-FFF2-40B4-BE49-F238E27FC236}">
                      <a16:creationId xmlns:a16="http://schemas.microsoft.com/office/drawing/2014/main" id="{A7280CB3-3A75-0CD0-83BB-024D3E0A7718}"/>
                    </a:ext>
                  </a:extLst>
                </p:cNvPr>
                <p:cNvPicPr/>
                <p:nvPr/>
              </p:nvPicPr>
              <p:blipFill>
                <a:blip r:embed="rId218"/>
                <a:stretch>
                  <a:fillRect/>
                </a:stretch>
              </p:blipFill>
              <p:spPr>
                <a:xfrm>
                  <a:off x="5370180" y="3233160"/>
                  <a:ext cx="158760" cy="137520"/>
                </a:xfrm>
                <a:prstGeom prst="rect">
                  <a:avLst/>
                </a:prstGeom>
              </p:spPr>
            </p:pic>
          </mc:Fallback>
        </mc:AlternateContent>
        <mc:AlternateContent xmlns:mc="http://schemas.openxmlformats.org/markup-compatibility/2006">
          <mc:Choice xmlns:p14="http://schemas.microsoft.com/office/powerpoint/2010/main" Requires="p14">
            <p:contentPart p14:bwMode="auto" r:id="rId219">
              <p14:nvContentPartPr>
                <p14:cNvPr id="224" name="Ink 223">
                  <a:extLst>
                    <a:ext uri="{FF2B5EF4-FFF2-40B4-BE49-F238E27FC236}">
                      <a16:creationId xmlns:a16="http://schemas.microsoft.com/office/drawing/2014/main" id="{C50F500E-DCE7-0B09-E6AD-40592C566511}"/>
                    </a:ext>
                  </a:extLst>
                </p14:cNvPr>
                <p14:cNvContentPartPr/>
                <p14:nvPr/>
              </p14:nvContentPartPr>
              <p14:xfrm>
                <a:off x="5568900" y="3232080"/>
                <a:ext cx="106560" cy="105120"/>
              </p14:xfrm>
            </p:contentPart>
          </mc:Choice>
          <mc:Fallback>
            <p:pic>
              <p:nvPicPr>
                <p:cNvPr id="224" name="Ink 223">
                  <a:extLst>
                    <a:ext uri="{FF2B5EF4-FFF2-40B4-BE49-F238E27FC236}">
                      <a16:creationId xmlns:a16="http://schemas.microsoft.com/office/drawing/2014/main" id="{C50F500E-DCE7-0B09-E6AD-40592C566511}"/>
                    </a:ext>
                  </a:extLst>
                </p:cNvPr>
                <p:cNvPicPr/>
                <p:nvPr/>
              </p:nvPicPr>
              <p:blipFill>
                <a:blip r:embed="rId220"/>
                <a:stretch>
                  <a:fillRect/>
                </a:stretch>
              </p:blipFill>
              <p:spPr>
                <a:xfrm>
                  <a:off x="5559900" y="3223080"/>
                  <a:ext cx="124200" cy="122760"/>
                </a:xfrm>
                <a:prstGeom prst="rect">
                  <a:avLst/>
                </a:prstGeom>
              </p:spPr>
            </p:pic>
          </mc:Fallback>
        </mc:AlternateContent>
        <mc:AlternateContent xmlns:mc="http://schemas.openxmlformats.org/markup-compatibility/2006">
          <mc:Choice xmlns:p14="http://schemas.microsoft.com/office/powerpoint/2010/main" Requires="p14">
            <p:contentPart p14:bwMode="auto" r:id="rId221">
              <p14:nvContentPartPr>
                <p14:cNvPr id="225" name="Ink 224">
                  <a:extLst>
                    <a:ext uri="{FF2B5EF4-FFF2-40B4-BE49-F238E27FC236}">
                      <a16:creationId xmlns:a16="http://schemas.microsoft.com/office/drawing/2014/main" id="{E217D966-F983-CEB4-4CCA-948D41A68DC3}"/>
                    </a:ext>
                  </a:extLst>
                </p14:cNvPr>
                <p14:cNvContentPartPr/>
                <p14:nvPr/>
              </p14:nvContentPartPr>
              <p14:xfrm>
                <a:off x="4732620" y="3422880"/>
                <a:ext cx="1194120" cy="57240"/>
              </p14:xfrm>
            </p:contentPart>
          </mc:Choice>
          <mc:Fallback>
            <p:pic>
              <p:nvPicPr>
                <p:cNvPr id="225" name="Ink 224">
                  <a:extLst>
                    <a:ext uri="{FF2B5EF4-FFF2-40B4-BE49-F238E27FC236}">
                      <a16:creationId xmlns:a16="http://schemas.microsoft.com/office/drawing/2014/main" id="{E217D966-F983-CEB4-4CCA-948D41A68DC3}"/>
                    </a:ext>
                  </a:extLst>
                </p:cNvPr>
                <p:cNvPicPr/>
                <p:nvPr/>
              </p:nvPicPr>
              <p:blipFill>
                <a:blip r:embed="rId222"/>
                <a:stretch>
                  <a:fillRect/>
                </a:stretch>
              </p:blipFill>
              <p:spPr>
                <a:xfrm>
                  <a:off x="4723620" y="3413880"/>
                  <a:ext cx="1211760" cy="74880"/>
                </a:xfrm>
                <a:prstGeom prst="rect">
                  <a:avLst/>
                </a:prstGeom>
              </p:spPr>
            </p:pic>
          </mc:Fallback>
        </mc:AlternateContent>
        <mc:AlternateContent xmlns:mc="http://schemas.openxmlformats.org/markup-compatibility/2006">
          <mc:Choice xmlns:p14="http://schemas.microsoft.com/office/powerpoint/2010/main" Requires="p14">
            <p:contentPart p14:bwMode="auto" r:id="rId223">
              <p14:nvContentPartPr>
                <p14:cNvPr id="229" name="Ink 228">
                  <a:extLst>
                    <a:ext uri="{FF2B5EF4-FFF2-40B4-BE49-F238E27FC236}">
                      <a16:creationId xmlns:a16="http://schemas.microsoft.com/office/drawing/2014/main" id="{047AB9EA-1CEC-03AD-6E92-D8A7B2B7DF5D}"/>
                    </a:ext>
                  </a:extLst>
                </p14:cNvPr>
                <p14:cNvContentPartPr/>
                <p14:nvPr/>
              </p14:nvContentPartPr>
              <p14:xfrm>
                <a:off x="163860" y="2804760"/>
                <a:ext cx="304560" cy="316800"/>
              </p14:xfrm>
            </p:contentPart>
          </mc:Choice>
          <mc:Fallback>
            <p:pic>
              <p:nvPicPr>
                <p:cNvPr id="229" name="Ink 228">
                  <a:extLst>
                    <a:ext uri="{FF2B5EF4-FFF2-40B4-BE49-F238E27FC236}">
                      <a16:creationId xmlns:a16="http://schemas.microsoft.com/office/drawing/2014/main" id="{047AB9EA-1CEC-03AD-6E92-D8A7B2B7DF5D}"/>
                    </a:ext>
                  </a:extLst>
                </p:cNvPr>
                <p:cNvPicPr/>
                <p:nvPr/>
              </p:nvPicPr>
              <p:blipFill>
                <a:blip r:embed="rId224"/>
                <a:stretch>
                  <a:fillRect/>
                </a:stretch>
              </p:blipFill>
              <p:spPr>
                <a:xfrm>
                  <a:off x="155220" y="2796120"/>
                  <a:ext cx="322200" cy="334440"/>
                </a:xfrm>
                <a:prstGeom prst="rect">
                  <a:avLst/>
                </a:prstGeom>
              </p:spPr>
            </p:pic>
          </mc:Fallback>
        </mc:AlternateContent>
        <mc:AlternateContent xmlns:mc="http://schemas.openxmlformats.org/markup-compatibility/2006">
          <mc:Choice xmlns:p14="http://schemas.microsoft.com/office/powerpoint/2010/main" Requires="p14">
            <p:contentPart p14:bwMode="auto" r:id="rId225">
              <p14:nvContentPartPr>
                <p14:cNvPr id="230" name="Ink 229">
                  <a:extLst>
                    <a:ext uri="{FF2B5EF4-FFF2-40B4-BE49-F238E27FC236}">
                      <a16:creationId xmlns:a16="http://schemas.microsoft.com/office/drawing/2014/main" id="{698684A9-B1A0-0488-6FE9-6B0ECCBD2C40}"/>
                    </a:ext>
                  </a:extLst>
                </p14:cNvPr>
                <p14:cNvContentPartPr/>
                <p14:nvPr/>
              </p14:nvContentPartPr>
              <p14:xfrm>
                <a:off x="203100" y="3124440"/>
                <a:ext cx="237600" cy="179280"/>
              </p14:xfrm>
            </p:contentPart>
          </mc:Choice>
          <mc:Fallback>
            <p:pic>
              <p:nvPicPr>
                <p:cNvPr id="230" name="Ink 229">
                  <a:extLst>
                    <a:ext uri="{FF2B5EF4-FFF2-40B4-BE49-F238E27FC236}">
                      <a16:creationId xmlns:a16="http://schemas.microsoft.com/office/drawing/2014/main" id="{698684A9-B1A0-0488-6FE9-6B0ECCBD2C40}"/>
                    </a:ext>
                  </a:extLst>
                </p:cNvPr>
                <p:cNvPicPr/>
                <p:nvPr/>
              </p:nvPicPr>
              <p:blipFill>
                <a:blip r:embed="rId226"/>
                <a:stretch>
                  <a:fillRect/>
                </a:stretch>
              </p:blipFill>
              <p:spPr>
                <a:xfrm>
                  <a:off x="194100" y="3115800"/>
                  <a:ext cx="255240" cy="196920"/>
                </a:xfrm>
                <a:prstGeom prst="rect">
                  <a:avLst/>
                </a:prstGeom>
              </p:spPr>
            </p:pic>
          </mc:Fallback>
        </mc:AlternateContent>
        <mc:AlternateContent xmlns:mc="http://schemas.openxmlformats.org/markup-compatibility/2006">
          <mc:Choice xmlns:p14="http://schemas.microsoft.com/office/powerpoint/2010/main" Requires="p14">
            <p:contentPart p14:bwMode="auto" r:id="rId227">
              <p14:nvContentPartPr>
                <p14:cNvPr id="231" name="Ink 230">
                  <a:extLst>
                    <a:ext uri="{FF2B5EF4-FFF2-40B4-BE49-F238E27FC236}">
                      <a16:creationId xmlns:a16="http://schemas.microsoft.com/office/drawing/2014/main" id="{EBBCC880-8C35-8963-9508-E64586FFD188}"/>
                    </a:ext>
                  </a:extLst>
                </p14:cNvPr>
                <p14:cNvContentPartPr/>
                <p14:nvPr/>
              </p14:nvContentPartPr>
              <p14:xfrm>
                <a:off x="537180" y="3092400"/>
                <a:ext cx="231480" cy="44640"/>
              </p14:xfrm>
            </p:contentPart>
          </mc:Choice>
          <mc:Fallback>
            <p:pic>
              <p:nvPicPr>
                <p:cNvPr id="231" name="Ink 230">
                  <a:extLst>
                    <a:ext uri="{FF2B5EF4-FFF2-40B4-BE49-F238E27FC236}">
                      <a16:creationId xmlns:a16="http://schemas.microsoft.com/office/drawing/2014/main" id="{EBBCC880-8C35-8963-9508-E64586FFD188}"/>
                    </a:ext>
                  </a:extLst>
                </p:cNvPr>
                <p:cNvPicPr/>
                <p:nvPr/>
              </p:nvPicPr>
              <p:blipFill>
                <a:blip r:embed="rId228"/>
                <a:stretch>
                  <a:fillRect/>
                </a:stretch>
              </p:blipFill>
              <p:spPr>
                <a:xfrm>
                  <a:off x="528180" y="3083760"/>
                  <a:ext cx="249120" cy="62280"/>
                </a:xfrm>
                <a:prstGeom prst="rect">
                  <a:avLst/>
                </a:prstGeom>
              </p:spPr>
            </p:pic>
          </mc:Fallback>
        </mc:AlternateContent>
        <mc:AlternateContent xmlns:mc="http://schemas.openxmlformats.org/markup-compatibility/2006">
          <mc:Choice xmlns:p14="http://schemas.microsoft.com/office/powerpoint/2010/main" Requires="p14">
            <p:contentPart p14:bwMode="auto" r:id="rId229">
              <p14:nvContentPartPr>
                <p14:cNvPr id="232" name="Ink 231">
                  <a:extLst>
                    <a:ext uri="{FF2B5EF4-FFF2-40B4-BE49-F238E27FC236}">
                      <a16:creationId xmlns:a16="http://schemas.microsoft.com/office/drawing/2014/main" id="{4F600658-AFC1-E6E9-E078-6EE6C403C99C}"/>
                    </a:ext>
                  </a:extLst>
                </p14:cNvPr>
                <p14:cNvContentPartPr/>
                <p14:nvPr/>
              </p14:nvContentPartPr>
              <p14:xfrm>
                <a:off x="659940" y="3036240"/>
                <a:ext cx="152280" cy="147960"/>
              </p14:xfrm>
            </p:contentPart>
          </mc:Choice>
          <mc:Fallback>
            <p:pic>
              <p:nvPicPr>
                <p:cNvPr id="232" name="Ink 231">
                  <a:extLst>
                    <a:ext uri="{FF2B5EF4-FFF2-40B4-BE49-F238E27FC236}">
                      <a16:creationId xmlns:a16="http://schemas.microsoft.com/office/drawing/2014/main" id="{4F600658-AFC1-E6E9-E078-6EE6C403C99C}"/>
                    </a:ext>
                  </a:extLst>
                </p:cNvPr>
                <p:cNvPicPr/>
                <p:nvPr/>
              </p:nvPicPr>
              <p:blipFill>
                <a:blip r:embed="rId230"/>
                <a:stretch>
                  <a:fillRect/>
                </a:stretch>
              </p:blipFill>
              <p:spPr>
                <a:xfrm>
                  <a:off x="651300" y="3027240"/>
                  <a:ext cx="169920" cy="165600"/>
                </a:xfrm>
                <a:prstGeom prst="rect">
                  <a:avLst/>
                </a:prstGeom>
              </p:spPr>
            </p:pic>
          </mc:Fallback>
        </mc:AlternateContent>
        <mc:AlternateContent xmlns:mc="http://schemas.openxmlformats.org/markup-compatibility/2006">
          <mc:Choice xmlns:p14="http://schemas.microsoft.com/office/powerpoint/2010/main" Requires="p14">
            <p:contentPart p14:bwMode="auto" r:id="rId231">
              <p14:nvContentPartPr>
                <p14:cNvPr id="234" name="Ink 233">
                  <a:extLst>
                    <a:ext uri="{FF2B5EF4-FFF2-40B4-BE49-F238E27FC236}">
                      <a16:creationId xmlns:a16="http://schemas.microsoft.com/office/drawing/2014/main" id="{5A124D73-664E-DA2F-70A7-9B5A1261DEC9}"/>
                    </a:ext>
                  </a:extLst>
                </p14:cNvPr>
                <p14:cNvContentPartPr/>
                <p14:nvPr/>
              </p14:nvContentPartPr>
              <p14:xfrm>
                <a:off x="1996620" y="3174840"/>
                <a:ext cx="300960" cy="38880"/>
              </p14:xfrm>
            </p:contentPart>
          </mc:Choice>
          <mc:Fallback>
            <p:pic>
              <p:nvPicPr>
                <p:cNvPr id="234" name="Ink 233">
                  <a:extLst>
                    <a:ext uri="{FF2B5EF4-FFF2-40B4-BE49-F238E27FC236}">
                      <a16:creationId xmlns:a16="http://schemas.microsoft.com/office/drawing/2014/main" id="{5A124D73-664E-DA2F-70A7-9B5A1261DEC9}"/>
                    </a:ext>
                  </a:extLst>
                </p:cNvPr>
                <p:cNvPicPr/>
                <p:nvPr/>
              </p:nvPicPr>
              <p:blipFill>
                <a:blip r:embed="rId232"/>
                <a:stretch>
                  <a:fillRect/>
                </a:stretch>
              </p:blipFill>
              <p:spPr>
                <a:xfrm>
                  <a:off x="1987620" y="3166200"/>
                  <a:ext cx="318600" cy="56520"/>
                </a:xfrm>
                <a:prstGeom prst="rect">
                  <a:avLst/>
                </a:prstGeom>
              </p:spPr>
            </p:pic>
          </mc:Fallback>
        </mc:AlternateContent>
        <mc:AlternateContent xmlns:mc="http://schemas.openxmlformats.org/markup-compatibility/2006">
          <mc:Choice xmlns:p14="http://schemas.microsoft.com/office/powerpoint/2010/main" Requires="p14">
            <p:contentPart p14:bwMode="auto" r:id="rId233">
              <p14:nvContentPartPr>
                <p14:cNvPr id="235" name="Ink 234">
                  <a:extLst>
                    <a:ext uri="{FF2B5EF4-FFF2-40B4-BE49-F238E27FC236}">
                      <a16:creationId xmlns:a16="http://schemas.microsoft.com/office/drawing/2014/main" id="{D9F92483-D94B-373D-428F-3B89ECAB74AC}"/>
                    </a:ext>
                  </a:extLst>
                </p14:cNvPr>
                <p14:cNvContentPartPr/>
                <p14:nvPr/>
              </p14:nvContentPartPr>
              <p14:xfrm>
                <a:off x="2282100" y="3109320"/>
                <a:ext cx="70920" cy="158040"/>
              </p14:xfrm>
            </p:contentPart>
          </mc:Choice>
          <mc:Fallback>
            <p:pic>
              <p:nvPicPr>
                <p:cNvPr id="235" name="Ink 234">
                  <a:extLst>
                    <a:ext uri="{FF2B5EF4-FFF2-40B4-BE49-F238E27FC236}">
                      <a16:creationId xmlns:a16="http://schemas.microsoft.com/office/drawing/2014/main" id="{D9F92483-D94B-373D-428F-3B89ECAB74AC}"/>
                    </a:ext>
                  </a:extLst>
                </p:cNvPr>
                <p:cNvPicPr/>
                <p:nvPr/>
              </p:nvPicPr>
              <p:blipFill>
                <a:blip r:embed="rId234"/>
                <a:stretch>
                  <a:fillRect/>
                </a:stretch>
              </p:blipFill>
              <p:spPr>
                <a:xfrm>
                  <a:off x="2273100" y="3100680"/>
                  <a:ext cx="88560" cy="175680"/>
                </a:xfrm>
                <a:prstGeom prst="rect">
                  <a:avLst/>
                </a:prstGeom>
              </p:spPr>
            </p:pic>
          </mc:Fallback>
        </mc:AlternateContent>
        <mc:AlternateContent xmlns:mc="http://schemas.openxmlformats.org/markup-compatibility/2006">
          <mc:Choice xmlns:p14="http://schemas.microsoft.com/office/powerpoint/2010/main" Requires="p14">
            <p:contentPart p14:bwMode="auto" r:id="rId235">
              <p14:nvContentPartPr>
                <p14:cNvPr id="237" name="Ink 236">
                  <a:extLst>
                    <a:ext uri="{FF2B5EF4-FFF2-40B4-BE49-F238E27FC236}">
                      <a16:creationId xmlns:a16="http://schemas.microsoft.com/office/drawing/2014/main" id="{99E81672-E20D-994D-9C03-50F114662889}"/>
                    </a:ext>
                  </a:extLst>
                </p14:cNvPr>
                <p14:cNvContentPartPr/>
                <p14:nvPr/>
              </p14:nvContentPartPr>
              <p14:xfrm>
                <a:off x="493620" y="2308320"/>
                <a:ext cx="130320" cy="289440"/>
              </p14:xfrm>
            </p:contentPart>
          </mc:Choice>
          <mc:Fallback>
            <p:pic>
              <p:nvPicPr>
                <p:cNvPr id="237" name="Ink 236">
                  <a:extLst>
                    <a:ext uri="{FF2B5EF4-FFF2-40B4-BE49-F238E27FC236}">
                      <a16:creationId xmlns:a16="http://schemas.microsoft.com/office/drawing/2014/main" id="{99E81672-E20D-994D-9C03-50F114662889}"/>
                    </a:ext>
                  </a:extLst>
                </p:cNvPr>
                <p:cNvPicPr/>
                <p:nvPr/>
              </p:nvPicPr>
              <p:blipFill>
                <a:blip r:embed="rId236"/>
                <a:stretch>
                  <a:fillRect/>
                </a:stretch>
              </p:blipFill>
              <p:spPr>
                <a:xfrm>
                  <a:off x="484980" y="2299320"/>
                  <a:ext cx="147960" cy="307080"/>
                </a:xfrm>
                <a:prstGeom prst="rect">
                  <a:avLst/>
                </a:prstGeom>
              </p:spPr>
            </p:pic>
          </mc:Fallback>
        </mc:AlternateContent>
        <mc:AlternateContent xmlns:mc="http://schemas.openxmlformats.org/markup-compatibility/2006">
          <mc:Choice xmlns:p14="http://schemas.microsoft.com/office/powerpoint/2010/main" Requires="p14">
            <p:contentPart p14:bwMode="auto" r:id="rId237">
              <p14:nvContentPartPr>
                <p14:cNvPr id="238" name="Ink 237">
                  <a:extLst>
                    <a:ext uri="{FF2B5EF4-FFF2-40B4-BE49-F238E27FC236}">
                      <a16:creationId xmlns:a16="http://schemas.microsoft.com/office/drawing/2014/main" id="{0CC8B762-0130-AE0A-48B2-78848F5CB99F}"/>
                    </a:ext>
                  </a:extLst>
                </p14:cNvPr>
                <p14:cNvContentPartPr/>
                <p14:nvPr/>
              </p14:nvContentPartPr>
              <p14:xfrm>
                <a:off x="653460" y="2463120"/>
                <a:ext cx="150840" cy="115560"/>
              </p14:xfrm>
            </p:contentPart>
          </mc:Choice>
          <mc:Fallback>
            <p:pic>
              <p:nvPicPr>
                <p:cNvPr id="238" name="Ink 237">
                  <a:extLst>
                    <a:ext uri="{FF2B5EF4-FFF2-40B4-BE49-F238E27FC236}">
                      <a16:creationId xmlns:a16="http://schemas.microsoft.com/office/drawing/2014/main" id="{0CC8B762-0130-AE0A-48B2-78848F5CB99F}"/>
                    </a:ext>
                  </a:extLst>
                </p:cNvPr>
                <p:cNvPicPr/>
                <p:nvPr/>
              </p:nvPicPr>
              <p:blipFill>
                <a:blip r:embed="rId238"/>
                <a:stretch>
                  <a:fillRect/>
                </a:stretch>
              </p:blipFill>
              <p:spPr>
                <a:xfrm>
                  <a:off x="644820" y="2454120"/>
                  <a:ext cx="16848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239">
              <p14:nvContentPartPr>
                <p14:cNvPr id="239" name="Ink 238">
                  <a:extLst>
                    <a:ext uri="{FF2B5EF4-FFF2-40B4-BE49-F238E27FC236}">
                      <a16:creationId xmlns:a16="http://schemas.microsoft.com/office/drawing/2014/main" id="{945EF9C2-C05A-7D40-417C-8854880278EA}"/>
                    </a:ext>
                  </a:extLst>
                </p14:cNvPr>
                <p14:cNvContentPartPr/>
                <p14:nvPr/>
              </p14:nvContentPartPr>
              <p14:xfrm>
                <a:off x="370860" y="2222280"/>
                <a:ext cx="226080" cy="534960"/>
              </p14:xfrm>
            </p:contentPart>
          </mc:Choice>
          <mc:Fallback>
            <p:pic>
              <p:nvPicPr>
                <p:cNvPr id="239" name="Ink 238">
                  <a:extLst>
                    <a:ext uri="{FF2B5EF4-FFF2-40B4-BE49-F238E27FC236}">
                      <a16:creationId xmlns:a16="http://schemas.microsoft.com/office/drawing/2014/main" id="{945EF9C2-C05A-7D40-417C-8854880278EA}"/>
                    </a:ext>
                  </a:extLst>
                </p:cNvPr>
                <p:cNvPicPr/>
                <p:nvPr/>
              </p:nvPicPr>
              <p:blipFill>
                <a:blip r:embed="rId240"/>
                <a:stretch>
                  <a:fillRect/>
                </a:stretch>
              </p:blipFill>
              <p:spPr>
                <a:xfrm>
                  <a:off x="361860" y="2213280"/>
                  <a:ext cx="243720" cy="552600"/>
                </a:xfrm>
                <a:prstGeom prst="rect">
                  <a:avLst/>
                </a:prstGeom>
              </p:spPr>
            </p:pic>
          </mc:Fallback>
        </mc:AlternateContent>
        <mc:AlternateContent xmlns:mc="http://schemas.openxmlformats.org/markup-compatibility/2006">
          <mc:Choice xmlns:p14="http://schemas.microsoft.com/office/powerpoint/2010/main" Requires="p14">
            <p:contentPart p14:bwMode="auto" r:id="rId241">
              <p14:nvContentPartPr>
                <p14:cNvPr id="240" name="Ink 239">
                  <a:extLst>
                    <a:ext uri="{FF2B5EF4-FFF2-40B4-BE49-F238E27FC236}">
                      <a16:creationId xmlns:a16="http://schemas.microsoft.com/office/drawing/2014/main" id="{F3539ECE-FAA0-DA63-CCEF-16D906D1A546}"/>
                    </a:ext>
                  </a:extLst>
                </p14:cNvPr>
                <p14:cNvContentPartPr/>
                <p14:nvPr/>
              </p14:nvContentPartPr>
              <p14:xfrm>
                <a:off x="765060" y="2317680"/>
                <a:ext cx="46800" cy="340920"/>
              </p14:xfrm>
            </p:contentPart>
          </mc:Choice>
          <mc:Fallback>
            <p:pic>
              <p:nvPicPr>
                <p:cNvPr id="240" name="Ink 239">
                  <a:extLst>
                    <a:ext uri="{FF2B5EF4-FFF2-40B4-BE49-F238E27FC236}">
                      <a16:creationId xmlns:a16="http://schemas.microsoft.com/office/drawing/2014/main" id="{F3539ECE-FAA0-DA63-CCEF-16D906D1A546}"/>
                    </a:ext>
                  </a:extLst>
                </p:cNvPr>
                <p:cNvPicPr/>
                <p:nvPr/>
              </p:nvPicPr>
              <p:blipFill>
                <a:blip r:embed="rId242"/>
                <a:stretch>
                  <a:fillRect/>
                </a:stretch>
              </p:blipFill>
              <p:spPr>
                <a:xfrm>
                  <a:off x="756060" y="2308680"/>
                  <a:ext cx="64440" cy="358560"/>
                </a:xfrm>
                <a:prstGeom prst="rect">
                  <a:avLst/>
                </a:prstGeom>
              </p:spPr>
            </p:pic>
          </mc:Fallback>
        </mc:AlternateContent>
        <mc:AlternateContent xmlns:mc="http://schemas.openxmlformats.org/markup-compatibility/2006">
          <mc:Choice xmlns:p14="http://schemas.microsoft.com/office/powerpoint/2010/main" Requires="p14">
            <p:contentPart p14:bwMode="auto" r:id="rId243">
              <p14:nvContentPartPr>
                <p14:cNvPr id="242" name="Ink 241">
                  <a:extLst>
                    <a:ext uri="{FF2B5EF4-FFF2-40B4-BE49-F238E27FC236}">
                      <a16:creationId xmlns:a16="http://schemas.microsoft.com/office/drawing/2014/main" id="{E4A5268A-DB4A-C277-511D-4855E622E106}"/>
                    </a:ext>
                  </a:extLst>
                </p14:cNvPr>
                <p14:cNvContentPartPr/>
                <p14:nvPr/>
              </p14:nvContentPartPr>
              <p14:xfrm>
                <a:off x="1009500" y="3200400"/>
                <a:ext cx="41400" cy="5760"/>
              </p14:xfrm>
            </p:contentPart>
          </mc:Choice>
          <mc:Fallback>
            <p:pic>
              <p:nvPicPr>
                <p:cNvPr id="242" name="Ink 241">
                  <a:extLst>
                    <a:ext uri="{FF2B5EF4-FFF2-40B4-BE49-F238E27FC236}">
                      <a16:creationId xmlns:a16="http://schemas.microsoft.com/office/drawing/2014/main" id="{E4A5268A-DB4A-C277-511D-4855E622E106}"/>
                    </a:ext>
                  </a:extLst>
                </p:cNvPr>
                <p:cNvPicPr/>
                <p:nvPr/>
              </p:nvPicPr>
              <p:blipFill>
                <a:blip r:embed="rId244"/>
                <a:stretch>
                  <a:fillRect/>
                </a:stretch>
              </p:blipFill>
              <p:spPr>
                <a:xfrm>
                  <a:off x="1000860" y="3191400"/>
                  <a:ext cx="59040" cy="23400"/>
                </a:xfrm>
                <a:prstGeom prst="rect">
                  <a:avLst/>
                </a:prstGeom>
              </p:spPr>
            </p:pic>
          </mc:Fallback>
        </mc:AlternateContent>
        <mc:AlternateContent xmlns:mc="http://schemas.openxmlformats.org/markup-compatibility/2006">
          <mc:Choice xmlns:p14="http://schemas.microsoft.com/office/powerpoint/2010/main" Requires="p14">
            <p:contentPart p14:bwMode="auto" r:id="rId245">
              <p14:nvContentPartPr>
                <p14:cNvPr id="243" name="Ink 242">
                  <a:extLst>
                    <a:ext uri="{FF2B5EF4-FFF2-40B4-BE49-F238E27FC236}">
                      <a16:creationId xmlns:a16="http://schemas.microsoft.com/office/drawing/2014/main" id="{E072EF42-94E2-41FF-AFA7-2075BE46D517}"/>
                    </a:ext>
                  </a:extLst>
                </p14:cNvPr>
                <p14:cNvContentPartPr/>
                <p14:nvPr/>
              </p14:nvContentPartPr>
              <p14:xfrm>
                <a:off x="1005540" y="3259080"/>
                <a:ext cx="145440" cy="30240"/>
              </p14:xfrm>
            </p:contentPart>
          </mc:Choice>
          <mc:Fallback>
            <p:pic>
              <p:nvPicPr>
                <p:cNvPr id="243" name="Ink 242">
                  <a:extLst>
                    <a:ext uri="{FF2B5EF4-FFF2-40B4-BE49-F238E27FC236}">
                      <a16:creationId xmlns:a16="http://schemas.microsoft.com/office/drawing/2014/main" id="{E072EF42-94E2-41FF-AFA7-2075BE46D517}"/>
                    </a:ext>
                  </a:extLst>
                </p:cNvPr>
                <p:cNvPicPr/>
                <p:nvPr/>
              </p:nvPicPr>
              <p:blipFill>
                <a:blip r:embed="rId246"/>
                <a:stretch>
                  <a:fillRect/>
                </a:stretch>
              </p:blipFill>
              <p:spPr>
                <a:xfrm>
                  <a:off x="996900" y="3250080"/>
                  <a:ext cx="163080" cy="47880"/>
                </a:xfrm>
                <a:prstGeom prst="rect">
                  <a:avLst/>
                </a:prstGeom>
              </p:spPr>
            </p:pic>
          </mc:Fallback>
        </mc:AlternateContent>
        <mc:AlternateContent xmlns:mc="http://schemas.openxmlformats.org/markup-compatibility/2006">
          <mc:Choice xmlns:p14="http://schemas.microsoft.com/office/powerpoint/2010/main" Requires="p14">
            <p:contentPart p14:bwMode="auto" r:id="rId247">
              <p14:nvContentPartPr>
                <p14:cNvPr id="244" name="Ink 243">
                  <a:extLst>
                    <a:ext uri="{FF2B5EF4-FFF2-40B4-BE49-F238E27FC236}">
                      <a16:creationId xmlns:a16="http://schemas.microsoft.com/office/drawing/2014/main" id="{D2D44C8E-0788-5B2C-302E-73366487A16C}"/>
                    </a:ext>
                  </a:extLst>
                </p14:cNvPr>
                <p14:cNvContentPartPr/>
                <p14:nvPr/>
              </p14:nvContentPartPr>
              <p14:xfrm>
                <a:off x="1049820" y="3288600"/>
                <a:ext cx="152640" cy="31320"/>
              </p14:xfrm>
            </p:contentPart>
          </mc:Choice>
          <mc:Fallback>
            <p:pic>
              <p:nvPicPr>
                <p:cNvPr id="244" name="Ink 243">
                  <a:extLst>
                    <a:ext uri="{FF2B5EF4-FFF2-40B4-BE49-F238E27FC236}">
                      <a16:creationId xmlns:a16="http://schemas.microsoft.com/office/drawing/2014/main" id="{D2D44C8E-0788-5B2C-302E-73366487A16C}"/>
                    </a:ext>
                  </a:extLst>
                </p:cNvPr>
                <p:cNvPicPr/>
                <p:nvPr/>
              </p:nvPicPr>
              <p:blipFill>
                <a:blip r:embed="rId248"/>
                <a:stretch>
                  <a:fillRect/>
                </a:stretch>
              </p:blipFill>
              <p:spPr>
                <a:xfrm>
                  <a:off x="1040820" y="3279600"/>
                  <a:ext cx="17028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249">
              <p14:nvContentPartPr>
                <p14:cNvPr id="246" name="Ink 245">
                  <a:extLst>
                    <a:ext uri="{FF2B5EF4-FFF2-40B4-BE49-F238E27FC236}">
                      <a16:creationId xmlns:a16="http://schemas.microsoft.com/office/drawing/2014/main" id="{059E684E-9BF9-71E9-CE7E-9E3108A5E9A5}"/>
                    </a:ext>
                  </a:extLst>
                </p14:cNvPr>
                <p14:cNvContentPartPr/>
                <p14:nvPr/>
              </p14:nvContentPartPr>
              <p14:xfrm>
                <a:off x="2717340" y="2951640"/>
                <a:ext cx="317880" cy="272880"/>
              </p14:xfrm>
            </p:contentPart>
          </mc:Choice>
          <mc:Fallback>
            <p:pic>
              <p:nvPicPr>
                <p:cNvPr id="246" name="Ink 245">
                  <a:extLst>
                    <a:ext uri="{FF2B5EF4-FFF2-40B4-BE49-F238E27FC236}">
                      <a16:creationId xmlns:a16="http://schemas.microsoft.com/office/drawing/2014/main" id="{059E684E-9BF9-71E9-CE7E-9E3108A5E9A5}"/>
                    </a:ext>
                  </a:extLst>
                </p:cNvPr>
                <p:cNvPicPr/>
                <p:nvPr/>
              </p:nvPicPr>
              <p:blipFill>
                <a:blip r:embed="rId250"/>
                <a:stretch>
                  <a:fillRect/>
                </a:stretch>
              </p:blipFill>
              <p:spPr>
                <a:xfrm>
                  <a:off x="2708700" y="2942640"/>
                  <a:ext cx="335520" cy="290520"/>
                </a:xfrm>
                <a:prstGeom prst="rect">
                  <a:avLst/>
                </a:prstGeom>
              </p:spPr>
            </p:pic>
          </mc:Fallback>
        </mc:AlternateContent>
        <mc:AlternateContent xmlns:mc="http://schemas.openxmlformats.org/markup-compatibility/2006">
          <mc:Choice xmlns:p14="http://schemas.microsoft.com/office/powerpoint/2010/main" Requires="p14">
            <p:contentPart p14:bwMode="auto" r:id="rId251">
              <p14:nvContentPartPr>
                <p14:cNvPr id="247" name="Ink 246">
                  <a:extLst>
                    <a:ext uri="{FF2B5EF4-FFF2-40B4-BE49-F238E27FC236}">
                      <a16:creationId xmlns:a16="http://schemas.microsoft.com/office/drawing/2014/main" id="{38CC58C2-7398-325A-6768-F4C9908A9C97}"/>
                    </a:ext>
                  </a:extLst>
                </p14:cNvPr>
                <p14:cNvContentPartPr/>
                <p14:nvPr/>
              </p14:nvContentPartPr>
              <p14:xfrm>
                <a:off x="2742900" y="3040920"/>
                <a:ext cx="353160" cy="213120"/>
              </p14:xfrm>
            </p:contentPart>
          </mc:Choice>
          <mc:Fallback>
            <p:pic>
              <p:nvPicPr>
                <p:cNvPr id="247" name="Ink 246">
                  <a:extLst>
                    <a:ext uri="{FF2B5EF4-FFF2-40B4-BE49-F238E27FC236}">
                      <a16:creationId xmlns:a16="http://schemas.microsoft.com/office/drawing/2014/main" id="{38CC58C2-7398-325A-6768-F4C9908A9C97}"/>
                    </a:ext>
                  </a:extLst>
                </p:cNvPr>
                <p:cNvPicPr/>
                <p:nvPr/>
              </p:nvPicPr>
              <p:blipFill>
                <a:blip r:embed="rId252"/>
                <a:stretch>
                  <a:fillRect/>
                </a:stretch>
              </p:blipFill>
              <p:spPr>
                <a:xfrm>
                  <a:off x="2734260" y="3031920"/>
                  <a:ext cx="370800" cy="2307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53">
            <p14:nvContentPartPr>
              <p14:cNvPr id="249" name="Ink 248">
                <a:extLst>
                  <a:ext uri="{FF2B5EF4-FFF2-40B4-BE49-F238E27FC236}">
                    <a16:creationId xmlns:a16="http://schemas.microsoft.com/office/drawing/2014/main" id="{C783F512-6746-6284-591A-C779D620D367}"/>
                  </a:ext>
                </a:extLst>
              </p14:cNvPr>
              <p14:cNvContentPartPr/>
              <p14:nvPr/>
            </p14:nvContentPartPr>
            <p14:xfrm>
              <a:off x="10453380" y="442800"/>
              <a:ext cx="760680" cy="567720"/>
            </p14:xfrm>
          </p:contentPart>
        </mc:Choice>
        <mc:Fallback>
          <p:pic>
            <p:nvPicPr>
              <p:cNvPr id="249" name="Ink 248">
                <a:extLst>
                  <a:ext uri="{FF2B5EF4-FFF2-40B4-BE49-F238E27FC236}">
                    <a16:creationId xmlns:a16="http://schemas.microsoft.com/office/drawing/2014/main" id="{C783F512-6746-6284-591A-C779D620D367}"/>
                  </a:ext>
                </a:extLst>
              </p:cNvPr>
              <p:cNvPicPr/>
              <p:nvPr/>
            </p:nvPicPr>
            <p:blipFill>
              <a:blip r:embed="rId254"/>
              <a:stretch>
                <a:fillRect/>
              </a:stretch>
            </p:blipFill>
            <p:spPr>
              <a:xfrm>
                <a:off x="10444380" y="434160"/>
                <a:ext cx="778320" cy="585360"/>
              </a:xfrm>
              <a:prstGeom prst="rect">
                <a:avLst/>
              </a:prstGeom>
            </p:spPr>
          </p:pic>
        </mc:Fallback>
      </mc:AlternateContent>
      <p:grpSp>
        <p:nvGrpSpPr>
          <p:cNvPr id="256" name="Group 255">
            <a:extLst>
              <a:ext uri="{FF2B5EF4-FFF2-40B4-BE49-F238E27FC236}">
                <a16:creationId xmlns:a16="http://schemas.microsoft.com/office/drawing/2014/main" id="{A6F7A141-F56F-A560-1A1F-4D91CD7E15F1}"/>
              </a:ext>
            </a:extLst>
          </p:cNvPr>
          <p:cNvGrpSpPr/>
          <p:nvPr/>
        </p:nvGrpSpPr>
        <p:grpSpPr>
          <a:xfrm>
            <a:off x="8312100" y="106920"/>
            <a:ext cx="3706920" cy="3097800"/>
            <a:chOff x="8312100" y="106920"/>
            <a:chExt cx="3706920" cy="3097800"/>
          </a:xfrm>
        </p:grpSpPr>
        <mc:AlternateContent xmlns:mc="http://schemas.openxmlformats.org/markup-compatibility/2006">
          <mc:Choice xmlns:p14="http://schemas.microsoft.com/office/powerpoint/2010/main" Requires="p14">
            <p:contentPart p14:bwMode="auto" r:id="rId255">
              <p14:nvContentPartPr>
                <p14:cNvPr id="39" name="Ink 38">
                  <a:extLst>
                    <a:ext uri="{FF2B5EF4-FFF2-40B4-BE49-F238E27FC236}">
                      <a16:creationId xmlns:a16="http://schemas.microsoft.com/office/drawing/2014/main" id="{97B36757-2001-E8EE-E2F3-1FCC546C322F}"/>
                    </a:ext>
                  </a:extLst>
                </p14:cNvPr>
                <p14:cNvContentPartPr/>
                <p14:nvPr/>
              </p14:nvContentPartPr>
              <p14:xfrm>
                <a:off x="8788380" y="924480"/>
                <a:ext cx="197640" cy="234720"/>
              </p14:xfrm>
            </p:contentPart>
          </mc:Choice>
          <mc:Fallback>
            <p:pic>
              <p:nvPicPr>
                <p:cNvPr id="39" name="Ink 38">
                  <a:extLst>
                    <a:ext uri="{FF2B5EF4-FFF2-40B4-BE49-F238E27FC236}">
                      <a16:creationId xmlns:a16="http://schemas.microsoft.com/office/drawing/2014/main" id="{97B36757-2001-E8EE-E2F3-1FCC546C322F}"/>
                    </a:ext>
                  </a:extLst>
                </p:cNvPr>
                <p:cNvPicPr/>
                <p:nvPr/>
              </p:nvPicPr>
              <p:blipFill>
                <a:blip r:embed="rId256"/>
                <a:stretch>
                  <a:fillRect/>
                </a:stretch>
              </p:blipFill>
              <p:spPr>
                <a:xfrm>
                  <a:off x="8779740" y="915840"/>
                  <a:ext cx="215280" cy="252360"/>
                </a:xfrm>
                <a:prstGeom prst="rect">
                  <a:avLst/>
                </a:prstGeom>
              </p:spPr>
            </p:pic>
          </mc:Fallback>
        </mc:AlternateContent>
        <mc:AlternateContent xmlns:mc="http://schemas.openxmlformats.org/markup-compatibility/2006">
          <mc:Choice xmlns:p14="http://schemas.microsoft.com/office/powerpoint/2010/main" Requires="p14">
            <p:contentPart p14:bwMode="auto" r:id="rId257">
              <p14:nvContentPartPr>
                <p14:cNvPr id="40" name="Ink 39">
                  <a:extLst>
                    <a:ext uri="{FF2B5EF4-FFF2-40B4-BE49-F238E27FC236}">
                      <a16:creationId xmlns:a16="http://schemas.microsoft.com/office/drawing/2014/main" id="{AF6270A8-58C7-59EE-C432-D2A9A8DAC254}"/>
                    </a:ext>
                  </a:extLst>
                </p14:cNvPr>
                <p14:cNvContentPartPr/>
                <p14:nvPr/>
              </p14:nvContentPartPr>
              <p14:xfrm>
                <a:off x="9037140" y="954720"/>
                <a:ext cx="158760" cy="203760"/>
              </p14:xfrm>
            </p:contentPart>
          </mc:Choice>
          <mc:Fallback>
            <p:pic>
              <p:nvPicPr>
                <p:cNvPr id="40" name="Ink 39">
                  <a:extLst>
                    <a:ext uri="{FF2B5EF4-FFF2-40B4-BE49-F238E27FC236}">
                      <a16:creationId xmlns:a16="http://schemas.microsoft.com/office/drawing/2014/main" id="{AF6270A8-58C7-59EE-C432-D2A9A8DAC254}"/>
                    </a:ext>
                  </a:extLst>
                </p:cNvPr>
                <p:cNvPicPr/>
                <p:nvPr/>
              </p:nvPicPr>
              <p:blipFill>
                <a:blip r:embed="rId258"/>
                <a:stretch>
                  <a:fillRect/>
                </a:stretch>
              </p:blipFill>
              <p:spPr>
                <a:xfrm>
                  <a:off x="9028140" y="945720"/>
                  <a:ext cx="176400" cy="221400"/>
                </a:xfrm>
                <a:prstGeom prst="rect">
                  <a:avLst/>
                </a:prstGeom>
              </p:spPr>
            </p:pic>
          </mc:Fallback>
        </mc:AlternateContent>
        <mc:AlternateContent xmlns:mc="http://schemas.openxmlformats.org/markup-compatibility/2006">
          <mc:Choice xmlns:p14="http://schemas.microsoft.com/office/powerpoint/2010/main" Requires="p14">
            <p:contentPart p14:bwMode="auto" r:id="rId259">
              <p14:nvContentPartPr>
                <p14:cNvPr id="41" name="Ink 40">
                  <a:extLst>
                    <a:ext uri="{FF2B5EF4-FFF2-40B4-BE49-F238E27FC236}">
                      <a16:creationId xmlns:a16="http://schemas.microsoft.com/office/drawing/2014/main" id="{858F18E5-0399-E60E-DE28-0565152DA2D4}"/>
                    </a:ext>
                  </a:extLst>
                </p14:cNvPr>
                <p14:cNvContentPartPr/>
                <p14:nvPr/>
              </p14:nvContentPartPr>
              <p14:xfrm>
                <a:off x="9116340" y="964800"/>
                <a:ext cx="286560" cy="201240"/>
              </p14:xfrm>
            </p:contentPart>
          </mc:Choice>
          <mc:Fallback>
            <p:pic>
              <p:nvPicPr>
                <p:cNvPr id="41" name="Ink 40">
                  <a:extLst>
                    <a:ext uri="{FF2B5EF4-FFF2-40B4-BE49-F238E27FC236}">
                      <a16:creationId xmlns:a16="http://schemas.microsoft.com/office/drawing/2014/main" id="{858F18E5-0399-E60E-DE28-0565152DA2D4}"/>
                    </a:ext>
                  </a:extLst>
                </p:cNvPr>
                <p:cNvPicPr/>
                <p:nvPr/>
              </p:nvPicPr>
              <p:blipFill>
                <a:blip r:embed="rId260"/>
                <a:stretch>
                  <a:fillRect/>
                </a:stretch>
              </p:blipFill>
              <p:spPr>
                <a:xfrm>
                  <a:off x="9107340" y="956160"/>
                  <a:ext cx="304200" cy="218880"/>
                </a:xfrm>
                <a:prstGeom prst="rect">
                  <a:avLst/>
                </a:prstGeom>
              </p:spPr>
            </p:pic>
          </mc:Fallback>
        </mc:AlternateContent>
        <mc:AlternateContent xmlns:mc="http://schemas.openxmlformats.org/markup-compatibility/2006">
          <mc:Choice xmlns:p14="http://schemas.microsoft.com/office/powerpoint/2010/main" Requires="p14">
            <p:contentPart p14:bwMode="auto" r:id="rId261">
              <p14:nvContentPartPr>
                <p14:cNvPr id="42" name="Ink 41">
                  <a:extLst>
                    <a:ext uri="{FF2B5EF4-FFF2-40B4-BE49-F238E27FC236}">
                      <a16:creationId xmlns:a16="http://schemas.microsoft.com/office/drawing/2014/main" id="{977E46B1-C2EE-EA1F-33C6-6945179E44C5}"/>
                    </a:ext>
                  </a:extLst>
                </p14:cNvPr>
                <p14:cNvContentPartPr/>
                <p14:nvPr/>
              </p14:nvContentPartPr>
              <p14:xfrm>
                <a:off x="8747700" y="1371600"/>
                <a:ext cx="175680" cy="177480"/>
              </p14:xfrm>
            </p:contentPart>
          </mc:Choice>
          <mc:Fallback>
            <p:pic>
              <p:nvPicPr>
                <p:cNvPr id="42" name="Ink 41">
                  <a:extLst>
                    <a:ext uri="{FF2B5EF4-FFF2-40B4-BE49-F238E27FC236}">
                      <a16:creationId xmlns:a16="http://schemas.microsoft.com/office/drawing/2014/main" id="{977E46B1-C2EE-EA1F-33C6-6945179E44C5}"/>
                    </a:ext>
                  </a:extLst>
                </p:cNvPr>
                <p:cNvPicPr/>
                <p:nvPr/>
              </p:nvPicPr>
              <p:blipFill>
                <a:blip r:embed="rId262"/>
                <a:stretch>
                  <a:fillRect/>
                </a:stretch>
              </p:blipFill>
              <p:spPr>
                <a:xfrm>
                  <a:off x="8739060" y="1362600"/>
                  <a:ext cx="193320" cy="195120"/>
                </a:xfrm>
                <a:prstGeom prst="rect">
                  <a:avLst/>
                </a:prstGeom>
              </p:spPr>
            </p:pic>
          </mc:Fallback>
        </mc:AlternateContent>
        <mc:AlternateContent xmlns:mc="http://schemas.openxmlformats.org/markup-compatibility/2006">
          <mc:Choice xmlns:p14="http://schemas.microsoft.com/office/powerpoint/2010/main" Requires="p14">
            <p:contentPart p14:bwMode="auto" r:id="rId263">
              <p14:nvContentPartPr>
                <p14:cNvPr id="43" name="Ink 42">
                  <a:extLst>
                    <a:ext uri="{FF2B5EF4-FFF2-40B4-BE49-F238E27FC236}">
                      <a16:creationId xmlns:a16="http://schemas.microsoft.com/office/drawing/2014/main" id="{425E871C-4435-7BCB-BF23-96D4C4C77D40}"/>
                    </a:ext>
                  </a:extLst>
                </p14:cNvPr>
                <p14:cNvContentPartPr/>
                <p14:nvPr/>
              </p14:nvContentPartPr>
              <p14:xfrm>
                <a:off x="8312100" y="1705680"/>
                <a:ext cx="172440" cy="225000"/>
              </p14:xfrm>
            </p:contentPart>
          </mc:Choice>
          <mc:Fallback>
            <p:pic>
              <p:nvPicPr>
                <p:cNvPr id="43" name="Ink 42">
                  <a:extLst>
                    <a:ext uri="{FF2B5EF4-FFF2-40B4-BE49-F238E27FC236}">
                      <a16:creationId xmlns:a16="http://schemas.microsoft.com/office/drawing/2014/main" id="{425E871C-4435-7BCB-BF23-96D4C4C77D40}"/>
                    </a:ext>
                  </a:extLst>
                </p:cNvPr>
                <p:cNvPicPr/>
                <p:nvPr/>
              </p:nvPicPr>
              <p:blipFill>
                <a:blip r:embed="rId264"/>
                <a:stretch>
                  <a:fillRect/>
                </a:stretch>
              </p:blipFill>
              <p:spPr>
                <a:xfrm>
                  <a:off x="8303100" y="1697040"/>
                  <a:ext cx="190080" cy="242640"/>
                </a:xfrm>
                <a:prstGeom prst="rect">
                  <a:avLst/>
                </a:prstGeom>
              </p:spPr>
            </p:pic>
          </mc:Fallback>
        </mc:AlternateContent>
        <mc:AlternateContent xmlns:mc="http://schemas.openxmlformats.org/markup-compatibility/2006">
          <mc:Choice xmlns:p14="http://schemas.microsoft.com/office/powerpoint/2010/main" Requires="p14">
            <p:contentPart p14:bwMode="auto" r:id="rId265">
              <p14:nvContentPartPr>
                <p14:cNvPr id="44" name="Ink 43">
                  <a:extLst>
                    <a:ext uri="{FF2B5EF4-FFF2-40B4-BE49-F238E27FC236}">
                      <a16:creationId xmlns:a16="http://schemas.microsoft.com/office/drawing/2014/main" id="{FE287ADD-9E58-8355-81D3-51173619803F}"/>
                    </a:ext>
                  </a:extLst>
                </p14:cNvPr>
                <p14:cNvContentPartPr/>
                <p14:nvPr/>
              </p14:nvContentPartPr>
              <p14:xfrm>
                <a:off x="8528100" y="1765080"/>
                <a:ext cx="117720" cy="138960"/>
              </p14:xfrm>
            </p:contentPart>
          </mc:Choice>
          <mc:Fallback>
            <p:pic>
              <p:nvPicPr>
                <p:cNvPr id="44" name="Ink 43">
                  <a:extLst>
                    <a:ext uri="{FF2B5EF4-FFF2-40B4-BE49-F238E27FC236}">
                      <a16:creationId xmlns:a16="http://schemas.microsoft.com/office/drawing/2014/main" id="{FE287ADD-9E58-8355-81D3-51173619803F}"/>
                    </a:ext>
                  </a:extLst>
                </p:cNvPr>
                <p:cNvPicPr/>
                <p:nvPr/>
              </p:nvPicPr>
              <p:blipFill>
                <a:blip r:embed="rId266"/>
                <a:stretch>
                  <a:fillRect/>
                </a:stretch>
              </p:blipFill>
              <p:spPr>
                <a:xfrm>
                  <a:off x="8519100" y="1756080"/>
                  <a:ext cx="135360" cy="156600"/>
                </a:xfrm>
                <a:prstGeom prst="rect">
                  <a:avLst/>
                </a:prstGeom>
              </p:spPr>
            </p:pic>
          </mc:Fallback>
        </mc:AlternateContent>
        <mc:AlternateContent xmlns:mc="http://schemas.openxmlformats.org/markup-compatibility/2006">
          <mc:Choice xmlns:p14="http://schemas.microsoft.com/office/powerpoint/2010/main" Requires="p14">
            <p:contentPart p14:bwMode="auto" r:id="rId267">
              <p14:nvContentPartPr>
                <p14:cNvPr id="45" name="Ink 44">
                  <a:extLst>
                    <a:ext uri="{FF2B5EF4-FFF2-40B4-BE49-F238E27FC236}">
                      <a16:creationId xmlns:a16="http://schemas.microsoft.com/office/drawing/2014/main" id="{F945B3AB-1F38-E0A3-E958-5D642E1D86F8}"/>
                    </a:ext>
                  </a:extLst>
                </p14:cNvPr>
                <p14:cNvContentPartPr/>
                <p14:nvPr/>
              </p14:nvContentPartPr>
              <p14:xfrm>
                <a:off x="8692980" y="1751040"/>
                <a:ext cx="106560" cy="190800"/>
              </p14:xfrm>
            </p:contentPart>
          </mc:Choice>
          <mc:Fallback>
            <p:pic>
              <p:nvPicPr>
                <p:cNvPr id="45" name="Ink 44">
                  <a:extLst>
                    <a:ext uri="{FF2B5EF4-FFF2-40B4-BE49-F238E27FC236}">
                      <a16:creationId xmlns:a16="http://schemas.microsoft.com/office/drawing/2014/main" id="{F945B3AB-1F38-E0A3-E958-5D642E1D86F8}"/>
                    </a:ext>
                  </a:extLst>
                </p:cNvPr>
                <p:cNvPicPr/>
                <p:nvPr/>
              </p:nvPicPr>
              <p:blipFill>
                <a:blip r:embed="rId268"/>
                <a:stretch>
                  <a:fillRect/>
                </a:stretch>
              </p:blipFill>
              <p:spPr>
                <a:xfrm>
                  <a:off x="8683980" y="1742400"/>
                  <a:ext cx="124200" cy="208440"/>
                </a:xfrm>
                <a:prstGeom prst="rect">
                  <a:avLst/>
                </a:prstGeom>
              </p:spPr>
            </p:pic>
          </mc:Fallback>
        </mc:AlternateContent>
        <mc:AlternateContent xmlns:mc="http://schemas.openxmlformats.org/markup-compatibility/2006">
          <mc:Choice xmlns:p14="http://schemas.microsoft.com/office/powerpoint/2010/main" Requires="p14">
            <p:contentPart p14:bwMode="auto" r:id="rId269">
              <p14:nvContentPartPr>
                <p14:cNvPr id="46" name="Ink 45">
                  <a:extLst>
                    <a:ext uri="{FF2B5EF4-FFF2-40B4-BE49-F238E27FC236}">
                      <a16:creationId xmlns:a16="http://schemas.microsoft.com/office/drawing/2014/main" id="{0E8AC371-6398-9A5E-C5E5-FE9CA908F0CB}"/>
                    </a:ext>
                  </a:extLst>
                </p14:cNvPr>
                <p14:cNvContentPartPr/>
                <p14:nvPr/>
              </p14:nvContentPartPr>
              <p14:xfrm>
                <a:off x="9397140" y="1360440"/>
                <a:ext cx="244080" cy="228960"/>
              </p14:xfrm>
            </p:contentPart>
          </mc:Choice>
          <mc:Fallback>
            <p:pic>
              <p:nvPicPr>
                <p:cNvPr id="46" name="Ink 45">
                  <a:extLst>
                    <a:ext uri="{FF2B5EF4-FFF2-40B4-BE49-F238E27FC236}">
                      <a16:creationId xmlns:a16="http://schemas.microsoft.com/office/drawing/2014/main" id="{0E8AC371-6398-9A5E-C5E5-FE9CA908F0CB}"/>
                    </a:ext>
                  </a:extLst>
                </p:cNvPr>
                <p:cNvPicPr/>
                <p:nvPr/>
              </p:nvPicPr>
              <p:blipFill>
                <a:blip r:embed="rId270"/>
                <a:stretch>
                  <a:fillRect/>
                </a:stretch>
              </p:blipFill>
              <p:spPr>
                <a:xfrm>
                  <a:off x="9388500" y="1351440"/>
                  <a:ext cx="261720" cy="246600"/>
                </a:xfrm>
                <a:prstGeom prst="rect">
                  <a:avLst/>
                </a:prstGeom>
              </p:spPr>
            </p:pic>
          </mc:Fallback>
        </mc:AlternateContent>
        <mc:AlternateContent xmlns:mc="http://schemas.openxmlformats.org/markup-compatibility/2006">
          <mc:Choice xmlns:p14="http://schemas.microsoft.com/office/powerpoint/2010/main" Requires="p14">
            <p:contentPart p14:bwMode="auto" r:id="rId271">
              <p14:nvContentPartPr>
                <p14:cNvPr id="47" name="Ink 46">
                  <a:extLst>
                    <a:ext uri="{FF2B5EF4-FFF2-40B4-BE49-F238E27FC236}">
                      <a16:creationId xmlns:a16="http://schemas.microsoft.com/office/drawing/2014/main" id="{4AA12AEA-6D29-D80B-808D-0CADCA60C54C}"/>
                    </a:ext>
                  </a:extLst>
                </p14:cNvPr>
                <p14:cNvContentPartPr/>
                <p14:nvPr/>
              </p14:nvContentPartPr>
              <p14:xfrm>
                <a:off x="9596220" y="1731960"/>
                <a:ext cx="174240" cy="205200"/>
              </p14:xfrm>
            </p:contentPart>
          </mc:Choice>
          <mc:Fallback>
            <p:pic>
              <p:nvPicPr>
                <p:cNvPr id="47" name="Ink 46">
                  <a:extLst>
                    <a:ext uri="{FF2B5EF4-FFF2-40B4-BE49-F238E27FC236}">
                      <a16:creationId xmlns:a16="http://schemas.microsoft.com/office/drawing/2014/main" id="{4AA12AEA-6D29-D80B-808D-0CADCA60C54C}"/>
                    </a:ext>
                  </a:extLst>
                </p:cNvPr>
                <p:cNvPicPr/>
                <p:nvPr/>
              </p:nvPicPr>
              <p:blipFill>
                <a:blip r:embed="rId272"/>
                <a:stretch>
                  <a:fillRect/>
                </a:stretch>
              </p:blipFill>
              <p:spPr>
                <a:xfrm>
                  <a:off x="9587580" y="1723320"/>
                  <a:ext cx="191880" cy="222840"/>
                </a:xfrm>
                <a:prstGeom prst="rect">
                  <a:avLst/>
                </a:prstGeom>
              </p:spPr>
            </p:pic>
          </mc:Fallback>
        </mc:AlternateContent>
        <mc:AlternateContent xmlns:mc="http://schemas.openxmlformats.org/markup-compatibility/2006">
          <mc:Choice xmlns:p14="http://schemas.microsoft.com/office/powerpoint/2010/main" Requires="p14">
            <p:contentPart p14:bwMode="auto" r:id="rId273">
              <p14:nvContentPartPr>
                <p14:cNvPr id="48" name="Ink 47">
                  <a:extLst>
                    <a:ext uri="{FF2B5EF4-FFF2-40B4-BE49-F238E27FC236}">
                      <a16:creationId xmlns:a16="http://schemas.microsoft.com/office/drawing/2014/main" id="{8A308E33-DEC8-146F-E9E2-2ED81E223466}"/>
                    </a:ext>
                  </a:extLst>
                </p14:cNvPr>
                <p14:cNvContentPartPr/>
                <p14:nvPr/>
              </p14:nvContentPartPr>
              <p14:xfrm>
                <a:off x="9848940" y="1787400"/>
                <a:ext cx="27720" cy="143280"/>
              </p14:xfrm>
            </p:contentPart>
          </mc:Choice>
          <mc:Fallback>
            <p:pic>
              <p:nvPicPr>
                <p:cNvPr id="48" name="Ink 47">
                  <a:extLst>
                    <a:ext uri="{FF2B5EF4-FFF2-40B4-BE49-F238E27FC236}">
                      <a16:creationId xmlns:a16="http://schemas.microsoft.com/office/drawing/2014/main" id="{8A308E33-DEC8-146F-E9E2-2ED81E223466}"/>
                    </a:ext>
                  </a:extLst>
                </p:cNvPr>
                <p:cNvPicPr/>
                <p:nvPr/>
              </p:nvPicPr>
              <p:blipFill>
                <a:blip r:embed="rId274"/>
                <a:stretch>
                  <a:fillRect/>
                </a:stretch>
              </p:blipFill>
              <p:spPr>
                <a:xfrm>
                  <a:off x="9839940" y="1778760"/>
                  <a:ext cx="45360" cy="160920"/>
                </a:xfrm>
                <a:prstGeom prst="rect">
                  <a:avLst/>
                </a:prstGeom>
              </p:spPr>
            </p:pic>
          </mc:Fallback>
        </mc:AlternateContent>
        <mc:AlternateContent xmlns:mc="http://schemas.openxmlformats.org/markup-compatibility/2006">
          <mc:Choice xmlns:p14="http://schemas.microsoft.com/office/powerpoint/2010/main" Requires="p14">
            <p:contentPart p14:bwMode="auto" r:id="rId275">
              <p14:nvContentPartPr>
                <p14:cNvPr id="49" name="Ink 48">
                  <a:extLst>
                    <a:ext uri="{FF2B5EF4-FFF2-40B4-BE49-F238E27FC236}">
                      <a16:creationId xmlns:a16="http://schemas.microsoft.com/office/drawing/2014/main" id="{0A0C1B5D-BB9B-EE74-A952-90F6E4AF052A}"/>
                    </a:ext>
                  </a:extLst>
                </p14:cNvPr>
                <p14:cNvContentPartPr/>
                <p14:nvPr/>
              </p14:nvContentPartPr>
              <p14:xfrm>
                <a:off x="9964500" y="1788120"/>
                <a:ext cx="125640" cy="132840"/>
              </p14:xfrm>
            </p:contentPart>
          </mc:Choice>
          <mc:Fallback>
            <p:pic>
              <p:nvPicPr>
                <p:cNvPr id="49" name="Ink 48">
                  <a:extLst>
                    <a:ext uri="{FF2B5EF4-FFF2-40B4-BE49-F238E27FC236}">
                      <a16:creationId xmlns:a16="http://schemas.microsoft.com/office/drawing/2014/main" id="{0A0C1B5D-BB9B-EE74-A952-90F6E4AF052A}"/>
                    </a:ext>
                  </a:extLst>
                </p:cNvPr>
                <p:cNvPicPr/>
                <p:nvPr/>
              </p:nvPicPr>
              <p:blipFill>
                <a:blip r:embed="rId276"/>
                <a:stretch>
                  <a:fillRect/>
                </a:stretch>
              </p:blipFill>
              <p:spPr>
                <a:xfrm>
                  <a:off x="9955860" y="1779120"/>
                  <a:ext cx="143280" cy="150480"/>
                </a:xfrm>
                <a:prstGeom prst="rect">
                  <a:avLst/>
                </a:prstGeom>
              </p:spPr>
            </p:pic>
          </mc:Fallback>
        </mc:AlternateContent>
        <mc:AlternateContent xmlns:mc="http://schemas.openxmlformats.org/markup-compatibility/2006">
          <mc:Choice xmlns:p14="http://schemas.microsoft.com/office/powerpoint/2010/main" Requires="p14">
            <p:contentPart p14:bwMode="auto" r:id="rId277">
              <p14:nvContentPartPr>
                <p14:cNvPr id="50" name="Ink 49">
                  <a:extLst>
                    <a:ext uri="{FF2B5EF4-FFF2-40B4-BE49-F238E27FC236}">
                      <a16:creationId xmlns:a16="http://schemas.microsoft.com/office/drawing/2014/main" id="{B575DEBD-91D9-8643-8201-489F30EAAAF2}"/>
                    </a:ext>
                  </a:extLst>
                </p14:cNvPr>
                <p14:cNvContentPartPr/>
                <p14:nvPr/>
              </p14:nvContentPartPr>
              <p14:xfrm>
                <a:off x="10161420" y="1776600"/>
                <a:ext cx="20160" cy="119880"/>
              </p14:xfrm>
            </p:contentPart>
          </mc:Choice>
          <mc:Fallback>
            <p:pic>
              <p:nvPicPr>
                <p:cNvPr id="50" name="Ink 49">
                  <a:extLst>
                    <a:ext uri="{FF2B5EF4-FFF2-40B4-BE49-F238E27FC236}">
                      <a16:creationId xmlns:a16="http://schemas.microsoft.com/office/drawing/2014/main" id="{B575DEBD-91D9-8643-8201-489F30EAAAF2}"/>
                    </a:ext>
                  </a:extLst>
                </p:cNvPr>
                <p:cNvPicPr/>
                <p:nvPr/>
              </p:nvPicPr>
              <p:blipFill>
                <a:blip r:embed="rId278"/>
                <a:stretch>
                  <a:fillRect/>
                </a:stretch>
              </p:blipFill>
              <p:spPr>
                <a:xfrm>
                  <a:off x="10152420" y="1767600"/>
                  <a:ext cx="37800" cy="137520"/>
                </a:xfrm>
                <a:prstGeom prst="rect">
                  <a:avLst/>
                </a:prstGeom>
              </p:spPr>
            </p:pic>
          </mc:Fallback>
        </mc:AlternateContent>
        <mc:AlternateContent xmlns:mc="http://schemas.openxmlformats.org/markup-compatibility/2006">
          <mc:Choice xmlns:p14="http://schemas.microsoft.com/office/powerpoint/2010/main" Requires="p14">
            <p:contentPart p14:bwMode="auto" r:id="rId279">
              <p14:nvContentPartPr>
                <p14:cNvPr id="51" name="Ink 50">
                  <a:extLst>
                    <a:ext uri="{FF2B5EF4-FFF2-40B4-BE49-F238E27FC236}">
                      <a16:creationId xmlns:a16="http://schemas.microsoft.com/office/drawing/2014/main" id="{92F13E66-E9F7-711F-D140-F2DB795F0F55}"/>
                    </a:ext>
                  </a:extLst>
                </p14:cNvPr>
                <p14:cNvContentPartPr/>
                <p14:nvPr/>
              </p14:nvContentPartPr>
              <p14:xfrm>
                <a:off x="10153500" y="1757160"/>
                <a:ext cx="131040" cy="131760"/>
              </p14:xfrm>
            </p:contentPart>
          </mc:Choice>
          <mc:Fallback>
            <p:pic>
              <p:nvPicPr>
                <p:cNvPr id="51" name="Ink 50">
                  <a:extLst>
                    <a:ext uri="{FF2B5EF4-FFF2-40B4-BE49-F238E27FC236}">
                      <a16:creationId xmlns:a16="http://schemas.microsoft.com/office/drawing/2014/main" id="{92F13E66-E9F7-711F-D140-F2DB795F0F55}"/>
                    </a:ext>
                  </a:extLst>
                </p:cNvPr>
                <p:cNvPicPr/>
                <p:nvPr/>
              </p:nvPicPr>
              <p:blipFill>
                <a:blip r:embed="rId280"/>
                <a:stretch>
                  <a:fillRect/>
                </a:stretch>
              </p:blipFill>
              <p:spPr>
                <a:xfrm>
                  <a:off x="10144500" y="1748160"/>
                  <a:ext cx="14868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281">
              <p14:nvContentPartPr>
                <p14:cNvPr id="52" name="Ink 51">
                  <a:extLst>
                    <a:ext uri="{FF2B5EF4-FFF2-40B4-BE49-F238E27FC236}">
                      <a16:creationId xmlns:a16="http://schemas.microsoft.com/office/drawing/2014/main" id="{B79004A0-A666-5B37-F17D-CD2701A5F724}"/>
                    </a:ext>
                  </a:extLst>
                </p14:cNvPr>
                <p14:cNvContentPartPr/>
                <p14:nvPr/>
              </p14:nvContentPartPr>
              <p14:xfrm>
                <a:off x="10369500" y="1747440"/>
                <a:ext cx="90000" cy="165600"/>
              </p14:xfrm>
            </p:contentPart>
          </mc:Choice>
          <mc:Fallback>
            <p:pic>
              <p:nvPicPr>
                <p:cNvPr id="52" name="Ink 51">
                  <a:extLst>
                    <a:ext uri="{FF2B5EF4-FFF2-40B4-BE49-F238E27FC236}">
                      <a16:creationId xmlns:a16="http://schemas.microsoft.com/office/drawing/2014/main" id="{B79004A0-A666-5B37-F17D-CD2701A5F724}"/>
                    </a:ext>
                  </a:extLst>
                </p:cNvPr>
                <p:cNvPicPr/>
                <p:nvPr/>
              </p:nvPicPr>
              <p:blipFill>
                <a:blip r:embed="rId282"/>
                <a:stretch>
                  <a:fillRect/>
                </a:stretch>
              </p:blipFill>
              <p:spPr>
                <a:xfrm>
                  <a:off x="10360500" y="1738440"/>
                  <a:ext cx="107640" cy="183240"/>
                </a:xfrm>
                <a:prstGeom prst="rect">
                  <a:avLst/>
                </a:prstGeom>
              </p:spPr>
            </p:pic>
          </mc:Fallback>
        </mc:AlternateContent>
        <mc:AlternateContent xmlns:mc="http://schemas.openxmlformats.org/markup-compatibility/2006">
          <mc:Choice xmlns:p14="http://schemas.microsoft.com/office/powerpoint/2010/main" Requires="p14">
            <p:contentPart p14:bwMode="auto" r:id="rId283">
              <p14:nvContentPartPr>
                <p14:cNvPr id="53" name="Ink 52">
                  <a:extLst>
                    <a:ext uri="{FF2B5EF4-FFF2-40B4-BE49-F238E27FC236}">
                      <a16:creationId xmlns:a16="http://schemas.microsoft.com/office/drawing/2014/main" id="{8B696505-90D8-1ADA-DECE-D44FCE010707}"/>
                    </a:ext>
                  </a:extLst>
                </p14:cNvPr>
                <p14:cNvContentPartPr/>
                <p14:nvPr/>
              </p14:nvContentPartPr>
              <p14:xfrm>
                <a:off x="10356540" y="1834200"/>
                <a:ext cx="71640" cy="14040"/>
              </p14:xfrm>
            </p:contentPart>
          </mc:Choice>
          <mc:Fallback>
            <p:pic>
              <p:nvPicPr>
                <p:cNvPr id="53" name="Ink 52">
                  <a:extLst>
                    <a:ext uri="{FF2B5EF4-FFF2-40B4-BE49-F238E27FC236}">
                      <a16:creationId xmlns:a16="http://schemas.microsoft.com/office/drawing/2014/main" id="{8B696505-90D8-1ADA-DECE-D44FCE010707}"/>
                    </a:ext>
                  </a:extLst>
                </p:cNvPr>
                <p:cNvPicPr/>
                <p:nvPr/>
              </p:nvPicPr>
              <p:blipFill>
                <a:blip r:embed="rId284"/>
                <a:stretch>
                  <a:fillRect/>
                </a:stretch>
              </p:blipFill>
              <p:spPr>
                <a:xfrm>
                  <a:off x="10347900" y="1825560"/>
                  <a:ext cx="89280" cy="31680"/>
                </a:xfrm>
                <a:prstGeom prst="rect">
                  <a:avLst/>
                </a:prstGeom>
              </p:spPr>
            </p:pic>
          </mc:Fallback>
        </mc:AlternateContent>
        <mc:AlternateContent xmlns:mc="http://schemas.openxmlformats.org/markup-compatibility/2006">
          <mc:Choice xmlns:p14="http://schemas.microsoft.com/office/powerpoint/2010/main" Requires="p14">
            <p:contentPart p14:bwMode="auto" r:id="rId285">
              <p14:nvContentPartPr>
                <p14:cNvPr id="54" name="Ink 53">
                  <a:extLst>
                    <a:ext uri="{FF2B5EF4-FFF2-40B4-BE49-F238E27FC236}">
                      <a16:creationId xmlns:a16="http://schemas.microsoft.com/office/drawing/2014/main" id="{82848978-C878-1337-0347-53722C80DC49}"/>
                    </a:ext>
                  </a:extLst>
                </p14:cNvPr>
                <p14:cNvContentPartPr/>
                <p14:nvPr/>
              </p14:nvContentPartPr>
              <p14:xfrm>
                <a:off x="10541580" y="1759680"/>
                <a:ext cx="31320" cy="99360"/>
              </p14:xfrm>
            </p:contentPart>
          </mc:Choice>
          <mc:Fallback>
            <p:pic>
              <p:nvPicPr>
                <p:cNvPr id="54" name="Ink 53">
                  <a:extLst>
                    <a:ext uri="{FF2B5EF4-FFF2-40B4-BE49-F238E27FC236}">
                      <a16:creationId xmlns:a16="http://schemas.microsoft.com/office/drawing/2014/main" id="{82848978-C878-1337-0347-53722C80DC49}"/>
                    </a:ext>
                  </a:extLst>
                </p:cNvPr>
                <p:cNvPicPr/>
                <p:nvPr/>
              </p:nvPicPr>
              <p:blipFill>
                <a:blip r:embed="rId286"/>
                <a:stretch>
                  <a:fillRect/>
                </a:stretch>
              </p:blipFill>
              <p:spPr>
                <a:xfrm>
                  <a:off x="10532580" y="1751040"/>
                  <a:ext cx="48960" cy="117000"/>
                </a:xfrm>
                <a:prstGeom prst="rect">
                  <a:avLst/>
                </a:prstGeom>
              </p:spPr>
            </p:pic>
          </mc:Fallback>
        </mc:AlternateContent>
        <mc:AlternateContent xmlns:mc="http://schemas.openxmlformats.org/markup-compatibility/2006">
          <mc:Choice xmlns:p14="http://schemas.microsoft.com/office/powerpoint/2010/main" Requires="p14">
            <p:contentPart p14:bwMode="auto" r:id="rId287">
              <p14:nvContentPartPr>
                <p14:cNvPr id="55" name="Ink 54">
                  <a:extLst>
                    <a:ext uri="{FF2B5EF4-FFF2-40B4-BE49-F238E27FC236}">
                      <a16:creationId xmlns:a16="http://schemas.microsoft.com/office/drawing/2014/main" id="{CF8AB3B5-5516-CFD1-DE09-1FF749A74838}"/>
                    </a:ext>
                  </a:extLst>
                </p14:cNvPr>
                <p14:cNvContentPartPr/>
                <p14:nvPr/>
              </p14:nvContentPartPr>
              <p14:xfrm>
                <a:off x="10528260" y="1747080"/>
                <a:ext cx="192240" cy="164880"/>
              </p14:xfrm>
            </p:contentPart>
          </mc:Choice>
          <mc:Fallback>
            <p:pic>
              <p:nvPicPr>
                <p:cNvPr id="55" name="Ink 54">
                  <a:extLst>
                    <a:ext uri="{FF2B5EF4-FFF2-40B4-BE49-F238E27FC236}">
                      <a16:creationId xmlns:a16="http://schemas.microsoft.com/office/drawing/2014/main" id="{CF8AB3B5-5516-CFD1-DE09-1FF749A74838}"/>
                    </a:ext>
                  </a:extLst>
                </p:cNvPr>
                <p:cNvPicPr/>
                <p:nvPr/>
              </p:nvPicPr>
              <p:blipFill>
                <a:blip r:embed="rId288"/>
                <a:stretch>
                  <a:fillRect/>
                </a:stretch>
              </p:blipFill>
              <p:spPr>
                <a:xfrm>
                  <a:off x="10519260" y="1738440"/>
                  <a:ext cx="209880" cy="182520"/>
                </a:xfrm>
                <a:prstGeom prst="rect">
                  <a:avLst/>
                </a:prstGeom>
              </p:spPr>
            </p:pic>
          </mc:Fallback>
        </mc:AlternateContent>
        <mc:AlternateContent xmlns:mc="http://schemas.openxmlformats.org/markup-compatibility/2006">
          <mc:Choice xmlns:p14="http://schemas.microsoft.com/office/powerpoint/2010/main" Requires="p14">
            <p:contentPart p14:bwMode="auto" r:id="rId289">
              <p14:nvContentPartPr>
                <p14:cNvPr id="56" name="Ink 55">
                  <a:extLst>
                    <a:ext uri="{FF2B5EF4-FFF2-40B4-BE49-F238E27FC236}">
                      <a16:creationId xmlns:a16="http://schemas.microsoft.com/office/drawing/2014/main" id="{2A680DE9-570C-54A5-2357-950109D7E611}"/>
                    </a:ext>
                  </a:extLst>
                </p14:cNvPr>
                <p14:cNvContentPartPr/>
                <p14:nvPr/>
              </p14:nvContentPartPr>
              <p14:xfrm>
                <a:off x="10814100" y="1729800"/>
                <a:ext cx="81720" cy="193320"/>
              </p14:xfrm>
            </p:contentPart>
          </mc:Choice>
          <mc:Fallback>
            <p:pic>
              <p:nvPicPr>
                <p:cNvPr id="56" name="Ink 55">
                  <a:extLst>
                    <a:ext uri="{FF2B5EF4-FFF2-40B4-BE49-F238E27FC236}">
                      <a16:creationId xmlns:a16="http://schemas.microsoft.com/office/drawing/2014/main" id="{2A680DE9-570C-54A5-2357-950109D7E611}"/>
                    </a:ext>
                  </a:extLst>
                </p:cNvPr>
                <p:cNvPicPr/>
                <p:nvPr/>
              </p:nvPicPr>
              <p:blipFill>
                <a:blip r:embed="rId290"/>
                <a:stretch>
                  <a:fillRect/>
                </a:stretch>
              </p:blipFill>
              <p:spPr>
                <a:xfrm>
                  <a:off x="10805100" y="1721160"/>
                  <a:ext cx="99360" cy="210960"/>
                </a:xfrm>
                <a:prstGeom prst="rect">
                  <a:avLst/>
                </a:prstGeom>
              </p:spPr>
            </p:pic>
          </mc:Fallback>
        </mc:AlternateContent>
        <mc:AlternateContent xmlns:mc="http://schemas.openxmlformats.org/markup-compatibility/2006">
          <mc:Choice xmlns:p14="http://schemas.microsoft.com/office/powerpoint/2010/main" Requires="p14">
            <p:contentPart p14:bwMode="auto" r:id="rId291">
              <p14:nvContentPartPr>
                <p14:cNvPr id="57" name="Ink 56">
                  <a:extLst>
                    <a:ext uri="{FF2B5EF4-FFF2-40B4-BE49-F238E27FC236}">
                      <a16:creationId xmlns:a16="http://schemas.microsoft.com/office/drawing/2014/main" id="{ADB4A1CF-6AA3-1BB1-8E0E-ED41520E9074}"/>
                    </a:ext>
                  </a:extLst>
                </p14:cNvPr>
                <p14:cNvContentPartPr/>
                <p14:nvPr/>
              </p14:nvContentPartPr>
              <p14:xfrm>
                <a:off x="10801140" y="1811520"/>
                <a:ext cx="99720" cy="11160"/>
              </p14:xfrm>
            </p:contentPart>
          </mc:Choice>
          <mc:Fallback>
            <p:pic>
              <p:nvPicPr>
                <p:cNvPr id="57" name="Ink 56">
                  <a:extLst>
                    <a:ext uri="{FF2B5EF4-FFF2-40B4-BE49-F238E27FC236}">
                      <a16:creationId xmlns:a16="http://schemas.microsoft.com/office/drawing/2014/main" id="{ADB4A1CF-6AA3-1BB1-8E0E-ED41520E9074}"/>
                    </a:ext>
                  </a:extLst>
                </p:cNvPr>
                <p:cNvPicPr/>
                <p:nvPr/>
              </p:nvPicPr>
              <p:blipFill>
                <a:blip r:embed="rId292"/>
                <a:stretch>
                  <a:fillRect/>
                </a:stretch>
              </p:blipFill>
              <p:spPr>
                <a:xfrm>
                  <a:off x="10792140" y="1802520"/>
                  <a:ext cx="11736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93">
              <p14:nvContentPartPr>
                <p14:cNvPr id="64" name="Ink 63">
                  <a:extLst>
                    <a:ext uri="{FF2B5EF4-FFF2-40B4-BE49-F238E27FC236}">
                      <a16:creationId xmlns:a16="http://schemas.microsoft.com/office/drawing/2014/main" id="{C6FD204B-1F24-1F89-B566-B5E65AE69418}"/>
                    </a:ext>
                  </a:extLst>
                </p14:cNvPr>
                <p14:cNvContentPartPr/>
                <p14:nvPr/>
              </p14:nvContentPartPr>
              <p14:xfrm>
                <a:off x="10057740" y="2030400"/>
                <a:ext cx="14400" cy="111960"/>
              </p14:xfrm>
            </p:contentPart>
          </mc:Choice>
          <mc:Fallback>
            <p:pic>
              <p:nvPicPr>
                <p:cNvPr id="64" name="Ink 63">
                  <a:extLst>
                    <a:ext uri="{FF2B5EF4-FFF2-40B4-BE49-F238E27FC236}">
                      <a16:creationId xmlns:a16="http://schemas.microsoft.com/office/drawing/2014/main" id="{C6FD204B-1F24-1F89-B566-B5E65AE69418}"/>
                    </a:ext>
                  </a:extLst>
                </p:cNvPr>
                <p:cNvPicPr/>
                <p:nvPr/>
              </p:nvPicPr>
              <p:blipFill>
                <a:blip r:embed="rId294"/>
                <a:stretch>
                  <a:fillRect/>
                </a:stretch>
              </p:blipFill>
              <p:spPr>
                <a:xfrm>
                  <a:off x="10049100" y="2021400"/>
                  <a:ext cx="3204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295">
              <p14:nvContentPartPr>
                <p14:cNvPr id="65" name="Ink 64">
                  <a:extLst>
                    <a:ext uri="{FF2B5EF4-FFF2-40B4-BE49-F238E27FC236}">
                      <a16:creationId xmlns:a16="http://schemas.microsoft.com/office/drawing/2014/main" id="{11B99326-07E7-339A-3243-BA297E89FECB}"/>
                    </a:ext>
                  </a:extLst>
                </p14:cNvPr>
                <p14:cNvContentPartPr/>
                <p14:nvPr/>
              </p14:nvContentPartPr>
              <p14:xfrm>
                <a:off x="10127940" y="1998720"/>
                <a:ext cx="96840" cy="160200"/>
              </p14:xfrm>
            </p:contentPart>
          </mc:Choice>
          <mc:Fallback>
            <p:pic>
              <p:nvPicPr>
                <p:cNvPr id="65" name="Ink 64">
                  <a:extLst>
                    <a:ext uri="{FF2B5EF4-FFF2-40B4-BE49-F238E27FC236}">
                      <a16:creationId xmlns:a16="http://schemas.microsoft.com/office/drawing/2014/main" id="{11B99326-07E7-339A-3243-BA297E89FECB}"/>
                    </a:ext>
                  </a:extLst>
                </p:cNvPr>
                <p:cNvPicPr/>
                <p:nvPr/>
              </p:nvPicPr>
              <p:blipFill>
                <a:blip r:embed="rId296"/>
                <a:stretch>
                  <a:fillRect/>
                </a:stretch>
              </p:blipFill>
              <p:spPr>
                <a:xfrm>
                  <a:off x="10119300" y="1990080"/>
                  <a:ext cx="114480" cy="177840"/>
                </a:xfrm>
                <a:prstGeom prst="rect">
                  <a:avLst/>
                </a:prstGeom>
              </p:spPr>
            </p:pic>
          </mc:Fallback>
        </mc:AlternateContent>
        <mc:AlternateContent xmlns:mc="http://schemas.openxmlformats.org/markup-compatibility/2006">
          <mc:Choice xmlns:p14="http://schemas.microsoft.com/office/powerpoint/2010/main" Requires="p14">
            <p:contentPart p14:bwMode="auto" r:id="rId297">
              <p14:nvContentPartPr>
                <p14:cNvPr id="66" name="Ink 65">
                  <a:extLst>
                    <a:ext uri="{FF2B5EF4-FFF2-40B4-BE49-F238E27FC236}">
                      <a16:creationId xmlns:a16="http://schemas.microsoft.com/office/drawing/2014/main" id="{9C8F32AC-D372-3833-E8B1-3546831036E0}"/>
                    </a:ext>
                  </a:extLst>
                </p14:cNvPr>
                <p14:cNvContentPartPr/>
                <p14:nvPr/>
              </p14:nvContentPartPr>
              <p14:xfrm>
                <a:off x="10318020" y="2048040"/>
                <a:ext cx="59400" cy="104760"/>
              </p14:xfrm>
            </p:contentPart>
          </mc:Choice>
          <mc:Fallback>
            <p:pic>
              <p:nvPicPr>
                <p:cNvPr id="66" name="Ink 65">
                  <a:extLst>
                    <a:ext uri="{FF2B5EF4-FFF2-40B4-BE49-F238E27FC236}">
                      <a16:creationId xmlns:a16="http://schemas.microsoft.com/office/drawing/2014/main" id="{9C8F32AC-D372-3833-E8B1-3546831036E0}"/>
                    </a:ext>
                  </a:extLst>
                </p:cNvPr>
                <p:cNvPicPr/>
                <p:nvPr/>
              </p:nvPicPr>
              <p:blipFill>
                <a:blip r:embed="rId298"/>
                <a:stretch>
                  <a:fillRect/>
                </a:stretch>
              </p:blipFill>
              <p:spPr>
                <a:xfrm>
                  <a:off x="10309020" y="2039400"/>
                  <a:ext cx="77040" cy="122400"/>
                </a:xfrm>
                <a:prstGeom prst="rect">
                  <a:avLst/>
                </a:prstGeom>
              </p:spPr>
            </p:pic>
          </mc:Fallback>
        </mc:AlternateContent>
        <mc:AlternateContent xmlns:mc="http://schemas.openxmlformats.org/markup-compatibility/2006">
          <mc:Choice xmlns:p14="http://schemas.microsoft.com/office/powerpoint/2010/main" Requires="p14">
            <p:contentPart p14:bwMode="auto" r:id="rId299">
              <p14:nvContentPartPr>
                <p14:cNvPr id="67" name="Ink 66">
                  <a:extLst>
                    <a:ext uri="{FF2B5EF4-FFF2-40B4-BE49-F238E27FC236}">
                      <a16:creationId xmlns:a16="http://schemas.microsoft.com/office/drawing/2014/main" id="{EF76B350-E907-BC7E-334D-4CD02D605348}"/>
                    </a:ext>
                  </a:extLst>
                </p14:cNvPr>
                <p14:cNvContentPartPr/>
                <p14:nvPr/>
              </p14:nvContentPartPr>
              <p14:xfrm>
                <a:off x="10471380" y="2020680"/>
                <a:ext cx="113760" cy="126720"/>
              </p14:xfrm>
            </p:contentPart>
          </mc:Choice>
          <mc:Fallback>
            <p:pic>
              <p:nvPicPr>
                <p:cNvPr id="67" name="Ink 66">
                  <a:extLst>
                    <a:ext uri="{FF2B5EF4-FFF2-40B4-BE49-F238E27FC236}">
                      <a16:creationId xmlns:a16="http://schemas.microsoft.com/office/drawing/2014/main" id="{EF76B350-E907-BC7E-334D-4CD02D605348}"/>
                    </a:ext>
                  </a:extLst>
                </p:cNvPr>
                <p:cNvPicPr/>
                <p:nvPr/>
              </p:nvPicPr>
              <p:blipFill>
                <a:blip r:embed="rId300"/>
                <a:stretch>
                  <a:fillRect/>
                </a:stretch>
              </p:blipFill>
              <p:spPr>
                <a:xfrm>
                  <a:off x="10462380" y="2011680"/>
                  <a:ext cx="131400" cy="144360"/>
                </a:xfrm>
                <a:prstGeom prst="rect">
                  <a:avLst/>
                </a:prstGeom>
              </p:spPr>
            </p:pic>
          </mc:Fallback>
        </mc:AlternateContent>
        <mc:AlternateContent xmlns:mc="http://schemas.openxmlformats.org/markup-compatibility/2006">
          <mc:Choice xmlns:p14="http://schemas.microsoft.com/office/powerpoint/2010/main" Requires="p14">
            <p:contentPart p14:bwMode="auto" r:id="rId301">
              <p14:nvContentPartPr>
                <p14:cNvPr id="68" name="Ink 67">
                  <a:extLst>
                    <a:ext uri="{FF2B5EF4-FFF2-40B4-BE49-F238E27FC236}">
                      <a16:creationId xmlns:a16="http://schemas.microsoft.com/office/drawing/2014/main" id="{2E031522-3935-E010-93EC-262BBE552789}"/>
                    </a:ext>
                  </a:extLst>
                </p14:cNvPr>
                <p14:cNvContentPartPr/>
                <p14:nvPr/>
              </p14:nvContentPartPr>
              <p14:xfrm>
                <a:off x="10017420" y="2197080"/>
                <a:ext cx="243720" cy="19800"/>
              </p14:xfrm>
            </p:contentPart>
          </mc:Choice>
          <mc:Fallback>
            <p:pic>
              <p:nvPicPr>
                <p:cNvPr id="68" name="Ink 67">
                  <a:extLst>
                    <a:ext uri="{FF2B5EF4-FFF2-40B4-BE49-F238E27FC236}">
                      <a16:creationId xmlns:a16="http://schemas.microsoft.com/office/drawing/2014/main" id="{2E031522-3935-E010-93EC-262BBE552789}"/>
                    </a:ext>
                  </a:extLst>
                </p:cNvPr>
                <p:cNvPicPr/>
                <p:nvPr/>
              </p:nvPicPr>
              <p:blipFill>
                <a:blip r:embed="rId302"/>
                <a:stretch>
                  <a:fillRect/>
                </a:stretch>
              </p:blipFill>
              <p:spPr>
                <a:xfrm>
                  <a:off x="10008420" y="2188080"/>
                  <a:ext cx="26136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303">
              <p14:nvContentPartPr>
                <p14:cNvPr id="69" name="Ink 68">
                  <a:extLst>
                    <a:ext uri="{FF2B5EF4-FFF2-40B4-BE49-F238E27FC236}">
                      <a16:creationId xmlns:a16="http://schemas.microsoft.com/office/drawing/2014/main" id="{752EEA32-D86B-0BFB-924E-373F55B45579}"/>
                    </a:ext>
                  </a:extLst>
                </p14:cNvPr>
                <p14:cNvContentPartPr/>
                <p14:nvPr/>
              </p14:nvContentPartPr>
              <p14:xfrm>
                <a:off x="10394700" y="2241360"/>
                <a:ext cx="251280" cy="18720"/>
              </p14:xfrm>
            </p:contentPart>
          </mc:Choice>
          <mc:Fallback>
            <p:pic>
              <p:nvPicPr>
                <p:cNvPr id="69" name="Ink 68">
                  <a:extLst>
                    <a:ext uri="{FF2B5EF4-FFF2-40B4-BE49-F238E27FC236}">
                      <a16:creationId xmlns:a16="http://schemas.microsoft.com/office/drawing/2014/main" id="{752EEA32-D86B-0BFB-924E-373F55B45579}"/>
                    </a:ext>
                  </a:extLst>
                </p:cNvPr>
                <p:cNvPicPr/>
                <p:nvPr/>
              </p:nvPicPr>
              <p:blipFill>
                <a:blip r:embed="rId304"/>
                <a:stretch>
                  <a:fillRect/>
                </a:stretch>
              </p:blipFill>
              <p:spPr>
                <a:xfrm>
                  <a:off x="10385700" y="2232360"/>
                  <a:ext cx="268920" cy="36360"/>
                </a:xfrm>
                <a:prstGeom prst="rect">
                  <a:avLst/>
                </a:prstGeom>
              </p:spPr>
            </p:pic>
          </mc:Fallback>
        </mc:AlternateContent>
        <mc:AlternateContent xmlns:mc="http://schemas.openxmlformats.org/markup-compatibility/2006">
          <mc:Choice xmlns:p14="http://schemas.microsoft.com/office/powerpoint/2010/main" Requires="p14">
            <p:contentPart p14:bwMode="auto" r:id="rId305">
              <p14:nvContentPartPr>
                <p14:cNvPr id="71" name="Ink 70">
                  <a:extLst>
                    <a:ext uri="{FF2B5EF4-FFF2-40B4-BE49-F238E27FC236}">
                      <a16:creationId xmlns:a16="http://schemas.microsoft.com/office/drawing/2014/main" id="{B1882B40-3773-18ED-5B04-B1D755B8AE58}"/>
                    </a:ext>
                  </a:extLst>
                </p14:cNvPr>
                <p14:cNvContentPartPr/>
                <p14:nvPr/>
              </p14:nvContentPartPr>
              <p14:xfrm>
                <a:off x="10290300" y="1419120"/>
                <a:ext cx="174600" cy="181080"/>
              </p14:xfrm>
            </p:contentPart>
          </mc:Choice>
          <mc:Fallback>
            <p:pic>
              <p:nvPicPr>
                <p:cNvPr id="71" name="Ink 70">
                  <a:extLst>
                    <a:ext uri="{FF2B5EF4-FFF2-40B4-BE49-F238E27FC236}">
                      <a16:creationId xmlns:a16="http://schemas.microsoft.com/office/drawing/2014/main" id="{B1882B40-3773-18ED-5B04-B1D755B8AE58}"/>
                    </a:ext>
                  </a:extLst>
                </p:cNvPr>
                <p:cNvPicPr/>
                <p:nvPr/>
              </p:nvPicPr>
              <p:blipFill>
                <a:blip r:embed="rId306"/>
                <a:stretch>
                  <a:fillRect/>
                </a:stretch>
              </p:blipFill>
              <p:spPr>
                <a:xfrm>
                  <a:off x="10281300" y="1410480"/>
                  <a:ext cx="192240" cy="198720"/>
                </a:xfrm>
                <a:prstGeom prst="rect">
                  <a:avLst/>
                </a:prstGeom>
              </p:spPr>
            </p:pic>
          </mc:Fallback>
        </mc:AlternateContent>
        <mc:AlternateContent xmlns:mc="http://schemas.openxmlformats.org/markup-compatibility/2006">
          <mc:Choice xmlns:p14="http://schemas.microsoft.com/office/powerpoint/2010/main" Requires="p14">
            <p:contentPart p14:bwMode="auto" r:id="rId307">
              <p14:nvContentPartPr>
                <p14:cNvPr id="72" name="Ink 71">
                  <a:extLst>
                    <a:ext uri="{FF2B5EF4-FFF2-40B4-BE49-F238E27FC236}">
                      <a16:creationId xmlns:a16="http://schemas.microsoft.com/office/drawing/2014/main" id="{56E5C496-0985-1BA8-3FA9-4D3336B19868}"/>
                    </a:ext>
                  </a:extLst>
                </p14:cNvPr>
                <p14:cNvContentPartPr/>
                <p14:nvPr/>
              </p14:nvContentPartPr>
              <p14:xfrm>
                <a:off x="10519260" y="1464480"/>
                <a:ext cx="144360" cy="114840"/>
              </p14:xfrm>
            </p:contentPart>
          </mc:Choice>
          <mc:Fallback>
            <p:pic>
              <p:nvPicPr>
                <p:cNvPr id="72" name="Ink 71">
                  <a:extLst>
                    <a:ext uri="{FF2B5EF4-FFF2-40B4-BE49-F238E27FC236}">
                      <a16:creationId xmlns:a16="http://schemas.microsoft.com/office/drawing/2014/main" id="{56E5C496-0985-1BA8-3FA9-4D3336B19868}"/>
                    </a:ext>
                  </a:extLst>
                </p:cNvPr>
                <p:cNvPicPr/>
                <p:nvPr/>
              </p:nvPicPr>
              <p:blipFill>
                <a:blip r:embed="rId308"/>
                <a:stretch>
                  <a:fillRect/>
                </a:stretch>
              </p:blipFill>
              <p:spPr>
                <a:xfrm>
                  <a:off x="10510260" y="1455480"/>
                  <a:ext cx="162000" cy="132480"/>
                </a:xfrm>
                <a:prstGeom prst="rect">
                  <a:avLst/>
                </a:prstGeom>
              </p:spPr>
            </p:pic>
          </mc:Fallback>
        </mc:AlternateContent>
        <mc:AlternateContent xmlns:mc="http://schemas.openxmlformats.org/markup-compatibility/2006">
          <mc:Choice xmlns:p14="http://schemas.microsoft.com/office/powerpoint/2010/main" Requires="p14">
            <p:contentPart p14:bwMode="auto" r:id="rId309">
              <p14:nvContentPartPr>
                <p14:cNvPr id="73" name="Ink 72">
                  <a:extLst>
                    <a:ext uri="{FF2B5EF4-FFF2-40B4-BE49-F238E27FC236}">
                      <a16:creationId xmlns:a16="http://schemas.microsoft.com/office/drawing/2014/main" id="{642591C5-5C85-5F72-2EA3-7B7116795602}"/>
                    </a:ext>
                  </a:extLst>
                </p14:cNvPr>
                <p14:cNvContentPartPr/>
                <p14:nvPr/>
              </p14:nvContentPartPr>
              <p14:xfrm>
                <a:off x="10750380" y="1527840"/>
                <a:ext cx="48600" cy="2880"/>
              </p14:xfrm>
            </p:contentPart>
          </mc:Choice>
          <mc:Fallback>
            <p:pic>
              <p:nvPicPr>
                <p:cNvPr id="73" name="Ink 72">
                  <a:extLst>
                    <a:ext uri="{FF2B5EF4-FFF2-40B4-BE49-F238E27FC236}">
                      <a16:creationId xmlns:a16="http://schemas.microsoft.com/office/drawing/2014/main" id="{642591C5-5C85-5F72-2EA3-7B7116795602}"/>
                    </a:ext>
                  </a:extLst>
                </p:cNvPr>
                <p:cNvPicPr/>
                <p:nvPr/>
              </p:nvPicPr>
              <p:blipFill>
                <a:blip r:embed="rId310"/>
                <a:stretch>
                  <a:fillRect/>
                </a:stretch>
              </p:blipFill>
              <p:spPr>
                <a:xfrm>
                  <a:off x="10741380" y="1518840"/>
                  <a:ext cx="6624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311">
              <p14:nvContentPartPr>
                <p14:cNvPr id="74" name="Ink 73">
                  <a:extLst>
                    <a:ext uri="{FF2B5EF4-FFF2-40B4-BE49-F238E27FC236}">
                      <a16:creationId xmlns:a16="http://schemas.microsoft.com/office/drawing/2014/main" id="{03BF35C0-BA97-B2EC-0D72-C6C657ED8653}"/>
                    </a:ext>
                  </a:extLst>
                </p14:cNvPr>
                <p14:cNvContentPartPr/>
                <p14:nvPr/>
              </p14:nvContentPartPr>
              <p14:xfrm>
                <a:off x="10878180" y="1449000"/>
                <a:ext cx="98640" cy="199440"/>
              </p14:xfrm>
            </p:contentPart>
          </mc:Choice>
          <mc:Fallback>
            <p:pic>
              <p:nvPicPr>
                <p:cNvPr id="74" name="Ink 73">
                  <a:extLst>
                    <a:ext uri="{FF2B5EF4-FFF2-40B4-BE49-F238E27FC236}">
                      <a16:creationId xmlns:a16="http://schemas.microsoft.com/office/drawing/2014/main" id="{03BF35C0-BA97-B2EC-0D72-C6C657ED8653}"/>
                    </a:ext>
                  </a:extLst>
                </p:cNvPr>
                <p:cNvPicPr/>
                <p:nvPr/>
              </p:nvPicPr>
              <p:blipFill>
                <a:blip r:embed="rId312"/>
                <a:stretch>
                  <a:fillRect/>
                </a:stretch>
              </p:blipFill>
              <p:spPr>
                <a:xfrm>
                  <a:off x="10869180" y="1440000"/>
                  <a:ext cx="116280" cy="217080"/>
                </a:xfrm>
                <a:prstGeom prst="rect">
                  <a:avLst/>
                </a:prstGeom>
              </p:spPr>
            </p:pic>
          </mc:Fallback>
        </mc:AlternateContent>
        <mc:AlternateContent xmlns:mc="http://schemas.openxmlformats.org/markup-compatibility/2006">
          <mc:Choice xmlns:p14="http://schemas.microsoft.com/office/powerpoint/2010/main" Requires="p14">
            <p:contentPart p14:bwMode="auto" r:id="rId313">
              <p14:nvContentPartPr>
                <p14:cNvPr id="75" name="Ink 74">
                  <a:extLst>
                    <a:ext uri="{FF2B5EF4-FFF2-40B4-BE49-F238E27FC236}">
                      <a16:creationId xmlns:a16="http://schemas.microsoft.com/office/drawing/2014/main" id="{DCC2C292-0903-8385-64C0-7251D8F523AB}"/>
                    </a:ext>
                  </a:extLst>
                </p14:cNvPr>
                <p14:cNvContentPartPr/>
                <p14:nvPr/>
              </p14:nvContentPartPr>
              <p14:xfrm>
                <a:off x="11036220" y="1471320"/>
                <a:ext cx="75240" cy="111600"/>
              </p14:xfrm>
            </p:contentPart>
          </mc:Choice>
          <mc:Fallback>
            <p:pic>
              <p:nvPicPr>
                <p:cNvPr id="75" name="Ink 74">
                  <a:extLst>
                    <a:ext uri="{FF2B5EF4-FFF2-40B4-BE49-F238E27FC236}">
                      <a16:creationId xmlns:a16="http://schemas.microsoft.com/office/drawing/2014/main" id="{DCC2C292-0903-8385-64C0-7251D8F523AB}"/>
                    </a:ext>
                  </a:extLst>
                </p:cNvPr>
                <p:cNvPicPr/>
                <p:nvPr/>
              </p:nvPicPr>
              <p:blipFill>
                <a:blip r:embed="rId314"/>
                <a:stretch>
                  <a:fillRect/>
                </a:stretch>
              </p:blipFill>
              <p:spPr>
                <a:xfrm>
                  <a:off x="11027220" y="1462320"/>
                  <a:ext cx="9288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315">
              <p14:nvContentPartPr>
                <p14:cNvPr id="76" name="Ink 75">
                  <a:extLst>
                    <a:ext uri="{FF2B5EF4-FFF2-40B4-BE49-F238E27FC236}">
                      <a16:creationId xmlns:a16="http://schemas.microsoft.com/office/drawing/2014/main" id="{C517D666-937C-B74D-CFA3-E08C9D9D1D60}"/>
                    </a:ext>
                  </a:extLst>
                </p14:cNvPr>
                <p14:cNvContentPartPr/>
                <p14:nvPr/>
              </p14:nvContentPartPr>
              <p14:xfrm>
                <a:off x="11128020" y="1486080"/>
                <a:ext cx="69120" cy="94680"/>
              </p14:xfrm>
            </p:contentPart>
          </mc:Choice>
          <mc:Fallback>
            <p:pic>
              <p:nvPicPr>
                <p:cNvPr id="76" name="Ink 75">
                  <a:extLst>
                    <a:ext uri="{FF2B5EF4-FFF2-40B4-BE49-F238E27FC236}">
                      <a16:creationId xmlns:a16="http://schemas.microsoft.com/office/drawing/2014/main" id="{C517D666-937C-B74D-CFA3-E08C9D9D1D60}"/>
                    </a:ext>
                  </a:extLst>
                </p:cNvPr>
                <p:cNvPicPr/>
                <p:nvPr/>
              </p:nvPicPr>
              <p:blipFill>
                <a:blip r:embed="rId316"/>
                <a:stretch>
                  <a:fillRect/>
                </a:stretch>
              </p:blipFill>
              <p:spPr>
                <a:xfrm>
                  <a:off x="11119020" y="1477080"/>
                  <a:ext cx="8676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317">
              <p14:nvContentPartPr>
                <p14:cNvPr id="77" name="Ink 76">
                  <a:extLst>
                    <a:ext uri="{FF2B5EF4-FFF2-40B4-BE49-F238E27FC236}">
                      <a16:creationId xmlns:a16="http://schemas.microsoft.com/office/drawing/2014/main" id="{30DC1AA4-7B85-DC14-1FC2-A377B8F3B109}"/>
                    </a:ext>
                  </a:extLst>
                </p14:cNvPr>
                <p14:cNvContentPartPr/>
                <p14:nvPr/>
              </p14:nvContentPartPr>
              <p14:xfrm>
                <a:off x="11229540" y="1472040"/>
                <a:ext cx="155160" cy="90000"/>
              </p14:xfrm>
            </p:contentPart>
          </mc:Choice>
          <mc:Fallback>
            <p:pic>
              <p:nvPicPr>
                <p:cNvPr id="77" name="Ink 76">
                  <a:extLst>
                    <a:ext uri="{FF2B5EF4-FFF2-40B4-BE49-F238E27FC236}">
                      <a16:creationId xmlns:a16="http://schemas.microsoft.com/office/drawing/2014/main" id="{30DC1AA4-7B85-DC14-1FC2-A377B8F3B109}"/>
                    </a:ext>
                  </a:extLst>
                </p:cNvPr>
                <p:cNvPicPr/>
                <p:nvPr/>
              </p:nvPicPr>
              <p:blipFill>
                <a:blip r:embed="rId318"/>
                <a:stretch>
                  <a:fillRect/>
                </a:stretch>
              </p:blipFill>
              <p:spPr>
                <a:xfrm>
                  <a:off x="11220900" y="1463040"/>
                  <a:ext cx="172800" cy="107640"/>
                </a:xfrm>
                <a:prstGeom prst="rect">
                  <a:avLst/>
                </a:prstGeom>
              </p:spPr>
            </p:pic>
          </mc:Fallback>
        </mc:AlternateContent>
        <mc:AlternateContent xmlns:mc="http://schemas.openxmlformats.org/markup-compatibility/2006">
          <mc:Choice xmlns:p14="http://schemas.microsoft.com/office/powerpoint/2010/main" Requires="p14">
            <p:contentPart p14:bwMode="auto" r:id="rId319">
              <p14:nvContentPartPr>
                <p14:cNvPr id="78" name="Ink 77">
                  <a:extLst>
                    <a:ext uri="{FF2B5EF4-FFF2-40B4-BE49-F238E27FC236}">
                      <a16:creationId xmlns:a16="http://schemas.microsoft.com/office/drawing/2014/main" id="{5D9113F8-5B73-924C-9E68-B160209E8EE1}"/>
                    </a:ext>
                  </a:extLst>
                </p14:cNvPr>
                <p14:cNvContentPartPr/>
                <p14:nvPr/>
              </p14:nvContentPartPr>
              <p14:xfrm>
                <a:off x="11423940" y="1472040"/>
                <a:ext cx="13320" cy="63000"/>
              </p14:xfrm>
            </p:contentPart>
          </mc:Choice>
          <mc:Fallback>
            <p:pic>
              <p:nvPicPr>
                <p:cNvPr id="78" name="Ink 77">
                  <a:extLst>
                    <a:ext uri="{FF2B5EF4-FFF2-40B4-BE49-F238E27FC236}">
                      <a16:creationId xmlns:a16="http://schemas.microsoft.com/office/drawing/2014/main" id="{5D9113F8-5B73-924C-9E68-B160209E8EE1}"/>
                    </a:ext>
                  </a:extLst>
                </p:cNvPr>
                <p:cNvPicPr/>
                <p:nvPr/>
              </p:nvPicPr>
              <p:blipFill>
                <a:blip r:embed="rId320"/>
                <a:stretch>
                  <a:fillRect/>
                </a:stretch>
              </p:blipFill>
              <p:spPr>
                <a:xfrm>
                  <a:off x="11415300" y="1463400"/>
                  <a:ext cx="30960" cy="80640"/>
                </a:xfrm>
                <a:prstGeom prst="rect">
                  <a:avLst/>
                </a:prstGeom>
              </p:spPr>
            </p:pic>
          </mc:Fallback>
        </mc:AlternateContent>
        <mc:AlternateContent xmlns:mc="http://schemas.openxmlformats.org/markup-compatibility/2006">
          <mc:Choice xmlns:p14="http://schemas.microsoft.com/office/powerpoint/2010/main" Requires="p14">
            <p:contentPart p14:bwMode="auto" r:id="rId321">
              <p14:nvContentPartPr>
                <p14:cNvPr id="79" name="Ink 78">
                  <a:extLst>
                    <a:ext uri="{FF2B5EF4-FFF2-40B4-BE49-F238E27FC236}">
                      <a16:creationId xmlns:a16="http://schemas.microsoft.com/office/drawing/2014/main" id="{3D424CA9-C518-2565-8F41-09BC3E0CCBE5}"/>
                    </a:ext>
                  </a:extLst>
                </p14:cNvPr>
                <p14:cNvContentPartPr/>
                <p14:nvPr/>
              </p14:nvContentPartPr>
              <p14:xfrm>
                <a:off x="11441580" y="1416600"/>
                <a:ext cx="14040" cy="31680"/>
              </p14:xfrm>
            </p:contentPart>
          </mc:Choice>
          <mc:Fallback>
            <p:pic>
              <p:nvPicPr>
                <p:cNvPr id="79" name="Ink 78">
                  <a:extLst>
                    <a:ext uri="{FF2B5EF4-FFF2-40B4-BE49-F238E27FC236}">
                      <a16:creationId xmlns:a16="http://schemas.microsoft.com/office/drawing/2014/main" id="{3D424CA9-C518-2565-8F41-09BC3E0CCBE5}"/>
                    </a:ext>
                  </a:extLst>
                </p:cNvPr>
                <p:cNvPicPr/>
                <p:nvPr/>
              </p:nvPicPr>
              <p:blipFill>
                <a:blip r:embed="rId322"/>
                <a:stretch>
                  <a:fillRect/>
                </a:stretch>
              </p:blipFill>
              <p:spPr>
                <a:xfrm>
                  <a:off x="11432580" y="1407600"/>
                  <a:ext cx="31680" cy="49320"/>
                </a:xfrm>
                <a:prstGeom prst="rect">
                  <a:avLst/>
                </a:prstGeom>
              </p:spPr>
            </p:pic>
          </mc:Fallback>
        </mc:AlternateContent>
        <mc:AlternateContent xmlns:mc="http://schemas.openxmlformats.org/markup-compatibility/2006">
          <mc:Choice xmlns:p14="http://schemas.microsoft.com/office/powerpoint/2010/main" Requires="p14">
            <p:contentPart p14:bwMode="auto" r:id="rId323">
              <p14:nvContentPartPr>
                <p14:cNvPr id="80" name="Ink 79">
                  <a:extLst>
                    <a:ext uri="{FF2B5EF4-FFF2-40B4-BE49-F238E27FC236}">
                      <a16:creationId xmlns:a16="http://schemas.microsoft.com/office/drawing/2014/main" id="{434D8838-1885-CC8B-4FAC-8F2920CB6526}"/>
                    </a:ext>
                  </a:extLst>
                </p14:cNvPr>
                <p14:cNvContentPartPr/>
                <p14:nvPr/>
              </p14:nvContentPartPr>
              <p14:xfrm>
                <a:off x="11485500" y="1463040"/>
                <a:ext cx="39960" cy="111600"/>
              </p14:xfrm>
            </p:contentPart>
          </mc:Choice>
          <mc:Fallback>
            <p:pic>
              <p:nvPicPr>
                <p:cNvPr id="80" name="Ink 79">
                  <a:extLst>
                    <a:ext uri="{FF2B5EF4-FFF2-40B4-BE49-F238E27FC236}">
                      <a16:creationId xmlns:a16="http://schemas.microsoft.com/office/drawing/2014/main" id="{434D8838-1885-CC8B-4FAC-8F2920CB6526}"/>
                    </a:ext>
                  </a:extLst>
                </p:cNvPr>
                <p:cNvPicPr/>
                <p:nvPr/>
              </p:nvPicPr>
              <p:blipFill>
                <a:blip r:embed="rId324"/>
                <a:stretch>
                  <a:fillRect/>
                </a:stretch>
              </p:blipFill>
              <p:spPr>
                <a:xfrm>
                  <a:off x="11476500" y="1454400"/>
                  <a:ext cx="5760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325">
              <p14:nvContentPartPr>
                <p14:cNvPr id="81" name="Ink 80">
                  <a:extLst>
                    <a:ext uri="{FF2B5EF4-FFF2-40B4-BE49-F238E27FC236}">
                      <a16:creationId xmlns:a16="http://schemas.microsoft.com/office/drawing/2014/main" id="{65D56082-84E7-2842-760F-EC6C33D5FFE1}"/>
                    </a:ext>
                  </a:extLst>
                </p14:cNvPr>
                <p14:cNvContentPartPr/>
                <p14:nvPr/>
              </p14:nvContentPartPr>
              <p14:xfrm>
                <a:off x="11556780" y="1479240"/>
                <a:ext cx="128160" cy="115200"/>
              </p14:xfrm>
            </p:contentPart>
          </mc:Choice>
          <mc:Fallback>
            <p:pic>
              <p:nvPicPr>
                <p:cNvPr id="81" name="Ink 80">
                  <a:extLst>
                    <a:ext uri="{FF2B5EF4-FFF2-40B4-BE49-F238E27FC236}">
                      <a16:creationId xmlns:a16="http://schemas.microsoft.com/office/drawing/2014/main" id="{65D56082-84E7-2842-760F-EC6C33D5FFE1}"/>
                    </a:ext>
                  </a:extLst>
                </p:cNvPr>
                <p:cNvPicPr/>
                <p:nvPr/>
              </p:nvPicPr>
              <p:blipFill>
                <a:blip r:embed="rId326"/>
                <a:stretch>
                  <a:fillRect/>
                </a:stretch>
              </p:blipFill>
              <p:spPr>
                <a:xfrm>
                  <a:off x="11547780" y="1470240"/>
                  <a:ext cx="145800" cy="132840"/>
                </a:xfrm>
                <a:prstGeom prst="rect">
                  <a:avLst/>
                </a:prstGeom>
              </p:spPr>
            </p:pic>
          </mc:Fallback>
        </mc:AlternateContent>
        <mc:AlternateContent xmlns:mc="http://schemas.openxmlformats.org/markup-compatibility/2006">
          <mc:Choice xmlns:p14="http://schemas.microsoft.com/office/powerpoint/2010/main" Requires="p14">
            <p:contentPart p14:bwMode="auto" r:id="rId327">
              <p14:nvContentPartPr>
                <p14:cNvPr id="135" name="Ink 134">
                  <a:extLst>
                    <a:ext uri="{FF2B5EF4-FFF2-40B4-BE49-F238E27FC236}">
                      <a16:creationId xmlns:a16="http://schemas.microsoft.com/office/drawing/2014/main" id="{9DD2F83B-2856-5B47-ECAB-1AB76AC0D173}"/>
                    </a:ext>
                  </a:extLst>
                </p14:cNvPr>
                <p14:cNvContentPartPr/>
                <p14:nvPr/>
              </p14:nvContentPartPr>
              <p14:xfrm>
                <a:off x="11042340" y="2895840"/>
                <a:ext cx="167040" cy="189360"/>
              </p14:xfrm>
            </p:contentPart>
          </mc:Choice>
          <mc:Fallback>
            <p:pic>
              <p:nvPicPr>
                <p:cNvPr id="135" name="Ink 134">
                  <a:extLst>
                    <a:ext uri="{FF2B5EF4-FFF2-40B4-BE49-F238E27FC236}">
                      <a16:creationId xmlns:a16="http://schemas.microsoft.com/office/drawing/2014/main" id="{9DD2F83B-2856-5B47-ECAB-1AB76AC0D173}"/>
                    </a:ext>
                  </a:extLst>
                </p:cNvPr>
                <p:cNvPicPr/>
                <p:nvPr/>
              </p:nvPicPr>
              <p:blipFill>
                <a:blip r:embed="rId328"/>
                <a:stretch>
                  <a:fillRect/>
                </a:stretch>
              </p:blipFill>
              <p:spPr>
                <a:xfrm>
                  <a:off x="11033340" y="2887200"/>
                  <a:ext cx="184680" cy="207000"/>
                </a:xfrm>
                <a:prstGeom prst="rect">
                  <a:avLst/>
                </a:prstGeom>
              </p:spPr>
            </p:pic>
          </mc:Fallback>
        </mc:AlternateContent>
        <mc:AlternateContent xmlns:mc="http://schemas.openxmlformats.org/markup-compatibility/2006">
          <mc:Choice xmlns:p14="http://schemas.microsoft.com/office/powerpoint/2010/main" Requires="p14">
            <p:contentPart p14:bwMode="auto" r:id="rId329">
              <p14:nvContentPartPr>
                <p14:cNvPr id="136" name="Ink 135">
                  <a:extLst>
                    <a:ext uri="{FF2B5EF4-FFF2-40B4-BE49-F238E27FC236}">
                      <a16:creationId xmlns:a16="http://schemas.microsoft.com/office/drawing/2014/main" id="{44451B9A-7A8F-31EB-9240-D45507456B50}"/>
                    </a:ext>
                  </a:extLst>
                </p14:cNvPr>
                <p14:cNvContentPartPr/>
                <p14:nvPr/>
              </p14:nvContentPartPr>
              <p14:xfrm>
                <a:off x="11258700" y="2935800"/>
                <a:ext cx="81000" cy="145440"/>
              </p14:xfrm>
            </p:contentPart>
          </mc:Choice>
          <mc:Fallback>
            <p:pic>
              <p:nvPicPr>
                <p:cNvPr id="136" name="Ink 135">
                  <a:extLst>
                    <a:ext uri="{FF2B5EF4-FFF2-40B4-BE49-F238E27FC236}">
                      <a16:creationId xmlns:a16="http://schemas.microsoft.com/office/drawing/2014/main" id="{44451B9A-7A8F-31EB-9240-D45507456B50}"/>
                    </a:ext>
                  </a:extLst>
                </p:cNvPr>
                <p:cNvPicPr/>
                <p:nvPr/>
              </p:nvPicPr>
              <p:blipFill>
                <a:blip r:embed="rId330"/>
                <a:stretch>
                  <a:fillRect/>
                </a:stretch>
              </p:blipFill>
              <p:spPr>
                <a:xfrm>
                  <a:off x="11249700" y="2926800"/>
                  <a:ext cx="98640" cy="163080"/>
                </a:xfrm>
                <a:prstGeom prst="rect">
                  <a:avLst/>
                </a:prstGeom>
              </p:spPr>
            </p:pic>
          </mc:Fallback>
        </mc:AlternateContent>
        <mc:AlternateContent xmlns:mc="http://schemas.openxmlformats.org/markup-compatibility/2006">
          <mc:Choice xmlns:p14="http://schemas.microsoft.com/office/powerpoint/2010/main" Requires="p14">
            <p:contentPart p14:bwMode="auto" r:id="rId331">
              <p14:nvContentPartPr>
                <p14:cNvPr id="138" name="Ink 137">
                  <a:extLst>
                    <a:ext uri="{FF2B5EF4-FFF2-40B4-BE49-F238E27FC236}">
                      <a16:creationId xmlns:a16="http://schemas.microsoft.com/office/drawing/2014/main" id="{6DE014A6-503E-47AF-2F7E-9C79661B9BF5}"/>
                    </a:ext>
                  </a:extLst>
                </p14:cNvPr>
                <p14:cNvContentPartPr/>
                <p14:nvPr/>
              </p14:nvContentPartPr>
              <p14:xfrm>
                <a:off x="11290380" y="2930760"/>
                <a:ext cx="173880" cy="167760"/>
              </p14:xfrm>
            </p:contentPart>
          </mc:Choice>
          <mc:Fallback>
            <p:pic>
              <p:nvPicPr>
                <p:cNvPr id="138" name="Ink 137">
                  <a:extLst>
                    <a:ext uri="{FF2B5EF4-FFF2-40B4-BE49-F238E27FC236}">
                      <a16:creationId xmlns:a16="http://schemas.microsoft.com/office/drawing/2014/main" id="{6DE014A6-503E-47AF-2F7E-9C79661B9BF5}"/>
                    </a:ext>
                  </a:extLst>
                </p:cNvPr>
                <p:cNvPicPr/>
                <p:nvPr/>
              </p:nvPicPr>
              <p:blipFill>
                <a:blip r:embed="rId332"/>
                <a:stretch>
                  <a:fillRect/>
                </a:stretch>
              </p:blipFill>
              <p:spPr>
                <a:xfrm>
                  <a:off x="11281380" y="2921760"/>
                  <a:ext cx="191520" cy="185400"/>
                </a:xfrm>
                <a:prstGeom prst="rect">
                  <a:avLst/>
                </a:prstGeom>
              </p:spPr>
            </p:pic>
          </mc:Fallback>
        </mc:AlternateContent>
        <mc:AlternateContent xmlns:mc="http://schemas.openxmlformats.org/markup-compatibility/2006">
          <mc:Choice xmlns:p14="http://schemas.microsoft.com/office/powerpoint/2010/main" Requires="p14">
            <p:contentPart p14:bwMode="auto" r:id="rId333">
              <p14:nvContentPartPr>
                <p14:cNvPr id="139" name="Ink 138">
                  <a:extLst>
                    <a:ext uri="{FF2B5EF4-FFF2-40B4-BE49-F238E27FC236}">
                      <a16:creationId xmlns:a16="http://schemas.microsoft.com/office/drawing/2014/main" id="{229FBBFF-94D5-6D3D-E536-38C2C9B47039}"/>
                    </a:ext>
                  </a:extLst>
                </p14:cNvPr>
                <p14:cNvContentPartPr/>
                <p14:nvPr/>
              </p14:nvContentPartPr>
              <p14:xfrm>
                <a:off x="11499900" y="2944080"/>
                <a:ext cx="63360" cy="129960"/>
              </p14:xfrm>
            </p:contentPart>
          </mc:Choice>
          <mc:Fallback>
            <p:pic>
              <p:nvPicPr>
                <p:cNvPr id="139" name="Ink 138">
                  <a:extLst>
                    <a:ext uri="{FF2B5EF4-FFF2-40B4-BE49-F238E27FC236}">
                      <a16:creationId xmlns:a16="http://schemas.microsoft.com/office/drawing/2014/main" id="{229FBBFF-94D5-6D3D-E536-38C2C9B47039}"/>
                    </a:ext>
                  </a:extLst>
                </p:cNvPr>
                <p:cNvPicPr/>
                <p:nvPr/>
              </p:nvPicPr>
              <p:blipFill>
                <a:blip r:embed="rId334"/>
                <a:stretch>
                  <a:fillRect/>
                </a:stretch>
              </p:blipFill>
              <p:spPr>
                <a:xfrm>
                  <a:off x="11490900" y="2935080"/>
                  <a:ext cx="81000" cy="147600"/>
                </a:xfrm>
                <a:prstGeom prst="rect">
                  <a:avLst/>
                </a:prstGeom>
              </p:spPr>
            </p:pic>
          </mc:Fallback>
        </mc:AlternateContent>
        <mc:AlternateContent xmlns:mc="http://schemas.openxmlformats.org/markup-compatibility/2006">
          <mc:Choice xmlns:p14="http://schemas.microsoft.com/office/powerpoint/2010/main" Requires="p14">
            <p:contentPart p14:bwMode="auto" r:id="rId335">
              <p14:nvContentPartPr>
                <p14:cNvPr id="140" name="Ink 139">
                  <a:extLst>
                    <a:ext uri="{FF2B5EF4-FFF2-40B4-BE49-F238E27FC236}">
                      <a16:creationId xmlns:a16="http://schemas.microsoft.com/office/drawing/2014/main" id="{4F6E5755-7F00-4D2B-778A-7B843DC95EEF}"/>
                    </a:ext>
                  </a:extLst>
                </p14:cNvPr>
                <p14:cNvContentPartPr/>
                <p14:nvPr/>
              </p14:nvContentPartPr>
              <p14:xfrm>
                <a:off x="11499900" y="3021840"/>
                <a:ext cx="57960" cy="13320"/>
              </p14:xfrm>
            </p:contentPart>
          </mc:Choice>
          <mc:Fallback>
            <p:pic>
              <p:nvPicPr>
                <p:cNvPr id="140" name="Ink 139">
                  <a:extLst>
                    <a:ext uri="{FF2B5EF4-FFF2-40B4-BE49-F238E27FC236}">
                      <a16:creationId xmlns:a16="http://schemas.microsoft.com/office/drawing/2014/main" id="{4F6E5755-7F00-4D2B-778A-7B843DC95EEF}"/>
                    </a:ext>
                  </a:extLst>
                </p:cNvPr>
                <p:cNvPicPr/>
                <p:nvPr/>
              </p:nvPicPr>
              <p:blipFill>
                <a:blip r:embed="rId336"/>
                <a:stretch>
                  <a:fillRect/>
                </a:stretch>
              </p:blipFill>
              <p:spPr>
                <a:xfrm>
                  <a:off x="11490900" y="3013200"/>
                  <a:ext cx="7560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337">
              <p14:nvContentPartPr>
                <p14:cNvPr id="141" name="Ink 140">
                  <a:extLst>
                    <a:ext uri="{FF2B5EF4-FFF2-40B4-BE49-F238E27FC236}">
                      <a16:creationId xmlns:a16="http://schemas.microsoft.com/office/drawing/2014/main" id="{431DAB92-B141-66DA-60BD-24FEF6A84B8A}"/>
                    </a:ext>
                  </a:extLst>
                </p14:cNvPr>
                <p14:cNvContentPartPr/>
                <p14:nvPr/>
              </p14:nvContentPartPr>
              <p14:xfrm>
                <a:off x="10969620" y="2825280"/>
                <a:ext cx="95040" cy="379440"/>
              </p14:xfrm>
            </p:contentPart>
          </mc:Choice>
          <mc:Fallback>
            <p:pic>
              <p:nvPicPr>
                <p:cNvPr id="141" name="Ink 140">
                  <a:extLst>
                    <a:ext uri="{FF2B5EF4-FFF2-40B4-BE49-F238E27FC236}">
                      <a16:creationId xmlns:a16="http://schemas.microsoft.com/office/drawing/2014/main" id="{431DAB92-B141-66DA-60BD-24FEF6A84B8A}"/>
                    </a:ext>
                  </a:extLst>
                </p:cNvPr>
                <p:cNvPicPr/>
                <p:nvPr/>
              </p:nvPicPr>
              <p:blipFill>
                <a:blip r:embed="rId338"/>
                <a:stretch>
                  <a:fillRect/>
                </a:stretch>
              </p:blipFill>
              <p:spPr>
                <a:xfrm>
                  <a:off x="10960620" y="2816640"/>
                  <a:ext cx="112680" cy="397080"/>
                </a:xfrm>
                <a:prstGeom prst="rect">
                  <a:avLst/>
                </a:prstGeom>
              </p:spPr>
            </p:pic>
          </mc:Fallback>
        </mc:AlternateContent>
        <mc:AlternateContent xmlns:mc="http://schemas.openxmlformats.org/markup-compatibility/2006">
          <mc:Choice xmlns:p14="http://schemas.microsoft.com/office/powerpoint/2010/main" Requires="p14">
            <p:contentPart p14:bwMode="auto" r:id="rId339">
              <p14:nvContentPartPr>
                <p14:cNvPr id="142" name="Ink 141">
                  <a:extLst>
                    <a:ext uri="{FF2B5EF4-FFF2-40B4-BE49-F238E27FC236}">
                      <a16:creationId xmlns:a16="http://schemas.microsoft.com/office/drawing/2014/main" id="{D96FE0F6-C4B9-4B95-20E5-129CD0E01F21}"/>
                    </a:ext>
                  </a:extLst>
                </p14:cNvPr>
                <p14:cNvContentPartPr/>
                <p14:nvPr/>
              </p14:nvContentPartPr>
              <p14:xfrm>
                <a:off x="10981140" y="2844360"/>
                <a:ext cx="817200" cy="342720"/>
              </p14:xfrm>
            </p:contentPart>
          </mc:Choice>
          <mc:Fallback>
            <p:pic>
              <p:nvPicPr>
                <p:cNvPr id="142" name="Ink 141">
                  <a:extLst>
                    <a:ext uri="{FF2B5EF4-FFF2-40B4-BE49-F238E27FC236}">
                      <a16:creationId xmlns:a16="http://schemas.microsoft.com/office/drawing/2014/main" id="{D96FE0F6-C4B9-4B95-20E5-129CD0E01F21}"/>
                    </a:ext>
                  </a:extLst>
                </p:cNvPr>
                <p:cNvPicPr/>
                <p:nvPr/>
              </p:nvPicPr>
              <p:blipFill>
                <a:blip r:embed="rId340"/>
                <a:stretch>
                  <a:fillRect/>
                </a:stretch>
              </p:blipFill>
              <p:spPr>
                <a:xfrm>
                  <a:off x="10972140" y="2835720"/>
                  <a:ext cx="834840" cy="360360"/>
                </a:xfrm>
                <a:prstGeom prst="rect">
                  <a:avLst/>
                </a:prstGeom>
              </p:spPr>
            </p:pic>
          </mc:Fallback>
        </mc:AlternateContent>
        <mc:AlternateContent xmlns:mc="http://schemas.openxmlformats.org/markup-compatibility/2006">
          <mc:Choice xmlns:p14="http://schemas.microsoft.com/office/powerpoint/2010/main" Requires="p14">
            <p:contentPart p14:bwMode="auto" r:id="rId341">
              <p14:nvContentPartPr>
                <p14:cNvPr id="143" name="Ink 142">
                  <a:extLst>
                    <a:ext uri="{FF2B5EF4-FFF2-40B4-BE49-F238E27FC236}">
                      <a16:creationId xmlns:a16="http://schemas.microsoft.com/office/drawing/2014/main" id="{B1A907FF-A564-DF82-97EB-8E2790D1557F}"/>
                    </a:ext>
                  </a:extLst>
                </p14:cNvPr>
                <p14:cNvContentPartPr/>
                <p14:nvPr/>
              </p14:nvContentPartPr>
              <p14:xfrm>
                <a:off x="11252220" y="2616120"/>
                <a:ext cx="25560" cy="199800"/>
              </p14:xfrm>
            </p:contentPart>
          </mc:Choice>
          <mc:Fallback>
            <p:pic>
              <p:nvPicPr>
                <p:cNvPr id="143" name="Ink 142">
                  <a:extLst>
                    <a:ext uri="{FF2B5EF4-FFF2-40B4-BE49-F238E27FC236}">
                      <a16:creationId xmlns:a16="http://schemas.microsoft.com/office/drawing/2014/main" id="{B1A907FF-A564-DF82-97EB-8E2790D1557F}"/>
                    </a:ext>
                  </a:extLst>
                </p:cNvPr>
                <p:cNvPicPr/>
                <p:nvPr/>
              </p:nvPicPr>
              <p:blipFill>
                <a:blip r:embed="rId342"/>
                <a:stretch>
                  <a:fillRect/>
                </a:stretch>
              </p:blipFill>
              <p:spPr>
                <a:xfrm>
                  <a:off x="11243220" y="2607120"/>
                  <a:ext cx="43200" cy="217440"/>
                </a:xfrm>
                <a:prstGeom prst="rect">
                  <a:avLst/>
                </a:prstGeom>
              </p:spPr>
            </p:pic>
          </mc:Fallback>
        </mc:AlternateContent>
        <mc:AlternateContent xmlns:mc="http://schemas.openxmlformats.org/markup-compatibility/2006">
          <mc:Choice xmlns:p14="http://schemas.microsoft.com/office/powerpoint/2010/main" Requires="p14">
            <p:contentPart p14:bwMode="auto" r:id="rId343">
              <p14:nvContentPartPr>
                <p14:cNvPr id="144" name="Ink 143">
                  <a:extLst>
                    <a:ext uri="{FF2B5EF4-FFF2-40B4-BE49-F238E27FC236}">
                      <a16:creationId xmlns:a16="http://schemas.microsoft.com/office/drawing/2014/main" id="{EA42E9C5-065E-842B-F0BA-0167B10ABEE1}"/>
                    </a:ext>
                  </a:extLst>
                </p14:cNvPr>
                <p14:cNvContentPartPr/>
                <p14:nvPr/>
              </p14:nvContentPartPr>
              <p14:xfrm>
                <a:off x="11187780" y="2605680"/>
                <a:ext cx="115200" cy="64080"/>
              </p14:xfrm>
            </p:contentPart>
          </mc:Choice>
          <mc:Fallback>
            <p:pic>
              <p:nvPicPr>
                <p:cNvPr id="144" name="Ink 143">
                  <a:extLst>
                    <a:ext uri="{FF2B5EF4-FFF2-40B4-BE49-F238E27FC236}">
                      <a16:creationId xmlns:a16="http://schemas.microsoft.com/office/drawing/2014/main" id="{EA42E9C5-065E-842B-F0BA-0167B10ABEE1}"/>
                    </a:ext>
                  </a:extLst>
                </p:cNvPr>
                <p:cNvPicPr/>
                <p:nvPr/>
              </p:nvPicPr>
              <p:blipFill>
                <a:blip r:embed="rId344"/>
                <a:stretch>
                  <a:fillRect/>
                </a:stretch>
              </p:blipFill>
              <p:spPr>
                <a:xfrm>
                  <a:off x="11178780" y="2596680"/>
                  <a:ext cx="132840" cy="81720"/>
                </a:xfrm>
                <a:prstGeom prst="rect">
                  <a:avLst/>
                </a:prstGeom>
              </p:spPr>
            </p:pic>
          </mc:Fallback>
        </mc:AlternateContent>
        <mc:AlternateContent xmlns:mc="http://schemas.openxmlformats.org/markup-compatibility/2006">
          <mc:Choice xmlns:p14="http://schemas.microsoft.com/office/powerpoint/2010/main" Requires="p14">
            <p:contentPart p14:bwMode="auto" r:id="rId345">
              <p14:nvContentPartPr>
                <p14:cNvPr id="145" name="Ink 144">
                  <a:extLst>
                    <a:ext uri="{FF2B5EF4-FFF2-40B4-BE49-F238E27FC236}">
                      <a16:creationId xmlns:a16="http://schemas.microsoft.com/office/drawing/2014/main" id="{D99BB14E-101B-180A-BD58-5A25649A096C}"/>
                    </a:ext>
                  </a:extLst>
                </p14:cNvPr>
                <p14:cNvContentPartPr/>
                <p14:nvPr/>
              </p14:nvContentPartPr>
              <p14:xfrm>
                <a:off x="10909860" y="2249280"/>
                <a:ext cx="938880" cy="325440"/>
              </p14:xfrm>
            </p:contentPart>
          </mc:Choice>
          <mc:Fallback>
            <p:pic>
              <p:nvPicPr>
                <p:cNvPr id="145" name="Ink 144">
                  <a:extLst>
                    <a:ext uri="{FF2B5EF4-FFF2-40B4-BE49-F238E27FC236}">
                      <a16:creationId xmlns:a16="http://schemas.microsoft.com/office/drawing/2014/main" id="{D99BB14E-101B-180A-BD58-5A25649A096C}"/>
                    </a:ext>
                  </a:extLst>
                </p:cNvPr>
                <p:cNvPicPr/>
                <p:nvPr/>
              </p:nvPicPr>
              <p:blipFill>
                <a:blip r:embed="rId346"/>
                <a:stretch>
                  <a:fillRect/>
                </a:stretch>
              </p:blipFill>
              <p:spPr>
                <a:xfrm>
                  <a:off x="10901220" y="2240280"/>
                  <a:ext cx="956520" cy="343080"/>
                </a:xfrm>
                <a:prstGeom prst="rect">
                  <a:avLst/>
                </a:prstGeom>
              </p:spPr>
            </p:pic>
          </mc:Fallback>
        </mc:AlternateContent>
        <mc:AlternateContent xmlns:mc="http://schemas.openxmlformats.org/markup-compatibility/2006">
          <mc:Choice xmlns:p14="http://schemas.microsoft.com/office/powerpoint/2010/main" Requires="p14">
            <p:contentPart p14:bwMode="auto" r:id="rId347">
              <p14:nvContentPartPr>
                <p14:cNvPr id="146" name="Ink 145">
                  <a:extLst>
                    <a:ext uri="{FF2B5EF4-FFF2-40B4-BE49-F238E27FC236}">
                      <a16:creationId xmlns:a16="http://schemas.microsoft.com/office/drawing/2014/main" id="{6A650434-F8B4-DD1C-3B25-969A799683B9}"/>
                    </a:ext>
                  </a:extLst>
                </p14:cNvPr>
                <p14:cNvContentPartPr/>
                <p14:nvPr/>
              </p14:nvContentPartPr>
              <p14:xfrm>
                <a:off x="11125140" y="2302560"/>
                <a:ext cx="144360" cy="198360"/>
              </p14:xfrm>
            </p:contentPart>
          </mc:Choice>
          <mc:Fallback>
            <p:pic>
              <p:nvPicPr>
                <p:cNvPr id="146" name="Ink 145">
                  <a:extLst>
                    <a:ext uri="{FF2B5EF4-FFF2-40B4-BE49-F238E27FC236}">
                      <a16:creationId xmlns:a16="http://schemas.microsoft.com/office/drawing/2014/main" id="{6A650434-F8B4-DD1C-3B25-969A799683B9}"/>
                    </a:ext>
                  </a:extLst>
                </p:cNvPr>
                <p:cNvPicPr/>
                <p:nvPr/>
              </p:nvPicPr>
              <p:blipFill>
                <a:blip r:embed="rId348"/>
                <a:stretch>
                  <a:fillRect/>
                </a:stretch>
              </p:blipFill>
              <p:spPr>
                <a:xfrm>
                  <a:off x="11116140" y="2293560"/>
                  <a:ext cx="162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49">
              <p14:nvContentPartPr>
                <p14:cNvPr id="147" name="Ink 146">
                  <a:extLst>
                    <a:ext uri="{FF2B5EF4-FFF2-40B4-BE49-F238E27FC236}">
                      <a16:creationId xmlns:a16="http://schemas.microsoft.com/office/drawing/2014/main" id="{C47E40D2-66CF-DD38-D298-761AD88882DE}"/>
                    </a:ext>
                  </a:extLst>
                </p14:cNvPr>
                <p14:cNvContentPartPr/>
                <p14:nvPr/>
              </p14:nvContentPartPr>
              <p14:xfrm>
                <a:off x="11349060" y="2485800"/>
                <a:ext cx="37800" cy="10080"/>
              </p14:xfrm>
            </p:contentPart>
          </mc:Choice>
          <mc:Fallback>
            <p:pic>
              <p:nvPicPr>
                <p:cNvPr id="147" name="Ink 146">
                  <a:extLst>
                    <a:ext uri="{FF2B5EF4-FFF2-40B4-BE49-F238E27FC236}">
                      <a16:creationId xmlns:a16="http://schemas.microsoft.com/office/drawing/2014/main" id="{C47E40D2-66CF-DD38-D298-761AD88882DE}"/>
                    </a:ext>
                  </a:extLst>
                </p:cNvPr>
                <p:cNvPicPr/>
                <p:nvPr/>
              </p:nvPicPr>
              <p:blipFill>
                <a:blip r:embed="rId350"/>
                <a:stretch>
                  <a:fillRect/>
                </a:stretch>
              </p:blipFill>
              <p:spPr>
                <a:xfrm>
                  <a:off x="11340060" y="2476800"/>
                  <a:ext cx="55440" cy="27720"/>
                </a:xfrm>
                <a:prstGeom prst="rect">
                  <a:avLst/>
                </a:prstGeom>
              </p:spPr>
            </p:pic>
          </mc:Fallback>
        </mc:AlternateContent>
        <mc:AlternateContent xmlns:mc="http://schemas.openxmlformats.org/markup-compatibility/2006">
          <mc:Choice xmlns:p14="http://schemas.microsoft.com/office/powerpoint/2010/main" Requires="p14">
            <p:contentPart p14:bwMode="auto" r:id="rId351">
              <p14:nvContentPartPr>
                <p14:cNvPr id="148" name="Ink 147">
                  <a:extLst>
                    <a:ext uri="{FF2B5EF4-FFF2-40B4-BE49-F238E27FC236}">
                      <a16:creationId xmlns:a16="http://schemas.microsoft.com/office/drawing/2014/main" id="{5AC6A683-A020-0F9F-B76C-F1786C283801}"/>
                    </a:ext>
                  </a:extLst>
                </p14:cNvPr>
                <p14:cNvContentPartPr/>
                <p14:nvPr/>
              </p14:nvContentPartPr>
              <p14:xfrm>
                <a:off x="11395860" y="2358360"/>
                <a:ext cx="112680" cy="155880"/>
              </p14:xfrm>
            </p:contentPart>
          </mc:Choice>
          <mc:Fallback>
            <p:pic>
              <p:nvPicPr>
                <p:cNvPr id="148" name="Ink 147">
                  <a:extLst>
                    <a:ext uri="{FF2B5EF4-FFF2-40B4-BE49-F238E27FC236}">
                      <a16:creationId xmlns:a16="http://schemas.microsoft.com/office/drawing/2014/main" id="{5AC6A683-A020-0F9F-B76C-F1786C283801}"/>
                    </a:ext>
                  </a:extLst>
                </p:cNvPr>
                <p:cNvPicPr/>
                <p:nvPr/>
              </p:nvPicPr>
              <p:blipFill>
                <a:blip r:embed="rId352"/>
                <a:stretch>
                  <a:fillRect/>
                </a:stretch>
              </p:blipFill>
              <p:spPr>
                <a:xfrm>
                  <a:off x="11387220" y="2349360"/>
                  <a:ext cx="130320" cy="173520"/>
                </a:xfrm>
                <a:prstGeom prst="rect">
                  <a:avLst/>
                </a:prstGeom>
              </p:spPr>
            </p:pic>
          </mc:Fallback>
        </mc:AlternateContent>
        <mc:AlternateContent xmlns:mc="http://schemas.openxmlformats.org/markup-compatibility/2006">
          <mc:Choice xmlns:p14="http://schemas.microsoft.com/office/powerpoint/2010/main" Requires="p14">
            <p:contentPart p14:bwMode="auto" r:id="rId353">
              <p14:nvContentPartPr>
                <p14:cNvPr id="149" name="Ink 148">
                  <a:extLst>
                    <a:ext uri="{FF2B5EF4-FFF2-40B4-BE49-F238E27FC236}">
                      <a16:creationId xmlns:a16="http://schemas.microsoft.com/office/drawing/2014/main" id="{05B00520-4776-B7BC-FAE7-6F2333471249}"/>
                    </a:ext>
                  </a:extLst>
                </p14:cNvPr>
                <p14:cNvContentPartPr/>
                <p14:nvPr/>
              </p14:nvContentPartPr>
              <p14:xfrm>
                <a:off x="11498820" y="2353680"/>
                <a:ext cx="72360" cy="103680"/>
              </p14:xfrm>
            </p:contentPart>
          </mc:Choice>
          <mc:Fallback>
            <p:pic>
              <p:nvPicPr>
                <p:cNvPr id="149" name="Ink 148">
                  <a:extLst>
                    <a:ext uri="{FF2B5EF4-FFF2-40B4-BE49-F238E27FC236}">
                      <a16:creationId xmlns:a16="http://schemas.microsoft.com/office/drawing/2014/main" id="{05B00520-4776-B7BC-FAE7-6F2333471249}"/>
                    </a:ext>
                  </a:extLst>
                </p:cNvPr>
                <p:cNvPicPr/>
                <p:nvPr/>
              </p:nvPicPr>
              <p:blipFill>
                <a:blip r:embed="rId354"/>
                <a:stretch>
                  <a:fillRect/>
                </a:stretch>
              </p:blipFill>
              <p:spPr>
                <a:xfrm>
                  <a:off x="11490180" y="2345040"/>
                  <a:ext cx="90000" cy="121320"/>
                </a:xfrm>
                <a:prstGeom prst="rect">
                  <a:avLst/>
                </a:prstGeom>
              </p:spPr>
            </p:pic>
          </mc:Fallback>
        </mc:AlternateContent>
        <mc:AlternateContent xmlns:mc="http://schemas.openxmlformats.org/markup-compatibility/2006">
          <mc:Choice xmlns:p14="http://schemas.microsoft.com/office/powerpoint/2010/main" Requires="p14">
            <p:contentPart p14:bwMode="auto" r:id="rId355">
              <p14:nvContentPartPr>
                <p14:cNvPr id="150" name="Ink 149">
                  <a:extLst>
                    <a:ext uri="{FF2B5EF4-FFF2-40B4-BE49-F238E27FC236}">
                      <a16:creationId xmlns:a16="http://schemas.microsoft.com/office/drawing/2014/main" id="{6399F047-05C5-5C29-E4B3-2354DFBCDCE2}"/>
                    </a:ext>
                  </a:extLst>
                </p14:cNvPr>
                <p14:cNvContentPartPr/>
                <p14:nvPr/>
              </p14:nvContentPartPr>
              <p14:xfrm>
                <a:off x="11601420" y="2372040"/>
                <a:ext cx="54720" cy="110520"/>
              </p14:xfrm>
            </p:contentPart>
          </mc:Choice>
          <mc:Fallback>
            <p:pic>
              <p:nvPicPr>
                <p:cNvPr id="150" name="Ink 149">
                  <a:extLst>
                    <a:ext uri="{FF2B5EF4-FFF2-40B4-BE49-F238E27FC236}">
                      <a16:creationId xmlns:a16="http://schemas.microsoft.com/office/drawing/2014/main" id="{6399F047-05C5-5C29-E4B3-2354DFBCDCE2}"/>
                    </a:ext>
                  </a:extLst>
                </p:cNvPr>
                <p:cNvPicPr/>
                <p:nvPr/>
              </p:nvPicPr>
              <p:blipFill>
                <a:blip r:embed="rId356"/>
                <a:stretch>
                  <a:fillRect/>
                </a:stretch>
              </p:blipFill>
              <p:spPr>
                <a:xfrm>
                  <a:off x="11592420" y="2363400"/>
                  <a:ext cx="72360" cy="128160"/>
                </a:xfrm>
                <a:prstGeom prst="rect">
                  <a:avLst/>
                </a:prstGeom>
              </p:spPr>
            </p:pic>
          </mc:Fallback>
        </mc:AlternateContent>
        <mc:AlternateContent xmlns:mc="http://schemas.openxmlformats.org/markup-compatibility/2006">
          <mc:Choice xmlns:p14="http://schemas.microsoft.com/office/powerpoint/2010/main" Requires="p14">
            <p:contentPart p14:bwMode="auto" r:id="rId357">
              <p14:nvContentPartPr>
                <p14:cNvPr id="151" name="Ink 150">
                  <a:extLst>
                    <a:ext uri="{FF2B5EF4-FFF2-40B4-BE49-F238E27FC236}">
                      <a16:creationId xmlns:a16="http://schemas.microsoft.com/office/drawing/2014/main" id="{74CC8D06-237F-9C8C-DCB1-8A253D6A9BBC}"/>
                    </a:ext>
                  </a:extLst>
                </p14:cNvPr>
                <p14:cNvContentPartPr/>
                <p14:nvPr/>
              </p14:nvContentPartPr>
              <p14:xfrm>
                <a:off x="11329620" y="2017800"/>
                <a:ext cx="7920" cy="218160"/>
              </p14:xfrm>
            </p:contentPart>
          </mc:Choice>
          <mc:Fallback>
            <p:pic>
              <p:nvPicPr>
                <p:cNvPr id="151" name="Ink 150">
                  <a:extLst>
                    <a:ext uri="{FF2B5EF4-FFF2-40B4-BE49-F238E27FC236}">
                      <a16:creationId xmlns:a16="http://schemas.microsoft.com/office/drawing/2014/main" id="{74CC8D06-237F-9C8C-DCB1-8A253D6A9BBC}"/>
                    </a:ext>
                  </a:extLst>
                </p:cNvPr>
                <p:cNvPicPr/>
                <p:nvPr/>
              </p:nvPicPr>
              <p:blipFill>
                <a:blip r:embed="rId358"/>
                <a:stretch>
                  <a:fillRect/>
                </a:stretch>
              </p:blipFill>
              <p:spPr>
                <a:xfrm>
                  <a:off x="11320980" y="2008800"/>
                  <a:ext cx="25560" cy="235800"/>
                </a:xfrm>
                <a:prstGeom prst="rect">
                  <a:avLst/>
                </a:prstGeom>
              </p:spPr>
            </p:pic>
          </mc:Fallback>
        </mc:AlternateContent>
        <mc:AlternateContent xmlns:mc="http://schemas.openxmlformats.org/markup-compatibility/2006">
          <mc:Choice xmlns:p14="http://schemas.microsoft.com/office/powerpoint/2010/main" Requires="p14">
            <p:contentPart p14:bwMode="auto" r:id="rId359">
              <p14:nvContentPartPr>
                <p14:cNvPr id="152" name="Ink 151">
                  <a:extLst>
                    <a:ext uri="{FF2B5EF4-FFF2-40B4-BE49-F238E27FC236}">
                      <a16:creationId xmlns:a16="http://schemas.microsoft.com/office/drawing/2014/main" id="{BE0975DE-2EAD-99E4-8737-50F5239052F6}"/>
                    </a:ext>
                  </a:extLst>
                </p14:cNvPr>
                <p14:cNvContentPartPr/>
                <p14:nvPr/>
              </p14:nvContentPartPr>
              <p14:xfrm>
                <a:off x="11231340" y="2026440"/>
                <a:ext cx="143280" cy="61560"/>
              </p14:xfrm>
            </p:contentPart>
          </mc:Choice>
          <mc:Fallback>
            <p:pic>
              <p:nvPicPr>
                <p:cNvPr id="152" name="Ink 151">
                  <a:extLst>
                    <a:ext uri="{FF2B5EF4-FFF2-40B4-BE49-F238E27FC236}">
                      <a16:creationId xmlns:a16="http://schemas.microsoft.com/office/drawing/2014/main" id="{BE0975DE-2EAD-99E4-8737-50F5239052F6}"/>
                    </a:ext>
                  </a:extLst>
                </p:cNvPr>
                <p:cNvPicPr/>
                <p:nvPr/>
              </p:nvPicPr>
              <p:blipFill>
                <a:blip r:embed="rId360"/>
                <a:stretch>
                  <a:fillRect/>
                </a:stretch>
              </p:blipFill>
              <p:spPr>
                <a:xfrm>
                  <a:off x="11222340" y="2017800"/>
                  <a:ext cx="160920" cy="79200"/>
                </a:xfrm>
                <a:prstGeom prst="rect">
                  <a:avLst/>
                </a:prstGeom>
              </p:spPr>
            </p:pic>
          </mc:Fallback>
        </mc:AlternateContent>
        <mc:AlternateContent xmlns:mc="http://schemas.openxmlformats.org/markup-compatibility/2006">
          <mc:Choice xmlns:p14="http://schemas.microsoft.com/office/powerpoint/2010/main" Requires="p14">
            <p:contentPart p14:bwMode="auto" r:id="rId361">
              <p14:nvContentPartPr>
                <p14:cNvPr id="153" name="Ink 152">
                  <a:extLst>
                    <a:ext uri="{FF2B5EF4-FFF2-40B4-BE49-F238E27FC236}">
                      <a16:creationId xmlns:a16="http://schemas.microsoft.com/office/drawing/2014/main" id="{12E3C043-A37C-3018-2733-4752A1B2D237}"/>
                    </a:ext>
                  </a:extLst>
                </p14:cNvPr>
                <p14:cNvContentPartPr/>
                <p14:nvPr/>
              </p14:nvContentPartPr>
              <p14:xfrm>
                <a:off x="11169060" y="1821600"/>
                <a:ext cx="136800" cy="140760"/>
              </p14:xfrm>
            </p:contentPart>
          </mc:Choice>
          <mc:Fallback>
            <p:pic>
              <p:nvPicPr>
                <p:cNvPr id="153" name="Ink 152">
                  <a:extLst>
                    <a:ext uri="{FF2B5EF4-FFF2-40B4-BE49-F238E27FC236}">
                      <a16:creationId xmlns:a16="http://schemas.microsoft.com/office/drawing/2014/main" id="{12E3C043-A37C-3018-2733-4752A1B2D237}"/>
                    </a:ext>
                  </a:extLst>
                </p:cNvPr>
                <p:cNvPicPr/>
                <p:nvPr/>
              </p:nvPicPr>
              <p:blipFill>
                <a:blip r:embed="rId362"/>
                <a:stretch>
                  <a:fillRect/>
                </a:stretch>
              </p:blipFill>
              <p:spPr>
                <a:xfrm>
                  <a:off x="11160060" y="1812600"/>
                  <a:ext cx="154440" cy="158400"/>
                </a:xfrm>
                <a:prstGeom prst="rect">
                  <a:avLst/>
                </a:prstGeom>
              </p:spPr>
            </p:pic>
          </mc:Fallback>
        </mc:AlternateContent>
        <mc:AlternateContent xmlns:mc="http://schemas.openxmlformats.org/markup-compatibility/2006">
          <mc:Choice xmlns:p14="http://schemas.microsoft.com/office/powerpoint/2010/main" Requires="p14">
            <p:contentPart p14:bwMode="auto" r:id="rId363">
              <p14:nvContentPartPr>
                <p14:cNvPr id="154" name="Ink 153">
                  <a:extLst>
                    <a:ext uri="{FF2B5EF4-FFF2-40B4-BE49-F238E27FC236}">
                      <a16:creationId xmlns:a16="http://schemas.microsoft.com/office/drawing/2014/main" id="{6830185E-4AA3-FF9C-EE8C-AB450FF243DF}"/>
                    </a:ext>
                  </a:extLst>
                </p14:cNvPr>
                <p14:cNvContentPartPr/>
                <p14:nvPr/>
              </p14:nvContentPartPr>
              <p14:xfrm>
                <a:off x="11328180" y="1872000"/>
                <a:ext cx="39960" cy="96120"/>
              </p14:xfrm>
            </p:contentPart>
          </mc:Choice>
          <mc:Fallback>
            <p:pic>
              <p:nvPicPr>
                <p:cNvPr id="154" name="Ink 153">
                  <a:extLst>
                    <a:ext uri="{FF2B5EF4-FFF2-40B4-BE49-F238E27FC236}">
                      <a16:creationId xmlns:a16="http://schemas.microsoft.com/office/drawing/2014/main" id="{6830185E-4AA3-FF9C-EE8C-AB450FF243DF}"/>
                    </a:ext>
                  </a:extLst>
                </p:cNvPr>
                <p:cNvPicPr/>
                <p:nvPr/>
              </p:nvPicPr>
              <p:blipFill>
                <a:blip r:embed="rId364"/>
                <a:stretch>
                  <a:fillRect/>
                </a:stretch>
              </p:blipFill>
              <p:spPr>
                <a:xfrm>
                  <a:off x="11319180" y="1863000"/>
                  <a:ext cx="57600" cy="113760"/>
                </a:xfrm>
                <a:prstGeom prst="rect">
                  <a:avLst/>
                </a:prstGeom>
              </p:spPr>
            </p:pic>
          </mc:Fallback>
        </mc:AlternateContent>
        <mc:AlternateContent xmlns:mc="http://schemas.openxmlformats.org/markup-compatibility/2006">
          <mc:Choice xmlns:p14="http://schemas.microsoft.com/office/powerpoint/2010/main" Requires="p14">
            <p:contentPart p14:bwMode="auto" r:id="rId365">
              <p14:nvContentPartPr>
                <p14:cNvPr id="155" name="Ink 154">
                  <a:extLst>
                    <a:ext uri="{FF2B5EF4-FFF2-40B4-BE49-F238E27FC236}">
                      <a16:creationId xmlns:a16="http://schemas.microsoft.com/office/drawing/2014/main" id="{4232A5E0-B0D9-7DDA-887C-F4307F480535}"/>
                    </a:ext>
                  </a:extLst>
                </p14:cNvPr>
                <p14:cNvContentPartPr/>
                <p14:nvPr/>
              </p14:nvContentPartPr>
              <p14:xfrm>
                <a:off x="11328540" y="1823400"/>
                <a:ext cx="113040" cy="139320"/>
              </p14:xfrm>
            </p:contentPart>
          </mc:Choice>
          <mc:Fallback>
            <p:pic>
              <p:nvPicPr>
                <p:cNvPr id="155" name="Ink 154">
                  <a:extLst>
                    <a:ext uri="{FF2B5EF4-FFF2-40B4-BE49-F238E27FC236}">
                      <a16:creationId xmlns:a16="http://schemas.microsoft.com/office/drawing/2014/main" id="{4232A5E0-B0D9-7DDA-887C-F4307F480535}"/>
                    </a:ext>
                  </a:extLst>
                </p:cNvPr>
                <p:cNvPicPr/>
                <p:nvPr/>
              </p:nvPicPr>
              <p:blipFill>
                <a:blip r:embed="rId366"/>
                <a:stretch>
                  <a:fillRect/>
                </a:stretch>
              </p:blipFill>
              <p:spPr>
                <a:xfrm>
                  <a:off x="11319900" y="1814400"/>
                  <a:ext cx="13068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367">
              <p14:nvContentPartPr>
                <p14:cNvPr id="156" name="Ink 155">
                  <a:extLst>
                    <a:ext uri="{FF2B5EF4-FFF2-40B4-BE49-F238E27FC236}">
                      <a16:creationId xmlns:a16="http://schemas.microsoft.com/office/drawing/2014/main" id="{114534B2-073F-13B7-3EB2-AB7720ABF246}"/>
                    </a:ext>
                  </a:extLst>
                </p14:cNvPr>
                <p14:cNvContentPartPr/>
                <p14:nvPr/>
              </p14:nvContentPartPr>
              <p14:xfrm>
                <a:off x="11552100" y="1828440"/>
                <a:ext cx="95760" cy="115200"/>
              </p14:xfrm>
            </p:contentPart>
          </mc:Choice>
          <mc:Fallback>
            <p:pic>
              <p:nvPicPr>
                <p:cNvPr id="156" name="Ink 155">
                  <a:extLst>
                    <a:ext uri="{FF2B5EF4-FFF2-40B4-BE49-F238E27FC236}">
                      <a16:creationId xmlns:a16="http://schemas.microsoft.com/office/drawing/2014/main" id="{114534B2-073F-13B7-3EB2-AB7720ABF246}"/>
                    </a:ext>
                  </a:extLst>
                </p:cNvPr>
                <p:cNvPicPr/>
                <p:nvPr/>
              </p:nvPicPr>
              <p:blipFill>
                <a:blip r:embed="rId368"/>
                <a:stretch>
                  <a:fillRect/>
                </a:stretch>
              </p:blipFill>
              <p:spPr>
                <a:xfrm>
                  <a:off x="11543100" y="1819800"/>
                  <a:ext cx="113400" cy="132840"/>
                </a:xfrm>
                <a:prstGeom prst="rect">
                  <a:avLst/>
                </a:prstGeom>
              </p:spPr>
            </p:pic>
          </mc:Fallback>
        </mc:AlternateContent>
        <mc:AlternateContent xmlns:mc="http://schemas.openxmlformats.org/markup-compatibility/2006">
          <mc:Choice xmlns:p14="http://schemas.microsoft.com/office/powerpoint/2010/main" Requires="p14">
            <p:contentPart p14:bwMode="auto" r:id="rId369">
              <p14:nvContentPartPr>
                <p14:cNvPr id="157" name="Ink 156">
                  <a:extLst>
                    <a:ext uri="{FF2B5EF4-FFF2-40B4-BE49-F238E27FC236}">
                      <a16:creationId xmlns:a16="http://schemas.microsoft.com/office/drawing/2014/main" id="{ABC840F4-48BB-2072-566C-8CC312E2D661}"/>
                    </a:ext>
                  </a:extLst>
                </p14:cNvPr>
                <p14:cNvContentPartPr/>
                <p14:nvPr/>
              </p14:nvContentPartPr>
              <p14:xfrm>
                <a:off x="11649660" y="1802880"/>
                <a:ext cx="131760" cy="170280"/>
              </p14:xfrm>
            </p:contentPart>
          </mc:Choice>
          <mc:Fallback>
            <p:pic>
              <p:nvPicPr>
                <p:cNvPr id="157" name="Ink 156">
                  <a:extLst>
                    <a:ext uri="{FF2B5EF4-FFF2-40B4-BE49-F238E27FC236}">
                      <a16:creationId xmlns:a16="http://schemas.microsoft.com/office/drawing/2014/main" id="{ABC840F4-48BB-2072-566C-8CC312E2D661}"/>
                    </a:ext>
                  </a:extLst>
                </p:cNvPr>
                <p:cNvPicPr/>
                <p:nvPr/>
              </p:nvPicPr>
              <p:blipFill>
                <a:blip r:embed="rId370"/>
                <a:stretch>
                  <a:fillRect/>
                </a:stretch>
              </p:blipFill>
              <p:spPr>
                <a:xfrm>
                  <a:off x="11640660" y="1793880"/>
                  <a:ext cx="149400" cy="187920"/>
                </a:xfrm>
                <a:prstGeom prst="rect">
                  <a:avLst/>
                </a:prstGeom>
              </p:spPr>
            </p:pic>
          </mc:Fallback>
        </mc:AlternateContent>
        <mc:AlternateContent xmlns:mc="http://schemas.openxmlformats.org/markup-compatibility/2006">
          <mc:Choice xmlns:p14="http://schemas.microsoft.com/office/powerpoint/2010/main" Requires="p14">
            <p:contentPart p14:bwMode="auto" r:id="rId371">
              <p14:nvContentPartPr>
                <p14:cNvPr id="158" name="Ink 157">
                  <a:extLst>
                    <a:ext uri="{FF2B5EF4-FFF2-40B4-BE49-F238E27FC236}">
                      <a16:creationId xmlns:a16="http://schemas.microsoft.com/office/drawing/2014/main" id="{4B005466-7773-9C17-3965-6900B09ECB8A}"/>
                    </a:ext>
                  </a:extLst>
                </p14:cNvPr>
                <p14:cNvContentPartPr/>
                <p14:nvPr/>
              </p14:nvContentPartPr>
              <p14:xfrm>
                <a:off x="10996980" y="1657800"/>
                <a:ext cx="932760" cy="382320"/>
              </p14:xfrm>
            </p:contentPart>
          </mc:Choice>
          <mc:Fallback>
            <p:pic>
              <p:nvPicPr>
                <p:cNvPr id="158" name="Ink 157">
                  <a:extLst>
                    <a:ext uri="{FF2B5EF4-FFF2-40B4-BE49-F238E27FC236}">
                      <a16:creationId xmlns:a16="http://schemas.microsoft.com/office/drawing/2014/main" id="{4B005466-7773-9C17-3965-6900B09ECB8A}"/>
                    </a:ext>
                  </a:extLst>
                </p:cNvPr>
                <p:cNvPicPr/>
                <p:nvPr/>
              </p:nvPicPr>
              <p:blipFill>
                <a:blip r:embed="rId372"/>
                <a:stretch>
                  <a:fillRect/>
                </a:stretch>
              </p:blipFill>
              <p:spPr>
                <a:xfrm>
                  <a:off x="10988340" y="1648800"/>
                  <a:ext cx="950400" cy="399960"/>
                </a:xfrm>
                <a:prstGeom prst="rect">
                  <a:avLst/>
                </a:prstGeom>
              </p:spPr>
            </p:pic>
          </mc:Fallback>
        </mc:AlternateContent>
        <mc:AlternateContent xmlns:mc="http://schemas.openxmlformats.org/markup-compatibility/2006">
          <mc:Choice xmlns:p14="http://schemas.microsoft.com/office/powerpoint/2010/main" Requires="p14">
            <p:contentPart p14:bwMode="auto" r:id="rId373">
              <p14:nvContentPartPr>
                <p14:cNvPr id="159" name="Ink 158">
                  <a:extLst>
                    <a:ext uri="{FF2B5EF4-FFF2-40B4-BE49-F238E27FC236}">
                      <a16:creationId xmlns:a16="http://schemas.microsoft.com/office/drawing/2014/main" id="{6D82C2E9-CBF5-6CAA-709E-C5B6459D8BB3}"/>
                    </a:ext>
                  </a:extLst>
                </p14:cNvPr>
                <p14:cNvContentPartPr/>
                <p14:nvPr/>
              </p14:nvContentPartPr>
              <p14:xfrm>
                <a:off x="11351580" y="840240"/>
                <a:ext cx="667440" cy="855360"/>
              </p14:xfrm>
            </p:contentPart>
          </mc:Choice>
          <mc:Fallback>
            <p:pic>
              <p:nvPicPr>
                <p:cNvPr id="159" name="Ink 158">
                  <a:extLst>
                    <a:ext uri="{FF2B5EF4-FFF2-40B4-BE49-F238E27FC236}">
                      <a16:creationId xmlns:a16="http://schemas.microsoft.com/office/drawing/2014/main" id="{6D82C2E9-CBF5-6CAA-709E-C5B6459D8BB3}"/>
                    </a:ext>
                  </a:extLst>
                </p:cNvPr>
                <p:cNvPicPr/>
                <p:nvPr/>
              </p:nvPicPr>
              <p:blipFill>
                <a:blip r:embed="rId374"/>
                <a:stretch>
                  <a:fillRect/>
                </a:stretch>
              </p:blipFill>
              <p:spPr>
                <a:xfrm>
                  <a:off x="11342940" y="831240"/>
                  <a:ext cx="685080" cy="873000"/>
                </a:xfrm>
                <a:prstGeom prst="rect">
                  <a:avLst/>
                </a:prstGeom>
              </p:spPr>
            </p:pic>
          </mc:Fallback>
        </mc:AlternateContent>
        <mc:AlternateContent xmlns:mc="http://schemas.openxmlformats.org/markup-compatibility/2006">
          <mc:Choice xmlns:p14="http://schemas.microsoft.com/office/powerpoint/2010/main" Requires="p14">
            <p:contentPart p14:bwMode="auto" r:id="rId375">
              <p14:nvContentPartPr>
                <p14:cNvPr id="160" name="Ink 159">
                  <a:extLst>
                    <a:ext uri="{FF2B5EF4-FFF2-40B4-BE49-F238E27FC236}">
                      <a16:creationId xmlns:a16="http://schemas.microsoft.com/office/drawing/2014/main" id="{C90FB56B-3193-02C2-9E1C-8FB77253FD78}"/>
                    </a:ext>
                  </a:extLst>
                </p14:cNvPr>
                <p14:cNvContentPartPr/>
                <p14:nvPr/>
              </p14:nvContentPartPr>
              <p14:xfrm>
                <a:off x="11221260" y="660240"/>
                <a:ext cx="123480" cy="173160"/>
              </p14:xfrm>
            </p:contentPart>
          </mc:Choice>
          <mc:Fallback>
            <p:pic>
              <p:nvPicPr>
                <p:cNvPr id="160" name="Ink 159">
                  <a:extLst>
                    <a:ext uri="{FF2B5EF4-FFF2-40B4-BE49-F238E27FC236}">
                      <a16:creationId xmlns:a16="http://schemas.microsoft.com/office/drawing/2014/main" id="{C90FB56B-3193-02C2-9E1C-8FB77253FD78}"/>
                    </a:ext>
                  </a:extLst>
                </p:cNvPr>
                <p:cNvPicPr/>
                <p:nvPr/>
              </p:nvPicPr>
              <p:blipFill>
                <a:blip r:embed="rId376"/>
                <a:stretch>
                  <a:fillRect/>
                </a:stretch>
              </p:blipFill>
              <p:spPr>
                <a:xfrm>
                  <a:off x="11212620" y="651240"/>
                  <a:ext cx="141120" cy="190800"/>
                </a:xfrm>
                <a:prstGeom prst="rect">
                  <a:avLst/>
                </a:prstGeom>
              </p:spPr>
            </p:pic>
          </mc:Fallback>
        </mc:AlternateContent>
        <mc:AlternateContent xmlns:mc="http://schemas.openxmlformats.org/markup-compatibility/2006">
          <mc:Choice xmlns:p14="http://schemas.microsoft.com/office/powerpoint/2010/main" Requires="p14">
            <p:contentPart p14:bwMode="auto" r:id="rId377">
              <p14:nvContentPartPr>
                <p14:cNvPr id="161" name="Ink 160">
                  <a:extLst>
                    <a:ext uri="{FF2B5EF4-FFF2-40B4-BE49-F238E27FC236}">
                      <a16:creationId xmlns:a16="http://schemas.microsoft.com/office/drawing/2014/main" id="{FC00EDB3-ECDC-A8BA-44CB-2D8EC793ECFD}"/>
                    </a:ext>
                  </a:extLst>
                </p14:cNvPr>
                <p14:cNvContentPartPr/>
                <p14:nvPr/>
              </p14:nvContentPartPr>
              <p14:xfrm>
                <a:off x="10535460" y="628200"/>
                <a:ext cx="242280" cy="165240"/>
              </p14:xfrm>
            </p:contentPart>
          </mc:Choice>
          <mc:Fallback>
            <p:pic>
              <p:nvPicPr>
                <p:cNvPr id="161" name="Ink 160">
                  <a:extLst>
                    <a:ext uri="{FF2B5EF4-FFF2-40B4-BE49-F238E27FC236}">
                      <a16:creationId xmlns:a16="http://schemas.microsoft.com/office/drawing/2014/main" id="{FC00EDB3-ECDC-A8BA-44CB-2D8EC793ECFD}"/>
                    </a:ext>
                  </a:extLst>
                </p:cNvPr>
                <p:cNvPicPr/>
                <p:nvPr/>
              </p:nvPicPr>
              <p:blipFill>
                <a:blip r:embed="rId378"/>
                <a:stretch>
                  <a:fillRect/>
                </a:stretch>
              </p:blipFill>
              <p:spPr>
                <a:xfrm>
                  <a:off x="10526460" y="619560"/>
                  <a:ext cx="259920" cy="182880"/>
                </a:xfrm>
                <a:prstGeom prst="rect">
                  <a:avLst/>
                </a:prstGeom>
              </p:spPr>
            </p:pic>
          </mc:Fallback>
        </mc:AlternateContent>
        <mc:AlternateContent xmlns:mc="http://schemas.openxmlformats.org/markup-compatibility/2006">
          <mc:Choice xmlns:p14="http://schemas.microsoft.com/office/powerpoint/2010/main" Requires="p14">
            <p:contentPart p14:bwMode="auto" r:id="rId379">
              <p14:nvContentPartPr>
                <p14:cNvPr id="162" name="Ink 161">
                  <a:extLst>
                    <a:ext uri="{FF2B5EF4-FFF2-40B4-BE49-F238E27FC236}">
                      <a16:creationId xmlns:a16="http://schemas.microsoft.com/office/drawing/2014/main" id="{7FF53AC1-F6E5-A25C-156A-36F06F73912E}"/>
                    </a:ext>
                  </a:extLst>
                </p14:cNvPr>
                <p14:cNvContentPartPr/>
                <p14:nvPr/>
              </p14:nvContentPartPr>
              <p14:xfrm>
                <a:off x="10833180" y="582480"/>
                <a:ext cx="275400" cy="186480"/>
              </p14:xfrm>
            </p:contentPart>
          </mc:Choice>
          <mc:Fallback>
            <p:pic>
              <p:nvPicPr>
                <p:cNvPr id="162" name="Ink 161">
                  <a:extLst>
                    <a:ext uri="{FF2B5EF4-FFF2-40B4-BE49-F238E27FC236}">
                      <a16:creationId xmlns:a16="http://schemas.microsoft.com/office/drawing/2014/main" id="{7FF53AC1-F6E5-A25C-156A-36F06F73912E}"/>
                    </a:ext>
                  </a:extLst>
                </p:cNvPr>
                <p:cNvPicPr/>
                <p:nvPr/>
              </p:nvPicPr>
              <p:blipFill>
                <a:blip r:embed="rId380"/>
                <a:stretch>
                  <a:fillRect/>
                </a:stretch>
              </p:blipFill>
              <p:spPr>
                <a:xfrm>
                  <a:off x="10824180" y="573480"/>
                  <a:ext cx="293040" cy="204120"/>
                </a:xfrm>
                <a:prstGeom prst="rect">
                  <a:avLst/>
                </a:prstGeom>
              </p:spPr>
            </p:pic>
          </mc:Fallback>
        </mc:AlternateContent>
        <mc:AlternateContent xmlns:mc="http://schemas.openxmlformats.org/markup-compatibility/2006">
          <mc:Choice xmlns:p14="http://schemas.microsoft.com/office/powerpoint/2010/main" Requires="p14">
            <p:contentPart p14:bwMode="auto" r:id="rId381">
              <p14:nvContentPartPr>
                <p14:cNvPr id="163" name="Ink 162">
                  <a:extLst>
                    <a:ext uri="{FF2B5EF4-FFF2-40B4-BE49-F238E27FC236}">
                      <a16:creationId xmlns:a16="http://schemas.microsoft.com/office/drawing/2014/main" id="{E41E975B-0138-4026-C8EE-837172DE8E68}"/>
                    </a:ext>
                  </a:extLst>
                </p14:cNvPr>
                <p14:cNvContentPartPr/>
                <p14:nvPr/>
              </p14:nvContentPartPr>
              <p14:xfrm>
                <a:off x="10496220" y="482400"/>
                <a:ext cx="192960" cy="379080"/>
              </p14:xfrm>
            </p:contentPart>
          </mc:Choice>
          <mc:Fallback>
            <p:pic>
              <p:nvPicPr>
                <p:cNvPr id="163" name="Ink 162">
                  <a:extLst>
                    <a:ext uri="{FF2B5EF4-FFF2-40B4-BE49-F238E27FC236}">
                      <a16:creationId xmlns:a16="http://schemas.microsoft.com/office/drawing/2014/main" id="{E41E975B-0138-4026-C8EE-837172DE8E68}"/>
                    </a:ext>
                  </a:extLst>
                </p:cNvPr>
                <p:cNvPicPr/>
                <p:nvPr/>
              </p:nvPicPr>
              <p:blipFill>
                <a:blip r:embed="rId382"/>
                <a:stretch>
                  <a:fillRect/>
                </a:stretch>
              </p:blipFill>
              <p:spPr>
                <a:xfrm>
                  <a:off x="10487220" y="473400"/>
                  <a:ext cx="210600" cy="396720"/>
                </a:xfrm>
                <a:prstGeom prst="rect">
                  <a:avLst/>
                </a:prstGeom>
              </p:spPr>
            </p:pic>
          </mc:Fallback>
        </mc:AlternateContent>
        <mc:AlternateContent xmlns:mc="http://schemas.openxmlformats.org/markup-compatibility/2006">
          <mc:Choice xmlns:p14="http://schemas.microsoft.com/office/powerpoint/2010/main" Requires="p14">
            <p:contentPart p14:bwMode="auto" r:id="rId383">
              <p14:nvContentPartPr>
                <p14:cNvPr id="164" name="Ink 163">
                  <a:extLst>
                    <a:ext uri="{FF2B5EF4-FFF2-40B4-BE49-F238E27FC236}">
                      <a16:creationId xmlns:a16="http://schemas.microsoft.com/office/drawing/2014/main" id="{F99F4BD7-74E0-68C9-AD71-29125BB9540D}"/>
                    </a:ext>
                  </a:extLst>
                </p14:cNvPr>
                <p14:cNvContentPartPr/>
                <p14:nvPr/>
              </p14:nvContentPartPr>
              <p14:xfrm>
                <a:off x="11093460" y="574560"/>
                <a:ext cx="97200" cy="290160"/>
              </p14:xfrm>
            </p:contentPart>
          </mc:Choice>
          <mc:Fallback>
            <p:pic>
              <p:nvPicPr>
                <p:cNvPr id="164" name="Ink 163">
                  <a:extLst>
                    <a:ext uri="{FF2B5EF4-FFF2-40B4-BE49-F238E27FC236}">
                      <a16:creationId xmlns:a16="http://schemas.microsoft.com/office/drawing/2014/main" id="{F99F4BD7-74E0-68C9-AD71-29125BB9540D}"/>
                    </a:ext>
                  </a:extLst>
                </p:cNvPr>
                <p:cNvPicPr/>
                <p:nvPr/>
              </p:nvPicPr>
              <p:blipFill>
                <a:blip r:embed="rId384"/>
                <a:stretch>
                  <a:fillRect/>
                </a:stretch>
              </p:blipFill>
              <p:spPr>
                <a:xfrm>
                  <a:off x="11084460" y="565920"/>
                  <a:ext cx="114840" cy="307800"/>
                </a:xfrm>
                <a:prstGeom prst="rect">
                  <a:avLst/>
                </a:prstGeom>
              </p:spPr>
            </p:pic>
          </mc:Fallback>
        </mc:AlternateContent>
        <mc:AlternateContent xmlns:mc="http://schemas.openxmlformats.org/markup-compatibility/2006">
          <mc:Choice xmlns:p14="http://schemas.microsoft.com/office/powerpoint/2010/main" Requires="p14">
            <p:contentPart p14:bwMode="auto" r:id="rId385">
              <p14:nvContentPartPr>
                <p14:cNvPr id="166" name="Ink 165">
                  <a:extLst>
                    <a:ext uri="{FF2B5EF4-FFF2-40B4-BE49-F238E27FC236}">
                      <a16:creationId xmlns:a16="http://schemas.microsoft.com/office/drawing/2014/main" id="{1A8E3F0F-80FF-6A5F-33BB-55BA8E8977BF}"/>
                    </a:ext>
                  </a:extLst>
                </p14:cNvPr>
                <p14:cNvContentPartPr/>
                <p14:nvPr/>
              </p14:nvContentPartPr>
              <p14:xfrm>
                <a:off x="10006980" y="272880"/>
                <a:ext cx="448920" cy="351720"/>
              </p14:xfrm>
            </p:contentPart>
          </mc:Choice>
          <mc:Fallback>
            <p:pic>
              <p:nvPicPr>
                <p:cNvPr id="166" name="Ink 165">
                  <a:extLst>
                    <a:ext uri="{FF2B5EF4-FFF2-40B4-BE49-F238E27FC236}">
                      <a16:creationId xmlns:a16="http://schemas.microsoft.com/office/drawing/2014/main" id="{1A8E3F0F-80FF-6A5F-33BB-55BA8E8977BF}"/>
                    </a:ext>
                  </a:extLst>
                </p:cNvPr>
                <p:cNvPicPr/>
                <p:nvPr/>
              </p:nvPicPr>
              <p:blipFill>
                <a:blip r:embed="rId386"/>
                <a:stretch>
                  <a:fillRect/>
                </a:stretch>
              </p:blipFill>
              <p:spPr>
                <a:xfrm>
                  <a:off x="9997980" y="264240"/>
                  <a:ext cx="466560" cy="369360"/>
                </a:xfrm>
                <a:prstGeom prst="rect">
                  <a:avLst/>
                </a:prstGeom>
              </p:spPr>
            </p:pic>
          </mc:Fallback>
        </mc:AlternateContent>
        <mc:AlternateContent xmlns:mc="http://schemas.openxmlformats.org/markup-compatibility/2006">
          <mc:Choice xmlns:p14="http://schemas.microsoft.com/office/powerpoint/2010/main" Requires="p14">
            <p:contentPart p14:bwMode="auto" r:id="rId387">
              <p14:nvContentPartPr>
                <p14:cNvPr id="167" name="Ink 166">
                  <a:extLst>
                    <a:ext uri="{FF2B5EF4-FFF2-40B4-BE49-F238E27FC236}">
                      <a16:creationId xmlns:a16="http://schemas.microsoft.com/office/drawing/2014/main" id="{76A41840-CBA6-7AAA-0FFF-95BA6BC3465E}"/>
                    </a:ext>
                  </a:extLst>
                </p14:cNvPr>
                <p14:cNvContentPartPr/>
                <p14:nvPr/>
              </p14:nvContentPartPr>
              <p14:xfrm>
                <a:off x="10363020" y="514440"/>
                <a:ext cx="36720" cy="158040"/>
              </p14:xfrm>
            </p:contentPart>
          </mc:Choice>
          <mc:Fallback>
            <p:pic>
              <p:nvPicPr>
                <p:cNvPr id="167" name="Ink 166">
                  <a:extLst>
                    <a:ext uri="{FF2B5EF4-FFF2-40B4-BE49-F238E27FC236}">
                      <a16:creationId xmlns:a16="http://schemas.microsoft.com/office/drawing/2014/main" id="{76A41840-CBA6-7AAA-0FFF-95BA6BC3465E}"/>
                    </a:ext>
                  </a:extLst>
                </p:cNvPr>
                <p:cNvPicPr/>
                <p:nvPr/>
              </p:nvPicPr>
              <p:blipFill>
                <a:blip r:embed="rId388"/>
                <a:stretch>
                  <a:fillRect/>
                </a:stretch>
              </p:blipFill>
              <p:spPr>
                <a:xfrm>
                  <a:off x="10354020" y="505440"/>
                  <a:ext cx="54360" cy="175680"/>
                </a:xfrm>
                <a:prstGeom prst="rect">
                  <a:avLst/>
                </a:prstGeom>
              </p:spPr>
            </p:pic>
          </mc:Fallback>
        </mc:AlternateContent>
        <mc:AlternateContent xmlns:mc="http://schemas.openxmlformats.org/markup-compatibility/2006">
          <mc:Choice xmlns:p14="http://schemas.microsoft.com/office/powerpoint/2010/main" Requires="p14">
            <p:contentPart p14:bwMode="auto" r:id="rId389">
              <p14:nvContentPartPr>
                <p14:cNvPr id="168" name="Ink 167">
                  <a:extLst>
                    <a:ext uri="{FF2B5EF4-FFF2-40B4-BE49-F238E27FC236}">
                      <a16:creationId xmlns:a16="http://schemas.microsoft.com/office/drawing/2014/main" id="{7347F69E-C4C0-BC25-8C61-18F338B2EBB9}"/>
                    </a:ext>
                  </a:extLst>
                </p14:cNvPr>
                <p14:cNvContentPartPr/>
                <p14:nvPr/>
              </p14:nvContentPartPr>
              <p14:xfrm>
                <a:off x="9835980" y="780120"/>
                <a:ext cx="491040" cy="40320"/>
              </p14:xfrm>
            </p:contentPart>
          </mc:Choice>
          <mc:Fallback>
            <p:pic>
              <p:nvPicPr>
                <p:cNvPr id="168" name="Ink 167">
                  <a:extLst>
                    <a:ext uri="{FF2B5EF4-FFF2-40B4-BE49-F238E27FC236}">
                      <a16:creationId xmlns:a16="http://schemas.microsoft.com/office/drawing/2014/main" id="{7347F69E-C4C0-BC25-8C61-18F338B2EBB9}"/>
                    </a:ext>
                  </a:extLst>
                </p:cNvPr>
                <p:cNvPicPr/>
                <p:nvPr/>
              </p:nvPicPr>
              <p:blipFill>
                <a:blip r:embed="rId390"/>
                <a:stretch>
                  <a:fillRect/>
                </a:stretch>
              </p:blipFill>
              <p:spPr>
                <a:xfrm>
                  <a:off x="9826980" y="771480"/>
                  <a:ext cx="508680" cy="57960"/>
                </a:xfrm>
                <a:prstGeom prst="rect">
                  <a:avLst/>
                </a:prstGeom>
              </p:spPr>
            </p:pic>
          </mc:Fallback>
        </mc:AlternateContent>
        <mc:AlternateContent xmlns:mc="http://schemas.openxmlformats.org/markup-compatibility/2006">
          <mc:Choice xmlns:p14="http://schemas.microsoft.com/office/powerpoint/2010/main" Requires="p14">
            <p:contentPart p14:bwMode="auto" r:id="rId391">
              <p14:nvContentPartPr>
                <p14:cNvPr id="169" name="Ink 168">
                  <a:extLst>
                    <a:ext uri="{FF2B5EF4-FFF2-40B4-BE49-F238E27FC236}">
                      <a16:creationId xmlns:a16="http://schemas.microsoft.com/office/drawing/2014/main" id="{6AA65327-52BE-80A3-0A72-22454DD13E70}"/>
                    </a:ext>
                  </a:extLst>
                </p14:cNvPr>
                <p14:cNvContentPartPr/>
                <p14:nvPr/>
              </p14:nvContentPartPr>
              <p14:xfrm>
                <a:off x="10213620" y="707400"/>
                <a:ext cx="175320" cy="136800"/>
              </p14:xfrm>
            </p:contentPart>
          </mc:Choice>
          <mc:Fallback>
            <p:pic>
              <p:nvPicPr>
                <p:cNvPr id="169" name="Ink 168">
                  <a:extLst>
                    <a:ext uri="{FF2B5EF4-FFF2-40B4-BE49-F238E27FC236}">
                      <a16:creationId xmlns:a16="http://schemas.microsoft.com/office/drawing/2014/main" id="{6AA65327-52BE-80A3-0A72-22454DD13E70}"/>
                    </a:ext>
                  </a:extLst>
                </p:cNvPr>
                <p:cNvPicPr/>
                <p:nvPr/>
              </p:nvPicPr>
              <p:blipFill>
                <a:blip r:embed="rId392"/>
                <a:stretch>
                  <a:fillRect/>
                </a:stretch>
              </p:blipFill>
              <p:spPr>
                <a:xfrm>
                  <a:off x="10204980" y="698760"/>
                  <a:ext cx="19296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393">
              <p14:nvContentPartPr>
                <p14:cNvPr id="170" name="Ink 169">
                  <a:extLst>
                    <a:ext uri="{FF2B5EF4-FFF2-40B4-BE49-F238E27FC236}">
                      <a16:creationId xmlns:a16="http://schemas.microsoft.com/office/drawing/2014/main" id="{E82450C0-0BD9-EF01-28A1-9D290EC15E42}"/>
                    </a:ext>
                  </a:extLst>
                </p14:cNvPr>
                <p14:cNvContentPartPr/>
                <p14:nvPr/>
              </p14:nvContentPartPr>
              <p14:xfrm>
                <a:off x="9880620" y="924840"/>
                <a:ext cx="588240" cy="257400"/>
              </p14:xfrm>
            </p:contentPart>
          </mc:Choice>
          <mc:Fallback>
            <p:pic>
              <p:nvPicPr>
                <p:cNvPr id="170" name="Ink 169">
                  <a:extLst>
                    <a:ext uri="{FF2B5EF4-FFF2-40B4-BE49-F238E27FC236}">
                      <a16:creationId xmlns:a16="http://schemas.microsoft.com/office/drawing/2014/main" id="{E82450C0-0BD9-EF01-28A1-9D290EC15E42}"/>
                    </a:ext>
                  </a:extLst>
                </p:cNvPr>
                <p:cNvPicPr/>
                <p:nvPr/>
              </p:nvPicPr>
              <p:blipFill>
                <a:blip r:embed="rId394"/>
                <a:stretch>
                  <a:fillRect/>
                </a:stretch>
              </p:blipFill>
              <p:spPr>
                <a:xfrm>
                  <a:off x="9871620" y="916200"/>
                  <a:ext cx="605880" cy="275040"/>
                </a:xfrm>
                <a:prstGeom prst="rect">
                  <a:avLst/>
                </a:prstGeom>
              </p:spPr>
            </p:pic>
          </mc:Fallback>
        </mc:AlternateContent>
        <mc:AlternateContent xmlns:mc="http://schemas.openxmlformats.org/markup-compatibility/2006">
          <mc:Choice xmlns:p14="http://schemas.microsoft.com/office/powerpoint/2010/main" Requires="p14">
            <p:contentPart p14:bwMode="auto" r:id="rId395">
              <p14:nvContentPartPr>
                <p14:cNvPr id="171" name="Ink 170">
                  <a:extLst>
                    <a:ext uri="{FF2B5EF4-FFF2-40B4-BE49-F238E27FC236}">
                      <a16:creationId xmlns:a16="http://schemas.microsoft.com/office/drawing/2014/main" id="{59EA1C5F-E24C-D1A0-4E28-F39AA7DFBC7F}"/>
                    </a:ext>
                  </a:extLst>
                </p14:cNvPr>
                <p14:cNvContentPartPr/>
                <p14:nvPr/>
              </p14:nvContentPartPr>
              <p14:xfrm>
                <a:off x="10349340" y="901440"/>
                <a:ext cx="121320" cy="113760"/>
              </p14:xfrm>
            </p:contentPart>
          </mc:Choice>
          <mc:Fallback>
            <p:pic>
              <p:nvPicPr>
                <p:cNvPr id="171" name="Ink 170">
                  <a:extLst>
                    <a:ext uri="{FF2B5EF4-FFF2-40B4-BE49-F238E27FC236}">
                      <a16:creationId xmlns:a16="http://schemas.microsoft.com/office/drawing/2014/main" id="{59EA1C5F-E24C-D1A0-4E28-F39AA7DFBC7F}"/>
                    </a:ext>
                  </a:extLst>
                </p:cNvPr>
                <p:cNvPicPr/>
                <p:nvPr/>
              </p:nvPicPr>
              <p:blipFill>
                <a:blip r:embed="rId396"/>
                <a:stretch>
                  <a:fillRect/>
                </a:stretch>
              </p:blipFill>
              <p:spPr>
                <a:xfrm>
                  <a:off x="10340340" y="892440"/>
                  <a:ext cx="138960" cy="131400"/>
                </a:xfrm>
                <a:prstGeom prst="rect">
                  <a:avLst/>
                </a:prstGeom>
              </p:spPr>
            </p:pic>
          </mc:Fallback>
        </mc:AlternateContent>
        <mc:AlternateContent xmlns:mc="http://schemas.openxmlformats.org/markup-compatibility/2006">
          <mc:Choice xmlns:p14="http://schemas.microsoft.com/office/powerpoint/2010/main" Requires="p14">
            <p:contentPart p14:bwMode="auto" r:id="rId397">
              <p14:nvContentPartPr>
                <p14:cNvPr id="173" name="Ink 172">
                  <a:extLst>
                    <a:ext uri="{FF2B5EF4-FFF2-40B4-BE49-F238E27FC236}">
                      <a16:creationId xmlns:a16="http://schemas.microsoft.com/office/drawing/2014/main" id="{D7CD9071-5DE6-3BFB-8BF3-0814E10E6F69}"/>
                    </a:ext>
                  </a:extLst>
                </p14:cNvPr>
                <p14:cNvContentPartPr/>
                <p14:nvPr/>
              </p14:nvContentPartPr>
              <p14:xfrm>
                <a:off x="10572180" y="115200"/>
                <a:ext cx="81720" cy="330840"/>
              </p14:xfrm>
            </p:contentPart>
          </mc:Choice>
          <mc:Fallback>
            <p:pic>
              <p:nvPicPr>
                <p:cNvPr id="173" name="Ink 172">
                  <a:extLst>
                    <a:ext uri="{FF2B5EF4-FFF2-40B4-BE49-F238E27FC236}">
                      <a16:creationId xmlns:a16="http://schemas.microsoft.com/office/drawing/2014/main" id="{D7CD9071-5DE6-3BFB-8BF3-0814E10E6F69}"/>
                    </a:ext>
                  </a:extLst>
                </p:cNvPr>
                <p:cNvPicPr/>
                <p:nvPr/>
              </p:nvPicPr>
              <p:blipFill>
                <a:blip r:embed="rId398"/>
                <a:stretch>
                  <a:fillRect/>
                </a:stretch>
              </p:blipFill>
              <p:spPr>
                <a:xfrm>
                  <a:off x="10563540" y="106560"/>
                  <a:ext cx="99360" cy="348480"/>
                </a:xfrm>
                <a:prstGeom prst="rect">
                  <a:avLst/>
                </a:prstGeom>
              </p:spPr>
            </p:pic>
          </mc:Fallback>
        </mc:AlternateContent>
        <mc:AlternateContent xmlns:mc="http://schemas.openxmlformats.org/markup-compatibility/2006">
          <mc:Choice xmlns:p14="http://schemas.microsoft.com/office/powerpoint/2010/main" Requires="p14">
            <p:contentPart p14:bwMode="auto" r:id="rId399">
              <p14:nvContentPartPr>
                <p14:cNvPr id="174" name="Ink 173">
                  <a:extLst>
                    <a:ext uri="{FF2B5EF4-FFF2-40B4-BE49-F238E27FC236}">
                      <a16:creationId xmlns:a16="http://schemas.microsoft.com/office/drawing/2014/main" id="{5CBAB684-78F8-C8BF-EFED-0C0E15555A32}"/>
                    </a:ext>
                  </a:extLst>
                </p14:cNvPr>
                <p14:cNvContentPartPr/>
                <p14:nvPr/>
              </p14:nvContentPartPr>
              <p14:xfrm>
                <a:off x="10573980" y="431280"/>
                <a:ext cx="131400" cy="32040"/>
              </p14:xfrm>
            </p:contentPart>
          </mc:Choice>
          <mc:Fallback>
            <p:pic>
              <p:nvPicPr>
                <p:cNvPr id="174" name="Ink 173">
                  <a:extLst>
                    <a:ext uri="{FF2B5EF4-FFF2-40B4-BE49-F238E27FC236}">
                      <a16:creationId xmlns:a16="http://schemas.microsoft.com/office/drawing/2014/main" id="{5CBAB684-78F8-C8BF-EFED-0C0E15555A32}"/>
                    </a:ext>
                  </a:extLst>
                </p:cNvPr>
                <p:cNvPicPr/>
                <p:nvPr/>
              </p:nvPicPr>
              <p:blipFill>
                <a:blip r:embed="rId400"/>
                <a:stretch>
                  <a:fillRect/>
                </a:stretch>
              </p:blipFill>
              <p:spPr>
                <a:xfrm>
                  <a:off x="10564980" y="422640"/>
                  <a:ext cx="149040" cy="49680"/>
                </a:xfrm>
                <a:prstGeom prst="rect">
                  <a:avLst/>
                </a:prstGeom>
              </p:spPr>
            </p:pic>
          </mc:Fallback>
        </mc:AlternateContent>
        <mc:AlternateContent xmlns:mc="http://schemas.openxmlformats.org/markup-compatibility/2006">
          <mc:Choice xmlns:p14="http://schemas.microsoft.com/office/powerpoint/2010/main" Requires="p14">
            <p:contentPart p14:bwMode="auto" r:id="rId401">
              <p14:nvContentPartPr>
                <p14:cNvPr id="175" name="Ink 174">
                  <a:extLst>
                    <a:ext uri="{FF2B5EF4-FFF2-40B4-BE49-F238E27FC236}">
                      <a16:creationId xmlns:a16="http://schemas.microsoft.com/office/drawing/2014/main" id="{A52FD4C2-ADD7-3C66-E9AB-F49B474E864F}"/>
                    </a:ext>
                  </a:extLst>
                </p14:cNvPr>
                <p14:cNvContentPartPr/>
                <p14:nvPr/>
              </p14:nvContentPartPr>
              <p14:xfrm>
                <a:off x="10918860" y="106920"/>
                <a:ext cx="102960" cy="293760"/>
              </p14:xfrm>
            </p:contentPart>
          </mc:Choice>
          <mc:Fallback>
            <p:pic>
              <p:nvPicPr>
                <p:cNvPr id="175" name="Ink 174">
                  <a:extLst>
                    <a:ext uri="{FF2B5EF4-FFF2-40B4-BE49-F238E27FC236}">
                      <a16:creationId xmlns:a16="http://schemas.microsoft.com/office/drawing/2014/main" id="{A52FD4C2-ADD7-3C66-E9AB-F49B474E864F}"/>
                    </a:ext>
                  </a:extLst>
                </p:cNvPr>
                <p:cNvPicPr/>
                <p:nvPr/>
              </p:nvPicPr>
              <p:blipFill>
                <a:blip r:embed="rId402"/>
                <a:stretch>
                  <a:fillRect/>
                </a:stretch>
              </p:blipFill>
              <p:spPr>
                <a:xfrm>
                  <a:off x="10910220" y="98280"/>
                  <a:ext cx="120600" cy="311400"/>
                </a:xfrm>
                <a:prstGeom prst="rect">
                  <a:avLst/>
                </a:prstGeom>
              </p:spPr>
            </p:pic>
          </mc:Fallback>
        </mc:AlternateContent>
        <mc:AlternateContent xmlns:mc="http://schemas.openxmlformats.org/markup-compatibility/2006">
          <mc:Choice xmlns:p14="http://schemas.microsoft.com/office/powerpoint/2010/main" Requires="p14">
            <p:contentPart p14:bwMode="auto" r:id="rId403">
              <p14:nvContentPartPr>
                <p14:cNvPr id="176" name="Ink 175">
                  <a:extLst>
                    <a:ext uri="{FF2B5EF4-FFF2-40B4-BE49-F238E27FC236}">
                      <a16:creationId xmlns:a16="http://schemas.microsoft.com/office/drawing/2014/main" id="{A46C3431-B375-02F7-019C-065FACEF7E70}"/>
                    </a:ext>
                  </a:extLst>
                </p14:cNvPr>
                <p14:cNvContentPartPr/>
                <p14:nvPr/>
              </p14:nvContentPartPr>
              <p14:xfrm>
                <a:off x="10885380" y="375480"/>
                <a:ext cx="105840" cy="84600"/>
              </p14:xfrm>
            </p:contentPart>
          </mc:Choice>
          <mc:Fallback>
            <p:pic>
              <p:nvPicPr>
                <p:cNvPr id="176" name="Ink 175">
                  <a:extLst>
                    <a:ext uri="{FF2B5EF4-FFF2-40B4-BE49-F238E27FC236}">
                      <a16:creationId xmlns:a16="http://schemas.microsoft.com/office/drawing/2014/main" id="{A46C3431-B375-02F7-019C-065FACEF7E70}"/>
                    </a:ext>
                  </a:extLst>
                </p:cNvPr>
                <p:cNvPicPr/>
                <p:nvPr/>
              </p:nvPicPr>
              <p:blipFill>
                <a:blip r:embed="rId404"/>
                <a:stretch>
                  <a:fillRect/>
                </a:stretch>
              </p:blipFill>
              <p:spPr>
                <a:xfrm>
                  <a:off x="10876380" y="366480"/>
                  <a:ext cx="123480" cy="102240"/>
                </a:xfrm>
                <a:prstGeom prst="rect">
                  <a:avLst/>
                </a:prstGeom>
              </p:spPr>
            </p:pic>
          </mc:Fallback>
        </mc:AlternateContent>
        <mc:AlternateContent xmlns:mc="http://schemas.openxmlformats.org/markup-compatibility/2006">
          <mc:Choice xmlns:p14="http://schemas.microsoft.com/office/powerpoint/2010/main" Requires="p14">
            <p:contentPart p14:bwMode="auto" r:id="rId405">
              <p14:nvContentPartPr>
                <p14:cNvPr id="177" name="Ink 176">
                  <a:extLst>
                    <a:ext uri="{FF2B5EF4-FFF2-40B4-BE49-F238E27FC236}">
                      <a16:creationId xmlns:a16="http://schemas.microsoft.com/office/drawing/2014/main" id="{4185C0E1-BB00-662B-B6D4-81FD9E797818}"/>
                    </a:ext>
                  </a:extLst>
                </p14:cNvPr>
                <p14:cNvContentPartPr/>
                <p14:nvPr/>
              </p14:nvContentPartPr>
              <p14:xfrm>
                <a:off x="11242500" y="157320"/>
                <a:ext cx="254160" cy="280080"/>
              </p14:xfrm>
            </p:contentPart>
          </mc:Choice>
          <mc:Fallback>
            <p:pic>
              <p:nvPicPr>
                <p:cNvPr id="177" name="Ink 176">
                  <a:extLst>
                    <a:ext uri="{FF2B5EF4-FFF2-40B4-BE49-F238E27FC236}">
                      <a16:creationId xmlns:a16="http://schemas.microsoft.com/office/drawing/2014/main" id="{4185C0E1-BB00-662B-B6D4-81FD9E797818}"/>
                    </a:ext>
                  </a:extLst>
                </p:cNvPr>
                <p:cNvPicPr/>
                <p:nvPr/>
              </p:nvPicPr>
              <p:blipFill>
                <a:blip r:embed="rId406"/>
                <a:stretch>
                  <a:fillRect/>
                </a:stretch>
              </p:blipFill>
              <p:spPr>
                <a:xfrm>
                  <a:off x="11233500" y="148680"/>
                  <a:ext cx="271800" cy="297720"/>
                </a:xfrm>
                <a:prstGeom prst="rect">
                  <a:avLst/>
                </a:prstGeom>
              </p:spPr>
            </p:pic>
          </mc:Fallback>
        </mc:AlternateContent>
        <mc:AlternateContent xmlns:mc="http://schemas.openxmlformats.org/markup-compatibility/2006">
          <mc:Choice xmlns:p14="http://schemas.microsoft.com/office/powerpoint/2010/main" Requires="p14">
            <p:contentPart p14:bwMode="auto" r:id="rId407">
              <p14:nvContentPartPr>
                <p14:cNvPr id="178" name="Ink 177">
                  <a:extLst>
                    <a:ext uri="{FF2B5EF4-FFF2-40B4-BE49-F238E27FC236}">
                      <a16:creationId xmlns:a16="http://schemas.microsoft.com/office/drawing/2014/main" id="{E0C97EF0-657C-CD54-4FE5-3449E637C553}"/>
                    </a:ext>
                  </a:extLst>
                </p14:cNvPr>
                <p14:cNvContentPartPr/>
                <p14:nvPr/>
              </p14:nvContentPartPr>
              <p14:xfrm>
                <a:off x="11188140" y="393840"/>
                <a:ext cx="105480" cy="140760"/>
              </p14:xfrm>
            </p:contentPart>
          </mc:Choice>
          <mc:Fallback>
            <p:pic>
              <p:nvPicPr>
                <p:cNvPr id="178" name="Ink 177">
                  <a:extLst>
                    <a:ext uri="{FF2B5EF4-FFF2-40B4-BE49-F238E27FC236}">
                      <a16:creationId xmlns:a16="http://schemas.microsoft.com/office/drawing/2014/main" id="{E0C97EF0-657C-CD54-4FE5-3449E637C553}"/>
                    </a:ext>
                  </a:extLst>
                </p:cNvPr>
                <p:cNvPicPr/>
                <p:nvPr/>
              </p:nvPicPr>
              <p:blipFill>
                <a:blip r:embed="rId408"/>
                <a:stretch>
                  <a:fillRect/>
                </a:stretch>
              </p:blipFill>
              <p:spPr>
                <a:xfrm>
                  <a:off x="11179500" y="384840"/>
                  <a:ext cx="123120" cy="158400"/>
                </a:xfrm>
                <a:prstGeom prst="rect">
                  <a:avLst/>
                </a:prstGeom>
              </p:spPr>
            </p:pic>
          </mc:Fallback>
        </mc:AlternateContent>
        <mc:AlternateContent xmlns:mc="http://schemas.openxmlformats.org/markup-compatibility/2006">
          <mc:Choice xmlns:p14="http://schemas.microsoft.com/office/powerpoint/2010/main" Requires="p14">
            <p:contentPart p14:bwMode="auto" r:id="rId409">
              <p14:nvContentPartPr>
                <p14:cNvPr id="179" name="Ink 178">
                  <a:extLst>
                    <a:ext uri="{FF2B5EF4-FFF2-40B4-BE49-F238E27FC236}">
                      <a16:creationId xmlns:a16="http://schemas.microsoft.com/office/drawing/2014/main" id="{9B3073F6-5EDC-9E72-C485-26F5355CDA60}"/>
                    </a:ext>
                  </a:extLst>
                </p14:cNvPr>
                <p14:cNvContentPartPr/>
                <p14:nvPr/>
              </p14:nvContentPartPr>
              <p14:xfrm>
                <a:off x="10795020" y="1006560"/>
                <a:ext cx="25200" cy="289440"/>
              </p14:xfrm>
            </p:contentPart>
          </mc:Choice>
          <mc:Fallback>
            <p:pic>
              <p:nvPicPr>
                <p:cNvPr id="179" name="Ink 178">
                  <a:extLst>
                    <a:ext uri="{FF2B5EF4-FFF2-40B4-BE49-F238E27FC236}">
                      <a16:creationId xmlns:a16="http://schemas.microsoft.com/office/drawing/2014/main" id="{9B3073F6-5EDC-9E72-C485-26F5355CDA60}"/>
                    </a:ext>
                  </a:extLst>
                </p:cNvPr>
                <p:cNvPicPr/>
                <p:nvPr/>
              </p:nvPicPr>
              <p:blipFill>
                <a:blip r:embed="rId410"/>
                <a:stretch>
                  <a:fillRect/>
                </a:stretch>
              </p:blipFill>
              <p:spPr>
                <a:xfrm>
                  <a:off x="10786020" y="997560"/>
                  <a:ext cx="42840" cy="307080"/>
                </a:xfrm>
                <a:prstGeom prst="rect">
                  <a:avLst/>
                </a:prstGeom>
              </p:spPr>
            </p:pic>
          </mc:Fallback>
        </mc:AlternateContent>
        <mc:AlternateContent xmlns:mc="http://schemas.openxmlformats.org/markup-compatibility/2006">
          <mc:Choice xmlns:p14="http://schemas.microsoft.com/office/powerpoint/2010/main" Requires="p14">
            <p:contentPart p14:bwMode="auto" r:id="rId411">
              <p14:nvContentPartPr>
                <p14:cNvPr id="180" name="Ink 179">
                  <a:extLst>
                    <a:ext uri="{FF2B5EF4-FFF2-40B4-BE49-F238E27FC236}">
                      <a16:creationId xmlns:a16="http://schemas.microsoft.com/office/drawing/2014/main" id="{44552DC8-AA25-DAE4-194D-60CCC3386670}"/>
                    </a:ext>
                  </a:extLst>
                </p14:cNvPr>
                <p14:cNvContentPartPr/>
                <p14:nvPr/>
              </p14:nvContentPartPr>
              <p14:xfrm>
                <a:off x="10734540" y="1017720"/>
                <a:ext cx="123480" cy="46800"/>
              </p14:xfrm>
            </p:contentPart>
          </mc:Choice>
          <mc:Fallback>
            <p:pic>
              <p:nvPicPr>
                <p:cNvPr id="180" name="Ink 179">
                  <a:extLst>
                    <a:ext uri="{FF2B5EF4-FFF2-40B4-BE49-F238E27FC236}">
                      <a16:creationId xmlns:a16="http://schemas.microsoft.com/office/drawing/2014/main" id="{44552DC8-AA25-DAE4-194D-60CCC3386670}"/>
                    </a:ext>
                  </a:extLst>
                </p:cNvPr>
                <p:cNvPicPr/>
                <p:nvPr/>
              </p:nvPicPr>
              <p:blipFill>
                <a:blip r:embed="rId412"/>
                <a:stretch>
                  <a:fillRect/>
                </a:stretch>
              </p:blipFill>
              <p:spPr>
                <a:xfrm>
                  <a:off x="10725540" y="1008720"/>
                  <a:ext cx="141120" cy="64440"/>
                </a:xfrm>
                <a:prstGeom prst="rect">
                  <a:avLst/>
                </a:prstGeom>
              </p:spPr>
            </p:pic>
          </mc:Fallback>
        </mc:AlternateContent>
        <mc:AlternateContent xmlns:mc="http://schemas.openxmlformats.org/markup-compatibility/2006">
          <mc:Choice xmlns:p14="http://schemas.microsoft.com/office/powerpoint/2010/main" Requires="p14">
            <p:contentPart p14:bwMode="auto" r:id="rId413">
              <p14:nvContentPartPr>
                <p14:cNvPr id="181" name="Ink 180">
                  <a:extLst>
                    <a:ext uri="{FF2B5EF4-FFF2-40B4-BE49-F238E27FC236}">
                      <a16:creationId xmlns:a16="http://schemas.microsoft.com/office/drawing/2014/main" id="{8D76C1A8-BD8A-4E86-9382-ACEA745D6EDF}"/>
                    </a:ext>
                  </a:extLst>
                </p14:cNvPr>
                <p14:cNvContentPartPr/>
                <p14:nvPr/>
              </p14:nvContentPartPr>
              <p14:xfrm>
                <a:off x="11017500" y="957960"/>
                <a:ext cx="152280" cy="132840"/>
              </p14:xfrm>
            </p:contentPart>
          </mc:Choice>
          <mc:Fallback>
            <p:pic>
              <p:nvPicPr>
                <p:cNvPr id="181" name="Ink 180">
                  <a:extLst>
                    <a:ext uri="{FF2B5EF4-FFF2-40B4-BE49-F238E27FC236}">
                      <a16:creationId xmlns:a16="http://schemas.microsoft.com/office/drawing/2014/main" id="{8D76C1A8-BD8A-4E86-9382-ACEA745D6EDF}"/>
                    </a:ext>
                  </a:extLst>
                </p:cNvPr>
                <p:cNvPicPr/>
                <p:nvPr/>
              </p:nvPicPr>
              <p:blipFill>
                <a:blip r:embed="rId414"/>
                <a:stretch>
                  <a:fillRect/>
                </a:stretch>
              </p:blipFill>
              <p:spPr>
                <a:xfrm>
                  <a:off x="11008500" y="948960"/>
                  <a:ext cx="169920" cy="150480"/>
                </a:xfrm>
                <a:prstGeom prst="rect">
                  <a:avLst/>
                </a:prstGeom>
              </p:spPr>
            </p:pic>
          </mc:Fallback>
        </mc:AlternateContent>
        <mc:AlternateContent xmlns:mc="http://schemas.openxmlformats.org/markup-compatibility/2006">
          <mc:Choice xmlns:p14="http://schemas.microsoft.com/office/powerpoint/2010/main" Requires="p14">
            <p:contentPart p14:bwMode="auto" r:id="rId415">
              <p14:nvContentPartPr>
                <p14:cNvPr id="182" name="Ink 181">
                  <a:extLst>
                    <a:ext uri="{FF2B5EF4-FFF2-40B4-BE49-F238E27FC236}">
                      <a16:creationId xmlns:a16="http://schemas.microsoft.com/office/drawing/2014/main" id="{2D3922B0-2253-3999-29FF-3BAD8111E819}"/>
                    </a:ext>
                  </a:extLst>
                </p14:cNvPr>
                <p14:cNvContentPartPr/>
                <p14:nvPr/>
              </p14:nvContentPartPr>
              <p14:xfrm>
                <a:off x="11092740" y="1007640"/>
                <a:ext cx="290880" cy="210960"/>
              </p14:xfrm>
            </p:contentPart>
          </mc:Choice>
          <mc:Fallback>
            <p:pic>
              <p:nvPicPr>
                <p:cNvPr id="182" name="Ink 181">
                  <a:extLst>
                    <a:ext uri="{FF2B5EF4-FFF2-40B4-BE49-F238E27FC236}">
                      <a16:creationId xmlns:a16="http://schemas.microsoft.com/office/drawing/2014/main" id="{2D3922B0-2253-3999-29FF-3BAD8111E819}"/>
                    </a:ext>
                  </a:extLst>
                </p:cNvPr>
                <p:cNvPicPr/>
                <p:nvPr/>
              </p:nvPicPr>
              <p:blipFill>
                <a:blip r:embed="rId416"/>
                <a:stretch>
                  <a:fillRect/>
                </a:stretch>
              </p:blipFill>
              <p:spPr>
                <a:xfrm>
                  <a:off x="11084100" y="999000"/>
                  <a:ext cx="308520" cy="228600"/>
                </a:xfrm>
                <a:prstGeom prst="rect">
                  <a:avLst/>
                </a:prstGeom>
              </p:spPr>
            </p:pic>
          </mc:Fallback>
        </mc:AlternateContent>
        <mc:AlternateContent xmlns:mc="http://schemas.openxmlformats.org/markup-compatibility/2006">
          <mc:Choice xmlns:p14="http://schemas.microsoft.com/office/powerpoint/2010/main" Requires="p14">
            <p:contentPart p14:bwMode="auto" r:id="rId417">
              <p14:nvContentPartPr>
                <p14:cNvPr id="183" name="Ink 182">
                  <a:extLst>
                    <a:ext uri="{FF2B5EF4-FFF2-40B4-BE49-F238E27FC236}">
                      <a16:creationId xmlns:a16="http://schemas.microsoft.com/office/drawing/2014/main" id="{61009B35-B959-A732-0B61-F5E73CB2B20F}"/>
                    </a:ext>
                  </a:extLst>
                </p14:cNvPr>
                <p14:cNvContentPartPr/>
                <p14:nvPr/>
              </p14:nvContentPartPr>
              <p14:xfrm>
                <a:off x="11434020" y="670680"/>
                <a:ext cx="96120" cy="105480"/>
              </p14:xfrm>
            </p:contentPart>
          </mc:Choice>
          <mc:Fallback>
            <p:pic>
              <p:nvPicPr>
                <p:cNvPr id="183" name="Ink 182">
                  <a:extLst>
                    <a:ext uri="{FF2B5EF4-FFF2-40B4-BE49-F238E27FC236}">
                      <a16:creationId xmlns:a16="http://schemas.microsoft.com/office/drawing/2014/main" id="{61009B35-B959-A732-0B61-F5E73CB2B20F}"/>
                    </a:ext>
                  </a:extLst>
                </p:cNvPr>
                <p:cNvPicPr/>
                <p:nvPr/>
              </p:nvPicPr>
              <p:blipFill>
                <a:blip r:embed="rId418"/>
                <a:stretch>
                  <a:fillRect/>
                </a:stretch>
              </p:blipFill>
              <p:spPr>
                <a:xfrm>
                  <a:off x="11425380" y="662040"/>
                  <a:ext cx="113760" cy="123120"/>
                </a:xfrm>
                <a:prstGeom prst="rect">
                  <a:avLst/>
                </a:prstGeom>
              </p:spPr>
            </p:pic>
          </mc:Fallback>
        </mc:AlternateContent>
        <mc:AlternateContent xmlns:mc="http://schemas.openxmlformats.org/markup-compatibility/2006">
          <mc:Choice xmlns:p14="http://schemas.microsoft.com/office/powerpoint/2010/main" Requires="p14">
            <p:contentPart p14:bwMode="auto" r:id="rId419">
              <p14:nvContentPartPr>
                <p14:cNvPr id="184" name="Ink 183">
                  <a:extLst>
                    <a:ext uri="{FF2B5EF4-FFF2-40B4-BE49-F238E27FC236}">
                      <a16:creationId xmlns:a16="http://schemas.microsoft.com/office/drawing/2014/main" id="{1AAD7F00-D6B5-9F27-C6EE-4E0DD9DB5FAC}"/>
                    </a:ext>
                  </a:extLst>
                </p14:cNvPr>
                <p14:cNvContentPartPr/>
                <p14:nvPr/>
              </p14:nvContentPartPr>
              <p14:xfrm>
                <a:off x="11506020" y="698040"/>
                <a:ext cx="298800" cy="38880"/>
              </p14:xfrm>
            </p:contentPart>
          </mc:Choice>
          <mc:Fallback>
            <p:pic>
              <p:nvPicPr>
                <p:cNvPr id="184" name="Ink 183">
                  <a:extLst>
                    <a:ext uri="{FF2B5EF4-FFF2-40B4-BE49-F238E27FC236}">
                      <a16:creationId xmlns:a16="http://schemas.microsoft.com/office/drawing/2014/main" id="{1AAD7F00-D6B5-9F27-C6EE-4E0DD9DB5FAC}"/>
                    </a:ext>
                  </a:extLst>
                </p:cNvPr>
                <p:cNvPicPr/>
                <p:nvPr/>
              </p:nvPicPr>
              <p:blipFill>
                <a:blip r:embed="rId420"/>
                <a:stretch>
                  <a:fillRect/>
                </a:stretch>
              </p:blipFill>
              <p:spPr>
                <a:xfrm>
                  <a:off x="11497020" y="689040"/>
                  <a:ext cx="316440" cy="56520"/>
                </a:xfrm>
                <a:prstGeom prst="rect">
                  <a:avLst/>
                </a:prstGeom>
              </p:spPr>
            </p:pic>
          </mc:Fallback>
        </mc:AlternateContent>
        <mc:AlternateContent xmlns:mc="http://schemas.openxmlformats.org/markup-compatibility/2006">
          <mc:Choice xmlns:p14="http://schemas.microsoft.com/office/powerpoint/2010/main" Requires="p14">
            <p:contentPart p14:bwMode="auto" r:id="rId421">
              <p14:nvContentPartPr>
                <p14:cNvPr id="186" name="Ink 185">
                  <a:extLst>
                    <a:ext uri="{FF2B5EF4-FFF2-40B4-BE49-F238E27FC236}">
                      <a16:creationId xmlns:a16="http://schemas.microsoft.com/office/drawing/2014/main" id="{7818BD17-EAEC-3CA0-ED4F-3EE4EC0EC4F6}"/>
                    </a:ext>
                  </a:extLst>
                </p14:cNvPr>
                <p14:cNvContentPartPr/>
                <p14:nvPr/>
              </p14:nvContentPartPr>
              <p14:xfrm>
                <a:off x="11707260" y="2012400"/>
                <a:ext cx="178560" cy="391680"/>
              </p14:xfrm>
            </p:contentPart>
          </mc:Choice>
          <mc:Fallback>
            <p:pic>
              <p:nvPicPr>
                <p:cNvPr id="186" name="Ink 185">
                  <a:extLst>
                    <a:ext uri="{FF2B5EF4-FFF2-40B4-BE49-F238E27FC236}">
                      <a16:creationId xmlns:a16="http://schemas.microsoft.com/office/drawing/2014/main" id="{7818BD17-EAEC-3CA0-ED4F-3EE4EC0EC4F6}"/>
                    </a:ext>
                  </a:extLst>
                </p:cNvPr>
                <p:cNvPicPr/>
                <p:nvPr/>
              </p:nvPicPr>
              <p:blipFill>
                <a:blip r:embed="rId422"/>
                <a:stretch>
                  <a:fillRect/>
                </a:stretch>
              </p:blipFill>
              <p:spPr>
                <a:xfrm>
                  <a:off x="11698260" y="2003760"/>
                  <a:ext cx="196200" cy="409320"/>
                </a:xfrm>
                <a:prstGeom prst="rect">
                  <a:avLst/>
                </a:prstGeom>
              </p:spPr>
            </p:pic>
          </mc:Fallback>
        </mc:AlternateContent>
        <mc:AlternateContent xmlns:mc="http://schemas.openxmlformats.org/markup-compatibility/2006">
          <mc:Choice xmlns:p14="http://schemas.microsoft.com/office/powerpoint/2010/main" Requires="p14">
            <p:contentPart p14:bwMode="auto" r:id="rId423">
              <p14:nvContentPartPr>
                <p14:cNvPr id="187" name="Ink 186">
                  <a:extLst>
                    <a:ext uri="{FF2B5EF4-FFF2-40B4-BE49-F238E27FC236}">
                      <a16:creationId xmlns:a16="http://schemas.microsoft.com/office/drawing/2014/main" id="{EB438765-9363-566A-D662-E48EABFEBA2C}"/>
                    </a:ext>
                  </a:extLst>
                </p14:cNvPr>
                <p14:cNvContentPartPr/>
                <p14:nvPr/>
              </p14:nvContentPartPr>
              <p14:xfrm>
                <a:off x="11772780" y="2427840"/>
                <a:ext cx="171360" cy="436680"/>
              </p14:xfrm>
            </p:contentPart>
          </mc:Choice>
          <mc:Fallback>
            <p:pic>
              <p:nvPicPr>
                <p:cNvPr id="187" name="Ink 186">
                  <a:extLst>
                    <a:ext uri="{FF2B5EF4-FFF2-40B4-BE49-F238E27FC236}">
                      <a16:creationId xmlns:a16="http://schemas.microsoft.com/office/drawing/2014/main" id="{EB438765-9363-566A-D662-E48EABFEBA2C}"/>
                    </a:ext>
                  </a:extLst>
                </p:cNvPr>
                <p:cNvPicPr/>
                <p:nvPr/>
              </p:nvPicPr>
              <p:blipFill>
                <a:blip r:embed="rId424"/>
                <a:stretch>
                  <a:fillRect/>
                </a:stretch>
              </p:blipFill>
              <p:spPr>
                <a:xfrm>
                  <a:off x="11763780" y="2419200"/>
                  <a:ext cx="189000" cy="454320"/>
                </a:xfrm>
                <a:prstGeom prst="rect">
                  <a:avLst/>
                </a:prstGeom>
              </p:spPr>
            </p:pic>
          </mc:Fallback>
        </mc:AlternateContent>
        <mc:AlternateContent xmlns:mc="http://schemas.openxmlformats.org/markup-compatibility/2006">
          <mc:Choice xmlns:p14="http://schemas.microsoft.com/office/powerpoint/2010/main" Requires="p14">
            <p:contentPart p14:bwMode="auto" r:id="rId425">
              <p14:nvContentPartPr>
                <p14:cNvPr id="251" name="Ink 250">
                  <a:extLst>
                    <a:ext uri="{FF2B5EF4-FFF2-40B4-BE49-F238E27FC236}">
                      <a16:creationId xmlns:a16="http://schemas.microsoft.com/office/drawing/2014/main" id="{FBB74374-E8BA-A472-E500-770E01149DA1}"/>
                    </a:ext>
                  </a:extLst>
                </p14:cNvPr>
                <p14:cNvContentPartPr/>
                <p14:nvPr/>
              </p14:nvContentPartPr>
              <p14:xfrm>
                <a:off x="10624380" y="2400840"/>
                <a:ext cx="298080" cy="18360"/>
              </p14:xfrm>
            </p:contentPart>
          </mc:Choice>
          <mc:Fallback>
            <p:pic>
              <p:nvPicPr>
                <p:cNvPr id="251" name="Ink 250">
                  <a:extLst>
                    <a:ext uri="{FF2B5EF4-FFF2-40B4-BE49-F238E27FC236}">
                      <a16:creationId xmlns:a16="http://schemas.microsoft.com/office/drawing/2014/main" id="{FBB74374-E8BA-A472-E500-770E01149DA1}"/>
                    </a:ext>
                  </a:extLst>
                </p:cNvPr>
                <p:cNvPicPr/>
                <p:nvPr/>
              </p:nvPicPr>
              <p:blipFill>
                <a:blip r:embed="rId426"/>
                <a:stretch>
                  <a:fillRect/>
                </a:stretch>
              </p:blipFill>
              <p:spPr>
                <a:xfrm>
                  <a:off x="10615380" y="2392200"/>
                  <a:ext cx="31572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427">
              <p14:nvContentPartPr>
                <p14:cNvPr id="252" name="Ink 251">
                  <a:extLst>
                    <a:ext uri="{FF2B5EF4-FFF2-40B4-BE49-F238E27FC236}">
                      <a16:creationId xmlns:a16="http://schemas.microsoft.com/office/drawing/2014/main" id="{10BEE577-432D-3656-3735-19A895737398}"/>
                    </a:ext>
                  </a:extLst>
                </p14:cNvPr>
                <p14:cNvContentPartPr/>
                <p14:nvPr/>
              </p14:nvContentPartPr>
              <p14:xfrm>
                <a:off x="10566780" y="2381040"/>
                <a:ext cx="29160" cy="58320"/>
              </p14:xfrm>
            </p:contentPart>
          </mc:Choice>
          <mc:Fallback>
            <p:pic>
              <p:nvPicPr>
                <p:cNvPr id="252" name="Ink 251">
                  <a:extLst>
                    <a:ext uri="{FF2B5EF4-FFF2-40B4-BE49-F238E27FC236}">
                      <a16:creationId xmlns:a16="http://schemas.microsoft.com/office/drawing/2014/main" id="{10BEE577-432D-3656-3735-19A895737398}"/>
                    </a:ext>
                  </a:extLst>
                </p:cNvPr>
                <p:cNvPicPr/>
                <p:nvPr/>
              </p:nvPicPr>
              <p:blipFill>
                <a:blip r:embed="rId428"/>
                <a:stretch>
                  <a:fillRect/>
                </a:stretch>
              </p:blipFill>
              <p:spPr>
                <a:xfrm>
                  <a:off x="10558140" y="2372040"/>
                  <a:ext cx="46800" cy="75960"/>
                </a:xfrm>
                <a:prstGeom prst="rect">
                  <a:avLst/>
                </a:prstGeom>
              </p:spPr>
            </p:pic>
          </mc:Fallback>
        </mc:AlternateContent>
        <mc:AlternateContent xmlns:mc="http://schemas.openxmlformats.org/markup-compatibility/2006">
          <mc:Choice xmlns:p14="http://schemas.microsoft.com/office/powerpoint/2010/main" Requires="p14">
            <p:contentPart p14:bwMode="auto" r:id="rId429">
              <p14:nvContentPartPr>
                <p14:cNvPr id="254" name="Ink 253">
                  <a:extLst>
                    <a:ext uri="{FF2B5EF4-FFF2-40B4-BE49-F238E27FC236}">
                      <a16:creationId xmlns:a16="http://schemas.microsoft.com/office/drawing/2014/main" id="{896656C1-8ABD-AE89-85AD-AC13E1218BF7}"/>
                    </a:ext>
                  </a:extLst>
                </p14:cNvPr>
                <p14:cNvContentPartPr/>
                <p14:nvPr/>
              </p14:nvContentPartPr>
              <p14:xfrm>
                <a:off x="10371300" y="2432160"/>
                <a:ext cx="176040" cy="373320"/>
              </p14:xfrm>
            </p:contentPart>
          </mc:Choice>
          <mc:Fallback>
            <p:pic>
              <p:nvPicPr>
                <p:cNvPr id="254" name="Ink 253">
                  <a:extLst>
                    <a:ext uri="{FF2B5EF4-FFF2-40B4-BE49-F238E27FC236}">
                      <a16:creationId xmlns:a16="http://schemas.microsoft.com/office/drawing/2014/main" id="{896656C1-8ABD-AE89-85AD-AC13E1218BF7}"/>
                    </a:ext>
                  </a:extLst>
                </p:cNvPr>
                <p:cNvPicPr/>
                <p:nvPr/>
              </p:nvPicPr>
              <p:blipFill>
                <a:blip r:embed="rId430"/>
                <a:stretch>
                  <a:fillRect/>
                </a:stretch>
              </p:blipFill>
              <p:spPr>
                <a:xfrm>
                  <a:off x="10362660" y="2423160"/>
                  <a:ext cx="193680" cy="390960"/>
                </a:xfrm>
                <a:prstGeom prst="rect">
                  <a:avLst/>
                </a:prstGeom>
              </p:spPr>
            </p:pic>
          </mc:Fallback>
        </mc:AlternateContent>
        <mc:AlternateContent xmlns:mc="http://schemas.openxmlformats.org/markup-compatibility/2006">
          <mc:Choice xmlns:p14="http://schemas.microsoft.com/office/powerpoint/2010/main" Requires="p14">
            <p:contentPart p14:bwMode="auto" r:id="rId431">
              <p14:nvContentPartPr>
                <p14:cNvPr id="255" name="Ink 254">
                  <a:extLst>
                    <a:ext uri="{FF2B5EF4-FFF2-40B4-BE49-F238E27FC236}">
                      <a16:creationId xmlns:a16="http://schemas.microsoft.com/office/drawing/2014/main" id="{777C27B7-F2E6-FF0A-0F66-D356D2DDF9C4}"/>
                    </a:ext>
                  </a:extLst>
                </p14:cNvPr>
                <p14:cNvContentPartPr/>
                <p14:nvPr/>
              </p14:nvContentPartPr>
              <p14:xfrm>
                <a:off x="10264380" y="2774160"/>
                <a:ext cx="369720" cy="162360"/>
              </p14:xfrm>
            </p:contentPart>
          </mc:Choice>
          <mc:Fallback>
            <p:pic>
              <p:nvPicPr>
                <p:cNvPr id="255" name="Ink 254">
                  <a:extLst>
                    <a:ext uri="{FF2B5EF4-FFF2-40B4-BE49-F238E27FC236}">
                      <a16:creationId xmlns:a16="http://schemas.microsoft.com/office/drawing/2014/main" id="{777C27B7-F2E6-FF0A-0F66-D356D2DDF9C4}"/>
                    </a:ext>
                  </a:extLst>
                </p:cNvPr>
                <p:cNvPicPr/>
                <p:nvPr/>
              </p:nvPicPr>
              <p:blipFill>
                <a:blip r:embed="rId432"/>
                <a:stretch>
                  <a:fillRect/>
                </a:stretch>
              </p:blipFill>
              <p:spPr>
                <a:xfrm>
                  <a:off x="10255380" y="2765160"/>
                  <a:ext cx="387360" cy="180000"/>
                </a:xfrm>
                <a:prstGeom prst="rect">
                  <a:avLst/>
                </a:prstGeom>
              </p:spPr>
            </p:pic>
          </mc:Fallback>
        </mc:AlternateContent>
      </p:grpSp>
    </p:spTree>
    <p:extLst>
      <p:ext uri="{BB962C8B-B14F-4D97-AF65-F5344CB8AC3E}">
        <p14:creationId xmlns:p14="http://schemas.microsoft.com/office/powerpoint/2010/main" val="2049343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75"/>
        <p:cNvGrpSpPr/>
        <p:nvPr/>
      </p:nvGrpSpPr>
      <p:grpSpPr>
        <a:xfrm>
          <a:off x="0" y="0"/>
          <a:ext cx="0" cy="0"/>
          <a:chOff x="0" y="0"/>
          <a:chExt cx="0" cy="0"/>
        </a:xfrm>
      </p:grpSpPr>
      <p:pic>
        <p:nvPicPr>
          <p:cNvPr id="1679" name="Google Shape;1679;p87" descr="Additional Save within the Transactional Processing"/>
          <p:cNvPicPr preferRelativeResize="0"/>
          <p:nvPr/>
        </p:nvPicPr>
        <p:blipFill rotWithShape="1">
          <a:blip r:embed="rId3">
            <a:alphaModFix/>
          </a:blip>
          <a:srcRect/>
          <a:stretch/>
        </p:blipFill>
        <p:spPr>
          <a:xfrm>
            <a:off x="4123544" y="50746"/>
            <a:ext cx="3672408" cy="6717297"/>
          </a:xfrm>
          <a:prstGeom prst="rect">
            <a:avLst/>
          </a:prstGeom>
          <a:noFill/>
          <a:ln>
            <a:noFill/>
          </a:ln>
        </p:spPr>
      </p:pic>
      <p:pic>
        <p:nvPicPr>
          <p:cNvPr id="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spTree>
    <p:extLst>
      <p:ext uri="{BB962C8B-B14F-4D97-AF65-F5344CB8AC3E}">
        <p14:creationId xmlns:p14="http://schemas.microsoft.com/office/powerpoint/2010/main" val="544806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10"/>
        <p:cNvGrpSpPr/>
        <p:nvPr/>
      </p:nvGrpSpPr>
      <p:grpSpPr>
        <a:xfrm>
          <a:off x="0" y="0"/>
          <a:ext cx="0" cy="0"/>
          <a:chOff x="0" y="0"/>
          <a:chExt cx="0" cy="0"/>
        </a:xfrm>
      </p:grpSpPr>
      <p:sp>
        <p:nvSpPr>
          <p:cNvPr id="1712" name="Google Shape;1712;p91"/>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Draft</a:t>
            </a:r>
            <a:endParaRPr sz="3599" dirty="0">
              <a:solidFill>
                <a:srgbClr val="FFC000"/>
              </a:solidFill>
              <a:latin typeface="Cooper Black" panose="0208090404030B020404" pitchFamily="18" charset="0"/>
              <a:ea typeface="Corben"/>
              <a:cs typeface="Corben"/>
              <a:sym typeface="Corben"/>
            </a:endParaRPr>
          </a:p>
        </p:txBody>
      </p:sp>
      <p:sp>
        <p:nvSpPr>
          <p:cNvPr id="1715" name="Google Shape;1715;p91"/>
          <p:cNvSpPr txBox="1"/>
          <p:nvPr/>
        </p:nvSpPr>
        <p:spPr>
          <a:xfrm>
            <a:off x="191294" y="741056"/>
            <a:ext cx="11521280" cy="19389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dirty="0">
                <a:solidFill>
                  <a:schemeClr val="dk1"/>
                </a:solidFill>
                <a:latin typeface="Calibri"/>
                <a:ea typeface="Calibri"/>
                <a:cs typeface="Calibri"/>
                <a:sym typeface="Calibri"/>
              </a:rPr>
              <a:t>Draft is a very important functionality of an enterprise application, which allows us</a:t>
            </a:r>
            <a:endParaRPr dirty="0"/>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Calibri"/>
                <a:ea typeface="Calibri"/>
                <a:cs typeface="Calibri"/>
                <a:sym typeface="Calibri"/>
              </a:rPr>
              <a:t>To create a stateful application from stateless</a:t>
            </a:r>
            <a:endParaRPr dirty="0"/>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Calibri"/>
                <a:ea typeface="Calibri"/>
                <a:cs typeface="Calibri"/>
                <a:sym typeface="Calibri"/>
              </a:rPr>
              <a:t>Store intermediate data in sap system</a:t>
            </a:r>
            <a:endParaRPr dirty="0"/>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Calibri"/>
                <a:ea typeface="Calibri"/>
                <a:cs typeface="Calibri"/>
                <a:sym typeface="Calibri"/>
              </a:rPr>
              <a:t>Perform validations on-fly, increases the collaboration with our app</a:t>
            </a:r>
            <a:endParaRPr dirty="0"/>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Calibri"/>
                <a:ea typeface="Calibri"/>
                <a:cs typeface="Calibri"/>
                <a:sym typeface="Calibri"/>
              </a:rPr>
              <a:t>Device switch</a:t>
            </a:r>
            <a:endParaRPr dirty="0"/>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Calibri"/>
                <a:ea typeface="Calibri"/>
                <a:cs typeface="Calibri"/>
                <a:sym typeface="Calibri"/>
              </a:rPr>
              <a:t>The </a:t>
            </a:r>
            <a:r>
              <a:rPr lang="en-US" sz="2000" dirty="0" err="1">
                <a:solidFill>
                  <a:schemeClr val="dk1"/>
                </a:solidFill>
                <a:latin typeface="Calibri"/>
                <a:ea typeface="Calibri"/>
                <a:cs typeface="Calibri"/>
                <a:sym typeface="Calibri"/>
              </a:rPr>
              <a:t>Odata</a:t>
            </a:r>
            <a:r>
              <a:rPr lang="en-US" sz="2000" dirty="0">
                <a:solidFill>
                  <a:schemeClr val="dk1"/>
                </a:solidFill>
                <a:latin typeface="Calibri"/>
                <a:ea typeface="Calibri"/>
                <a:cs typeface="Calibri"/>
                <a:sym typeface="Calibri"/>
              </a:rPr>
              <a:t> V4 never allow CURD operation without having draft feature to your BO</a:t>
            </a:r>
            <a:endParaRPr dirty="0"/>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45EDACB6-28F0-5A59-07C2-81AC9F591098}"/>
                  </a:ext>
                </a:extLst>
              </p14:cNvPr>
              <p14:cNvContentPartPr/>
              <p14:nvPr/>
            </p14:nvContentPartPr>
            <p14:xfrm>
              <a:off x="1018800" y="3194640"/>
              <a:ext cx="10527480" cy="2219040"/>
            </p14:xfrm>
          </p:contentPart>
        </mc:Choice>
        <mc:Fallback>
          <p:pic>
            <p:nvPicPr>
              <p:cNvPr id="3" name="Ink 2">
                <a:extLst>
                  <a:ext uri="{FF2B5EF4-FFF2-40B4-BE49-F238E27FC236}">
                    <a16:creationId xmlns:a16="http://schemas.microsoft.com/office/drawing/2014/main" id="{45EDACB6-28F0-5A59-07C2-81AC9F591098}"/>
                  </a:ext>
                </a:extLst>
              </p:cNvPr>
              <p:cNvPicPr/>
              <p:nvPr/>
            </p:nvPicPr>
            <p:blipFill>
              <a:blip r:embed="rId5"/>
              <a:stretch>
                <a:fillRect/>
              </a:stretch>
            </p:blipFill>
            <p:spPr>
              <a:xfrm>
                <a:off x="1009440" y="3185280"/>
                <a:ext cx="10546200" cy="2237760"/>
              </a:xfrm>
              <a:prstGeom prst="rect">
                <a:avLst/>
              </a:prstGeom>
            </p:spPr>
          </p:pic>
        </mc:Fallback>
      </mc:AlternateContent>
    </p:spTree>
    <p:extLst>
      <p:ext uri="{BB962C8B-B14F-4D97-AF65-F5344CB8AC3E}">
        <p14:creationId xmlns:p14="http://schemas.microsoft.com/office/powerpoint/2010/main" val="2048284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15"/>
                                        </p:tgtEl>
                                        <p:attrNameLst>
                                          <p:attrName>style.visibility</p:attrName>
                                        </p:attrNameLst>
                                      </p:cBhvr>
                                      <p:to>
                                        <p:strVal val="visible"/>
                                      </p:to>
                                    </p:set>
                                    <p:animEffect transition="in" filter="fade">
                                      <p:cBhvr>
                                        <p:cTn id="7" dur="1000"/>
                                        <p:tgtEl>
                                          <p:spTgt spid="1715"/>
                                        </p:tgtEl>
                                      </p:cBhvr>
                                    </p:animEffect>
                                    <p:anim calcmode="lin" valueType="num">
                                      <p:cBhvr>
                                        <p:cTn id="8" dur="1000" fill="hold"/>
                                        <p:tgtEl>
                                          <p:spTgt spid="1715"/>
                                        </p:tgtEl>
                                        <p:attrNameLst>
                                          <p:attrName>ppt_x</p:attrName>
                                        </p:attrNameLst>
                                      </p:cBhvr>
                                      <p:tavLst>
                                        <p:tav tm="0">
                                          <p:val>
                                            <p:strVal val="#ppt_x"/>
                                          </p:val>
                                        </p:tav>
                                        <p:tav tm="100000">
                                          <p:val>
                                            <p:strVal val="#ppt_x"/>
                                          </p:val>
                                        </p:tav>
                                      </p:tavLst>
                                    </p:anim>
                                    <p:anim calcmode="lin" valueType="num">
                                      <p:cBhvr>
                                        <p:cTn id="9" dur="1000" fill="hold"/>
                                        <p:tgtEl>
                                          <p:spTgt spid="17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19"/>
        <p:cNvGrpSpPr/>
        <p:nvPr/>
      </p:nvGrpSpPr>
      <p:grpSpPr>
        <a:xfrm>
          <a:off x="0" y="0"/>
          <a:ext cx="0" cy="0"/>
          <a:chOff x="0" y="0"/>
          <a:chExt cx="0" cy="0"/>
        </a:xfrm>
      </p:grpSpPr>
      <p:sp>
        <p:nvSpPr>
          <p:cNvPr id="1721" name="Google Shape;1721;p92"/>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Draft Runtime</a:t>
            </a:r>
            <a:endParaRPr sz="3599" dirty="0">
              <a:solidFill>
                <a:srgbClr val="FFC000"/>
              </a:solidFill>
              <a:latin typeface="Cooper Black" panose="0208090404030B020404" pitchFamily="18" charset="0"/>
              <a:ea typeface="Corben"/>
              <a:cs typeface="Corben"/>
              <a:sym typeface="Corben"/>
            </a:endParaRPr>
          </a:p>
        </p:txBody>
      </p:sp>
      <p:pic>
        <p:nvPicPr>
          <p:cNvPr id="1724" name="Google Shape;1724;p92" descr="Life cycle of Draft and Active Data">
            <a:hlinkClick r:id="rId3"/>
          </p:cNvPr>
          <p:cNvPicPr preferRelativeResize="0"/>
          <p:nvPr/>
        </p:nvPicPr>
        <p:blipFill rotWithShape="1">
          <a:blip r:embed="rId4">
            <a:alphaModFix/>
          </a:blip>
          <a:srcRect/>
          <a:stretch/>
        </p:blipFill>
        <p:spPr>
          <a:xfrm>
            <a:off x="570689" y="1412776"/>
            <a:ext cx="10842488" cy="3888432"/>
          </a:xfrm>
          <a:prstGeom prst="rect">
            <a:avLst/>
          </a:prstGeom>
          <a:noFill/>
          <a:ln>
            <a:noFill/>
          </a:ln>
        </p:spPr>
      </p:pic>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
        <p:nvSpPr>
          <p:cNvPr id="2" name="TextBox 1">
            <a:extLst>
              <a:ext uri="{FF2B5EF4-FFF2-40B4-BE49-F238E27FC236}">
                <a16:creationId xmlns:a16="http://schemas.microsoft.com/office/drawing/2014/main" id="{2A53045D-B970-BE9F-0812-A64B3C7721AA}"/>
              </a:ext>
            </a:extLst>
          </p:cNvPr>
          <p:cNvSpPr txBox="1"/>
          <p:nvPr/>
        </p:nvSpPr>
        <p:spPr>
          <a:xfrm>
            <a:off x="1466850" y="5301208"/>
            <a:ext cx="2076450" cy="307777"/>
          </a:xfrm>
          <a:prstGeom prst="rect">
            <a:avLst/>
          </a:prstGeom>
          <a:noFill/>
        </p:spPr>
        <p:txBody>
          <a:bodyPr wrap="square" rtlCol="0">
            <a:spAutoFit/>
          </a:bodyPr>
          <a:lstStyle/>
          <a:p>
            <a:r>
              <a:rPr lang="en-IN" b="1" dirty="0"/>
              <a:t>Zsony1_ab_dt</a:t>
            </a:r>
          </a:p>
        </p:txBody>
      </p:sp>
      <p:sp>
        <p:nvSpPr>
          <p:cNvPr id="4" name="TextBox 3">
            <a:extLst>
              <a:ext uri="{FF2B5EF4-FFF2-40B4-BE49-F238E27FC236}">
                <a16:creationId xmlns:a16="http://schemas.microsoft.com/office/drawing/2014/main" id="{18A1DA93-53D5-891C-8D93-94B4141922ED}"/>
              </a:ext>
            </a:extLst>
          </p:cNvPr>
          <p:cNvSpPr txBox="1"/>
          <p:nvPr/>
        </p:nvSpPr>
        <p:spPr>
          <a:xfrm>
            <a:off x="4878388" y="5291335"/>
            <a:ext cx="6238874" cy="307777"/>
          </a:xfrm>
          <a:prstGeom prst="rect">
            <a:avLst/>
          </a:prstGeom>
          <a:noFill/>
        </p:spPr>
        <p:txBody>
          <a:bodyPr wrap="square">
            <a:spAutoFit/>
          </a:bodyPr>
          <a:lstStyle/>
          <a:p>
            <a:r>
              <a:rPr lang="en-IN" sz="1400" u="sng" dirty="0">
                <a:solidFill>
                  <a:srgbClr val="0066CC"/>
                </a:solidFill>
                <a:effectLst/>
                <a:latin typeface="Consolas" panose="020B0609020204030204" pitchFamily="49" charset="0"/>
              </a:rPr>
              <a:t>/</a:t>
            </a:r>
            <a:r>
              <a:rPr lang="en-IN" sz="1400" u="sng" dirty="0" err="1">
                <a:solidFill>
                  <a:srgbClr val="0066CC"/>
                </a:solidFill>
                <a:effectLst/>
                <a:latin typeface="Consolas" panose="020B0609020204030204" pitchFamily="49" charset="0"/>
              </a:rPr>
              <a:t>dmo</a:t>
            </a:r>
            <a:r>
              <a:rPr lang="en-IN" sz="1400" u="sng" dirty="0">
                <a:solidFill>
                  <a:srgbClr val="0066CC"/>
                </a:solidFill>
                <a:effectLst/>
                <a:latin typeface="Consolas" panose="020B0609020204030204" pitchFamily="49" charset="0"/>
              </a:rPr>
              <a:t>/</a:t>
            </a:r>
            <a:r>
              <a:rPr lang="en-IN" sz="1400" u="sng" dirty="0" err="1">
                <a:solidFill>
                  <a:srgbClr val="0066CC"/>
                </a:solidFill>
                <a:effectLst/>
                <a:latin typeface="Consolas" panose="020B0609020204030204" pitchFamily="49" charset="0"/>
              </a:rPr>
              <a:t>travel_m</a:t>
            </a:r>
            <a:endParaRPr lang="en-IN" dirty="0"/>
          </a:p>
        </p:txBody>
      </p:sp>
    </p:spTree>
    <p:extLst>
      <p:ext uri="{BB962C8B-B14F-4D97-AF65-F5344CB8AC3E}">
        <p14:creationId xmlns:p14="http://schemas.microsoft.com/office/powerpoint/2010/main" val="20475517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75" name="Ink 74">
                <a:extLst>
                  <a:ext uri="{FF2B5EF4-FFF2-40B4-BE49-F238E27FC236}">
                    <a16:creationId xmlns:a16="http://schemas.microsoft.com/office/drawing/2014/main" id="{021D0A9E-411E-0F76-1AA0-E4933ACC85FB}"/>
                  </a:ext>
                </a:extLst>
              </p14:cNvPr>
              <p14:cNvContentPartPr/>
              <p14:nvPr/>
            </p14:nvContentPartPr>
            <p14:xfrm>
              <a:off x="1005900" y="948240"/>
              <a:ext cx="265320" cy="433080"/>
            </p14:xfrm>
          </p:contentPart>
        </mc:Choice>
        <mc:Fallback>
          <p:pic>
            <p:nvPicPr>
              <p:cNvPr id="75" name="Ink 74">
                <a:extLst>
                  <a:ext uri="{FF2B5EF4-FFF2-40B4-BE49-F238E27FC236}">
                    <a16:creationId xmlns:a16="http://schemas.microsoft.com/office/drawing/2014/main" id="{021D0A9E-411E-0F76-1AA0-E4933ACC85FB}"/>
                  </a:ext>
                </a:extLst>
              </p:cNvPr>
              <p:cNvPicPr/>
              <p:nvPr/>
            </p:nvPicPr>
            <p:blipFill>
              <a:blip r:embed="rId3"/>
              <a:stretch>
                <a:fillRect/>
              </a:stretch>
            </p:blipFill>
            <p:spPr>
              <a:xfrm>
                <a:off x="996900" y="939240"/>
                <a:ext cx="282960" cy="4507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76" name="Ink 75">
                <a:extLst>
                  <a:ext uri="{FF2B5EF4-FFF2-40B4-BE49-F238E27FC236}">
                    <a16:creationId xmlns:a16="http://schemas.microsoft.com/office/drawing/2014/main" id="{CF4B2D0B-C3E3-16AC-087A-40DA59BD2C77}"/>
                  </a:ext>
                </a:extLst>
              </p14:cNvPr>
              <p14:cNvContentPartPr/>
              <p14:nvPr/>
            </p14:nvContentPartPr>
            <p14:xfrm>
              <a:off x="1367700" y="1062360"/>
              <a:ext cx="313920" cy="292680"/>
            </p14:xfrm>
          </p:contentPart>
        </mc:Choice>
        <mc:Fallback>
          <p:pic>
            <p:nvPicPr>
              <p:cNvPr id="76" name="Ink 75">
                <a:extLst>
                  <a:ext uri="{FF2B5EF4-FFF2-40B4-BE49-F238E27FC236}">
                    <a16:creationId xmlns:a16="http://schemas.microsoft.com/office/drawing/2014/main" id="{CF4B2D0B-C3E3-16AC-087A-40DA59BD2C77}"/>
                  </a:ext>
                </a:extLst>
              </p:cNvPr>
              <p:cNvPicPr/>
              <p:nvPr/>
            </p:nvPicPr>
            <p:blipFill>
              <a:blip r:embed="rId5"/>
              <a:stretch>
                <a:fillRect/>
              </a:stretch>
            </p:blipFill>
            <p:spPr>
              <a:xfrm>
                <a:off x="1359060" y="1053720"/>
                <a:ext cx="331560" cy="3103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77" name="Ink 76">
                <a:extLst>
                  <a:ext uri="{FF2B5EF4-FFF2-40B4-BE49-F238E27FC236}">
                    <a16:creationId xmlns:a16="http://schemas.microsoft.com/office/drawing/2014/main" id="{CC53AEA5-1FC3-F9CB-B022-4D28987356C3}"/>
                  </a:ext>
                </a:extLst>
              </p14:cNvPr>
              <p14:cNvContentPartPr/>
              <p14:nvPr/>
            </p14:nvContentPartPr>
            <p14:xfrm>
              <a:off x="1777740" y="1025640"/>
              <a:ext cx="195480" cy="290880"/>
            </p14:xfrm>
          </p:contentPart>
        </mc:Choice>
        <mc:Fallback>
          <p:pic>
            <p:nvPicPr>
              <p:cNvPr id="77" name="Ink 76">
                <a:extLst>
                  <a:ext uri="{FF2B5EF4-FFF2-40B4-BE49-F238E27FC236}">
                    <a16:creationId xmlns:a16="http://schemas.microsoft.com/office/drawing/2014/main" id="{CC53AEA5-1FC3-F9CB-B022-4D28987356C3}"/>
                  </a:ext>
                </a:extLst>
              </p:cNvPr>
              <p:cNvPicPr/>
              <p:nvPr/>
            </p:nvPicPr>
            <p:blipFill>
              <a:blip r:embed="rId7"/>
              <a:stretch>
                <a:fillRect/>
              </a:stretch>
            </p:blipFill>
            <p:spPr>
              <a:xfrm>
                <a:off x="1769100" y="1017000"/>
                <a:ext cx="213120" cy="3085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8" name="Ink 77">
                <a:extLst>
                  <a:ext uri="{FF2B5EF4-FFF2-40B4-BE49-F238E27FC236}">
                    <a16:creationId xmlns:a16="http://schemas.microsoft.com/office/drawing/2014/main" id="{97706BB2-73BD-B1BD-057B-FEC5C4E58CDC}"/>
                  </a:ext>
                </a:extLst>
              </p14:cNvPr>
              <p14:cNvContentPartPr/>
              <p14:nvPr/>
            </p14:nvContentPartPr>
            <p14:xfrm>
              <a:off x="715740" y="1872720"/>
              <a:ext cx="306720" cy="284400"/>
            </p14:xfrm>
          </p:contentPart>
        </mc:Choice>
        <mc:Fallback>
          <p:pic>
            <p:nvPicPr>
              <p:cNvPr id="78" name="Ink 77">
                <a:extLst>
                  <a:ext uri="{FF2B5EF4-FFF2-40B4-BE49-F238E27FC236}">
                    <a16:creationId xmlns:a16="http://schemas.microsoft.com/office/drawing/2014/main" id="{97706BB2-73BD-B1BD-057B-FEC5C4E58CDC}"/>
                  </a:ext>
                </a:extLst>
              </p:cNvPr>
              <p:cNvPicPr/>
              <p:nvPr/>
            </p:nvPicPr>
            <p:blipFill>
              <a:blip r:embed="rId9"/>
              <a:stretch>
                <a:fillRect/>
              </a:stretch>
            </p:blipFill>
            <p:spPr>
              <a:xfrm>
                <a:off x="707100" y="1863720"/>
                <a:ext cx="324360" cy="3020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9" name="Ink 78">
                <a:extLst>
                  <a:ext uri="{FF2B5EF4-FFF2-40B4-BE49-F238E27FC236}">
                    <a16:creationId xmlns:a16="http://schemas.microsoft.com/office/drawing/2014/main" id="{4DA2CC49-FD6E-4C49-3B74-3C84B8D7C159}"/>
                  </a:ext>
                </a:extLst>
              </p14:cNvPr>
              <p14:cNvContentPartPr/>
              <p14:nvPr/>
            </p14:nvContentPartPr>
            <p14:xfrm>
              <a:off x="1105620" y="1927800"/>
              <a:ext cx="121680" cy="216720"/>
            </p14:xfrm>
          </p:contentPart>
        </mc:Choice>
        <mc:Fallback>
          <p:pic>
            <p:nvPicPr>
              <p:cNvPr id="79" name="Ink 78">
                <a:extLst>
                  <a:ext uri="{FF2B5EF4-FFF2-40B4-BE49-F238E27FC236}">
                    <a16:creationId xmlns:a16="http://schemas.microsoft.com/office/drawing/2014/main" id="{4DA2CC49-FD6E-4C49-3B74-3C84B8D7C159}"/>
                  </a:ext>
                </a:extLst>
              </p:cNvPr>
              <p:cNvPicPr/>
              <p:nvPr/>
            </p:nvPicPr>
            <p:blipFill>
              <a:blip r:embed="rId11"/>
              <a:stretch>
                <a:fillRect/>
              </a:stretch>
            </p:blipFill>
            <p:spPr>
              <a:xfrm>
                <a:off x="1096980" y="1919160"/>
                <a:ext cx="139320" cy="2343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0" name="Ink 79">
                <a:extLst>
                  <a:ext uri="{FF2B5EF4-FFF2-40B4-BE49-F238E27FC236}">
                    <a16:creationId xmlns:a16="http://schemas.microsoft.com/office/drawing/2014/main" id="{D97690B2-C823-8C27-99A8-FC1FA96F7703}"/>
                  </a:ext>
                </a:extLst>
              </p14:cNvPr>
              <p14:cNvContentPartPr/>
              <p14:nvPr/>
            </p14:nvContentPartPr>
            <p14:xfrm>
              <a:off x="1288860" y="1879920"/>
              <a:ext cx="164880" cy="266040"/>
            </p14:xfrm>
          </p:contentPart>
        </mc:Choice>
        <mc:Fallback>
          <p:pic>
            <p:nvPicPr>
              <p:cNvPr id="80" name="Ink 79">
                <a:extLst>
                  <a:ext uri="{FF2B5EF4-FFF2-40B4-BE49-F238E27FC236}">
                    <a16:creationId xmlns:a16="http://schemas.microsoft.com/office/drawing/2014/main" id="{D97690B2-C823-8C27-99A8-FC1FA96F7703}"/>
                  </a:ext>
                </a:extLst>
              </p:cNvPr>
              <p:cNvPicPr/>
              <p:nvPr/>
            </p:nvPicPr>
            <p:blipFill>
              <a:blip r:embed="rId13"/>
              <a:stretch>
                <a:fillRect/>
              </a:stretch>
            </p:blipFill>
            <p:spPr>
              <a:xfrm>
                <a:off x="1280220" y="1871280"/>
                <a:ext cx="182520" cy="2836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81" name="Ink 80">
                <a:extLst>
                  <a:ext uri="{FF2B5EF4-FFF2-40B4-BE49-F238E27FC236}">
                    <a16:creationId xmlns:a16="http://schemas.microsoft.com/office/drawing/2014/main" id="{E609F923-0336-BA59-B235-A7E4F39F6CA4}"/>
                  </a:ext>
                </a:extLst>
              </p14:cNvPr>
              <p14:cNvContentPartPr/>
              <p14:nvPr/>
            </p14:nvContentPartPr>
            <p14:xfrm>
              <a:off x="1530060" y="1942920"/>
              <a:ext cx="36000" cy="133920"/>
            </p14:xfrm>
          </p:contentPart>
        </mc:Choice>
        <mc:Fallback>
          <p:pic>
            <p:nvPicPr>
              <p:cNvPr id="81" name="Ink 80">
                <a:extLst>
                  <a:ext uri="{FF2B5EF4-FFF2-40B4-BE49-F238E27FC236}">
                    <a16:creationId xmlns:a16="http://schemas.microsoft.com/office/drawing/2014/main" id="{E609F923-0336-BA59-B235-A7E4F39F6CA4}"/>
                  </a:ext>
                </a:extLst>
              </p:cNvPr>
              <p:cNvPicPr/>
              <p:nvPr/>
            </p:nvPicPr>
            <p:blipFill>
              <a:blip r:embed="rId15"/>
              <a:stretch>
                <a:fillRect/>
              </a:stretch>
            </p:blipFill>
            <p:spPr>
              <a:xfrm>
                <a:off x="1521420" y="1933920"/>
                <a:ext cx="5364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82" name="Ink 81">
                <a:extLst>
                  <a:ext uri="{FF2B5EF4-FFF2-40B4-BE49-F238E27FC236}">
                    <a16:creationId xmlns:a16="http://schemas.microsoft.com/office/drawing/2014/main" id="{16142D51-E4F9-881F-A18C-C0D62B724501}"/>
                  </a:ext>
                </a:extLst>
              </p14:cNvPr>
              <p14:cNvContentPartPr/>
              <p14:nvPr/>
            </p14:nvContentPartPr>
            <p14:xfrm>
              <a:off x="1625100" y="1890360"/>
              <a:ext cx="48960" cy="182520"/>
            </p14:xfrm>
          </p:contentPart>
        </mc:Choice>
        <mc:Fallback>
          <p:pic>
            <p:nvPicPr>
              <p:cNvPr id="82" name="Ink 81">
                <a:extLst>
                  <a:ext uri="{FF2B5EF4-FFF2-40B4-BE49-F238E27FC236}">
                    <a16:creationId xmlns:a16="http://schemas.microsoft.com/office/drawing/2014/main" id="{16142D51-E4F9-881F-A18C-C0D62B724501}"/>
                  </a:ext>
                </a:extLst>
              </p:cNvPr>
              <p:cNvPicPr/>
              <p:nvPr/>
            </p:nvPicPr>
            <p:blipFill>
              <a:blip r:embed="rId17"/>
              <a:stretch>
                <a:fillRect/>
              </a:stretch>
            </p:blipFill>
            <p:spPr>
              <a:xfrm>
                <a:off x="1616460" y="1881360"/>
                <a:ext cx="66600" cy="2001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83" name="Ink 82">
                <a:extLst>
                  <a:ext uri="{FF2B5EF4-FFF2-40B4-BE49-F238E27FC236}">
                    <a16:creationId xmlns:a16="http://schemas.microsoft.com/office/drawing/2014/main" id="{652632DD-BF9D-5FA0-B02B-139CEF3138EF}"/>
                  </a:ext>
                </a:extLst>
              </p14:cNvPr>
              <p14:cNvContentPartPr/>
              <p14:nvPr/>
            </p14:nvContentPartPr>
            <p14:xfrm>
              <a:off x="1612500" y="1814400"/>
              <a:ext cx="168840" cy="135360"/>
            </p14:xfrm>
          </p:contentPart>
        </mc:Choice>
        <mc:Fallback>
          <p:pic>
            <p:nvPicPr>
              <p:cNvPr id="83" name="Ink 82">
                <a:extLst>
                  <a:ext uri="{FF2B5EF4-FFF2-40B4-BE49-F238E27FC236}">
                    <a16:creationId xmlns:a16="http://schemas.microsoft.com/office/drawing/2014/main" id="{652632DD-BF9D-5FA0-B02B-139CEF3138EF}"/>
                  </a:ext>
                </a:extLst>
              </p:cNvPr>
              <p:cNvPicPr/>
              <p:nvPr/>
            </p:nvPicPr>
            <p:blipFill>
              <a:blip r:embed="rId19"/>
              <a:stretch>
                <a:fillRect/>
              </a:stretch>
            </p:blipFill>
            <p:spPr>
              <a:xfrm>
                <a:off x="1603860" y="1805400"/>
                <a:ext cx="186480" cy="1530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84" name="Ink 83">
                <a:extLst>
                  <a:ext uri="{FF2B5EF4-FFF2-40B4-BE49-F238E27FC236}">
                    <a16:creationId xmlns:a16="http://schemas.microsoft.com/office/drawing/2014/main" id="{E7D77DD7-E050-6FCE-4BC7-01EFA6AD6E01}"/>
                  </a:ext>
                </a:extLst>
              </p14:cNvPr>
              <p14:cNvContentPartPr/>
              <p14:nvPr/>
            </p14:nvContentPartPr>
            <p14:xfrm>
              <a:off x="1697820" y="1975320"/>
              <a:ext cx="43920" cy="16200"/>
            </p14:xfrm>
          </p:contentPart>
        </mc:Choice>
        <mc:Fallback>
          <p:pic>
            <p:nvPicPr>
              <p:cNvPr id="84" name="Ink 83">
                <a:extLst>
                  <a:ext uri="{FF2B5EF4-FFF2-40B4-BE49-F238E27FC236}">
                    <a16:creationId xmlns:a16="http://schemas.microsoft.com/office/drawing/2014/main" id="{E7D77DD7-E050-6FCE-4BC7-01EFA6AD6E01}"/>
                  </a:ext>
                </a:extLst>
              </p:cNvPr>
              <p:cNvPicPr/>
              <p:nvPr/>
            </p:nvPicPr>
            <p:blipFill>
              <a:blip r:embed="rId21"/>
              <a:stretch>
                <a:fillRect/>
              </a:stretch>
            </p:blipFill>
            <p:spPr>
              <a:xfrm>
                <a:off x="1688820" y="1966320"/>
                <a:ext cx="61560" cy="338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85" name="Ink 84">
                <a:extLst>
                  <a:ext uri="{FF2B5EF4-FFF2-40B4-BE49-F238E27FC236}">
                    <a16:creationId xmlns:a16="http://schemas.microsoft.com/office/drawing/2014/main" id="{5EB39814-81A6-1601-866A-1728701590E6}"/>
                  </a:ext>
                </a:extLst>
              </p14:cNvPr>
              <p14:cNvContentPartPr/>
              <p14:nvPr/>
            </p14:nvContentPartPr>
            <p14:xfrm>
              <a:off x="1917420" y="1896840"/>
              <a:ext cx="137880" cy="191880"/>
            </p14:xfrm>
          </p:contentPart>
        </mc:Choice>
        <mc:Fallback>
          <p:pic>
            <p:nvPicPr>
              <p:cNvPr id="85" name="Ink 84">
                <a:extLst>
                  <a:ext uri="{FF2B5EF4-FFF2-40B4-BE49-F238E27FC236}">
                    <a16:creationId xmlns:a16="http://schemas.microsoft.com/office/drawing/2014/main" id="{5EB39814-81A6-1601-866A-1728701590E6}"/>
                  </a:ext>
                </a:extLst>
              </p:cNvPr>
              <p:cNvPicPr/>
              <p:nvPr/>
            </p:nvPicPr>
            <p:blipFill>
              <a:blip r:embed="rId23"/>
              <a:stretch>
                <a:fillRect/>
              </a:stretch>
            </p:blipFill>
            <p:spPr>
              <a:xfrm>
                <a:off x="1908780" y="1888200"/>
                <a:ext cx="155520" cy="2095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86" name="Ink 85">
                <a:extLst>
                  <a:ext uri="{FF2B5EF4-FFF2-40B4-BE49-F238E27FC236}">
                    <a16:creationId xmlns:a16="http://schemas.microsoft.com/office/drawing/2014/main" id="{9E96315E-E337-093A-8F6E-8934231D4B52}"/>
                  </a:ext>
                </a:extLst>
              </p14:cNvPr>
              <p14:cNvContentPartPr/>
              <p14:nvPr/>
            </p14:nvContentPartPr>
            <p14:xfrm>
              <a:off x="2526900" y="1847880"/>
              <a:ext cx="93240" cy="214920"/>
            </p14:xfrm>
          </p:contentPart>
        </mc:Choice>
        <mc:Fallback>
          <p:pic>
            <p:nvPicPr>
              <p:cNvPr id="86" name="Ink 85">
                <a:extLst>
                  <a:ext uri="{FF2B5EF4-FFF2-40B4-BE49-F238E27FC236}">
                    <a16:creationId xmlns:a16="http://schemas.microsoft.com/office/drawing/2014/main" id="{9E96315E-E337-093A-8F6E-8934231D4B52}"/>
                  </a:ext>
                </a:extLst>
              </p:cNvPr>
              <p:cNvPicPr/>
              <p:nvPr/>
            </p:nvPicPr>
            <p:blipFill>
              <a:blip r:embed="rId25"/>
              <a:stretch>
                <a:fillRect/>
              </a:stretch>
            </p:blipFill>
            <p:spPr>
              <a:xfrm>
                <a:off x="2518260" y="1838880"/>
                <a:ext cx="110880" cy="2325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87" name="Ink 86">
                <a:extLst>
                  <a:ext uri="{FF2B5EF4-FFF2-40B4-BE49-F238E27FC236}">
                    <a16:creationId xmlns:a16="http://schemas.microsoft.com/office/drawing/2014/main" id="{87049C3A-3BFC-8823-C09E-9F2A8BB02FF7}"/>
                  </a:ext>
                </a:extLst>
              </p14:cNvPr>
              <p14:cNvContentPartPr/>
              <p14:nvPr/>
            </p14:nvContentPartPr>
            <p14:xfrm>
              <a:off x="2717340" y="1863000"/>
              <a:ext cx="263880" cy="192240"/>
            </p14:xfrm>
          </p:contentPart>
        </mc:Choice>
        <mc:Fallback>
          <p:pic>
            <p:nvPicPr>
              <p:cNvPr id="87" name="Ink 86">
                <a:extLst>
                  <a:ext uri="{FF2B5EF4-FFF2-40B4-BE49-F238E27FC236}">
                    <a16:creationId xmlns:a16="http://schemas.microsoft.com/office/drawing/2014/main" id="{87049C3A-3BFC-8823-C09E-9F2A8BB02FF7}"/>
                  </a:ext>
                </a:extLst>
              </p:cNvPr>
              <p:cNvPicPr/>
              <p:nvPr/>
            </p:nvPicPr>
            <p:blipFill>
              <a:blip r:embed="rId27"/>
              <a:stretch>
                <a:fillRect/>
              </a:stretch>
            </p:blipFill>
            <p:spPr>
              <a:xfrm>
                <a:off x="2708700" y="1854360"/>
                <a:ext cx="281520" cy="2098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88" name="Ink 87">
                <a:extLst>
                  <a:ext uri="{FF2B5EF4-FFF2-40B4-BE49-F238E27FC236}">
                    <a16:creationId xmlns:a16="http://schemas.microsoft.com/office/drawing/2014/main" id="{8AC7DE89-0D24-312D-4FE7-733AB2BDD631}"/>
                  </a:ext>
                </a:extLst>
              </p14:cNvPr>
              <p14:cNvContentPartPr/>
              <p14:nvPr/>
            </p14:nvContentPartPr>
            <p14:xfrm>
              <a:off x="3074100" y="1828080"/>
              <a:ext cx="116640" cy="156240"/>
            </p14:xfrm>
          </p:contentPart>
        </mc:Choice>
        <mc:Fallback>
          <p:pic>
            <p:nvPicPr>
              <p:cNvPr id="88" name="Ink 87">
                <a:extLst>
                  <a:ext uri="{FF2B5EF4-FFF2-40B4-BE49-F238E27FC236}">
                    <a16:creationId xmlns:a16="http://schemas.microsoft.com/office/drawing/2014/main" id="{8AC7DE89-0D24-312D-4FE7-733AB2BDD631}"/>
                  </a:ext>
                </a:extLst>
              </p:cNvPr>
              <p:cNvPicPr/>
              <p:nvPr/>
            </p:nvPicPr>
            <p:blipFill>
              <a:blip r:embed="rId29"/>
              <a:stretch>
                <a:fillRect/>
              </a:stretch>
            </p:blipFill>
            <p:spPr>
              <a:xfrm>
                <a:off x="3065460" y="1819440"/>
                <a:ext cx="134280" cy="1738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89" name="Ink 88">
                <a:extLst>
                  <a:ext uri="{FF2B5EF4-FFF2-40B4-BE49-F238E27FC236}">
                    <a16:creationId xmlns:a16="http://schemas.microsoft.com/office/drawing/2014/main" id="{D1E92542-2CE9-A1E5-28DA-75FF31BE0E0A}"/>
                  </a:ext>
                </a:extLst>
              </p14:cNvPr>
              <p14:cNvContentPartPr/>
              <p14:nvPr/>
            </p14:nvContentPartPr>
            <p14:xfrm>
              <a:off x="3696900" y="1866960"/>
              <a:ext cx="143640" cy="176040"/>
            </p14:xfrm>
          </p:contentPart>
        </mc:Choice>
        <mc:Fallback>
          <p:pic>
            <p:nvPicPr>
              <p:cNvPr id="89" name="Ink 88">
                <a:extLst>
                  <a:ext uri="{FF2B5EF4-FFF2-40B4-BE49-F238E27FC236}">
                    <a16:creationId xmlns:a16="http://schemas.microsoft.com/office/drawing/2014/main" id="{D1E92542-2CE9-A1E5-28DA-75FF31BE0E0A}"/>
                  </a:ext>
                </a:extLst>
              </p:cNvPr>
              <p:cNvPicPr/>
              <p:nvPr/>
            </p:nvPicPr>
            <p:blipFill>
              <a:blip r:embed="rId31"/>
              <a:stretch>
                <a:fillRect/>
              </a:stretch>
            </p:blipFill>
            <p:spPr>
              <a:xfrm>
                <a:off x="3687900" y="1858320"/>
                <a:ext cx="161280" cy="1936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90" name="Ink 89">
                <a:extLst>
                  <a:ext uri="{FF2B5EF4-FFF2-40B4-BE49-F238E27FC236}">
                    <a16:creationId xmlns:a16="http://schemas.microsoft.com/office/drawing/2014/main" id="{0E5C1C85-5E4B-EECB-2CA0-E77BD2131253}"/>
                  </a:ext>
                </a:extLst>
              </p14:cNvPr>
              <p14:cNvContentPartPr/>
              <p14:nvPr/>
            </p14:nvContentPartPr>
            <p14:xfrm>
              <a:off x="3968340" y="1760400"/>
              <a:ext cx="78480" cy="273600"/>
            </p14:xfrm>
          </p:contentPart>
        </mc:Choice>
        <mc:Fallback>
          <p:pic>
            <p:nvPicPr>
              <p:cNvPr id="90" name="Ink 89">
                <a:extLst>
                  <a:ext uri="{FF2B5EF4-FFF2-40B4-BE49-F238E27FC236}">
                    <a16:creationId xmlns:a16="http://schemas.microsoft.com/office/drawing/2014/main" id="{0E5C1C85-5E4B-EECB-2CA0-E77BD2131253}"/>
                  </a:ext>
                </a:extLst>
              </p:cNvPr>
              <p:cNvPicPr/>
              <p:nvPr/>
            </p:nvPicPr>
            <p:blipFill>
              <a:blip r:embed="rId33"/>
              <a:stretch>
                <a:fillRect/>
              </a:stretch>
            </p:blipFill>
            <p:spPr>
              <a:xfrm>
                <a:off x="3959700" y="1751400"/>
                <a:ext cx="96120" cy="2912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91" name="Ink 90">
                <a:extLst>
                  <a:ext uri="{FF2B5EF4-FFF2-40B4-BE49-F238E27FC236}">
                    <a16:creationId xmlns:a16="http://schemas.microsoft.com/office/drawing/2014/main" id="{867C4E0B-854B-572B-22EE-A0B06B49C83B}"/>
                  </a:ext>
                </a:extLst>
              </p14:cNvPr>
              <p14:cNvContentPartPr/>
              <p14:nvPr/>
            </p14:nvContentPartPr>
            <p14:xfrm>
              <a:off x="4000020" y="1949400"/>
              <a:ext cx="41760" cy="12960"/>
            </p14:xfrm>
          </p:contentPart>
        </mc:Choice>
        <mc:Fallback>
          <p:pic>
            <p:nvPicPr>
              <p:cNvPr id="91" name="Ink 90">
                <a:extLst>
                  <a:ext uri="{FF2B5EF4-FFF2-40B4-BE49-F238E27FC236}">
                    <a16:creationId xmlns:a16="http://schemas.microsoft.com/office/drawing/2014/main" id="{867C4E0B-854B-572B-22EE-A0B06B49C83B}"/>
                  </a:ext>
                </a:extLst>
              </p:cNvPr>
              <p:cNvPicPr/>
              <p:nvPr/>
            </p:nvPicPr>
            <p:blipFill>
              <a:blip r:embed="rId35"/>
              <a:stretch>
                <a:fillRect/>
              </a:stretch>
            </p:blipFill>
            <p:spPr>
              <a:xfrm>
                <a:off x="3991380" y="1940400"/>
                <a:ext cx="59400" cy="306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03" name="Ink 102">
                <a:extLst>
                  <a:ext uri="{FF2B5EF4-FFF2-40B4-BE49-F238E27FC236}">
                    <a16:creationId xmlns:a16="http://schemas.microsoft.com/office/drawing/2014/main" id="{8F2EF5CE-8EC6-8E77-7542-D22A339CFCDC}"/>
                  </a:ext>
                </a:extLst>
              </p14:cNvPr>
              <p14:cNvContentPartPr/>
              <p14:nvPr/>
            </p14:nvContentPartPr>
            <p14:xfrm>
              <a:off x="1768740" y="3460680"/>
              <a:ext cx="290880" cy="32040"/>
            </p14:xfrm>
          </p:contentPart>
        </mc:Choice>
        <mc:Fallback>
          <p:pic>
            <p:nvPicPr>
              <p:cNvPr id="103" name="Ink 102">
                <a:extLst>
                  <a:ext uri="{FF2B5EF4-FFF2-40B4-BE49-F238E27FC236}">
                    <a16:creationId xmlns:a16="http://schemas.microsoft.com/office/drawing/2014/main" id="{8F2EF5CE-8EC6-8E77-7542-D22A339CFCDC}"/>
                  </a:ext>
                </a:extLst>
              </p:cNvPr>
              <p:cNvPicPr/>
              <p:nvPr/>
            </p:nvPicPr>
            <p:blipFill>
              <a:blip r:embed="rId37"/>
              <a:stretch>
                <a:fillRect/>
              </a:stretch>
            </p:blipFill>
            <p:spPr>
              <a:xfrm>
                <a:off x="1759740" y="3451680"/>
                <a:ext cx="308520" cy="496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104" name="Ink 103">
                <a:extLst>
                  <a:ext uri="{FF2B5EF4-FFF2-40B4-BE49-F238E27FC236}">
                    <a16:creationId xmlns:a16="http://schemas.microsoft.com/office/drawing/2014/main" id="{74F97BD5-494F-6CB6-4817-6F40C1276459}"/>
                  </a:ext>
                </a:extLst>
              </p14:cNvPr>
              <p14:cNvContentPartPr/>
              <p14:nvPr/>
            </p14:nvContentPartPr>
            <p14:xfrm>
              <a:off x="2134860" y="3140640"/>
              <a:ext cx="154080" cy="408240"/>
            </p14:xfrm>
          </p:contentPart>
        </mc:Choice>
        <mc:Fallback>
          <p:pic>
            <p:nvPicPr>
              <p:cNvPr id="104" name="Ink 103">
                <a:extLst>
                  <a:ext uri="{FF2B5EF4-FFF2-40B4-BE49-F238E27FC236}">
                    <a16:creationId xmlns:a16="http://schemas.microsoft.com/office/drawing/2014/main" id="{74F97BD5-494F-6CB6-4817-6F40C1276459}"/>
                  </a:ext>
                </a:extLst>
              </p:cNvPr>
              <p:cNvPicPr/>
              <p:nvPr/>
            </p:nvPicPr>
            <p:blipFill>
              <a:blip r:embed="rId39"/>
              <a:stretch>
                <a:fillRect/>
              </a:stretch>
            </p:blipFill>
            <p:spPr>
              <a:xfrm>
                <a:off x="2125860" y="3132000"/>
                <a:ext cx="171720" cy="4258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105" name="Ink 104">
                <a:extLst>
                  <a:ext uri="{FF2B5EF4-FFF2-40B4-BE49-F238E27FC236}">
                    <a16:creationId xmlns:a16="http://schemas.microsoft.com/office/drawing/2014/main" id="{AAC94FAA-B1A7-9A92-D452-97493A5BA298}"/>
                  </a:ext>
                </a:extLst>
              </p14:cNvPr>
              <p14:cNvContentPartPr/>
              <p14:nvPr/>
            </p14:nvContentPartPr>
            <p14:xfrm>
              <a:off x="2459220" y="3313800"/>
              <a:ext cx="206640" cy="202680"/>
            </p14:xfrm>
          </p:contentPart>
        </mc:Choice>
        <mc:Fallback>
          <p:pic>
            <p:nvPicPr>
              <p:cNvPr id="105" name="Ink 104">
                <a:extLst>
                  <a:ext uri="{FF2B5EF4-FFF2-40B4-BE49-F238E27FC236}">
                    <a16:creationId xmlns:a16="http://schemas.microsoft.com/office/drawing/2014/main" id="{AAC94FAA-B1A7-9A92-D452-97493A5BA298}"/>
                  </a:ext>
                </a:extLst>
              </p:cNvPr>
              <p:cNvPicPr/>
              <p:nvPr/>
            </p:nvPicPr>
            <p:blipFill>
              <a:blip r:embed="rId41"/>
              <a:stretch>
                <a:fillRect/>
              </a:stretch>
            </p:blipFill>
            <p:spPr>
              <a:xfrm>
                <a:off x="2450580" y="3305160"/>
                <a:ext cx="224280" cy="2203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106" name="Ink 105">
                <a:extLst>
                  <a:ext uri="{FF2B5EF4-FFF2-40B4-BE49-F238E27FC236}">
                    <a16:creationId xmlns:a16="http://schemas.microsoft.com/office/drawing/2014/main" id="{442D7CF7-98DB-067B-F176-5A8F25BF82EE}"/>
                  </a:ext>
                </a:extLst>
              </p14:cNvPr>
              <p14:cNvContentPartPr/>
              <p14:nvPr/>
            </p14:nvContentPartPr>
            <p14:xfrm>
              <a:off x="2729940" y="3352320"/>
              <a:ext cx="189000" cy="133920"/>
            </p14:xfrm>
          </p:contentPart>
        </mc:Choice>
        <mc:Fallback>
          <p:pic>
            <p:nvPicPr>
              <p:cNvPr id="106" name="Ink 105">
                <a:extLst>
                  <a:ext uri="{FF2B5EF4-FFF2-40B4-BE49-F238E27FC236}">
                    <a16:creationId xmlns:a16="http://schemas.microsoft.com/office/drawing/2014/main" id="{442D7CF7-98DB-067B-F176-5A8F25BF82EE}"/>
                  </a:ext>
                </a:extLst>
              </p:cNvPr>
              <p:cNvPicPr/>
              <p:nvPr/>
            </p:nvPicPr>
            <p:blipFill>
              <a:blip r:embed="rId43"/>
              <a:stretch>
                <a:fillRect/>
              </a:stretch>
            </p:blipFill>
            <p:spPr>
              <a:xfrm>
                <a:off x="2721300" y="3343680"/>
                <a:ext cx="20664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107" name="Ink 106">
                <a:extLst>
                  <a:ext uri="{FF2B5EF4-FFF2-40B4-BE49-F238E27FC236}">
                    <a16:creationId xmlns:a16="http://schemas.microsoft.com/office/drawing/2014/main" id="{1DB93032-AC16-2D9F-FB1C-080976B083A8}"/>
                  </a:ext>
                </a:extLst>
              </p14:cNvPr>
              <p14:cNvContentPartPr/>
              <p14:nvPr/>
            </p14:nvContentPartPr>
            <p14:xfrm>
              <a:off x="2958900" y="3322080"/>
              <a:ext cx="151920" cy="175680"/>
            </p14:xfrm>
          </p:contentPart>
        </mc:Choice>
        <mc:Fallback>
          <p:pic>
            <p:nvPicPr>
              <p:cNvPr id="107" name="Ink 106">
                <a:extLst>
                  <a:ext uri="{FF2B5EF4-FFF2-40B4-BE49-F238E27FC236}">
                    <a16:creationId xmlns:a16="http://schemas.microsoft.com/office/drawing/2014/main" id="{1DB93032-AC16-2D9F-FB1C-080976B083A8}"/>
                  </a:ext>
                </a:extLst>
              </p:cNvPr>
              <p:cNvPicPr/>
              <p:nvPr/>
            </p:nvPicPr>
            <p:blipFill>
              <a:blip r:embed="rId45"/>
              <a:stretch>
                <a:fillRect/>
              </a:stretch>
            </p:blipFill>
            <p:spPr>
              <a:xfrm>
                <a:off x="2950260" y="3313080"/>
                <a:ext cx="169560" cy="1933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108" name="Ink 107">
                <a:extLst>
                  <a:ext uri="{FF2B5EF4-FFF2-40B4-BE49-F238E27FC236}">
                    <a16:creationId xmlns:a16="http://schemas.microsoft.com/office/drawing/2014/main" id="{5D3545EE-A9AF-FC7D-E5D7-A1EEDF99A7CB}"/>
                  </a:ext>
                </a:extLst>
              </p14:cNvPr>
              <p14:cNvContentPartPr/>
              <p14:nvPr/>
            </p14:nvContentPartPr>
            <p14:xfrm>
              <a:off x="3064380" y="3189240"/>
              <a:ext cx="59760" cy="30600"/>
            </p14:xfrm>
          </p:contentPart>
        </mc:Choice>
        <mc:Fallback>
          <p:pic>
            <p:nvPicPr>
              <p:cNvPr id="108" name="Ink 107">
                <a:extLst>
                  <a:ext uri="{FF2B5EF4-FFF2-40B4-BE49-F238E27FC236}">
                    <a16:creationId xmlns:a16="http://schemas.microsoft.com/office/drawing/2014/main" id="{5D3545EE-A9AF-FC7D-E5D7-A1EEDF99A7CB}"/>
                  </a:ext>
                </a:extLst>
              </p:cNvPr>
              <p:cNvPicPr/>
              <p:nvPr/>
            </p:nvPicPr>
            <p:blipFill>
              <a:blip r:embed="rId47"/>
              <a:stretch>
                <a:fillRect/>
              </a:stretch>
            </p:blipFill>
            <p:spPr>
              <a:xfrm>
                <a:off x="3055740" y="3180240"/>
                <a:ext cx="77400" cy="4824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110" name="Ink 109">
                <a:extLst>
                  <a:ext uri="{FF2B5EF4-FFF2-40B4-BE49-F238E27FC236}">
                    <a16:creationId xmlns:a16="http://schemas.microsoft.com/office/drawing/2014/main" id="{7431FEBC-2861-63BC-4F3A-ECE99A78792F}"/>
                  </a:ext>
                </a:extLst>
              </p14:cNvPr>
              <p14:cNvContentPartPr/>
              <p14:nvPr/>
            </p14:nvContentPartPr>
            <p14:xfrm>
              <a:off x="998700" y="1385280"/>
              <a:ext cx="4790880" cy="3115800"/>
            </p14:xfrm>
          </p:contentPart>
        </mc:Choice>
        <mc:Fallback>
          <p:pic>
            <p:nvPicPr>
              <p:cNvPr id="110" name="Ink 109">
                <a:extLst>
                  <a:ext uri="{FF2B5EF4-FFF2-40B4-BE49-F238E27FC236}">
                    <a16:creationId xmlns:a16="http://schemas.microsoft.com/office/drawing/2014/main" id="{7431FEBC-2861-63BC-4F3A-ECE99A78792F}"/>
                  </a:ext>
                </a:extLst>
              </p:cNvPr>
              <p:cNvPicPr/>
              <p:nvPr/>
            </p:nvPicPr>
            <p:blipFill>
              <a:blip r:embed="rId49"/>
              <a:stretch>
                <a:fillRect/>
              </a:stretch>
            </p:blipFill>
            <p:spPr>
              <a:xfrm>
                <a:off x="989700" y="1376280"/>
                <a:ext cx="4808520" cy="3133440"/>
              </a:xfrm>
              <a:prstGeom prst="rect">
                <a:avLst/>
              </a:prstGeom>
            </p:spPr>
          </p:pic>
        </mc:Fallback>
      </mc:AlternateContent>
      <p:grpSp>
        <p:nvGrpSpPr>
          <p:cNvPr id="113" name="Group 112">
            <a:extLst>
              <a:ext uri="{FF2B5EF4-FFF2-40B4-BE49-F238E27FC236}">
                <a16:creationId xmlns:a16="http://schemas.microsoft.com/office/drawing/2014/main" id="{8A59FBE6-E771-D13E-F36F-73376AB3D6D2}"/>
              </a:ext>
            </a:extLst>
          </p:cNvPr>
          <p:cNvGrpSpPr/>
          <p:nvPr/>
        </p:nvGrpSpPr>
        <p:grpSpPr>
          <a:xfrm>
            <a:off x="1994820" y="2386440"/>
            <a:ext cx="606960" cy="375120"/>
            <a:chOff x="1994820" y="2386440"/>
            <a:chExt cx="606960" cy="375120"/>
          </a:xfrm>
        </p:grpSpPr>
        <mc:AlternateContent xmlns:mc="http://schemas.openxmlformats.org/markup-compatibility/2006">
          <mc:Choice xmlns:p14="http://schemas.microsoft.com/office/powerpoint/2010/main" Requires="p14">
            <p:contentPart p14:bwMode="auto" r:id="rId50">
              <p14:nvContentPartPr>
                <p14:cNvPr id="100" name="Ink 99">
                  <a:extLst>
                    <a:ext uri="{FF2B5EF4-FFF2-40B4-BE49-F238E27FC236}">
                      <a16:creationId xmlns:a16="http://schemas.microsoft.com/office/drawing/2014/main" id="{7C47C446-1060-5DED-871F-6BAF148D2337}"/>
                    </a:ext>
                  </a:extLst>
                </p14:cNvPr>
                <p14:cNvContentPartPr/>
                <p14:nvPr/>
              </p14:nvContentPartPr>
              <p14:xfrm>
                <a:off x="1994820" y="2386440"/>
                <a:ext cx="154080" cy="280080"/>
              </p14:xfrm>
            </p:contentPart>
          </mc:Choice>
          <mc:Fallback>
            <p:pic>
              <p:nvPicPr>
                <p:cNvPr id="100" name="Ink 99">
                  <a:extLst>
                    <a:ext uri="{FF2B5EF4-FFF2-40B4-BE49-F238E27FC236}">
                      <a16:creationId xmlns:a16="http://schemas.microsoft.com/office/drawing/2014/main" id="{7C47C446-1060-5DED-871F-6BAF148D2337}"/>
                    </a:ext>
                  </a:extLst>
                </p:cNvPr>
                <p:cNvPicPr/>
                <p:nvPr/>
              </p:nvPicPr>
              <p:blipFill>
                <a:blip r:embed="rId51"/>
                <a:stretch>
                  <a:fillRect/>
                </a:stretch>
              </p:blipFill>
              <p:spPr>
                <a:xfrm>
                  <a:off x="1986180" y="2377800"/>
                  <a:ext cx="171720" cy="29772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101" name="Ink 100">
                  <a:extLst>
                    <a:ext uri="{FF2B5EF4-FFF2-40B4-BE49-F238E27FC236}">
                      <a16:creationId xmlns:a16="http://schemas.microsoft.com/office/drawing/2014/main" id="{CE3E7CD9-BDD2-234E-E2AC-839328E061F7}"/>
                    </a:ext>
                  </a:extLst>
                </p14:cNvPr>
                <p14:cNvContentPartPr/>
                <p14:nvPr/>
              </p14:nvContentPartPr>
              <p14:xfrm>
                <a:off x="2196780" y="2478960"/>
                <a:ext cx="241560" cy="117360"/>
              </p14:xfrm>
            </p:contentPart>
          </mc:Choice>
          <mc:Fallback>
            <p:pic>
              <p:nvPicPr>
                <p:cNvPr id="101" name="Ink 100">
                  <a:extLst>
                    <a:ext uri="{FF2B5EF4-FFF2-40B4-BE49-F238E27FC236}">
                      <a16:creationId xmlns:a16="http://schemas.microsoft.com/office/drawing/2014/main" id="{CE3E7CD9-BDD2-234E-E2AC-839328E061F7}"/>
                    </a:ext>
                  </a:extLst>
                </p:cNvPr>
                <p:cNvPicPr/>
                <p:nvPr/>
              </p:nvPicPr>
              <p:blipFill>
                <a:blip r:embed="rId53"/>
                <a:stretch>
                  <a:fillRect/>
                </a:stretch>
              </p:blipFill>
              <p:spPr>
                <a:xfrm>
                  <a:off x="2188140" y="2469960"/>
                  <a:ext cx="259200" cy="13500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112" name="Ink 111">
                  <a:extLst>
                    <a:ext uri="{FF2B5EF4-FFF2-40B4-BE49-F238E27FC236}">
                      <a16:creationId xmlns:a16="http://schemas.microsoft.com/office/drawing/2014/main" id="{930D038C-DE43-51C6-59A3-E02A9C7C86CA}"/>
                    </a:ext>
                  </a:extLst>
                </p14:cNvPr>
                <p14:cNvContentPartPr/>
                <p14:nvPr/>
              </p14:nvContentPartPr>
              <p14:xfrm>
                <a:off x="2084820" y="2704320"/>
                <a:ext cx="516960" cy="57240"/>
              </p14:xfrm>
            </p:contentPart>
          </mc:Choice>
          <mc:Fallback>
            <p:pic>
              <p:nvPicPr>
                <p:cNvPr id="112" name="Ink 111">
                  <a:extLst>
                    <a:ext uri="{FF2B5EF4-FFF2-40B4-BE49-F238E27FC236}">
                      <a16:creationId xmlns:a16="http://schemas.microsoft.com/office/drawing/2014/main" id="{930D038C-DE43-51C6-59A3-E02A9C7C86CA}"/>
                    </a:ext>
                  </a:extLst>
                </p:cNvPr>
                <p:cNvPicPr/>
                <p:nvPr/>
              </p:nvPicPr>
              <p:blipFill>
                <a:blip r:embed="rId55"/>
                <a:stretch>
                  <a:fillRect/>
                </a:stretch>
              </p:blipFill>
              <p:spPr>
                <a:xfrm>
                  <a:off x="2076180" y="2695320"/>
                  <a:ext cx="534600" cy="748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6">
            <p14:nvContentPartPr>
              <p14:cNvPr id="114" name="Ink 113">
                <a:extLst>
                  <a:ext uri="{FF2B5EF4-FFF2-40B4-BE49-F238E27FC236}">
                    <a16:creationId xmlns:a16="http://schemas.microsoft.com/office/drawing/2014/main" id="{2509C246-E39D-B3C9-84B5-A3B7461E7A14}"/>
                  </a:ext>
                </a:extLst>
              </p14:cNvPr>
              <p14:cNvContentPartPr/>
              <p14:nvPr/>
            </p14:nvContentPartPr>
            <p14:xfrm>
              <a:off x="2364900" y="3733200"/>
              <a:ext cx="567360" cy="58320"/>
            </p14:xfrm>
          </p:contentPart>
        </mc:Choice>
        <mc:Fallback>
          <p:pic>
            <p:nvPicPr>
              <p:cNvPr id="114" name="Ink 113">
                <a:extLst>
                  <a:ext uri="{FF2B5EF4-FFF2-40B4-BE49-F238E27FC236}">
                    <a16:creationId xmlns:a16="http://schemas.microsoft.com/office/drawing/2014/main" id="{2509C246-E39D-B3C9-84B5-A3B7461E7A14}"/>
                  </a:ext>
                </a:extLst>
              </p:cNvPr>
              <p:cNvPicPr/>
              <p:nvPr/>
            </p:nvPicPr>
            <p:blipFill>
              <a:blip r:embed="rId57"/>
              <a:stretch>
                <a:fillRect/>
              </a:stretch>
            </p:blipFill>
            <p:spPr>
              <a:xfrm>
                <a:off x="2355900" y="3724560"/>
                <a:ext cx="585000" cy="75960"/>
              </a:xfrm>
              <a:prstGeom prst="rect">
                <a:avLst/>
              </a:prstGeom>
            </p:spPr>
          </p:pic>
        </mc:Fallback>
      </mc:AlternateContent>
      <p:grpSp>
        <p:nvGrpSpPr>
          <p:cNvPr id="132" name="Group 131">
            <a:extLst>
              <a:ext uri="{FF2B5EF4-FFF2-40B4-BE49-F238E27FC236}">
                <a16:creationId xmlns:a16="http://schemas.microsoft.com/office/drawing/2014/main" id="{205F4F01-E18C-7274-27DA-8D3CCA3D3487}"/>
              </a:ext>
            </a:extLst>
          </p:cNvPr>
          <p:cNvGrpSpPr/>
          <p:nvPr/>
        </p:nvGrpSpPr>
        <p:grpSpPr>
          <a:xfrm>
            <a:off x="4728300" y="848160"/>
            <a:ext cx="6703200" cy="5832720"/>
            <a:chOff x="4728300" y="848160"/>
            <a:chExt cx="6703200" cy="5832720"/>
          </a:xfrm>
        </p:grpSpPr>
        <mc:AlternateContent xmlns:mc="http://schemas.openxmlformats.org/markup-compatibility/2006">
          <mc:Choice xmlns:p14="http://schemas.microsoft.com/office/powerpoint/2010/main" Requires="p14">
            <p:contentPart p14:bwMode="auto" r:id="rId58">
              <p14:nvContentPartPr>
                <p14:cNvPr id="5" name="Ink 4">
                  <a:extLst>
                    <a:ext uri="{FF2B5EF4-FFF2-40B4-BE49-F238E27FC236}">
                      <a16:creationId xmlns:a16="http://schemas.microsoft.com/office/drawing/2014/main" id="{1CF9C1DB-D529-AA40-0F77-5D4BA9EFEFA5}"/>
                    </a:ext>
                  </a:extLst>
                </p14:cNvPr>
                <p14:cNvContentPartPr/>
                <p14:nvPr/>
              </p14:nvContentPartPr>
              <p14:xfrm>
                <a:off x="9304620" y="3583800"/>
                <a:ext cx="201960" cy="394560"/>
              </p14:xfrm>
            </p:contentPart>
          </mc:Choice>
          <mc:Fallback>
            <p:pic>
              <p:nvPicPr>
                <p:cNvPr id="5" name="Ink 4">
                  <a:extLst>
                    <a:ext uri="{FF2B5EF4-FFF2-40B4-BE49-F238E27FC236}">
                      <a16:creationId xmlns:a16="http://schemas.microsoft.com/office/drawing/2014/main" id="{1CF9C1DB-D529-AA40-0F77-5D4BA9EFEFA5}"/>
                    </a:ext>
                  </a:extLst>
                </p:cNvPr>
                <p:cNvPicPr/>
                <p:nvPr/>
              </p:nvPicPr>
              <p:blipFill>
                <a:blip r:embed="rId59"/>
                <a:stretch>
                  <a:fillRect/>
                </a:stretch>
              </p:blipFill>
              <p:spPr>
                <a:xfrm>
                  <a:off x="9295980" y="3575160"/>
                  <a:ext cx="219600" cy="4122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6" name="Ink 5">
                  <a:extLst>
                    <a:ext uri="{FF2B5EF4-FFF2-40B4-BE49-F238E27FC236}">
                      <a16:creationId xmlns:a16="http://schemas.microsoft.com/office/drawing/2014/main" id="{17696BAE-6F48-92E7-E55A-7C4CB2C93B58}"/>
                    </a:ext>
                  </a:extLst>
                </p14:cNvPr>
                <p14:cNvContentPartPr/>
                <p14:nvPr/>
              </p14:nvContentPartPr>
              <p14:xfrm>
                <a:off x="9563100" y="3734280"/>
                <a:ext cx="172080" cy="232560"/>
              </p14:xfrm>
            </p:contentPart>
          </mc:Choice>
          <mc:Fallback>
            <p:pic>
              <p:nvPicPr>
                <p:cNvPr id="6" name="Ink 5">
                  <a:extLst>
                    <a:ext uri="{FF2B5EF4-FFF2-40B4-BE49-F238E27FC236}">
                      <a16:creationId xmlns:a16="http://schemas.microsoft.com/office/drawing/2014/main" id="{17696BAE-6F48-92E7-E55A-7C4CB2C93B58}"/>
                    </a:ext>
                  </a:extLst>
                </p:cNvPr>
                <p:cNvPicPr/>
                <p:nvPr/>
              </p:nvPicPr>
              <p:blipFill>
                <a:blip r:embed="rId61"/>
                <a:stretch>
                  <a:fillRect/>
                </a:stretch>
              </p:blipFill>
              <p:spPr>
                <a:xfrm>
                  <a:off x="9554100" y="3725640"/>
                  <a:ext cx="189720" cy="2502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7" name="Ink 6">
                  <a:extLst>
                    <a:ext uri="{FF2B5EF4-FFF2-40B4-BE49-F238E27FC236}">
                      <a16:creationId xmlns:a16="http://schemas.microsoft.com/office/drawing/2014/main" id="{74986E9C-025E-C08B-9219-5DDE5883B4A2}"/>
                    </a:ext>
                  </a:extLst>
                </p14:cNvPr>
                <p14:cNvContentPartPr/>
                <p14:nvPr/>
              </p14:nvContentPartPr>
              <p14:xfrm>
                <a:off x="9637260" y="3723840"/>
                <a:ext cx="215640" cy="262800"/>
              </p14:xfrm>
            </p:contentPart>
          </mc:Choice>
          <mc:Fallback>
            <p:pic>
              <p:nvPicPr>
                <p:cNvPr id="7" name="Ink 6">
                  <a:extLst>
                    <a:ext uri="{FF2B5EF4-FFF2-40B4-BE49-F238E27FC236}">
                      <a16:creationId xmlns:a16="http://schemas.microsoft.com/office/drawing/2014/main" id="{74986E9C-025E-C08B-9219-5DDE5883B4A2}"/>
                    </a:ext>
                  </a:extLst>
                </p:cNvPr>
                <p:cNvPicPr/>
                <p:nvPr/>
              </p:nvPicPr>
              <p:blipFill>
                <a:blip r:embed="rId63"/>
                <a:stretch>
                  <a:fillRect/>
                </a:stretch>
              </p:blipFill>
              <p:spPr>
                <a:xfrm>
                  <a:off x="9628260" y="3715200"/>
                  <a:ext cx="233280" cy="2804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8" name="Ink 7">
                  <a:extLst>
                    <a:ext uri="{FF2B5EF4-FFF2-40B4-BE49-F238E27FC236}">
                      <a16:creationId xmlns:a16="http://schemas.microsoft.com/office/drawing/2014/main" id="{BED1671A-CD72-D86E-5319-9705E060D3CC}"/>
                    </a:ext>
                  </a:extLst>
                </p14:cNvPr>
                <p14:cNvContentPartPr/>
                <p14:nvPr/>
              </p14:nvContentPartPr>
              <p14:xfrm>
                <a:off x="9946140" y="3727440"/>
                <a:ext cx="186120" cy="209880"/>
              </p14:xfrm>
            </p:contentPart>
          </mc:Choice>
          <mc:Fallback>
            <p:pic>
              <p:nvPicPr>
                <p:cNvPr id="8" name="Ink 7">
                  <a:extLst>
                    <a:ext uri="{FF2B5EF4-FFF2-40B4-BE49-F238E27FC236}">
                      <a16:creationId xmlns:a16="http://schemas.microsoft.com/office/drawing/2014/main" id="{BED1671A-CD72-D86E-5319-9705E060D3CC}"/>
                    </a:ext>
                  </a:extLst>
                </p:cNvPr>
                <p:cNvPicPr/>
                <p:nvPr/>
              </p:nvPicPr>
              <p:blipFill>
                <a:blip r:embed="rId65"/>
                <a:stretch>
                  <a:fillRect/>
                </a:stretch>
              </p:blipFill>
              <p:spPr>
                <a:xfrm>
                  <a:off x="9937140" y="3718800"/>
                  <a:ext cx="203760" cy="22752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9" name="Ink 8">
                  <a:extLst>
                    <a:ext uri="{FF2B5EF4-FFF2-40B4-BE49-F238E27FC236}">
                      <a16:creationId xmlns:a16="http://schemas.microsoft.com/office/drawing/2014/main" id="{078A02CC-9C47-FC42-F3B1-67014866460E}"/>
                    </a:ext>
                  </a:extLst>
                </p14:cNvPr>
                <p14:cNvContentPartPr/>
                <p14:nvPr/>
              </p14:nvContentPartPr>
              <p14:xfrm>
                <a:off x="10199580" y="3803760"/>
                <a:ext cx="149760" cy="135720"/>
              </p14:xfrm>
            </p:contentPart>
          </mc:Choice>
          <mc:Fallback>
            <p:pic>
              <p:nvPicPr>
                <p:cNvPr id="9" name="Ink 8">
                  <a:extLst>
                    <a:ext uri="{FF2B5EF4-FFF2-40B4-BE49-F238E27FC236}">
                      <a16:creationId xmlns:a16="http://schemas.microsoft.com/office/drawing/2014/main" id="{078A02CC-9C47-FC42-F3B1-67014866460E}"/>
                    </a:ext>
                  </a:extLst>
                </p:cNvPr>
                <p:cNvPicPr/>
                <p:nvPr/>
              </p:nvPicPr>
              <p:blipFill>
                <a:blip r:embed="rId67"/>
                <a:stretch>
                  <a:fillRect/>
                </a:stretch>
              </p:blipFill>
              <p:spPr>
                <a:xfrm>
                  <a:off x="10190580" y="3794760"/>
                  <a:ext cx="167400" cy="15336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10" name="Ink 9">
                  <a:extLst>
                    <a:ext uri="{FF2B5EF4-FFF2-40B4-BE49-F238E27FC236}">
                      <a16:creationId xmlns:a16="http://schemas.microsoft.com/office/drawing/2014/main" id="{E3EF885A-A347-2A15-E880-CD4CFD251A13}"/>
                    </a:ext>
                  </a:extLst>
                </p14:cNvPr>
                <p14:cNvContentPartPr/>
                <p14:nvPr/>
              </p14:nvContentPartPr>
              <p14:xfrm>
                <a:off x="9485700" y="4155480"/>
                <a:ext cx="696600" cy="411480"/>
              </p14:xfrm>
            </p:contentPart>
          </mc:Choice>
          <mc:Fallback>
            <p:pic>
              <p:nvPicPr>
                <p:cNvPr id="10" name="Ink 9">
                  <a:extLst>
                    <a:ext uri="{FF2B5EF4-FFF2-40B4-BE49-F238E27FC236}">
                      <a16:creationId xmlns:a16="http://schemas.microsoft.com/office/drawing/2014/main" id="{E3EF885A-A347-2A15-E880-CD4CFD251A13}"/>
                    </a:ext>
                  </a:extLst>
                </p:cNvPr>
                <p:cNvPicPr/>
                <p:nvPr/>
              </p:nvPicPr>
              <p:blipFill>
                <a:blip r:embed="rId69"/>
                <a:stretch>
                  <a:fillRect/>
                </a:stretch>
              </p:blipFill>
              <p:spPr>
                <a:xfrm>
                  <a:off x="9476700" y="4146480"/>
                  <a:ext cx="714240" cy="42912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11" name="Ink 10">
                  <a:extLst>
                    <a:ext uri="{FF2B5EF4-FFF2-40B4-BE49-F238E27FC236}">
                      <a16:creationId xmlns:a16="http://schemas.microsoft.com/office/drawing/2014/main" id="{1B2F82A6-F920-E03B-5D56-BB64F9A9991E}"/>
                    </a:ext>
                  </a:extLst>
                </p14:cNvPr>
                <p14:cNvContentPartPr/>
                <p14:nvPr/>
              </p14:nvContentPartPr>
              <p14:xfrm>
                <a:off x="9596580" y="4313160"/>
                <a:ext cx="156960" cy="157680"/>
              </p14:xfrm>
            </p:contentPart>
          </mc:Choice>
          <mc:Fallback>
            <p:pic>
              <p:nvPicPr>
                <p:cNvPr id="11" name="Ink 10">
                  <a:extLst>
                    <a:ext uri="{FF2B5EF4-FFF2-40B4-BE49-F238E27FC236}">
                      <a16:creationId xmlns:a16="http://schemas.microsoft.com/office/drawing/2014/main" id="{1B2F82A6-F920-E03B-5D56-BB64F9A9991E}"/>
                    </a:ext>
                  </a:extLst>
                </p:cNvPr>
                <p:cNvPicPr/>
                <p:nvPr/>
              </p:nvPicPr>
              <p:blipFill>
                <a:blip r:embed="rId71"/>
                <a:stretch>
                  <a:fillRect/>
                </a:stretch>
              </p:blipFill>
              <p:spPr>
                <a:xfrm>
                  <a:off x="9587940" y="4304160"/>
                  <a:ext cx="174600" cy="17532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12" name="Ink 11">
                  <a:extLst>
                    <a:ext uri="{FF2B5EF4-FFF2-40B4-BE49-F238E27FC236}">
                      <a16:creationId xmlns:a16="http://schemas.microsoft.com/office/drawing/2014/main" id="{2F73AD7A-47CA-C8F1-3250-43042AB0D057}"/>
                    </a:ext>
                  </a:extLst>
                </p14:cNvPr>
                <p14:cNvContentPartPr/>
                <p14:nvPr/>
              </p14:nvContentPartPr>
              <p14:xfrm>
                <a:off x="9746700" y="4332600"/>
                <a:ext cx="126720" cy="110160"/>
              </p14:xfrm>
            </p:contentPart>
          </mc:Choice>
          <mc:Fallback>
            <p:pic>
              <p:nvPicPr>
                <p:cNvPr id="12" name="Ink 11">
                  <a:extLst>
                    <a:ext uri="{FF2B5EF4-FFF2-40B4-BE49-F238E27FC236}">
                      <a16:creationId xmlns:a16="http://schemas.microsoft.com/office/drawing/2014/main" id="{2F73AD7A-47CA-C8F1-3250-43042AB0D057}"/>
                    </a:ext>
                  </a:extLst>
                </p:cNvPr>
                <p:cNvPicPr/>
                <p:nvPr/>
              </p:nvPicPr>
              <p:blipFill>
                <a:blip r:embed="rId73"/>
                <a:stretch>
                  <a:fillRect/>
                </a:stretch>
              </p:blipFill>
              <p:spPr>
                <a:xfrm>
                  <a:off x="9737700" y="4323960"/>
                  <a:ext cx="144360" cy="12780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13" name="Ink 12">
                  <a:extLst>
                    <a:ext uri="{FF2B5EF4-FFF2-40B4-BE49-F238E27FC236}">
                      <a16:creationId xmlns:a16="http://schemas.microsoft.com/office/drawing/2014/main" id="{14D1AB60-FF33-A157-E69F-0F0642C0C5DD}"/>
                    </a:ext>
                  </a:extLst>
                </p14:cNvPr>
                <p14:cNvContentPartPr/>
                <p14:nvPr/>
              </p14:nvContentPartPr>
              <p14:xfrm>
                <a:off x="9901500" y="4288680"/>
                <a:ext cx="87480" cy="133560"/>
              </p14:xfrm>
            </p:contentPart>
          </mc:Choice>
          <mc:Fallback>
            <p:pic>
              <p:nvPicPr>
                <p:cNvPr id="13" name="Ink 12">
                  <a:extLst>
                    <a:ext uri="{FF2B5EF4-FFF2-40B4-BE49-F238E27FC236}">
                      <a16:creationId xmlns:a16="http://schemas.microsoft.com/office/drawing/2014/main" id="{14D1AB60-FF33-A157-E69F-0F0642C0C5DD}"/>
                    </a:ext>
                  </a:extLst>
                </p:cNvPr>
                <p:cNvPicPr/>
                <p:nvPr/>
              </p:nvPicPr>
              <p:blipFill>
                <a:blip r:embed="rId75"/>
                <a:stretch>
                  <a:fillRect/>
                </a:stretch>
              </p:blipFill>
              <p:spPr>
                <a:xfrm>
                  <a:off x="9892500" y="4280040"/>
                  <a:ext cx="10512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14" name="Ink 13">
                  <a:extLst>
                    <a:ext uri="{FF2B5EF4-FFF2-40B4-BE49-F238E27FC236}">
                      <a16:creationId xmlns:a16="http://schemas.microsoft.com/office/drawing/2014/main" id="{11D2E562-5B00-272D-4705-FA6EE9391D67}"/>
                    </a:ext>
                  </a:extLst>
                </p14:cNvPr>
                <p14:cNvContentPartPr/>
                <p14:nvPr/>
              </p14:nvContentPartPr>
              <p14:xfrm>
                <a:off x="9799260" y="4527360"/>
                <a:ext cx="645480" cy="283320"/>
              </p14:xfrm>
            </p:contentPart>
          </mc:Choice>
          <mc:Fallback>
            <p:pic>
              <p:nvPicPr>
                <p:cNvPr id="14" name="Ink 13">
                  <a:extLst>
                    <a:ext uri="{FF2B5EF4-FFF2-40B4-BE49-F238E27FC236}">
                      <a16:creationId xmlns:a16="http://schemas.microsoft.com/office/drawing/2014/main" id="{11D2E562-5B00-272D-4705-FA6EE9391D67}"/>
                    </a:ext>
                  </a:extLst>
                </p:cNvPr>
                <p:cNvPicPr/>
                <p:nvPr/>
              </p:nvPicPr>
              <p:blipFill>
                <a:blip r:embed="rId77"/>
                <a:stretch>
                  <a:fillRect/>
                </a:stretch>
              </p:blipFill>
              <p:spPr>
                <a:xfrm>
                  <a:off x="9790260" y="4518360"/>
                  <a:ext cx="663120" cy="30096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17" name="Ink 16">
                  <a:extLst>
                    <a:ext uri="{FF2B5EF4-FFF2-40B4-BE49-F238E27FC236}">
                      <a16:creationId xmlns:a16="http://schemas.microsoft.com/office/drawing/2014/main" id="{309451DC-BB11-6F17-3B5C-A2FBBDF3C902}"/>
                    </a:ext>
                  </a:extLst>
                </p14:cNvPr>
                <p14:cNvContentPartPr/>
                <p14:nvPr/>
              </p14:nvContentPartPr>
              <p14:xfrm>
                <a:off x="10396140" y="4640040"/>
                <a:ext cx="1035360" cy="528480"/>
              </p14:xfrm>
            </p:contentPart>
          </mc:Choice>
          <mc:Fallback>
            <p:pic>
              <p:nvPicPr>
                <p:cNvPr id="17" name="Ink 16">
                  <a:extLst>
                    <a:ext uri="{FF2B5EF4-FFF2-40B4-BE49-F238E27FC236}">
                      <a16:creationId xmlns:a16="http://schemas.microsoft.com/office/drawing/2014/main" id="{309451DC-BB11-6F17-3B5C-A2FBBDF3C902}"/>
                    </a:ext>
                  </a:extLst>
                </p:cNvPr>
                <p:cNvPicPr/>
                <p:nvPr/>
              </p:nvPicPr>
              <p:blipFill>
                <a:blip r:embed="rId79"/>
                <a:stretch>
                  <a:fillRect/>
                </a:stretch>
              </p:blipFill>
              <p:spPr>
                <a:xfrm>
                  <a:off x="10387500" y="4631040"/>
                  <a:ext cx="1053000" cy="54612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18" name="Ink 17">
                  <a:extLst>
                    <a:ext uri="{FF2B5EF4-FFF2-40B4-BE49-F238E27FC236}">
                      <a16:creationId xmlns:a16="http://schemas.microsoft.com/office/drawing/2014/main" id="{FA3DC4A5-2BB5-398C-9C53-C13143C64EDD}"/>
                    </a:ext>
                  </a:extLst>
                </p14:cNvPr>
                <p14:cNvContentPartPr/>
                <p14:nvPr/>
              </p14:nvContentPartPr>
              <p14:xfrm>
                <a:off x="10605660" y="4799880"/>
                <a:ext cx="187920" cy="217440"/>
              </p14:xfrm>
            </p:contentPart>
          </mc:Choice>
          <mc:Fallback>
            <p:pic>
              <p:nvPicPr>
                <p:cNvPr id="18" name="Ink 17">
                  <a:extLst>
                    <a:ext uri="{FF2B5EF4-FFF2-40B4-BE49-F238E27FC236}">
                      <a16:creationId xmlns:a16="http://schemas.microsoft.com/office/drawing/2014/main" id="{FA3DC4A5-2BB5-398C-9C53-C13143C64EDD}"/>
                    </a:ext>
                  </a:extLst>
                </p:cNvPr>
                <p:cNvPicPr/>
                <p:nvPr/>
              </p:nvPicPr>
              <p:blipFill>
                <a:blip r:embed="rId81"/>
                <a:stretch>
                  <a:fillRect/>
                </a:stretch>
              </p:blipFill>
              <p:spPr>
                <a:xfrm>
                  <a:off x="10597020" y="4790880"/>
                  <a:ext cx="205560" cy="23508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19" name="Ink 18">
                  <a:extLst>
                    <a:ext uri="{FF2B5EF4-FFF2-40B4-BE49-F238E27FC236}">
                      <a16:creationId xmlns:a16="http://schemas.microsoft.com/office/drawing/2014/main" id="{60F91812-2235-3780-4FFA-FF3D02600CC1}"/>
                    </a:ext>
                  </a:extLst>
                </p14:cNvPr>
                <p14:cNvContentPartPr/>
                <p14:nvPr/>
              </p14:nvContentPartPr>
              <p14:xfrm>
                <a:off x="10797180" y="4901040"/>
                <a:ext cx="124920" cy="110880"/>
              </p14:xfrm>
            </p:contentPart>
          </mc:Choice>
          <mc:Fallback>
            <p:pic>
              <p:nvPicPr>
                <p:cNvPr id="19" name="Ink 18">
                  <a:extLst>
                    <a:ext uri="{FF2B5EF4-FFF2-40B4-BE49-F238E27FC236}">
                      <a16:creationId xmlns:a16="http://schemas.microsoft.com/office/drawing/2014/main" id="{60F91812-2235-3780-4FFA-FF3D02600CC1}"/>
                    </a:ext>
                  </a:extLst>
                </p:cNvPr>
                <p:cNvPicPr/>
                <p:nvPr/>
              </p:nvPicPr>
              <p:blipFill>
                <a:blip r:embed="rId83"/>
                <a:stretch>
                  <a:fillRect/>
                </a:stretch>
              </p:blipFill>
              <p:spPr>
                <a:xfrm>
                  <a:off x="10788180" y="4892400"/>
                  <a:ext cx="142560" cy="12852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20" name="Ink 19">
                  <a:extLst>
                    <a:ext uri="{FF2B5EF4-FFF2-40B4-BE49-F238E27FC236}">
                      <a16:creationId xmlns:a16="http://schemas.microsoft.com/office/drawing/2014/main" id="{3B5A5513-DECE-52D3-29ED-5F306254907B}"/>
                    </a:ext>
                  </a:extLst>
                </p14:cNvPr>
                <p14:cNvContentPartPr/>
                <p14:nvPr/>
              </p14:nvContentPartPr>
              <p14:xfrm>
                <a:off x="10922100" y="4903560"/>
                <a:ext cx="119520" cy="125640"/>
              </p14:xfrm>
            </p:contentPart>
          </mc:Choice>
          <mc:Fallback>
            <p:pic>
              <p:nvPicPr>
                <p:cNvPr id="20" name="Ink 19">
                  <a:extLst>
                    <a:ext uri="{FF2B5EF4-FFF2-40B4-BE49-F238E27FC236}">
                      <a16:creationId xmlns:a16="http://schemas.microsoft.com/office/drawing/2014/main" id="{3B5A5513-DECE-52D3-29ED-5F306254907B}"/>
                    </a:ext>
                  </a:extLst>
                </p:cNvPr>
                <p:cNvPicPr/>
                <p:nvPr/>
              </p:nvPicPr>
              <p:blipFill>
                <a:blip r:embed="rId85"/>
                <a:stretch>
                  <a:fillRect/>
                </a:stretch>
              </p:blipFill>
              <p:spPr>
                <a:xfrm>
                  <a:off x="10913100" y="4894560"/>
                  <a:ext cx="137160" cy="14328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21" name="Ink 20">
                  <a:extLst>
                    <a:ext uri="{FF2B5EF4-FFF2-40B4-BE49-F238E27FC236}">
                      <a16:creationId xmlns:a16="http://schemas.microsoft.com/office/drawing/2014/main" id="{AFE1134A-9C62-C0B8-DADB-0FD90128D4DA}"/>
                    </a:ext>
                  </a:extLst>
                </p14:cNvPr>
                <p14:cNvContentPartPr/>
                <p14:nvPr/>
              </p14:nvContentPartPr>
              <p14:xfrm>
                <a:off x="11053860" y="4809600"/>
                <a:ext cx="26640" cy="23040"/>
              </p14:xfrm>
            </p:contentPart>
          </mc:Choice>
          <mc:Fallback>
            <p:pic>
              <p:nvPicPr>
                <p:cNvPr id="21" name="Ink 20">
                  <a:extLst>
                    <a:ext uri="{FF2B5EF4-FFF2-40B4-BE49-F238E27FC236}">
                      <a16:creationId xmlns:a16="http://schemas.microsoft.com/office/drawing/2014/main" id="{AFE1134A-9C62-C0B8-DADB-0FD90128D4DA}"/>
                    </a:ext>
                  </a:extLst>
                </p:cNvPr>
                <p:cNvPicPr/>
                <p:nvPr/>
              </p:nvPicPr>
              <p:blipFill>
                <a:blip r:embed="rId87"/>
                <a:stretch>
                  <a:fillRect/>
                </a:stretch>
              </p:blipFill>
              <p:spPr>
                <a:xfrm>
                  <a:off x="11045220" y="4800600"/>
                  <a:ext cx="44280" cy="4068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23" name="Ink 22">
                  <a:extLst>
                    <a:ext uri="{FF2B5EF4-FFF2-40B4-BE49-F238E27FC236}">
                      <a16:creationId xmlns:a16="http://schemas.microsoft.com/office/drawing/2014/main" id="{2328A630-722B-F942-4370-BCC8FB85AD03}"/>
                    </a:ext>
                  </a:extLst>
                </p14:cNvPr>
                <p14:cNvContentPartPr/>
                <p14:nvPr/>
              </p14:nvContentPartPr>
              <p14:xfrm>
                <a:off x="9199500" y="3490200"/>
                <a:ext cx="103680" cy="1940400"/>
              </p14:xfrm>
            </p:contentPart>
          </mc:Choice>
          <mc:Fallback>
            <p:pic>
              <p:nvPicPr>
                <p:cNvPr id="23" name="Ink 22">
                  <a:extLst>
                    <a:ext uri="{FF2B5EF4-FFF2-40B4-BE49-F238E27FC236}">
                      <a16:creationId xmlns:a16="http://schemas.microsoft.com/office/drawing/2014/main" id="{2328A630-722B-F942-4370-BCC8FB85AD03}"/>
                    </a:ext>
                  </a:extLst>
                </p:cNvPr>
                <p:cNvPicPr/>
                <p:nvPr/>
              </p:nvPicPr>
              <p:blipFill>
                <a:blip r:embed="rId89"/>
                <a:stretch>
                  <a:fillRect/>
                </a:stretch>
              </p:blipFill>
              <p:spPr>
                <a:xfrm>
                  <a:off x="9190860" y="3481200"/>
                  <a:ext cx="121320" cy="195804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24" name="Ink 23">
                  <a:extLst>
                    <a:ext uri="{FF2B5EF4-FFF2-40B4-BE49-F238E27FC236}">
                      <a16:creationId xmlns:a16="http://schemas.microsoft.com/office/drawing/2014/main" id="{3891935A-C82F-E2CA-8601-55F52475B162}"/>
                    </a:ext>
                  </a:extLst>
                </p14:cNvPr>
                <p14:cNvContentPartPr/>
                <p14:nvPr/>
              </p14:nvContentPartPr>
              <p14:xfrm>
                <a:off x="9956220" y="2457360"/>
                <a:ext cx="182880" cy="1010160"/>
              </p14:xfrm>
            </p:contentPart>
          </mc:Choice>
          <mc:Fallback>
            <p:pic>
              <p:nvPicPr>
                <p:cNvPr id="24" name="Ink 23">
                  <a:extLst>
                    <a:ext uri="{FF2B5EF4-FFF2-40B4-BE49-F238E27FC236}">
                      <a16:creationId xmlns:a16="http://schemas.microsoft.com/office/drawing/2014/main" id="{3891935A-C82F-E2CA-8601-55F52475B162}"/>
                    </a:ext>
                  </a:extLst>
                </p:cNvPr>
                <p:cNvPicPr/>
                <p:nvPr/>
              </p:nvPicPr>
              <p:blipFill>
                <a:blip r:embed="rId91"/>
                <a:stretch>
                  <a:fillRect/>
                </a:stretch>
              </p:blipFill>
              <p:spPr>
                <a:xfrm>
                  <a:off x="9947580" y="2448360"/>
                  <a:ext cx="200520" cy="102780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25" name="Ink 24">
                  <a:extLst>
                    <a:ext uri="{FF2B5EF4-FFF2-40B4-BE49-F238E27FC236}">
                      <a16:creationId xmlns:a16="http://schemas.microsoft.com/office/drawing/2014/main" id="{6A48FDCE-EF06-28D0-6774-4B9BC9CCB6D4}"/>
                    </a:ext>
                  </a:extLst>
                </p14:cNvPr>
                <p14:cNvContentPartPr/>
                <p14:nvPr/>
              </p14:nvContentPartPr>
              <p14:xfrm>
                <a:off x="9969540" y="2517480"/>
                <a:ext cx="204120" cy="97560"/>
              </p14:xfrm>
            </p:contentPart>
          </mc:Choice>
          <mc:Fallback>
            <p:pic>
              <p:nvPicPr>
                <p:cNvPr id="25" name="Ink 24">
                  <a:extLst>
                    <a:ext uri="{FF2B5EF4-FFF2-40B4-BE49-F238E27FC236}">
                      <a16:creationId xmlns:a16="http://schemas.microsoft.com/office/drawing/2014/main" id="{6A48FDCE-EF06-28D0-6774-4B9BC9CCB6D4}"/>
                    </a:ext>
                  </a:extLst>
                </p:cNvPr>
                <p:cNvPicPr/>
                <p:nvPr/>
              </p:nvPicPr>
              <p:blipFill>
                <a:blip r:embed="rId93"/>
                <a:stretch>
                  <a:fillRect/>
                </a:stretch>
              </p:blipFill>
              <p:spPr>
                <a:xfrm>
                  <a:off x="9960540" y="2508840"/>
                  <a:ext cx="221760" cy="11520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26" name="Ink 25">
                  <a:extLst>
                    <a:ext uri="{FF2B5EF4-FFF2-40B4-BE49-F238E27FC236}">
                      <a16:creationId xmlns:a16="http://schemas.microsoft.com/office/drawing/2014/main" id="{8BF840B2-5F8D-B799-1B1C-93BF8DCFDB7E}"/>
                    </a:ext>
                  </a:extLst>
                </p14:cNvPr>
                <p14:cNvContentPartPr/>
                <p14:nvPr/>
              </p14:nvContentPartPr>
              <p14:xfrm>
                <a:off x="9830580" y="1873080"/>
                <a:ext cx="209160" cy="272520"/>
              </p14:xfrm>
            </p:contentPart>
          </mc:Choice>
          <mc:Fallback>
            <p:pic>
              <p:nvPicPr>
                <p:cNvPr id="26" name="Ink 25">
                  <a:extLst>
                    <a:ext uri="{FF2B5EF4-FFF2-40B4-BE49-F238E27FC236}">
                      <a16:creationId xmlns:a16="http://schemas.microsoft.com/office/drawing/2014/main" id="{8BF840B2-5F8D-B799-1B1C-93BF8DCFDB7E}"/>
                    </a:ext>
                  </a:extLst>
                </p:cNvPr>
                <p:cNvPicPr/>
                <p:nvPr/>
              </p:nvPicPr>
              <p:blipFill>
                <a:blip r:embed="rId95"/>
                <a:stretch>
                  <a:fillRect/>
                </a:stretch>
              </p:blipFill>
              <p:spPr>
                <a:xfrm>
                  <a:off x="9821580" y="1864080"/>
                  <a:ext cx="226800" cy="29016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27" name="Ink 26">
                  <a:extLst>
                    <a:ext uri="{FF2B5EF4-FFF2-40B4-BE49-F238E27FC236}">
                      <a16:creationId xmlns:a16="http://schemas.microsoft.com/office/drawing/2014/main" id="{8FFEFE55-C886-7FBC-4ECC-67F20C7E6351}"/>
                    </a:ext>
                  </a:extLst>
                </p14:cNvPr>
                <p14:cNvContentPartPr/>
                <p14:nvPr/>
              </p14:nvContentPartPr>
              <p14:xfrm>
                <a:off x="9982140" y="1955160"/>
                <a:ext cx="124200" cy="177840"/>
              </p14:xfrm>
            </p:contentPart>
          </mc:Choice>
          <mc:Fallback>
            <p:pic>
              <p:nvPicPr>
                <p:cNvPr id="27" name="Ink 26">
                  <a:extLst>
                    <a:ext uri="{FF2B5EF4-FFF2-40B4-BE49-F238E27FC236}">
                      <a16:creationId xmlns:a16="http://schemas.microsoft.com/office/drawing/2014/main" id="{8FFEFE55-C886-7FBC-4ECC-67F20C7E6351}"/>
                    </a:ext>
                  </a:extLst>
                </p:cNvPr>
                <p:cNvPicPr/>
                <p:nvPr/>
              </p:nvPicPr>
              <p:blipFill>
                <a:blip r:embed="rId97"/>
                <a:stretch>
                  <a:fillRect/>
                </a:stretch>
              </p:blipFill>
              <p:spPr>
                <a:xfrm>
                  <a:off x="9973140" y="1946160"/>
                  <a:ext cx="141840" cy="19548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28" name="Ink 27">
                  <a:extLst>
                    <a:ext uri="{FF2B5EF4-FFF2-40B4-BE49-F238E27FC236}">
                      <a16:creationId xmlns:a16="http://schemas.microsoft.com/office/drawing/2014/main" id="{50B060F9-B4D9-3872-6FEC-81D2CE672741}"/>
                    </a:ext>
                  </a:extLst>
                </p14:cNvPr>
                <p14:cNvContentPartPr/>
                <p14:nvPr/>
              </p14:nvContentPartPr>
              <p14:xfrm>
                <a:off x="10053420" y="1887480"/>
                <a:ext cx="136080" cy="254160"/>
              </p14:xfrm>
            </p:contentPart>
          </mc:Choice>
          <mc:Fallback>
            <p:pic>
              <p:nvPicPr>
                <p:cNvPr id="28" name="Ink 27">
                  <a:extLst>
                    <a:ext uri="{FF2B5EF4-FFF2-40B4-BE49-F238E27FC236}">
                      <a16:creationId xmlns:a16="http://schemas.microsoft.com/office/drawing/2014/main" id="{50B060F9-B4D9-3872-6FEC-81D2CE672741}"/>
                    </a:ext>
                  </a:extLst>
                </p:cNvPr>
                <p:cNvPicPr/>
                <p:nvPr/>
              </p:nvPicPr>
              <p:blipFill>
                <a:blip r:embed="rId99"/>
                <a:stretch>
                  <a:fillRect/>
                </a:stretch>
              </p:blipFill>
              <p:spPr>
                <a:xfrm>
                  <a:off x="10044420" y="1878840"/>
                  <a:ext cx="153720" cy="27180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29" name="Ink 28">
                  <a:extLst>
                    <a:ext uri="{FF2B5EF4-FFF2-40B4-BE49-F238E27FC236}">
                      <a16:creationId xmlns:a16="http://schemas.microsoft.com/office/drawing/2014/main" id="{C50EDED8-0311-5D29-EAD2-F1086AD81745}"/>
                    </a:ext>
                  </a:extLst>
                </p14:cNvPr>
                <p14:cNvContentPartPr/>
                <p14:nvPr/>
              </p14:nvContentPartPr>
              <p14:xfrm>
                <a:off x="10267260" y="1892160"/>
                <a:ext cx="112320" cy="203400"/>
              </p14:xfrm>
            </p:contentPart>
          </mc:Choice>
          <mc:Fallback>
            <p:pic>
              <p:nvPicPr>
                <p:cNvPr id="29" name="Ink 28">
                  <a:extLst>
                    <a:ext uri="{FF2B5EF4-FFF2-40B4-BE49-F238E27FC236}">
                      <a16:creationId xmlns:a16="http://schemas.microsoft.com/office/drawing/2014/main" id="{C50EDED8-0311-5D29-EAD2-F1086AD81745}"/>
                    </a:ext>
                  </a:extLst>
                </p:cNvPr>
                <p:cNvPicPr/>
                <p:nvPr/>
              </p:nvPicPr>
              <p:blipFill>
                <a:blip r:embed="rId101"/>
                <a:stretch>
                  <a:fillRect/>
                </a:stretch>
              </p:blipFill>
              <p:spPr>
                <a:xfrm>
                  <a:off x="10258260" y="1883160"/>
                  <a:ext cx="129960" cy="22104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30" name="Ink 29">
                  <a:extLst>
                    <a:ext uri="{FF2B5EF4-FFF2-40B4-BE49-F238E27FC236}">
                      <a16:creationId xmlns:a16="http://schemas.microsoft.com/office/drawing/2014/main" id="{39CCE521-56BD-766E-7124-3F4891F5237C}"/>
                    </a:ext>
                  </a:extLst>
                </p14:cNvPr>
                <p14:cNvContentPartPr/>
                <p14:nvPr/>
              </p14:nvContentPartPr>
              <p14:xfrm>
                <a:off x="10303260" y="1967400"/>
                <a:ext cx="34920" cy="26640"/>
              </p14:xfrm>
            </p:contentPart>
          </mc:Choice>
          <mc:Fallback>
            <p:pic>
              <p:nvPicPr>
                <p:cNvPr id="30" name="Ink 29">
                  <a:extLst>
                    <a:ext uri="{FF2B5EF4-FFF2-40B4-BE49-F238E27FC236}">
                      <a16:creationId xmlns:a16="http://schemas.microsoft.com/office/drawing/2014/main" id="{39CCE521-56BD-766E-7124-3F4891F5237C}"/>
                    </a:ext>
                  </a:extLst>
                </p:cNvPr>
                <p:cNvPicPr/>
                <p:nvPr/>
              </p:nvPicPr>
              <p:blipFill>
                <a:blip r:embed="rId103"/>
                <a:stretch>
                  <a:fillRect/>
                </a:stretch>
              </p:blipFill>
              <p:spPr>
                <a:xfrm>
                  <a:off x="10294620" y="1958400"/>
                  <a:ext cx="52560" cy="4428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31" name="Ink 30">
                  <a:extLst>
                    <a:ext uri="{FF2B5EF4-FFF2-40B4-BE49-F238E27FC236}">
                      <a16:creationId xmlns:a16="http://schemas.microsoft.com/office/drawing/2014/main" id="{4BB6E9E6-46D4-5331-6453-C4EFF9BF2CEB}"/>
                    </a:ext>
                  </a:extLst>
                </p14:cNvPr>
                <p14:cNvContentPartPr/>
                <p14:nvPr/>
              </p14:nvContentPartPr>
              <p14:xfrm>
                <a:off x="10458420" y="1851840"/>
                <a:ext cx="132120" cy="215640"/>
              </p14:xfrm>
            </p:contentPart>
          </mc:Choice>
          <mc:Fallback>
            <p:pic>
              <p:nvPicPr>
                <p:cNvPr id="31" name="Ink 30">
                  <a:extLst>
                    <a:ext uri="{FF2B5EF4-FFF2-40B4-BE49-F238E27FC236}">
                      <a16:creationId xmlns:a16="http://schemas.microsoft.com/office/drawing/2014/main" id="{4BB6E9E6-46D4-5331-6453-C4EFF9BF2CEB}"/>
                    </a:ext>
                  </a:extLst>
                </p:cNvPr>
                <p:cNvPicPr/>
                <p:nvPr/>
              </p:nvPicPr>
              <p:blipFill>
                <a:blip r:embed="rId105"/>
                <a:stretch>
                  <a:fillRect/>
                </a:stretch>
              </p:blipFill>
              <p:spPr>
                <a:xfrm>
                  <a:off x="10449420" y="1843200"/>
                  <a:ext cx="149760" cy="23328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32" name="Ink 31">
                  <a:extLst>
                    <a:ext uri="{FF2B5EF4-FFF2-40B4-BE49-F238E27FC236}">
                      <a16:creationId xmlns:a16="http://schemas.microsoft.com/office/drawing/2014/main" id="{801B90A6-0EDB-6EFD-B691-52C9A8AAA7C4}"/>
                    </a:ext>
                  </a:extLst>
                </p14:cNvPr>
                <p14:cNvContentPartPr/>
                <p14:nvPr/>
              </p14:nvContentPartPr>
              <p14:xfrm>
                <a:off x="10179060" y="1352880"/>
                <a:ext cx="86760" cy="268200"/>
              </p14:xfrm>
            </p:contentPart>
          </mc:Choice>
          <mc:Fallback>
            <p:pic>
              <p:nvPicPr>
                <p:cNvPr id="32" name="Ink 31">
                  <a:extLst>
                    <a:ext uri="{FF2B5EF4-FFF2-40B4-BE49-F238E27FC236}">
                      <a16:creationId xmlns:a16="http://schemas.microsoft.com/office/drawing/2014/main" id="{801B90A6-0EDB-6EFD-B691-52C9A8AAA7C4}"/>
                    </a:ext>
                  </a:extLst>
                </p:cNvPr>
                <p:cNvPicPr/>
                <p:nvPr/>
              </p:nvPicPr>
              <p:blipFill>
                <a:blip r:embed="rId107"/>
                <a:stretch>
                  <a:fillRect/>
                </a:stretch>
              </p:blipFill>
              <p:spPr>
                <a:xfrm>
                  <a:off x="10170060" y="1343880"/>
                  <a:ext cx="104400" cy="28584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33" name="Ink 32">
                  <a:extLst>
                    <a:ext uri="{FF2B5EF4-FFF2-40B4-BE49-F238E27FC236}">
                      <a16:creationId xmlns:a16="http://schemas.microsoft.com/office/drawing/2014/main" id="{89AE9D52-7441-7BF4-CD6F-2F812ADD4A04}"/>
                    </a:ext>
                  </a:extLst>
                </p14:cNvPr>
                <p14:cNvContentPartPr/>
                <p14:nvPr/>
              </p14:nvContentPartPr>
              <p14:xfrm>
                <a:off x="9911580" y="958320"/>
                <a:ext cx="237960" cy="171360"/>
              </p14:xfrm>
            </p:contentPart>
          </mc:Choice>
          <mc:Fallback>
            <p:pic>
              <p:nvPicPr>
                <p:cNvPr id="33" name="Ink 32">
                  <a:extLst>
                    <a:ext uri="{FF2B5EF4-FFF2-40B4-BE49-F238E27FC236}">
                      <a16:creationId xmlns:a16="http://schemas.microsoft.com/office/drawing/2014/main" id="{89AE9D52-7441-7BF4-CD6F-2F812ADD4A04}"/>
                    </a:ext>
                  </a:extLst>
                </p:cNvPr>
                <p:cNvPicPr/>
                <p:nvPr/>
              </p:nvPicPr>
              <p:blipFill>
                <a:blip r:embed="rId109"/>
                <a:stretch>
                  <a:fillRect/>
                </a:stretch>
              </p:blipFill>
              <p:spPr>
                <a:xfrm>
                  <a:off x="9902940" y="949680"/>
                  <a:ext cx="255600" cy="18900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34" name="Ink 33">
                  <a:extLst>
                    <a:ext uri="{FF2B5EF4-FFF2-40B4-BE49-F238E27FC236}">
                      <a16:creationId xmlns:a16="http://schemas.microsoft.com/office/drawing/2014/main" id="{0D0299DE-39D7-B7D7-A73C-3DF6B4BBC9A1}"/>
                    </a:ext>
                  </a:extLst>
                </p14:cNvPr>
                <p14:cNvContentPartPr/>
                <p14:nvPr/>
              </p14:nvContentPartPr>
              <p14:xfrm>
                <a:off x="10256820" y="983880"/>
                <a:ext cx="471960" cy="249480"/>
              </p14:xfrm>
            </p:contentPart>
          </mc:Choice>
          <mc:Fallback>
            <p:pic>
              <p:nvPicPr>
                <p:cNvPr id="34" name="Ink 33">
                  <a:extLst>
                    <a:ext uri="{FF2B5EF4-FFF2-40B4-BE49-F238E27FC236}">
                      <a16:creationId xmlns:a16="http://schemas.microsoft.com/office/drawing/2014/main" id="{0D0299DE-39D7-B7D7-A73C-3DF6B4BBC9A1}"/>
                    </a:ext>
                  </a:extLst>
                </p:cNvPr>
                <p:cNvPicPr/>
                <p:nvPr/>
              </p:nvPicPr>
              <p:blipFill>
                <a:blip r:embed="rId111"/>
                <a:stretch>
                  <a:fillRect/>
                </a:stretch>
              </p:blipFill>
              <p:spPr>
                <a:xfrm>
                  <a:off x="10247820" y="975240"/>
                  <a:ext cx="489600" cy="26712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35" name="Ink 34">
                  <a:extLst>
                    <a:ext uri="{FF2B5EF4-FFF2-40B4-BE49-F238E27FC236}">
                      <a16:creationId xmlns:a16="http://schemas.microsoft.com/office/drawing/2014/main" id="{3816C78B-42D8-1980-FBA5-F618B62F2E58}"/>
                    </a:ext>
                  </a:extLst>
                </p14:cNvPr>
                <p14:cNvContentPartPr/>
                <p14:nvPr/>
              </p14:nvContentPartPr>
              <p14:xfrm>
                <a:off x="10782060" y="950400"/>
                <a:ext cx="113760" cy="155160"/>
              </p14:xfrm>
            </p:contentPart>
          </mc:Choice>
          <mc:Fallback>
            <p:pic>
              <p:nvPicPr>
                <p:cNvPr id="35" name="Ink 34">
                  <a:extLst>
                    <a:ext uri="{FF2B5EF4-FFF2-40B4-BE49-F238E27FC236}">
                      <a16:creationId xmlns:a16="http://schemas.microsoft.com/office/drawing/2014/main" id="{3816C78B-42D8-1980-FBA5-F618B62F2E58}"/>
                    </a:ext>
                  </a:extLst>
                </p:cNvPr>
                <p:cNvPicPr/>
                <p:nvPr/>
              </p:nvPicPr>
              <p:blipFill>
                <a:blip r:embed="rId113"/>
                <a:stretch>
                  <a:fillRect/>
                </a:stretch>
              </p:blipFill>
              <p:spPr>
                <a:xfrm>
                  <a:off x="10773060" y="941760"/>
                  <a:ext cx="131400" cy="17280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36" name="Ink 35">
                  <a:extLst>
                    <a:ext uri="{FF2B5EF4-FFF2-40B4-BE49-F238E27FC236}">
                      <a16:creationId xmlns:a16="http://schemas.microsoft.com/office/drawing/2014/main" id="{8C7978A7-CBD4-3DE5-2487-B35DEA17BCD6}"/>
                    </a:ext>
                  </a:extLst>
                </p14:cNvPr>
                <p14:cNvContentPartPr/>
                <p14:nvPr/>
              </p14:nvContentPartPr>
              <p14:xfrm>
                <a:off x="10996980" y="848160"/>
                <a:ext cx="128160" cy="242280"/>
              </p14:xfrm>
            </p:contentPart>
          </mc:Choice>
          <mc:Fallback>
            <p:pic>
              <p:nvPicPr>
                <p:cNvPr id="36" name="Ink 35">
                  <a:extLst>
                    <a:ext uri="{FF2B5EF4-FFF2-40B4-BE49-F238E27FC236}">
                      <a16:creationId xmlns:a16="http://schemas.microsoft.com/office/drawing/2014/main" id="{8C7978A7-CBD4-3DE5-2487-B35DEA17BCD6}"/>
                    </a:ext>
                  </a:extLst>
                </p:cNvPr>
                <p:cNvPicPr/>
                <p:nvPr/>
              </p:nvPicPr>
              <p:blipFill>
                <a:blip r:embed="rId115"/>
                <a:stretch>
                  <a:fillRect/>
                </a:stretch>
              </p:blipFill>
              <p:spPr>
                <a:xfrm>
                  <a:off x="10988340" y="839160"/>
                  <a:ext cx="145800" cy="25992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41" name="Ink 40">
                  <a:extLst>
                    <a:ext uri="{FF2B5EF4-FFF2-40B4-BE49-F238E27FC236}">
                      <a16:creationId xmlns:a16="http://schemas.microsoft.com/office/drawing/2014/main" id="{297A6B91-D989-3E8C-1F78-B9AAA0DE9EB0}"/>
                    </a:ext>
                  </a:extLst>
                </p14:cNvPr>
                <p14:cNvContentPartPr/>
                <p14:nvPr/>
              </p14:nvContentPartPr>
              <p14:xfrm>
                <a:off x="8899620" y="2856960"/>
                <a:ext cx="778680" cy="680400"/>
              </p14:xfrm>
            </p:contentPart>
          </mc:Choice>
          <mc:Fallback>
            <p:pic>
              <p:nvPicPr>
                <p:cNvPr id="41" name="Ink 40">
                  <a:extLst>
                    <a:ext uri="{FF2B5EF4-FFF2-40B4-BE49-F238E27FC236}">
                      <a16:creationId xmlns:a16="http://schemas.microsoft.com/office/drawing/2014/main" id="{297A6B91-D989-3E8C-1F78-B9AAA0DE9EB0}"/>
                    </a:ext>
                  </a:extLst>
                </p:cNvPr>
                <p:cNvPicPr/>
                <p:nvPr/>
              </p:nvPicPr>
              <p:blipFill>
                <a:blip r:embed="rId117"/>
                <a:stretch>
                  <a:fillRect/>
                </a:stretch>
              </p:blipFill>
              <p:spPr>
                <a:xfrm>
                  <a:off x="8890620" y="2847960"/>
                  <a:ext cx="796320" cy="69804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42" name="Ink 41">
                  <a:extLst>
                    <a:ext uri="{FF2B5EF4-FFF2-40B4-BE49-F238E27FC236}">
                      <a16:creationId xmlns:a16="http://schemas.microsoft.com/office/drawing/2014/main" id="{11C3EFF1-1FAB-A58B-F415-766A46F6A7F7}"/>
                    </a:ext>
                  </a:extLst>
                </p14:cNvPr>
                <p14:cNvContentPartPr/>
                <p14:nvPr/>
              </p14:nvContentPartPr>
              <p14:xfrm>
                <a:off x="8870820" y="2833200"/>
                <a:ext cx="145800" cy="95400"/>
              </p14:xfrm>
            </p:contentPart>
          </mc:Choice>
          <mc:Fallback>
            <p:pic>
              <p:nvPicPr>
                <p:cNvPr id="42" name="Ink 41">
                  <a:extLst>
                    <a:ext uri="{FF2B5EF4-FFF2-40B4-BE49-F238E27FC236}">
                      <a16:creationId xmlns:a16="http://schemas.microsoft.com/office/drawing/2014/main" id="{11C3EFF1-1FAB-A58B-F415-766A46F6A7F7}"/>
                    </a:ext>
                  </a:extLst>
                </p:cNvPr>
                <p:cNvPicPr/>
                <p:nvPr/>
              </p:nvPicPr>
              <p:blipFill>
                <a:blip r:embed="rId119"/>
                <a:stretch>
                  <a:fillRect/>
                </a:stretch>
              </p:blipFill>
              <p:spPr>
                <a:xfrm>
                  <a:off x="8862180" y="2824560"/>
                  <a:ext cx="163440" cy="11304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43" name="Ink 42">
                  <a:extLst>
                    <a:ext uri="{FF2B5EF4-FFF2-40B4-BE49-F238E27FC236}">
                      <a16:creationId xmlns:a16="http://schemas.microsoft.com/office/drawing/2014/main" id="{29F6233C-5D8E-1F63-CAE8-7280B7F353A6}"/>
                    </a:ext>
                  </a:extLst>
                </p14:cNvPr>
                <p14:cNvContentPartPr/>
                <p14:nvPr/>
              </p14:nvContentPartPr>
              <p14:xfrm>
                <a:off x="8536740" y="2848320"/>
                <a:ext cx="362520" cy="54000"/>
              </p14:xfrm>
            </p:contentPart>
          </mc:Choice>
          <mc:Fallback>
            <p:pic>
              <p:nvPicPr>
                <p:cNvPr id="43" name="Ink 42">
                  <a:extLst>
                    <a:ext uri="{FF2B5EF4-FFF2-40B4-BE49-F238E27FC236}">
                      <a16:creationId xmlns:a16="http://schemas.microsoft.com/office/drawing/2014/main" id="{29F6233C-5D8E-1F63-CAE8-7280B7F353A6}"/>
                    </a:ext>
                  </a:extLst>
                </p:cNvPr>
                <p:cNvPicPr/>
                <p:nvPr/>
              </p:nvPicPr>
              <p:blipFill>
                <a:blip r:embed="rId121"/>
                <a:stretch>
                  <a:fillRect/>
                </a:stretch>
              </p:blipFill>
              <p:spPr>
                <a:xfrm>
                  <a:off x="8527740" y="2839320"/>
                  <a:ext cx="380160" cy="7164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44" name="Ink 43">
                  <a:extLst>
                    <a:ext uri="{FF2B5EF4-FFF2-40B4-BE49-F238E27FC236}">
                      <a16:creationId xmlns:a16="http://schemas.microsoft.com/office/drawing/2014/main" id="{7FE7AC5C-85CA-98DE-3005-F9B2AEB503E0}"/>
                    </a:ext>
                  </a:extLst>
                </p14:cNvPr>
                <p14:cNvContentPartPr/>
                <p14:nvPr/>
              </p14:nvContentPartPr>
              <p14:xfrm>
                <a:off x="7370700" y="2584080"/>
                <a:ext cx="205920" cy="247320"/>
              </p14:xfrm>
            </p:contentPart>
          </mc:Choice>
          <mc:Fallback>
            <p:pic>
              <p:nvPicPr>
                <p:cNvPr id="44" name="Ink 43">
                  <a:extLst>
                    <a:ext uri="{FF2B5EF4-FFF2-40B4-BE49-F238E27FC236}">
                      <a16:creationId xmlns:a16="http://schemas.microsoft.com/office/drawing/2014/main" id="{7FE7AC5C-85CA-98DE-3005-F9B2AEB503E0}"/>
                    </a:ext>
                  </a:extLst>
                </p:cNvPr>
                <p:cNvPicPr/>
                <p:nvPr/>
              </p:nvPicPr>
              <p:blipFill>
                <a:blip r:embed="rId123"/>
                <a:stretch>
                  <a:fillRect/>
                </a:stretch>
              </p:blipFill>
              <p:spPr>
                <a:xfrm>
                  <a:off x="7361700" y="2575080"/>
                  <a:ext cx="223560" cy="26496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45" name="Ink 44">
                  <a:extLst>
                    <a:ext uri="{FF2B5EF4-FFF2-40B4-BE49-F238E27FC236}">
                      <a16:creationId xmlns:a16="http://schemas.microsoft.com/office/drawing/2014/main" id="{778F97E2-03EB-EB0F-31B7-A9F2BD2C91F6}"/>
                    </a:ext>
                  </a:extLst>
                </p14:cNvPr>
                <p14:cNvContentPartPr/>
                <p14:nvPr/>
              </p14:nvContentPartPr>
              <p14:xfrm>
                <a:off x="7645380" y="2704680"/>
                <a:ext cx="101520" cy="135360"/>
              </p14:xfrm>
            </p:contentPart>
          </mc:Choice>
          <mc:Fallback>
            <p:pic>
              <p:nvPicPr>
                <p:cNvPr id="45" name="Ink 44">
                  <a:extLst>
                    <a:ext uri="{FF2B5EF4-FFF2-40B4-BE49-F238E27FC236}">
                      <a16:creationId xmlns:a16="http://schemas.microsoft.com/office/drawing/2014/main" id="{778F97E2-03EB-EB0F-31B7-A9F2BD2C91F6}"/>
                    </a:ext>
                  </a:extLst>
                </p:cNvPr>
                <p:cNvPicPr/>
                <p:nvPr/>
              </p:nvPicPr>
              <p:blipFill>
                <a:blip r:embed="rId125"/>
                <a:stretch>
                  <a:fillRect/>
                </a:stretch>
              </p:blipFill>
              <p:spPr>
                <a:xfrm>
                  <a:off x="7636380" y="2695680"/>
                  <a:ext cx="119160" cy="15300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46" name="Ink 45">
                  <a:extLst>
                    <a:ext uri="{FF2B5EF4-FFF2-40B4-BE49-F238E27FC236}">
                      <a16:creationId xmlns:a16="http://schemas.microsoft.com/office/drawing/2014/main" id="{1B7E9D1D-307A-C33E-9395-4DCD2EFB7D67}"/>
                    </a:ext>
                  </a:extLst>
                </p14:cNvPr>
                <p14:cNvContentPartPr/>
                <p14:nvPr/>
              </p14:nvContentPartPr>
              <p14:xfrm>
                <a:off x="7816380" y="2589480"/>
                <a:ext cx="45000" cy="206280"/>
              </p14:xfrm>
            </p:contentPart>
          </mc:Choice>
          <mc:Fallback>
            <p:pic>
              <p:nvPicPr>
                <p:cNvPr id="46" name="Ink 45">
                  <a:extLst>
                    <a:ext uri="{FF2B5EF4-FFF2-40B4-BE49-F238E27FC236}">
                      <a16:creationId xmlns:a16="http://schemas.microsoft.com/office/drawing/2014/main" id="{1B7E9D1D-307A-C33E-9395-4DCD2EFB7D67}"/>
                    </a:ext>
                  </a:extLst>
                </p:cNvPr>
                <p:cNvPicPr/>
                <p:nvPr/>
              </p:nvPicPr>
              <p:blipFill>
                <a:blip r:embed="rId127"/>
                <a:stretch>
                  <a:fillRect/>
                </a:stretch>
              </p:blipFill>
              <p:spPr>
                <a:xfrm>
                  <a:off x="7807740" y="2580480"/>
                  <a:ext cx="62640" cy="22392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47" name="Ink 46">
                  <a:extLst>
                    <a:ext uri="{FF2B5EF4-FFF2-40B4-BE49-F238E27FC236}">
                      <a16:creationId xmlns:a16="http://schemas.microsoft.com/office/drawing/2014/main" id="{5397628F-2229-37E5-0950-7F71AB9962F6}"/>
                    </a:ext>
                  </a:extLst>
                </p14:cNvPr>
                <p14:cNvContentPartPr/>
                <p14:nvPr/>
              </p14:nvContentPartPr>
              <p14:xfrm>
                <a:off x="7828980" y="2687760"/>
                <a:ext cx="171720" cy="130320"/>
              </p14:xfrm>
            </p:contentPart>
          </mc:Choice>
          <mc:Fallback>
            <p:pic>
              <p:nvPicPr>
                <p:cNvPr id="47" name="Ink 46">
                  <a:extLst>
                    <a:ext uri="{FF2B5EF4-FFF2-40B4-BE49-F238E27FC236}">
                      <a16:creationId xmlns:a16="http://schemas.microsoft.com/office/drawing/2014/main" id="{5397628F-2229-37E5-0950-7F71AB9962F6}"/>
                    </a:ext>
                  </a:extLst>
                </p:cNvPr>
                <p:cNvPicPr/>
                <p:nvPr/>
              </p:nvPicPr>
              <p:blipFill>
                <a:blip r:embed="rId129"/>
                <a:stretch>
                  <a:fillRect/>
                </a:stretch>
              </p:blipFill>
              <p:spPr>
                <a:xfrm>
                  <a:off x="7820340" y="2679120"/>
                  <a:ext cx="189360" cy="14796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48" name="Ink 47">
                  <a:extLst>
                    <a:ext uri="{FF2B5EF4-FFF2-40B4-BE49-F238E27FC236}">
                      <a16:creationId xmlns:a16="http://schemas.microsoft.com/office/drawing/2014/main" id="{10F521D8-97F6-6AB0-4726-1F656C59E931}"/>
                    </a:ext>
                  </a:extLst>
                </p14:cNvPr>
                <p14:cNvContentPartPr/>
                <p14:nvPr/>
              </p14:nvContentPartPr>
              <p14:xfrm>
                <a:off x="7998900" y="2685240"/>
                <a:ext cx="65880" cy="117360"/>
              </p14:xfrm>
            </p:contentPart>
          </mc:Choice>
          <mc:Fallback>
            <p:pic>
              <p:nvPicPr>
                <p:cNvPr id="48" name="Ink 47">
                  <a:extLst>
                    <a:ext uri="{FF2B5EF4-FFF2-40B4-BE49-F238E27FC236}">
                      <a16:creationId xmlns:a16="http://schemas.microsoft.com/office/drawing/2014/main" id="{10F521D8-97F6-6AB0-4726-1F656C59E931}"/>
                    </a:ext>
                  </a:extLst>
                </p:cNvPr>
                <p:cNvPicPr/>
                <p:nvPr/>
              </p:nvPicPr>
              <p:blipFill>
                <a:blip r:embed="rId131"/>
                <a:stretch>
                  <a:fillRect/>
                </a:stretch>
              </p:blipFill>
              <p:spPr>
                <a:xfrm>
                  <a:off x="7989900" y="2676240"/>
                  <a:ext cx="83520" cy="13500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49" name="Ink 48">
                  <a:extLst>
                    <a:ext uri="{FF2B5EF4-FFF2-40B4-BE49-F238E27FC236}">
                      <a16:creationId xmlns:a16="http://schemas.microsoft.com/office/drawing/2014/main" id="{8C5F79F9-8929-4736-240B-2E72395C1AB1}"/>
                    </a:ext>
                  </a:extLst>
                </p14:cNvPr>
                <p14:cNvContentPartPr/>
                <p14:nvPr/>
              </p14:nvContentPartPr>
              <p14:xfrm>
                <a:off x="8108700" y="2679840"/>
                <a:ext cx="231840" cy="133560"/>
              </p14:xfrm>
            </p:contentPart>
          </mc:Choice>
          <mc:Fallback>
            <p:pic>
              <p:nvPicPr>
                <p:cNvPr id="49" name="Ink 48">
                  <a:extLst>
                    <a:ext uri="{FF2B5EF4-FFF2-40B4-BE49-F238E27FC236}">
                      <a16:creationId xmlns:a16="http://schemas.microsoft.com/office/drawing/2014/main" id="{8C5F79F9-8929-4736-240B-2E72395C1AB1}"/>
                    </a:ext>
                  </a:extLst>
                </p:cNvPr>
                <p:cNvPicPr/>
                <p:nvPr/>
              </p:nvPicPr>
              <p:blipFill>
                <a:blip r:embed="rId133"/>
                <a:stretch>
                  <a:fillRect/>
                </a:stretch>
              </p:blipFill>
              <p:spPr>
                <a:xfrm>
                  <a:off x="8100060" y="2670840"/>
                  <a:ext cx="24948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50" name="Ink 49">
                  <a:extLst>
                    <a:ext uri="{FF2B5EF4-FFF2-40B4-BE49-F238E27FC236}">
                      <a16:creationId xmlns:a16="http://schemas.microsoft.com/office/drawing/2014/main" id="{22EA9A4D-AC01-D097-D078-FF21C7D96E40}"/>
                    </a:ext>
                  </a:extLst>
                </p14:cNvPr>
                <p14:cNvContentPartPr/>
                <p14:nvPr/>
              </p14:nvContentPartPr>
              <p14:xfrm>
                <a:off x="8337660" y="2622960"/>
                <a:ext cx="25560" cy="31680"/>
              </p14:xfrm>
            </p:contentPart>
          </mc:Choice>
          <mc:Fallback>
            <p:pic>
              <p:nvPicPr>
                <p:cNvPr id="50" name="Ink 49">
                  <a:extLst>
                    <a:ext uri="{FF2B5EF4-FFF2-40B4-BE49-F238E27FC236}">
                      <a16:creationId xmlns:a16="http://schemas.microsoft.com/office/drawing/2014/main" id="{22EA9A4D-AC01-D097-D078-FF21C7D96E40}"/>
                    </a:ext>
                  </a:extLst>
                </p:cNvPr>
                <p:cNvPicPr/>
                <p:nvPr/>
              </p:nvPicPr>
              <p:blipFill>
                <a:blip r:embed="rId135"/>
                <a:stretch>
                  <a:fillRect/>
                </a:stretch>
              </p:blipFill>
              <p:spPr>
                <a:xfrm>
                  <a:off x="8328660" y="2614320"/>
                  <a:ext cx="43200" cy="4932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51" name="Ink 50">
                  <a:extLst>
                    <a:ext uri="{FF2B5EF4-FFF2-40B4-BE49-F238E27FC236}">
                      <a16:creationId xmlns:a16="http://schemas.microsoft.com/office/drawing/2014/main" id="{7FD3E58F-0029-CF1F-41B6-8ACBEE41B031}"/>
                    </a:ext>
                  </a:extLst>
                </p14:cNvPr>
                <p14:cNvContentPartPr/>
                <p14:nvPr/>
              </p14:nvContentPartPr>
              <p14:xfrm>
                <a:off x="8362860" y="2543040"/>
                <a:ext cx="271800" cy="243360"/>
              </p14:xfrm>
            </p:contentPart>
          </mc:Choice>
          <mc:Fallback>
            <p:pic>
              <p:nvPicPr>
                <p:cNvPr id="51" name="Ink 50">
                  <a:extLst>
                    <a:ext uri="{FF2B5EF4-FFF2-40B4-BE49-F238E27FC236}">
                      <a16:creationId xmlns:a16="http://schemas.microsoft.com/office/drawing/2014/main" id="{7FD3E58F-0029-CF1F-41B6-8ACBEE41B031}"/>
                    </a:ext>
                  </a:extLst>
                </p:cNvPr>
                <p:cNvPicPr/>
                <p:nvPr/>
              </p:nvPicPr>
              <p:blipFill>
                <a:blip r:embed="rId137"/>
                <a:stretch>
                  <a:fillRect/>
                </a:stretch>
              </p:blipFill>
              <p:spPr>
                <a:xfrm>
                  <a:off x="8353860" y="2534400"/>
                  <a:ext cx="289440" cy="26100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52" name="Ink 51">
                  <a:extLst>
                    <a:ext uri="{FF2B5EF4-FFF2-40B4-BE49-F238E27FC236}">
                      <a16:creationId xmlns:a16="http://schemas.microsoft.com/office/drawing/2014/main" id="{D635FB11-8FBD-0FE5-C053-C014D0608CAA}"/>
                    </a:ext>
                  </a:extLst>
                </p14:cNvPr>
                <p14:cNvContentPartPr/>
                <p14:nvPr/>
              </p14:nvContentPartPr>
              <p14:xfrm>
                <a:off x="8612340" y="2688120"/>
                <a:ext cx="86760" cy="79560"/>
              </p14:xfrm>
            </p:contentPart>
          </mc:Choice>
          <mc:Fallback>
            <p:pic>
              <p:nvPicPr>
                <p:cNvPr id="52" name="Ink 51">
                  <a:extLst>
                    <a:ext uri="{FF2B5EF4-FFF2-40B4-BE49-F238E27FC236}">
                      <a16:creationId xmlns:a16="http://schemas.microsoft.com/office/drawing/2014/main" id="{D635FB11-8FBD-0FE5-C053-C014D0608CAA}"/>
                    </a:ext>
                  </a:extLst>
                </p:cNvPr>
                <p:cNvPicPr/>
                <p:nvPr/>
              </p:nvPicPr>
              <p:blipFill>
                <a:blip r:embed="rId139"/>
                <a:stretch>
                  <a:fillRect/>
                </a:stretch>
              </p:blipFill>
              <p:spPr>
                <a:xfrm>
                  <a:off x="8603700" y="2679120"/>
                  <a:ext cx="104400" cy="9720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53" name="Ink 52">
                  <a:extLst>
                    <a:ext uri="{FF2B5EF4-FFF2-40B4-BE49-F238E27FC236}">
                      <a16:creationId xmlns:a16="http://schemas.microsoft.com/office/drawing/2014/main" id="{448DB4E1-395B-1E22-309D-DFD000F2F19C}"/>
                    </a:ext>
                  </a:extLst>
                </p14:cNvPr>
                <p14:cNvContentPartPr/>
                <p14:nvPr/>
              </p14:nvContentPartPr>
              <p14:xfrm>
                <a:off x="8750220" y="2617560"/>
                <a:ext cx="360" cy="30600"/>
              </p14:xfrm>
            </p:contentPart>
          </mc:Choice>
          <mc:Fallback>
            <p:pic>
              <p:nvPicPr>
                <p:cNvPr id="53" name="Ink 52">
                  <a:extLst>
                    <a:ext uri="{FF2B5EF4-FFF2-40B4-BE49-F238E27FC236}">
                      <a16:creationId xmlns:a16="http://schemas.microsoft.com/office/drawing/2014/main" id="{448DB4E1-395B-1E22-309D-DFD000F2F19C}"/>
                    </a:ext>
                  </a:extLst>
                </p:cNvPr>
                <p:cNvPicPr/>
                <p:nvPr/>
              </p:nvPicPr>
              <p:blipFill>
                <a:blip r:embed="rId141"/>
                <a:stretch>
                  <a:fillRect/>
                </a:stretch>
              </p:blipFill>
              <p:spPr>
                <a:xfrm>
                  <a:off x="8741220" y="2608560"/>
                  <a:ext cx="18000" cy="4824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54" name="Ink 53">
                  <a:extLst>
                    <a:ext uri="{FF2B5EF4-FFF2-40B4-BE49-F238E27FC236}">
                      <a16:creationId xmlns:a16="http://schemas.microsoft.com/office/drawing/2014/main" id="{4B501F9B-7E15-D78B-0303-B2D7F11BA567}"/>
                    </a:ext>
                  </a:extLst>
                </p14:cNvPr>
                <p14:cNvContentPartPr/>
                <p14:nvPr/>
              </p14:nvContentPartPr>
              <p14:xfrm>
                <a:off x="8786940" y="2699640"/>
                <a:ext cx="236520" cy="87120"/>
              </p14:xfrm>
            </p:contentPart>
          </mc:Choice>
          <mc:Fallback>
            <p:pic>
              <p:nvPicPr>
                <p:cNvPr id="54" name="Ink 53">
                  <a:extLst>
                    <a:ext uri="{FF2B5EF4-FFF2-40B4-BE49-F238E27FC236}">
                      <a16:creationId xmlns:a16="http://schemas.microsoft.com/office/drawing/2014/main" id="{4B501F9B-7E15-D78B-0303-B2D7F11BA567}"/>
                    </a:ext>
                  </a:extLst>
                </p:cNvPr>
                <p:cNvPicPr/>
                <p:nvPr/>
              </p:nvPicPr>
              <p:blipFill>
                <a:blip r:embed="rId143"/>
                <a:stretch>
                  <a:fillRect/>
                </a:stretch>
              </p:blipFill>
              <p:spPr>
                <a:xfrm>
                  <a:off x="8777940" y="2691000"/>
                  <a:ext cx="254160" cy="10476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56" name="Ink 55">
                  <a:extLst>
                    <a:ext uri="{FF2B5EF4-FFF2-40B4-BE49-F238E27FC236}">
                      <a16:creationId xmlns:a16="http://schemas.microsoft.com/office/drawing/2014/main" id="{C2961DE8-091E-3EED-10B9-E442E0B1F070}"/>
                    </a:ext>
                  </a:extLst>
                </p14:cNvPr>
                <p14:cNvContentPartPr/>
                <p14:nvPr/>
              </p14:nvContentPartPr>
              <p14:xfrm>
                <a:off x="8012580" y="2927160"/>
                <a:ext cx="91440" cy="19080"/>
              </p14:xfrm>
            </p:contentPart>
          </mc:Choice>
          <mc:Fallback>
            <p:pic>
              <p:nvPicPr>
                <p:cNvPr id="56" name="Ink 55">
                  <a:extLst>
                    <a:ext uri="{FF2B5EF4-FFF2-40B4-BE49-F238E27FC236}">
                      <a16:creationId xmlns:a16="http://schemas.microsoft.com/office/drawing/2014/main" id="{C2961DE8-091E-3EED-10B9-E442E0B1F070}"/>
                    </a:ext>
                  </a:extLst>
                </p:cNvPr>
                <p:cNvPicPr/>
                <p:nvPr/>
              </p:nvPicPr>
              <p:blipFill>
                <a:blip r:embed="rId145"/>
                <a:stretch>
                  <a:fillRect/>
                </a:stretch>
              </p:blipFill>
              <p:spPr>
                <a:xfrm>
                  <a:off x="8003940" y="2918520"/>
                  <a:ext cx="109080" cy="3672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57" name="Ink 56">
                  <a:extLst>
                    <a:ext uri="{FF2B5EF4-FFF2-40B4-BE49-F238E27FC236}">
                      <a16:creationId xmlns:a16="http://schemas.microsoft.com/office/drawing/2014/main" id="{A9FD3F70-6588-BE1A-3B23-E611A6A71743}"/>
                    </a:ext>
                  </a:extLst>
                </p14:cNvPr>
                <p14:cNvContentPartPr/>
                <p14:nvPr/>
              </p14:nvContentPartPr>
              <p14:xfrm>
                <a:off x="8004300" y="3011760"/>
                <a:ext cx="119520" cy="15840"/>
              </p14:xfrm>
            </p:contentPart>
          </mc:Choice>
          <mc:Fallback>
            <p:pic>
              <p:nvPicPr>
                <p:cNvPr id="57" name="Ink 56">
                  <a:extLst>
                    <a:ext uri="{FF2B5EF4-FFF2-40B4-BE49-F238E27FC236}">
                      <a16:creationId xmlns:a16="http://schemas.microsoft.com/office/drawing/2014/main" id="{A9FD3F70-6588-BE1A-3B23-E611A6A71743}"/>
                    </a:ext>
                  </a:extLst>
                </p:cNvPr>
                <p:cNvPicPr/>
                <p:nvPr/>
              </p:nvPicPr>
              <p:blipFill>
                <a:blip r:embed="rId147"/>
                <a:stretch>
                  <a:fillRect/>
                </a:stretch>
              </p:blipFill>
              <p:spPr>
                <a:xfrm>
                  <a:off x="7995660" y="3003120"/>
                  <a:ext cx="137160" cy="3348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58" name="Ink 57">
                  <a:extLst>
                    <a:ext uri="{FF2B5EF4-FFF2-40B4-BE49-F238E27FC236}">
                      <a16:creationId xmlns:a16="http://schemas.microsoft.com/office/drawing/2014/main" id="{31CE008B-0F58-1F91-CB37-AEB453055E8C}"/>
                    </a:ext>
                  </a:extLst>
                </p14:cNvPr>
                <p14:cNvContentPartPr/>
                <p14:nvPr/>
              </p14:nvContentPartPr>
              <p14:xfrm>
                <a:off x="8047500" y="3073320"/>
                <a:ext cx="72000" cy="12600"/>
              </p14:xfrm>
            </p:contentPart>
          </mc:Choice>
          <mc:Fallback>
            <p:pic>
              <p:nvPicPr>
                <p:cNvPr id="58" name="Ink 57">
                  <a:extLst>
                    <a:ext uri="{FF2B5EF4-FFF2-40B4-BE49-F238E27FC236}">
                      <a16:creationId xmlns:a16="http://schemas.microsoft.com/office/drawing/2014/main" id="{31CE008B-0F58-1F91-CB37-AEB453055E8C}"/>
                    </a:ext>
                  </a:extLst>
                </p:cNvPr>
                <p:cNvPicPr/>
                <p:nvPr/>
              </p:nvPicPr>
              <p:blipFill>
                <a:blip r:embed="rId149"/>
                <a:stretch>
                  <a:fillRect/>
                </a:stretch>
              </p:blipFill>
              <p:spPr>
                <a:xfrm>
                  <a:off x="8038860" y="3064320"/>
                  <a:ext cx="8964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59" name="Ink 58">
                  <a:extLst>
                    <a:ext uri="{FF2B5EF4-FFF2-40B4-BE49-F238E27FC236}">
                      <a16:creationId xmlns:a16="http://schemas.microsoft.com/office/drawing/2014/main" id="{3442E8A3-0726-CB49-C179-4BB6BC75588E}"/>
                    </a:ext>
                  </a:extLst>
                </p14:cNvPr>
                <p14:cNvContentPartPr/>
                <p14:nvPr/>
              </p14:nvContentPartPr>
              <p14:xfrm>
                <a:off x="8031660" y="3168720"/>
                <a:ext cx="56160" cy="20160"/>
              </p14:xfrm>
            </p:contentPart>
          </mc:Choice>
          <mc:Fallback>
            <p:pic>
              <p:nvPicPr>
                <p:cNvPr id="59" name="Ink 58">
                  <a:extLst>
                    <a:ext uri="{FF2B5EF4-FFF2-40B4-BE49-F238E27FC236}">
                      <a16:creationId xmlns:a16="http://schemas.microsoft.com/office/drawing/2014/main" id="{3442E8A3-0726-CB49-C179-4BB6BC75588E}"/>
                    </a:ext>
                  </a:extLst>
                </p:cNvPr>
                <p:cNvPicPr/>
                <p:nvPr/>
              </p:nvPicPr>
              <p:blipFill>
                <a:blip r:embed="rId151"/>
                <a:stretch>
                  <a:fillRect/>
                </a:stretch>
              </p:blipFill>
              <p:spPr>
                <a:xfrm>
                  <a:off x="8023020" y="3159720"/>
                  <a:ext cx="73800" cy="3780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60" name="Ink 59">
                  <a:extLst>
                    <a:ext uri="{FF2B5EF4-FFF2-40B4-BE49-F238E27FC236}">
                      <a16:creationId xmlns:a16="http://schemas.microsoft.com/office/drawing/2014/main" id="{5BA2A039-B92B-EE5B-F4CB-B62ECB07E9CB}"/>
                    </a:ext>
                  </a:extLst>
                </p14:cNvPr>
                <p14:cNvContentPartPr/>
                <p14:nvPr/>
              </p14:nvContentPartPr>
              <p14:xfrm>
                <a:off x="8057220" y="3244680"/>
                <a:ext cx="78480" cy="19800"/>
              </p14:xfrm>
            </p:contentPart>
          </mc:Choice>
          <mc:Fallback>
            <p:pic>
              <p:nvPicPr>
                <p:cNvPr id="60" name="Ink 59">
                  <a:extLst>
                    <a:ext uri="{FF2B5EF4-FFF2-40B4-BE49-F238E27FC236}">
                      <a16:creationId xmlns:a16="http://schemas.microsoft.com/office/drawing/2014/main" id="{5BA2A039-B92B-EE5B-F4CB-B62ECB07E9CB}"/>
                    </a:ext>
                  </a:extLst>
                </p:cNvPr>
                <p:cNvPicPr/>
                <p:nvPr/>
              </p:nvPicPr>
              <p:blipFill>
                <a:blip r:embed="rId153"/>
                <a:stretch>
                  <a:fillRect/>
                </a:stretch>
              </p:blipFill>
              <p:spPr>
                <a:xfrm>
                  <a:off x="8048220" y="3235680"/>
                  <a:ext cx="9612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61" name="Ink 60">
                  <a:extLst>
                    <a:ext uri="{FF2B5EF4-FFF2-40B4-BE49-F238E27FC236}">
                      <a16:creationId xmlns:a16="http://schemas.microsoft.com/office/drawing/2014/main" id="{46448511-7E55-7FEA-E9AE-A29A59651FEE}"/>
                    </a:ext>
                  </a:extLst>
                </p14:cNvPr>
                <p14:cNvContentPartPr/>
                <p14:nvPr/>
              </p14:nvContentPartPr>
              <p14:xfrm>
                <a:off x="8215260" y="2933280"/>
                <a:ext cx="77040" cy="7200"/>
              </p14:xfrm>
            </p:contentPart>
          </mc:Choice>
          <mc:Fallback>
            <p:pic>
              <p:nvPicPr>
                <p:cNvPr id="61" name="Ink 60">
                  <a:extLst>
                    <a:ext uri="{FF2B5EF4-FFF2-40B4-BE49-F238E27FC236}">
                      <a16:creationId xmlns:a16="http://schemas.microsoft.com/office/drawing/2014/main" id="{46448511-7E55-7FEA-E9AE-A29A59651FEE}"/>
                    </a:ext>
                  </a:extLst>
                </p:cNvPr>
                <p:cNvPicPr/>
                <p:nvPr/>
              </p:nvPicPr>
              <p:blipFill>
                <a:blip r:embed="rId155"/>
                <a:stretch>
                  <a:fillRect/>
                </a:stretch>
              </p:blipFill>
              <p:spPr>
                <a:xfrm>
                  <a:off x="8206260" y="2924280"/>
                  <a:ext cx="9468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62" name="Ink 61">
                  <a:extLst>
                    <a:ext uri="{FF2B5EF4-FFF2-40B4-BE49-F238E27FC236}">
                      <a16:creationId xmlns:a16="http://schemas.microsoft.com/office/drawing/2014/main" id="{05832471-5821-DF9C-C164-0301A814AE0A}"/>
                    </a:ext>
                  </a:extLst>
                </p14:cNvPr>
                <p14:cNvContentPartPr/>
                <p14:nvPr/>
              </p14:nvContentPartPr>
              <p14:xfrm>
                <a:off x="8234340" y="3009960"/>
                <a:ext cx="64440" cy="19440"/>
              </p14:xfrm>
            </p:contentPart>
          </mc:Choice>
          <mc:Fallback>
            <p:pic>
              <p:nvPicPr>
                <p:cNvPr id="62" name="Ink 61">
                  <a:extLst>
                    <a:ext uri="{FF2B5EF4-FFF2-40B4-BE49-F238E27FC236}">
                      <a16:creationId xmlns:a16="http://schemas.microsoft.com/office/drawing/2014/main" id="{05832471-5821-DF9C-C164-0301A814AE0A}"/>
                    </a:ext>
                  </a:extLst>
                </p:cNvPr>
                <p:cNvPicPr/>
                <p:nvPr/>
              </p:nvPicPr>
              <p:blipFill>
                <a:blip r:embed="rId157"/>
                <a:stretch>
                  <a:fillRect/>
                </a:stretch>
              </p:blipFill>
              <p:spPr>
                <a:xfrm>
                  <a:off x="8225340" y="3000960"/>
                  <a:ext cx="8208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63" name="Ink 62">
                  <a:extLst>
                    <a:ext uri="{FF2B5EF4-FFF2-40B4-BE49-F238E27FC236}">
                      <a16:creationId xmlns:a16="http://schemas.microsoft.com/office/drawing/2014/main" id="{AF2A6DFA-CA0E-1C45-76E5-B05EF264502F}"/>
                    </a:ext>
                  </a:extLst>
                </p14:cNvPr>
                <p14:cNvContentPartPr/>
                <p14:nvPr/>
              </p14:nvContentPartPr>
              <p14:xfrm>
                <a:off x="8268540" y="3085920"/>
                <a:ext cx="22320" cy="6840"/>
              </p14:xfrm>
            </p:contentPart>
          </mc:Choice>
          <mc:Fallback>
            <p:pic>
              <p:nvPicPr>
                <p:cNvPr id="63" name="Ink 62">
                  <a:extLst>
                    <a:ext uri="{FF2B5EF4-FFF2-40B4-BE49-F238E27FC236}">
                      <a16:creationId xmlns:a16="http://schemas.microsoft.com/office/drawing/2014/main" id="{AF2A6DFA-CA0E-1C45-76E5-B05EF264502F}"/>
                    </a:ext>
                  </a:extLst>
                </p:cNvPr>
                <p:cNvPicPr/>
                <p:nvPr/>
              </p:nvPicPr>
              <p:blipFill>
                <a:blip r:embed="rId159"/>
                <a:stretch>
                  <a:fillRect/>
                </a:stretch>
              </p:blipFill>
              <p:spPr>
                <a:xfrm>
                  <a:off x="8259900" y="3076920"/>
                  <a:ext cx="3996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64" name="Ink 63">
                  <a:extLst>
                    <a:ext uri="{FF2B5EF4-FFF2-40B4-BE49-F238E27FC236}">
                      <a16:creationId xmlns:a16="http://schemas.microsoft.com/office/drawing/2014/main" id="{B104DBE4-9FAB-B875-D7B3-563E09345200}"/>
                    </a:ext>
                  </a:extLst>
                </p14:cNvPr>
                <p14:cNvContentPartPr/>
                <p14:nvPr/>
              </p14:nvContentPartPr>
              <p14:xfrm>
                <a:off x="8234340" y="3200400"/>
                <a:ext cx="93960" cy="18360"/>
              </p14:xfrm>
            </p:contentPart>
          </mc:Choice>
          <mc:Fallback>
            <p:pic>
              <p:nvPicPr>
                <p:cNvPr id="64" name="Ink 63">
                  <a:extLst>
                    <a:ext uri="{FF2B5EF4-FFF2-40B4-BE49-F238E27FC236}">
                      <a16:creationId xmlns:a16="http://schemas.microsoft.com/office/drawing/2014/main" id="{B104DBE4-9FAB-B875-D7B3-563E09345200}"/>
                    </a:ext>
                  </a:extLst>
                </p:cNvPr>
                <p:cNvPicPr/>
                <p:nvPr/>
              </p:nvPicPr>
              <p:blipFill>
                <a:blip r:embed="rId161"/>
                <a:stretch>
                  <a:fillRect/>
                </a:stretch>
              </p:blipFill>
              <p:spPr>
                <a:xfrm>
                  <a:off x="8225340" y="3191400"/>
                  <a:ext cx="11160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65" name="Ink 64">
                  <a:extLst>
                    <a:ext uri="{FF2B5EF4-FFF2-40B4-BE49-F238E27FC236}">
                      <a16:creationId xmlns:a16="http://schemas.microsoft.com/office/drawing/2014/main" id="{E5A9265D-6437-CEDC-F2C9-8FED3314BEA3}"/>
                    </a:ext>
                  </a:extLst>
                </p14:cNvPr>
                <p14:cNvContentPartPr/>
                <p14:nvPr/>
              </p14:nvContentPartPr>
              <p14:xfrm>
                <a:off x="8421540" y="2936160"/>
                <a:ext cx="63000" cy="10440"/>
              </p14:xfrm>
            </p:contentPart>
          </mc:Choice>
          <mc:Fallback>
            <p:pic>
              <p:nvPicPr>
                <p:cNvPr id="65" name="Ink 64">
                  <a:extLst>
                    <a:ext uri="{FF2B5EF4-FFF2-40B4-BE49-F238E27FC236}">
                      <a16:creationId xmlns:a16="http://schemas.microsoft.com/office/drawing/2014/main" id="{E5A9265D-6437-CEDC-F2C9-8FED3314BEA3}"/>
                    </a:ext>
                  </a:extLst>
                </p:cNvPr>
                <p:cNvPicPr/>
                <p:nvPr/>
              </p:nvPicPr>
              <p:blipFill>
                <a:blip r:embed="rId163"/>
                <a:stretch>
                  <a:fillRect/>
                </a:stretch>
              </p:blipFill>
              <p:spPr>
                <a:xfrm>
                  <a:off x="8412900" y="2927160"/>
                  <a:ext cx="8064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66" name="Ink 65">
                  <a:extLst>
                    <a:ext uri="{FF2B5EF4-FFF2-40B4-BE49-F238E27FC236}">
                      <a16:creationId xmlns:a16="http://schemas.microsoft.com/office/drawing/2014/main" id="{E99E506A-3CE3-6877-2438-D44F09200761}"/>
                    </a:ext>
                  </a:extLst>
                </p14:cNvPr>
                <p14:cNvContentPartPr/>
                <p14:nvPr/>
              </p14:nvContentPartPr>
              <p14:xfrm>
                <a:off x="8406780" y="2997000"/>
                <a:ext cx="42840" cy="29160"/>
              </p14:xfrm>
            </p:contentPart>
          </mc:Choice>
          <mc:Fallback>
            <p:pic>
              <p:nvPicPr>
                <p:cNvPr id="66" name="Ink 65">
                  <a:extLst>
                    <a:ext uri="{FF2B5EF4-FFF2-40B4-BE49-F238E27FC236}">
                      <a16:creationId xmlns:a16="http://schemas.microsoft.com/office/drawing/2014/main" id="{E99E506A-3CE3-6877-2438-D44F09200761}"/>
                    </a:ext>
                  </a:extLst>
                </p:cNvPr>
                <p:cNvPicPr/>
                <p:nvPr/>
              </p:nvPicPr>
              <p:blipFill>
                <a:blip r:embed="rId165"/>
                <a:stretch>
                  <a:fillRect/>
                </a:stretch>
              </p:blipFill>
              <p:spPr>
                <a:xfrm>
                  <a:off x="8398140" y="2988000"/>
                  <a:ext cx="60480" cy="4680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67" name="Ink 66">
                  <a:extLst>
                    <a:ext uri="{FF2B5EF4-FFF2-40B4-BE49-F238E27FC236}">
                      <a16:creationId xmlns:a16="http://schemas.microsoft.com/office/drawing/2014/main" id="{7C28B9E0-C510-37ED-7212-98809CC5DB30}"/>
                    </a:ext>
                  </a:extLst>
                </p14:cNvPr>
                <p14:cNvContentPartPr/>
                <p14:nvPr/>
              </p14:nvContentPartPr>
              <p14:xfrm>
                <a:off x="8439900" y="3074400"/>
                <a:ext cx="61920" cy="15480"/>
              </p14:xfrm>
            </p:contentPart>
          </mc:Choice>
          <mc:Fallback>
            <p:pic>
              <p:nvPicPr>
                <p:cNvPr id="67" name="Ink 66">
                  <a:extLst>
                    <a:ext uri="{FF2B5EF4-FFF2-40B4-BE49-F238E27FC236}">
                      <a16:creationId xmlns:a16="http://schemas.microsoft.com/office/drawing/2014/main" id="{7C28B9E0-C510-37ED-7212-98809CC5DB30}"/>
                    </a:ext>
                  </a:extLst>
                </p:cNvPr>
                <p:cNvPicPr/>
                <p:nvPr/>
              </p:nvPicPr>
              <p:blipFill>
                <a:blip r:embed="rId167"/>
                <a:stretch>
                  <a:fillRect/>
                </a:stretch>
              </p:blipFill>
              <p:spPr>
                <a:xfrm>
                  <a:off x="8431260" y="3065760"/>
                  <a:ext cx="7956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68" name="Ink 67">
                  <a:extLst>
                    <a:ext uri="{FF2B5EF4-FFF2-40B4-BE49-F238E27FC236}">
                      <a16:creationId xmlns:a16="http://schemas.microsoft.com/office/drawing/2014/main" id="{E33669CB-9F98-C716-70F7-843648B2516B}"/>
                    </a:ext>
                  </a:extLst>
                </p14:cNvPr>
                <p14:cNvContentPartPr/>
                <p14:nvPr/>
              </p14:nvContentPartPr>
              <p14:xfrm>
                <a:off x="8439180" y="3149640"/>
                <a:ext cx="48960" cy="5760"/>
              </p14:xfrm>
            </p:contentPart>
          </mc:Choice>
          <mc:Fallback>
            <p:pic>
              <p:nvPicPr>
                <p:cNvPr id="68" name="Ink 67">
                  <a:extLst>
                    <a:ext uri="{FF2B5EF4-FFF2-40B4-BE49-F238E27FC236}">
                      <a16:creationId xmlns:a16="http://schemas.microsoft.com/office/drawing/2014/main" id="{E33669CB-9F98-C716-70F7-843648B2516B}"/>
                    </a:ext>
                  </a:extLst>
                </p:cNvPr>
                <p:cNvPicPr/>
                <p:nvPr/>
              </p:nvPicPr>
              <p:blipFill>
                <a:blip r:embed="rId169"/>
                <a:stretch>
                  <a:fillRect/>
                </a:stretch>
              </p:blipFill>
              <p:spPr>
                <a:xfrm>
                  <a:off x="8430180" y="3140640"/>
                  <a:ext cx="66600" cy="2340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69" name="Ink 68">
                  <a:extLst>
                    <a:ext uri="{FF2B5EF4-FFF2-40B4-BE49-F238E27FC236}">
                      <a16:creationId xmlns:a16="http://schemas.microsoft.com/office/drawing/2014/main" id="{F30B313F-515E-31AC-63B6-390ECE270276}"/>
                    </a:ext>
                  </a:extLst>
                </p14:cNvPr>
                <p14:cNvContentPartPr/>
                <p14:nvPr/>
              </p14:nvContentPartPr>
              <p14:xfrm>
                <a:off x="8458260" y="3213360"/>
                <a:ext cx="68760" cy="44640"/>
              </p14:xfrm>
            </p:contentPart>
          </mc:Choice>
          <mc:Fallback>
            <p:pic>
              <p:nvPicPr>
                <p:cNvPr id="69" name="Ink 68">
                  <a:extLst>
                    <a:ext uri="{FF2B5EF4-FFF2-40B4-BE49-F238E27FC236}">
                      <a16:creationId xmlns:a16="http://schemas.microsoft.com/office/drawing/2014/main" id="{F30B313F-515E-31AC-63B6-390ECE270276}"/>
                    </a:ext>
                  </a:extLst>
                </p:cNvPr>
                <p:cNvPicPr/>
                <p:nvPr/>
              </p:nvPicPr>
              <p:blipFill>
                <a:blip r:embed="rId171"/>
                <a:stretch>
                  <a:fillRect/>
                </a:stretch>
              </p:blipFill>
              <p:spPr>
                <a:xfrm>
                  <a:off x="8449260" y="3204360"/>
                  <a:ext cx="86400" cy="6228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70" name="Ink 69">
                  <a:extLst>
                    <a:ext uri="{FF2B5EF4-FFF2-40B4-BE49-F238E27FC236}">
                      <a16:creationId xmlns:a16="http://schemas.microsoft.com/office/drawing/2014/main" id="{09F58CD1-D4A1-D055-2E2E-54304300C2D3}"/>
                    </a:ext>
                  </a:extLst>
                </p14:cNvPr>
                <p14:cNvContentPartPr/>
                <p14:nvPr/>
              </p14:nvContentPartPr>
              <p14:xfrm>
                <a:off x="8640060" y="2933640"/>
                <a:ext cx="39600" cy="25920"/>
              </p14:xfrm>
            </p:contentPart>
          </mc:Choice>
          <mc:Fallback>
            <p:pic>
              <p:nvPicPr>
                <p:cNvPr id="70" name="Ink 69">
                  <a:extLst>
                    <a:ext uri="{FF2B5EF4-FFF2-40B4-BE49-F238E27FC236}">
                      <a16:creationId xmlns:a16="http://schemas.microsoft.com/office/drawing/2014/main" id="{09F58CD1-D4A1-D055-2E2E-54304300C2D3}"/>
                    </a:ext>
                  </a:extLst>
                </p:cNvPr>
                <p:cNvPicPr/>
                <p:nvPr/>
              </p:nvPicPr>
              <p:blipFill>
                <a:blip r:embed="rId173"/>
                <a:stretch>
                  <a:fillRect/>
                </a:stretch>
              </p:blipFill>
              <p:spPr>
                <a:xfrm>
                  <a:off x="8631060" y="2924640"/>
                  <a:ext cx="57240" cy="4356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71" name="Ink 70">
                  <a:extLst>
                    <a:ext uri="{FF2B5EF4-FFF2-40B4-BE49-F238E27FC236}">
                      <a16:creationId xmlns:a16="http://schemas.microsoft.com/office/drawing/2014/main" id="{1EF91CCB-BD65-1A20-9AA6-D66743A064BA}"/>
                    </a:ext>
                  </a:extLst>
                </p14:cNvPr>
                <p14:cNvContentPartPr/>
                <p14:nvPr/>
              </p14:nvContentPartPr>
              <p14:xfrm>
                <a:off x="8640780" y="3022560"/>
                <a:ext cx="39960" cy="26280"/>
              </p14:xfrm>
            </p:contentPart>
          </mc:Choice>
          <mc:Fallback>
            <p:pic>
              <p:nvPicPr>
                <p:cNvPr id="71" name="Ink 70">
                  <a:extLst>
                    <a:ext uri="{FF2B5EF4-FFF2-40B4-BE49-F238E27FC236}">
                      <a16:creationId xmlns:a16="http://schemas.microsoft.com/office/drawing/2014/main" id="{1EF91CCB-BD65-1A20-9AA6-D66743A064BA}"/>
                    </a:ext>
                  </a:extLst>
                </p:cNvPr>
                <p:cNvPicPr/>
                <p:nvPr/>
              </p:nvPicPr>
              <p:blipFill>
                <a:blip r:embed="rId175"/>
                <a:stretch>
                  <a:fillRect/>
                </a:stretch>
              </p:blipFill>
              <p:spPr>
                <a:xfrm>
                  <a:off x="8631780" y="3013560"/>
                  <a:ext cx="57600" cy="4392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72" name="Ink 71">
                  <a:extLst>
                    <a:ext uri="{FF2B5EF4-FFF2-40B4-BE49-F238E27FC236}">
                      <a16:creationId xmlns:a16="http://schemas.microsoft.com/office/drawing/2014/main" id="{1CF47008-0401-BADA-1A01-E4EEAAB93EA4}"/>
                    </a:ext>
                  </a:extLst>
                </p14:cNvPr>
                <p14:cNvContentPartPr/>
                <p14:nvPr/>
              </p14:nvContentPartPr>
              <p14:xfrm>
                <a:off x="8668500" y="3118680"/>
                <a:ext cx="28800" cy="8640"/>
              </p14:xfrm>
            </p:contentPart>
          </mc:Choice>
          <mc:Fallback>
            <p:pic>
              <p:nvPicPr>
                <p:cNvPr id="72" name="Ink 71">
                  <a:extLst>
                    <a:ext uri="{FF2B5EF4-FFF2-40B4-BE49-F238E27FC236}">
                      <a16:creationId xmlns:a16="http://schemas.microsoft.com/office/drawing/2014/main" id="{1CF47008-0401-BADA-1A01-E4EEAAB93EA4}"/>
                    </a:ext>
                  </a:extLst>
                </p:cNvPr>
                <p:cNvPicPr/>
                <p:nvPr/>
              </p:nvPicPr>
              <p:blipFill>
                <a:blip r:embed="rId177"/>
                <a:stretch>
                  <a:fillRect/>
                </a:stretch>
              </p:blipFill>
              <p:spPr>
                <a:xfrm>
                  <a:off x="8659860" y="3109680"/>
                  <a:ext cx="46440" cy="2628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73" name="Ink 72">
                  <a:extLst>
                    <a:ext uri="{FF2B5EF4-FFF2-40B4-BE49-F238E27FC236}">
                      <a16:creationId xmlns:a16="http://schemas.microsoft.com/office/drawing/2014/main" id="{BD0B100C-6EBD-DF8D-F87B-0FA829D7641B}"/>
                    </a:ext>
                  </a:extLst>
                </p14:cNvPr>
                <p14:cNvContentPartPr/>
                <p14:nvPr/>
              </p14:nvContentPartPr>
              <p14:xfrm>
                <a:off x="8687580" y="3187800"/>
                <a:ext cx="23400" cy="13320"/>
              </p14:xfrm>
            </p:contentPart>
          </mc:Choice>
          <mc:Fallback>
            <p:pic>
              <p:nvPicPr>
                <p:cNvPr id="73" name="Ink 72">
                  <a:extLst>
                    <a:ext uri="{FF2B5EF4-FFF2-40B4-BE49-F238E27FC236}">
                      <a16:creationId xmlns:a16="http://schemas.microsoft.com/office/drawing/2014/main" id="{BD0B100C-6EBD-DF8D-F87B-0FA829D7641B}"/>
                    </a:ext>
                  </a:extLst>
                </p:cNvPr>
                <p:cNvPicPr/>
                <p:nvPr/>
              </p:nvPicPr>
              <p:blipFill>
                <a:blip r:embed="rId179"/>
                <a:stretch>
                  <a:fillRect/>
                </a:stretch>
              </p:blipFill>
              <p:spPr>
                <a:xfrm>
                  <a:off x="8678940" y="3178800"/>
                  <a:ext cx="4104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92" name="Ink 91">
                  <a:extLst>
                    <a:ext uri="{FF2B5EF4-FFF2-40B4-BE49-F238E27FC236}">
                      <a16:creationId xmlns:a16="http://schemas.microsoft.com/office/drawing/2014/main" id="{0E29130A-A487-EC20-D8C2-DF78C5A98320}"/>
                    </a:ext>
                  </a:extLst>
                </p14:cNvPr>
                <p14:cNvContentPartPr/>
                <p14:nvPr/>
              </p14:nvContentPartPr>
              <p14:xfrm>
                <a:off x="4743420" y="1787040"/>
                <a:ext cx="37080" cy="201240"/>
              </p14:xfrm>
            </p:contentPart>
          </mc:Choice>
          <mc:Fallback>
            <p:pic>
              <p:nvPicPr>
                <p:cNvPr id="92" name="Ink 91">
                  <a:extLst>
                    <a:ext uri="{FF2B5EF4-FFF2-40B4-BE49-F238E27FC236}">
                      <a16:creationId xmlns:a16="http://schemas.microsoft.com/office/drawing/2014/main" id="{0E29130A-A487-EC20-D8C2-DF78C5A98320}"/>
                    </a:ext>
                  </a:extLst>
                </p:cNvPr>
                <p:cNvPicPr/>
                <p:nvPr/>
              </p:nvPicPr>
              <p:blipFill>
                <a:blip r:embed="rId181"/>
                <a:stretch>
                  <a:fillRect/>
                </a:stretch>
              </p:blipFill>
              <p:spPr>
                <a:xfrm>
                  <a:off x="4734420" y="1778040"/>
                  <a:ext cx="54720" cy="21888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93" name="Ink 92">
                  <a:extLst>
                    <a:ext uri="{FF2B5EF4-FFF2-40B4-BE49-F238E27FC236}">
                      <a16:creationId xmlns:a16="http://schemas.microsoft.com/office/drawing/2014/main" id="{72E09012-9E02-D0CD-011E-06F071D5A38F}"/>
                    </a:ext>
                  </a:extLst>
                </p14:cNvPr>
                <p14:cNvContentPartPr/>
                <p14:nvPr/>
              </p14:nvContentPartPr>
              <p14:xfrm>
                <a:off x="4728300" y="1875240"/>
                <a:ext cx="479880" cy="181440"/>
              </p14:xfrm>
            </p:contentPart>
          </mc:Choice>
          <mc:Fallback>
            <p:pic>
              <p:nvPicPr>
                <p:cNvPr id="93" name="Ink 92">
                  <a:extLst>
                    <a:ext uri="{FF2B5EF4-FFF2-40B4-BE49-F238E27FC236}">
                      <a16:creationId xmlns:a16="http://schemas.microsoft.com/office/drawing/2014/main" id="{72E09012-9E02-D0CD-011E-06F071D5A38F}"/>
                    </a:ext>
                  </a:extLst>
                </p:cNvPr>
                <p:cNvPicPr/>
                <p:nvPr/>
              </p:nvPicPr>
              <p:blipFill>
                <a:blip r:embed="rId183"/>
                <a:stretch>
                  <a:fillRect/>
                </a:stretch>
              </p:blipFill>
              <p:spPr>
                <a:xfrm>
                  <a:off x="4719660" y="1866600"/>
                  <a:ext cx="497520" cy="19908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94" name="Ink 93">
                  <a:extLst>
                    <a:ext uri="{FF2B5EF4-FFF2-40B4-BE49-F238E27FC236}">
                      <a16:creationId xmlns:a16="http://schemas.microsoft.com/office/drawing/2014/main" id="{9D211377-ACAF-4891-0282-9A51040FB7A3}"/>
                    </a:ext>
                  </a:extLst>
                </p14:cNvPr>
                <p14:cNvContentPartPr/>
                <p14:nvPr/>
              </p14:nvContentPartPr>
              <p14:xfrm>
                <a:off x="5276940" y="1936440"/>
                <a:ext cx="3960" cy="25920"/>
              </p14:xfrm>
            </p:contentPart>
          </mc:Choice>
          <mc:Fallback>
            <p:pic>
              <p:nvPicPr>
                <p:cNvPr id="94" name="Ink 93">
                  <a:extLst>
                    <a:ext uri="{FF2B5EF4-FFF2-40B4-BE49-F238E27FC236}">
                      <a16:creationId xmlns:a16="http://schemas.microsoft.com/office/drawing/2014/main" id="{9D211377-ACAF-4891-0282-9A51040FB7A3}"/>
                    </a:ext>
                  </a:extLst>
                </p:cNvPr>
                <p:cNvPicPr/>
                <p:nvPr/>
              </p:nvPicPr>
              <p:blipFill>
                <a:blip r:embed="rId185"/>
                <a:stretch>
                  <a:fillRect/>
                </a:stretch>
              </p:blipFill>
              <p:spPr>
                <a:xfrm>
                  <a:off x="5267940" y="1927440"/>
                  <a:ext cx="21600" cy="4356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15" name="Ink 114">
                  <a:extLst>
                    <a:ext uri="{FF2B5EF4-FFF2-40B4-BE49-F238E27FC236}">
                      <a16:creationId xmlns:a16="http://schemas.microsoft.com/office/drawing/2014/main" id="{9070A8A4-13C8-D7B9-E30A-C2675FE99CBA}"/>
                    </a:ext>
                  </a:extLst>
                </p14:cNvPr>
                <p14:cNvContentPartPr/>
                <p14:nvPr/>
              </p14:nvContentPartPr>
              <p14:xfrm>
                <a:off x="5090100" y="1664640"/>
                <a:ext cx="694800" cy="2462760"/>
              </p14:xfrm>
            </p:contentPart>
          </mc:Choice>
          <mc:Fallback>
            <p:pic>
              <p:nvPicPr>
                <p:cNvPr id="115" name="Ink 114">
                  <a:extLst>
                    <a:ext uri="{FF2B5EF4-FFF2-40B4-BE49-F238E27FC236}">
                      <a16:creationId xmlns:a16="http://schemas.microsoft.com/office/drawing/2014/main" id="{9070A8A4-13C8-D7B9-E30A-C2675FE99CBA}"/>
                    </a:ext>
                  </a:extLst>
                </p:cNvPr>
                <p:cNvPicPr/>
                <p:nvPr/>
              </p:nvPicPr>
              <p:blipFill>
                <a:blip r:embed="rId187"/>
                <a:stretch>
                  <a:fillRect/>
                </a:stretch>
              </p:blipFill>
              <p:spPr>
                <a:xfrm>
                  <a:off x="5081460" y="1656000"/>
                  <a:ext cx="712440" cy="248040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16" name="Ink 115">
                  <a:extLst>
                    <a:ext uri="{FF2B5EF4-FFF2-40B4-BE49-F238E27FC236}">
                      <a16:creationId xmlns:a16="http://schemas.microsoft.com/office/drawing/2014/main" id="{ED1D3CC4-80EF-82F1-C54E-3E2DF0D74AD7}"/>
                    </a:ext>
                  </a:extLst>
                </p14:cNvPr>
                <p14:cNvContentPartPr/>
                <p14:nvPr/>
              </p14:nvContentPartPr>
              <p14:xfrm>
                <a:off x="5801460" y="1747800"/>
                <a:ext cx="2165040" cy="1608120"/>
              </p14:xfrm>
            </p:contentPart>
          </mc:Choice>
          <mc:Fallback>
            <p:pic>
              <p:nvPicPr>
                <p:cNvPr id="116" name="Ink 115">
                  <a:extLst>
                    <a:ext uri="{FF2B5EF4-FFF2-40B4-BE49-F238E27FC236}">
                      <a16:creationId xmlns:a16="http://schemas.microsoft.com/office/drawing/2014/main" id="{ED1D3CC4-80EF-82F1-C54E-3E2DF0D74AD7}"/>
                    </a:ext>
                  </a:extLst>
                </p:cNvPr>
                <p:cNvPicPr/>
                <p:nvPr/>
              </p:nvPicPr>
              <p:blipFill>
                <a:blip r:embed="rId189"/>
                <a:stretch>
                  <a:fillRect/>
                </a:stretch>
              </p:blipFill>
              <p:spPr>
                <a:xfrm>
                  <a:off x="5792820" y="1739160"/>
                  <a:ext cx="2182680" cy="162576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17" name="Ink 116">
                  <a:extLst>
                    <a:ext uri="{FF2B5EF4-FFF2-40B4-BE49-F238E27FC236}">
                      <a16:creationId xmlns:a16="http://schemas.microsoft.com/office/drawing/2014/main" id="{2D766B75-02DE-19A9-03AA-96299D34B61F}"/>
                    </a:ext>
                  </a:extLst>
                </p14:cNvPr>
                <p14:cNvContentPartPr/>
                <p14:nvPr/>
              </p14:nvContentPartPr>
              <p14:xfrm>
                <a:off x="7918620" y="2324160"/>
                <a:ext cx="196920" cy="151920"/>
              </p14:xfrm>
            </p:contentPart>
          </mc:Choice>
          <mc:Fallback>
            <p:pic>
              <p:nvPicPr>
                <p:cNvPr id="117" name="Ink 116">
                  <a:extLst>
                    <a:ext uri="{FF2B5EF4-FFF2-40B4-BE49-F238E27FC236}">
                      <a16:creationId xmlns:a16="http://schemas.microsoft.com/office/drawing/2014/main" id="{2D766B75-02DE-19A9-03AA-96299D34B61F}"/>
                    </a:ext>
                  </a:extLst>
                </p:cNvPr>
                <p:cNvPicPr/>
                <p:nvPr/>
              </p:nvPicPr>
              <p:blipFill>
                <a:blip r:embed="rId191"/>
                <a:stretch>
                  <a:fillRect/>
                </a:stretch>
              </p:blipFill>
              <p:spPr>
                <a:xfrm>
                  <a:off x="7909620" y="2315160"/>
                  <a:ext cx="214560" cy="16956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19" name="Ink 118">
                  <a:extLst>
                    <a:ext uri="{FF2B5EF4-FFF2-40B4-BE49-F238E27FC236}">
                      <a16:creationId xmlns:a16="http://schemas.microsoft.com/office/drawing/2014/main" id="{6CDE8858-73C9-D418-88B0-097CEA6156B1}"/>
                    </a:ext>
                  </a:extLst>
                </p14:cNvPr>
                <p14:cNvContentPartPr/>
                <p14:nvPr/>
              </p14:nvContentPartPr>
              <p14:xfrm>
                <a:off x="7930860" y="3404880"/>
                <a:ext cx="255240" cy="443880"/>
              </p14:xfrm>
            </p:contentPart>
          </mc:Choice>
          <mc:Fallback>
            <p:pic>
              <p:nvPicPr>
                <p:cNvPr id="119" name="Ink 118">
                  <a:extLst>
                    <a:ext uri="{FF2B5EF4-FFF2-40B4-BE49-F238E27FC236}">
                      <a16:creationId xmlns:a16="http://schemas.microsoft.com/office/drawing/2014/main" id="{6CDE8858-73C9-D418-88B0-097CEA6156B1}"/>
                    </a:ext>
                  </a:extLst>
                </p:cNvPr>
                <p:cNvPicPr/>
                <p:nvPr/>
              </p:nvPicPr>
              <p:blipFill>
                <a:blip r:embed="rId193"/>
                <a:stretch>
                  <a:fillRect/>
                </a:stretch>
              </p:blipFill>
              <p:spPr>
                <a:xfrm>
                  <a:off x="7921860" y="3396240"/>
                  <a:ext cx="272880" cy="46152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20" name="Ink 119">
                  <a:extLst>
                    <a:ext uri="{FF2B5EF4-FFF2-40B4-BE49-F238E27FC236}">
                      <a16:creationId xmlns:a16="http://schemas.microsoft.com/office/drawing/2014/main" id="{1DA6C755-A0BF-B3DC-A7EF-7523894BE107}"/>
                    </a:ext>
                  </a:extLst>
                </p14:cNvPr>
                <p14:cNvContentPartPr/>
                <p14:nvPr/>
              </p14:nvContentPartPr>
              <p14:xfrm>
                <a:off x="7893420" y="3729600"/>
                <a:ext cx="172800" cy="140400"/>
              </p14:xfrm>
            </p:contentPart>
          </mc:Choice>
          <mc:Fallback>
            <p:pic>
              <p:nvPicPr>
                <p:cNvPr id="120" name="Ink 119">
                  <a:extLst>
                    <a:ext uri="{FF2B5EF4-FFF2-40B4-BE49-F238E27FC236}">
                      <a16:creationId xmlns:a16="http://schemas.microsoft.com/office/drawing/2014/main" id="{1DA6C755-A0BF-B3DC-A7EF-7523894BE107}"/>
                    </a:ext>
                  </a:extLst>
                </p:cNvPr>
                <p:cNvPicPr/>
                <p:nvPr/>
              </p:nvPicPr>
              <p:blipFill>
                <a:blip r:embed="rId195"/>
                <a:stretch>
                  <a:fillRect/>
                </a:stretch>
              </p:blipFill>
              <p:spPr>
                <a:xfrm>
                  <a:off x="7884780" y="3720600"/>
                  <a:ext cx="19044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21" name="Ink 120">
                  <a:extLst>
                    <a:ext uri="{FF2B5EF4-FFF2-40B4-BE49-F238E27FC236}">
                      <a16:creationId xmlns:a16="http://schemas.microsoft.com/office/drawing/2014/main" id="{C9E67F28-FF02-78B2-4139-4355EECC071E}"/>
                    </a:ext>
                  </a:extLst>
                </p14:cNvPr>
                <p14:cNvContentPartPr/>
                <p14:nvPr/>
              </p14:nvContentPartPr>
              <p14:xfrm>
                <a:off x="7405260" y="4053240"/>
                <a:ext cx="177840" cy="138240"/>
              </p14:xfrm>
            </p:contentPart>
          </mc:Choice>
          <mc:Fallback>
            <p:pic>
              <p:nvPicPr>
                <p:cNvPr id="121" name="Ink 120">
                  <a:extLst>
                    <a:ext uri="{FF2B5EF4-FFF2-40B4-BE49-F238E27FC236}">
                      <a16:creationId xmlns:a16="http://schemas.microsoft.com/office/drawing/2014/main" id="{C9E67F28-FF02-78B2-4139-4355EECC071E}"/>
                    </a:ext>
                  </a:extLst>
                </p:cNvPr>
                <p:cNvPicPr/>
                <p:nvPr/>
              </p:nvPicPr>
              <p:blipFill>
                <a:blip r:embed="rId197"/>
                <a:stretch>
                  <a:fillRect/>
                </a:stretch>
              </p:blipFill>
              <p:spPr>
                <a:xfrm>
                  <a:off x="7396260" y="4044240"/>
                  <a:ext cx="195480" cy="15588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22" name="Ink 121">
                  <a:extLst>
                    <a:ext uri="{FF2B5EF4-FFF2-40B4-BE49-F238E27FC236}">
                      <a16:creationId xmlns:a16="http://schemas.microsoft.com/office/drawing/2014/main" id="{0AC65A04-349A-E67F-2EF5-A48A95133AB4}"/>
                    </a:ext>
                  </a:extLst>
                </p14:cNvPr>
                <p14:cNvContentPartPr/>
                <p14:nvPr/>
              </p14:nvContentPartPr>
              <p14:xfrm>
                <a:off x="7622340" y="4041360"/>
                <a:ext cx="146160" cy="189720"/>
              </p14:xfrm>
            </p:contentPart>
          </mc:Choice>
          <mc:Fallback>
            <p:pic>
              <p:nvPicPr>
                <p:cNvPr id="122" name="Ink 121">
                  <a:extLst>
                    <a:ext uri="{FF2B5EF4-FFF2-40B4-BE49-F238E27FC236}">
                      <a16:creationId xmlns:a16="http://schemas.microsoft.com/office/drawing/2014/main" id="{0AC65A04-349A-E67F-2EF5-A48A95133AB4}"/>
                    </a:ext>
                  </a:extLst>
                </p:cNvPr>
                <p:cNvPicPr/>
                <p:nvPr/>
              </p:nvPicPr>
              <p:blipFill>
                <a:blip r:embed="rId199"/>
                <a:stretch>
                  <a:fillRect/>
                </a:stretch>
              </p:blipFill>
              <p:spPr>
                <a:xfrm>
                  <a:off x="7613340" y="4032360"/>
                  <a:ext cx="163800" cy="20736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23" name="Ink 122">
                  <a:extLst>
                    <a:ext uri="{FF2B5EF4-FFF2-40B4-BE49-F238E27FC236}">
                      <a16:creationId xmlns:a16="http://schemas.microsoft.com/office/drawing/2014/main" id="{B326E9BE-4CD4-3FF3-730A-AF1F0909568E}"/>
                    </a:ext>
                  </a:extLst>
                </p14:cNvPr>
                <p14:cNvContentPartPr/>
                <p14:nvPr/>
              </p14:nvContentPartPr>
              <p14:xfrm>
                <a:off x="7652940" y="4092840"/>
                <a:ext cx="24480" cy="98640"/>
              </p14:xfrm>
            </p:contentPart>
          </mc:Choice>
          <mc:Fallback>
            <p:pic>
              <p:nvPicPr>
                <p:cNvPr id="123" name="Ink 122">
                  <a:extLst>
                    <a:ext uri="{FF2B5EF4-FFF2-40B4-BE49-F238E27FC236}">
                      <a16:creationId xmlns:a16="http://schemas.microsoft.com/office/drawing/2014/main" id="{B326E9BE-4CD4-3FF3-730A-AF1F0909568E}"/>
                    </a:ext>
                  </a:extLst>
                </p:cNvPr>
                <p:cNvPicPr/>
                <p:nvPr/>
              </p:nvPicPr>
              <p:blipFill>
                <a:blip r:embed="rId201"/>
                <a:stretch>
                  <a:fillRect/>
                </a:stretch>
              </p:blipFill>
              <p:spPr>
                <a:xfrm>
                  <a:off x="7644300" y="4083840"/>
                  <a:ext cx="42120" cy="11628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24" name="Ink 123">
                  <a:extLst>
                    <a:ext uri="{FF2B5EF4-FFF2-40B4-BE49-F238E27FC236}">
                      <a16:creationId xmlns:a16="http://schemas.microsoft.com/office/drawing/2014/main" id="{F5E772B2-3999-8017-1010-9B7DAF41265B}"/>
                    </a:ext>
                  </a:extLst>
                </p14:cNvPr>
                <p14:cNvContentPartPr/>
                <p14:nvPr/>
              </p14:nvContentPartPr>
              <p14:xfrm>
                <a:off x="6795780" y="4265640"/>
                <a:ext cx="765360" cy="1070280"/>
              </p14:xfrm>
            </p:contentPart>
          </mc:Choice>
          <mc:Fallback>
            <p:pic>
              <p:nvPicPr>
                <p:cNvPr id="124" name="Ink 123">
                  <a:extLst>
                    <a:ext uri="{FF2B5EF4-FFF2-40B4-BE49-F238E27FC236}">
                      <a16:creationId xmlns:a16="http://schemas.microsoft.com/office/drawing/2014/main" id="{F5E772B2-3999-8017-1010-9B7DAF41265B}"/>
                    </a:ext>
                  </a:extLst>
                </p:cNvPr>
                <p:cNvPicPr/>
                <p:nvPr/>
              </p:nvPicPr>
              <p:blipFill>
                <a:blip r:embed="rId203"/>
                <a:stretch>
                  <a:fillRect/>
                </a:stretch>
              </p:blipFill>
              <p:spPr>
                <a:xfrm>
                  <a:off x="6787140" y="4256640"/>
                  <a:ext cx="783000" cy="108792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25" name="Ink 124">
                  <a:extLst>
                    <a:ext uri="{FF2B5EF4-FFF2-40B4-BE49-F238E27FC236}">
                      <a16:creationId xmlns:a16="http://schemas.microsoft.com/office/drawing/2014/main" id="{D7D846A9-B399-CD92-CEF1-78AE3988ECE7}"/>
                    </a:ext>
                  </a:extLst>
                </p14:cNvPr>
                <p14:cNvContentPartPr/>
                <p14:nvPr/>
              </p14:nvContentPartPr>
              <p14:xfrm>
                <a:off x="6813420" y="5401440"/>
                <a:ext cx="244800" cy="279000"/>
              </p14:xfrm>
            </p:contentPart>
          </mc:Choice>
          <mc:Fallback>
            <p:pic>
              <p:nvPicPr>
                <p:cNvPr id="125" name="Ink 124">
                  <a:extLst>
                    <a:ext uri="{FF2B5EF4-FFF2-40B4-BE49-F238E27FC236}">
                      <a16:creationId xmlns:a16="http://schemas.microsoft.com/office/drawing/2014/main" id="{D7D846A9-B399-CD92-CEF1-78AE3988ECE7}"/>
                    </a:ext>
                  </a:extLst>
                </p:cNvPr>
                <p:cNvPicPr/>
                <p:nvPr/>
              </p:nvPicPr>
              <p:blipFill>
                <a:blip r:embed="rId205"/>
                <a:stretch>
                  <a:fillRect/>
                </a:stretch>
              </p:blipFill>
              <p:spPr>
                <a:xfrm>
                  <a:off x="6804420" y="5392440"/>
                  <a:ext cx="262440" cy="29664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26" name="Ink 125">
                  <a:extLst>
                    <a:ext uri="{FF2B5EF4-FFF2-40B4-BE49-F238E27FC236}">
                      <a16:creationId xmlns:a16="http://schemas.microsoft.com/office/drawing/2014/main" id="{C7814154-08FD-BCB1-7BCD-F5A58135EF17}"/>
                    </a:ext>
                  </a:extLst>
                </p14:cNvPr>
                <p14:cNvContentPartPr/>
                <p14:nvPr/>
              </p14:nvContentPartPr>
              <p14:xfrm>
                <a:off x="7080180" y="5451840"/>
                <a:ext cx="167400" cy="219960"/>
              </p14:xfrm>
            </p:contentPart>
          </mc:Choice>
          <mc:Fallback>
            <p:pic>
              <p:nvPicPr>
                <p:cNvPr id="126" name="Ink 125">
                  <a:extLst>
                    <a:ext uri="{FF2B5EF4-FFF2-40B4-BE49-F238E27FC236}">
                      <a16:creationId xmlns:a16="http://schemas.microsoft.com/office/drawing/2014/main" id="{C7814154-08FD-BCB1-7BCD-F5A58135EF17}"/>
                    </a:ext>
                  </a:extLst>
                </p:cNvPr>
                <p:cNvPicPr/>
                <p:nvPr/>
              </p:nvPicPr>
              <p:blipFill>
                <a:blip r:embed="rId207"/>
                <a:stretch>
                  <a:fillRect/>
                </a:stretch>
              </p:blipFill>
              <p:spPr>
                <a:xfrm>
                  <a:off x="7071180" y="5442840"/>
                  <a:ext cx="185040" cy="23760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27" name="Ink 126">
                  <a:extLst>
                    <a:ext uri="{FF2B5EF4-FFF2-40B4-BE49-F238E27FC236}">
                      <a16:creationId xmlns:a16="http://schemas.microsoft.com/office/drawing/2014/main" id="{CB8A99DD-5A61-ED92-42D4-6C33C3E762D4}"/>
                    </a:ext>
                  </a:extLst>
                </p14:cNvPr>
                <p14:cNvContentPartPr/>
                <p14:nvPr/>
              </p14:nvContentPartPr>
              <p14:xfrm>
                <a:off x="7164780" y="5523840"/>
                <a:ext cx="27720" cy="38520"/>
              </p14:xfrm>
            </p:contentPart>
          </mc:Choice>
          <mc:Fallback>
            <p:pic>
              <p:nvPicPr>
                <p:cNvPr id="127" name="Ink 126">
                  <a:extLst>
                    <a:ext uri="{FF2B5EF4-FFF2-40B4-BE49-F238E27FC236}">
                      <a16:creationId xmlns:a16="http://schemas.microsoft.com/office/drawing/2014/main" id="{CB8A99DD-5A61-ED92-42D4-6C33C3E762D4}"/>
                    </a:ext>
                  </a:extLst>
                </p:cNvPr>
                <p:cNvPicPr/>
                <p:nvPr/>
              </p:nvPicPr>
              <p:blipFill>
                <a:blip r:embed="rId209"/>
                <a:stretch>
                  <a:fillRect/>
                </a:stretch>
              </p:blipFill>
              <p:spPr>
                <a:xfrm>
                  <a:off x="7156140" y="5515200"/>
                  <a:ext cx="45360" cy="5616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28" name="Ink 127">
                  <a:extLst>
                    <a:ext uri="{FF2B5EF4-FFF2-40B4-BE49-F238E27FC236}">
                      <a16:creationId xmlns:a16="http://schemas.microsoft.com/office/drawing/2014/main" id="{0882A004-55CA-CBF7-221C-A7E45ED417D7}"/>
                    </a:ext>
                  </a:extLst>
                </p14:cNvPr>
                <p14:cNvContentPartPr/>
                <p14:nvPr/>
              </p14:nvContentPartPr>
              <p14:xfrm>
                <a:off x="7346580" y="5430600"/>
                <a:ext cx="82800" cy="244080"/>
              </p14:xfrm>
            </p:contentPart>
          </mc:Choice>
          <mc:Fallback>
            <p:pic>
              <p:nvPicPr>
                <p:cNvPr id="128" name="Ink 127">
                  <a:extLst>
                    <a:ext uri="{FF2B5EF4-FFF2-40B4-BE49-F238E27FC236}">
                      <a16:creationId xmlns:a16="http://schemas.microsoft.com/office/drawing/2014/main" id="{0882A004-55CA-CBF7-221C-A7E45ED417D7}"/>
                    </a:ext>
                  </a:extLst>
                </p:cNvPr>
                <p:cNvPicPr/>
                <p:nvPr/>
              </p:nvPicPr>
              <p:blipFill>
                <a:blip r:embed="rId211"/>
                <a:stretch>
                  <a:fillRect/>
                </a:stretch>
              </p:blipFill>
              <p:spPr>
                <a:xfrm>
                  <a:off x="7337940" y="5421600"/>
                  <a:ext cx="100440" cy="26172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29" name="Ink 128">
                  <a:extLst>
                    <a:ext uri="{FF2B5EF4-FFF2-40B4-BE49-F238E27FC236}">
                      <a16:creationId xmlns:a16="http://schemas.microsoft.com/office/drawing/2014/main" id="{4E2F97DF-ED41-4E10-D761-BF38AD024000}"/>
                    </a:ext>
                  </a:extLst>
                </p14:cNvPr>
                <p14:cNvContentPartPr/>
                <p14:nvPr/>
              </p14:nvContentPartPr>
              <p14:xfrm>
                <a:off x="7251540" y="5664240"/>
                <a:ext cx="1933920" cy="825480"/>
              </p14:xfrm>
            </p:contentPart>
          </mc:Choice>
          <mc:Fallback>
            <p:pic>
              <p:nvPicPr>
                <p:cNvPr id="129" name="Ink 128">
                  <a:extLst>
                    <a:ext uri="{FF2B5EF4-FFF2-40B4-BE49-F238E27FC236}">
                      <a16:creationId xmlns:a16="http://schemas.microsoft.com/office/drawing/2014/main" id="{4E2F97DF-ED41-4E10-D761-BF38AD024000}"/>
                    </a:ext>
                  </a:extLst>
                </p:cNvPr>
                <p:cNvPicPr/>
                <p:nvPr/>
              </p:nvPicPr>
              <p:blipFill>
                <a:blip r:embed="rId213"/>
                <a:stretch>
                  <a:fillRect/>
                </a:stretch>
              </p:blipFill>
              <p:spPr>
                <a:xfrm>
                  <a:off x="7242540" y="5655240"/>
                  <a:ext cx="1951560" cy="84312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30" name="Ink 129">
                  <a:extLst>
                    <a:ext uri="{FF2B5EF4-FFF2-40B4-BE49-F238E27FC236}">
                      <a16:creationId xmlns:a16="http://schemas.microsoft.com/office/drawing/2014/main" id="{00C86E33-4EDE-FB3B-4F5A-B596430E47FA}"/>
                    </a:ext>
                  </a:extLst>
                </p14:cNvPr>
                <p14:cNvContentPartPr/>
                <p14:nvPr/>
              </p14:nvContentPartPr>
              <p14:xfrm>
                <a:off x="9181140" y="6361560"/>
                <a:ext cx="122760" cy="180000"/>
              </p14:xfrm>
            </p:contentPart>
          </mc:Choice>
          <mc:Fallback>
            <p:pic>
              <p:nvPicPr>
                <p:cNvPr id="130" name="Ink 129">
                  <a:extLst>
                    <a:ext uri="{FF2B5EF4-FFF2-40B4-BE49-F238E27FC236}">
                      <a16:creationId xmlns:a16="http://schemas.microsoft.com/office/drawing/2014/main" id="{00C86E33-4EDE-FB3B-4F5A-B596430E47FA}"/>
                    </a:ext>
                  </a:extLst>
                </p:cNvPr>
                <p:cNvPicPr/>
                <p:nvPr/>
              </p:nvPicPr>
              <p:blipFill>
                <a:blip r:embed="rId215"/>
                <a:stretch>
                  <a:fillRect/>
                </a:stretch>
              </p:blipFill>
              <p:spPr>
                <a:xfrm>
                  <a:off x="9172140" y="6352920"/>
                  <a:ext cx="140400" cy="19764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31" name="Ink 130">
                  <a:extLst>
                    <a:ext uri="{FF2B5EF4-FFF2-40B4-BE49-F238E27FC236}">
                      <a16:creationId xmlns:a16="http://schemas.microsoft.com/office/drawing/2014/main" id="{5984038F-AD0B-2B72-C7A4-3B4C6A24E146}"/>
                    </a:ext>
                  </a:extLst>
                </p14:cNvPr>
                <p14:cNvContentPartPr/>
                <p14:nvPr/>
              </p14:nvContentPartPr>
              <p14:xfrm>
                <a:off x="9494340" y="6307200"/>
                <a:ext cx="345600" cy="373680"/>
              </p14:xfrm>
            </p:contentPart>
          </mc:Choice>
          <mc:Fallback>
            <p:pic>
              <p:nvPicPr>
                <p:cNvPr id="131" name="Ink 130">
                  <a:extLst>
                    <a:ext uri="{FF2B5EF4-FFF2-40B4-BE49-F238E27FC236}">
                      <a16:creationId xmlns:a16="http://schemas.microsoft.com/office/drawing/2014/main" id="{5984038F-AD0B-2B72-C7A4-3B4C6A24E146}"/>
                    </a:ext>
                  </a:extLst>
                </p:cNvPr>
                <p:cNvPicPr/>
                <p:nvPr/>
              </p:nvPicPr>
              <p:blipFill>
                <a:blip r:embed="rId217"/>
                <a:stretch>
                  <a:fillRect/>
                </a:stretch>
              </p:blipFill>
              <p:spPr>
                <a:xfrm>
                  <a:off x="9485700" y="6298200"/>
                  <a:ext cx="363240" cy="391320"/>
                </a:xfrm>
                <a:prstGeom prst="rect">
                  <a:avLst/>
                </a:prstGeom>
              </p:spPr>
            </p:pic>
          </mc:Fallback>
        </mc:AlternateContent>
      </p:grpSp>
      <p:grpSp>
        <p:nvGrpSpPr>
          <p:cNvPr id="142" name="Group 141">
            <a:extLst>
              <a:ext uri="{FF2B5EF4-FFF2-40B4-BE49-F238E27FC236}">
                <a16:creationId xmlns:a16="http://schemas.microsoft.com/office/drawing/2014/main" id="{37D029E6-EA0E-5F44-A3AF-E28D5C85782A}"/>
              </a:ext>
            </a:extLst>
          </p:cNvPr>
          <p:cNvGrpSpPr/>
          <p:nvPr/>
        </p:nvGrpSpPr>
        <p:grpSpPr>
          <a:xfrm>
            <a:off x="11336100" y="2303640"/>
            <a:ext cx="355320" cy="451800"/>
            <a:chOff x="11336100" y="2303640"/>
            <a:chExt cx="355320" cy="451800"/>
          </a:xfrm>
        </p:grpSpPr>
        <mc:AlternateContent xmlns:mc="http://schemas.openxmlformats.org/markup-compatibility/2006">
          <mc:Choice xmlns:p14="http://schemas.microsoft.com/office/powerpoint/2010/main" Requires="p14">
            <p:contentPart p14:bwMode="auto" r:id="rId218">
              <p14:nvContentPartPr>
                <p14:cNvPr id="133" name="Ink 132">
                  <a:extLst>
                    <a:ext uri="{FF2B5EF4-FFF2-40B4-BE49-F238E27FC236}">
                      <a16:creationId xmlns:a16="http://schemas.microsoft.com/office/drawing/2014/main" id="{1B628CD4-56B2-62DB-2A67-BAC145C932C0}"/>
                    </a:ext>
                  </a:extLst>
                </p14:cNvPr>
                <p14:cNvContentPartPr/>
                <p14:nvPr/>
              </p14:nvContentPartPr>
              <p14:xfrm>
                <a:off x="11336100" y="2303640"/>
                <a:ext cx="138600" cy="402120"/>
              </p14:xfrm>
            </p:contentPart>
          </mc:Choice>
          <mc:Fallback>
            <p:pic>
              <p:nvPicPr>
                <p:cNvPr id="133" name="Ink 132">
                  <a:extLst>
                    <a:ext uri="{FF2B5EF4-FFF2-40B4-BE49-F238E27FC236}">
                      <a16:creationId xmlns:a16="http://schemas.microsoft.com/office/drawing/2014/main" id="{1B628CD4-56B2-62DB-2A67-BAC145C932C0}"/>
                    </a:ext>
                  </a:extLst>
                </p:cNvPr>
                <p:cNvPicPr/>
                <p:nvPr/>
              </p:nvPicPr>
              <p:blipFill>
                <a:blip r:embed="rId219"/>
                <a:stretch>
                  <a:fillRect/>
                </a:stretch>
              </p:blipFill>
              <p:spPr>
                <a:xfrm>
                  <a:off x="11327460" y="2294640"/>
                  <a:ext cx="156240" cy="41976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34" name="Ink 133">
                  <a:extLst>
                    <a:ext uri="{FF2B5EF4-FFF2-40B4-BE49-F238E27FC236}">
                      <a16:creationId xmlns:a16="http://schemas.microsoft.com/office/drawing/2014/main" id="{D5E5F053-6D16-4FBA-6BB3-48703DB3CA38}"/>
                    </a:ext>
                  </a:extLst>
                </p14:cNvPr>
                <p14:cNvContentPartPr/>
                <p14:nvPr/>
              </p14:nvContentPartPr>
              <p14:xfrm>
                <a:off x="11392260" y="2372760"/>
                <a:ext cx="102600" cy="382680"/>
              </p14:xfrm>
            </p:contentPart>
          </mc:Choice>
          <mc:Fallback>
            <p:pic>
              <p:nvPicPr>
                <p:cNvPr id="134" name="Ink 133">
                  <a:extLst>
                    <a:ext uri="{FF2B5EF4-FFF2-40B4-BE49-F238E27FC236}">
                      <a16:creationId xmlns:a16="http://schemas.microsoft.com/office/drawing/2014/main" id="{D5E5F053-6D16-4FBA-6BB3-48703DB3CA38}"/>
                    </a:ext>
                  </a:extLst>
                </p:cNvPr>
                <p:cNvPicPr/>
                <p:nvPr/>
              </p:nvPicPr>
              <p:blipFill>
                <a:blip r:embed="rId221"/>
                <a:stretch>
                  <a:fillRect/>
                </a:stretch>
              </p:blipFill>
              <p:spPr>
                <a:xfrm>
                  <a:off x="11383260" y="2363760"/>
                  <a:ext cx="120240" cy="40032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35" name="Ink 134">
                  <a:extLst>
                    <a:ext uri="{FF2B5EF4-FFF2-40B4-BE49-F238E27FC236}">
                      <a16:creationId xmlns:a16="http://schemas.microsoft.com/office/drawing/2014/main" id="{A854C25C-37D2-6439-8F4A-515E84D968E9}"/>
                    </a:ext>
                  </a:extLst>
                </p14:cNvPr>
                <p14:cNvContentPartPr/>
                <p14:nvPr/>
              </p14:nvContentPartPr>
              <p14:xfrm>
                <a:off x="11513580" y="2428200"/>
                <a:ext cx="177840" cy="326520"/>
              </p14:xfrm>
            </p:contentPart>
          </mc:Choice>
          <mc:Fallback>
            <p:pic>
              <p:nvPicPr>
                <p:cNvPr id="135" name="Ink 134">
                  <a:extLst>
                    <a:ext uri="{FF2B5EF4-FFF2-40B4-BE49-F238E27FC236}">
                      <a16:creationId xmlns:a16="http://schemas.microsoft.com/office/drawing/2014/main" id="{A854C25C-37D2-6439-8F4A-515E84D968E9}"/>
                    </a:ext>
                  </a:extLst>
                </p:cNvPr>
                <p:cNvPicPr/>
                <p:nvPr/>
              </p:nvPicPr>
              <p:blipFill>
                <a:blip r:embed="rId223"/>
                <a:stretch>
                  <a:fillRect/>
                </a:stretch>
              </p:blipFill>
              <p:spPr>
                <a:xfrm>
                  <a:off x="11504580" y="2419200"/>
                  <a:ext cx="195480" cy="344160"/>
                </a:xfrm>
                <a:prstGeom prst="rect">
                  <a:avLst/>
                </a:prstGeom>
              </p:spPr>
            </p:pic>
          </mc:Fallback>
        </mc:AlternateContent>
      </p:grpSp>
      <p:grpSp>
        <p:nvGrpSpPr>
          <p:cNvPr id="144" name="Group 143">
            <a:extLst>
              <a:ext uri="{FF2B5EF4-FFF2-40B4-BE49-F238E27FC236}">
                <a16:creationId xmlns:a16="http://schemas.microsoft.com/office/drawing/2014/main" id="{7703EE10-5B0B-E9C6-0531-5C6ACF1AE194}"/>
              </a:ext>
            </a:extLst>
          </p:cNvPr>
          <p:cNvGrpSpPr/>
          <p:nvPr/>
        </p:nvGrpSpPr>
        <p:grpSpPr>
          <a:xfrm>
            <a:off x="10904820" y="2913120"/>
            <a:ext cx="1015920" cy="1616760"/>
            <a:chOff x="10904820" y="2913120"/>
            <a:chExt cx="1015920" cy="1616760"/>
          </a:xfrm>
        </p:grpSpPr>
        <mc:AlternateContent xmlns:mc="http://schemas.openxmlformats.org/markup-compatibility/2006">
          <mc:Choice xmlns:p14="http://schemas.microsoft.com/office/powerpoint/2010/main" Requires="p14">
            <p:contentPart p14:bwMode="auto" r:id="rId224">
              <p14:nvContentPartPr>
                <p14:cNvPr id="136" name="Ink 135">
                  <a:extLst>
                    <a:ext uri="{FF2B5EF4-FFF2-40B4-BE49-F238E27FC236}">
                      <a16:creationId xmlns:a16="http://schemas.microsoft.com/office/drawing/2014/main" id="{7866E7A5-9C05-C87B-78FD-3A1D4E4942B9}"/>
                    </a:ext>
                  </a:extLst>
                </p14:cNvPr>
                <p14:cNvContentPartPr/>
                <p14:nvPr/>
              </p14:nvContentPartPr>
              <p14:xfrm>
                <a:off x="10904820" y="2926800"/>
                <a:ext cx="474480" cy="1449360"/>
              </p14:xfrm>
            </p:contentPart>
          </mc:Choice>
          <mc:Fallback>
            <p:pic>
              <p:nvPicPr>
                <p:cNvPr id="136" name="Ink 135">
                  <a:extLst>
                    <a:ext uri="{FF2B5EF4-FFF2-40B4-BE49-F238E27FC236}">
                      <a16:creationId xmlns:a16="http://schemas.microsoft.com/office/drawing/2014/main" id="{7866E7A5-9C05-C87B-78FD-3A1D4E4942B9}"/>
                    </a:ext>
                  </a:extLst>
                </p:cNvPr>
                <p:cNvPicPr/>
                <p:nvPr/>
              </p:nvPicPr>
              <p:blipFill>
                <a:blip r:embed="rId225"/>
                <a:stretch>
                  <a:fillRect/>
                </a:stretch>
              </p:blipFill>
              <p:spPr>
                <a:xfrm>
                  <a:off x="10896180" y="2917800"/>
                  <a:ext cx="492120" cy="146700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37" name="Ink 136">
                  <a:extLst>
                    <a:ext uri="{FF2B5EF4-FFF2-40B4-BE49-F238E27FC236}">
                      <a16:creationId xmlns:a16="http://schemas.microsoft.com/office/drawing/2014/main" id="{B1FEEC58-DC9A-0412-E150-F36940CCB090}"/>
                    </a:ext>
                  </a:extLst>
                </p14:cNvPr>
                <p14:cNvContentPartPr/>
                <p14:nvPr/>
              </p14:nvContentPartPr>
              <p14:xfrm>
                <a:off x="11255100" y="2913120"/>
                <a:ext cx="131760" cy="208440"/>
              </p14:xfrm>
            </p:contentPart>
          </mc:Choice>
          <mc:Fallback>
            <p:pic>
              <p:nvPicPr>
                <p:cNvPr id="137" name="Ink 136">
                  <a:extLst>
                    <a:ext uri="{FF2B5EF4-FFF2-40B4-BE49-F238E27FC236}">
                      <a16:creationId xmlns:a16="http://schemas.microsoft.com/office/drawing/2014/main" id="{B1FEEC58-DC9A-0412-E150-F36940CCB090}"/>
                    </a:ext>
                  </a:extLst>
                </p:cNvPr>
                <p:cNvPicPr/>
                <p:nvPr/>
              </p:nvPicPr>
              <p:blipFill>
                <a:blip r:embed="rId227"/>
                <a:stretch>
                  <a:fillRect/>
                </a:stretch>
              </p:blipFill>
              <p:spPr>
                <a:xfrm>
                  <a:off x="11246100" y="2904480"/>
                  <a:ext cx="149400" cy="22608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38" name="Ink 137">
                  <a:extLst>
                    <a:ext uri="{FF2B5EF4-FFF2-40B4-BE49-F238E27FC236}">
                      <a16:creationId xmlns:a16="http://schemas.microsoft.com/office/drawing/2014/main" id="{ED4C7F31-5B17-3CA1-F91E-1BD7C92EBF06}"/>
                    </a:ext>
                  </a:extLst>
                </p14:cNvPr>
                <p14:cNvContentPartPr/>
                <p14:nvPr/>
              </p14:nvContentPartPr>
              <p14:xfrm>
                <a:off x="11588820" y="2970000"/>
                <a:ext cx="331920" cy="132120"/>
              </p14:xfrm>
            </p:contentPart>
          </mc:Choice>
          <mc:Fallback>
            <p:pic>
              <p:nvPicPr>
                <p:cNvPr id="138" name="Ink 137">
                  <a:extLst>
                    <a:ext uri="{FF2B5EF4-FFF2-40B4-BE49-F238E27FC236}">
                      <a16:creationId xmlns:a16="http://schemas.microsoft.com/office/drawing/2014/main" id="{ED4C7F31-5B17-3CA1-F91E-1BD7C92EBF06}"/>
                    </a:ext>
                  </a:extLst>
                </p:cNvPr>
                <p:cNvPicPr/>
                <p:nvPr/>
              </p:nvPicPr>
              <p:blipFill>
                <a:blip r:embed="rId229"/>
                <a:stretch>
                  <a:fillRect/>
                </a:stretch>
              </p:blipFill>
              <p:spPr>
                <a:xfrm>
                  <a:off x="11579820" y="2961000"/>
                  <a:ext cx="349560" cy="14976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39" name="Ink 138">
                  <a:extLst>
                    <a:ext uri="{FF2B5EF4-FFF2-40B4-BE49-F238E27FC236}">
                      <a16:creationId xmlns:a16="http://schemas.microsoft.com/office/drawing/2014/main" id="{07F2B512-ED0A-6F1C-C0B4-CCB1DE44071B}"/>
                    </a:ext>
                  </a:extLst>
                </p14:cNvPr>
                <p14:cNvContentPartPr/>
                <p14:nvPr/>
              </p14:nvContentPartPr>
              <p14:xfrm>
                <a:off x="11256900" y="3313800"/>
                <a:ext cx="560160" cy="1148400"/>
              </p14:xfrm>
            </p:contentPart>
          </mc:Choice>
          <mc:Fallback>
            <p:pic>
              <p:nvPicPr>
                <p:cNvPr id="139" name="Ink 138">
                  <a:extLst>
                    <a:ext uri="{FF2B5EF4-FFF2-40B4-BE49-F238E27FC236}">
                      <a16:creationId xmlns:a16="http://schemas.microsoft.com/office/drawing/2014/main" id="{07F2B512-ED0A-6F1C-C0B4-CCB1DE44071B}"/>
                    </a:ext>
                  </a:extLst>
                </p:cNvPr>
                <p:cNvPicPr/>
                <p:nvPr/>
              </p:nvPicPr>
              <p:blipFill>
                <a:blip r:embed="rId231"/>
                <a:stretch>
                  <a:fillRect/>
                </a:stretch>
              </p:blipFill>
              <p:spPr>
                <a:xfrm>
                  <a:off x="11248260" y="3304800"/>
                  <a:ext cx="577800" cy="116604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40" name="Ink 139">
                  <a:extLst>
                    <a:ext uri="{FF2B5EF4-FFF2-40B4-BE49-F238E27FC236}">
                      <a16:creationId xmlns:a16="http://schemas.microsoft.com/office/drawing/2014/main" id="{F7F88016-C2B7-14E0-3854-9D84354C2699}"/>
                    </a:ext>
                  </a:extLst>
                </p14:cNvPr>
                <p14:cNvContentPartPr/>
                <p14:nvPr/>
              </p14:nvContentPartPr>
              <p14:xfrm>
                <a:off x="11171940" y="4326840"/>
                <a:ext cx="123840" cy="149040"/>
              </p14:xfrm>
            </p:contentPart>
          </mc:Choice>
          <mc:Fallback>
            <p:pic>
              <p:nvPicPr>
                <p:cNvPr id="140" name="Ink 139">
                  <a:extLst>
                    <a:ext uri="{FF2B5EF4-FFF2-40B4-BE49-F238E27FC236}">
                      <a16:creationId xmlns:a16="http://schemas.microsoft.com/office/drawing/2014/main" id="{F7F88016-C2B7-14E0-3854-9D84354C2699}"/>
                    </a:ext>
                  </a:extLst>
                </p:cNvPr>
                <p:cNvPicPr/>
                <p:nvPr/>
              </p:nvPicPr>
              <p:blipFill>
                <a:blip r:embed="rId233"/>
                <a:stretch>
                  <a:fillRect/>
                </a:stretch>
              </p:blipFill>
              <p:spPr>
                <a:xfrm>
                  <a:off x="11163300" y="4318200"/>
                  <a:ext cx="141480" cy="16668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43" name="Ink 142">
                  <a:extLst>
                    <a:ext uri="{FF2B5EF4-FFF2-40B4-BE49-F238E27FC236}">
                      <a16:creationId xmlns:a16="http://schemas.microsoft.com/office/drawing/2014/main" id="{02D1DFEE-8CAE-AF81-F145-DEB87C41F41C}"/>
                    </a:ext>
                  </a:extLst>
                </p14:cNvPr>
                <p14:cNvContentPartPr/>
                <p14:nvPr/>
              </p14:nvContentPartPr>
              <p14:xfrm>
                <a:off x="11257980" y="4400640"/>
                <a:ext cx="127440" cy="129240"/>
              </p14:xfrm>
            </p:contentPart>
          </mc:Choice>
          <mc:Fallback>
            <p:pic>
              <p:nvPicPr>
                <p:cNvPr id="143" name="Ink 142">
                  <a:extLst>
                    <a:ext uri="{FF2B5EF4-FFF2-40B4-BE49-F238E27FC236}">
                      <a16:creationId xmlns:a16="http://schemas.microsoft.com/office/drawing/2014/main" id="{02D1DFEE-8CAE-AF81-F145-DEB87C41F41C}"/>
                    </a:ext>
                  </a:extLst>
                </p:cNvPr>
                <p:cNvPicPr/>
                <p:nvPr/>
              </p:nvPicPr>
              <p:blipFill>
                <a:blip r:embed="rId235"/>
                <a:stretch>
                  <a:fillRect/>
                </a:stretch>
              </p:blipFill>
              <p:spPr>
                <a:xfrm>
                  <a:off x="11249340" y="4391640"/>
                  <a:ext cx="145080" cy="146880"/>
                </a:xfrm>
                <a:prstGeom prst="rect">
                  <a:avLst/>
                </a:prstGeom>
              </p:spPr>
            </p:pic>
          </mc:Fallback>
        </mc:AlternateContent>
      </p:grpSp>
      <p:grpSp>
        <p:nvGrpSpPr>
          <p:cNvPr id="156" name="Group 155">
            <a:extLst>
              <a:ext uri="{FF2B5EF4-FFF2-40B4-BE49-F238E27FC236}">
                <a16:creationId xmlns:a16="http://schemas.microsoft.com/office/drawing/2014/main" id="{3AE771A5-E092-196A-DB4B-FE11EB8B0B9A}"/>
              </a:ext>
            </a:extLst>
          </p:cNvPr>
          <p:cNvGrpSpPr/>
          <p:nvPr/>
        </p:nvGrpSpPr>
        <p:grpSpPr>
          <a:xfrm>
            <a:off x="2886180" y="291240"/>
            <a:ext cx="2593080" cy="675000"/>
            <a:chOff x="2886180" y="291240"/>
            <a:chExt cx="2593080" cy="675000"/>
          </a:xfrm>
        </p:grpSpPr>
        <mc:AlternateContent xmlns:mc="http://schemas.openxmlformats.org/markup-compatibility/2006">
          <mc:Choice xmlns:p14="http://schemas.microsoft.com/office/powerpoint/2010/main" Requires="p14">
            <p:contentPart p14:bwMode="auto" r:id="rId236">
              <p14:nvContentPartPr>
                <p14:cNvPr id="145" name="Ink 144">
                  <a:extLst>
                    <a:ext uri="{FF2B5EF4-FFF2-40B4-BE49-F238E27FC236}">
                      <a16:creationId xmlns:a16="http://schemas.microsoft.com/office/drawing/2014/main" id="{AA4E99F2-BDDE-7E2E-4B07-923CAB955986}"/>
                    </a:ext>
                  </a:extLst>
                </p14:cNvPr>
                <p14:cNvContentPartPr/>
                <p14:nvPr/>
              </p14:nvContentPartPr>
              <p14:xfrm>
                <a:off x="2982300" y="673200"/>
                <a:ext cx="9000" cy="261000"/>
              </p14:xfrm>
            </p:contentPart>
          </mc:Choice>
          <mc:Fallback>
            <p:pic>
              <p:nvPicPr>
                <p:cNvPr id="145" name="Ink 144">
                  <a:extLst>
                    <a:ext uri="{FF2B5EF4-FFF2-40B4-BE49-F238E27FC236}">
                      <a16:creationId xmlns:a16="http://schemas.microsoft.com/office/drawing/2014/main" id="{AA4E99F2-BDDE-7E2E-4B07-923CAB955986}"/>
                    </a:ext>
                  </a:extLst>
                </p:cNvPr>
                <p:cNvPicPr/>
                <p:nvPr/>
              </p:nvPicPr>
              <p:blipFill>
                <a:blip r:embed="rId237"/>
                <a:stretch>
                  <a:fillRect/>
                </a:stretch>
              </p:blipFill>
              <p:spPr>
                <a:xfrm>
                  <a:off x="2973660" y="664200"/>
                  <a:ext cx="26640" cy="27864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46" name="Ink 145">
                  <a:extLst>
                    <a:ext uri="{FF2B5EF4-FFF2-40B4-BE49-F238E27FC236}">
                      <a16:creationId xmlns:a16="http://schemas.microsoft.com/office/drawing/2014/main" id="{1A5D90E1-499E-B7A0-92CC-7F43C225DEDE}"/>
                    </a:ext>
                  </a:extLst>
                </p14:cNvPr>
                <p14:cNvContentPartPr/>
                <p14:nvPr/>
              </p14:nvContentPartPr>
              <p14:xfrm>
                <a:off x="2906340" y="291240"/>
                <a:ext cx="402480" cy="588960"/>
              </p14:xfrm>
            </p:contentPart>
          </mc:Choice>
          <mc:Fallback>
            <p:pic>
              <p:nvPicPr>
                <p:cNvPr id="146" name="Ink 145">
                  <a:extLst>
                    <a:ext uri="{FF2B5EF4-FFF2-40B4-BE49-F238E27FC236}">
                      <a16:creationId xmlns:a16="http://schemas.microsoft.com/office/drawing/2014/main" id="{1A5D90E1-499E-B7A0-92CC-7F43C225DEDE}"/>
                    </a:ext>
                  </a:extLst>
                </p:cNvPr>
                <p:cNvPicPr/>
                <p:nvPr/>
              </p:nvPicPr>
              <p:blipFill>
                <a:blip r:embed="rId239"/>
                <a:stretch>
                  <a:fillRect/>
                </a:stretch>
              </p:blipFill>
              <p:spPr>
                <a:xfrm>
                  <a:off x="2897700" y="282240"/>
                  <a:ext cx="420120" cy="60660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47" name="Ink 146">
                  <a:extLst>
                    <a:ext uri="{FF2B5EF4-FFF2-40B4-BE49-F238E27FC236}">
                      <a16:creationId xmlns:a16="http://schemas.microsoft.com/office/drawing/2014/main" id="{E35F64DA-A634-48DB-9B56-E82ACF93CC6E}"/>
                    </a:ext>
                  </a:extLst>
                </p14:cNvPr>
                <p14:cNvContentPartPr/>
                <p14:nvPr/>
              </p14:nvContentPartPr>
              <p14:xfrm>
                <a:off x="3389820" y="698400"/>
                <a:ext cx="108720" cy="173520"/>
              </p14:xfrm>
            </p:contentPart>
          </mc:Choice>
          <mc:Fallback>
            <p:pic>
              <p:nvPicPr>
                <p:cNvPr id="147" name="Ink 146">
                  <a:extLst>
                    <a:ext uri="{FF2B5EF4-FFF2-40B4-BE49-F238E27FC236}">
                      <a16:creationId xmlns:a16="http://schemas.microsoft.com/office/drawing/2014/main" id="{E35F64DA-A634-48DB-9B56-E82ACF93CC6E}"/>
                    </a:ext>
                  </a:extLst>
                </p:cNvPr>
                <p:cNvPicPr/>
                <p:nvPr/>
              </p:nvPicPr>
              <p:blipFill>
                <a:blip r:embed="rId241"/>
                <a:stretch>
                  <a:fillRect/>
                </a:stretch>
              </p:blipFill>
              <p:spPr>
                <a:xfrm>
                  <a:off x="3381180" y="689400"/>
                  <a:ext cx="126360" cy="19116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48" name="Ink 147">
                  <a:extLst>
                    <a:ext uri="{FF2B5EF4-FFF2-40B4-BE49-F238E27FC236}">
                      <a16:creationId xmlns:a16="http://schemas.microsoft.com/office/drawing/2014/main" id="{D2E0988C-AE20-4FD6-AD03-43D06465BC8C}"/>
                    </a:ext>
                  </a:extLst>
                </p14:cNvPr>
                <p14:cNvContentPartPr/>
                <p14:nvPr/>
              </p14:nvContentPartPr>
              <p14:xfrm>
                <a:off x="3602580" y="714960"/>
                <a:ext cx="28800" cy="125640"/>
              </p14:xfrm>
            </p:contentPart>
          </mc:Choice>
          <mc:Fallback>
            <p:pic>
              <p:nvPicPr>
                <p:cNvPr id="148" name="Ink 147">
                  <a:extLst>
                    <a:ext uri="{FF2B5EF4-FFF2-40B4-BE49-F238E27FC236}">
                      <a16:creationId xmlns:a16="http://schemas.microsoft.com/office/drawing/2014/main" id="{D2E0988C-AE20-4FD6-AD03-43D06465BC8C}"/>
                    </a:ext>
                  </a:extLst>
                </p:cNvPr>
                <p:cNvPicPr/>
                <p:nvPr/>
              </p:nvPicPr>
              <p:blipFill>
                <a:blip r:embed="rId243"/>
                <a:stretch>
                  <a:fillRect/>
                </a:stretch>
              </p:blipFill>
              <p:spPr>
                <a:xfrm>
                  <a:off x="3593940" y="705960"/>
                  <a:ext cx="46440" cy="14328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49" name="Ink 148">
                  <a:extLst>
                    <a:ext uri="{FF2B5EF4-FFF2-40B4-BE49-F238E27FC236}">
                      <a16:creationId xmlns:a16="http://schemas.microsoft.com/office/drawing/2014/main" id="{A3F04D16-F2FA-3A82-0810-487A7055D8F1}"/>
                    </a:ext>
                  </a:extLst>
                </p14:cNvPr>
                <p14:cNvContentPartPr/>
                <p14:nvPr/>
              </p14:nvContentPartPr>
              <p14:xfrm>
                <a:off x="3583140" y="533160"/>
                <a:ext cx="11160" cy="13320"/>
              </p14:xfrm>
            </p:contentPart>
          </mc:Choice>
          <mc:Fallback>
            <p:pic>
              <p:nvPicPr>
                <p:cNvPr id="149" name="Ink 148">
                  <a:extLst>
                    <a:ext uri="{FF2B5EF4-FFF2-40B4-BE49-F238E27FC236}">
                      <a16:creationId xmlns:a16="http://schemas.microsoft.com/office/drawing/2014/main" id="{A3F04D16-F2FA-3A82-0810-487A7055D8F1}"/>
                    </a:ext>
                  </a:extLst>
                </p:cNvPr>
                <p:cNvPicPr/>
                <p:nvPr/>
              </p:nvPicPr>
              <p:blipFill>
                <a:blip r:embed="rId245"/>
                <a:stretch>
                  <a:fillRect/>
                </a:stretch>
              </p:blipFill>
              <p:spPr>
                <a:xfrm>
                  <a:off x="3574140" y="524160"/>
                  <a:ext cx="2880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50" name="Ink 149">
                  <a:extLst>
                    <a:ext uri="{FF2B5EF4-FFF2-40B4-BE49-F238E27FC236}">
                      <a16:creationId xmlns:a16="http://schemas.microsoft.com/office/drawing/2014/main" id="{F588CEAB-E262-853D-D752-C57026F5BD32}"/>
                    </a:ext>
                  </a:extLst>
                </p14:cNvPr>
                <p14:cNvContentPartPr/>
                <p14:nvPr/>
              </p14:nvContentPartPr>
              <p14:xfrm>
                <a:off x="3690780" y="565920"/>
                <a:ext cx="54360" cy="261000"/>
              </p14:xfrm>
            </p:contentPart>
          </mc:Choice>
          <mc:Fallback>
            <p:pic>
              <p:nvPicPr>
                <p:cNvPr id="150" name="Ink 149">
                  <a:extLst>
                    <a:ext uri="{FF2B5EF4-FFF2-40B4-BE49-F238E27FC236}">
                      <a16:creationId xmlns:a16="http://schemas.microsoft.com/office/drawing/2014/main" id="{F588CEAB-E262-853D-D752-C57026F5BD32}"/>
                    </a:ext>
                  </a:extLst>
                </p:cNvPr>
                <p:cNvPicPr/>
                <p:nvPr/>
              </p:nvPicPr>
              <p:blipFill>
                <a:blip r:embed="rId247"/>
                <a:stretch>
                  <a:fillRect/>
                </a:stretch>
              </p:blipFill>
              <p:spPr>
                <a:xfrm>
                  <a:off x="3681780" y="557280"/>
                  <a:ext cx="72000" cy="27864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51" name="Ink 150">
                  <a:extLst>
                    <a:ext uri="{FF2B5EF4-FFF2-40B4-BE49-F238E27FC236}">
                      <a16:creationId xmlns:a16="http://schemas.microsoft.com/office/drawing/2014/main" id="{D3E64598-D454-4F56-D63D-426F26EA1942}"/>
                    </a:ext>
                  </a:extLst>
                </p14:cNvPr>
                <p14:cNvContentPartPr/>
                <p14:nvPr/>
              </p14:nvContentPartPr>
              <p14:xfrm>
                <a:off x="3881940" y="543960"/>
                <a:ext cx="141840" cy="320760"/>
              </p14:xfrm>
            </p:contentPart>
          </mc:Choice>
          <mc:Fallback>
            <p:pic>
              <p:nvPicPr>
                <p:cNvPr id="151" name="Ink 150">
                  <a:extLst>
                    <a:ext uri="{FF2B5EF4-FFF2-40B4-BE49-F238E27FC236}">
                      <a16:creationId xmlns:a16="http://schemas.microsoft.com/office/drawing/2014/main" id="{D3E64598-D454-4F56-D63D-426F26EA1942}"/>
                    </a:ext>
                  </a:extLst>
                </p:cNvPr>
                <p:cNvPicPr/>
                <p:nvPr/>
              </p:nvPicPr>
              <p:blipFill>
                <a:blip r:embed="rId249"/>
                <a:stretch>
                  <a:fillRect/>
                </a:stretch>
              </p:blipFill>
              <p:spPr>
                <a:xfrm>
                  <a:off x="3872940" y="534960"/>
                  <a:ext cx="159480" cy="33840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52" name="Ink 151">
                  <a:extLst>
                    <a:ext uri="{FF2B5EF4-FFF2-40B4-BE49-F238E27FC236}">
                      <a16:creationId xmlns:a16="http://schemas.microsoft.com/office/drawing/2014/main" id="{3803A05A-2BDF-4F0C-1A0B-5667DC81A6FC}"/>
                    </a:ext>
                  </a:extLst>
                </p14:cNvPr>
                <p14:cNvContentPartPr/>
                <p14:nvPr/>
              </p14:nvContentPartPr>
              <p14:xfrm>
                <a:off x="4323300" y="662040"/>
                <a:ext cx="218880" cy="188640"/>
              </p14:xfrm>
            </p:contentPart>
          </mc:Choice>
          <mc:Fallback>
            <p:pic>
              <p:nvPicPr>
                <p:cNvPr id="152" name="Ink 151">
                  <a:extLst>
                    <a:ext uri="{FF2B5EF4-FFF2-40B4-BE49-F238E27FC236}">
                      <a16:creationId xmlns:a16="http://schemas.microsoft.com/office/drawing/2014/main" id="{3803A05A-2BDF-4F0C-1A0B-5667DC81A6FC}"/>
                    </a:ext>
                  </a:extLst>
                </p:cNvPr>
                <p:cNvPicPr/>
                <p:nvPr/>
              </p:nvPicPr>
              <p:blipFill>
                <a:blip r:embed="rId251"/>
                <a:stretch>
                  <a:fillRect/>
                </a:stretch>
              </p:blipFill>
              <p:spPr>
                <a:xfrm>
                  <a:off x="4314660" y="653040"/>
                  <a:ext cx="236520" cy="20628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53" name="Ink 152">
                  <a:extLst>
                    <a:ext uri="{FF2B5EF4-FFF2-40B4-BE49-F238E27FC236}">
                      <a16:creationId xmlns:a16="http://schemas.microsoft.com/office/drawing/2014/main" id="{DD62ED37-2159-2DC1-6B62-A5DA17A12AB4}"/>
                    </a:ext>
                  </a:extLst>
                </p14:cNvPr>
                <p14:cNvContentPartPr/>
                <p14:nvPr/>
              </p14:nvContentPartPr>
              <p14:xfrm>
                <a:off x="4629300" y="646560"/>
                <a:ext cx="118800" cy="284760"/>
              </p14:xfrm>
            </p:contentPart>
          </mc:Choice>
          <mc:Fallback>
            <p:pic>
              <p:nvPicPr>
                <p:cNvPr id="153" name="Ink 152">
                  <a:extLst>
                    <a:ext uri="{FF2B5EF4-FFF2-40B4-BE49-F238E27FC236}">
                      <a16:creationId xmlns:a16="http://schemas.microsoft.com/office/drawing/2014/main" id="{DD62ED37-2159-2DC1-6B62-A5DA17A12AB4}"/>
                    </a:ext>
                  </a:extLst>
                </p:cNvPr>
                <p:cNvPicPr/>
                <p:nvPr/>
              </p:nvPicPr>
              <p:blipFill>
                <a:blip r:embed="rId253"/>
                <a:stretch>
                  <a:fillRect/>
                </a:stretch>
              </p:blipFill>
              <p:spPr>
                <a:xfrm>
                  <a:off x="4620300" y="637920"/>
                  <a:ext cx="136440" cy="30240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54" name="Ink 153">
                  <a:extLst>
                    <a:ext uri="{FF2B5EF4-FFF2-40B4-BE49-F238E27FC236}">
                      <a16:creationId xmlns:a16="http://schemas.microsoft.com/office/drawing/2014/main" id="{0646CDDF-A184-B799-E8B7-DC36C72145CE}"/>
                    </a:ext>
                  </a:extLst>
                </p14:cNvPr>
                <p14:cNvContentPartPr/>
                <p14:nvPr/>
              </p14:nvContentPartPr>
              <p14:xfrm>
                <a:off x="4825860" y="615960"/>
                <a:ext cx="152640" cy="307440"/>
              </p14:xfrm>
            </p:contentPart>
          </mc:Choice>
          <mc:Fallback>
            <p:pic>
              <p:nvPicPr>
                <p:cNvPr id="154" name="Ink 153">
                  <a:extLst>
                    <a:ext uri="{FF2B5EF4-FFF2-40B4-BE49-F238E27FC236}">
                      <a16:creationId xmlns:a16="http://schemas.microsoft.com/office/drawing/2014/main" id="{0646CDDF-A184-B799-E8B7-DC36C72145CE}"/>
                    </a:ext>
                  </a:extLst>
                </p:cNvPr>
                <p:cNvPicPr/>
                <p:nvPr/>
              </p:nvPicPr>
              <p:blipFill>
                <a:blip r:embed="rId255"/>
                <a:stretch>
                  <a:fillRect/>
                </a:stretch>
              </p:blipFill>
              <p:spPr>
                <a:xfrm>
                  <a:off x="4816860" y="607320"/>
                  <a:ext cx="170280" cy="32508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55" name="Ink 154">
                  <a:extLst>
                    <a:ext uri="{FF2B5EF4-FFF2-40B4-BE49-F238E27FC236}">
                      <a16:creationId xmlns:a16="http://schemas.microsoft.com/office/drawing/2014/main" id="{B9A8B20B-E128-B710-3C03-50DF65507D78}"/>
                    </a:ext>
                  </a:extLst>
                </p14:cNvPr>
                <p14:cNvContentPartPr/>
                <p14:nvPr/>
              </p14:nvContentPartPr>
              <p14:xfrm>
                <a:off x="2886180" y="933480"/>
                <a:ext cx="2593080" cy="32760"/>
              </p14:xfrm>
            </p:contentPart>
          </mc:Choice>
          <mc:Fallback>
            <p:pic>
              <p:nvPicPr>
                <p:cNvPr id="155" name="Ink 154">
                  <a:extLst>
                    <a:ext uri="{FF2B5EF4-FFF2-40B4-BE49-F238E27FC236}">
                      <a16:creationId xmlns:a16="http://schemas.microsoft.com/office/drawing/2014/main" id="{B9A8B20B-E128-B710-3C03-50DF65507D78}"/>
                    </a:ext>
                  </a:extLst>
                </p:cNvPr>
                <p:cNvPicPr/>
                <p:nvPr/>
              </p:nvPicPr>
              <p:blipFill>
                <a:blip r:embed="rId257"/>
                <a:stretch>
                  <a:fillRect/>
                </a:stretch>
              </p:blipFill>
              <p:spPr>
                <a:xfrm>
                  <a:off x="2877180" y="924480"/>
                  <a:ext cx="2610720" cy="50400"/>
                </a:xfrm>
                <a:prstGeom prst="rect">
                  <a:avLst/>
                </a:prstGeom>
              </p:spPr>
            </p:pic>
          </mc:Fallback>
        </mc:AlternateContent>
      </p:grpSp>
      <p:grpSp>
        <p:nvGrpSpPr>
          <p:cNvPr id="184" name="Group 183">
            <a:extLst>
              <a:ext uri="{FF2B5EF4-FFF2-40B4-BE49-F238E27FC236}">
                <a16:creationId xmlns:a16="http://schemas.microsoft.com/office/drawing/2014/main" id="{426F7B2F-DC43-20EA-A170-48E7DDF12D95}"/>
              </a:ext>
            </a:extLst>
          </p:cNvPr>
          <p:cNvGrpSpPr/>
          <p:nvPr/>
        </p:nvGrpSpPr>
        <p:grpSpPr>
          <a:xfrm>
            <a:off x="5492580" y="278280"/>
            <a:ext cx="4472640" cy="852120"/>
            <a:chOff x="5492580" y="278280"/>
            <a:chExt cx="4472640" cy="852120"/>
          </a:xfrm>
        </p:grpSpPr>
        <mc:AlternateContent xmlns:mc="http://schemas.openxmlformats.org/markup-compatibility/2006">
          <mc:Choice xmlns:p14="http://schemas.microsoft.com/office/powerpoint/2010/main" Requires="p14">
            <p:contentPart p14:bwMode="auto" r:id="rId258">
              <p14:nvContentPartPr>
                <p14:cNvPr id="157" name="Ink 156">
                  <a:extLst>
                    <a:ext uri="{FF2B5EF4-FFF2-40B4-BE49-F238E27FC236}">
                      <a16:creationId xmlns:a16="http://schemas.microsoft.com/office/drawing/2014/main" id="{3D998485-C24F-DCE4-D403-C5F5EFF213BC}"/>
                    </a:ext>
                  </a:extLst>
                </p14:cNvPr>
                <p14:cNvContentPartPr/>
                <p14:nvPr/>
              </p14:nvContentPartPr>
              <p14:xfrm>
                <a:off x="5581500" y="284400"/>
                <a:ext cx="211320" cy="754560"/>
              </p14:xfrm>
            </p:contentPart>
          </mc:Choice>
          <mc:Fallback>
            <p:pic>
              <p:nvPicPr>
                <p:cNvPr id="157" name="Ink 156">
                  <a:extLst>
                    <a:ext uri="{FF2B5EF4-FFF2-40B4-BE49-F238E27FC236}">
                      <a16:creationId xmlns:a16="http://schemas.microsoft.com/office/drawing/2014/main" id="{3D998485-C24F-DCE4-D403-C5F5EFF213BC}"/>
                    </a:ext>
                  </a:extLst>
                </p:cNvPr>
                <p:cNvPicPr/>
                <p:nvPr/>
              </p:nvPicPr>
              <p:blipFill>
                <a:blip r:embed="rId259"/>
                <a:stretch>
                  <a:fillRect/>
                </a:stretch>
              </p:blipFill>
              <p:spPr>
                <a:xfrm>
                  <a:off x="5572500" y="275760"/>
                  <a:ext cx="228960" cy="77220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158" name="Ink 157">
                  <a:extLst>
                    <a:ext uri="{FF2B5EF4-FFF2-40B4-BE49-F238E27FC236}">
                      <a16:creationId xmlns:a16="http://schemas.microsoft.com/office/drawing/2014/main" id="{DD7BF8A6-E74A-59A2-286C-132FD916C8B7}"/>
                    </a:ext>
                  </a:extLst>
                </p14:cNvPr>
                <p14:cNvContentPartPr/>
                <p14:nvPr/>
              </p14:nvContentPartPr>
              <p14:xfrm>
                <a:off x="5625420" y="706680"/>
                <a:ext cx="230040" cy="156240"/>
              </p14:xfrm>
            </p:contentPart>
          </mc:Choice>
          <mc:Fallback>
            <p:pic>
              <p:nvPicPr>
                <p:cNvPr id="158" name="Ink 157">
                  <a:extLst>
                    <a:ext uri="{FF2B5EF4-FFF2-40B4-BE49-F238E27FC236}">
                      <a16:creationId xmlns:a16="http://schemas.microsoft.com/office/drawing/2014/main" id="{DD7BF8A6-E74A-59A2-286C-132FD916C8B7}"/>
                    </a:ext>
                  </a:extLst>
                </p:cNvPr>
                <p:cNvPicPr/>
                <p:nvPr/>
              </p:nvPicPr>
              <p:blipFill>
                <a:blip r:embed="rId261"/>
                <a:stretch>
                  <a:fillRect/>
                </a:stretch>
              </p:blipFill>
              <p:spPr>
                <a:xfrm>
                  <a:off x="5616420" y="698040"/>
                  <a:ext cx="247680" cy="17388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159" name="Ink 158">
                  <a:extLst>
                    <a:ext uri="{FF2B5EF4-FFF2-40B4-BE49-F238E27FC236}">
                      <a16:creationId xmlns:a16="http://schemas.microsoft.com/office/drawing/2014/main" id="{B9C8C490-CADE-8321-2886-8DF8FFB02A2A}"/>
                    </a:ext>
                  </a:extLst>
                </p14:cNvPr>
                <p14:cNvContentPartPr/>
                <p14:nvPr/>
              </p14:nvContentPartPr>
              <p14:xfrm>
                <a:off x="5849340" y="603720"/>
                <a:ext cx="50040" cy="44280"/>
              </p14:xfrm>
            </p:contentPart>
          </mc:Choice>
          <mc:Fallback>
            <p:pic>
              <p:nvPicPr>
                <p:cNvPr id="159" name="Ink 158">
                  <a:extLst>
                    <a:ext uri="{FF2B5EF4-FFF2-40B4-BE49-F238E27FC236}">
                      <a16:creationId xmlns:a16="http://schemas.microsoft.com/office/drawing/2014/main" id="{B9C8C490-CADE-8321-2886-8DF8FFB02A2A}"/>
                    </a:ext>
                  </a:extLst>
                </p:cNvPr>
                <p:cNvPicPr/>
                <p:nvPr/>
              </p:nvPicPr>
              <p:blipFill>
                <a:blip r:embed="rId263"/>
                <a:stretch>
                  <a:fillRect/>
                </a:stretch>
              </p:blipFill>
              <p:spPr>
                <a:xfrm>
                  <a:off x="5840340" y="595080"/>
                  <a:ext cx="67680" cy="6192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160" name="Ink 159">
                  <a:extLst>
                    <a:ext uri="{FF2B5EF4-FFF2-40B4-BE49-F238E27FC236}">
                      <a16:creationId xmlns:a16="http://schemas.microsoft.com/office/drawing/2014/main" id="{1EDB4B9C-8A04-07B0-EFFA-CB10593C3B02}"/>
                    </a:ext>
                  </a:extLst>
                </p14:cNvPr>
                <p14:cNvContentPartPr/>
                <p14:nvPr/>
              </p14:nvContentPartPr>
              <p14:xfrm>
                <a:off x="5913780" y="689040"/>
                <a:ext cx="376560" cy="176400"/>
              </p14:xfrm>
            </p:contentPart>
          </mc:Choice>
          <mc:Fallback>
            <p:pic>
              <p:nvPicPr>
                <p:cNvPr id="160" name="Ink 159">
                  <a:extLst>
                    <a:ext uri="{FF2B5EF4-FFF2-40B4-BE49-F238E27FC236}">
                      <a16:creationId xmlns:a16="http://schemas.microsoft.com/office/drawing/2014/main" id="{1EDB4B9C-8A04-07B0-EFFA-CB10593C3B02}"/>
                    </a:ext>
                  </a:extLst>
                </p:cNvPr>
                <p:cNvPicPr/>
                <p:nvPr/>
              </p:nvPicPr>
              <p:blipFill>
                <a:blip r:embed="rId265"/>
                <a:stretch>
                  <a:fillRect/>
                </a:stretch>
              </p:blipFill>
              <p:spPr>
                <a:xfrm>
                  <a:off x="5904780" y="680400"/>
                  <a:ext cx="394200" cy="19404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161" name="Ink 160">
                  <a:extLst>
                    <a:ext uri="{FF2B5EF4-FFF2-40B4-BE49-F238E27FC236}">
                      <a16:creationId xmlns:a16="http://schemas.microsoft.com/office/drawing/2014/main" id="{F3E9D4A2-7043-DAF7-006E-69FDED5210B5}"/>
                    </a:ext>
                  </a:extLst>
                </p14:cNvPr>
                <p14:cNvContentPartPr/>
                <p14:nvPr/>
              </p14:nvContentPartPr>
              <p14:xfrm>
                <a:off x="6342540" y="506520"/>
                <a:ext cx="14040" cy="85680"/>
              </p14:xfrm>
            </p:contentPart>
          </mc:Choice>
          <mc:Fallback>
            <p:pic>
              <p:nvPicPr>
                <p:cNvPr id="161" name="Ink 160">
                  <a:extLst>
                    <a:ext uri="{FF2B5EF4-FFF2-40B4-BE49-F238E27FC236}">
                      <a16:creationId xmlns:a16="http://schemas.microsoft.com/office/drawing/2014/main" id="{F3E9D4A2-7043-DAF7-006E-69FDED5210B5}"/>
                    </a:ext>
                  </a:extLst>
                </p:cNvPr>
                <p:cNvPicPr/>
                <p:nvPr/>
              </p:nvPicPr>
              <p:blipFill>
                <a:blip r:embed="rId267"/>
                <a:stretch>
                  <a:fillRect/>
                </a:stretch>
              </p:blipFill>
              <p:spPr>
                <a:xfrm>
                  <a:off x="6333540" y="497520"/>
                  <a:ext cx="31680" cy="10332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162" name="Ink 161">
                  <a:extLst>
                    <a:ext uri="{FF2B5EF4-FFF2-40B4-BE49-F238E27FC236}">
                      <a16:creationId xmlns:a16="http://schemas.microsoft.com/office/drawing/2014/main" id="{66F149BA-61D8-55F3-9EAE-BB5B83B0C37A}"/>
                    </a:ext>
                  </a:extLst>
                </p14:cNvPr>
                <p14:cNvContentPartPr/>
                <p14:nvPr/>
              </p14:nvContentPartPr>
              <p14:xfrm>
                <a:off x="5492580" y="926640"/>
                <a:ext cx="993240" cy="29160"/>
              </p14:xfrm>
            </p:contentPart>
          </mc:Choice>
          <mc:Fallback>
            <p:pic>
              <p:nvPicPr>
                <p:cNvPr id="162" name="Ink 161">
                  <a:extLst>
                    <a:ext uri="{FF2B5EF4-FFF2-40B4-BE49-F238E27FC236}">
                      <a16:creationId xmlns:a16="http://schemas.microsoft.com/office/drawing/2014/main" id="{66F149BA-61D8-55F3-9EAE-BB5B83B0C37A}"/>
                    </a:ext>
                  </a:extLst>
                </p:cNvPr>
                <p:cNvPicPr/>
                <p:nvPr/>
              </p:nvPicPr>
              <p:blipFill>
                <a:blip r:embed="rId269"/>
                <a:stretch>
                  <a:fillRect/>
                </a:stretch>
              </p:blipFill>
              <p:spPr>
                <a:xfrm>
                  <a:off x="5483580" y="917640"/>
                  <a:ext cx="1010880" cy="4680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164" name="Ink 163">
                  <a:extLst>
                    <a:ext uri="{FF2B5EF4-FFF2-40B4-BE49-F238E27FC236}">
                      <a16:creationId xmlns:a16="http://schemas.microsoft.com/office/drawing/2014/main" id="{02BFF476-C14E-20F6-DB0B-4A70F652889A}"/>
                    </a:ext>
                  </a:extLst>
                </p14:cNvPr>
                <p14:cNvContentPartPr/>
                <p14:nvPr/>
              </p14:nvContentPartPr>
              <p14:xfrm>
                <a:off x="6528300" y="358920"/>
                <a:ext cx="190080" cy="597960"/>
              </p14:xfrm>
            </p:contentPart>
          </mc:Choice>
          <mc:Fallback>
            <p:pic>
              <p:nvPicPr>
                <p:cNvPr id="164" name="Ink 163">
                  <a:extLst>
                    <a:ext uri="{FF2B5EF4-FFF2-40B4-BE49-F238E27FC236}">
                      <a16:creationId xmlns:a16="http://schemas.microsoft.com/office/drawing/2014/main" id="{02BFF476-C14E-20F6-DB0B-4A70F652889A}"/>
                    </a:ext>
                  </a:extLst>
                </p:cNvPr>
                <p:cNvPicPr/>
                <p:nvPr/>
              </p:nvPicPr>
              <p:blipFill>
                <a:blip r:embed="rId271"/>
                <a:stretch>
                  <a:fillRect/>
                </a:stretch>
              </p:blipFill>
              <p:spPr>
                <a:xfrm>
                  <a:off x="6519660" y="349920"/>
                  <a:ext cx="207720" cy="61560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165" name="Ink 164">
                  <a:extLst>
                    <a:ext uri="{FF2B5EF4-FFF2-40B4-BE49-F238E27FC236}">
                      <a16:creationId xmlns:a16="http://schemas.microsoft.com/office/drawing/2014/main" id="{BF7F2F18-FAE9-E451-8528-65A2F82C0621}"/>
                    </a:ext>
                  </a:extLst>
                </p14:cNvPr>
                <p14:cNvContentPartPr/>
                <p14:nvPr/>
              </p14:nvContentPartPr>
              <p14:xfrm>
                <a:off x="6756540" y="720000"/>
                <a:ext cx="305640" cy="176400"/>
              </p14:xfrm>
            </p:contentPart>
          </mc:Choice>
          <mc:Fallback>
            <p:pic>
              <p:nvPicPr>
                <p:cNvPr id="165" name="Ink 164">
                  <a:extLst>
                    <a:ext uri="{FF2B5EF4-FFF2-40B4-BE49-F238E27FC236}">
                      <a16:creationId xmlns:a16="http://schemas.microsoft.com/office/drawing/2014/main" id="{BF7F2F18-FAE9-E451-8528-65A2F82C0621}"/>
                    </a:ext>
                  </a:extLst>
                </p:cNvPr>
                <p:cNvPicPr/>
                <p:nvPr/>
              </p:nvPicPr>
              <p:blipFill>
                <a:blip r:embed="rId273"/>
                <a:stretch>
                  <a:fillRect/>
                </a:stretch>
              </p:blipFill>
              <p:spPr>
                <a:xfrm>
                  <a:off x="6747540" y="711360"/>
                  <a:ext cx="323280" cy="19404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166" name="Ink 165">
                  <a:extLst>
                    <a:ext uri="{FF2B5EF4-FFF2-40B4-BE49-F238E27FC236}">
                      <a16:creationId xmlns:a16="http://schemas.microsoft.com/office/drawing/2014/main" id="{2CEE810C-7014-AEBE-0EB9-9EB9497EAAB9}"/>
                    </a:ext>
                  </a:extLst>
                </p14:cNvPr>
                <p14:cNvContentPartPr/>
                <p14:nvPr/>
              </p14:nvContentPartPr>
              <p14:xfrm>
                <a:off x="7149300" y="693360"/>
                <a:ext cx="94680" cy="172440"/>
              </p14:xfrm>
            </p:contentPart>
          </mc:Choice>
          <mc:Fallback>
            <p:pic>
              <p:nvPicPr>
                <p:cNvPr id="166" name="Ink 165">
                  <a:extLst>
                    <a:ext uri="{FF2B5EF4-FFF2-40B4-BE49-F238E27FC236}">
                      <a16:creationId xmlns:a16="http://schemas.microsoft.com/office/drawing/2014/main" id="{2CEE810C-7014-AEBE-0EB9-9EB9497EAAB9}"/>
                    </a:ext>
                  </a:extLst>
                </p:cNvPr>
                <p:cNvPicPr/>
                <p:nvPr/>
              </p:nvPicPr>
              <p:blipFill>
                <a:blip r:embed="rId275"/>
                <a:stretch>
                  <a:fillRect/>
                </a:stretch>
              </p:blipFill>
              <p:spPr>
                <a:xfrm>
                  <a:off x="7140300" y="684720"/>
                  <a:ext cx="112320" cy="19008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167" name="Ink 166">
                  <a:extLst>
                    <a:ext uri="{FF2B5EF4-FFF2-40B4-BE49-F238E27FC236}">
                      <a16:creationId xmlns:a16="http://schemas.microsoft.com/office/drawing/2014/main" id="{A0ACB2CC-5639-6AB7-59A6-452CE6B517FD}"/>
                    </a:ext>
                  </a:extLst>
                </p14:cNvPr>
                <p14:cNvContentPartPr/>
                <p14:nvPr/>
              </p14:nvContentPartPr>
              <p14:xfrm>
                <a:off x="7288260" y="578520"/>
                <a:ext cx="154080" cy="259920"/>
              </p14:xfrm>
            </p:contentPart>
          </mc:Choice>
          <mc:Fallback>
            <p:pic>
              <p:nvPicPr>
                <p:cNvPr id="167" name="Ink 166">
                  <a:extLst>
                    <a:ext uri="{FF2B5EF4-FFF2-40B4-BE49-F238E27FC236}">
                      <a16:creationId xmlns:a16="http://schemas.microsoft.com/office/drawing/2014/main" id="{A0ACB2CC-5639-6AB7-59A6-452CE6B517FD}"/>
                    </a:ext>
                  </a:extLst>
                </p:cNvPr>
                <p:cNvPicPr/>
                <p:nvPr/>
              </p:nvPicPr>
              <p:blipFill>
                <a:blip r:embed="rId277"/>
                <a:stretch>
                  <a:fillRect/>
                </a:stretch>
              </p:blipFill>
              <p:spPr>
                <a:xfrm>
                  <a:off x="7279620" y="569880"/>
                  <a:ext cx="171720" cy="27756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168" name="Ink 167">
                  <a:extLst>
                    <a:ext uri="{FF2B5EF4-FFF2-40B4-BE49-F238E27FC236}">
                      <a16:creationId xmlns:a16="http://schemas.microsoft.com/office/drawing/2014/main" id="{8B095CA2-78EB-D13D-8495-B60966BC050F}"/>
                    </a:ext>
                  </a:extLst>
                </p14:cNvPr>
                <p14:cNvContentPartPr/>
                <p14:nvPr/>
              </p14:nvContentPartPr>
              <p14:xfrm>
                <a:off x="7519020" y="649440"/>
                <a:ext cx="105840" cy="149760"/>
              </p14:xfrm>
            </p:contentPart>
          </mc:Choice>
          <mc:Fallback>
            <p:pic>
              <p:nvPicPr>
                <p:cNvPr id="168" name="Ink 167">
                  <a:extLst>
                    <a:ext uri="{FF2B5EF4-FFF2-40B4-BE49-F238E27FC236}">
                      <a16:creationId xmlns:a16="http://schemas.microsoft.com/office/drawing/2014/main" id="{8B095CA2-78EB-D13D-8495-B60966BC050F}"/>
                    </a:ext>
                  </a:extLst>
                </p:cNvPr>
                <p:cNvPicPr/>
                <p:nvPr/>
              </p:nvPicPr>
              <p:blipFill>
                <a:blip r:embed="rId279"/>
                <a:stretch>
                  <a:fillRect/>
                </a:stretch>
              </p:blipFill>
              <p:spPr>
                <a:xfrm>
                  <a:off x="7510020" y="640800"/>
                  <a:ext cx="123480" cy="16740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169" name="Ink 168">
                  <a:extLst>
                    <a:ext uri="{FF2B5EF4-FFF2-40B4-BE49-F238E27FC236}">
                      <a16:creationId xmlns:a16="http://schemas.microsoft.com/office/drawing/2014/main" id="{B1FB6B67-776C-1917-CFE1-5C1B99D9B30A}"/>
                    </a:ext>
                  </a:extLst>
                </p14:cNvPr>
                <p14:cNvContentPartPr/>
                <p14:nvPr/>
              </p14:nvContentPartPr>
              <p14:xfrm>
                <a:off x="7638900" y="674280"/>
                <a:ext cx="367200" cy="131760"/>
              </p14:xfrm>
            </p:contentPart>
          </mc:Choice>
          <mc:Fallback>
            <p:pic>
              <p:nvPicPr>
                <p:cNvPr id="169" name="Ink 168">
                  <a:extLst>
                    <a:ext uri="{FF2B5EF4-FFF2-40B4-BE49-F238E27FC236}">
                      <a16:creationId xmlns:a16="http://schemas.microsoft.com/office/drawing/2014/main" id="{B1FB6B67-776C-1917-CFE1-5C1B99D9B30A}"/>
                    </a:ext>
                  </a:extLst>
                </p:cNvPr>
                <p:cNvPicPr/>
                <p:nvPr/>
              </p:nvPicPr>
              <p:blipFill>
                <a:blip r:embed="rId281"/>
                <a:stretch>
                  <a:fillRect/>
                </a:stretch>
              </p:blipFill>
              <p:spPr>
                <a:xfrm>
                  <a:off x="7629900" y="665640"/>
                  <a:ext cx="38484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170" name="Ink 169">
                  <a:extLst>
                    <a:ext uri="{FF2B5EF4-FFF2-40B4-BE49-F238E27FC236}">
                      <a16:creationId xmlns:a16="http://schemas.microsoft.com/office/drawing/2014/main" id="{E2F10E72-A316-1D42-E6D3-5FCAE1D7135B}"/>
                    </a:ext>
                  </a:extLst>
                </p14:cNvPr>
                <p14:cNvContentPartPr/>
                <p14:nvPr/>
              </p14:nvContentPartPr>
              <p14:xfrm>
                <a:off x="8109060" y="700560"/>
                <a:ext cx="58320" cy="36720"/>
              </p14:xfrm>
            </p:contentPart>
          </mc:Choice>
          <mc:Fallback>
            <p:pic>
              <p:nvPicPr>
                <p:cNvPr id="170" name="Ink 169">
                  <a:extLst>
                    <a:ext uri="{FF2B5EF4-FFF2-40B4-BE49-F238E27FC236}">
                      <a16:creationId xmlns:a16="http://schemas.microsoft.com/office/drawing/2014/main" id="{E2F10E72-A316-1D42-E6D3-5FCAE1D7135B}"/>
                    </a:ext>
                  </a:extLst>
                </p:cNvPr>
                <p:cNvPicPr/>
                <p:nvPr/>
              </p:nvPicPr>
              <p:blipFill>
                <a:blip r:embed="rId283"/>
                <a:stretch>
                  <a:fillRect/>
                </a:stretch>
              </p:blipFill>
              <p:spPr>
                <a:xfrm>
                  <a:off x="8100060" y="691560"/>
                  <a:ext cx="75960" cy="5436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171" name="Ink 170">
                  <a:extLst>
                    <a:ext uri="{FF2B5EF4-FFF2-40B4-BE49-F238E27FC236}">
                      <a16:creationId xmlns:a16="http://schemas.microsoft.com/office/drawing/2014/main" id="{AF91F3F0-55B2-2D82-783E-9552796EC09B}"/>
                    </a:ext>
                  </a:extLst>
                </p14:cNvPr>
                <p14:cNvContentPartPr/>
                <p14:nvPr/>
              </p14:nvContentPartPr>
              <p14:xfrm>
                <a:off x="6843300" y="914400"/>
                <a:ext cx="1457280" cy="13680"/>
              </p14:xfrm>
            </p:contentPart>
          </mc:Choice>
          <mc:Fallback>
            <p:pic>
              <p:nvPicPr>
                <p:cNvPr id="171" name="Ink 170">
                  <a:extLst>
                    <a:ext uri="{FF2B5EF4-FFF2-40B4-BE49-F238E27FC236}">
                      <a16:creationId xmlns:a16="http://schemas.microsoft.com/office/drawing/2014/main" id="{AF91F3F0-55B2-2D82-783E-9552796EC09B}"/>
                    </a:ext>
                  </a:extLst>
                </p:cNvPr>
                <p:cNvPicPr/>
                <p:nvPr/>
              </p:nvPicPr>
              <p:blipFill>
                <a:blip r:embed="rId285"/>
                <a:stretch>
                  <a:fillRect/>
                </a:stretch>
              </p:blipFill>
              <p:spPr>
                <a:xfrm>
                  <a:off x="6834300" y="905400"/>
                  <a:ext cx="147492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286">
              <p14:nvContentPartPr>
                <p14:cNvPr id="173" name="Ink 172">
                  <a:extLst>
                    <a:ext uri="{FF2B5EF4-FFF2-40B4-BE49-F238E27FC236}">
                      <a16:creationId xmlns:a16="http://schemas.microsoft.com/office/drawing/2014/main" id="{91B738DD-F46E-D4C8-72A7-F56E9B8B62E2}"/>
                    </a:ext>
                  </a:extLst>
                </p14:cNvPr>
                <p14:cNvContentPartPr/>
                <p14:nvPr/>
              </p14:nvContentPartPr>
              <p14:xfrm>
                <a:off x="8220660" y="345960"/>
                <a:ext cx="219600" cy="555840"/>
              </p14:xfrm>
            </p:contentPart>
          </mc:Choice>
          <mc:Fallback>
            <p:pic>
              <p:nvPicPr>
                <p:cNvPr id="173" name="Ink 172">
                  <a:extLst>
                    <a:ext uri="{FF2B5EF4-FFF2-40B4-BE49-F238E27FC236}">
                      <a16:creationId xmlns:a16="http://schemas.microsoft.com/office/drawing/2014/main" id="{91B738DD-F46E-D4C8-72A7-F56E9B8B62E2}"/>
                    </a:ext>
                  </a:extLst>
                </p:cNvPr>
                <p:cNvPicPr/>
                <p:nvPr/>
              </p:nvPicPr>
              <p:blipFill>
                <a:blip r:embed="rId287"/>
                <a:stretch>
                  <a:fillRect/>
                </a:stretch>
              </p:blipFill>
              <p:spPr>
                <a:xfrm>
                  <a:off x="8211660" y="336960"/>
                  <a:ext cx="237240" cy="57348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175" name="Ink 174">
                  <a:extLst>
                    <a:ext uri="{FF2B5EF4-FFF2-40B4-BE49-F238E27FC236}">
                      <a16:creationId xmlns:a16="http://schemas.microsoft.com/office/drawing/2014/main" id="{C5A429FE-874B-6D4C-FAC1-FEDD956526B8}"/>
                    </a:ext>
                  </a:extLst>
                </p14:cNvPr>
                <p14:cNvContentPartPr/>
                <p14:nvPr/>
              </p14:nvContentPartPr>
              <p14:xfrm>
                <a:off x="8615940" y="553320"/>
                <a:ext cx="301680" cy="75600"/>
              </p14:xfrm>
            </p:contentPart>
          </mc:Choice>
          <mc:Fallback>
            <p:pic>
              <p:nvPicPr>
                <p:cNvPr id="175" name="Ink 174">
                  <a:extLst>
                    <a:ext uri="{FF2B5EF4-FFF2-40B4-BE49-F238E27FC236}">
                      <a16:creationId xmlns:a16="http://schemas.microsoft.com/office/drawing/2014/main" id="{C5A429FE-874B-6D4C-FAC1-FEDD956526B8}"/>
                    </a:ext>
                  </a:extLst>
                </p:cNvPr>
                <p:cNvPicPr/>
                <p:nvPr/>
              </p:nvPicPr>
              <p:blipFill>
                <a:blip r:embed="rId289"/>
                <a:stretch>
                  <a:fillRect/>
                </a:stretch>
              </p:blipFill>
              <p:spPr>
                <a:xfrm>
                  <a:off x="8606940" y="544680"/>
                  <a:ext cx="319320" cy="93240"/>
                </a:xfrm>
                <a:prstGeom prst="rect">
                  <a:avLst/>
                </a:prstGeom>
              </p:spPr>
            </p:pic>
          </mc:Fallback>
        </mc:AlternateContent>
        <mc:AlternateContent xmlns:mc="http://schemas.openxmlformats.org/markup-compatibility/2006">
          <mc:Choice xmlns:p14="http://schemas.microsoft.com/office/powerpoint/2010/main" Requires="p14">
            <p:contentPart p14:bwMode="auto" r:id="rId290">
              <p14:nvContentPartPr>
                <p14:cNvPr id="176" name="Ink 175">
                  <a:extLst>
                    <a:ext uri="{FF2B5EF4-FFF2-40B4-BE49-F238E27FC236}">
                      <a16:creationId xmlns:a16="http://schemas.microsoft.com/office/drawing/2014/main" id="{48754411-32A5-0F4D-3C3F-B8A26760E3CF}"/>
                    </a:ext>
                  </a:extLst>
                </p14:cNvPr>
                <p14:cNvContentPartPr/>
                <p14:nvPr/>
              </p14:nvContentPartPr>
              <p14:xfrm>
                <a:off x="8722140" y="584280"/>
                <a:ext cx="48960" cy="273600"/>
              </p14:xfrm>
            </p:contentPart>
          </mc:Choice>
          <mc:Fallback>
            <p:pic>
              <p:nvPicPr>
                <p:cNvPr id="176" name="Ink 175">
                  <a:extLst>
                    <a:ext uri="{FF2B5EF4-FFF2-40B4-BE49-F238E27FC236}">
                      <a16:creationId xmlns:a16="http://schemas.microsoft.com/office/drawing/2014/main" id="{48754411-32A5-0F4D-3C3F-B8A26760E3CF}"/>
                    </a:ext>
                  </a:extLst>
                </p:cNvPr>
                <p:cNvPicPr/>
                <p:nvPr/>
              </p:nvPicPr>
              <p:blipFill>
                <a:blip r:embed="rId291"/>
                <a:stretch>
                  <a:fillRect/>
                </a:stretch>
              </p:blipFill>
              <p:spPr>
                <a:xfrm>
                  <a:off x="8713140" y="575280"/>
                  <a:ext cx="66600" cy="291240"/>
                </a:xfrm>
                <a:prstGeom prst="rect">
                  <a:avLst/>
                </a:prstGeom>
              </p:spPr>
            </p:pic>
          </mc:Fallback>
        </mc:AlternateContent>
        <mc:AlternateContent xmlns:mc="http://schemas.openxmlformats.org/markup-compatibility/2006">
          <mc:Choice xmlns:p14="http://schemas.microsoft.com/office/powerpoint/2010/main" Requires="p14">
            <p:contentPart p14:bwMode="auto" r:id="rId292">
              <p14:nvContentPartPr>
                <p14:cNvPr id="177" name="Ink 176">
                  <a:extLst>
                    <a:ext uri="{FF2B5EF4-FFF2-40B4-BE49-F238E27FC236}">
                      <a16:creationId xmlns:a16="http://schemas.microsoft.com/office/drawing/2014/main" id="{22D316B0-A3C2-0AA8-55C5-DC1DD2E26CC4}"/>
                    </a:ext>
                  </a:extLst>
                </p14:cNvPr>
                <p14:cNvContentPartPr/>
                <p14:nvPr/>
              </p14:nvContentPartPr>
              <p14:xfrm>
                <a:off x="8845620" y="745920"/>
                <a:ext cx="87120" cy="77760"/>
              </p14:xfrm>
            </p:contentPart>
          </mc:Choice>
          <mc:Fallback>
            <p:pic>
              <p:nvPicPr>
                <p:cNvPr id="177" name="Ink 176">
                  <a:extLst>
                    <a:ext uri="{FF2B5EF4-FFF2-40B4-BE49-F238E27FC236}">
                      <a16:creationId xmlns:a16="http://schemas.microsoft.com/office/drawing/2014/main" id="{22D316B0-A3C2-0AA8-55C5-DC1DD2E26CC4}"/>
                    </a:ext>
                  </a:extLst>
                </p:cNvPr>
                <p:cNvPicPr/>
                <p:nvPr/>
              </p:nvPicPr>
              <p:blipFill>
                <a:blip r:embed="rId293"/>
                <a:stretch>
                  <a:fillRect/>
                </a:stretch>
              </p:blipFill>
              <p:spPr>
                <a:xfrm>
                  <a:off x="8836620" y="737280"/>
                  <a:ext cx="104760" cy="95400"/>
                </a:xfrm>
                <a:prstGeom prst="rect">
                  <a:avLst/>
                </a:prstGeom>
              </p:spPr>
            </p:pic>
          </mc:Fallback>
        </mc:AlternateContent>
        <mc:AlternateContent xmlns:mc="http://schemas.openxmlformats.org/markup-compatibility/2006">
          <mc:Choice xmlns:p14="http://schemas.microsoft.com/office/powerpoint/2010/main" Requires="p14">
            <p:contentPart p14:bwMode="auto" r:id="rId294">
              <p14:nvContentPartPr>
                <p14:cNvPr id="178" name="Ink 177">
                  <a:extLst>
                    <a:ext uri="{FF2B5EF4-FFF2-40B4-BE49-F238E27FC236}">
                      <a16:creationId xmlns:a16="http://schemas.microsoft.com/office/drawing/2014/main" id="{1844880B-B0E4-8FC2-A4DA-7E3D6F0286AB}"/>
                    </a:ext>
                  </a:extLst>
                </p14:cNvPr>
                <p14:cNvContentPartPr/>
                <p14:nvPr/>
              </p14:nvContentPartPr>
              <p14:xfrm>
                <a:off x="8835180" y="717120"/>
                <a:ext cx="131400" cy="145080"/>
              </p14:xfrm>
            </p:contentPart>
          </mc:Choice>
          <mc:Fallback>
            <p:pic>
              <p:nvPicPr>
                <p:cNvPr id="178" name="Ink 177">
                  <a:extLst>
                    <a:ext uri="{FF2B5EF4-FFF2-40B4-BE49-F238E27FC236}">
                      <a16:creationId xmlns:a16="http://schemas.microsoft.com/office/drawing/2014/main" id="{1844880B-B0E4-8FC2-A4DA-7E3D6F0286AB}"/>
                    </a:ext>
                  </a:extLst>
                </p:cNvPr>
                <p:cNvPicPr/>
                <p:nvPr/>
              </p:nvPicPr>
              <p:blipFill>
                <a:blip r:embed="rId295"/>
                <a:stretch>
                  <a:fillRect/>
                </a:stretch>
              </p:blipFill>
              <p:spPr>
                <a:xfrm>
                  <a:off x="8826180" y="708480"/>
                  <a:ext cx="149040" cy="162720"/>
                </a:xfrm>
                <a:prstGeom prst="rect">
                  <a:avLst/>
                </a:prstGeom>
              </p:spPr>
            </p:pic>
          </mc:Fallback>
        </mc:AlternateContent>
        <mc:AlternateContent xmlns:mc="http://schemas.openxmlformats.org/markup-compatibility/2006">
          <mc:Choice xmlns:p14="http://schemas.microsoft.com/office/powerpoint/2010/main" Requires="p14">
            <p:contentPart p14:bwMode="auto" r:id="rId296">
              <p14:nvContentPartPr>
                <p14:cNvPr id="179" name="Ink 178">
                  <a:extLst>
                    <a:ext uri="{FF2B5EF4-FFF2-40B4-BE49-F238E27FC236}">
                      <a16:creationId xmlns:a16="http://schemas.microsoft.com/office/drawing/2014/main" id="{5424B8C6-BAAF-C892-5902-F2BCF6DFA6EC}"/>
                    </a:ext>
                  </a:extLst>
                </p14:cNvPr>
                <p14:cNvContentPartPr/>
                <p14:nvPr/>
              </p14:nvContentPartPr>
              <p14:xfrm>
                <a:off x="9048660" y="793440"/>
                <a:ext cx="12240" cy="13320"/>
              </p14:xfrm>
            </p:contentPart>
          </mc:Choice>
          <mc:Fallback>
            <p:pic>
              <p:nvPicPr>
                <p:cNvPr id="179" name="Ink 178">
                  <a:extLst>
                    <a:ext uri="{FF2B5EF4-FFF2-40B4-BE49-F238E27FC236}">
                      <a16:creationId xmlns:a16="http://schemas.microsoft.com/office/drawing/2014/main" id="{5424B8C6-BAAF-C892-5902-F2BCF6DFA6EC}"/>
                    </a:ext>
                  </a:extLst>
                </p:cNvPr>
                <p:cNvPicPr/>
                <p:nvPr/>
              </p:nvPicPr>
              <p:blipFill>
                <a:blip r:embed="rId297"/>
                <a:stretch>
                  <a:fillRect/>
                </a:stretch>
              </p:blipFill>
              <p:spPr>
                <a:xfrm>
                  <a:off x="9039660" y="784440"/>
                  <a:ext cx="2988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298">
              <p14:nvContentPartPr>
                <p14:cNvPr id="180" name="Ink 179">
                  <a:extLst>
                    <a:ext uri="{FF2B5EF4-FFF2-40B4-BE49-F238E27FC236}">
                      <a16:creationId xmlns:a16="http://schemas.microsoft.com/office/drawing/2014/main" id="{FA0C2D8B-2740-E22E-86CE-EEAD83C306A2}"/>
                    </a:ext>
                  </a:extLst>
                </p14:cNvPr>
                <p14:cNvContentPartPr/>
                <p14:nvPr/>
              </p14:nvContentPartPr>
              <p14:xfrm>
                <a:off x="9177180" y="278280"/>
                <a:ext cx="205560" cy="736560"/>
              </p14:xfrm>
            </p:contentPart>
          </mc:Choice>
          <mc:Fallback>
            <p:pic>
              <p:nvPicPr>
                <p:cNvPr id="180" name="Ink 179">
                  <a:extLst>
                    <a:ext uri="{FF2B5EF4-FFF2-40B4-BE49-F238E27FC236}">
                      <a16:creationId xmlns:a16="http://schemas.microsoft.com/office/drawing/2014/main" id="{FA0C2D8B-2740-E22E-86CE-EEAD83C306A2}"/>
                    </a:ext>
                  </a:extLst>
                </p:cNvPr>
                <p:cNvPicPr/>
                <p:nvPr/>
              </p:nvPicPr>
              <p:blipFill>
                <a:blip r:embed="rId299"/>
                <a:stretch>
                  <a:fillRect/>
                </a:stretch>
              </p:blipFill>
              <p:spPr>
                <a:xfrm>
                  <a:off x="9168180" y="269280"/>
                  <a:ext cx="223200" cy="754200"/>
                </a:xfrm>
                <a:prstGeom prst="rect">
                  <a:avLst/>
                </a:prstGeom>
              </p:spPr>
            </p:pic>
          </mc:Fallback>
        </mc:AlternateContent>
        <mc:AlternateContent xmlns:mc="http://schemas.openxmlformats.org/markup-compatibility/2006">
          <mc:Choice xmlns:p14="http://schemas.microsoft.com/office/powerpoint/2010/main" Requires="p14">
            <p:contentPart p14:bwMode="auto" r:id="rId300">
              <p14:nvContentPartPr>
                <p14:cNvPr id="181" name="Ink 180">
                  <a:extLst>
                    <a:ext uri="{FF2B5EF4-FFF2-40B4-BE49-F238E27FC236}">
                      <a16:creationId xmlns:a16="http://schemas.microsoft.com/office/drawing/2014/main" id="{502C33C6-7C2C-CF3B-C8B5-481E48FC5579}"/>
                    </a:ext>
                  </a:extLst>
                </p14:cNvPr>
                <p14:cNvContentPartPr/>
                <p14:nvPr/>
              </p14:nvContentPartPr>
              <p14:xfrm>
                <a:off x="9444660" y="572400"/>
                <a:ext cx="174960" cy="269280"/>
              </p14:xfrm>
            </p:contentPart>
          </mc:Choice>
          <mc:Fallback>
            <p:pic>
              <p:nvPicPr>
                <p:cNvPr id="181" name="Ink 180">
                  <a:extLst>
                    <a:ext uri="{FF2B5EF4-FFF2-40B4-BE49-F238E27FC236}">
                      <a16:creationId xmlns:a16="http://schemas.microsoft.com/office/drawing/2014/main" id="{502C33C6-7C2C-CF3B-C8B5-481E48FC5579}"/>
                    </a:ext>
                  </a:extLst>
                </p:cNvPr>
                <p:cNvPicPr/>
                <p:nvPr/>
              </p:nvPicPr>
              <p:blipFill>
                <a:blip r:embed="rId301"/>
                <a:stretch>
                  <a:fillRect/>
                </a:stretch>
              </p:blipFill>
              <p:spPr>
                <a:xfrm>
                  <a:off x="9435660" y="563760"/>
                  <a:ext cx="192600" cy="286920"/>
                </a:xfrm>
                <a:prstGeom prst="rect">
                  <a:avLst/>
                </a:prstGeom>
              </p:spPr>
            </p:pic>
          </mc:Fallback>
        </mc:AlternateContent>
        <mc:AlternateContent xmlns:mc="http://schemas.openxmlformats.org/markup-compatibility/2006">
          <mc:Choice xmlns:p14="http://schemas.microsoft.com/office/powerpoint/2010/main" Requires="p14">
            <p:contentPart p14:bwMode="auto" r:id="rId302">
              <p14:nvContentPartPr>
                <p14:cNvPr id="182" name="Ink 181">
                  <a:extLst>
                    <a:ext uri="{FF2B5EF4-FFF2-40B4-BE49-F238E27FC236}">
                      <a16:creationId xmlns:a16="http://schemas.microsoft.com/office/drawing/2014/main" id="{072C2A47-9772-AE67-D1A6-E44A35CB2813}"/>
                    </a:ext>
                  </a:extLst>
                </p14:cNvPr>
                <p14:cNvContentPartPr/>
                <p14:nvPr/>
              </p14:nvContentPartPr>
              <p14:xfrm>
                <a:off x="9455460" y="678960"/>
                <a:ext cx="509760" cy="190440"/>
              </p14:xfrm>
            </p:contentPart>
          </mc:Choice>
          <mc:Fallback>
            <p:pic>
              <p:nvPicPr>
                <p:cNvPr id="182" name="Ink 181">
                  <a:extLst>
                    <a:ext uri="{FF2B5EF4-FFF2-40B4-BE49-F238E27FC236}">
                      <a16:creationId xmlns:a16="http://schemas.microsoft.com/office/drawing/2014/main" id="{072C2A47-9772-AE67-D1A6-E44A35CB2813}"/>
                    </a:ext>
                  </a:extLst>
                </p:cNvPr>
                <p:cNvPicPr/>
                <p:nvPr/>
              </p:nvPicPr>
              <p:blipFill>
                <a:blip r:embed="rId303"/>
                <a:stretch>
                  <a:fillRect/>
                </a:stretch>
              </p:blipFill>
              <p:spPr>
                <a:xfrm>
                  <a:off x="9446460" y="670320"/>
                  <a:ext cx="527400" cy="208080"/>
                </a:xfrm>
                <a:prstGeom prst="rect">
                  <a:avLst/>
                </a:prstGeom>
              </p:spPr>
            </p:pic>
          </mc:Fallback>
        </mc:AlternateContent>
        <mc:AlternateContent xmlns:mc="http://schemas.openxmlformats.org/markup-compatibility/2006">
          <mc:Choice xmlns:p14="http://schemas.microsoft.com/office/powerpoint/2010/main" Requires="p14">
            <p:contentPart p14:bwMode="auto" r:id="rId304">
              <p14:nvContentPartPr>
                <p14:cNvPr id="183" name="Ink 182">
                  <a:extLst>
                    <a:ext uri="{FF2B5EF4-FFF2-40B4-BE49-F238E27FC236}">
                      <a16:creationId xmlns:a16="http://schemas.microsoft.com/office/drawing/2014/main" id="{371D951B-6689-69D8-953F-F5730879E9BD}"/>
                    </a:ext>
                  </a:extLst>
                </p14:cNvPr>
                <p14:cNvContentPartPr/>
                <p14:nvPr/>
              </p14:nvContentPartPr>
              <p14:xfrm>
                <a:off x="6887220" y="1028880"/>
                <a:ext cx="2946240" cy="101520"/>
              </p14:xfrm>
            </p:contentPart>
          </mc:Choice>
          <mc:Fallback>
            <p:pic>
              <p:nvPicPr>
                <p:cNvPr id="183" name="Ink 182">
                  <a:extLst>
                    <a:ext uri="{FF2B5EF4-FFF2-40B4-BE49-F238E27FC236}">
                      <a16:creationId xmlns:a16="http://schemas.microsoft.com/office/drawing/2014/main" id="{371D951B-6689-69D8-953F-F5730879E9BD}"/>
                    </a:ext>
                  </a:extLst>
                </p:cNvPr>
                <p:cNvPicPr/>
                <p:nvPr/>
              </p:nvPicPr>
              <p:blipFill>
                <a:blip r:embed="rId305"/>
                <a:stretch>
                  <a:fillRect/>
                </a:stretch>
              </p:blipFill>
              <p:spPr>
                <a:xfrm>
                  <a:off x="6878220" y="1020240"/>
                  <a:ext cx="2963880" cy="119160"/>
                </a:xfrm>
                <a:prstGeom prst="rect">
                  <a:avLst/>
                </a:prstGeom>
              </p:spPr>
            </p:pic>
          </mc:Fallback>
        </mc:AlternateContent>
      </p:grpSp>
    </p:spTree>
    <p:extLst>
      <p:ext uri="{BB962C8B-B14F-4D97-AF65-F5344CB8AC3E}">
        <p14:creationId xmlns:p14="http://schemas.microsoft.com/office/powerpoint/2010/main" val="11114425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01"/>
        <p:cNvGrpSpPr/>
        <p:nvPr/>
      </p:nvGrpSpPr>
      <p:grpSpPr>
        <a:xfrm>
          <a:off x="0" y="0"/>
          <a:ext cx="0" cy="0"/>
          <a:chOff x="0" y="0"/>
          <a:chExt cx="0" cy="0"/>
        </a:xfrm>
      </p:grpSpPr>
      <p:sp>
        <p:nvSpPr>
          <p:cNvPr id="1703" name="Google Shape;1703;p90"/>
          <p:cNvSpPr txBox="1"/>
          <p:nvPr/>
        </p:nvSpPr>
        <p:spPr>
          <a:xfrm>
            <a:off x="224979" y="788088"/>
            <a:ext cx="11806237" cy="53553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Authorization control in RAP protects our business object against the unauthorized access of data. Authorization control is always relevant when the permission to execute an operation depends on a role of BO consumer. In the RAP, each read or modify request can be checked via authorization object against the user role before the request is finally executed and reaches data.</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The </a:t>
            </a:r>
            <a:r>
              <a:rPr lang="en-US" sz="1800" dirty="0" err="1">
                <a:solidFill>
                  <a:schemeClr val="dk1"/>
                </a:solidFill>
                <a:latin typeface="Calibri"/>
                <a:ea typeface="Calibri"/>
                <a:cs typeface="Calibri"/>
                <a:sym typeface="Calibri"/>
              </a:rPr>
              <a:t>auth</a:t>
            </a:r>
            <a:r>
              <a:rPr lang="en-US" sz="1800" dirty="0">
                <a:solidFill>
                  <a:schemeClr val="dk1"/>
                </a:solidFill>
                <a:latin typeface="Calibri"/>
                <a:ea typeface="Calibri"/>
                <a:cs typeface="Calibri"/>
                <a:sym typeface="Calibri"/>
              </a:rPr>
              <a:t> check with </a:t>
            </a:r>
            <a:r>
              <a:rPr lang="en-US" sz="1800" dirty="0" err="1">
                <a:solidFill>
                  <a:schemeClr val="dk1"/>
                </a:solidFill>
                <a:latin typeface="Calibri"/>
                <a:ea typeface="Calibri"/>
                <a:cs typeface="Calibri"/>
                <a:sym typeface="Calibri"/>
              </a:rPr>
              <a:t>auth</a:t>
            </a:r>
            <a:r>
              <a:rPr lang="en-US" sz="1800" dirty="0">
                <a:solidFill>
                  <a:schemeClr val="dk1"/>
                </a:solidFill>
                <a:latin typeface="Calibri"/>
                <a:ea typeface="Calibri"/>
                <a:cs typeface="Calibri"/>
                <a:sym typeface="Calibri"/>
              </a:rPr>
              <a:t> object is called from </a:t>
            </a:r>
            <a:r>
              <a:rPr lang="en-US" sz="1800" dirty="0" err="1">
                <a:solidFill>
                  <a:schemeClr val="dk1"/>
                </a:solidFill>
                <a:latin typeface="Calibri"/>
                <a:ea typeface="Calibri"/>
                <a:cs typeface="Calibri"/>
                <a:sym typeface="Calibri"/>
              </a:rPr>
              <a:t>cds</a:t>
            </a:r>
            <a:r>
              <a:rPr lang="en-US" sz="1800" dirty="0">
                <a:solidFill>
                  <a:schemeClr val="dk1"/>
                </a:solidFill>
                <a:latin typeface="Calibri"/>
                <a:ea typeface="Calibri"/>
                <a:cs typeface="Calibri"/>
                <a:sym typeface="Calibri"/>
              </a:rPr>
              <a:t> entities in case of read request – was covered in Anubhav trainings abap on hana course</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And behavior implementation in case of modify request</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Global authorization</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Global authorization is used for all authorization checks that only depends on the user.</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Global authorization checks can be implemented both for static and instance bound operations</a:t>
            </a:r>
            <a:endParaRPr dirty="0"/>
          </a:p>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Instance authorization</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Instance authorization is used for all </a:t>
            </a:r>
            <a:r>
              <a:rPr lang="en-US" sz="1800" dirty="0" err="1">
                <a:solidFill>
                  <a:schemeClr val="dk1"/>
                </a:solidFill>
                <a:latin typeface="Calibri"/>
                <a:ea typeface="Calibri"/>
                <a:cs typeface="Calibri"/>
                <a:sym typeface="Calibri"/>
              </a:rPr>
              <a:t>auth</a:t>
            </a:r>
            <a:r>
              <a:rPr lang="en-US" sz="1800" dirty="0">
                <a:solidFill>
                  <a:schemeClr val="dk1"/>
                </a:solidFill>
                <a:latin typeface="Calibri"/>
                <a:ea typeface="Calibri"/>
                <a:cs typeface="Calibri"/>
                <a:sym typeface="Calibri"/>
              </a:rPr>
              <a:t> checks that, in addition to the user role, depend on the state of the entity instance in question (like exact record level). Its only possible for instance based operation</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Operations that are executed from instance </a:t>
            </a:r>
            <a:r>
              <a:rPr lang="en-US" sz="1800" dirty="0" err="1">
                <a:solidFill>
                  <a:schemeClr val="dk1"/>
                </a:solidFill>
                <a:latin typeface="Calibri"/>
                <a:ea typeface="Calibri"/>
                <a:cs typeface="Calibri"/>
                <a:sym typeface="Calibri"/>
              </a:rPr>
              <a:t>auth</a:t>
            </a:r>
            <a:r>
              <a:rPr lang="en-US" sz="1800" dirty="0">
                <a:solidFill>
                  <a:schemeClr val="dk1"/>
                </a:solidFill>
                <a:latin typeface="Calibri"/>
                <a:ea typeface="Calibri"/>
                <a:cs typeface="Calibri"/>
                <a:sym typeface="Calibri"/>
              </a:rPr>
              <a:t> are CREATE and static actions</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Use case</a:t>
            </a:r>
            <a:r>
              <a:rPr lang="en-US" sz="1800" dirty="0">
                <a:solidFill>
                  <a:schemeClr val="dk1"/>
                </a:solidFill>
                <a:latin typeface="Calibri"/>
                <a:ea typeface="Calibri"/>
                <a:cs typeface="Calibri"/>
                <a:sym typeface="Calibri"/>
              </a:rPr>
              <a:t>: when a user tries to edit a travel request, if the travel request status is cancelled, then we need to check that if he/she is a manager or not. Only managers can edit a cancelled travel request. Since each travel request is different, we need to go with instance-based authorizations.</a:t>
            </a:r>
            <a:endParaRPr dirty="0"/>
          </a:p>
        </p:txBody>
      </p:sp>
      <p:sp>
        <p:nvSpPr>
          <p:cNvPr id="1704" name="Google Shape;1704;p90"/>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Authorization</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extLst>
      <p:ext uri="{BB962C8B-B14F-4D97-AF65-F5344CB8AC3E}">
        <p14:creationId xmlns:p14="http://schemas.microsoft.com/office/powerpoint/2010/main" val="3640329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03">
                                            <p:txEl>
                                              <p:pRg st="0" end="0"/>
                                            </p:txEl>
                                          </p:spTgt>
                                        </p:tgtEl>
                                        <p:attrNameLst>
                                          <p:attrName>style.visibility</p:attrName>
                                        </p:attrNameLst>
                                      </p:cBhvr>
                                      <p:to>
                                        <p:strVal val="visible"/>
                                      </p:to>
                                    </p:set>
                                    <p:animEffect transition="in" filter="fade">
                                      <p:cBhvr>
                                        <p:cTn id="7" dur="1000"/>
                                        <p:tgtEl>
                                          <p:spTgt spid="1703">
                                            <p:txEl>
                                              <p:pRg st="0" end="0"/>
                                            </p:txEl>
                                          </p:spTgt>
                                        </p:tgtEl>
                                      </p:cBhvr>
                                    </p:animEffect>
                                    <p:anim calcmode="lin" valueType="num">
                                      <p:cBhvr>
                                        <p:cTn id="8" dur="1000" fill="hold"/>
                                        <p:tgtEl>
                                          <p:spTgt spid="170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0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703">
                                            <p:txEl>
                                              <p:pRg st="1" end="1"/>
                                            </p:txEl>
                                          </p:spTgt>
                                        </p:tgtEl>
                                        <p:attrNameLst>
                                          <p:attrName>style.visibility</p:attrName>
                                        </p:attrNameLst>
                                      </p:cBhvr>
                                      <p:to>
                                        <p:strVal val="visible"/>
                                      </p:to>
                                    </p:set>
                                    <p:animEffect transition="in" filter="fade">
                                      <p:cBhvr>
                                        <p:cTn id="12" dur="1000"/>
                                        <p:tgtEl>
                                          <p:spTgt spid="1703">
                                            <p:txEl>
                                              <p:pRg st="1" end="1"/>
                                            </p:txEl>
                                          </p:spTgt>
                                        </p:tgtEl>
                                      </p:cBhvr>
                                    </p:animEffect>
                                    <p:anim calcmode="lin" valueType="num">
                                      <p:cBhvr>
                                        <p:cTn id="13" dur="1000" fill="hold"/>
                                        <p:tgtEl>
                                          <p:spTgt spid="170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70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703">
                                            <p:txEl>
                                              <p:pRg st="2" end="2"/>
                                            </p:txEl>
                                          </p:spTgt>
                                        </p:tgtEl>
                                        <p:attrNameLst>
                                          <p:attrName>style.visibility</p:attrName>
                                        </p:attrNameLst>
                                      </p:cBhvr>
                                      <p:to>
                                        <p:strVal val="visible"/>
                                      </p:to>
                                    </p:set>
                                    <p:animEffect transition="in" filter="fade">
                                      <p:cBhvr>
                                        <p:cTn id="17" dur="1000"/>
                                        <p:tgtEl>
                                          <p:spTgt spid="1703">
                                            <p:txEl>
                                              <p:pRg st="2" end="2"/>
                                            </p:txEl>
                                          </p:spTgt>
                                        </p:tgtEl>
                                      </p:cBhvr>
                                    </p:animEffect>
                                    <p:anim calcmode="lin" valueType="num">
                                      <p:cBhvr>
                                        <p:cTn id="18" dur="1000" fill="hold"/>
                                        <p:tgtEl>
                                          <p:spTgt spid="170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70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703">
                                            <p:txEl>
                                              <p:pRg st="4" end="4"/>
                                            </p:txEl>
                                          </p:spTgt>
                                        </p:tgtEl>
                                        <p:attrNameLst>
                                          <p:attrName>style.visibility</p:attrName>
                                        </p:attrNameLst>
                                      </p:cBhvr>
                                      <p:to>
                                        <p:strVal val="visible"/>
                                      </p:to>
                                    </p:set>
                                    <p:animEffect transition="in" filter="fade">
                                      <p:cBhvr>
                                        <p:cTn id="24" dur="1000"/>
                                        <p:tgtEl>
                                          <p:spTgt spid="1703">
                                            <p:txEl>
                                              <p:pRg st="4" end="4"/>
                                            </p:txEl>
                                          </p:spTgt>
                                        </p:tgtEl>
                                      </p:cBhvr>
                                    </p:animEffect>
                                    <p:anim calcmode="lin" valueType="num">
                                      <p:cBhvr>
                                        <p:cTn id="25" dur="1000" fill="hold"/>
                                        <p:tgtEl>
                                          <p:spTgt spid="1703">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1703">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703">
                                            <p:txEl>
                                              <p:pRg st="5" end="5"/>
                                            </p:txEl>
                                          </p:spTgt>
                                        </p:tgtEl>
                                        <p:attrNameLst>
                                          <p:attrName>style.visibility</p:attrName>
                                        </p:attrNameLst>
                                      </p:cBhvr>
                                      <p:to>
                                        <p:strVal val="visible"/>
                                      </p:to>
                                    </p:set>
                                    <p:animEffect transition="in" filter="fade">
                                      <p:cBhvr>
                                        <p:cTn id="29" dur="1000"/>
                                        <p:tgtEl>
                                          <p:spTgt spid="1703">
                                            <p:txEl>
                                              <p:pRg st="5" end="5"/>
                                            </p:txEl>
                                          </p:spTgt>
                                        </p:tgtEl>
                                      </p:cBhvr>
                                    </p:animEffect>
                                    <p:anim calcmode="lin" valueType="num">
                                      <p:cBhvr>
                                        <p:cTn id="30" dur="1000" fill="hold"/>
                                        <p:tgtEl>
                                          <p:spTgt spid="1703">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1703">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703">
                                            <p:txEl>
                                              <p:pRg st="6" end="6"/>
                                            </p:txEl>
                                          </p:spTgt>
                                        </p:tgtEl>
                                        <p:attrNameLst>
                                          <p:attrName>style.visibility</p:attrName>
                                        </p:attrNameLst>
                                      </p:cBhvr>
                                      <p:to>
                                        <p:strVal val="visible"/>
                                      </p:to>
                                    </p:set>
                                    <p:animEffect transition="in" filter="fade">
                                      <p:cBhvr>
                                        <p:cTn id="34" dur="1000"/>
                                        <p:tgtEl>
                                          <p:spTgt spid="1703">
                                            <p:txEl>
                                              <p:pRg st="6" end="6"/>
                                            </p:txEl>
                                          </p:spTgt>
                                        </p:tgtEl>
                                      </p:cBhvr>
                                    </p:animEffect>
                                    <p:anim calcmode="lin" valueType="num">
                                      <p:cBhvr>
                                        <p:cTn id="35" dur="1000" fill="hold"/>
                                        <p:tgtEl>
                                          <p:spTgt spid="1703">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1703">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703">
                                            <p:txEl>
                                              <p:pRg st="7" end="7"/>
                                            </p:txEl>
                                          </p:spTgt>
                                        </p:tgtEl>
                                        <p:attrNameLst>
                                          <p:attrName>style.visibility</p:attrName>
                                        </p:attrNameLst>
                                      </p:cBhvr>
                                      <p:to>
                                        <p:strVal val="visible"/>
                                      </p:to>
                                    </p:set>
                                    <p:animEffect transition="in" filter="fade">
                                      <p:cBhvr>
                                        <p:cTn id="39" dur="1000"/>
                                        <p:tgtEl>
                                          <p:spTgt spid="1703">
                                            <p:txEl>
                                              <p:pRg st="7" end="7"/>
                                            </p:txEl>
                                          </p:spTgt>
                                        </p:tgtEl>
                                      </p:cBhvr>
                                    </p:animEffect>
                                    <p:anim calcmode="lin" valueType="num">
                                      <p:cBhvr>
                                        <p:cTn id="40" dur="1000" fill="hold"/>
                                        <p:tgtEl>
                                          <p:spTgt spid="1703">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1703">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703">
                                            <p:txEl>
                                              <p:pRg st="8" end="8"/>
                                            </p:txEl>
                                          </p:spTgt>
                                        </p:tgtEl>
                                        <p:attrNameLst>
                                          <p:attrName>style.visibility</p:attrName>
                                        </p:attrNameLst>
                                      </p:cBhvr>
                                      <p:to>
                                        <p:strVal val="visible"/>
                                      </p:to>
                                    </p:set>
                                    <p:animEffect transition="in" filter="fade">
                                      <p:cBhvr>
                                        <p:cTn id="44" dur="1000"/>
                                        <p:tgtEl>
                                          <p:spTgt spid="1703">
                                            <p:txEl>
                                              <p:pRg st="8" end="8"/>
                                            </p:txEl>
                                          </p:spTgt>
                                        </p:tgtEl>
                                      </p:cBhvr>
                                    </p:animEffect>
                                    <p:anim calcmode="lin" valueType="num">
                                      <p:cBhvr>
                                        <p:cTn id="45" dur="1000" fill="hold"/>
                                        <p:tgtEl>
                                          <p:spTgt spid="1703">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1703">
                                            <p:txEl>
                                              <p:pRg st="8" end="8"/>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1703">
                                            <p:txEl>
                                              <p:pRg st="9" end="9"/>
                                            </p:txEl>
                                          </p:spTgt>
                                        </p:tgtEl>
                                        <p:attrNameLst>
                                          <p:attrName>style.visibility</p:attrName>
                                        </p:attrNameLst>
                                      </p:cBhvr>
                                      <p:to>
                                        <p:strVal val="visible"/>
                                      </p:to>
                                    </p:set>
                                    <p:animEffect transition="in" filter="fade">
                                      <p:cBhvr>
                                        <p:cTn id="49" dur="1000"/>
                                        <p:tgtEl>
                                          <p:spTgt spid="1703">
                                            <p:txEl>
                                              <p:pRg st="9" end="9"/>
                                            </p:txEl>
                                          </p:spTgt>
                                        </p:tgtEl>
                                      </p:cBhvr>
                                    </p:animEffect>
                                    <p:anim calcmode="lin" valueType="num">
                                      <p:cBhvr>
                                        <p:cTn id="50" dur="1000" fill="hold"/>
                                        <p:tgtEl>
                                          <p:spTgt spid="1703">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170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703">
                                            <p:txEl>
                                              <p:pRg st="11" end="11"/>
                                            </p:txEl>
                                          </p:spTgt>
                                        </p:tgtEl>
                                        <p:attrNameLst>
                                          <p:attrName>style.visibility</p:attrName>
                                        </p:attrNameLst>
                                      </p:cBhvr>
                                      <p:to>
                                        <p:strVal val="visible"/>
                                      </p:to>
                                    </p:set>
                                    <p:animEffect transition="in" filter="fade">
                                      <p:cBhvr>
                                        <p:cTn id="56" dur="1000"/>
                                        <p:tgtEl>
                                          <p:spTgt spid="1703">
                                            <p:txEl>
                                              <p:pRg st="11" end="11"/>
                                            </p:txEl>
                                          </p:spTgt>
                                        </p:tgtEl>
                                      </p:cBhvr>
                                    </p:animEffect>
                                    <p:anim calcmode="lin" valueType="num">
                                      <p:cBhvr>
                                        <p:cTn id="57" dur="1000" fill="hold"/>
                                        <p:tgtEl>
                                          <p:spTgt spid="1703">
                                            <p:txEl>
                                              <p:pRg st="11" end="11"/>
                                            </p:txEl>
                                          </p:spTgt>
                                        </p:tgtEl>
                                        <p:attrNameLst>
                                          <p:attrName>ppt_x</p:attrName>
                                        </p:attrNameLst>
                                      </p:cBhvr>
                                      <p:tavLst>
                                        <p:tav tm="0">
                                          <p:val>
                                            <p:strVal val="#ppt_x"/>
                                          </p:val>
                                        </p:tav>
                                        <p:tav tm="100000">
                                          <p:val>
                                            <p:strVal val="#ppt_x"/>
                                          </p:val>
                                        </p:tav>
                                      </p:tavLst>
                                    </p:anim>
                                    <p:anim calcmode="lin" valueType="num">
                                      <p:cBhvr>
                                        <p:cTn id="58" dur="1000" fill="hold"/>
                                        <p:tgtEl>
                                          <p:spTgt spid="1703">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46"/>
        <p:cNvGrpSpPr/>
        <p:nvPr/>
      </p:nvGrpSpPr>
      <p:grpSpPr>
        <a:xfrm>
          <a:off x="0" y="0"/>
          <a:ext cx="0" cy="0"/>
          <a:chOff x="0" y="0"/>
          <a:chExt cx="0" cy="0"/>
        </a:xfrm>
      </p:grpSpPr>
      <p:sp>
        <p:nvSpPr>
          <p:cNvPr id="1748" name="Google Shape;1748;p95"/>
          <p:cNvSpPr txBox="1"/>
          <p:nvPr/>
        </p:nvSpPr>
        <p:spPr>
          <a:xfrm>
            <a:off x="224979" y="788088"/>
            <a:ext cx="11806237"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While the system is saving the draft in the draft table we can use </a:t>
            </a:r>
            <a:r>
              <a:rPr lang="en-US" sz="1800" dirty="0" err="1">
                <a:solidFill>
                  <a:schemeClr val="dk1"/>
                </a:solidFill>
                <a:latin typeface="Calibri"/>
                <a:ea typeface="Calibri"/>
                <a:cs typeface="Calibri"/>
                <a:sym typeface="Calibri"/>
              </a:rPr>
              <a:t>prechecks</a:t>
            </a:r>
            <a:r>
              <a:rPr lang="en-US" sz="1800" dirty="0">
                <a:solidFill>
                  <a:schemeClr val="dk1"/>
                </a:solidFill>
                <a:latin typeface="Calibri"/>
                <a:ea typeface="Calibri"/>
                <a:cs typeface="Calibri"/>
                <a:sym typeface="Calibri"/>
              </a:rPr>
              <a:t> to make sure that checks/authorizations are checked in the system before data reaches to draft table. Unlike validations (while saving/updating data to main table) Prechecks will trigger before data reaches to transaction buffer.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They are very helpful when we even want to validate data of one control based on another control. Currently as a developer you need to take additional pain to clean the data when draft is activated. If you apply </a:t>
            </a:r>
            <a:r>
              <a:rPr lang="en-US" sz="1800" dirty="0" err="1">
                <a:solidFill>
                  <a:schemeClr val="dk1"/>
                </a:solidFill>
                <a:latin typeface="Calibri"/>
                <a:ea typeface="Calibri"/>
                <a:cs typeface="Calibri"/>
                <a:sym typeface="Calibri"/>
              </a:rPr>
              <a:t>precheck</a:t>
            </a:r>
            <a:r>
              <a:rPr lang="en-US" sz="1800" dirty="0">
                <a:solidFill>
                  <a:schemeClr val="dk1"/>
                </a:solidFill>
                <a:latin typeface="Calibri"/>
                <a:ea typeface="Calibri"/>
                <a:cs typeface="Calibri"/>
                <a:sym typeface="Calibri"/>
              </a:rPr>
              <a:t>, system ensures that only the clean data reaches to transaction buffer. </a:t>
            </a:r>
            <a:endParaRPr sz="1800" dirty="0">
              <a:solidFill>
                <a:schemeClr val="dk1"/>
              </a:solidFill>
              <a:latin typeface="Calibri"/>
              <a:ea typeface="Calibri"/>
              <a:cs typeface="Calibri"/>
              <a:sym typeface="Calibri"/>
            </a:endParaRPr>
          </a:p>
        </p:txBody>
      </p:sp>
      <p:sp>
        <p:nvSpPr>
          <p:cNvPr id="1749" name="Google Shape;1749;p95"/>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Prechecks </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
        <p:nvSpPr>
          <p:cNvPr id="2" name="Rectangle 1">
            <a:extLst>
              <a:ext uri="{FF2B5EF4-FFF2-40B4-BE49-F238E27FC236}">
                <a16:creationId xmlns:a16="http://schemas.microsoft.com/office/drawing/2014/main" id="{02C122D8-97E2-776D-73FA-F5544FEF72D7}"/>
              </a:ext>
            </a:extLst>
          </p:cNvPr>
          <p:cNvSpPr/>
          <p:nvPr/>
        </p:nvSpPr>
        <p:spPr>
          <a:xfrm>
            <a:off x="1601734" y="3111415"/>
            <a:ext cx="2859802" cy="515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Get The Country of Customer</a:t>
            </a:r>
          </a:p>
        </p:txBody>
      </p:sp>
      <p:sp>
        <p:nvSpPr>
          <p:cNvPr id="3" name="Rectangle 2">
            <a:extLst>
              <a:ext uri="{FF2B5EF4-FFF2-40B4-BE49-F238E27FC236}">
                <a16:creationId xmlns:a16="http://schemas.microsoft.com/office/drawing/2014/main" id="{EB738D1E-057A-2695-D719-41F10289D744}"/>
              </a:ext>
            </a:extLst>
          </p:cNvPr>
          <p:cNvSpPr/>
          <p:nvPr/>
        </p:nvSpPr>
        <p:spPr>
          <a:xfrm>
            <a:off x="7271219" y="3111415"/>
            <a:ext cx="2859802" cy="515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Get The Country of Agency</a:t>
            </a:r>
          </a:p>
        </p:txBody>
      </p:sp>
      <p:sp>
        <p:nvSpPr>
          <p:cNvPr id="4" name="Rectangle 3">
            <a:extLst>
              <a:ext uri="{FF2B5EF4-FFF2-40B4-BE49-F238E27FC236}">
                <a16:creationId xmlns:a16="http://schemas.microsoft.com/office/drawing/2014/main" id="{23FD5D8F-0061-6340-B92A-EB485C9232FE}"/>
              </a:ext>
            </a:extLst>
          </p:cNvPr>
          <p:cNvSpPr/>
          <p:nvPr/>
        </p:nvSpPr>
        <p:spPr>
          <a:xfrm>
            <a:off x="5474126" y="3215742"/>
            <a:ext cx="693471" cy="1043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84452FFD-B5D7-1C24-4E6A-18BECE018AFE}"/>
              </a:ext>
            </a:extLst>
          </p:cNvPr>
          <p:cNvSpPr/>
          <p:nvPr/>
        </p:nvSpPr>
        <p:spPr>
          <a:xfrm>
            <a:off x="5474125" y="3369165"/>
            <a:ext cx="693471" cy="1043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532166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55"/>
        <p:cNvGrpSpPr/>
        <p:nvPr/>
      </p:nvGrpSpPr>
      <p:grpSpPr>
        <a:xfrm>
          <a:off x="0" y="0"/>
          <a:ext cx="0" cy="0"/>
          <a:chOff x="0" y="0"/>
          <a:chExt cx="0" cy="0"/>
        </a:xfrm>
      </p:grpSpPr>
      <p:sp>
        <p:nvSpPr>
          <p:cNvPr id="1757" name="Google Shape;1757;p96"/>
          <p:cNvSpPr txBox="1"/>
          <p:nvPr/>
        </p:nvSpPr>
        <p:spPr>
          <a:xfrm>
            <a:off x="224979" y="788088"/>
            <a:ext cx="1180623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Before data reaches to transaction buffer, the augment code will be executed and here we can set some default data to the BO instance.</a:t>
            </a:r>
            <a:endParaRPr sz="1800">
              <a:solidFill>
                <a:schemeClr val="dk1"/>
              </a:solidFill>
              <a:latin typeface="Calibri"/>
              <a:ea typeface="Calibri"/>
              <a:cs typeface="Calibri"/>
              <a:sym typeface="Calibri"/>
            </a:endParaRPr>
          </a:p>
        </p:txBody>
      </p:sp>
      <p:sp>
        <p:nvSpPr>
          <p:cNvPr id="1758" name="Google Shape;1758;p96"/>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Augment</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extLst>
      <p:ext uri="{BB962C8B-B14F-4D97-AF65-F5344CB8AC3E}">
        <p14:creationId xmlns:p14="http://schemas.microsoft.com/office/powerpoint/2010/main" val="11976783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64"/>
        <p:cNvGrpSpPr/>
        <p:nvPr/>
      </p:nvGrpSpPr>
      <p:grpSpPr>
        <a:xfrm>
          <a:off x="0" y="0"/>
          <a:ext cx="0" cy="0"/>
          <a:chOff x="0" y="0"/>
          <a:chExt cx="0" cy="0"/>
        </a:xfrm>
      </p:grpSpPr>
      <p:sp>
        <p:nvSpPr>
          <p:cNvPr id="1766" name="Google Shape;1766;p97"/>
          <p:cNvSpPr txBox="1"/>
          <p:nvPr/>
        </p:nvSpPr>
        <p:spPr>
          <a:xfrm>
            <a:off x="224979" y="788088"/>
            <a:ext cx="11806237" cy="34163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There is a requirement to expose extra elements out of </a:t>
            </a:r>
            <a:r>
              <a:rPr lang="en-US" sz="1800" dirty="0" err="1">
                <a:solidFill>
                  <a:schemeClr val="dk1"/>
                </a:solidFill>
                <a:latin typeface="Calibri"/>
                <a:ea typeface="Calibri"/>
                <a:cs typeface="Calibri"/>
                <a:sym typeface="Calibri"/>
              </a:rPr>
              <a:t>cds</a:t>
            </a:r>
            <a:r>
              <a:rPr lang="en-US" sz="1800" dirty="0">
                <a:solidFill>
                  <a:schemeClr val="dk1"/>
                </a:solidFill>
                <a:latin typeface="Calibri"/>
                <a:ea typeface="Calibri"/>
                <a:cs typeface="Calibri"/>
                <a:sym typeface="Calibri"/>
              </a:rPr>
              <a:t> entities for which there is no data inside the database, basically these element values are calculated at runtime (on-fly). If you worked with SAP UI5 development, we have similar concept called formatter. We have a implementing class in which we will add our code for calculating the runtime data of virtual elements.</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Rules:</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We should only add them to projection view. Because if you add in main view, your draft table will disturb and your main table will never have these column.</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RAP does not support filtering and sorting of virtual elements, also the aggregation and group is not allowed</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We cannot select data from virtual elements using direct SELECT or EML</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We have to write implementation in a class for virtual element that class must use the interface </a:t>
            </a:r>
            <a:r>
              <a:rPr lang="en-US" sz="1800" dirty="0">
                <a:solidFill>
                  <a:srgbClr val="333333"/>
                </a:solidFill>
                <a:latin typeface="Arial"/>
                <a:ea typeface="Arial"/>
                <a:cs typeface="Arial"/>
                <a:sym typeface="Arial"/>
              </a:rPr>
              <a:t>IF_SADL_EXIT_CALC_ELEMENT_READ.</a:t>
            </a:r>
            <a:endParaRPr dirty="0"/>
          </a:p>
          <a:p>
            <a:pPr marL="285750" marR="0" lvl="0" indent="-171450" algn="l" rtl="0">
              <a:spcBef>
                <a:spcPts val="0"/>
              </a:spcBef>
              <a:spcAft>
                <a:spcPts val="0"/>
              </a:spcAft>
              <a:buClr>
                <a:schemeClr val="dk1"/>
              </a:buClr>
              <a:buSzPts val="1800"/>
              <a:buFont typeface="Arial"/>
              <a:buNone/>
            </a:pPr>
            <a:endParaRPr sz="1800" dirty="0">
              <a:solidFill>
                <a:schemeClr val="dk1"/>
              </a:solidFill>
              <a:latin typeface="Calibri"/>
              <a:ea typeface="Calibri"/>
              <a:cs typeface="Calibri"/>
              <a:sym typeface="Calibri"/>
            </a:endParaRPr>
          </a:p>
        </p:txBody>
      </p:sp>
      <p:sp>
        <p:nvSpPr>
          <p:cNvPr id="1767" name="Google Shape;1767;p97"/>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Virtual Elements</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1254B608-1366-EDF5-7611-CF806C718FAE}"/>
                  </a:ext>
                </a:extLst>
              </p14:cNvPr>
              <p14:cNvContentPartPr/>
              <p14:nvPr/>
            </p14:nvContentPartPr>
            <p14:xfrm>
              <a:off x="1128892" y="5240783"/>
              <a:ext cx="360" cy="360"/>
            </p14:xfrm>
          </p:contentPart>
        </mc:Choice>
        <mc:Fallback xmlns="">
          <p:pic>
            <p:nvPicPr>
              <p:cNvPr id="2" name="Ink 1">
                <a:extLst>
                  <a:ext uri="{FF2B5EF4-FFF2-40B4-BE49-F238E27FC236}">
                    <a16:creationId xmlns:a16="http://schemas.microsoft.com/office/drawing/2014/main" id="{1254B608-1366-EDF5-7611-CF806C718FAE}"/>
                  </a:ext>
                </a:extLst>
              </p:cNvPr>
              <p:cNvPicPr/>
              <p:nvPr/>
            </p:nvPicPr>
            <p:blipFill>
              <a:blip r:embed="rId5"/>
              <a:stretch>
                <a:fillRect/>
              </a:stretch>
            </p:blipFill>
            <p:spPr>
              <a:xfrm>
                <a:off x="1119892" y="5232143"/>
                <a:ext cx="18000" cy="18000"/>
              </a:xfrm>
              <a:prstGeom prst="rect">
                <a:avLst/>
              </a:prstGeom>
            </p:spPr>
          </p:pic>
        </mc:Fallback>
      </mc:AlternateContent>
    </p:spTree>
    <p:extLst>
      <p:ext uri="{BB962C8B-B14F-4D97-AF65-F5344CB8AC3E}">
        <p14:creationId xmlns:p14="http://schemas.microsoft.com/office/powerpoint/2010/main" val="21117875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25</a:t>
            </a: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2632</TotalTime>
  <Words>1197</Words>
  <Application>Microsoft Office PowerPoint</Application>
  <PresentationFormat>Custom</PresentationFormat>
  <Paragraphs>119</Paragraphs>
  <Slides>17</Slides>
  <Notes>13</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17</vt:i4>
      </vt:variant>
    </vt:vector>
  </HeadingPairs>
  <TitlesOfParts>
    <vt:vector size="31" baseType="lpstr">
      <vt:lpstr>Arial Black</vt:lpstr>
      <vt:lpstr>Consolas</vt:lpstr>
      <vt:lpstr>Open Sans</vt:lpstr>
      <vt:lpstr>Segoe UI</vt:lpstr>
      <vt:lpstr>Cambria</vt:lpstr>
      <vt:lpstr>Segoe UI Light</vt:lpstr>
      <vt:lpstr>Arial</vt:lpstr>
      <vt:lpstr>Calibri</vt:lpstr>
      <vt:lpstr>Quattrocento Sans</vt:lpstr>
      <vt:lpstr>Corben</vt:lpstr>
      <vt:lpstr>Cooper Black</vt:lpstr>
      <vt:lpstr>Office Theme</vt:lpstr>
      <vt:lpstr>2_Office Theme</vt:lpstr>
      <vt:lpstr>3_Office Theme</vt:lpstr>
      <vt:lpstr>SAP BTP ABAP  on Cloud / RAP  Training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102</cp:revision>
  <dcterms:created xsi:type="dcterms:W3CDTF">2023-10-03T21:33:12Z</dcterms:created>
  <dcterms:modified xsi:type="dcterms:W3CDTF">2026-02-23T07:53:32Z</dcterms:modified>
</cp:coreProperties>
</file>