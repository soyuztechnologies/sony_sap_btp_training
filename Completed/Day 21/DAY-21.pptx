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notesSlides/notesSlide4.xml" ContentType="application/vnd.openxmlformats-officedocument.presentationml.notesSlide+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7"/>
  </p:notesMasterIdLst>
  <p:sldIdLst>
    <p:sldId id="256" r:id="rId4"/>
    <p:sldId id="402" r:id="rId5"/>
    <p:sldId id="276" r:id="rId6"/>
    <p:sldId id="427" r:id="rId7"/>
    <p:sldId id="1211" r:id="rId8"/>
    <p:sldId id="1210" r:id="rId9"/>
    <p:sldId id="1212" r:id="rId10"/>
    <p:sldId id="315" r:id="rId11"/>
    <p:sldId id="316" r:id="rId12"/>
    <p:sldId id="317" r:id="rId13"/>
    <p:sldId id="318" r:id="rId14"/>
    <p:sldId id="419" r:id="rId15"/>
    <p:sldId id="409" r:id="rId16"/>
  </p:sldIdLst>
  <p:sldSz cx="12188825" cy="6858000"/>
  <p:notesSz cx="6858000" cy="9144000"/>
  <p:embeddedFontLst>
    <p:embeddedFont>
      <p:font typeface="Arial Black" panose="020B0A04020102020204" pitchFamily="34" charset="0"/>
      <p:regular r:id="rId18"/>
      <p:bold r:id="rId19"/>
    </p:embeddedFont>
    <p:embeddedFont>
      <p:font typeface="Cambria" panose="02040503050406030204" pitchFamily="18" charset="0"/>
      <p:regular r:id="rId20"/>
      <p:bold r:id="rId21"/>
      <p:italic r:id="rId22"/>
      <p:boldItalic r:id="rId23"/>
    </p:embeddedFont>
    <p:embeddedFont>
      <p:font typeface="Cooper Black" panose="0208090404030B020404" pitchFamily="18" charset="0"/>
      <p:regular r:id="rId24"/>
    </p:embeddedFont>
    <p:embeddedFont>
      <p:font typeface="Corben" panose="020B0604020202020204" charset="0"/>
      <p:bold r:id="rId25"/>
    </p:embeddedFont>
    <p:embeddedFont>
      <p:font typeface="Open Sans" panose="020B0606030504020204" pitchFamily="34" charset="0"/>
      <p:regular r:id="rId26"/>
      <p:bold r:id="rId27"/>
      <p:italic r:id="rId28"/>
      <p:boldItalic r:id="rId29"/>
    </p:embeddedFont>
    <p:embeddedFont>
      <p:font typeface="Quattrocento Sans" panose="020B0502050000020003" pitchFamily="34" charset="0"/>
      <p:regular r:id="rId30"/>
      <p:bold r:id="rId31"/>
      <p:italic r:id="rId32"/>
      <p:boldItalic r:id="rId33"/>
    </p:embeddedFont>
    <p:embeddedFont>
      <p:font typeface="Segoe UI" panose="020B0502040204020203" pitchFamily="34" charset="0"/>
      <p:regular r:id="rId34"/>
      <p:bold r:id="rId35"/>
      <p:italic r:id="rId36"/>
      <p:boldItalic r:id="rId37"/>
    </p:embeddedFont>
    <p:embeddedFont>
      <p:font typeface="Segoe UI Light" panose="020B0502040204020203" pitchFamily="34" charset="0"/>
      <p:regular r:id="rId38"/>
      <p: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3T07:17:13.387"/>
    </inkml:context>
    <inkml:brush xml:id="br0">
      <inkml:brushProperty name="width" value="0.05" units="cm"/>
      <inkml:brushProperty name="height" value="0.05" units="cm"/>
    </inkml:brush>
  </inkml:definitions>
  <inkml:trace contextRef="#ctx0" brushRef="#br0">0 1 24575,'3'0'0,"4"0"0,3 0 0,1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2.185"/>
    </inkml:context>
    <inkml:brush xml:id="br0">
      <inkml:brushProperty name="width" value="0.05" units="cm"/>
      <inkml:brushProperty name="height" value="0.05" units="cm"/>
    </inkml:brush>
  </inkml:definitions>
  <inkml:trace contextRef="#ctx0" brushRef="#br0">271 288 24575,'7'-27'0,"-6"25"0,0 0 0,0 0 0,0 0 0,0-1 0,-1 1 0,1 0 0,-1 0 0,1 0 0,-1-1 0,0 1 0,0 0 0,0 0 0,0 0 0,0-1 0,-1-2 0,1 4 0,0 1 0,-1 0 0,1 0 0,0 0 0,0 0 0,0-1 0,0 1 0,0 0 0,0 0 0,-1 0 0,1 0 0,0-1 0,0 1 0,0 0 0,-1 0 0,1 0 0,0 0 0,0 0 0,0 0 0,-1 0 0,1 0 0,0 0 0,0-1 0,0 1 0,-1 0 0,1 0 0,0 0 0,0 0 0,0 0 0,-1 0 0,1 1 0,0-1 0,0 0 0,-1 0 0,1 0 0,0 0 0,-10 7 0,-8 15 0,17-20 0,-35 49 0,3 1 0,2 2 0,2 1 0,-33 90 0,49-108 0,2 1 0,1 0 0,2 1 0,2 0 0,1 0 0,2 0 0,2 1 0,5 50 0,-2-70 0,1 0 0,1 0 0,1 0 0,1-1 0,1 0 0,0 0 0,1-1 0,1 0 0,1 0 0,1-1 0,0 0 0,1-1 0,1 0 0,0-1 0,1 0 0,1-1 0,0-1 0,1 0 0,0-1 0,27 14 0,3-2 0,2-2 0,0-2 0,1-2 0,93 20 0,-52-21 0,173 10 0,-226-26 0,0-1 0,1-1 0,-1-3 0,0-1 0,51-13 0,-71 13 0,-1 0 0,0-1 0,0-1 0,-1 0 0,0-1 0,0-1 0,0 0 0,-1-1 0,-1-1 0,0 0 0,0 0 0,-1-2 0,-1 1 0,11-16 0,-7 3 0,-1 0 0,-1-1 0,-1-1 0,-2 0 0,0-1 0,-2 1 0,-1-2 0,4-33 0,0-35 0,-2-102 0,-8 54 0,-35-269 0,31 392 0,0 1 0,-2 0 0,-1 0 0,0 1 0,-10-21 0,14 35 0,-1 1 0,0 0 0,0 0 0,0 0 0,-1 1 0,1-1 0,-1 1 0,0 0 0,-1 0 0,1 0 0,-1 0 0,1 1 0,-1 0 0,0 0 0,0 0 0,-1 1 0,1-1 0,0 1 0,-1 1 0,0-1 0,1 1 0,-1 0 0,-9-1 0,-7 3 0,0 1 0,0 0 0,0 2 0,0 1 0,-41 15 0,21-8 0,1 1-1365,6-2-5461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2.589"/>
    </inkml:context>
    <inkml:brush xml:id="br0">
      <inkml:brushProperty name="width" value="0.05" units="cm"/>
      <inkml:brushProperty name="height" value="0.05" units="cm"/>
    </inkml:brush>
  </inkml:definitions>
  <inkml:trace contextRef="#ctx0" brushRef="#br0">0 57 24575,'11'3'0,"0"-1"0,-1 0 0,1 0 0,22-1 0,-12 0 0,629-15-1397,-496 5 1249,128-7 255,228-11 159,-466 26-266,-33 2 146,-11 0 1,-14 3-1610,-12 1-4386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4.001"/>
    </inkml:context>
    <inkml:brush xml:id="br0">
      <inkml:brushProperty name="width" value="0.05" units="cm"/>
      <inkml:brushProperty name="height" value="0.05" units="cm"/>
    </inkml:brush>
  </inkml:definitions>
  <inkml:trace contextRef="#ctx0" brushRef="#br0">1 1 24575,'-1'7'0,"1"-2"0,9-1 0,14 5 0,0 1 0,31 19 0,-38-19 0,1 0 0,1-2 0,-1 0 0,1-1 0,28 7 0,-25-11 43,-1-1 0,0 0-1,1-2 1,0 0 0,-1-1-1,0-1 1,33-8 0,-28 3-328,-1 0 1,0-2-1,0 0 1,-1-2-1,38-22 1,-37 16-6542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4.218"/>
    </inkml:context>
    <inkml:brush xml:id="br0">
      <inkml:brushProperty name="width" value="0.05" units="cm"/>
      <inkml:brushProperty name="height" value="0.05" units="cm"/>
    </inkml:brush>
  </inkml:definitions>
  <inkml:trace contextRef="#ctx0" brushRef="#br0">16 4 24575,'-3'0'0,"-4"0"0,2-3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4.388"/>
    </inkml:context>
    <inkml:brush xml:id="br0">
      <inkml:brushProperty name="width" value="0.05" units="cm"/>
      <inkml:brushProperty name="height" value="0.05" units="cm"/>
    </inkml:brush>
  </inkml:definitions>
  <inkml:trace contextRef="#ctx0" brushRef="#br0">1 1 24575,'0'3'0,"3"1"0,4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5.335"/>
    </inkml:context>
    <inkml:brush xml:id="br0">
      <inkml:brushProperty name="width" value="0.05" units="cm"/>
      <inkml:brushProperty name="height" value="0.05" units="cm"/>
    </inkml:brush>
  </inkml:definitions>
  <inkml:trace contextRef="#ctx0" brushRef="#br0">843 256 24575,'1'-14'0,"0"0"0,6-23 0,-4 24 0,-1 0 0,0-1 0,0-15 0,-2 24 0,0 0 0,-1 0 0,1 0 0,-1 1 0,0-1 0,0 0 0,-1 1 0,1-1 0,-1 0 0,0 1 0,-1 0 0,1-1 0,-1 1 0,1 0 0,-1 0 0,-7-6 0,5 6 0,0 0 0,0 1 0,-1-1 0,1 1 0,-1 0 0,0 0 0,0 1 0,0-1 0,0 1 0,-1 1 0,1-1 0,-9 0 0,-5 1 0,0 0 0,0 1 0,0 1 0,0 1 0,1 1 0,-1 0 0,-25 9 0,-5 4 0,-74 35 0,94-37 0,-34 22 0,55-31 0,1 1 0,0 0 0,1 0 0,-1 0 0,1 1 0,0 0 0,1 1 0,-9 13 0,13-19 0,1 1 0,0-1 0,0 1 0,0-1 0,0 1 0,1-1 0,-1 1 0,1-1 0,-1 1 0,1 0 0,0-1 0,0 1 0,0 0 0,0-1 0,1 1 0,-1-1 0,1 1 0,-1 0 0,1-1 0,0 1 0,0-1 0,0 0 0,1 1 0,-1-1 0,0 0 0,1 0 0,2 3 0,2 3 0,2-1 0,-1 0 0,1 0 0,0-1 0,16 10 0,13 5 0,1-1 0,48 18 0,85 21 0,-89-32 0,83 38 0,-158-62 0,0 1 0,-1-1 0,1 1 0,-1 1 0,0-1 0,9 9 0,-15-12 0,1 0 0,0-1 0,-1 1 0,1 0 0,0 0 0,-1 0 0,1 0 0,-1 0 0,0 0 0,1 0 0,-1 0 0,0 0 0,1 0 0,-1 0 0,0 0 0,0 0 0,0 0 0,0 0 0,0 0 0,0 2 0,-1-1 0,0-1 0,0 1 0,0-1 0,0 1 0,0-1 0,0 1 0,0-1 0,0 0 0,-1 0 0,1 0 0,0 0 0,-1 1 0,1-2 0,-1 1 0,1 0 0,-1 0 0,-1 0 0,-14 6 0,0 0 0,0-1 0,0-2 0,-36 7 0,-78 1 0,112-11 0,-278 5 342,254-8-684,0-2 1,1-2 0,0-1-1,-80-26 1,83 17-6485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5.585"/>
    </inkml:context>
    <inkml:brush xml:id="br0">
      <inkml:brushProperty name="width" value="0.05" units="cm"/>
      <inkml:brushProperty name="height" value="0.05" units="cm"/>
    </inkml:brush>
  </inkml:definitions>
  <inkml:trace contextRef="#ctx0" brushRef="#br0">92 111 24575,'-1'-4'0,"0"-1"0,0 1 0,-1 0 0,0 0 0,0 1 0,0-1 0,0 0 0,-1 1 0,-3-6 0,-1 0 0,3 2 0,-1 0 0,0 0 0,0 1 0,-1-1 0,0 1 0,0 1 0,-7-6 0,12 11 0,1 0 0,0-1 0,0 1 0,0 0 0,-1 0 0,1 0 0,0 0 0,0 0 0,0 0 0,-1 0 0,1 0 0,0 0 0,0 0 0,0 0 0,-1-1 0,1 1 0,0 0 0,0 0 0,-1 1 0,1-1 0,0 0 0,0 0 0,0 0 0,-1 0 0,1 0 0,0 0 0,0 0 0,0 0 0,-1 0 0,1 0 0,0 1 0,0-1 0,0 0 0,-1 0 0,1 0 0,0 0 0,0 0 0,0 1 0,0-1 0,0 0 0,0 0 0,-1 0 0,1 1 0,0-1 0,0 0 0,0 0 0,0 0 0,0 1 0,0-1 0,0 0 0,0 0 0,0 1 0,0-1 0,0 0 0,0 0 0,0 0 0,0 1 0,1 17 0,0-14 0,9 106 0,-5 1 0,-10 130 0,-2-174-1365,-1-10-5461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6.086"/>
    </inkml:context>
    <inkml:brush xml:id="br0">
      <inkml:brushProperty name="width" value="0.05" units="cm"/>
      <inkml:brushProperty name="height" value="0.05" units="cm"/>
    </inkml:brush>
  </inkml:definitions>
  <inkml:trace contextRef="#ctx0" brushRef="#br0">11 289 24575,'-5'-15'0,"4"14"0,1 0 0,-1 0 0,0 0 0,1-1 0,-1 1 0,1 0 0,0 0 0,-1 0 0,1 0 0,0 0 0,0-1 0,0 1 0,-1 0 0,1 0 0,0 0 0,1-1 0,-1 1 0,0-1 0,2-2 0,-1 1 0,1 0 0,-1 0 0,1 0 0,0 0 0,1 0 0,-1 0 0,0 1 0,1-1 0,-1 1 0,1-1 0,0 1 0,0 0 0,0 0 0,0 0 0,6-2 0,6-3 0,1 1 0,18-5 0,-29 10 0,62-16 0,103-12 0,-56 12 0,-104 15 0,1-1 0,0 0 0,-1 0 0,19-9 0,-27 11 0,0 0 0,-1 0 0,1 0 0,0 0 0,-1 0 0,1-1 0,-1 1 0,0 0 0,1-1 0,-1 1 0,0-1 0,0 1 0,0-1 0,0 0 0,1-2 0,-2 3 0,0-1 0,0 1 0,0-1 0,0 1 0,0-1 0,0 1 0,0 0 0,0-1 0,-1 1 0,1-1 0,-1 1 0,1-1 0,-1 1 0,1 0 0,-1-1 0,0 1 0,0 0 0,1 0 0,-1 0 0,0-1 0,0 1 0,0 0 0,-2-1 0,-1-2 0,-1 1 0,1-1 0,-1 1 0,0 0 0,0 0 0,0 1 0,0-1 0,0 1 0,0 0 0,-1 1 0,1-1 0,-1 1 0,0 0 0,1 0 0,-1 1 0,0 0 0,1 0 0,-1 0 0,0 0 0,1 1 0,-1 0 0,0 0 0,1 1 0,0 0 0,-1 0 0,1 0 0,0 0 0,0 1 0,0 0 0,0 0 0,0 0 0,1 1 0,0 0 0,-1-1 0,1 1 0,1 1 0,-1-1 0,0 1 0,-4 8 0,1 1 0,1 0 0,0 0 0,1 0 0,0 1 0,1 0 0,1 0 0,1 0 0,0 1 0,0 25 0,2-21 0,1 1 0,1-1 0,1 1 0,1-1 0,1 0 0,12 35 0,-14-48 0,1 1 0,-1-1 0,1 0 0,1 0 0,-1 0 0,1 0 0,0-1 0,1 0 0,-1 0 0,1 0 0,0-1 0,14 10 0,-14-12 0,0 0 0,-1-1 0,2 1 0,-1-1 0,0-1 0,0 1 0,1-1 0,-1 0 0,0 0 0,1-1 0,-1 0 0,1 0 0,-1 0 0,1-1 0,-1 0 0,13-4 0,-5 0 0,-1 0 0,1-1 0,-1 0 0,0-2 0,0 1 0,-1-2 0,0 1 0,-1-2 0,0 1 0,0-2 0,-1 1 0,0-1 0,-1-1 0,0 0 0,7-14 0,-3 4 0,-1-2 0,-1 1 0,-1-2 0,-1 1 0,-1-1 0,-1 0 0,5-44 0,-11 66 8,1-42 324,-2 43-398,0 1 0,0-1 1,0 1-1,0-1 1,0 1-1,0-1 1,-1 1-1,1 0 0,-1-1 1,1 1-1,-1-1 1,1 1-1,-1 0 1,0 0-1,0-1 1,1 1-1,-1 0 0,0 0 1,0 0-1,0 0 1,0 0-1,0 0 1,-1 0-1,1 0 1,-2-1-1,-6 2-6760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6.845"/>
    </inkml:context>
    <inkml:brush xml:id="br0">
      <inkml:brushProperty name="width" value="0.05" units="cm"/>
      <inkml:brushProperty name="height" value="0.05" units="cm"/>
    </inkml:brush>
  </inkml:definitions>
  <inkml:trace contextRef="#ctx0" brushRef="#br0">346 432 24575,'0'-12'0,"-1"0"0,0 0 0,0 1 0,-1-1 0,-1 0 0,0 1 0,-1-1 0,0 1 0,-7-14 0,9 21 0,0 1 0,0-1 0,0 1 0,-1 0 0,1 0 0,-1 0 0,0 0 0,0 0 0,0 1 0,0-1 0,0 1 0,0 0 0,-1 0 0,1 0 0,-1 0 0,1 1 0,-1 0 0,0-1 0,1 1 0,-1 0 0,0 1 0,0-1 0,0 1 0,0 0 0,0-1 0,0 2 0,0-1 0,1 0 0,-1 1 0,0 0 0,-5 1 0,-2 2 0,1 0 0,-1 1 0,1 0 0,0 0 0,1 1 0,-1 1 0,1-1 0,1 1 0,-1 1 0,1 0 0,0 0 0,-11 16 0,9-11 0,1 1 0,1 0 0,0 1 0,0 0 0,2 0 0,0 1 0,1-1 0,-4 18 0,8-26 0,0-1 0,0 0 0,0 1 0,1-1 0,0 1 0,0-1 0,1 0 0,0 1 0,0-1 0,0 0 0,1 1 0,0-1 0,0 0 0,1 0 0,0 0 0,0-1 0,7 11 0,-7-12 0,1 0 0,0 0 0,0 0 0,0-1 0,1 1 0,-1-1 0,1 0 0,0 0 0,0-1 0,0 1 0,0-1 0,0 0 0,0-1 0,1 1 0,-1-1 0,1 0 0,-1 0 0,1-1 0,-1 0 0,10 0 0,-5-1 0,0 0 0,0-1 0,0 0 0,-1 0 0,1-1 0,-1 0 0,1-1 0,-1 0 0,0 0 0,-1-1 0,14-10 0,-11 6 0,0 0 0,-1-1 0,0 0 0,-1-1 0,0 0 0,-1-1 0,9-16 0,1-8 0,-2 0 0,-2-1 0,-2 0 0,15-74 0,-8 3 0,12-49 0,-29 155 0,-2 13 0,-3 20 0,-28 377-1365,30-348-5461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7.046"/>
    </inkml:context>
    <inkml:brush xml:id="br0">
      <inkml:brushProperty name="width" value="0.05" units="cm"/>
      <inkml:brushProperty name="height" value="0.05" units="cm"/>
    </inkml:brush>
  </inkml:definitions>
  <inkml:trace contextRef="#ctx0" brushRef="#br0">47 15 24575,'0'-3'0,"-3"-1"0,-5 0 0,-3 0 0,0 5 0,1 5 0,6 1 0,4 3 0,5 0 0,4 1 0,5-2 0,5-1 0,3-3 0,1-5 0,-3-6 0,-3-5 0,-3 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7.185"/>
    </inkml:context>
    <inkml:brush xml:id="br0">
      <inkml:brushProperty name="width" value="0.05" units="cm"/>
      <inkml:brushProperty name="height" value="0.05" units="cm"/>
    </inkml:brush>
  </inkml:definitions>
  <inkml:trace contextRef="#ctx0" brushRef="#br0">256 177 24575,'0'-10'0,"-1"1"0,-1-1 0,0 1 0,0 0 0,-1-1 0,0 1 0,0 1 0,-1-1 0,-1 0 0,1 1 0,-1 0 0,0 0 0,-1 0 0,0 1 0,0 0 0,-1 0 0,0 0 0,-10-7 0,14 13 0,1-1 0,0 1 0,-1 0 0,1 0 0,-1 0 0,1 0 0,-1 0 0,0 1 0,1-1 0,-1 1 0,0 0 0,1 0 0,-1-1 0,0 2 0,1-1 0,-1 0 0,-5 2 0,4-1 0,1 1 0,-1 0 0,0 0 0,1 0 0,0 0 0,0 0 0,-1 1 0,1-1 0,1 1 0,-1 0 0,-3 3 0,-1 5 0,-1 0 0,1 1 0,1-1 0,0 2 0,1-1 0,-5 16 0,3-6 69,2 0-1,1 0 0,0 0 0,0 40 1,4-46-283,0 0 1,2 0 0,0 0-1,0 0 1,2 0 0,0 0-1,8 19 1,4-2-6613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7.712"/>
    </inkml:context>
    <inkml:brush xml:id="br0">
      <inkml:brushProperty name="width" value="0.05" units="cm"/>
      <inkml:brushProperty name="height" value="0.05" units="cm"/>
    </inkml:brush>
  </inkml:definitions>
  <inkml:trace contextRef="#ctx0" brushRef="#br0">37 342 24575,'1'-27'0,"-1"12"0,-1 33 0,-34 348 0,34-359 0,1 0 0,0 0 0,0 0 0,2 10 0,-2-17 0,0 0 0,0 1 0,0-1 0,0 0 0,0 1 0,0-1 0,0 0 0,1 0 0,-1 0 0,0 1 0,0-1 0,0 0 0,0 0 0,0 1 0,0-1 0,1 0 0,-1 0 0,0 0 0,0 1 0,0-1 0,0 0 0,1 0 0,-1 0 0,0 0 0,0 1 0,0-1 0,1 0 0,-1 0 0,0 0 0,0 0 0,1 0 0,-1 0 0,0 0 0,0 0 0,1 0 0,-1 0 0,0 0 0,0 0 0,1 0 0,-1 0 0,0 0 0,0 0 0,1 0 0,-1 0 0,0 0 0,0 0 0,1 0 0,-1 0 0,0 0 0,0-1 0,0 1 0,1 0 0,-1 0 0,0 0 0,0 0 0,0-1 0,1 1 0,-1 0 0,0 0 0,0 0 0,0-1 0,0 1 0,0 0 0,1-1 0,9-14 0,5-17 0,-2-1 0,18-66 0,-4 9 0,-20 70 0,19-49 0,-24 64 0,0 0 0,1 1 0,-1-1 0,1 1 0,0 0 0,0 0 0,1 0 0,-1 1 0,1-1 0,0 1 0,4-4 0,-8 7 0,1-1 0,0 1 0,0 0 0,-1-1 0,1 1 0,0 0 0,0 0 0,-1-1 0,1 1 0,0 0 0,0 0 0,0 0 0,-1 0 0,1 0 0,0 0 0,0 0 0,0 0 0,-1 0 0,1 1 0,0-1 0,0 0 0,-1 0 0,1 1 0,1 0 0,0 0 0,-1 0 0,1 1 0,-1-1 0,1 1 0,-1-1 0,0 1 0,0 0 0,1-1 0,0 4 0,2 5 0,0-1 0,-1 1 0,3 10 0,-5-18 0,25 134 0,11 34 0,-36-165 0,1 0 0,-1 0 0,1-1 0,1 1 0,-1-1 0,4 5 0,-6-8 0,1 0 0,0 0 0,-1 0 0,1 0 0,0 0 0,0-1 0,0 1 0,0 0 0,0-1 0,0 1 0,0 0 0,0-1 0,0 0 0,0 1 0,0-1 0,0 1 0,0-1 0,1 0 0,-1 0 0,0 0 0,0 0 0,0 0 0,0 0 0,0 0 0,1 0 0,-1 0 0,0 0 0,0-1 0,0 1 0,0 0 0,2-2 0,2-1 0,1 0 0,-1 0 0,0-1 0,-1 0 0,1 0 0,-1 0 0,1 0 0,-1-1 0,0 0 0,4-6 0,5-10 0,12-26 0,-24 45 0,32-68 0,-2-1 0,-4-1 0,-3-1 0,-3-1 0,19-130 0,-39 197 0,1-22 0,-2 28 0,0 0 0,1 0 0,-1 0 0,-1 0 0,1 0 0,0-1 0,0 1 0,0 0 0,0 0 0,-1 0 0,1 0 0,-1 0 0,1 0 0,0 0 0,-1 1 0,0-1 0,1 0 0,-1 0 0,0-1 0,0 2 0,0 0 0,1 0 0,-1 0 0,0 0 0,1 0 0,-1 0 0,0 0 0,1 0 0,-1 1 0,0-1 0,1 0 0,-1 0 0,0 1 0,1-1 0,-1 0 0,1 1 0,-1-1 0,0 0 0,1 1 0,-1-1 0,1 1 0,-1-1 0,1 1 0,0-1 0,-1 1 0,1-1 0,-1 1 0,1 0 0,-1 0 0,-13 23 0,14-23 0,-12 24 0,2 1 0,0 0 0,2 0 0,1 1 0,-6 41 0,7-20 0,3 0 0,2 66 0,5-64-682,21 96-1,-14-100-6143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7.852"/>
    </inkml:context>
    <inkml:brush xml:id="br0">
      <inkml:brushProperty name="width" value="0.05" units="cm"/>
      <inkml:brushProperty name="height" value="0.05" units="cm"/>
    </inkml:brush>
  </inkml:definitions>
  <inkml:trace contextRef="#ctx0" brushRef="#br0">15 157 24575,'-3'-6'0,"-1"-8"0,0-6 0,1-1 0,3-2 0,6 2 0,8 3 0,7 5 0,10 1 0,0 4-8191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8.056"/>
    </inkml:context>
    <inkml:brush xml:id="br0">
      <inkml:brushProperty name="width" value="0.05" units="cm"/>
      <inkml:brushProperty name="height" value="0.05" units="cm"/>
    </inkml:brush>
  </inkml:definitions>
  <inkml:trace contextRef="#ctx0" brushRef="#br0">399 92 24575,'-28'-50'0,"25"46"0,0 0 0,-1 0 0,1 0 0,-1 0 0,0 0 0,0 0 0,0 1 0,-6-4 0,9 6 0,0 1 0,-1-1 0,1 1 0,0 0 0,0-1 0,0 1 0,0 0 0,0 0 0,0 0 0,0 0 0,-1 0 0,1 0 0,0 0 0,0 0 0,0 0 0,0 1 0,0-1 0,0 0 0,-1 1 0,1-1 0,0 1 0,0-1 0,0 1 0,1 0 0,-1-1 0,0 1 0,0 0 0,0 0 0,0-1 0,1 1 0,-1 0 0,0 0 0,0 0 0,1 0 0,-1 1 0,-3 5 0,0 1 0,0-1 0,-5 15 0,7-14 0,-114 343 0,44-120 0,11-50-1365,38-111-5461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8.692"/>
    </inkml:context>
    <inkml:brush xml:id="br0">
      <inkml:brushProperty name="width" value="0.05" units="cm"/>
      <inkml:brushProperty name="height" value="0.05" units="cm"/>
    </inkml:brush>
  </inkml:definitions>
  <inkml:trace contextRef="#ctx0" brushRef="#br0">41 278 24575,'0'-15'0,"1"-19"0,-1 32 0,0 1 0,0-1 0,0 0 0,-1 1 0,1-1 0,-1 1 0,1-1 0,-1 0 0,1 1 0,-1-1 0,0 1 0,1-1 0,-1 1 0,-1-2 0,1 4 0,0-1 0,0 1 0,1-1 0,-1 1 0,0-1 0,1 1 0,-1 0 0,1-1 0,-1 1 0,1 0 0,-1 0 0,1-1 0,-1 1 0,1 0 0,0 0 0,-1 0 0,1 0 0,0 0 0,0 0 0,-5 16 0,0 1 0,2-1 0,0 1 0,0 17 0,1 76 0,2-64 0,-1 7 0,-1-18 0,2 0 0,2 0 0,11 71 0,-13-107 0,0 0 0,1 0 0,-1 0 0,0 0 0,0-1 0,0 1 0,0 0 0,0 0 0,0 0 0,0 0 0,0 0 0,0 0 0,0 0 0,0 0 0,0 0 0,0 0 0,0 0 0,1 0 0,-1 0 0,0 0 0,0 0 0,0 0 0,0 0 0,0 0 0,0 0 0,0 0 0,0 0 0,0 0 0,0 0 0,0 0 0,0 0 0,1 0 0,-1 0 0,0 0 0,0 0 0,0 0 0,0 0 0,0 0 0,0 1 0,0-1 0,0 0 0,0 0 0,0 0 0,3-16 0,0-22 0,1-28 0,4 0 0,28-119 0,-26 148 0,2 1 0,1 0 0,2 0 0,1 2 0,2 0 0,30-42 0,-40 65 0,0 1 0,1 0 0,0 0 0,1 1 0,0 0 0,11-7 0,-17 14 0,-1 0 0,0 0 0,1 0 0,-1 1 0,1-1 0,0 1 0,0 0 0,-1 0 0,1 1 0,0-1 0,4 0 0,-6 1 0,1 1 0,-1-1 0,1 1 0,-1-1 0,1 1 0,-1 0 0,0-1 0,1 1 0,-1 1 0,0-1 0,0 0 0,0 0 0,0 1 0,0-1 0,0 1 0,0 0 0,0 0 0,2 3 0,0 0 0,-1 1 0,0-1 0,0 1 0,-1 0 0,0-1 0,0 1 0,0 0 0,0 0 0,-1 1 0,0-1 0,-1 0 0,1 0 0,-2 12 0,0-1 0,0 1 0,-2-1 0,-8 30 0,7-34 0,-1 0 0,0 1 0,-1-2 0,-1 1 0,0-1 0,0 0 0,-1-1 0,-1 1 0,0-2 0,0 1 0,-13 10 0,19-19 0,-15 17 0,18-19 0,-1 1 0,1-1 0,0 1 0,0-1 0,0 0 0,0 1 0,0-1 0,0 1 0,0-1 0,0 1 0,-1-1 0,1 0 0,1 1 0,-1-1 0,0 1 0,0-1 0,0 1 0,0-1 0,0 0 0,0 1 0,0-1 0,1 1 0,-1-1 0,0 0 0,0 1 0,0-1 0,1 0 0,-1 1 0,0-1 0,1 0 0,-1 1 0,0-1 0,1 0 0,-1 0 0,0 1 0,1-1 0,-1 0 0,0 0 0,1 0 0,-1 1 0,1-1 0,-1 0 0,1 0 0,-1 0 0,0 0 0,1 0 0,-1 0 0,1 0 0,-1 0 0,1 0 0,0 0 0,15 2 0,30 2 0,-34-4 0,1 1 0,0 0 0,0 1 0,12 3 0,-21-3 0,0-1 0,0 1 0,0 0 0,0 0 0,0 0 0,-1 0 0,1 1 0,-1 0 0,0-1 0,1 1 0,-1 0 0,0 1 0,-1-1 0,1 0 0,0 1 0,1 4 0,-1-4 0,-1 1 0,0 0 0,0 0 0,0 0 0,-1 1 0,0-1 0,0 0 0,0 0 0,-1 1 0,1-1 0,-1 0 0,-1 11 0,-1-8 0,0 1 0,0-1 0,0 0 0,-1 0 0,0 0 0,-1 0 0,-7 12 0,4-10 0,0 1 0,-1-1 0,0 0 0,-1 0 0,0-1 0,-1 0 0,0-1 0,0 0 0,-1 0 0,-19 9 0,20-12 38,0-1 0,0-1 0,0 1 0,-1-2 0,1 1 0,-1-2 0,1 1 0,-16-1 0,21-1-120,0 0 1,0-1 0,1 1 0,-1-1-1,0 0 1,0 0 0,1-1-1,-1 1 1,1-1 0,-1 0 0,1-1-1,0 1 1,0-1 0,0 1 0,0-1-1,0 0 1,1-1 0,-1 1 0,1-1-1,-4-5 1,-7-14-6745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9.332"/>
    </inkml:context>
    <inkml:brush xml:id="br0">
      <inkml:brushProperty name="width" value="0.05" units="cm"/>
      <inkml:brushProperty name="height" value="0.05" units="cm"/>
    </inkml:brush>
  </inkml:definitions>
  <inkml:trace contextRef="#ctx0" brushRef="#br0">1 181 24575,'0'418'0,"0"-469"0,3 0 0,2 0 0,2 0 0,2 1 0,2 0 0,3 1 0,35-85 0,-41 118 0,0-1 0,15-20 0,-21 34 0,0 0 0,0 0 0,1 0 0,-1 0 0,1 0 0,-1 1 0,1-1 0,0 1 0,0 0 0,0 0 0,0 0 0,1 0 0,-1 0 0,0 1 0,1-1 0,-1 1 0,1 0 0,5-1 0,-7 2 0,-1 0 0,1 1 0,-1-1 0,1 0 0,0 1 0,-1-1 0,1 1 0,-1 0 0,1-1 0,-1 1 0,0 0 0,1 0 0,-1 0 0,0 0 0,0 0 0,1 0 0,-1 0 0,0 0 0,0 1 0,0-1 0,0 0 0,-1 1 0,1-1 0,0 1 0,0-1 0,-1 1 0,1 1 0,2 6 0,0 0 0,-1 1 0,2 13 0,-3-13 0,6 52 0,-2 114 0,-3-28 0,-2-146 0,-1-1 0,1 1 0,1-1 0,-1 1 0,0-1 0,0 0 0,0 1 0,1-1 0,-1 0 0,1 1 0,-1-1 0,1 0 0,0 1 0,-1-1 0,1 0 0,1 2 0,-1-3 0,-1 1 0,1-1 0,-1 0 0,1 0 0,-1 0 0,1 0 0,0 0 0,-1 0 0,1 0 0,-1 0 0,1 0 0,-1 0 0,1 0 0,-1 0 0,1 0 0,-1-1 0,1 1 0,-1 0 0,1 0 0,-1 0 0,1-1 0,-1 1 0,1 0 0,-1-1 0,1 1 0,-1 0 0,0-1 0,1 0 0,4-4 0,0 0 0,-1 0 0,1-1 0,-1 0 0,3-7 0,33-64 0,21-35 0,-51 95 0,1 1 0,1 1 0,0-1 0,20-17 0,-30 31 0,0 0 0,1 0 0,-1 0 0,0 0 0,1 0 0,0 1 0,-1-1 0,1 1 0,0 0 0,0 0 0,-1 0 0,1 0 0,0 0 0,0 1 0,0-1 0,5 1 0,-6 0 0,0 1 0,0-1 0,0 1 0,0 0 0,0-1 0,0 1 0,0 0 0,-1 0 0,1 1 0,0-1 0,-1 0 0,1 0 0,-1 1 0,1-1 0,-1 1 0,0 0 0,1-1 0,-1 1 0,0 0 0,0 0 0,0-1 0,0 1 0,-1 0 0,1 0 0,0 2 0,7 22 0,-2 1 0,-1 0 0,-1 0 0,1 42 0,-3-32 0,11 60 0,-13-96 20,1 1 0,-1-1 0,0 1 1,1-1-1,-1 1 0,1-1 0,-1 1 0,1-1 0,-1 0 0,1 1 0,0-1 0,0 0 0,0 0 0,0 0 0,0 1 0,1 0 1,-1-2-87,0 0 0,0 0 1,0 0-1,0 0 0,0 0 1,-1 0-1,1 0 0,0-1 1,0 1-1,0 0 1,0-1-1,0 1 0,0 0 1,-1-1-1,1 1 0,0-1 1,0 1-1,-1-1 0,1 1 1,0-1-1,0 0 1,-1 1-1,1-1 0,-1 0 1,1-1-1,9-8-6760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49.672"/>
    </inkml:context>
    <inkml:brush xml:id="br0">
      <inkml:brushProperty name="width" value="0.05" units="cm"/>
      <inkml:brushProperty name="height" value="0.05" units="cm"/>
    </inkml:brush>
  </inkml:definitions>
  <inkml:trace contextRef="#ctx0" brushRef="#br0">324 114 24575,'0'-6'0,"0"1"0,-1-1 0,1 0 0,-1 1 0,-1-1 0,1 1 0,-1-1 0,0 1 0,0-1 0,-1 1 0,1 0 0,-1 0 0,0 0 0,-1 1 0,-5-8 0,6 10 0,1 0 0,-1-1 0,1 2 0,-1-1 0,0 0 0,0 0 0,0 1 0,0 0 0,0 0 0,0 0 0,0 0 0,0 0 0,-1 0 0,1 1 0,0-1 0,0 1 0,-1 0 0,1 0 0,0 0 0,0 1 0,-1-1 0,1 1 0,0 0 0,0 0 0,0 0 0,0 0 0,0 0 0,-5 4 0,4-3 0,0 0 0,1 0 0,-1 0 0,1 1 0,-1-1 0,1 1 0,0 0 0,0 0 0,0 0 0,1 1 0,-1-1 0,1 0 0,-1 1 0,1 0 0,1 0 0,-4 7 0,4-5 0,-1 0 0,2 0 0,-1 0 0,1 1 0,-1-1 0,2 0 0,-1 0 0,1 0 0,0 0 0,3 10 0,1 1 0,2 1 0,0-1 0,2-1 0,-1 1 0,2-1 0,20 26 0,-11-20 0,-13-15 0,1 0 0,-1 0 0,-1 1 0,0-1 0,0 2 0,0-1 0,6 17 0,-10-24 0,-1 1 0,0-1 0,0 1 0,0-1 0,0 1 0,0-1 0,0 1 0,0-1 0,0 1 0,-1-1 0,1 1 0,0-1 0,-1 1 0,0-1 0,1 1 0,-1-1 0,0 0 0,1 1 0,-1-1 0,0 0 0,0 0 0,0 0 0,0 0 0,0 0 0,-1 0 0,1 0 0,0 0 0,0 0 0,-3 1 0,-3 2 0,0-1 0,-1 0 0,1 0 0,-11 3 0,17-6 0,-36 9-455,1-2 0,-53 5 0,28-8-6371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2.302"/>
    </inkml:context>
    <inkml:brush xml:id="br0">
      <inkml:brushProperty name="width" value="0.05" units="cm"/>
      <inkml:brushProperty name="height" value="0.05" units="cm"/>
    </inkml:brush>
  </inkml:definitions>
  <inkml:trace contextRef="#ctx0" brushRef="#br0">129 1 24575,'-2'22'0,"0"-1"0,-2 1 0,0 0 0,-14 39 0,-3 13 0,-44 267 0,59-287 0,2-1 0,2 0 0,3 1 0,10 80 0,-6-108 0,1-1 0,1 0 0,1 0 0,1 0 0,2-1 0,0-1 0,1 1 0,1-2 0,2 0 0,0-1 0,31 34 0,-21-30 0,1-1 0,2-2 0,0 0 0,1-2 0,1-1 0,1-2 0,0-1 0,38 14 0,-8-7 0,0-3 0,1-2 0,0-3 0,2-3 0,-1-3 0,129 2 0,-173-12 0,1-1 0,-1-1 0,1 0 0,-1-2 0,0 0 0,-1-1 0,1-1 0,25-13 0,2-7 0,80-60 0,-27 17 0,80-65 0,-160 118 0,0-1 0,-2-1 0,0-1 0,-2 0 0,0-1 0,22-41 0,-12 6 0,-2-2 0,-3 0 0,15-69 0,23-185 0,-57 310 0,9-52 0,-5 31 0,0-1 0,-2 0 0,-1 0 0,0-39 0,-5 54 0,1-1 0,-1 0 0,-1 1 0,0 0 0,0-1 0,-1 2 0,0-1 0,-9-12 0,-3-5 0,8 11-1365,0 3-5461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2.720"/>
    </inkml:context>
    <inkml:brush xml:id="br0">
      <inkml:brushProperty name="width" value="0.05" units="cm"/>
      <inkml:brushProperty name="height" value="0.05" units="cm"/>
    </inkml:brush>
  </inkml:definitions>
  <inkml:trace contextRef="#ctx0" brushRef="#br0">1 1 24575,'622'9'-355,"143"0"-133,-760-9 790,-10 0 159,-10 0-1746,-4 0-5541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3.338"/>
    </inkml:context>
    <inkml:brush xml:id="br0">
      <inkml:brushProperty name="width" value="0.05" units="cm"/>
      <inkml:brushProperty name="height" value="0.05" units="cm"/>
    </inkml:brush>
  </inkml:definitions>
  <inkml:trace contextRef="#ctx0" brushRef="#br0">226 9 24575,'0'0'0,"0"0"0,0-1 0,0 1 0,0-1 0,0 1 0,0 0 0,0-1 0,0 1 0,0 0 0,-1-1 0,1 1 0,0 0 0,0-1 0,0 1 0,-1 0 0,1-1 0,0 1 0,0 0 0,-1 0 0,1-1 0,0 1 0,-1 0 0,1 0 0,0-1 0,-1 1 0,1 0 0,0 0 0,-1 0 0,1 0 0,0 0 0,-1 0 0,1-1 0,-1 1 0,1 0 0,0 0 0,-1 0 0,1 0 0,0 0 0,-1 1 0,1-1 0,-1 0 0,1 0 0,0 0 0,-1 0 0,1 0 0,0 0 0,-1 1 0,1-1 0,0 0 0,-1 0 0,1 0 0,0 1 0,-1-1 0,1 0 0,-1 1 0,-19 13 0,0 6 0,1 0 0,1 2 0,0 0 0,2 0 0,1 2 0,-16 32 0,22-37 0,0 1 0,2 1 0,0-1 0,2 1 0,0 0 0,1 1 0,1-1 0,0 37 0,3-52 0,0 0 0,0-1 0,1 1 0,0-1 0,0 1 0,0-1 0,0 1 0,1-1 0,0 0 0,0 0 0,1 0 0,-1 0 0,1 0 0,0 0 0,0-1 0,1 1 0,-1-1 0,1 0 0,0 0 0,0 0 0,1-1 0,-1 0 0,1 1 0,-1-1 0,1-1 0,0 1 0,0-1 0,1 0 0,-1 0 0,0 0 0,1-1 0,-1 0 0,1 0 0,5 0 0,4 0 0,-1 0 0,1-2 0,-1 1 0,1-2 0,-1 0 0,0-1 0,1 0 0,-1-1 0,-1-1 0,1 0 0,-1-1 0,1 0 0,-2-1 0,1 0 0,-1-1 0,0-1 0,-1 0 0,0-1 0,0 0 0,-1 0 0,0-1 0,-1 0 0,-1-1 0,1 0 0,-2 0 0,0-1 0,0 0 0,-1 0 0,-1-1 0,0 0 0,-1 0 0,0 0 0,2-24 0,-5 24 38,0-1 0,-2 0 0,1 1 0,-2-1 0,0 1 0,-1-1 0,0 1 0,-10-25 0,11 32-124,-1 0 1,-1 1 0,1-1-1,-1 1 1,0 0 0,-1 0-1,1 0 1,-1 1 0,0-1-1,-1 1 1,1 0 0,-1 1-1,0 0 1,0-1 0,0 2-1,-1-1 1,0 1 0,1 0-1,-9-2 1,-14-2-6741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4.414"/>
    </inkml:context>
    <inkml:brush xml:id="br0">
      <inkml:brushProperty name="width" value="0.05" units="cm"/>
      <inkml:brushProperty name="height" value="0.05" units="cm"/>
    </inkml:brush>
  </inkml:definitions>
  <inkml:trace contextRef="#ctx0" brushRef="#br0">0 40 24575,'1'-2'0,"-1"1"0,0 0 0,1-1 0,-1 1 0,1 0 0,-1-1 0,1 1 0,-1 0 0,1 0 0,0 0 0,0 0 0,0-1 0,0 1 0,-1 0 0,1 0 0,0 1 0,1-1 0,-1 0 0,0 0 0,0 0 0,0 1 0,0-1 0,1 1 0,-1-1 0,0 1 0,2-1 0,35-7 0,35 3 0,103 8 0,-145-1 0,1 1 0,32 8 0,-53-9 0,1 1 0,0 1 0,-1 0 0,0 1 0,0 0 0,0 0 0,-1 1 0,16 11 0,-21-11-85,0-1 0,0 1-1,0-1 1,-1 1 0,0 0-1,0 1 1,0-1 0,-1 1-1,0 0 1,0 0 0,-1 0-1,0 0 1,0 0 0,-1 0-1,2 14 1,-2-5-6741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4.926"/>
    </inkml:context>
    <inkml:brush xml:id="br0">
      <inkml:brushProperty name="width" value="0.05" units="cm"/>
      <inkml:brushProperty name="height" value="0.05" units="cm"/>
    </inkml:brush>
  </inkml:definitions>
  <inkml:trace contextRef="#ctx0" brushRef="#br0">383 96 24575,'-1'-3'0,"1"0"0,0 1 0,-1-1 0,0 0 0,1 0 0,-1 0 0,0 1 0,-1-1 0,1 0 0,0 1 0,-1-1 0,0 1 0,1 0 0,-1-1 0,0 1 0,0 0 0,0 0 0,0 0 0,-1 0 0,1 1 0,0-1 0,-1 1 0,1-1 0,-1 1 0,0 0 0,1 0 0,-1 0 0,-4-1 0,0 0 0,1 1 0,-1-1 0,0 1 0,0 1 0,1-1 0,-1 1 0,0 0 0,0 1 0,0-1 0,1 1 0,-9 3 0,1 1 0,1 1 0,1 0 0,-1 1 0,1 0 0,0 1 0,0 0 0,1 1 0,0 1 0,1 0 0,0 0 0,-16 22 0,15-17 0,0 1 0,2 1 0,0 0 0,0 0 0,2 0 0,0 1 0,1 0 0,-5 27 0,10-34 0,0-1 0,0 1 0,1-1 0,0 1 0,1-1 0,0 1 0,1-1 0,0 0 0,1 1 0,0-1 0,1 0 0,-1-1 0,2 1 0,0-1 0,0 0 0,0 0 0,1 0 0,1-1 0,-1 0 0,1 0 0,1 0 0,-1-1 0,2 0 0,-1-1 0,0 0 0,1 0 0,0-1 0,1 0 0,-1 0 0,1-1 0,0 0 0,0-1 0,0 0 0,0-1 0,0 0 0,1-1 0,-1 0 0,1 0 0,13-2 0,-11 0 0,-1 0 0,0-1 0,0-1 0,-1 0 0,1-1 0,0 0 0,-1 0 0,0-1 0,0-1 0,19-13 0,-17 9 0,0 0 0,-1-1 0,-1 0 0,1-1 0,-2-1 0,0 0 0,16-25 0,-18 23 0,0-1 0,0 0 0,-2-1 0,0 0 0,-1 1 0,-1-2 0,3-19 0,-5 23 0,-1 0 0,-1 1 0,0-1 0,-1 0 0,0 1 0,-1-1 0,-1 0 0,0 1 0,-7-19 0,6 22 34,-1 1 1,0-1-1,0 1 0,-1 0 0,0 0 0,-1 1 0,0 0 0,0 0 0,-13-10 1,15 14-125,1 1 0,-1-1 0,0 1 0,0 0 0,-1 0 1,1 0-1,-1 1 0,1 0 0,-1 0 0,0 1 1,1-1-1,-1 1 0,0 0 0,0 1 0,0-1 0,0 1 1,0 0-1,-8 2 0,-3 2-6736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5.301"/>
    </inkml:context>
    <inkml:brush xml:id="br0">
      <inkml:brushProperty name="width" value="0.05" units="cm"/>
      <inkml:brushProperty name="height" value="0.05" units="cm"/>
    </inkml:brush>
  </inkml:definitions>
  <inkml:trace contextRef="#ctx0" brushRef="#br0">0 183 24575,'1'-2'0,"-1"1"0,1-1 0,-1 0 0,1 0 0,0 0 0,0 1 0,0-1 0,0 0 0,0 1 0,0-1 0,0 1 0,0-1 0,1 1 0,-1-1 0,1 1 0,-1 0 0,4-2 0,31-19 0,-33 21 0,39-21 0,0 2 0,2 3 0,0 1 0,1 2 0,0 2 0,1 2 0,92-8 0,-120 17 0,1 2 0,-1 0 0,1 1 0,-1 1 0,26 8 0,-35-9 0,0 1 0,0 0 0,-1 1 0,0 0 0,1 0 0,-1 1 0,-1 0 0,1 0 0,-1 1 0,0 0 0,0 0 0,10 12 0,-9-2-1365,-5-4-5461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6.078"/>
    </inkml:context>
    <inkml:brush xml:id="br0">
      <inkml:brushProperty name="width" value="0.05" units="cm"/>
      <inkml:brushProperty name="height" value="0.05" units="cm"/>
    </inkml:brush>
  </inkml:definitions>
  <inkml:trace contextRef="#ctx0" brushRef="#br0">0 15 24575,'3'0'0,"8"0"0,4 0 0,4 3 0,1 1 0,3 0 0,2-1 0,-8-1 0,-6-3 0,-5-6 0,-3-4 0,-3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6.518"/>
    </inkml:context>
    <inkml:brush xml:id="br0">
      <inkml:brushProperty name="width" value="0.05" units="cm"/>
      <inkml:brushProperty name="height" value="0.05" units="cm"/>
    </inkml:brush>
  </inkml:definitions>
  <inkml:trace contextRef="#ctx0" brushRef="#br0">0 0 24575,'3'0'0,"5"0"0,6 0 0,5 0 0,1 0 0,2 0 0,-1 0 0,-3 3 0,-3 1 0,-2 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7.197"/>
    </inkml:context>
    <inkml:brush xml:id="br0">
      <inkml:brushProperty name="width" value="0.05" units="cm"/>
      <inkml:brushProperty name="height" value="0.05" units="cm"/>
    </inkml:brush>
  </inkml:definitions>
  <inkml:trace contextRef="#ctx0" brushRef="#br0">0 0 24575,'1'6'0,"-1"0"0,0-1 0,1 1 0,0-1 0,1 0 0,-1 1 0,1-1 0,0 0 0,0 0 0,1 0 0,-1 0 0,1 0 0,4 4 0,-2-2 0,1 0 0,1-1 0,-1 0 0,1 0 0,0-1 0,0 1 0,13 5 0,-3-2 0,0-2 0,0 0 0,0-1 0,1-1 0,0 0 0,1-1 0,23 1 0,-25-5 0,1-1 0,-1 0 0,0-2 0,0 0 0,0 0 0,0-2 0,0 0 0,-1-1 0,0-1 0,0 0 0,-1-1 0,0-1 0,0 0 0,16-14 0,-23 16-341,0-1 0,0 0-1,10-14 1,-10 10-6485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8:59.311"/>
    </inkml:context>
    <inkml:brush xml:id="br0">
      <inkml:brushProperty name="width" value="0.05" units="cm"/>
      <inkml:brushProperty name="height" value="0.05" units="cm"/>
    </inkml:brush>
  </inkml:definitions>
  <inkml:trace contextRef="#ctx0" brushRef="#br0">690 349 24575,'16'-13'0,"25"-18"0,-24 20 0,22-21 0,-34 27 0,0 0 0,0-1 0,0 1 0,-1-1 0,0 0 0,0-1 0,5-12 0,-6 14 0,-1-1 0,0 1 0,-1-1 0,1 0 0,-1 0 0,0 0 0,-1 1 0,1-1 0,-1 0 0,-1 0 0,1 0 0,-1 0 0,0 0 0,0 0 0,0 1 0,-1-1 0,-4-10 0,2 10 0,1 1 0,-1 0 0,1-1 0,-1 2 0,-1-1 0,1 0 0,-1 1 0,0 0 0,0 0 0,0 0 0,0 1 0,-1-1 0,1 1 0,-1 1 0,0-1 0,-10-2 0,-3 0 0,-1 1 0,0 1 0,1 1 0,-1 0 0,0 1 0,0 2 0,0 0 0,0 1 0,-34 8 0,17-1 0,0 2 0,0 2 0,2 1 0,-39 22 0,41-18 0,1 1 0,0 2 0,-37 33 0,55-42 0,0 2 0,1-1 0,0 2 0,1 0 0,0 0 0,1 1 0,1 1 0,-10 22 0,17-32 0,1-1 0,-1 1 0,1 0 0,1-1 0,-1 1 0,1 0 0,1 0 0,-1 0 0,1 0 0,0 0 0,1 0 0,-1 0 0,1 0 0,1 0 0,0 0 0,0 0 0,0 0 0,0-1 0,1 1 0,0-1 0,1 0 0,-1 0 0,1 0 0,1 0 0,-1-1 0,1 0 0,0 0 0,0 0 0,0 0 0,0-1 0,1 0 0,12 7 0,0-2 0,0 0 0,1-2 0,0 0 0,0-1 0,1-1 0,0 0 0,0-2 0,0 0 0,0-2 0,30-1 0,-121 29 0,62-26 0,-18 7 0,0 1 0,-43 25 0,62-32 0,1 1 0,-1 0 0,1 1 0,1-1 0,-1 1 0,1 1 0,0-1 0,0 1 0,0 0 0,1 1 0,1-1 0,-1 1 0,-3 9 0,7-14 0,0-1 0,0 1 0,0-1 0,1 1 0,-1-1 0,1 1 0,0-1 0,0 1 0,0 0 0,0-1 0,0 1 0,1-1 0,-1 1 0,1-1 0,-1 1 0,1-1 0,2 5 0,-1-3 0,0-1 0,1 0 0,-1 0 0,0-1 0,1 1 0,0 0 0,0-1 0,0 0 0,0 0 0,0 0 0,4 2 0,5 2 0,0-1 0,1-1 0,0 0 0,0 0 0,25 2 0,0-2 86,-1-3-1,1 0 0,70-10 1,-48-1-940,96-28 1,-80 14-5973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0.086"/>
    </inkml:context>
    <inkml:brush xml:id="br0">
      <inkml:brushProperty name="width" value="0.05" units="cm"/>
      <inkml:brushProperty name="height" value="0.05" units="cm"/>
    </inkml:brush>
  </inkml:definitions>
  <inkml:trace contextRef="#ctx0" brushRef="#br0">111 189 24575,'-5'-12'0,"-1"1"0,0-1 0,0 1 0,-1 0 0,-13-16 0,-8-11 0,-3-19 0,29 48 0,8 13 0,10 15 0,7 11 0,-3 2 0,0 0 0,16 40 0,-26-52 0,-2 2 0,-1-1 0,0 1 0,-2 0 0,0 0 0,2 35 0,-5-43 0,1-21 0,4-9 0,8-11 0,1 1 0,0 0 0,2 1 0,1 1 0,1 1 0,1 0 0,1 2 0,1 0 0,26-17 0,-42 33 0,0 1 0,0 0 0,1 0 0,-1 1 0,1 0 0,15-3 0,-20 5 0,-1 1 0,0-1 0,0 1 0,0 0 0,1 0 0,-1 0 0,0 0 0,0 0 0,0 0 0,1 1 0,-1-1 0,0 1 0,0 0 0,0-1 0,0 1 0,0 0 0,0 0 0,0 0 0,0 1 0,0-1 0,-1 0 0,1 1 0,0-1 0,-1 1 0,1-1 0,-1 1 0,0 0 0,1 0 0,-1 0 0,1 3 0,1 2 0,0 1 0,0 0 0,-1 1 0,-1-1 0,1 0 0,-1 1 0,0 9 0,-5 65 0,2-40 0,1-33 0,1 1 0,0 0 0,1-1 0,0 1 0,4 14 0,-5-23 0,0-1 0,1 1 0,0 0 0,-1 0 0,1-1 0,0 1 0,0 0 0,0-1 0,0 1 0,0-1 0,0 1 0,0-1 0,1 0 0,-1 0 0,1 1 0,-1-1 0,1 0 0,-1 0 0,1 0 0,-1 0 0,1-1 0,0 1 0,-1 0 0,1-1 0,0 1 0,0-1 0,0 1 0,-1-1 0,1 0 0,0 0 0,0 0 0,0 0 0,0 0 0,0 0 0,-1-1 0,1 1 0,0-1 0,0 1 0,2-2 0,7-2 0,0 0 0,1-2 0,-2 1 0,1-1 0,-1-1 0,1 0 0,-2 0 0,13-12 0,66-75 0,-79 84 0,5-6 0,37-47 0,-47 57 0,0 0 0,0-1 0,0 1 0,-1-1 0,0 0 0,0 0 0,-1 0 0,2-9 0,-4 15 0,1 0 0,-1-1 0,0 1 0,0 0 0,1 0 0,-1 0 0,0 0 0,0-1 0,0 1 0,0 0 0,0 0 0,-1 0 0,1 0 0,0 0 0,-1-1 0,1 1 0,0 0 0,-1 0 0,1 0 0,-1 0 0,0 0 0,1 0 0,-1 0 0,0 0 0,0 0 0,1 1 0,-1-1 0,0 0 0,0 0 0,0 1 0,0-1 0,0 0 0,0 1 0,0-1 0,0 1 0,0-1 0,0 1 0,0 0 0,-1 0 0,1-1 0,0 1 0,0 0 0,0 0 0,0 0 0,-1 0 0,1 0 0,0 0 0,0 0 0,0 1 0,-2 0 0,-6 0 0,1 1 0,-1 1 0,1 0 0,-1 0 0,-9 6 0,0 0 0,-30 22 0,43-28 0,1 0 0,0 1 0,0-1 0,0 1 0,0 0 0,0 1 0,1-1 0,0 0 0,0 1 0,0 0 0,-4 8 0,7-12 0,0 1 0,0-1 0,-1 0 0,1 0 0,0 1 0,0-1 0,0 0 0,0 0 0,0 1 0,0-1 0,1 0 0,-1 0 0,0 1 0,1-1 0,-1 0 0,0 0 0,1 0 0,0 1 0,-1-1 0,1 0 0,0 0 0,-1 0 0,1 0 0,0 0 0,0 0 0,0-1 0,0 1 0,0 0 0,0 0 0,0-1 0,0 1 0,0 0 0,0-1 0,1 1 0,-1-1 0,0 0 0,0 1 0,0-1 0,1 0 0,-1 0 0,2 1 0,7 0 0,1 1 0,-1-1 0,20-1 0,-22 0 0,21-2 0,-18 1 0,0 0 0,0 1 0,0 0 0,18 3 0,-27-2 0,1-1 0,-1 1 0,0 0 0,1 0 0,-1 0 0,0 0 0,0 0 0,0 0 0,0 0 0,0 1 0,0-1 0,0 1 0,0-1 0,0 1 0,-1 0 0,1 0 0,-1 0 0,1 0 0,-1 0 0,0 0 0,0 0 0,0 0 0,0 1 0,0-1 0,0 0 0,0 3 0,2 15 0,0-1 0,-2 1 0,0-1 0,-3 36 0,-17 80 0,15-112 0,3-17 0,-29 141 0,25-130 0,0 0 0,-2 0 0,0 0 0,-1-1 0,0 0 0,-13 18 0,19-31 0,1-1 0,-1 1 0,0-1 0,0 0 0,-1 0 0,1 1 0,0-1 0,-1-1 0,1 1 0,-1 0 0,0 0 0,1-1 0,-1 0 0,0 1 0,0-1 0,0 0 0,0-1 0,0 1 0,0 0 0,0-1 0,0 0 0,0 0 0,-4 0 0,3 0 0,1-1 0,-1-1 0,1 1 0,-1 0 0,1-1 0,0 1 0,0-1 0,0 0 0,0 0 0,0 0 0,0-1 0,0 1 0,1-1 0,-1 1 0,1-1 0,-1 0 0,1 0 0,0 0 0,-2-5 0,-3-6 0,1-1 0,0 1 0,1-2 0,1 1 0,1 0 0,0-1 0,0 1 0,2-1 0,0 0 0,1 0 0,1-16 0,1 8 0,1 0 0,2 0 0,0 0 0,1 1 0,1 0 0,17-35 0,-17 44-124,1 0 0,0 1 0,1 0 0,1 1 0,0 0 0,0 0-1,1 1 1,1 1 0,0 0 0,16-11 0,4 1-6702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0.582"/>
    </inkml:context>
    <inkml:brush xml:id="br0">
      <inkml:brushProperty name="width" value="0.05" units="cm"/>
      <inkml:brushProperty name="height" value="0.05" units="cm"/>
    </inkml:brush>
  </inkml:definitions>
  <inkml:trace contextRef="#ctx0" brushRef="#br0">198 189 24575,'1'-4'0,"0"-1"0,0 1 0,1 0 0,-1 0 0,1 0 0,0 0 0,0 0 0,1 0 0,-1 1 0,5-6 0,4-7 0,43-80 0,-53 95 0,0 0 0,-1 0 0,1 0 0,-1 0 0,1 0 0,-1 0 0,1 0 0,-1-1 0,0 1 0,0 0 0,0 0 0,0 0 0,1 0 0,-1-1 0,-1 1 0,1 0 0,0 0 0,0 0 0,-1-2 0,1 3 0,-1-1 0,1 1 0,-1 0 0,1-1 0,-1 1 0,1 0 0,-1 0 0,1-1 0,-1 1 0,0 0 0,1 0 0,-1 0 0,1 0 0,-1-1 0,0 1 0,1 0 0,-1 0 0,1 0 0,-1 0 0,0 1 0,1-1 0,-1 0 0,1 0 0,-2 1 0,-5 1 0,0 0 0,0 1 0,1 0 0,-11 7 0,-4 3 0,1 0 0,1 2 0,0 0 0,1 1 0,1 1 0,1 0 0,-16 22 0,31-37 0,-1-1 0,1 1 0,0 0 0,-1 0 0,1 0 0,0 1 0,1-1 0,-1 0 0,0 0 0,1 0 0,-1 1 0,1-1 0,-1 0 0,1 1 0,0-1 0,0 0 0,0 1 0,1 3 0,0-4 0,0 0 0,0 0 0,0-1 0,1 1 0,-1 0 0,0-1 0,1 1 0,-1-1 0,1 1 0,-1-1 0,1 0 0,0 0 0,-1 0 0,1 0 0,0 0 0,0 0 0,0 0 0,0 0 0,0-1 0,0 1 0,3 0 0,17 3 0,0-1 0,-1-1 0,1-1 0,0-1 0,0-1 0,0-1 0,0-1 0,29-7 0,-48 12 0,-6 6 0,-10 11 0,11-16 0,-6 10 0,1 1 0,0 0 0,0 1 0,2-1 0,0 1 0,0 0 0,-3 26 0,-5 114 0,10-94 0,2-45 0,0 0 0,0 0 0,-1 0 0,0 0 0,-8 27 0,9-41 0,0 1 0,0-1 0,0 1 0,0-1 0,0 0 0,0 1 0,-1-1 0,1 0 0,-1 0 0,1 0 0,-1 0 0,0 0 0,0 0 0,0-1 0,0 1 0,0 0 0,0-1 0,-1 0 0,1 0 0,0 1 0,-1-1 0,1 0 0,-1-1 0,1 1 0,-1 0 0,1-1 0,-1 0 0,1 1 0,-1-1 0,0 0 0,1 0 0,-1 0 0,1-1 0,-1 1 0,0-1 0,-2 0 0,-3-2 0,0 0 0,0 0 0,1-1 0,0 0 0,0 0 0,0-1 0,0 1 0,1-2 0,-1 1 0,1-1 0,1 0 0,-1 0 0,1 0 0,0-1 0,1 0 0,-1 0 0,1 0 0,0 0 0,1-1 0,-4-12 0,3 8 0,0 0 0,1 0 0,1-1 0,0 1 0,1-1 0,0 0 0,1 0 0,0 1 0,1-1 0,0 0 0,1 1 0,6-22 0,11-9-1365,4 6-5461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0.708"/>
    </inkml:context>
    <inkml:brush xml:id="br0">
      <inkml:brushProperty name="width" value="0.05" units="cm"/>
      <inkml:brushProperty name="height" value="0.05" units="cm"/>
    </inkml:brush>
  </inkml:definitions>
  <inkml:trace contextRef="#ctx0" brushRef="#br0">1 8 24575,'3'0'0,"1"-3"0,-3-2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5.501"/>
    </inkml:context>
    <inkml:brush xml:id="br0">
      <inkml:brushProperty name="width" value="0.05" units="cm"/>
      <inkml:brushProperty name="height" value="0.05" units="cm"/>
    </inkml:brush>
  </inkml:definitions>
  <inkml:trace contextRef="#ctx0" brushRef="#br0">810 66 24575,'1'0'0,"-1"1"0,1-1 0,0 0 0,-1 0 0,1 1 0,0-1 0,-1 0 0,1 1 0,-1-1 0,1 1 0,0-1 0,-1 1 0,1-1 0,-1 1 0,1-1 0,-1 1 0,0-1 0,1 1 0,-1 0 0,0-1 0,1 1 0,-1 0 0,0-1 0,0 1 0,1 0 0,-1-1 0,0 1 0,0 1 0,4 24 0,-4-23 0,1 81 0,-14 141 0,5-135 0,-60 669-423,-47-5 1,-164 297 422,214-860 9,-54 168-45,20 2-25,78-270 347,5 0-1,-9 133 1,25-217-281,0-1 0,0 1 0,1-1 0,0 1 0,0-1 0,0 0 0,1 1 0,0-1 0,5 10 0,-5-13-4,-1 0 0,1 0 0,0-1 1,0 1-1,0-1 0,1 1 0,-1-1 1,1 0-1,-1 0 0,1 0 1,0 0-1,0 0 0,0-1 0,0 1 1,0-1-1,0 0 0,0 0 0,0 0 1,0 0-1,5 0 0,31 2-1,1-2 0,-1-2 0,56-8 0,-16 2 0,773-30-1615,1424 119 0,-1587-15 724,-646-62 1011,50 2 316,-83-6-129,0-2 1,0 1-1,0-1 1,0-1 0,0 0-1,15-5 1,-22 5-266,0 1 1,0-1 0,0 0-1,0 0 1,-1 0 0,1 0-1,-1-1 1,1 1 0,-1-1-1,0 1 1,0-1 0,0 0-1,0 0 1,0 0-1,-1 0 1,1 0 0,-1 0-1,0-1 1,0 1 0,1-6-1,1-7 83,-1 0 0,0-1 0,-2-16-1,1 18-106,1-337 18,2-32-214,91-776-1750,-89 1105 1701,198-1377 227,-163 1176 0,29-239-539,-38 259 1623,-31 228-916,0 2-1,0 0 0,0 1 1,-1-1-1,0 0 0,-1-7 0,1 12-154,0 1 0,0-1 0,0 0-1,0 0 1,-1 0 0,1 1 0,0-1 0,-1 0 0,1 1 0,0-1 0,-1 0 0,1 1 0,-1-1 0,1 0 0,-1 1 0,0-1-1,1 1 1,-1-1 0,0 1 0,1-1 0,-1 1 0,0 0 0,1-1 0,-1 1 0,0 0 0,0-1 0,1 1 0,-1 0 0,0 0-1,0 0 1,0 0 0,1 0 0,-1 0 0,0 0 0,0 0 0,0 0 0,1 0 0,-1 0 0,0 0 0,0 0 0,1 1 0,-1-1-1,0 0 1,-1 1 0,-19 5-13,0-2 0,0 0 0,-37 1 0,-69-5 0,55-2 0,-1061-19-1928,791 13 1624,-1147 31-168,1279-12 357,-153 15 1134,350-25-532,3 0 384,16 6-429,-6-6-442,0-1 0,1 1 0,-1-1 0,0 0 0,0 1 0,1-1 0,-1 1 0,0-1 0,0 1 0,0-1 0,0 0 0,1 1 0,-1-1 0,0 1 0,0-1 0,0 1 0,0-1 0,0 1 0,0-1 0,0 1 0,0-1 0,-1 1 0,1-1 0,0 1 0,0-1 0,0 1 0,0-1 0,-1 0 0,1 1 0,0-1 0,0 1 0,-1-1 0,1 0 0,-1 1 0,-13 16 0,11-14 0,-29 27 208,22-20-470,-1 0 0,1 0-1,1 0 1,0 2 0,-14 21 0,18-20-6564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6.495"/>
    </inkml:context>
    <inkml:brush xml:id="br0">
      <inkml:brushProperty name="width" value="0.05" units="cm"/>
      <inkml:brushProperty name="height" value="0.05" units="cm"/>
    </inkml:brush>
  </inkml:definitions>
  <inkml:trace contextRef="#ctx0" brushRef="#br0">1 114 24575,'0'-1'0,"0"1"0,0 0 0,-1 0 0,1 0 0,0 0 0,0-1 0,0 1 0,0 0 0,0 0 0,0 0 0,0-1 0,0 1 0,0 0 0,0 0 0,0 0 0,0-1 0,0 1 0,0 0 0,0 0 0,0 0 0,0-1 0,1 1 0,-1 0 0,0 0 0,0 0 0,0 0 0,0-1 0,0 1 0,0 0 0,0 0 0,1 0 0,-1 0 0,0-1 0,0 1 0,0 0 0,0 0 0,1 0 0,-1 0 0,0 0 0,0 0 0,0 0 0,0 0 0,1 0 0,-1 0 0,0 0 0,0 0 0,0 0 0,1 0 0,-1 0 0,0 0 0,0 0 0,0 0 0,1 0 0,-1 0 0,0 0 0,0 0 0,0 0 0,1 0 0,-1 0 0,0 0 0,0 0 0,8 13 0,-4 11 0,-1 1 0,0 29 0,-1-2 0,9 419 0,-11-409 0,-1-58 0,1 0 0,0 1 0,1-1 0,-1 0 0,1 0 0,-1 0 0,1 0 0,1 0 0,1 5 0,-2-7 0,0-1 0,0 0 0,1 1 0,-1-1 0,0 0 0,1 1 0,-1-1 0,1 0 0,-1 0 0,1 0 0,-1 0 0,1-1 0,0 1 0,-1 0 0,1-1 0,0 1 0,0-1 0,0 0 0,-1 1 0,1-1 0,0 0 0,0 0 0,3 0 0,117-9 0,-52 1 0,1025 0-794,-888 17 794,1010 22 0,-1212-31 1,24 0 206,41-5-1,-61 3-168,-1 1 0,0-1 0,0 0 0,0-1 0,0 0 0,-1 0 0,1-1 0,-1 0 0,12-8 0,32-25-38,15-12 0,-58 40 0,0 0 0,-1-1 0,0 0 0,-1 0 0,0 0 0,-1-1 0,0 0 0,-1 0 0,4-11 0,9-23 0,16-25 0,-9 22 0,-3 0 0,15-53 0,-33 93 0,-1-1 0,0 0 0,-1 0 0,0 0 0,0 0 0,-1 0 0,-1-13 0,1 18 0,-1 0 0,0 0 0,-1-1 0,1 1 0,-1 0 0,0 0 0,0 0 0,0 0 0,0 1 0,-1-1 0,1 0 0,-1 1 0,0 0 0,0 0 0,0 0 0,-1 0 0,-3-3 0,-13-7 0,-1 1 0,0 0 0,0 2 0,-1 0 0,-34-9 0,-122-24 0,151 38 0,-115-19 0,-1 6 0,-251 1 0,238 17 0,-684 4 0,4 38 0,541-11 0,290-30 0,2-1 0,0 0 0,0 0 0,0 1 0,0 0 0,0-1 0,0 1 0,0 0 0,-5 3 0,7-1-1365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6.919"/>
    </inkml:context>
    <inkml:brush xml:id="br0">
      <inkml:brushProperty name="width" value="0.05" units="cm"/>
      <inkml:brushProperty name="height" value="0.05" units="cm"/>
    </inkml:brush>
  </inkml:definitions>
  <inkml:trace contextRef="#ctx0" brushRef="#br0">10 3 24575,'-3'0'0,"-4"-3"0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7.045"/>
    </inkml:context>
    <inkml:brush xml:id="br0">
      <inkml:brushProperty name="width" value="0.05" units="cm"/>
      <inkml:brushProperty name="height" value="0.05" units="cm"/>
    </inkml:brush>
  </inkml:definitions>
  <inkml:trace contextRef="#ctx0" brushRef="#br0">258 1 24575,'-7'0'0,"-1"1"0,1 0 0,0 1 0,0 0 0,1 0 0,-1 0 0,0 1 0,1 0 0,-8 5 0,-8 5 0,-22 18 0,34-23 0,0 0 0,0 1 0,1 0 0,0 1 0,1 0 0,0 0 0,1 1 0,0 0 0,0 1 0,2-1 0,-1 1 0,-6 22 0,10-27 0,0 0 0,1-1 0,0 1 0,0 0 0,0 0 0,1 0 0,0 0 0,1 0 0,0-1 0,0 1 0,0 0 0,1 0 0,0-1 0,0 1 0,0-1 0,1 1 0,0-1 0,0 0 0,1 0 0,0 0 0,0-1 0,0 1 0,1-1 0,0 0 0,8 7 0,-6-7 27,0 0-1,1 0 0,-1-1 0,1 0 1,0 0-1,0-1 0,0 0 0,0-1 1,0 0-1,1 0 0,-1 0 0,14 0 1,-5-2-312,-1 0 1,1-1-1,0-1 1,-1-1-1,23-6 1,13-7-6542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7.559"/>
    </inkml:context>
    <inkml:brush xml:id="br0">
      <inkml:brushProperty name="width" value="0.05" units="cm"/>
      <inkml:brushProperty name="height" value="0.05" units="cm"/>
    </inkml:brush>
  </inkml:definitions>
  <inkml:trace contextRef="#ctx0" brushRef="#br0">163 316 24575,'2'-3'0,"0"1"0,0-1 0,-1 0 0,1 1 0,-1-1 0,1 0 0,-1 0 0,0 0 0,0 0 0,-1 0 0,1 0 0,-1 0 0,1 0 0,-1 0 0,0 0 0,0 0 0,0-1 0,0 1 0,-1 0 0,1 0 0,-2-3 0,1 1 0,0 0 0,-1 0 0,0 1 0,1-1 0,-1 0 0,-1 1 0,1-1 0,-1 1 0,0 0 0,0 0 0,0 0 0,-4-4 0,5 7 0,0-1 0,1 1 0,-1 0 0,0 0 0,1 0 0,-1 0 0,0 0 0,0 0 0,0 1 0,0-1 0,0 0 0,0 1 0,0 0 0,0-1 0,0 1 0,0 0 0,0 0 0,0 0 0,-4 1 0,3 0 0,0 0 0,0 0 0,0 1 0,0-1 0,0 1 0,1 0 0,-1-1 0,0 1 0,1 0 0,-1 1 0,-2 2 0,-2 3 0,1 1 0,0-1 0,0 1 0,1 0 0,0 1 0,-7 18 0,8-13 0,-1 1 0,2 0 0,0-1 0,1 1 0,1 0 0,0 0 0,1 0 0,1 0 0,1 0 0,0 0 0,1 0 0,5 19 0,-6-28 0,1 0 0,-1 0 0,1 0 0,1-1 0,-1 1 0,1-1 0,0 0 0,0 0 0,1-1 0,0 1 0,0-1 0,0 0 0,1 0 0,-1 0 0,1-1 0,0 0 0,0 0 0,1-1 0,-1 1 0,1-2 0,0 1 0,0-1 0,0 0 0,0 0 0,0 0 0,0-1 0,0 0 0,15-1 0,-7-1 0,0-1 0,0 0 0,0-1 0,0-1 0,0 0 0,-1-1 0,0 0 0,0-2 0,22-12 0,-17 7 0,-1 0 0,-1-1 0,0 0 0,-1-2 0,-1 0 0,18-21 0,-21 20 0,0-1 0,-2 0 0,0 0 0,-1-1 0,-1 0 0,0 0 0,-1-1 0,-1 0 0,6-37 0,-11 45 0,0 1 0,-1-1 0,0 1 0,0-1 0,-1 0 0,-1 1 0,0 0 0,-6-20 0,5 23 0,0-1 0,-1 1 0,1 0 0,-2 0 0,1 1 0,-1-1 0,0 1 0,0 0 0,-1 0 0,0 0 0,0 1 0,-11-8 0,7 7 0,-1 1 0,1 0 0,-1 1 0,0 0 0,0 0 0,0 1 0,0 1 0,-1 0 0,1 0 0,-1 1 0,1 1 0,-19 1 0,22 0 0,-1 0 0,1 0 0,0 1 0,-1 0 0,1 1 0,0 0 0,-14 7 0,17-7 0,1 0 0,-1 0 0,1 0 0,0 0 0,0 1 0,0 0 0,1 0 0,-1 0 0,1 0 0,0 0 0,0 1 0,1-1 0,-4 8 0,5-9-136,0 1-1,0-1 1,0 1-1,0-1 1,0 1-1,1 0 1,0 0-1,-1-1 0,2 8 1,2 7-6690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8.165"/>
    </inkml:context>
    <inkml:brush xml:id="br0">
      <inkml:brushProperty name="width" value="0.05" units="cm"/>
      <inkml:brushProperty name="height" value="0.05" units="cm"/>
    </inkml:brush>
  </inkml:definitions>
  <inkml:trace contextRef="#ctx0" brushRef="#br0">221 178 24575,'0'-1'0,"0"-1"0,-1 1 0,1 0 0,0 0 0,-1-1 0,1 1 0,-1 0 0,1 0 0,-1-1 0,1 1 0,-1 0 0,0 0 0,0 0 0,0 0 0,0 0 0,1 0 0,-1 0 0,0 0 0,-1 1 0,1-1 0,0 0 0,0 0 0,0 1 0,0-1 0,-1 1 0,1-1 0,0 1 0,0 0 0,-1-1 0,1 1 0,-2 0 0,0-1 0,-1 0 0,1 1 0,-1 0 0,0 0 0,1 0 0,-1 0 0,0 1 0,1-1 0,-1 1 0,-4 1 0,-1 3 0,1-1 0,0 1 0,0 1 0,0-1 0,1 1 0,0 1 0,0 0 0,0-1 0,1 2 0,0-1 0,0 1 0,-8 16 0,6-10 0,2 0 0,-1 0 0,2 1 0,0-1 0,1 1 0,0 0 0,-2 20 0,5-29 0,1 0 0,0 0 0,0 0 0,0 1 0,1-1 0,0 0 0,0 0 0,0 0 0,1 0 0,0 0 0,0 0 0,0-1 0,1 1 0,0-1 0,0 1 0,6 6 0,-4-7 0,0 0 0,0 0 0,0 0 0,1-1 0,0 0 0,-1 0 0,1-1 0,1 0 0,-1 0 0,1 0 0,-1-1 0,1 1 0,0-2 0,9 3 0,-4-3 0,-1 1 0,1-1 0,0-1 0,0 0 0,0-1 0,0 0 0,-1 0 0,1-2 0,-1 1 0,1-2 0,-1 1 0,0-1 0,0-1 0,0 0 0,-1-1 0,0 0 0,0 0 0,0-1 0,-1-1 0,0 1 0,0-1 0,-1-1 0,0 0 0,0 0 0,-1 0 0,-1-1 0,1 0 0,-1-1 0,-1 1 0,0-1 0,4-14 0,-5 10 0,0 1 0,-1-1 0,-1 1 0,-1-1 0,0 0 0,0 0 0,-2 1 0,0-1 0,0 0 0,-7-27 0,5 32 0,0-1 0,-1 1 0,0 0 0,0 0 0,-1 0 0,0 1 0,-1-1 0,0 1 0,-1 1 0,0-1 0,0 1 0,0 0 0,-1 1 0,-1 0 0,-12-9 0,16 13-114,1 0 1,-1 1-1,0 0 0,0 0 0,0 0 1,0 1-1,0 0 0,-1 0 0,1 0 1,0 0-1,-8 1 0,-17 3-6712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8.506"/>
    </inkml:context>
    <inkml:brush xml:id="br0">
      <inkml:brushProperty name="width" value="0.05" units="cm"/>
      <inkml:brushProperty name="height" value="0.05" units="cm"/>
    </inkml:brush>
  </inkml:definitions>
  <inkml:trace contextRef="#ctx0" brushRef="#br0">141 124 24575,'2'-2'0,"0"-1"0,-1 0 0,1 1 0,-1-1 0,1 0 0,-1 0 0,0 0 0,0 0 0,0 0 0,-1 0 0,1 0 0,-1 0 0,0-1 0,1 1 0,-1 0 0,-1 0 0,1 0 0,0 0 0,-1 0 0,0 0 0,0 0 0,1 0 0,-3-4 0,2 5 0,0 1 0,1-1 0,-1 1 0,0-1 0,0 1 0,0-1 0,0 1 0,0 0 0,-1 0 0,1 0 0,0-1 0,0 1 0,-1 0 0,1 1 0,-1-1 0,1 0 0,-1 0 0,-1 0 0,1 1 0,0-1 0,0 1 0,1 0 0,-1 0 0,0 0 0,0 1 0,0-1 0,1 0 0,-1 1 0,0-1 0,0 1 0,1 0 0,-1-1 0,0 1 0,1 0 0,-1 0 0,1 0 0,-1 0 0,1 0 0,-3 2 0,-4 5 0,0 1 0,0-1 0,1 1 0,0 0 0,1 1 0,0-1 0,1 1 0,-1 1 0,2-1 0,-7 20 0,8-20 0,1-1 0,0 1 0,0 0 0,1-1 0,0 1 0,1 0 0,0 0 0,0 0 0,1 0 0,1-1 0,0 1 0,5 17 0,-3-19 0,0-1 0,0 1 0,1-1 0,0 0 0,0 0 0,1 0 0,0-1 0,0 0 0,0 0 0,1 0 0,0-1 0,0 0 0,0-1 0,1 1 0,-1-1 0,1-1 0,0 1 0,12 2 0,-12-3 0,0-1 0,-1-1 0,1 1 0,0-1 0,0 0 0,0-1 0,0 0 0,0 0 0,0-1 0,0 0 0,0 0 0,0-1 0,-1 0 0,1 0 0,-1-1 0,1 0 0,-1 0 0,0-1 0,0 0 0,8-6 0,-11 7 0,0-1 0,0 0 0,0 0 0,0-1 0,-1 1 0,1-1 0,-1 0 0,-1 1 0,1-1 0,-1-1 0,0 1 0,0 0 0,2-6 0,-3 3 0,1-1 0,-1 1 0,-1-1 0,0 1 0,0 0 0,0-1 0,-1 1 0,-2-10 0,-1 4 0,0-1 0,-1 1 0,0 0 0,-1 1 0,0-1 0,-1 1 0,-1 0 0,0 1 0,-16-18 0,-22-15-1365,-1 7-5461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8.961"/>
    </inkml:context>
    <inkml:brush xml:id="br0">
      <inkml:brushProperty name="width" value="0.05" units="cm"/>
      <inkml:brushProperty name="height" value="0.05" units="cm"/>
    </inkml:brush>
  </inkml:definitions>
  <inkml:trace contextRef="#ctx0" brushRef="#br0">240 265 24575,'0'-4'0,"0"1"0,0-1 0,0 1 0,-1 0 0,1-1 0,-1 1 0,0-1 0,0 1 0,0 0 0,0 0 0,0 0 0,-1-1 0,0 1 0,1 0 0,-1 1 0,0-1 0,0 0 0,-1 1 0,1-1 0,0 1 0,-1-1 0,0 1 0,1 0 0,-1 0 0,0 0 0,0 1 0,0-1 0,-1 1 0,1 0 0,0 0 0,0 0 0,-1 0 0,1 0 0,0 0 0,-1 1 0,1 0 0,-1 0 0,1 0 0,-1 0 0,1 0 0,0 1 0,-1 0 0,-6 1 0,2 2 0,-1-1 0,1 1 0,0 0 0,0 1 0,0 0 0,1 0 0,-1 1 0,1-1 0,0 2 0,1-1 0,0 1 0,0 0 0,0 0 0,-6 11 0,10-13 0,-1-1 0,1 0 0,0 1 0,0-1 0,0 1 0,1 0 0,-1 0 0,1 0 0,0 0 0,1-1 0,-1 1 0,1 0 0,0 0 0,0 0 0,1 0 0,-1 0 0,1 0 0,0 0 0,0 0 0,1 0 0,0-1 0,0 1 0,0-1 0,0 1 0,0-1 0,1 0 0,6 8 0,-2-5 0,0 0 0,1-1 0,0 0 0,0 0 0,0-1 0,1 0 0,0 0 0,0-1 0,0 0 0,13 3 0,2 0 0,-1-2 0,1 0 0,27 1 0,-31-5 0,0 0 0,0-2 0,0 0 0,-1-1 0,1-1 0,-1-1 0,1 0 0,-1-2 0,26-10 0,-35 11 0,-1 1 0,1-2 0,-1 1 0,0-1 0,0-1 0,-1 0 0,0 0 0,0 0 0,-1-1 0,0 0 0,0-1 0,0 1 0,-1-1 0,-1 0 0,0-1 0,0 0 0,-1 0 0,6-18 0,-7 16 0,0 0 0,-1-1 0,-1 1 0,0 0 0,0-1 0,-1 1 0,-1 0 0,0-1 0,-1 1 0,0 0 0,-1 0 0,-5-15 0,5 19 0,-1 1 0,1-1 0,-1 1 0,-1 0 0,1 0 0,-1 1 0,0 0 0,-1-1 0,0 2 0,0-1 0,0 1 0,0-1 0,-1 2 0,0-1 0,0 1 0,0 0 0,0 0 0,-1 1 0,-10-3 0,9 3-52,0 1-1,1-1 1,-1 2-1,0-1 1,0 1-1,0 1 1,0 0-1,0 0 1,0 1-1,0 0 1,0 0-1,0 1 1,0 0-1,1 1 1,-1 0-1,1 0 1,0 1-1,0 0 1,0 0-1,0 1 0,1 0 1,-1 0-1,1 1 1,1 0-1,-12 12 1,1 6-6774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09.316"/>
    </inkml:context>
    <inkml:brush xml:id="br0">
      <inkml:brushProperty name="width" value="0.05" units="cm"/>
      <inkml:brushProperty name="height" value="0.05" units="cm"/>
    </inkml:brush>
  </inkml:definitions>
  <inkml:trace contextRef="#ctx0" brushRef="#br0">276 55 24575,'0'-1'0,"0"0"0,-1 0 0,1 0 0,0 0 0,-1 0 0,1 1 0,-1-1 0,0 0 0,1 0 0,-1 1 0,0-1 0,1 0 0,-1 1 0,0-1 0,0 1 0,1-1 0,-1 1 0,0-1 0,0 1 0,0-1 0,0 1 0,-1-1 0,-25-7 0,23 7 0,-4 0 0,0 0 0,0 0 0,-1 0 0,1 1 0,0 1 0,-1-1 0,1 1 0,0 1 0,0-1 0,0 1 0,0 1 0,0 0 0,0 0 0,1 0 0,-1 1 0,1 0 0,0 0 0,0 1 0,1 0 0,-1 0 0,1 1 0,0 0 0,1 0 0,-1 0 0,1 1 0,0-1 0,1 1 0,-1 0 0,2 1 0,-1-1 0,1 1 0,0 0 0,0-1 0,1 1 0,0 1 0,1-1 0,-1 0 0,2 0 0,-1 0 0,2 15 0,0-17 0,0 0 0,0 0 0,1 0 0,0-1 0,0 1 0,0-1 0,1 1 0,0-1 0,0 0 0,0 0 0,1 0 0,6 7 0,-3-6 0,-1 0 0,1 0 0,0-1 0,1 0 0,-1-1 0,1 1 0,16 5 0,-9-4 0,1-2 0,-1 0 0,1-1 0,0 0 0,0-1 0,1-1 0,-1-1 0,0 0 0,16-2 0,-17-1 0,-1 0 0,0 0 0,0-1 0,-1-1 0,1 0 0,-1-1 0,0 0 0,0-1 0,-1-1 0,22-17 0,-28 21 0,-1-1 0,-1 0 0,1 1 0,-1-1 0,0-1 0,0 1 0,0-1 0,-1 1 0,1-1 0,-2 0 0,1 0 0,-1-1 0,1 1 0,-2 0 0,1-1 0,-1 1 0,0-1 0,0 0 0,-1 1 0,0-1 0,0 0 0,0 1 0,-1-1 0,0 0 0,-4-10 0,3 9 17,-1 1 0,0 0 0,-1 0 1,0 0-1,0 1 0,0-1 0,-1 1 0,1 0 0,-2 0 0,1 1 0,-1-1 0,1 1 0,-1 1 0,-1-1 0,1 1 0,-1 0 0,0 0 0,0 1 1,-11-5-1,0 3-231,0 0 1,0 1 0,0 0-1,0 2 1,-1 0 0,1 1-1,-20 2 1,-7 2-6613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0.065"/>
    </inkml:context>
    <inkml:brush xml:id="br0">
      <inkml:brushProperty name="width" value="0.05" units="cm"/>
      <inkml:brushProperty name="height" value="0.05" units="cm"/>
    </inkml:brush>
  </inkml:definitions>
  <inkml:trace contextRef="#ctx0" brushRef="#br0">242 259 24575,'0'-1'0,"-2"-22"0,-3 16 0,-3 15 0,0 7 0,2 0 0,0 0 0,1 0 0,0 1 0,2 0 0,-3 19 0,-1 1 0,-93 556 0,51-274 0,47-306 0,-9 51 0,2 1 0,-1 125 0,10-188 0,0 1 0,0 0 0,1 0 0,-1 0 0,0 0 0,1 0 0,-1 0 0,1 0 0,-1 0 0,1 0 0,0 0 0,0-1 0,0 1 0,0 0 0,0 0 0,0-1 0,1 1 0,-1-1 0,0 1 0,1-1 0,2 2 0,-1-2 0,-1 0 0,1 0 0,0 0 0,0 0 0,0-1 0,0 1 0,-1-1 0,1 0 0,0 0 0,0 0 0,0 0 0,0-1 0,0 1 0,4-2 0,163-50 0,-43 10 0,-14 16 0,228-22 0,-338 48 0,0-1 0,0 1 0,-1 0 0,1-1 0,0 1 0,-1-1 0,1 0 0,0 0 0,-1 0 0,1 0 0,-1 0 0,1-1 0,-1 1 0,3-3 0,-3 2 0,0-1 0,-1 0 0,1 0 0,-1 0 0,1 0 0,-1 0 0,0-1 0,0 1 0,0 0 0,0-1 0,0-3 0,13-56 0,38-99 0,-7 24 0,-18 40 0,20-152 0,-40 192 0,-3 0 0,-2-1 0,-3 0 0,-10-62 0,8 97 0,-2-1 0,-1 1 0,-1 0 0,-1 0 0,-1 1 0,-1 0 0,-1 1 0,-1 0 0,-20-27 0,25 38 0,-2 1 0,1 0 0,-2 1 0,1-1 0,-1 2 0,0-1 0,-1 2 0,0-1 0,0 1 0,-1 1 0,0 0 0,0 1 0,0 0 0,-1 1 0,1 0 0,-1 1 0,0 0 0,0 1 0,-16 0 0,9 2 0,0 2 0,1 0 0,-1 1 0,0 1 0,1 1 0,0 1 0,0 1 0,-33 16 0,14-3 0,0 2 0,2 2 0,-34 28 0,15-4-1365,36-29-5461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0.268"/>
    </inkml:context>
    <inkml:brush xml:id="br0">
      <inkml:brushProperty name="width" value="0.05" units="cm"/>
      <inkml:brushProperty name="height" value="0.05" units="cm"/>
    </inkml:brush>
  </inkml:definitions>
  <inkml:trace contextRef="#ctx0" brushRef="#br0">0 6 24575,'0'3'0,"3"1"0,8 0 0,4-1 0,7-4 0,5-2 0,5 0 0,6-3 0,-3 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0.424"/>
    </inkml:context>
    <inkml:brush xml:id="br0">
      <inkml:brushProperty name="width" value="0.05" units="cm"/>
      <inkml:brushProperty name="height" value="0.05" units="cm"/>
    </inkml:brush>
  </inkml:definitions>
  <inkml:trace contextRef="#ctx0" brushRef="#br0">55 0 24575,'-3'0'0,"-4"0"0,-4 0 0,0 3 0,2 4 0,2 5 0,3 5 0,1 7 0,5 6 0,2 3 0,0 3 0,0-5-8191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1.139"/>
    </inkml:context>
    <inkml:brush xml:id="br0">
      <inkml:brushProperty name="width" value="0.05" units="cm"/>
      <inkml:brushProperty name="height" value="0.05" units="cm"/>
    </inkml:brush>
  </inkml:definitions>
  <inkml:trace contextRef="#ctx0" brushRef="#br0">296 91 24575,'-3'-2'0,"0"0"0,0 0 0,0 0 0,-1 0 0,1 1 0,-1-1 0,1 1 0,-1 0 0,1 0 0,-1 1 0,0-1 0,1 1 0,-1-1 0,0 1 0,-6 1 0,0 0 0,0 0 0,1 1 0,-1 0 0,-17 5 0,17-3 0,0 1 0,0 0 0,1 0 0,0 1 0,-1 0 0,2 0 0,-1 1 0,1 0 0,0 1 0,1 0 0,-1 0 0,2 1 0,-1 0 0,1 0 0,1 0 0,-1 1 0,1-1 0,-3 12 0,4-8 0,0 1 0,0 0 0,2 0 0,0 0 0,0 0 0,1 0 0,1 1 0,0-1 0,1 0 0,1 0 0,0 0 0,1 0 0,7 20 0,-3-13 0,2-1 0,0 0 0,2 0 0,0 0 0,1-2 0,1 1 0,1-2 0,0 1 0,1-2 0,1 0 0,1-1 0,0-1 0,1 0 0,0-2 0,1 0 0,40 19 0,-38-22 0,1-1 0,0 0 0,0-2 0,1-1 0,-1 0 0,1-2 0,0-1 0,0 0 0,0-2 0,0-1 0,0 0 0,0-2 0,0-1 0,0 0 0,-1-2 0,30-11 0,-30 8 0,0-2 0,0 0 0,-1-1 0,-1-1 0,0-1 0,0-1 0,-2 0 0,0-2 0,31-35 0,-39 39 0,-1-1 0,0 0 0,0 0 0,-2-1 0,1 0 0,-2-1 0,0 1 0,-1-1 0,-1 0 0,0-1 0,-1 1 0,-1-1 0,-1 1 0,0-1 0,-2-21 0,0 23 0,-1 0 0,0 0 0,-2 0 0,1 1 0,-2-1 0,0 1 0,-1 0 0,0 1 0,-1-1 0,0 1 0,-1 1 0,-1-1 0,0 1 0,0 1 0,-1-1 0,-1 2 0,0 0 0,0 0 0,-1 1 0,0 0 0,-1 1 0,0 0 0,0 1 0,-1 1 0,0 0 0,-25-7 0,13 7-124,0 2 0,0 0 0,0 2 0,0 0 0,0 2 0,-1 1-1,1 1 1,0 2 0,0 0 0,-42 13 0,18-1-6702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1.455"/>
    </inkml:context>
    <inkml:brush xml:id="br0">
      <inkml:brushProperty name="width" value="0.05" units="cm"/>
      <inkml:brushProperty name="height" value="0.05" units="cm"/>
    </inkml:brush>
  </inkml:definitions>
  <inkml:trace contextRef="#ctx0" brushRef="#br0">0 25 24575,'3'0'0,"8"0"0,4 0 0,7 0 0,5-3 0,4-2 0,7 1 0,3-2 0,-6 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4.718"/>
    </inkml:context>
    <inkml:brush xml:id="br0">
      <inkml:brushProperty name="width" value="0.05" units="cm"/>
      <inkml:brushProperty name="height" value="0.05" units="cm"/>
    </inkml:brush>
  </inkml:definitions>
  <inkml:trace contextRef="#ctx0" brushRef="#br0">37 0 23380,'-36'478'0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4.098"/>
    </inkml:context>
    <inkml:brush xml:id="br0">
      <inkml:brushProperty name="width" value="0.05" units="cm"/>
      <inkml:brushProperty name="height" value="0.05" units="cm"/>
    </inkml:brush>
  </inkml:definitions>
  <inkml:trace contextRef="#ctx0" brushRef="#br0">166 0 24575,'-55'921'-2007,"23"-541"1240,14-141 552,-41 725-452,58-751 672,3-169 855,2 0 0,17 77 0,-20-116-776,0-1 0,0 1 0,1-1 0,0 1 0,0-1 0,0 0 0,0 1 0,5 6 0,-5-10-73,-1 0 1,0 0 0,1 0-1,-1 0 1,1 0 0,-1 0-1,1 0 1,-1-1 0,1 1-1,0 0 1,-1-1 0,1 0 0,0 1-1,-1-1 1,1 0 0,0 0-1,-1 0 1,1 0 0,0 0-1,0 0 1,-1 0 0,1-1-1,0 1 1,-1 0 0,1-1 0,2-1-1,52-17-11,-12 3 0,52-11 0,82-2-465,190-7-1,-325 33 373,1687-60-6001,341 94 384,3 61 6188,-589-22-1939,-1445-68 1473,1021 17 3656,-958-23-1728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5.281"/>
    </inkml:context>
    <inkml:brush xml:id="br0">
      <inkml:brushProperty name="width" value="0.05" units="cm"/>
      <inkml:brushProperty name="height" value="0.05" units="cm"/>
    </inkml:brush>
  </inkml:definitions>
  <inkml:trace contextRef="#ctx0" brushRef="#br0">1 38 24575,'164'-1'0,"14"-2"-808,71-4-2425,65 0 1828,57 0-980,1591-5-1897,2 55 2531,728 100 1779,-2509-133 495,-157-8-484,357 18 2836,-3-15 4397,-379-5-7154,1-1 0,-1 1 0,0 0 0,1 0 0,-1 0 0,0 0 0,1 0 0,-1 1 0,0-1 0,1 0 0,-1 0 0,0 1-1,0-1 1,1 1 0,-1-1 0,0 1 0,2 1 0,-2-1-46,-1 0-1,0 0 1,0 1-1,0-1 1,0 0-1,0 0 1,0 0-1,0 0 1,0 0-1,0 0 1,0 0-1,-1 0 1,1 1-1,0-1 1,-2 1-1,-2 12-217,1 9 148,1 0-1,0 0 0,2-1 0,3 36 1,-1-26-3,0-4 2,11 627-142,-69 219-520,34-575 622,0 52 39,-39 435 0,53-723 280,-3-1 0,-31 98 0,42-158-348,-1 1 0,0-1-1,1 0 1,-1 0 0,0 0 0,-1 0-1,1 0 1,0 0 0,0 0 0,-1 0-1,1 0 1,-1 0 0,0-1 0,1 1-1,-1 0 1,0-1 0,0 0-1,0 1 1,-4 0 0,-5 2-6758</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5.950"/>
    </inkml:context>
    <inkml:brush xml:id="br0">
      <inkml:brushProperty name="width" value="0.05" units="cm"/>
      <inkml:brushProperty name="height" value="0.05" units="cm"/>
    </inkml:brush>
  </inkml:definitions>
  <inkml:trace contextRef="#ctx0" brushRef="#br0">1 73 24575,'3'-3'0,"1"-4"0,4-4 0,-1-4 0,-1-1 0,2 1 0,-1 9 0,-1 10 0,-2 12 0,-2 11 0,-1 10 0,0 4 0,-1 6 0,-1 3 0,1 0 0,0-2 0,-1-10-8191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6.656"/>
    </inkml:context>
    <inkml:brush xml:id="br0">
      <inkml:brushProperty name="width" value="0.05" units="cm"/>
      <inkml:brushProperty name="height" value="0.05" units="cm"/>
    </inkml:brush>
  </inkml:definitions>
  <inkml:trace contextRef="#ctx0" brushRef="#br0">856 243 24575,'1'-145'0,"-1"142"0,0 0 0,1 0 0,-1-1 0,1 1 0,0 0 0,-1 0 0,2 0 0,-1 0 0,0 1 0,1-1 0,-1 0 0,1 0 0,0 1 0,-1-1 0,1 1 0,1 0 0,-1-1 0,0 1 0,1 0 0,-1 0 0,1 0 0,-1 1 0,1-1 0,4-2 0,5 0 0,0 0 0,0 1 0,0 0 0,0 1 0,14-1 0,380-9-96,-349 12-48,1458 48-5949,-831-21 3557,1217 12 1094,-1088-39 5067,-787 0-3271,-11-1 490,0 1 0,30 4 0,-44-4-805,0 0 1,0 0-1,-1 1 0,1-1 1,0 0-1,0 0 1,0 0-1,-1 1 0,1-1 1,0 1-1,0-1 1,-1 0-1,1 1 0,0-1 1,-1 1-1,1 0 0,-1-1 1,2 2-1,-2-2 2,0 1-1,0-1 0,0 1 1,0-1-1,0 1 0,0-1 1,0 0-1,0 1 0,0-1 1,0 1-1,0-1 1,0 1-1,0-1 0,-1 1 1,1-1-1,0 1 0,0-1 1,0 0-1,-1 1 1,1-1-1,0 1 0,-1-1 1,1 1-1,-30 23 1700,17-14-1397,7-5-343,1 1 0,0-1 0,0 1 0,1 0 0,0 0 0,0 1 0,0-1 0,1 1 0,0 0 0,0 0 0,1 0 0,0 0 0,0 1 0,1-1 0,-1 0 0,2 1 0,-1-1 0,1 1 0,0-1 0,2 14 0,4 7 0,0-1 0,2 0 0,1 0 0,16 31 0,-4-5 0,-19-48 0,0 0 0,0 1 0,-1-1 0,1 1 0,-1-1 0,-1 1 0,1-1 0,-1 1 0,0-1 0,-1 10 0,0-11 0,0 0 0,-1 0 0,1 0 0,-1 0 0,0 0 0,0-1 0,0 1 0,0-1 0,-1 0 0,1 1 0,-1-1 0,0 0 0,0-1 0,0 1 0,-5 3 0,-6 3 0,0 0 0,-1-1 0,0-1 0,0 0 0,0-1 0,-25 6 0,-103 16 0,129-25 0,-397 40-350,-5-29-500,317-11 607,-953 1-3194,-3-27 2075,-70 0 1467,-36 30-2127,512 1 3374,604-9-1153,27 0 431,-1 1 1,0 0-1,1 2 1,-33 6-1,57-5 1341,9 1-3055,16-2-4538</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7.334"/>
    </inkml:context>
    <inkml:brush xml:id="br0">
      <inkml:brushProperty name="width" value="0.05" units="cm"/>
      <inkml:brushProperty name="height" value="0.05" units="cm"/>
    </inkml:brush>
  </inkml:definitions>
  <inkml:trace contextRef="#ctx0" brushRef="#br0">158 113 24575,'7'-9'0,"-9"5"0,1 4 0,0 0 0,0 0 0,0 0 0,0 0 0,0 1 0,0-1 0,0 0 0,0 1 0,0-1 0,0 1 0,0-1 0,0 1 0,0-1 0,0 1 0,1 0 0,-3 1 0,-12 13 0,1 1 0,0 1 0,2 0 0,-1 1 0,2 0 0,1 1 0,0 0 0,1 1 0,1 0 0,1 0 0,1 1 0,-6 33 0,11-46 0,0 1 0,0 0 0,1 0 0,0-1 0,0 1 0,1 0 0,0 0 0,1-1 0,0 1 0,0-1 0,1 1 0,0-1 0,0 0 0,1 0 0,0 0 0,1-1 0,-1 0 0,2 1 0,-1-2 0,1 1 0,0 0 0,0-1 0,0 0 0,1-1 0,0 0 0,0 0 0,1 0 0,-1-1 0,1 0 0,0 0 0,0-1 0,17 5 0,-6-4 0,-1-1 0,0 0 0,1-1 0,-1-1 0,1-1 0,-1-1 0,0 0 0,1-2 0,-1 0 0,0-1 0,0 0 0,0-2 0,-1 0 0,0-1 0,30-16 0,-33 14 0,0 0 0,0 0 0,-1-2 0,-1 1 0,1-2 0,-2 0 0,20-25 0,-24 27 0,0-1 0,-1 0 0,0-1 0,0 0 0,-1 0 0,-1 0 0,0 0 0,-1-1 0,0 1 0,1-23 0,-3 23 16,-2 1-1,1 0 1,-1 0-1,-1 0 1,0 1-1,0-1 1,-1 0-1,-1 1 1,1-1-1,-2 1 1,1 0-1,-2 1 1,1-1-1,-1 1 1,-1 0-1,1 0 1,-2 1 0,1 0-1,-1 0 1,0 0-1,-15-9 1,7 6-159,0 1 1,-1 0 0,-1 1 0,1 1-1,-1 1 1,-1 0 0,1 1 0,-1 1 0,-1 1-1,1 1 1,-26-1 0,-9 3-6684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7.738"/>
    </inkml:context>
    <inkml:brush xml:id="br0">
      <inkml:brushProperty name="width" value="0.05" units="cm"/>
      <inkml:brushProperty name="height" value="0.05" units="cm"/>
    </inkml:brush>
  </inkml:definitions>
  <inkml:trace contextRef="#ctx0" brushRef="#br0">402 146 24575,'0'-4'0,"-1"1"0,1 0 0,-1-1 0,0 1 0,0 0 0,-1-1 0,1 1 0,-1 0 0,1 0 0,-1 0 0,0 0 0,0 0 0,-5-4 0,2 1 0,-1 0 0,0 1 0,0 0 0,-12-8 0,11 9 0,0 0 0,-1 1 0,1 0 0,-1 0 0,0 1 0,0 0 0,1 0 0,-2 1 0,1 0 0,0 0 0,0 1 0,0 0 0,0 0 0,0 1 0,0 0 0,0 1 0,0 0 0,0 0 0,0 0 0,1 1 0,-1 0 0,1 1 0,0 0 0,0 0 0,-8 6 0,4-2 0,0 0 0,1 1 0,0 0 0,1 1 0,0 0 0,0 0 0,1 1 0,1 0 0,0 0 0,0 1 0,1 0 0,1 0 0,0 1 0,-6 21 0,10-29 0,-1 0 0,2 1 0,-1-1 0,0 1 0,1-1 0,0 1 0,0-1 0,1 1 0,0-1 0,0 1 0,0-1 0,0 1 0,1-1 0,0 0 0,0 0 0,0 0 0,1 0 0,0 0 0,0-1 0,0 1 0,0-1 0,1 1 0,0-1 0,0 0 0,0-1 0,0 1 0,0-1 0,1 0 0,0 0 0,-1 0 0,1-1 0,8 4 0,3 0 0,-1-1 0,1 0 0,1-1 0,-1-1 0,0-1 0,1 0 0,-1-1 0,1-1 0,28-3 0,-20 0 0,-1-2 0,0 0 0,0-1 0,-1-2 0,29-12 0,-41 15 0,0-1 0,-1 0 0,1 0 0,-1-1 0,0-1 0,-1 1 0,1-2 0,-2 1 0,1-1 0,-1-1 0,0 1 0,8-16 0,-13 20 0,0-1 0,-1 1 0,0-1 0,0 0 0,0 0 0,-1 0 0,1 0 0,-1 0 0,-1 0 0,1 0 0,-1 0 0,0 0 0,-1 0 0,0 0 0,1-1 0,-2 1 0,1 0 0,-1 1 0,0-1 0,0 0 0,-1 0 0,1 1 0,-1 0 0,-1-1 0,1 1 0,-1 0 0,-7-8 0,1 3 0,1 1 0,-2 0 0,1 1 0,-1 0 0,0 0 0,-1 2 0,0-1 0,0 1 0,0 1 0,-1 0 0,-23-5 0,18 6 0,1 1 0,-1 2 0,1-1 0,-1 2 0,0 0 0,0 1 0,1 1 0,-1 1 0,1 0 0,-1 2 0,-23 8 0,36-11-97,0 0-1,1 0 1,-1 1-1,1 0 1,0-1-1,0 1 1,0 1-1,0-1 1,0 0-1,1 1 1,-1 0-1,1 0 0,-3 5 1,-5 17-6729</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8.050"/>
    </inkml:context>
    <inkml:brush xml:id="br0">
      <inkml:brushProperty name="width" value="0.05" units="cm"/>
      <inkml:brushProperty name="height" value="0.05" units="cm"/>
    </inkml:brush>
  </inkml:definitions>
  <inkml:trace contextRef="#ctx0" brushRef="#br0">422 156 24575,'8'-3'0,"-1"-1"0,0 0 0,0-1 0,9-6 0,-15 10 0,-1 0 0,1 1 0,0-1 0,0 1 0,0-1 0,-1 0 0,1 0 0,0 1 0,0-1 0,-1 0 0,1 0 0,-1 0 0,1 0 0,-1 0 0,1 0 0,-1 0 0,0 0 0,0 0 0,1 0 0,-1 0 0,0 0 0,0 0 0,0 0 0,0 0 0,0 0 0,0 0 0,0 0 0,0 0 0,0 0 0,-1 0 0,1 0 0,0 0 0,-1 0 0,1 0 0,-1 0 0,1 0 0,-1 0 0,1 0 0,-1 1 0,0-1 0,1 0 0,-1 0 0,0 1 0,0-1 0,-1-1 0,-3-1 0,0 0 0,-1 1 0,1-1 0,-1 1 0,1 0 0,-1 0 0,0 1 0,0 0 0,0 0 0,-9-1 0,-8 2 0,-32 1 0,30 2 0,0 0 0,0 1 0,1 1 0,0 2 0,-32 12 0,47-15 0,0 0 0,0 0 0,0 1 0,0 0 0,1 0 0,0 1 0,0 1 0,0-1 0,1 1 0,0 0 0,0 1 0,1 0 0,0 0 0,1 0 0,-1 1 0,-4 10 0,8-15 0,1 1 0,-1-1 0,1 1 0,0 0 0,0 0 0,1-1 0,-1 1 0,1 0 0,0 0 0,1 0 0,-1 0 0,1-1 0,0 1 0,2 8 0,0-6 0,-1-1 0,1 0 0,1-1 0,-1 1 0,1 0 0,0-1 0,0 0 0,1 0 0,8 8 0,-1-4 0,1 0 0,-1-1 0,1 0 0,1-1 0,0 0 0,0-1 0,0-1 0,26 7 0,-23-9 0,0 0 0,0-1 0,0-1 0,0 0 0,0-2 0,1 0 0,-1 0 0,0-2 0,0 0 0,27-9 0,-37 9 0,0 1 0,-1-1 0,1 0 0,0-1 0,-1 0 0,0 0 0,0 0 0,0-1 0,0 0 0,-1 0 0,0 0 0,0-1 0,0 1 0,-1-1 0,1 0 0,-2-1 0,1 1 0,-1-1 0,0 0 0,0 0 0,0 0 0,-1 0 0,0 0 0,-1 0 0,0-1 0,1-13 0,-2 12 22,-1 0-1,1 0 0,-2 0 1,1 0-1,-1 0 0,-1 1 1,0-1-1,0 1 0,0 0 1,-1-1-1,0 1 0,-1 1 1,0-1-1,0 1 0,-10-11 1,2 5-266,-1 0 0,1 1 0,-2 0 0,0 1 1,0 1-1,-26-13 0,-26-7-6582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8.500"/>
    </inkml:context>
    <inkml:brush xml:id="br0">
      <inkml:brushProperty name="width" value="0.05" units="cm"/>
      <inkml:brushProperty name="height" value="0.05" units="cm"/>
    </inkml:brush>
  </inkml:definitions>
  <inkml:trace contextRef="#ctx0" brushRef="#br0">211 384 24575,'-14'-42'0,"12"-1"0,2 29 0,0 1 0,-4-22 0,4 32 0,-1 1 0,1-1 0,-1 0 0,0 1 0,0-1 0,0 1 0,0-1 0,0 1 0,-1 0 0,1-1 0,-1 1 0,0 0 0,1 0 0,-1 0 0,0 0 0,0 1 0,0-1 0,-3-2 0,3 3 0,0 0 0,0 0 0,0 1 0,0-1 0,-1 0 0,1 1 0,0-1 0,0 1 0,0 0 0,0 0 0,-1 0 0,1 0 0,0 0 0,0 0 0,0 1 0,-1-1 0,-2 2 0,0-1 0,1 1 0,0 0 0,0 1 0,0-1 0,0 1 0,1 0 0,-1 0 0,-3 3 0,-2 4 0,1 0 0,0 0 0,0 1 0,1 0 0,-6 12 0,8-13 0,1-1 0,0 1 0,0 0 0,1 0 0,1 1 0,0-1 0,0 1 0,1-1 0,0 1 0,0-1 0,2 1 0,-1-1 0,3 16 0,-1-18 0,1 1 0,0-1 0,0 0 0,0 0 0,1 0 0,0 0 0,1-1 0,0 1 0,0-1 0,0 0 0,1-1 0,0 1 0,0-1 0,1 0 0,0-1 0,12 8 0,-4-3 0,1-2 0,1 0 0,-1-1 0,1 0 0,0-2 0,1 0 0,0-1 0,-1 0 0,28 1 0,-29-4 0,0-1 0,1-1 0,-1 0 0,0-1 0,0-1 0,0 0 0,0-1 0,0-1 0,-1 0 0,26-13 0,-34 14 0,-1 0 0,1 0 0,-1 0 0,0-1 0,0 0 0,0-1 0,-1 1 0,0-1 0,0 0 0,0 0 0,-1-1 0,0 1 0,0-1 0,-1 0 0,1 0 0,-2 0 0,1 0 0,-1-1 0,0 1 0,1-9 0,-2 2 0,0 0 0,-1 0 0,0 1 0,-2-1 0,1 0 0,-2 0 0,0 1 0,0-1 0,-1 1 0,-9-18 0,2 6 0,-1 2 0,-1 0 0,-1 0 0,-1 1 0,-34-38 0,37 47 0,0 1 0,-1 1 0,0 0 0,0 0 0,-1 2 0,-1 0 0,0 0 0,0 1 0,0 1 0,-22-6 0,30 11 0,-1 0 0,0 1 0,0 0 0,0 0 0,1 1 0,-1 0 0,0 0 0,-12 2 0,17-1 0,0-1 0,0 1 0,0 0 0,0 0 0,0 0 0,0 0 0,0 1 0,1-1 0,-1 1 0,0 0 0,1-1 0,-1 1 0,1 0 0,0 1 0,0-1 0,0 0 0,0 1 0,0-1 0,0 1 0,1-1 0,-1 1 0,1 0 0,-3 5 0,3-3-195,1-1 0,-1 0 0,1 1 0,-1-1 0,1 0 0,1 6 0,4 24-6631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8.856"/>
    </inkml:context>
    <inkml:brush xml:id="br0">
      <inkml:brushProperty name="width" value="0.05" units="cm"/>
      <inkml:brushProperty name="height" value="0.05" units="cm"/>
    </inkml:brush>
  </inkml:definitions>
  <inkml:trace contextRef="#ctx0" brushRef="#br0">491 234 24575,'3'-2'0,"-1"-1"0,0 0 0,0 1 0,0-1 0,0 0 0,0 0 0,0 0 0,-1-1 0,1 1 0,-1 0 0,0-1 0,0 1 0,-1-1 0,1 1 0,-1-1 0,1 1 0,-1-1 0,0 1 0,0-1 0,-1 1 0,1-1 0,-1 1 0,1-1 0,-1 1 0,0 0 0,-1-1 0,1 1 0,-1 0 0,-2-6 0,-1 1 0,0 1 0,0-1 0,-1 1 0,0 0 0,0 0 0,-1 1 0,0 0 0,0 0 0,0 0 0,-12-6 0,9 7 0,-1 0 0,0 0 0,0 1 0,0 0 0,-1 1 0,1 1 0,-1-1 0,0 2 0,1 0 0,-1 0 0,0 1 0,0 1 0,0 0 0,0 0 0,1 1 0,-1 1 0,1 0 0,-1 0 0,1 1 0,0 1 0,1-1 0,-12 8 0,11-5 0,0 0 0,0 1 0,1 0 0,0 1 0,1 0 0,0 0 0,0 1 0,1 0 0,0 1 0,1 0 0,0 0 0,1 0 0,0 1 0,1 0 0,0 0 0,1 0 0,1 1 0,-1-1 0,-2 27 0,5-29 0,1 0 0,0 1 0,0-1 0,1 0 0,0 0 0,1 0 0,0 0 0,0 0 0,1 0 0,1 0 0,0-1 0,0 0 0,0 0 0,1 0 0,1 0 0,0 0 0,0-1 0,0 0 0,1-1 0,0 1 0,1-1 0,-1-1 0,1 0 0,1 0 0,-1 0 0,1-1 0,0 0 0,0-1 0,1 0 0,-1 0 0,20 4 0,-15-5 0,1-1 0,-1-1 0,1 0 0,-1-1 0,1-1 0,0 0 0,-1-1 0,1 0 0,-1-1 0,0-1 0,0 0 0,0-1 0,-1-1 0,1 0 0,-1-1 0,-1 0 0,1-1 0,-1 0 0,16-15 0,-16 12 0,-1 0 0,0-1 0,-1 0 0,0-1 0,-1 0 0,-1 0 0,0-1 0,-1 0 0,0 0 0,-1-1 0,-1 0 0,0 0 0,-1 0 0,0 0 0,-2-1 0,0 0 0,0-30 0,-2 37 0,0 1 0,-1-1 0,-1 0 0,1 1 0,-1-1 0,-1 1 0,0 0 0,0 0 0,0 0 0,-1 0 0,0 0 0,-1 1 0,0-1 0,0 1 0,-7-6 0,7 7 0,0 2 0,-1-1 0,0 1 0,0-1 0,0 2 0,-1-1 0,1 1 0,-1 0 0,0 0 0,0 1 0,0 0 0,0 0 0,0 0 0,0 1 0,-1 0 0,1 1 0,0 0 0,-9 0 0,-31 7-1365,5 4-5461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19.186"/>
    </inkml:context>
    <inkml:brush xml:id="br0">
      <inkml:brushProperty name="width" value="0.05" units="cm"/>
      <inkml:brushProperty name="height" value="0.05" units="cm"/>
    </inkml:brush>
  </inkml:definitions>
  <inkml:trace contextRef="#ctx0" brushRef="#br0">492 128 24575,'0'-2'0,"-1"0"0,1 1 0,-1-1 0,1 0 0,-1 0 0,0 0 0,1 1 0,-1-1 0,0 0 0,0 1 0,0-1 0,-1 1 0,1-1 0,-2-1 0,-23-20 0,18 16 0,-2-1 0,0 1 0,-1-1 0,1 1 0,-1 1 0,-1 0 0,1 1 0,-1 0 0,0 1 0,0 0 0,-1 1 0,-23-3 0,27 5 0,0 0 0,1 2 0,-1-1 0,0 1 0,0 0 0,1 1 0,-1 0 0,1 0 0,-1 1 0,1 0 0,0 0 0,0 1 0,0 0 0,0 0 0,1 1 0,0 0 0,0 1 0,-7 6 0,1 1 0,1 1 0,1 0 0,0 1 0,1 0 0,0 1 0,1 0 0,1 0 0,1 1 0,-9 30 0,12-36 0,1 1 0,1 0 0,0-1 0,0 1 0,1 0 0,1 0 0,0 0 0,1 0 0,0 0 0,1 0 0,0-1 0,0 1 0,2 0 0,-1-1 0,11 20 0,-11-24 0,1-2 0,0 1 0,0 0 0,1-1 0,-1 0 0,1 0 0,0 0 0,1-1 0,-1 1 0,1-1 0,0-1 0,12 7 0,-9-6 0,1-1 0,0 0 0,0 0 0,0-1 0,0-1 0,0 1 0,0-1 0,13-1 0,-6-1 0,-1-1 0,1 0 0,-1-1 0,0-1 0,0-1 0,0 0 0,0-1 0,-1 0 0,0-1 0,24-16 0,-27 14 0,0 0 0,0-1 0,-1 0 0,-1-1 0,0 0 0,0 0 0,10-18 0,-15 22 0,-1 0 0,0-1 0,-1 0 0,1 0 0,-2 0 0,1 0 0,-1 0 0,0-1 0,-1 1 0,0-1 0,0 1 0,-1-1 0,0 0 0,-2-10 0,0 8-455,0 0 0,-8-21 0,-12-16-6371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0.229"/>
    </inkml:context>
    <inkml:brush xml:id="br0">
      <inkml:brushProperty name="width" value="0.05" units="cm"/>
      <inkml:brushProperty name="height" value="0.05" units="cm"/>
    </inkml:brush>
  </inkml:definitions>
  <inkml:trace contextRef="#ctx0" brushRef="#br0">130 225 24575,'0'-1'0,"0"0"0,0 0 0,0 0 0,0 1 0,0-1 0,0 0 0,0 0 0,0 1 0,1-1 0,-1 0 0,0 0 0,0 1 0,1-1 0,-1 0 0,0 1 0,1-1 0,-1 0 0,1 1 0,-1-1 0,1 0 0,-1 1 0,1-1 0,-1 1 0,1-1 0,0 1 0,-1-1 0,1 1 0,0 0 0,-1-1 0,1 1 0,0 0 0,0-1 0,-1 1 0,1 0 0,1 0 0,-1 0 0,0 0 0,1 0 0,-1 0 0,0 0 0,0 1 0,0-1 0,0 0 0,0 1 0,0-1 0,0 1 0,0-1 0,0 1 0,0 0 0,0-1 0,0 1 0,0 0 0,0-1 0,-1 1 0,1 0 0,0 0 0,-1 0 0,1 0 0,0 0 0,0 1 0,2 5 0,-1 1 0,1-1 0,-1 1 0,0 0 0,-1-1 0,0 1 0,0 10 0,-3 57 0,-61 332 0,23-191 0,14-66 0,-26 194 0,52-341 0,-1 3 0,1 0 0,-1 0 0,1 0 0,1 0 0,0 10 0,0-15 0,-1 0 0,0 0 0,0 0 0,1 0 0,-1 0 0,1-1 0,-1 1 0,1 0 0,-1 0 0,1-1 0,-1 1 0,1 0 0,0-1 0,-1 1 0,1 0 0,0-1 0,0 1 0,-1-1 0,1 1 0,0-1 0,0 0 0,0 1 0,0-1 0,0 0 0,-1 0 0,1 1 0,0-1 0,0 0 0,0 0 0,0 0 0,0 0 0,0 0 0,0 0 0,0 0 0,0-1 0,0 1 0,-1 0 0,1 0 0,0-1 0,0 1 0,0 0 0,0-1 0,-1 1 0,2-1 0,57-25 0,-36 15 0,0 2 0,0 0 0,26-5 0,14 3 0,1 4 0,79 1 0,-2-1 0,-105 5 0,64-7 0,-87 6 0,1 1 0,0-1 0,-1-1 0,25-11 0,-36 14 0,1 0 0,-1-1 0,1 0 0,-1 1 0,0-1 0,0 0 0,0 0 0,0 0 0,0-1 0,0 1 0,0 0 0,-1-1 0,1 1 0,-1-1 0,0 1 0,0-1 0,0 0 0,0 1 0,0-1 0,0-5 0,1-3 0,-2-1 0,1 0 0,-3-22 0,0-7 0,27-237 0,-5 105 0,-12 87 0,8-126 0,-16 180 0,-1 0 0,-1 1 0,-2-1 0,-12-46 0,13 64 0,-2 2 0,0-1 0,0 0 0,-1 1 0,0 0 0,-1 0 0,-1 1 0,0 0 0,-1 0 0,0 1 0,0 0 0,-1 0 0,-15-11 0,7 9 0,0 1 0,-1 0 0,0 2 0,-1 0 0,0 1 0,-1 0 0,-35-6 0,-9 1 0,-1 2 0,0 4 0,-124 2 0,180 5 86,-1 1-1,0 0 0,-13 3 1,22-3-176,-1 0 0,1-1 0,-1 1 0,1 0 0,0 0 1,-1 0-1,1 1 0,0-1 0,0 1 0,0-1 1,0 1-1,0 0 0,0-1 0,0 1 0,1 0 0,-1 0 1,1 0-1,-3 5 0,0 7-6736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0.447"/>
    </inkml:context>
    <inkml:brush xml:id="br0">
      <inkml:brushProperty name="width" value="0.05" units="cm"/>
      <inkml:brushProperty name="height" value="0.05" units="cm"/>
    </inkml:brush>
  </inkml:definitions>
  <inkml:trace contextRef="#ctx0" brushRef="#br0">5 66 24575,'0'3'0,"-3"4"0,2 1 0,4 0 0,5-3 0,4-5 0,7-5 0,5-2 0,6-3 0,7-6 0,3-3 0,5-2 0,-6 3-8191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0.602"/>
    </inkml:context>
    <inkml:brush xml:id="br0">
      <inkml:brushProperty name="width" value="0.05" units="cm"/>
      <inkml:brushProperty name="height" value="0.05" units="cm"/>
    </inkml:brush>
  </inkml:definitions>
  <inkml:trace contextRef="#ctx0" brushRef="#br0">58 1 24575,'-3'0'0,"-4"3"0,-5 4 0,1 8 0,2 3 0,2 9 0,2 6 0,3 10 0,1 7 0,0 4 0,5 3 0,1-3 0,2-1 0,1-9-8191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1.445"/>
    </inkml:context>
    <inkml:brush xml:id="br0">
      <inkml:brushProperty name="width" value="0.05" units="cm"/>
      <inkml:brushProperty name="height" value="0.05" units="cm"/>
    </inkml:brush>
  </inkml:definitions>
  <inkml:trace contextRef="#ctx0" brushRef="#br0">78 189 24575,'0'-1'0,"-1"0"0,1 0 0,0 0 0,0 0 0,0 0 0,-1 0 0,1 1 0,0-1 0,-1 0 0,1 0 0,-1 0 0,1 1 0,-1-1 0,1 0 0,-2 0 0,2 0 0,0 1 0,-1 0 0,1 0 0,0 0 0,0 0 0,-1-1 0,1 1 0,0 0 0,0 0 0,-1 0 0,1 0 0,0 0 0,0 0 0,-1 0 0,1 0 0,0 0 0,0 0 0,-1 0 0,1 0 0,0 0 0,-1 0 0,1 0 0,0 0 0,0 0 0,-1 0 0,1 0 0,0 0 0,0 0 0,-1 0 0,1 1 0,0-1 0,0 0 0,-1 0 0,1 0 0,0 0 0,0 1 0,0-1 0,0 0 0,-1 0 0,1 0 0,0 1 0,0-1 0,0 0 0,0 0 0,0 1 0,-1-1 0,1 0 0,0 0 0,0 1 0,0-1 0,0 0 0,0 1 0,-13 35 0,1 2 0,2-1 0,-10 65 0,18-81 0,0 0 0,2-1 0,0 1 0,1 0 0,1 0 0,1-1 0,1 1 0,10 31 0,-13-49 0,0 1 0,1-1 0,-1 0 0,1 1 0,0-1 0,0 0 0,0 0 0,0 0 0,0 0 0,1-1 0,-1 1 0,1-1 0,0 1 0,0-1 0,0 0 0,0 0 0,0 0 0,7 3 0,-5-4 0,0 0 0,0 0 0,0-1 0,0 1 0,0-1 0,0 0 0,0 0 0,1-1 0,-1 1 0,0-1 0,0 0 0,0-1 0,5-1 0,95-37 0,-58 20 0,58-15 0,-26 18 0,111-8 0,-109 16 0,-66 7 0,-7 2 0,1-1 0,-1 0 0,0-1 0,13-4 0,-20 6 0,1-1 0,0 0 0,0 0 0,-1 0 0,1 0 0,-1 0 0,1 0 0,-1-1 0,1 1 0,-1 0 0,1-1 0,-1 1 0,0-1 0,0 1 0,0-1 0,0 0 0,0 1 0,0-1 0,0 0 0,-1 0 0,1 0 0,-1 1 0,1-1 0,-1-4 0,1-7 0,-1-1 0,0 0 0,-2 0 0,1 0 0,-2 0 0,-4-15 0,-30-79 0,37 107 0,-13-31 0,0 1 0,-2 1 0,-2 0 0,-36-51 0,49 78 0,0-1 0,1 1 0,-1-1 0,0 1 0,0 1 0,-1-1 0,1 0 0,-1 1 0,1 0 0,-1 0 0,0 0 0,0 1 0,0-1 0,0 1 0,0 0 0,0 1 0,0-1 0,0 1 0,-8 1 0,-10 1 0,1 1 0,-1 0 0,-24 9 0,23-6 0,-290 60-503,268-57-359,10-2-5964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1.679"/>
    </inkml:context>
    <inkml:brush xml:id="br0">
      <inkml:brushProperty name="width" value="0.05" units="cm"/>
      <inkml:brushProperty name="height" value="0.05" units="cm"/>
    </inkml:brush>
  </inkml:definitions>
  <inkml:trace contextRef="#ctx0" brushRef="#br0">0 57 24575,'0'-3'0,"3"-4"0,5-1 0,6 1 0,5-2 0,5 1 0,4 2 0,2 2 0,1 1 0,-5 2-8191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2.130"/>
    </inkml:context>
    <inkml:brush xml:id="br0">
      <inkml:brushProperty name="width" value="0.05" units="cm"/>
      <inkml:brushProperty name="height" value="0.05" units="cm"/>
    </inkml:brush>
  </inkml:definitions>
  <inkml:trace contextRef="#ctx0" brushRef="#br0">1 30 24575,'3'0'0,"4"0"0,8 0 0,3 0 0,6 0 0,8 0 0,7 0 0,8 0 0,0 0 0,4 0 0,-3-3 0,-1-1 0,-4 0 0,-5-3 0,-7 1 0,-8 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2.814"/>
    </inkml:context>
    <inkml:brush xml:id="br0">
      <inkml:brushProperty name="width" value="0.05" units="cm"/>
      <inkml:brushProperty name="height" value="0.05" units="cm"/>
    </inkml:brush>
  </inkml:definitions>
  <inkml:trace contextRef="#ctx0" brushRef="#br0">151 5 24575,'3'0'0,"2"-4"0,-1 3 0,-4 5 0,-2 10 0,-4 10 0,-3 10 0,-5 11 0,-5 11 0,-3 9 0,3 5 0,1 0 0,0-2 0,4-3 0,4-7 0,3-9 0,4-11 0,2-12-8191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3.314"/>
    </inkml:context>
    <inkml:brush xml:id="br0">
      <inkml:brushProperty name="width" value="0.05" units="cm"/>
      <inkml:brushProperty name="height" value="0.05" units="cm"/>
    </inkml:brush>
  </inkml:definitions>
  <inkml:trace contextRef="#ctx0" brushRef="#br0">143 221 24575,'0'-6'0,"0"1"0,1 0 0,-1 0 0,1 0 0,1 0 0,-1 0 0,1 0 0,0 0 0,0 1 0,0-1 0,1 1 0,3-6 0,0 3 0,-1 0 0,1 0 0,1 1 0,-1 0 0,1 0 0,11-7 0,3 1 0,0 1 0,1 1 0,0 0 0,31-7 0,-18 6 0,1 2 0,0 2 0,65-4 0,-82 10 0,-1 1 0,1 0 0,0 2 0,-1 0 0,1 1 0,-1 1 0,0 1 0,0 1 0,23 10 0,-39-15 0,1 0 0,-1 1 0,1 0 0,-1-1 0,0 1 0,0 0 0,0 0 0,0 0 0,0 1 0,0-1 0,0 0 0,-1 1 0,1-1 0,-1 1 0,0 0 0,0-1 0,0 1 0,0 0 0,0 0 0,0 4 0,1 4 0,-2 1 0,1 0 0,-3 22 0,0-10 0,3 92 0,23 172 0,-21-259 0,1-10 0,-2 1 0,0-1 0,-2 1 0,0-1 0,-1 1 0,-4 24 0,4-40 0,-1-1 0,1 1 0,-1-1 0,0 0 0,1 1 0,-2-1 0,1 0 0,0 0 0,-1 0 0,1 0 0,-1-1 0,0 1 0,0-1 0,0 1 0,0-1 0,0 0 0,-1 0 0,1 0 0,-1-1 0,1 1 0,-1-1 0,-7 2 0,-6 0 0,0 0 0,-1-1 0,-29 1 0,40-3 0,-129-3 34,-187-28 0,151 11-1467,139 17-5393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5.105"/>
    </inkml:context>
    <inkml:brush xml:id="br0">
      <inkml:brushProperty name="width" value="0.05" units="cm"/>
      <inkml:brushProperty name="height" value="0.05" units="cm"/>
    </inkml:brush>
  </inkml:definitions>
  <inkml:trace contextRef="#ctx0" brushRef="#br0">308 258 24575,'1'-6'0,"0"1"0,0 0 0,0 0 0,1-1 0,3-6 0,1-6 0,5-12 0,-6 16 0,0 0 0,-1 0 0,0 0 0,2-23 0,-6 34 0,0 0 0,0 1 0,0-1 0,0 0 0,0 0 0,0 1 0,-1-1 0,0 0 0,1 0 0,-1 1 0,0-1 0,0 1 0,-1-1 0,1 1 0,0-1 0,-1 1 0,1 0 0,-1 0 0,0-1 0,0 1 0,0 0 0,0 1 0,0-1 0,0 0 0,-1 1 0,1-1 0,0 1 0,-1 0 0,-4-2 0,-1 0 0,0 1 0,-1 1 0,1 0 0,-1 0 0,1 0 0,-1 1 0,1 0 0,-1 1 0,1 0 0,0 0 0,-1 1 0,1 0 0,0 1 0,0 0 0,0 0 0,-9 5 0,2 0 0,0 0 0,1 1 0,0 0 0,0 1 0,1 1 0,0 0 0,-14 17 0,23-23 0,-1 1 0,1-1 0,0 1 0,1 0 0,0 0 0,0 0 0,0 0 0,0 1 0,1-1 0,0 1 0,1-1 0,-1 1 0,1 0 0,0 0 0,1 0 0,0 7 0,1-5 0,1 0 0,-1 0 0,2 0 0,-1 0 0,1-1 0,0 1 0,1-1 0,0 0 0,1 0 0,-1 0 0,11 12 0,-2-4 0,1-1 0,0 0 0,1-1 0,22 15 0,73 43 0,-13-9 0,-91-59 0,-1 0 0,1 0 0,-1 1 0,8 10 0,-12-14 0,0-1 0,-1 1 0,1 0 0,-1-1 0,1 1 0,-1 0 0,1 0 0,-1-1 0,0 1 0,1 0 0,-1 0 0,0 0 0,0 0 0,1-1 0,-1 1 0,0 0 0,0 0 0,0 0 0,0 0 0,0 0 0,0 0 0,0-1 0,-1 1 0,1 0 0,0 0 0,0 0 0,-1 0 0,1-1 0,0 1 0,-1 0 0,1 0 0,-1-1 0,1 1 0,-1 0 0,0-1 0,1 1 0,-1 0 0,1-1 0,-1 1 0,0-1 0,0 1 0,1-1 0,-1 1 0,0-1 0,0 0 0,0 1 0,-1-1 0,-7 4 49,-1-2 0,1 1 0,-1-1-1,1-1 1,-1 0 0,-19 0 0,-59-7-1756,55 1-5119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5.276"/>
    </inkml:context>
    <inkml:brush xml:id="br0">
      <inkml:brushProperty name="width" value="0.05" units="cm"/>
      <inkml:brushProperty name="height" value="0.05" units="cm"/>
    </inkml:brush>
  </inkml:definitions>
  <inkml:trace contextRef="#ctx0" brushRef="#br0">0 22 24575,'7'-4'0,"0"1"0,0 0 0,0 0 0,0 1 0,0 0 0,0 0 0,10 0 0,-16 2 0,1 0 0,0 0 0,0 0 0,0 0 0,0 0 0,-1 1 0,1-1 0,0 1 0,0-1 0,-1 1 0,1 0 0,0-1 0,-1 1 0,1 0 0,-1 0 0,1 0 0,-1 0 0,1 1 0,-1-1 0,0 0 0,0 1 0,1-1 0,-1 1 0,0-1 0,0 1 0,0-1 0,-1 1 0,1 0 0,0-1 0,-1 1 0,1 0 0,-1 0 0,1-1 0,-1 5 0,2 6 0,-1 0 0,0 0 0,-1 1 0,0-1 0,-3 15 0,-14 64 0,7-43 0,0 0 223,-9 64-1811,18-94-5238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5.402"/>
    </inkml:context>
    <inkml:brush xml:id="br0">
      <inkml:brushProperty name="width" value="0.05" units="cm"/>
      <inkml:brushProperty name="height" value="0.05" units="cm"/>
    </inkml:brush>
  </inkml:definitions>
  <inkml:trace contextRef="#ctx0" brushRef="#br0">36 56 24575,'-3'-6'0,"-1"-6"0,-3-3 0,-4 1 0,1 5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5.973"/>
    </inkml:context>
    <inkml:brush xml:id="br0">
      <inkml:brushProperty name="width" value="0.05" units="cm"/>
      <inkml:brushProperty name="height" value="0.05" units="cm"/>
    </inkml:brush>
  </inkml:definitions>
  <inkml:trace contextRef="#ctx0" brushRef="#br0">0 193 24575,'1'9'0,"0"0"0,0 0 0,5 15 0,2 18 0,-5 112 0,-4-131 0,40-73 0,-33 43 0,10-12 0,30-28 0,-42 43 0,1 0 0,0 0 0,0 0 0,0 1 0,0 0 0,1 0 0,-1 0 0,1 1 0,0 0 0,0 0 0,-1 0 0,10-1 0,-14 3 0,1 0 0,0 0 0,0 1 0,0-1 0,0 0 0,0 1 0,-1-1 0,1 1 0,0-1 0,0 1 0,-1 0 0,1 0 0,0 0 0,-1 0 0,1 0 0,-1 0 0,1 0 0,-1 0 0,0 1 0,1-1 0,-1 0 0,0 1 0,1 2 0,3 4 0,0 0 0,-1 1 0,5 15 0,8 13 0,-14-33 0,0 1 0,0-1 0,1 0 0,-1 0 0,1 0 0,0-1 0,1 1 0,-1-1 0,0 0 0,1 0 0,0 0 0,8 3 0,-10-5 0,0 0 0,0-1 0,1 1 0,-1 0 0,1-1 0,-1 0 0,0 0 0,1 0 0,-1 0 0,0-1 0,1 1 0,-1-1 0,0 0 0,1 0 0,-1 0 0,0 0 0,0-1 0,0 1 0,0-1 0,5-4 0,1-1 0,-1 0 0,0-1 0,-1 0 0,1 0 0,-2-1 0,1 0 0,-1 0 0,-1-1 0,1 1 0,-2-1 0,1 0 0,-2-1 0,1 1 0,2-15 0,-2 3 0,0-1 0,-2 1 0,0-1 0,-2 1 0,0-1 0,-4-22 0,2 35 0,0-1 0,0 1 0,-1-1 0,0 1 0,-1 0 0,-8-17 0,11 25 0,-1 0 0,1 0 0,0 0 0,-1 0 0,1 1 0,-1-1 0,1 0 0,-1 1 0,0-1 0,0 1 0,0 0 0,0 0 0,0 0 0,0 0 0,-4-2 0,4 3 0,0 0 0,0 0 0,0 0 0,0 0 0,-1 0 0,1 0 0,0 1 0,0-1 0,0 1 0,0 0 0,0-1 0,0 1 0,0 0 0,0 0 0,0 0 0,0 1 0,1-1 0,-1 0 0,0 1 0,-1 1 0,-6 6 0,0 1 0,1 0 0,0 0 0,0 1 0,1 0 0,1 1 0,0-1 0,0 1 0,1 0 0,1 1 0,0-1 0,-3 16 0,3-6 0,0 0 0,2 0 0,0 1 0,2-1 0,0 1 0,5 29 0,-3-42 0,0 1 0,0-1 0,2 1 0,-1-1 0,1 0 0,1 0 0,0 0 0,0-1 0,1 1 0,10 12 0,-13-19 0,0 1 0,0-1 0,0 0 0,1 0 0,0 0 0,-1 0 0,1-1 0,0 1 0,0-1 0,1 0 0,-1 0 0,0-1 0,1 1 0,-1-1 0,1 0 0,-1 0 0,1 0 0,-1-1 0,1 1 0,0-1 0,-1-1 0,1 1 0,0 0 0,-1-1 0,1 0 0,7-3 0,16-10-1365,-4-2-5461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6.114"/>
    </inkml:context>
    <inkml:brush xml:id="br0">
      <inkml:brushProperty name="width" value="0.05" units="cm"/>
      <inkml:brushProperty name="height" value="0.05" units="cm"/>
    </inkml:brush>
  </inkml:definitions>
  <inkml:trace contextRef="#ctx0" brushRef="#br0">74 0 24575,'-7'3'0,"-4"11"0,-4 11 0,0 15 0,3 16 0,4 15 0,3 10 0,5 7 0,3 4 0,4-3 0,4-6 0,3-9 0,0-12 0,-3-16-8191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7.037"/>
    </inkml:context>
    <inkml:brush xml:id="br0">
      <inkml:brushProperty name="width" value="0.05" units="cm"/>
      <inkml:brushProperty name="height" value="0.05" units="cm"/>
    </inkml:brush>
  </inkml:definitions>
  <inkml:trace contextRef="#ctx0" brushRef="#br0">255 91 24575,'0'-5'0,"0"0"0,0-1 0,-1 1 0,0 0 0,0 0 0,0 0 0,0 0 0,-1 0 0,0 0 0,0 1 0,-4-8 0,5 10 0,-1 0 0,1 1 0,-1-1 0,0 0 0,0 0 0,0 1 0,0-1 0,0 1 0,0 0 0,0 0 0,-1 0 0,1 0 0,0 0 0,-1 0 0,1 0 0,0 1 0,-1-1 0,1 1 0,-1 0 0,1-1 0,-1 1 0,1 0 0,-1 1 0,1-1 0,-1 0 0,-2 2 0,-3 0 0,0 0 0,1 1 0,0 0 0,-1 1 0,1 0 0,0 0 0,1 0 0,-1 1 0,1 0 0,0 0 0,0 1 0,1-1 0,-1 1 0,-6 11 0,2-4 0,1 1 0,1 0 0,0 0 0,1 1 0,1 0 0,-6 19 0,9-25 0,1 1 0,0-1 0,1 0 0,0 1 0,0-1 0,1 1 0,0-1 0,1 1 0,0-1 0,1 0 0,3 13 0,-3-15 0,1 0 0,0 0 0,0-1 0,1 1 0,0-1 0,0 0 0,0 0 0,1 0 0,0-1 0,0 0 0,0 1 0,1-2 0,0 1 0,0-1 0,8 5 0,1-1 0,0-1 0,0-1 0,1 0 0,0-2 0,0 1 0,1-2 0,-1 0 0,25 1 0,-18-3 0,1-1 0,-1-1 0,0-1 0,0-2 0,35-8 0,-46 9 0,0-1 0,-1-1 0,0 0 0,0 0 0,0-1 0,-1 0 0,0-1 0,0 0 0,15-15 0,-19 17 0,-1-1 0,0 0 0,-1-1 0,1 1 0,-1-1 0,0 0 0,-1 0 0,0 0 0,0 0 0,0-1 0,-1 1 0,0-1 0,0 1 0,-1-1 0,0 0 0,0-8 0,-2 1 0,0-1 0,0 1 0,-1 0 0,-1 0 0,-8-24 0,9 32 0,0 1 0,-1 0 0,0 0 0,0-1 0,0 2 0,-1-1 0,0 0 0,0 1 0,0-1 0,-1 1 0,1 1 0,-1-1 0,-1 0 0,1 1 0,-6-3 0,9 6 0,0 0 0,0 0 0,0 0 0,0 0 0,0 1 0,0-1 0,0 1 0,0-1 0,0 1 0,0 0 0,0 0 0,0 0 0,0 0 0,0 0 0,0 0 0,-1 1 0,1-1 0,0 1 0,0-1 0,-3 3 0,1-1 0,1 0 0,0 0 0,-1 1 0,1 0 0,0-1 0,1 1 0,-1 0 0,0 1 0,1-1 0,-3 4 0,-2 7 0,0-1 0,0 1 0,2 1 0,-7 23 0,6-16 0,1 0 0,-3 39 0,8-53 0,0-1 0,0 1 0,0-1 0,1 0 0,0 1 0,0-1 0,1 0 0,0 0 0,0 0 0,1 0 0,0 0 0,4 8 0,-5-13 0,-1 1 0,1-1 0,0 1 0,0-1 0,0 0 0,0 0 0,0 0 0,0 0 0,1 0 0,-1-1 0,1 1 0,-1-1 0,1 1 0,0-1 0,-1 0 0,1 0 0,0 0 0,0 0 0,0-1 0,0 1 0,0-1 0,-1 0 0,1 0 0,0 0 0,0 0 0,0 0 0,0-1 0,0 1 0,0-1 0,0 0 0,5-2 0,-1 0 0,1-1 0,-1 0 0,0 0 0,0-1 0,0 0 0,0 0 0,-1-1 0,0 1 0,0-1 0,5-8 0,-2 0 0,1 0 0,-2-1 0,0 0 0,-1 0 0,0-1 0,-1 0 0,-1 0 0,-1-1 0,0 1 0,-1-1 0,1-23 0,-4 43 0,0-1 0,1 1 0,-1 0 0,1-1 0,0 1 0,0-1 0,0 1 0,0-1 0,0 0 0,0 1 0,1-1 0,-1 0 0,1 0 0,0 0 0,-1 0 0,1 0 0,0 0 0,0-1 0,0 1 0,0 0 0,1-1 0,-1 0 0,0 1 0,1-1 0,3 1 0,3 2 0,-1-1 0,0-1 0,1 1 0,0-1 0,-1-1 0,1 0 0,14 0 0,2-1 0,-16-1 0,1 1 0,0 0 0,19 3 0,-26-2 0,1 0 0,-1 0 0,0 0 0,1 1 0,-1-1 0,0 1 0,0 0 0,0 0 0,0 0 0,0 0 0,0 1 0,-1-1 0,1 1 0,3 4 0,-3-3 0,0 0 0,0 0 0,-1 0 0,1 0 0,-1 1 0,0-1 0,0 1 0,-1-1 0,1 1 0,-1 0 0,0 0 0,0 0 0,-1-1 0,1 8 0,-2-9 0,1 0 0,-1 0 0,0 0 0,1 0 0,-1 0 0,-1-1 0,1 1 0,0 0 0,-1 0 0,1-1 0,-1 1 0,0-1 0,0 1 0,0-1 0,0 0 0,0 0 0,0 0 0,-1 0 0,1 0 0,-1 0 0,0-1 0,1 1 0,-1-1 0,-3 2 0,1-1-72,-1 0 1,1 0-1,-1 0 0,1-1 0,-1 1 0,0-2 0,0 1 0,0 0 1,0-1-1,1 0 0,-1-1 0,0 1 0,0-1 0,0 0 0,0 0 1,1-1-1,-1 0 0,-9-4 0,-2-6-6754</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7.460"/>
    </inkml:context>
    <inkml:brush xml:id="br0">
      <inkml:brushProperty name="width" value="0.05" units="cm"/>
      <inkml:brushProperty name="height" value="0.05" units="cm"/>
    </inkml:brush>
  </inkml:definitions>
  <inkml:trace contextRef="#ctx0" brushRef="#br0">133 105 24575,'0'-1'0,"0"-1"0,-1 1 0,1-1 0,-1 1 0,1-1 0,-1 1 0,1 0 0,-1-1 0,0 1 0,0 0 0,0-1 0,0 1 0,0 0 0,0 0 0,0 0 0,-1-1 0,-24-17 0,16 12 0,8 5 0,0 1 0,1-1 0,-1 1 0,0 0 0,0 0 0,0 0 0,0 0 0,0 0 0,0 0 0,0 1 0,0-1 0,0 1 0,0-1 0,0 1 0,0 0 0,-1-1 0,1 1 0,0 0 0,0 1 0,0-1 0,-4 1 0,4 0 0,0 1 0,0-1 0,0 0 0,1 1 0,-1 0 0,0-1 0,1 1 0,-1 0 0,1 0 0,0 0 0,0 0 0,-1 0 0,1 0 0,0 0 0,1 1 0,-1-1 0,0 0 0,1 0 0,-1 1 0,1 2 0,-4 18 0,1 1 0,1-1 0,1 1 0,1 0 0,1-1 0,2 1 0,5 24 0,-8-45 0,0-1 0,1 0 0,0 1 0,0-1 0,-1 0 0,1 0 0,1 1 0,-1-1 0,0 0 0,0 0 0,1 0 0,-1 0 0,1-1 0,0 1 0,-1 0 0,1-1 0,0 1 0,0-1 0,0 0 0,0 1 0,0-1 0,0 0 0,1 0 0,-1 0 0,3 0 0,-2 0 0,0-1 0,1 0 0,-1 0 0,0 0 0,0-1 0,1 1 0,-1-1 0,0 0 0,0 0 0,0 0 0,0 0 0,0 0 0,0-1 0,0 1 0,0-1 0,0 0 0,-1 0 0,4-2 0,1-3 0,-1 0 0,1-1 0,-1 0 0,-1 0 0,1 0 0,-1 0 0,-1-1 0,0 0 0,0 0 0,0 0 0,-1-1 0,2-15 0,-1 8 0,-1-1 0,-1 0 0,-1 0 0,0 0 0,-4-36 0,2 50 0,0 1 0,0-1 0,0 0 0,0 0 0,-1 0 0,1 1 0,-1-1 0,0 0 0,0 1 0,0 0 0,0-1 0,-4-3 0,5 7 0,0-1 0,1 0 0,-1 1 0,0-1 0,0 1 0,1-1 0,-1 1 0,0 0 0,0-1 0,0 1 0,0 0 0,1-1 0,-1 1 0,0 0 0,0 0 0,0 0 0,0 0 0,0 0 0,0 0 0,0 0 0,1 0 0,-3 1 0,2-1 0,-1 1 0,0 0 0,1 0 0,-1 0 0,1 0 0,-1 1 0,1-1 0,0 0 0,0 1 0,-1-1 0,1 1 0,0-1 0,0 1 0,0-1 0,-1 3 0,-4 11 0,-1 0 0,2 0 0,0 0 0,1 1 0,1-1 0,0 1 0,-1 31 0,7 113 0,27 96 0,-1-13 0,-27-189-1365,-4-11-5461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29.656"/>
    </inkml:context>
    <inkml:brush xml:id="br0">
      <inkml:brushProperty name="width" value="0.05" units="cm"/>
      <inkml:brushProperty name="height" value="0.05" units="cm"/>
    </inkml:brush>
  </inkml:definitions>
  <inkml:trace contextRef="#ctx0" brushRef="#br0">23 512 24575,'-15'39'0,"8"14"0,7-47 0,0-1 0,0 0 0,0 0 0,1 0 0,-1 1 0,1-1 0,3 10 0,-4-15 0,0 1 0,1-1 0,-1 0 0,0 1 0,0-1 0,0 1 0,1-1 0,-1 1 0,0-1 0,0 0 0,1 1 0,-1-1 0,0 1 0,1-1 0,-1 0 0,0 1 0,1-1 0,-1 0 0,1 0 0,-1 1 0,0-1 0,1 0 0,-1 0 0,1 0 0,-1 1 0,1-1 0,-1 0 0,1 0 0,-1 0 0,1 0 0,-1 0 0,1 0 0,-1 0 0,1 0 0,-1 0 0,0 0 0,1 0 0,-1 0 0,1-1 0,-1 1 0,1 0 0,-1 0 0,1 0 0,-1-1 0,0 1 0,1 0 0,-1 0 0,1-1 0,-1 1 0,0 0 0,1-1 0,-1 1 0,1-1 0,17-24 0,-18 24 0,19-35 0,-1 0 0,-2-1 0,-2-1 0,11-45 0,-8 12 0,10-102 0,-25 157 0,0-4 0,0 0 0,-1 1 0,0-1 0,-4-25 0,3 44 0,0 0 0,0 0 0,0 0 0,0 1 0,0-1 0,-1 0 0,1 0 0,0 0 0,0 0 0,-1 0 0,1 0 0,-1 0 0,1 1 0,-1-1 0,1 0 0,-1 0 0,1 0 0,-1 1 0,0-1 0,1 0 0,-1 1 0,0-1 0,-1 0 0,2 1 0,-1 0 0,0 0 0,0 0 0,0 1 0,1-1 0,-1 0 0,0 1 0,0-1 0,1 0 0,-1 1 0,0-1 0,1 1 0,-1-1 0,0 1 0,1-1 0,-1 1 0,1-1 0,-1 1 0,1 0 0,-2 0 0,-3 7 0,0 0 0,0 0 0,-5 12 0,-5 16 0,2 0 0,1 1 0,1 1 0,3 0 0,1 1 0,1-1 0,3 1 0,2 77 0,2-101 0,1-1 0,0 0 0,1 0 0,0 0 0,1 0 0,1 0 0,0-1 0,10 18 0,-13-28 0,0 0 0,0 1 0,0-1 0,1 0 0,-1 0 0,1 0 0,0 0 0,0-1 0,0 1 0,0-1 0,0 0 0,1 0 0,-1 0 0,1 0 0,-1 0 0,1-1 0,0 0 0,-1 0 0,1 0 0,0 0 0,0 0 0,0-1 0,0 1 0,0-1 0,0 0 0,0-1 0,0 1 0,0-1 0,0 1 0,-1-1 0,1 0 0,0-1 0,0 1 0,4-3 0,2-1 0,-1 0 0,0 0 0,-1-1 0,1 0 0,-1-1 0,0 1 0,-1-2 0,0 1 0,0-1 0,0 0 0,-1 0 0,10-18 0,-7 8 0,0-1 0,0 0 0,-2-1 0,-1 0 0,7-30 0,-12 46 0,3-26 0,-4 29 0,0-1 0,0 0 0,0 1 0,0-1 0,0 1 0,0-1 0,0 1 0,-1-1 0,1 0 0,-1 1 0,1-1 0,-1 1 0,1 0 0,-1-1 0,-1-1 0,2 3 0,-1 0 0,1 0 0,-1-1 0,1 1 0,0 0 0,-1 0 0,1 0 0,-1 0 0,1 0 0,-1-1 0,1 1 0,-1 0 0,1 0 0,-1 0 0,1 0 0,-1 1 0,1-1 0,-1 0 0,1 0 0,0 0 0,-1 0 0,1 0 0,-1 0 0,1 1 0,-1-1 0,1 0 0,0 0 0,-1 1 0,1-1 0,-1 0 0,1 1 0,0-1 0,-1 0 0,1 1 0,0 0 0,-14 13 0,14-13 0,-6 7 0,1 0 0,0 0 0,1 0 0,0 1 0,0 0 0,1 0 0,-4 14 0,6-20 0,1 0 0,-1 0 0,1 0 0,0 1 0,0-1 0,0 0 0,0 0 0,1 0 0,-1 0 0,1 0 0,2 5 0,-2-6 0,0 0 0,0 0 0,0 0 0,0-1 0,0 1 0,1-1 0,-1 1 0,1-1 0,-1 1 0,1-1 0,0 0 0,-1 0 0,1 1 0,0-1 0,0-1 0,0 1 0,0 0 0,0 0 0,3 0 0,7 2 0,0-1 0,1-1 0,-1 0 0,1-1 0,-1 0 0,1 0 0,12-4 0,-16 3 0,0 0 0,0-2 0,0 1 0,-1-1 0,1 0 0,-1-1 0,0 0 0,0 0 0,0-1 0,10-7 0,-16 10 0,0 0 0,1 0 0,-2 0 0,1-1 0,0 1 0,0 0 0,-1-1 0,1 0 0,-1 1 0,0-1 0,0 0 0,0 0 0,0 1 0,0-1 0,-1 0 0,1 0 0,-1 0 0,0 0 0,0-5 0,0 5 0,0 1 0,-1 0 0,1 0 0,-1 0 0,0-1 0,0 1 0,0 0 0,0 0 0,0 0 0,0 0 0,0 1 0,-1-1 0,1 0 0,-1 0 0,1 1 0,-1-1 0,1 1 0,-1-1 0,0 1 0,0 0 0,0 0 0,0 0 0,0 0 0,0 0 0,0 0 0,-3 0 0,-1-1 0,-1 1 0,0 0 0,0 0 0,1 1 0,-1 0 0,0 0 0,0 1 0,1 0 0,-1 0 0,0 0 0,1 1 0,-1 0 0,-6 3 0,10-4 0,-1 0 0,1 1 0,0 0 0,0-1 0,0 1 0,0 0 0,0 1 0,0-1 0,1 0 0,-1 1 0,1 0 0,-1-1 0,1 1 0,0 0 0,0 0 0,0 0 0,1 1 0,-1-1 0,1 0 0,-1 1 0,1-1 0,0 1 0,1-1 0,-1 1 0,0 6 0,1-8 0,0 1 0,0-1 0,1 0 0,-1 0 0,1 1 0,-1-1 0,1 0 0,0 0 0,0 0 0,0 0 0,0 0 0,0 0 0,0 0 0,1 0 0,-1-1 0,0 1 0,1 0 0,2 1 0,-1-1 0,0 1 0,1-1 0,0 0 0,-1 0 0,1 0 0,0 0 0,0-1 0,0 0 0,6 2 0,-4-2 0,1 0 0,0 0 0,0-1 0,0 0 0,-1 0 0,1 0 0,0-1 0,0 0 0,-1 0 0,1-1 0,0 0 0,7-3 0,-8 1 0,-1 1 0,1-2 0,-1 1 0,0 0 0,0-1 0,6-7 0,13-14 0,-23 26 0,-1 0 0,0 0 0,0 0 0,0 0 0,0 0 0,0 0 0,0 0 0,0 0 0,0 0 0,0 0 0,1 0 0,-1-1 0,0 1 0,0 0 0,0 0 0,0 0 0,0 0 0,0 0 0,0 0 0,1 0 0,-1 0 0,0 0 0,0 0 0,0 0 0,0 0 0,0 0 0,0 0 0,1 0 0,-1 0 0,0 0 0,0 0 0,0 0 0,0 0 0,0 1 0,0-1 0,0 0 0,1 0 0,-1 0 0,0 0 0,0 0 0,0 0 0,0 0 0,0 0 0,0 0 0,0 0 0,0 1 0,0-1 0,2 9 0,-3 11 0,1-20 0,-26 321 0,15-150 0,11-169 0,-1 7 0,0 1 0,0-1 0,-4 11 0,5-19 0,0 1 0,-1-1 0,1 0 0,-1 0 0,0 1 0,1-1 0,-1 0 0,0 0 0,0 0 0,1 0 0,-1 0 0,0 0 0,-2 1 0,3-1 0,-1-1 0,0 0 0,1 0 0,-1 0 0,0 1 0,1-1 0,-1 0 0,0 0 0,1 0 0,-1 0 0,0 0 0,1 0 0,-1 0 0,0-1 0,1 1 0,-1 0 0,0 0 0,1 0 0,-1-1 0,0 1 0,1 0 0,-1-1 0,1 1 0,-1 0 0,1-1 0,-1 1 0,0-2 0,-4-2 0,1-1 0,0 1 0,1-1 0,-1 0 0,1 0 0,0 0 0,0-1 0,0 1 0,1-1 0,-3-9 0,-2-10 0,-4-28 0,4 14 0,1 0 0,2-1 0,2 1 0,6-74 0,-3 106 43,0 1 0,0 0-1,1 0 1,-1 0 0,1 0-1,1 0 1,5-10 0,-7 13-129,1 1 1,0 0 0,0 0-1,-1-1 1,1 1 0,1 1-1,-1-1 1,0 0 0,0 0-1,1 1 1,-1-1 0,1 1-1,-1 0 1,1 0 0,-1 0-1,1 0 1,0 0 0,0 1-1,4-1 1,9 0-6741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31.556"/>
    </inkml:context>
    <inkml:brush xml:id="br0">
      <inkml:brushProperty name="width" value="0.05" units="cm"/>
      <inkml:brushProperty name="height" value="0.05" units="cm"/>
    </inkml:brush>
  </inkml:definitions>
  <inkml:trace contextRef="#ctx0" brushRef="#br0">0 405 24575,'65'-1'0,"71"3"0,-134-2 0,0 0 0,-1 0 0,1 0 0,0 1 0,0-1 0,0 1 0,0 0 0,-1-1 0,1 1 0,0 0 0,-1 0 0,1 0 0,-1 0 0,1 0 0,-1 1 0,1-1 0,-1 0 0,0 1 0,0-1 0,1 1 0,-1-1 0,0 1 0,0-1 0,-1 1 0,1 0 0,0 0 0,-1-1 0,1 1 0,0 4 0,1 4 0,-1 0 0,-1 0 0,0 0 0,-1 17 0,-1 3 0,29 244 0,-21-227 0,-6-45 0,4 21 0,-4-22 0,0 0 0,0 0 0,1 0 0,-1 0 0,0 0 0,0-1 0,0 1 0,1 0 0,-1 0 0,1 0 0,-1 0 0,1-1 0,-1 1 0,1 0 0,-1-1 0,1 1 0,-1 0 0,1-1 0,1 2 0,0-4 0,-1 0 0,0 0 0,1 0 0,-1 0 0,0-1 0,0 1 0,0 0 0,0-1 0,0 1 0,-1 0 0,1-1 0,-1-4 0,1 3 0,59-309 0,-15 56 0,-26 174 0,37-108 0,-46 171 0,-5 19 0,-3 13 0,-2 0 0,0-6 0,0 0 0,1 0 0,0 0 0,0 0 0,2 7 0,-2-11 0,0 1 0,0-1 0,0 0 0,0 0 0,0 0 0,1-1 0,-1 1 0,1 0 0,-1 0 0,1-1 0,0 1 0,0-1 0,0 0 0,-1 1 0,1-1 0,0 0 0,1 0 0,1 1 0,15 4 0,0 0 0,-1-1 0,2-1 0,32 2 0,82-2 0,-94-3 0,2 0 0,-22 0 0,0 0 0,0-1 0,0-1 0,0-1 0,0-1 0,26-7 0,-42 8-1365</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32.754"/>
    </inkml:context>
    <inkml:brush xml:id="br0">
      <inkml:brushProperty name="width" value="0.05" units="cm"/>
      <inkml:brushProperty name="height" value="0.05" units="cm"/>
    </inkml:brush>
  </inkml:definitions>
  <inkml:trace contextRef="#ctx0" brushRef="#br0">133 112 24575,'0'0'0,"-36"-41"0,35 39 0,-1 0 0,0 0 0,1-1 0,-1 1 0,1-1 0,0 1 0,0-1 0,0 0 0,0 0 0,1 1 0,-1-1 0,1 0 0,-1 0 0,1 1 0,0-1 0,0-4 0,1 6 0,-1-1 0,0 1 0,1 0 0,-1 0 0,1 0 0,0 0 0,-1 0 0,1 0 0,0 0 0,-1 0 0,1 0 0,0 0 0,0 0 0,0 0 0,0 0 0,0 1 0,0-1 0,0 0 0,0 1 0,0-1 0,1 1 0,-1-1 0,0 1 0,0 0 0,0-1 0,1 1 0,-1 0 0,0 0 0,0 0 0,1 0 0,-1 0 0,0 0 0,0 0 0,1 0 0,0 1 0,-1-1 0,1 0 0,-1 1 0,0-1 0,1 1 0,-1-1 0,0 1 0,1-1 0,-1 1 0,0 0 0,0 0 0,0-1 0,1 1 0,-1 0 0,0 0 0,0 0 0,0 0 0,-1 0 0,1 1 0,0-1 0,0 0 0,-1 0 0,1 0 0,0 1 0,-1-1 0,1 0 0,-1 1 0,0-1 0,1 1 0,-1-1 0,0 0 0,0 1 0,0 1 0,-1 3 0,0-1 0,0 1 0,-1-1 0,0 1 0,0-1 0,0 0 0,-1 0 0,0 0 0,0 0 0,-6 8 0,-6 6 0,-22 20 0,20-21 0,9-10 0,2-3 0,0 1 0,1 1 0,-1-1 0,-5 11 0,10-16 0,1-1 0,-1 1 0,1 0 0,-1 0 0,1 0 0,-1 0 0,1 0 0,0 0 0,-1 0 0,1 0 0,0 0 0,0 0 0,0 0 0,0 0 0,0 0 0,0 0 0,0 0 0,0 0 0,0 0 0,0 0 0,1 0 0,-1 0 0,0 0 0,1 0 0,-1 0 0,0 0 0,1 0 0,0 0 0,-1 0 0,1 0 0,-1-1 0,1 1 0,0 0 0,0 0 0,-1-1 0,1 1 0,0-1 0,0 1 0,0 0 0,0-1 0,0 1 0,0-1 0,1 1 0,9 2 0,1 0 0,-1 0 0,1-1 0,-1 0 0,1-1 0,21-1 0,-2 1 0,199 10-1365,-157-9-5461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33.810"/>
    </inkml:context>
    <inkml:brush xml:id="br0">
      <inkml:brushProperty name="width" value="0.05" units="cm"/>
      <inkml:brushProperty name="height" value="0.05" units="cm"/>
    </inkml:brush>
  </inkml:definitions>
  <inkml:trace contextRef="#ctx0" brushRef="#br0">4 18 24575,'-1'0'0,"1"0"0,0-1 0,0 1 0,0 0 0,-1 0 0,1 0 0,0 0 0,0-1 0,0 1 0,0 0 0,-1 0 0,1 0 0,0 0 0,0-1 0,0 1 0,0 0 0,0 0 0,0-1 0,0 1 0,0 0 0,0 0 0,-1 0 0,1-1 0,0 1 0,0 0 0,0 0 0,0-1 0,1 1 0,-1 0 0,0 0 0,0-1 0,0 1 0,0 0 0,0 0 0,0 0 0,0-1 0,0 1 0,0 0 0,0 0 0,1 0 0,-1-1 0,0 1 0,0 0 0,14-5 0,19 1 0,-33 4 0,147 0 0,-145 0 0,0 0 0,1 0 0,-1 1 0,0-1 0,0 1 0,1-1 0,-1 1 0,0 0 0,0 0 0,0 0 0,0 0 0,0 0 0,0 0 0,0 1 0,2 1 0,-3-2 0,0 0 0,-1 0 0,1 0 0,-1 0 0,0 0 0,1 0 0,-1 0 0,0 1 0,0-1 0,1 0 0,-1 0 0,0 0 0,0 0 0,0 0 0,0 0 0,-1 0 0,1 1 0,0-1 0,0 0 0,-1 0 0,1 0 0,-1 0 0,1 0 0,0 0 0,-1 0 0,0 0 0,1 0 0,-1 0 0,0-1 0,1 1 0,-1 0 0,0 0 0,-1 0 0,-5 6 0,0-1 0,0 0 0,-17 10 0,18-13 0,1 1 0,-1 0 0,0 0 0,1 0 0,0 1 0,0 0 0,0 0 0,-7 10 0,12-14 0,-1 1 0,1-1 0,-1 1 0,1-1 0,-1 1 0,1 0 0,0-1 0,0 1 0,0 0 0,0 0 0,0-1 0,0 1 0,0 0 0,0-1 0,1 1 0,-1-1 0,1 1 0,-1 0 0,1-1 0,0 1 0,0-1 0,-1 1 0,1-1 0,0 0 0,0 1 0,0-1 0,1 0 0,-1 0 0,0 1 0,0-1 0,1 0 0,1 1 0,6 5 0,2 0 0,-1 0 0,16 6 0,-11-5 0,-8-4 0,-1 0 0,1 0 0,-1 1 0,7 5 0,-13-9 0,1-1 0,0 1 0,-1 0 0,1-1 0,-1 1 0,1 0 0,-1 0 0,1 0 0,-1-1 0,1 1 0,-1 0 0,0 0 0,0 0 0,1 0 0,-1 0 0,0 0 0,0 0 0,0 1 0,0-1 0,-1 0 0,1 0 0,-1 0 0,1 0 0,-1-1 0,1 1 0,-1 0 0,0 0 0,1-1 0,-1 1 0,0 0 0,0-1 0,0 1 0,1-1 0,-1 1 0,0-1 0,0 1 0,0-1 0,0 0 0,0 1 0,0-1 0,-1 0 0,-14 4-136,0-1 0,0-1 0,-28 0 0,32-1-685,-57 1-6005</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1.176"/>
    </inkml:context>
    <inkml:brush xml:id="br0">
      <inkml:brushProperty name="width" value="0.05" units="cm"/>
      <inkml:brushProperty name="height" value="0.05" units="cm"/>
    </inkml:brush>
  </inkml:definitions>
  <inkml:trace contextRef="#ctx0" brushRef="#br0">2122 142 24575,'0'-7'0,"1"0"0,0 1 0,1-1 0,-1 0 0,1 0 0,0 1 0,1-1 0,0 1 0,4-7 0,0 1 0,0 0 0,1 1 0,14-16 0,-15 20 0,-5 8 0,-10 15 0,-54 73-37,-145 161-1,152-189-179,-583 622-2321,150-167 1163,-216 292-188,669-767-860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2.143"/>
    </inkml:context>
    <inkml:brush xml:id="br0">
      <inkml:brushProperty name="width" value="0.05" units="cm"/>
      <inkml:brushProperty name="height" value="0.05" units="cm"/>
    </inkml:brush>
  </inkml:definitions>
  <inkml:trace contextRef="#ctx0" brushRef="#br0">1 92 24575,'4'3'0,"0"0"0,0-1 0,0 0 0,1 0 0,-1 0 0,1-1 0,-1 1 0,1-1 0,0 0 0,-1 0 0,9 0 0,0 0 0,73 9 0,123-4 0,-154-6 0,1158-34-4537,-481 5 2427,1080-1 1308,-1764 31 889,-29 0 315,-1 0 0,1-2 0,-1 0 0,0-1 0,33-7 1,-50 9-313,-1 0 1,1-1 0,0 1-1,-1 0 1,1 0 0,0 0-1,-1-1 1,1 1-1,0 0 1,-1-1 0,1 1-1,-1 0 1,1-1 0,-1 1-1,1-1 1,-1 1 0,1-1-1,-1 1 1,1-1 0,-1 1-1,1-2 1,-1 2-18,0-1-1,0 1 1,-1-1-1,1 1 1,0 0-1,0-1 1,-1 1-1,1-1 1,0 1 0,-1 0-1,1-1 1,0 1-1,-1 0 1,1 0-1,0-1 1,-1 1 0,1 0-1,-1 0 1,1-1-1,0 1 1,-1 0-1,0 0 1,-29-8-440,9 5-6171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2.471"/>
    </inkml:context>
    <inkml:brush xml:id="br0">
      <inkml:brushProperty name="width" value="0.05" units="cm"/>
      <inkml:brushProperty name="height" value="0.05" units="cm"/>
    </inkml:brush>
  </inkml:definitions>
  <inkml:trace contextRef="#ctx0" brushRef="#br0">1 702 24575,'1'-3'0,"0"0"0,0 0 0,0 0 0,1 0 0,-1 0 0,1 0 0,0 1 0,0-1 0,0 1 0,0-1 0,0 1 0,4-3 0,5-8 0,18-24 0,-3-2 0,-1-1 0,-1-2 0,-3 0 0,18-51 0,-19 36 0,-3 0 0,-2-2 0,11-93 0,-26 152 0,5-25 0,-5 25 0,1-1 0,-1 1 0,0 0 0,0-1 0,0 1 0,0-1 0,0 1 0,1 0 0,-1-1 0,0 1 0,0 0 0,0-1 0,1 1 0,-1 0 0,0 0 0,1-1 0,-1 1 0,0 0 0,0 0 0,1 0 0,-1-1 0,0 1 0,1 0 0,-1 0 0,1 0 0,-1 0 0,0 0 0,1-1 0,-1 1 0,0 0 0,1 0 0,-1 0 0,1 0 0,-1 0 0,0 0 0,1 0 0,-1 1 0,1-1 0,-1 0 0,0 0 0,1 0 0,-1 0 0,0 0 0,1 0 0,-1 1 0,0-1 0,1 0 0,-1 0 0,0 1 0,0-1 0,1 0 0,-1 0 0,0 1 0,0-1 0,1 0 0,-1 1 0,0-1 0,0 1 0,9 11 0,-1 1 0,-1 0 0,0 0 0,-1 1 0,0 0 0,-1 0 0,3 17 0,5 7 0,80 207 286,-33-89-1937,-43-109-5175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2.718"/>
    </inkml:context>
    <inkml:brush xml:id="br0">
      <inkml:brushProperty name="width" value="0.05" units="cm"/>
      <inkml:brushProperty name="height" value="0.05" units="cm"/>
    </inkml:brush>
  </inkml:definitions>
  <inkml:trace contextRef="#ctx0" brushRef="#br0">1 5 24575,'0'-3'0,"0"2"0,0 4 0,0 5 0,0 4 0,0 4 0,0 1 0,0 2 0,0 0 0,0-3-8191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3.893"/>
    </inkml:context>
    <inkml:brush xml:id="br0">
      <inkml:brushProperty name="width" value="0.05" units="cm"/>
      <inkml:brushProperty name="height" value="0.05" units="cm"/>
    </inkml:brush>
  </inkml:definitions>
  <inkml:trace contextRef="#ctx0" brushRef="#br0">0 0 23739,'7405'0'0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7.276"/>
    </inkml:context>
    <inkml:brush xml:id="br0">
      <inkml:brushProperty name="width" value="0.05" units="cm"/>
      <inkml:brushProperty name="height" value="0.05" units="cm"/>
    </inkml:brush>
  </inkml:definitions>
  <inkml:trace contextRef="#ctx0" brushRef="#br0">9 8 24575,'-5'-7'0,"5"7"0,0 0 0,0-1 0,0 1 0,0 0 0,0 0 0,0 0 0,0 0 0,0 0 0,-1 0 0,1 0 0,0 0 0,0 0 0,0 0 0,0 0 0,0 0 0,0 0 0,0 0 0,-1 0 0,1 0 0,0 0 0,0 0 0,0 0 0,0 0 0,0 1 0,0-1 0,0 0 0,0 0 0,-1 0 0,1 0 0,0 0 0,0 0 0,0 0 0,0 0 0,0 0 0,0 0 0,0 0 0,0 1 0,0-1 0,0 0 0,0 0 0,0 0 0,0 0 0,0 0 0,0 0 0,0 0 0,0 0 0,0 1 0,0-1 0,0 0 0,0 0 0,0 0 0,0 0 0,0 0 0,0 0 0,0 0 0,0 1 0,0-1 0,0 0 0,0 0 0,0 0 0,0 0 0,0 0 0,0 0 0,0 0 0,0 0 0,0 1 0,0-1 0,3 8 0,-1 0 0,1 0 0,1 0 0,-1 0 0,1 0 0,10 13 0,37 43 0,-38-48 0,71 78-260,175 152 0,123 56-260,184 108 540,47 35-297,-466-325 926,134 143-1,-275-259-2013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49.632"/>
    </inkml:context>
    <inkml:brush xml:id="br0">
      <inkml:brushProperty name="width" value="0.05" units="cm"/>
      <inkml:brushProperty name="height" value="0.05" units="cm"/>
    </inkml:brush>
  </inkml:definitions>
  <inkml:trace contextRef="#ctx0" brushRef="#br0">333 223 24575,'-2'56'0,"-15"87"0,3-48 0,-135 937-574,112-787 574,-39 216 0,63-398 192,2 1-1,-2 112 0,13-168-191,0 0 0,1 0 0,0 0 0,0 0 0,1 0 0,0-1 0,0 1 0,4 7 0,-4-10 0,1-1 0,0 1 0,0-1 0,0 0 0,1 1 0,-1-1 0,1-1 0,0 1 0,0 0 0,0-1 0,1 0 0,8 5 0,2-1 0,1 0 0,0-1 0,0-1 0,0 0 0,33 4 0,91 1 0,-121-9 0,699 6-2230,-240-7 378,748 43-1962,0 29-41,-1005-58 3723,2264 119-21,-1167-93-369,-444-32 4444,-816-8-3826,-25 2 956,0-2-1,0-1 1,0-2 0,53-12 0,-84 15-996,0-1 0,0 0 0,0 1 1,0-1-1,0 0 0,0 0 0,0 0 1,-1 0-1,1-1 0,0 1 0,0 0 1,-1-1-1,1 1 0,-1-1 0,0 0 1,1 1-1,-1-1 0,0 0 0,0 0 1,0 0-1,0 0 0,0 0 0,-1 0 0,1 0 1,0 0-1,-1 0 0,0 0 0,1 0 1,-1-1-1,0-2 0,-1-5 189,0 0 0,-1 0-1,0 0 1,-1 0 0,-4-11 0,3 6-176,-13-37-69,3-1 0,2-1 0,2 0 0,-4-84 0,15 73 0,2-1 0,3 2 0,25-111 0,0 58 0,49-122 0,-61 188 0,-2-2 0,-2 0 0,-2 0 0,-3-1 0,6-100 0,-17 28 0,-5 1 0,-6 0 0,-30-131 0,26 178 0,-4 2 0,-3 0 0,-4 1 0,-2 2 0,-72-127 0,96 193 0,0-1 0,-1 1 0,0 0 0,0 0 0,0 0 0,-1 1 0,0 0 0,0 1 0,-1-1 0,0 1 0,1 1 0,-2-1 0,1 2 0,0-1 0,-1 1 0,0 0 0,0 1 0,0 0 0,-13-2 0,-160-18-299,-202 1 1,217 14 48,-2674-41-3918,1157 63 3945,24-10-24,1024-6 4067,632 1-3788,-120 4 995,107-2-926,0 1 0,0 0 0,0 1 0,0 1 0,-17 7 0,2 0-101,-1 0 0,-1-2 0,0-2 0,-66 9 0,74-17 0,-1 0 0,1-2 0,0-1 0,-41-10 0,35 6 0,-1 2 0,-41-2 0,55 6 0,0 2 0,0 0 0,0 0 0,-19 6 0,32-6 0,0 1 0,0 0 0,0 0 0,1 0 0,-1 1 0,1 0 0,0 0 0,0 1 0,0-1 0,0 1 0,0 0 0,1 0 0,0 1 0,0-1 0,0 1 0,-5 9 0,0 0-455,-1 0 0,-22 24 0,22-27-6371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0.537"/>
    </inkml:context>
    <inkml:brush xml:id="br0">
      <inkml:brushProperty name="width" value="0.05" units="cm"/>
      <inkml:brushProperty name="height" value="0.05" units="cm"/>
    </inkml:brush>
  </inkml:definitions>
  <inkml:trace contextRef="#ctx0" brushRef="#br0">85 39 24575,'0'-4'0,"-1"7"0,-1 20 0,-3 31 0,-65 286 0,69-336 0,0 0 0,-1 1 0,1-1 0,1 0 0,-1 1 0,0-1 0,1 8 0,0-11 0,1 0 0,-1 0 0,0 0 0,1 0 0,-1 0 0,1 1 0,-1-1 0,1 0 0,-1 0 0,1 0 0,0 0 0,-1 0 0,1 0 0,0-1 0,0 1 0,0 0 0,0 0 0,0-1 0,0 1 0,0 0 0,0-1 0,0 1 0,0-1 0,0 1 0,0-1 0,0 1 0,1-1 0,-1 0 0,2 0 0,24 4 0,1-2 0,-1-1 0,1-2 0,43-5 0,-10 1 0,1302-24-2914,-1 95-1,-1143-50 3042,906 46-800,-1086-61 703,-4 0 735,0-1-1,0-1 0,56-11 0,-87 12-621,-1-1-1,0 0 1,1 0-1,-1 0 1,0 0-1,0 0 0,0-1 1,0 0-1,0 0 1,0 1-1,0-2 0,4-3 1,-7 6-100,1-1 0,-1 0-1,1 0 1,-1 0 0,1 1 0,-1-1 0,0 0-1,1 0 1,-1 0 0,0 0 0,0 0 0,0 0 0,0 1-1,1-1 1,-1 0 0,0 0 0,-1 0 0,1-1 0,-1 0-13,1 0 1,-1 0 0,0 0 0,0 1 0,0-1 0,0 0 0,0 1 0,0-1-1,0 1 1,0-1 0,-3-1 0,-25-21 36,0 3 1,-45-27-1,-3-2-17,61 39-50,-1-1 0,1-1 0,1-1 0,-15-16 0,25 24 0,1-1 0,-1 1 0,1-1 0,0 0 0,1 0 0,-1 0 0,2-1 0,-1 1 0,1-1 0,0 1 0,0-1 0,1 0 0,-1-12 0,2-10 0,1 19 0,-2 0 0,1-1 0,-4-17 0,3 25 0,0 0 0,0 1 0,-1-1 0,1 0 0,-1 1 0,0-1 0,0 1 0,0 0 0,-1-1 0,1 1 0,-1 0 0,1 1 0,-1-1 0,-5-3 0,-1 0 0,0 0 0,0 1 0,-1 0 0,1 1 0,-1 0 0,-1 1 0,1 0 0,-17-3 0,-90-5 0,88 9 0,-1143-18-2612,889 21 2327,-215-2 62,-477 3-396,922-1 646,-54 0 368,-111 14 0,172-5-1137,14-1-3785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1.069"/>
    </inkml:context>
    <inkml:brush xml:id="br0">
      <inkml:brushProperty name="width" value="0.05" units="cm"/>
      <inkml:brushProperty name="height" value="0.05" units="cm"/>
    </inkml:brush>
  </inkml:definitions>
  <inkml:trace contextRef="#ctx0" brushRef="#br0">254 4 24575,'-5'1'0,"1"1"0,0-1 0,0 1 0,0 0 0,0 0 0,0 0 0,0 1 0,0-1 0,1 1 0,-5 4 0,-6 3 0,-45 27 0,36-24 0,0 2 0,-38 31 0,59-44 0,-1 0 0,1 0 0,0 1 0,0-1 0,0 1 0,1-1 0,-1 1 0,1-1 0,-1 1 0,1 0 0,0 0 0,0 0 0,0 0 0,0 0 0,0 5 0,1-7 0,0 1 0,0-1 0,1 1 0,-1 0 0,1-1 0,-1 1 0,1-1 0,-1 1 0,1-1 0,0 1 0,0-1 0,0 0 0,0 1 0,0-1 0,0 0 0,0 0 0,0 0 0,1 1 0,-1-1 0,0-1 0,1 1 0,-1 0 0,1 0 0,-1 0 0,1-1 0,-1 1 0,1-1 0,-1 1 0,1-1 0,2 1 0,5 0 0,0 1 0,0-1 0,0-1 0,0 0 0,1 0 0,-1 0 0,0-2 0,0 1 0,13-4 0,11-5 0,36-16 0,-58 22 0,8-4 0,-1 0 0,24-14 0,-39 20 0,0 0 0,1 0 0,-1 0 0,0 0 0,0-1 0,0 1 0,-1-1 0,1 0 0,-1 0 0,1 0 0,-1 0 0,0-1 0,0 1 0,0 0 0,-1-1 0,1 1 0,-1-1 0,0 0 0,1-3 0,-2 4 0,-1 0 0,1 0 0,0 1 0,-1-1 0,0 1 0,0-1 0,0 0 0,0 1 0,0 0 0,0-1 0,0 1 0,-1 0 0,1-1 0,-1 1 0,0 0 0,0 0 0,0 0 0,0 0 0,0 1 0,0-1 0,0 1 0,-1-1 0,1 1 0,0 0 0,-5-2 0,-4-2 0,-1 0 0,0 1 0,1 1 0,-17-3 0,9 2 0,0 2 0,-28-1 0,41 3 0,1 0 0,-1 0 0,1 1 0,-1 0 0,1 0 0,-1 0 0,1 0 0,0 1 0,0 0 0,0 0 0,0 1 0,0-1 0,-5 5 0,1 4-1365,6 0-5461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1.440"/>
    </inkml:context>
    <inkml:brush xml:id="br0">
      <inkml:brushProperty name="width" value="0.05" units="cm"/>
      <inkml:brushProperty name="height" value="0.05" units="cm"/>
    </inkml:brush>
  </inkml:definitions>
  <inkml:trace contextRef="#ctx0" brushRef="#br0">340 40 24575,'3'0'0,"30"-1"0,-31 1 0,-1 0 0,1-1 0,-1 1 0,1 0 0,-1 0 0,1-1 0,-1 1 0,1-1 0,-1 1 0,0-1 0,1 0 0,-1 1 0,1-1 0,-1 0 0,0 0 0,2-2 0,-4 3 0,0-1 0,0 0 0,0 1 0,0-1 0,0 1 0,0-1 0,-1 1 0,1 0 0,0-1 0,0 1 0,0 0 0,0 0 0,-1 0 0,-1 0 0,-24-2 0,-1 2 0,0 1 0,-51 8 0,31 1 0,-63 20 0,103-28 0,0 1 0,0 1 0,-14 7 0,21-10 0,0 0 0,-1 0 0,1 0 0,0 0 0,0 0 0,0 0 0,-1 1 0,1-1 0,1 0 0,-1 0 0,0 1 0,-1 1 0,2-2 0,0 0 0,0 0 0,0-1 0,-1 1 0,1 0 0,0 0 0,1 0 0,-1-1 0,0 1 0,0 0 0,0 0 0,0 0 0,1-1 0,-1 1 0,0 0 0,1 0 0,-1-1 0,0 1 0,1 0 0,-1-1 0,1 1 0,-1 0 0,1-1 0,-1 1 0,1-1 0,0 1 0,4 3 0,0-1 0,1 1 0,-1-1 0,0 0 0,1-1 0,0 0 0,0 1 0,-1-2 0,1 1 0,9 1 0,67 5 0,-66-7 0,37 1 0,0-1 0,-1-3 0,1-2 0,-1-3 0,90-22 0,-132 26 0,-1-1 0,1 1 0,-1-2 0,1 1 0,10-8 0,-19 11 0,0 0 0,1 1 0,-1-1 0,0 0 0,0 0 0,0 1 0,0-1 0,0 0 0,0 0 0,0 0 0,-1 0 0,1-1 0,0 1 0,-1 0 0,1 0 0,0 0 0,-1 0 0,1-1 0,-1 1 0,0 0 0,1-1 0,-1 1 0,0 0 0,0-1 0,0 1 0,0 0 0,0-1 0,0 1 0,0 0 0,0-1 0,-1 1 0,1 0 0,-1-1 0,1 1 0,-1 0 0,1 0 0,-1 0 0,1-1 0,-1 1 0,0 0 0,0 0 0,0 0 0,0 0 0,1 0 0,-1 0 0,-1 0 0,1 1 0,0-1 0,0 0 0,-2 0 0,-4-4 0,0 1 0,0 0 0,-1 0 0,0 1 0,1 0 0,-1 0 0,0 1 0,-1 0 0,-10-1 0,-79-3 0,95 6 0,-40-1 0,0 1 0,1 3 0,-1 2 0,1 1 0,0 2 0,-63 22 0,102-29 14,-28 13 310,31-14-366,-1 0 1,1 1-1,-1-1 1,0 0-1,1 0 1,-1 1-1,1-1 1,-1 1-1,1-1 0,-1 0 1,1 1-1,-1-1 1,1 1-1,-1-1 1,1 1-1,0-1 1,-1 1-1,1-1 1,0 1-1,-1 0 1,1-1-1,0 1 1,0-1-1,0 1 0,-1 0 1,1-1-1,0 1 1,0 0-1,0-1 1,0 1-1,0 0 1,0-1-1,0 1 1,1 0-1,-1-1 1,0 1-1,0-1 1,0 1-1,1 0 0,-1 0 1,12 9-6785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1.768"/>
    </inkml:context>
    <inkml:brush xml:id="br0">
      <inkml:brushProperty name="width" value="0.05" units="cm"/>
      <inkml:brushProperty name="height" value="0.05" units="cm"/>
    </inkml:brush>
  </inkml:definitions>
  <inkml:trace contextRef="#ctx0" brushRef="#br0">320 14 24575,'9'0'0,"-1"0"0,0 0 0,0 0 0,16-3 0,-17-1 0,-10 1 0,-13-1 0,-18 5 0,0 1 0,1 2 0,-1 2 0,-49 14 0,73-18 0,2-1 0,1 1 0,0 0 0,0 0 0,0 0 0,1 1 0,-1 0 0,1 1 0,-1-1 0,1 1 0,-8 7 0,13-11 0,1 0 0,-1 1 0,1-1 0,-1 1 0,1-1 0,-1 0 0,1 1 0,0-1 0,-1 1 0,1-1 0,-1 1 0,1-1 0,0 1 0,0-1 0,-1 1 0,1 0 0,0-1 0,0 1 0,0-1 0,0 1 0,-1 0 0,1-1 0,0 1 0,0-1 0,0 1 0,0 0 0,0-1 0,1 1 0,-1-1 0,0 1 0,0 0 0,0-1 0,0 1 0,1-1 0,-1 1 0,0-1 0,1 1 0,-1-1 0,0 1 0,1-1 0,-1 1 0,1-1 0,-1 1 0,1-1 0,-1 1 0,0-1 0,1 0 0,0 1 0,-1-1 0,1 0 0,-1 0 0,1 1 0,-1-1 0,1 0 0,1 0 0,4 2 0,0 0 0,0-1 0,0 0 0,8 1 0,30 1 0,56-2 0,-82-2 0,0 0 0,0-2 0,0 0 0,-1-1 0,0-1 0,18-7 0,-33 11 0,1 0 0,-1 0 0,1 0 0,-1-1 0,0 1 0,0-1 0,0 1 0,0-1 0,0 0 0,0 0 0,0 0 0,2-3 0,-4 4 0,0 1 0,1-1 0,-1 0 0,0 1 0,0-1 0,0 1 0,0-1 0,1 0 0,-1 1 0,0-1 0,0 0 0,0 1 0,0-1 0,0 1 0,-1-1 0,1 0 0,0 1 0,0-1 0,0 1 0,0-1 0,-1 0 0,0 0 0,0-1 0,0 1 0,0 0 0,0 0 0,0 0 0,0 0 0,0 0 0,0 1 0,-1-1 0,1 0 0,0 0 0,-3 0 0,-13-4 0,0 0 0,0 2 0,-1 0 0,1 1 0,-1 1 0,-31 1 0,20 0 0,-115 3-1365,75 2-5461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2.235"/>
    </inkml:context>
    <inkml:brush xml:id="br0">
      <inkml:brushProperty name="width" value="0.05" units="cm"/>
      <inkml:brushProperty name="height" value="0.05" units="cm"/>
    </inkml:brush>
  </inkml:definitions>
  <inkml:trace contextRef="#ctx0" brushRef="#br0">49 127 24575,'4'-78'0,"-4"78"0,0 0 0,0 0 0,0 0 0,0 0 0,0-1 0,0 1 0,0 0 0,0 0 0,0 0 0,0 0 0,0 0 0,0 0 0,0 0 0,0 0 0,0 0 0,0-1 0,0 1 0,0 0 0,0 0 0,0 0 0,-1 0 0,1 0 0,0 0 0,0 0 0,0 0 0,0 0 0,0 0 0,0 0 0,0 0 0,0 0 0,0 0 0,0 0 0,0-1 0,-1 1 0,1 0 0,0 0 0,0 0 0,0 0 0,0 0 0,0 0 0,0 0 0,0 0 0,0 0 0,-1 0 0,1 0 0,0 0 0,0 0 0,0 1 0,0-1 0,0 0 0,0 0 0,0 0 0,0 0 0,0 0 0,0 0 0,-1 0 0,1 0 0,0 0 0,0 0 0,0 0 0,0 0 0,0 0 0,-10 8 0,-8 11 0,16-15 0,-1-1 0,1 1 0,0 0 0,0-1 0,0 1 0,1 0 0,-1 0 0,1 0 0,0 1 0,0-1 0,0 6 0,1-8 0,0 0 0,0 0 0,0 0 0,0 0 0,1 0 0,-1 0 0,1 0 0,0 0 0,-1 0 0,1-1 0,0 1 0,0 0 0,0 0 0,0 0 0,1-1 0,-1 1 0,0-1 0,1 1 0,-1-1 0,1 0 0,-1 1 0,1-1 0,0 0 0,-1 0 0,1 0 0,2 1 0,8 3 0,0-1 0,1 0 0,-1 0 0,1-1 0,0-1 0,0 0 0,16 0 0,93-5 0,-119 3 0,184-18 0,-158 14 0,0-2 0,-1-1 0,0-1 0,38-17 0,-61 23 0,1-1 0,-1 0 0,0 0 0,0 0 0,0-1 0,8-7 0,-12 10 0,0 0 0,0 0 0,-1 0 0,1 0 0,0 0 0,0 0 0,-1 0 0,1 0 0,-1 0 0,1-1 0,-1 1 0,0 0 0,1 0 0,-1 0 0,0-1 0,0 1 0,0 0 0,0 0 0,0-1 0,0 1 0,0 0 0,0-1 0,0 1 0,-1 0 0,1 0 0,0 0 0,-1-1 0,1 1 0,-1 0 0,1 0 0,-1 0 0,0 0 0,0 0 0,1 0 0,-1 0 0,0 0 0,-1-1 0,-5-4 0,0 1 0,1 0 0,-2 1 0,1 0 0,0 0 0,-1 0 0,0 1 0,0 0 0,0 1 0,0-1 0,0 2 0,-10-2 0,-13-1 0,-60 1 0,51 4 0,-57 9 0,79-7 0,0 1 0,-1 1 0,2 0 0,-1 1 0,-20 11 0,34-15-124,0 0 0,0 0 0,0 1 0,1-1 0,-1 1 0,1 0-1,0 0 1,0 0 0,0 0 0,-3 4 0,1 6-6702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2.668"/>
    </inkml:context>
    <inkml:brush xml:id="br0">
      <inkml:brushProperty name="width" value="0.05" units="cm"/>
      <inkml:brushProperty name="height" value="0.05" units="cm"/>
    </inkml:brush>
  </inkml:definitions>
  <inkml:trace contextRef="#ctx0" brushRef="#br0">530 18 24575,'-7'-1'0,"0"0"0,-1 0 0,-12-4 0,-13-2 0,4 5 0,1 1 0,-1 2 0,0 0 0,1 2 0,-1 1 0,1 2 0,0 0 0,0 2 0,1 1 0,0 1 0,1 2 0,-31 17 0,49-24 0,1-1 0,0 1 0,0 0 0,0 1 0,-6 7 0,12-13 0,0 1 0,0 0 0,0 0 0,0 0 0,0 0 0,0 0 0,1 0 0,-1 0 0,0 0 0,1 1 0,-1-1 0,1 0 0,-1 0 0,1 0 0,0 1 0,-1-1 0,1 0 0,0 1 0,0-1 0,0 0 0,0 0 0,0 1 0,0-1 0,0 0 0,0 1 0,1-1 0,-1 0 0,0 0 0,1 1 0,-1-1 0,1 0 0,-1 0 0,1 0 0,0 0 0,0 0 0,-1 0 0,1 0 0,0 0 0,0 0 0,0 0 0,0 0 0,0 0 0,2 1 0,4 2 0,1 0 0,0 0 0,0 0 0,0-1 0,1-1 0,-1 1 0,13 1 0,64 5 0,-32-7 0,105-12 0,52-24 0,-199 32 0,16-4 0,27-8 0,-49 12 0,1 0 0,0 0 0,-1 0 0,0-1 0,1 0 0,-1 0 0,0-1 0,-1 1 0,1-1 0,7-7 0,-11 10 0,-1 0 0,1 0 0,-1 1 0,1-1 0,-1 0 0,1 0 0,-1 0 0,0 1 0,1-1 0,-1 0 0,0 0 0,0 0 0,1 0 0,-1 0 0,0 0 0,0 0 0,0 0 0,0 0 0,0 0 0,-1 1 0,1-1 0,0 0 0,0 0 0,0 0 0,-1 0 0,1 0 0,-1 0 0,1 1 0,0-1 0,-1 0 0,1 0 0,-1 1 0,0-1 0,1 0 0,-1 1 0,0-1 0,1 0 0,-1 1 0,0-1 0,0 1 0,1-1 0,-1 1 0,0 0 0,0-1 0,-1 1 0,-4-3 0,-1 0 0,1 1 0,-1-1 0,-12-1 0,-18-1 0,-1 1 0,1 2 0,-1 1 0,0 2 0,0 2 0,1 1 0,-43 11 0,74-14 0,0 1 0,0-1 0,0 1 0,0 1 0,1-1 0,-1 1 0,1 0 0,-6 4 0,10-7-24,1 0 0,0 0 0,-1 1 0,1-1 0,-1 0 1,1 1-1,0-1 0,-1 1 0,1-1 0,0 0 0,0 1 0,-1-1 0,1 1 0,0-1 0,0 1 0,0-1 0,-1 1 0,1-1 0,0 1 0,0-1 0,0 1 0,0-1 0,0 1 0,0-1 0,0 1 0,0-1 1,0 1-1,0-1 0,0 1 0,1-1 0,-1 0 0,0 1 0,0-1 0,0 1 0,1-1 0,-1 1 0,0-1 0,0 1 0,1-1 0,-1 0 0,0 1 0,1-1 0,-1 0 0,1 1 0,-1-1 0,0 0 0,1 1 1,-1-1-1,1 0 0,-1 0 0,1 0 0,-1 1 0,1-1 0,-1 0 0,1 0 0,0 0 0,17 7-6802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2.992"/>
    </inkml:context>
    <inkml:brush xml:id="br0">
      <inkml:brushProperty name="width" value="0.05" units="cm"/>
      <inkml:brushProperty name="height" value="0.05" units="cm"/>
    </inkml:brush>
  </inkml:definitions>
  <inkml:trace contextRef="#ctx0" brushRef="#br0">542 38 24575,'0'0'0,"1"0"0,-1 0 0,0 0 0,0 0 0,1 0 0,-1 0 0,0 0 0,0 0 0,1 0 0,-1 0 0,0 0 0,0 0 0,0 0 0,1 0 0,-1 0 0,0 0 0,0 0 0,1 0 0,-1 0 0,0 0 0,0-1 0,0 1 0,1 0 0,-1 0 0,0 0 0,0 0 0,0 0 0,0-1 0,1 1 0,-1 0 0,0 0 0,0-1 0,0 1 0,0 0 0,0 0 0,0 0 0,0-1 0,0 1 0,1 0 0,-1 0 0,0-1 0,0 1 0,0 0 0,0 0 0,0-1 0,0 1 0,0 0 0,-1 0 0,1 0 0,0-1 0,0 1 0,0 0 0,0 0 0,0-1 0,0 1 0,0 0 0,0 0 0,-1 0 0,1-1 0,0 1 0,0 0 0,-12-12 0,4 8 0,1 2 0,-1-1 0,1 1 0,-1 0 0,0 1 0,0-1 0,1 2 0,-1-1 0,-11 1 0,-7 2 0,-39 7 0,11 1 0,0 4 0,1 1 0,-96 42 0,143-54 0,-1 1 0,1 0 0,-12 8 0,18-11 0,-1-1 0,0 1 0,0 0 0,0 0 0,1-1 0,-1 1 0,0 0 0,1 0 0,-1 0 0,1 0 0,-1 0 0,1 0 0,0 0 0,-1 2 0,1-2 0,0-1 0,0 1 0,0-1 0,0 1 0,1 0 0,-1-1 0,0 1 0,0-1 0,1 1 0,-1 0 0,0-1 0,1 1 0,-1-1 0,1 1 0,-1-1 0,1 1 0,-1-1 0,1 0 0,-1 1 0,1-1 0,-1 0 0,1 1 0,-1-1 0,1 0 0,0 0 0,-1 1 0,2-1 0,4 2 0,1 0 0,-1 0 0,1-1 0,0 0 0,0-1 0,-1 1 0,12-2 0,51-7 0,-47 5 0,234-44 0,-248 45 0,0-1 0,-1 0 0,11-6 0,-17 8 0,0 1 0,0-1 0,0 1 0,0-1 0,-1 0 0,1 1 0,0-1 0,0 0 0,0 0 0,-1 1 0,1-1 0,-1 0 0,1 0 0,0-2 0,-1 3 0,0-1 0,0 0 0,0 1 0,0-1 0,0 1 0,0-1 0,-1 1 0,1-1 0,0 1 0,0-1 0,-1 1 0,1-1 0,0 1 0,-1-1 0,1 1 0,-1 0 0,1-1 0,0 1 0,-1-1 0,1 1 0,-1 0 0,1 0 0,-1-1 0,1 1 0,-1 0 0,1 0 0,-1-1 0,0 1 0,1 0 0,-1 0 0,0 0 0,-11-3-117,-1 0 0,0 1 0,1 1 0,-1 0 0,0 0 0,-23 3-1,28-1-427,-46 2-6281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3.441"/>
    </inkml:context>
    <inkml:brush xml:id="br0">
      <inkml:brushProperty name="width" value="0.05" units="cm"/>
      <inkml:brushProperty name="height" value="0.05" units="cm"/>
    </inkml:brush>
  </inkml:definitions>
  <inkml:trace contextRef="#ctx0" brushRef="#br0">1 41 24575,'20'-1'0,"-11"1"0,1-1 0,-1 2 0,0-1 0,1 1 0,11 3 0,-18-3 0,-1 0 0,1 0 0,-1 0 0,0 0 0,0 0 0,0 1 0,1-1 0,-1 1 0,-1-1 0,1 1 0,0 0 0,0-1 0,-1 1 0,1 0 0,-1 0 0,1 0 0,-1 1 0,0-1 0,0 0 0,0 0 0,0 1 0,0-1 0,0 0 0,0 6 0,1 1 0,-1-1 0,2 1 0,-1 0 0,1-1 0,1 1 0,5 10 0,-6-14 0,0-1 0,1 1 0,0-1 0,-1 0 0,1 0 0,1-1 0,-1 1 0,0-1 0,1 0 0,0 0 0,9 4 0,1-1 0,1 0 0,-1-2 0,1 0 0,0-1 0,0 0 0,0-1 0,0-1 0,24-1 0,-1-2 0,-1-2 0,53-13 0,-66 12 0,-1-2 0,1-1 0,28-13 0,-45 18 0,-1-1 0,0 0 0,0 0 0,-1 0 0,1-1 0,-1 0 0,0 0 0,0-1 0,0 0 0,-1 0 0,0 0 0,0 0 0,-1-1 0,6-10 0,-9 15 0,0 0 0,0 0 0,0 0 0,-1 0 0,1-1 0,-1 1 0,1 0 0,-1-1 0,0 1 0,0 0 0,0 0 0,0-1 0,0 1 0,0 0 0,-1-1 0,1 1 0,-1 0 0,1 0 0,-1 0 0,0 0 0,0-1 0,-1-1 0,-1 2 0,1-1 0,-1 1 0,1-1 0,-1 1 0,0 0 0,1 0 0,-1 0 0,0 1 0,-1-1 0,1 1 0,0-1 0,0 1 0,-4-1 0,-10-2 0,0 1 0,-1 1 0,1 1 0,-28 0 0,12 2 0,-1 1 0,1 2 0,-1 2 0,1 0 0,1 3 0,-44 16 0,57-15 342,19-10-369,0 0 1,-1 0 0,1 0 0,0 0-1,0 0 1,-1 0 0,1 0 0,0 0-1,0 0 1,-1 1 0,1-1 0,0 0-1,0 0 1,0 0 0,-1 0-1,1 1 1,0-1 0,0 0 0,0 0-1,0 1 1,0-1 0,-1 0 0,1 0-1,0 0 1,0 1 0,0-1 0,0 0-1,0 1 1,0-1 0,0 0 0,0 0-1,0 1 1,0-1 0,0 0 0,0 0-1,0 1 1,0-1 0,0 0 0,0 0-1,0 1 1,0-1 0,1 0 0,-1 0-1,0 1 1,0-1 0,0 0 0,0 0-1,0 0 1,1 1 0,-1-1 0,0 0-1,0 0 1,0 0 0,1 0 0,-1 1-1,0-1 1,0 0 0,0 0 0,1 0-1,-1 0 1,0 0 0,0 0 0,1 0-1,-1 0 1,12 4-6800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3.881"/>
    </inkml:context>
    <inkml:brush xml:id="br0">
      <inkml:brushProperty name="width" value="0.05" units="cm"/>
      <inkml:brushProperty name="height" value="0.05" units="cm"/>
    </inkml:brush>
  </inkml:definitions>
  <inkml:trace contextRef="#ctx0" brushRef="#br0">700 56 24575,'0'0'0,"1"0"0,-1 0 0,0 0 0,0 0 0,1 0 0,-1 0 0,0 0 0,1 0 0,-1 0 0,0 0 0,1 0 0,-1 0 0,0 0 0,0 0 0,1 0 0,-1 0 0,0-1 0,0 1 0,1 0 0,-1 0 0,0 0 0,0-1 0,1 1 0,-1 0 0,0 0 0,0-1 0,0 1 0,0 0 0,1 0 0,-1-1 0,0 1 0,0 0 0,0 0 0,0-1 0,0 1 0,0 0 0,0-1 0,0 1 0,0 0 0,0-1 0,0 1 0,0 0 0,0 0 0,0-1 0,0 1 0,0 0 0,0-1 0,0 1 0,0 0 0,0-1 0,0 1 0,-1 0 0,1 0 0,0-1 0,0 1 0,0 0 0,-1 0 0,1 0 0,0-1 0,0 1 0,-1 0 0,-14-16 0,8 12 0,-1 0 0,0 1 0,0 0 0,-1 0 0,1 1 0,-1 0 0,-16-2 0,-64 1 0,79 3 0,-38 2 0,0 2 0,0 1 0,1 3 0,0 2 0,1 2 0,0 2 0,-47 22 0,81-31 0,0 1 0,0 0 0,-16 13 0,26-17 0,0 0 0,0-1 0,0 1 0,1 0 0,-1 0 0,0 0 0,1 0 0,-1 0 0,1 1 0,0-1 0,-2 3 0,3-4 0,0 0 0,0 1 0,0-1 0,0 0 0,0 0 0,0 0 0,0 0 0,0 0 0,0 0 0,0 0 0,1 0 0,-1 1 0,0-1 0,1 0 0,-1 0 0,1 0 0,-1 0 0,1-1 0,0 1 0,-1 0 0,1 0 0,0 0 0,0 0 0,-1-1 0,1 1 0,0 0 0,1 0 0,3 2 0,0 0 0,0 0 0,1 0 0,-1-1 0,1 0 0,0 0 0,-1-1 0,1 0 0,0 0 0,0 0 0,7 0 0,13 0 0,30-4 0,21-5 0,-1-3 0,130-35 0,-197 43 0,35-12 0,-41 14 0,0 0 0,0-1 0,-1 1 0,1-1 0,0 0 0,-1 0 0,1 0 0,-1 0 0,1 0 0,-1 0 0,3-4 0,-5 5 0,0 1 0,1-1 0,-1 0 0,0 1 0,0-1 0,0 0 0,0 1 0,1-1 0,-1 1 0,0-1 0,0 0 0,0 1 0,0-1 0,0 0 0,-1 1 0,1-1 0,0 0 0,0 1 0,0-1 0,0 0 0,-1 1 0,1-1 0,0 1 0,-1-1 0,1 1 0,0-1 0,-1 1 0,1-1 0,-1 1 0,1-1 0,-1 1 0,1-1 0,-1 1 0,1 0 0,-1-1 0,1 1 0,-1 0 0,0-1 0,1 1 0,-2 0 0,-26-9 0,13 7 0,-1 1 0,1 0 0,-1 2 0,1 0 0,-16 2 0,-1 3 0,-42 13 0,53-10 0,16-4 0,14-1 0,8-3 45,-1-1 0,33-4-1,-15 1-1543,18-1-5327</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4.224"/>
    </inkml:context>
    <inkml:brush xml:id="br0">
      <inkml:brushProperty name="width" value="0.05" units="cm"/>
      <inkml:brushProperty name="height" value="0.05" units="cm"/>
    </inkml:brush>
  </inkml:definitions>
  <inkml:trace contextRef="#ctx0" brushRef="#br0">0 37 24575,'96'-8'0,"-35"2"0,-44 5 0,-8 1 0,0-1 0,0 0 0,0 0 0,0-1 0,13-4 0,-22 6 0,0 0 0,0 0 0,0 0 0,0 0 0,0 0 0,0 0 0,1 0 0,-1 0 0,0 0 0,0 0 0,0 0 0,0 0 0,0 0 0,0 0 0,0 0 0,0 0 0,1 0 0,-1 0 0,0 0 0,0 0 0,0 0 0,0 0 0,0 0 0,0 0 0,0 0 0,0-1 0,0 1 0,1 0 0,-1 0 0,0 0 0,0 0 0,0 0 0,0 0 0,0 0 0,0 0 0,0-1 0,0 1 0,0 0 0,0 0 0,0 0 0,0 0 0,0 0 0,0 0 0,0 0 0,0-1 0,0 1 0,0 0 0,0 0 0,0 0 0,0 0 0,0 0 0,0 0 0,0 0 0,0 0 0,0-1 0,0 1 0,0 0 0,0 0 0,-1 0 0,1 0 0,-10-3 0,-14 0 0,12 2 0,-1 2 0,1 0 0,0 0 0,-1 1 0,-15 5 0,23-6 0,0 1 0,-1 0 0,1 0 0,0 0 0,0 1 0,0 0 0,0 0 0,0 0 0,1 1 0,0-1 0,-1 1 0,1 0 0,-6 9 0,9-12 0,0 1 0,0-1 0,0 0 0,0 1 0,1-1 0,-1 1 0,0-1 0,1 1 0,-1 0 0,1-1 0,0 1 0,0-1 0,0 1 0,-1 0 0,2-1 0,-1 1 0,0 0 0,0-1 0,0 1 0,1-1 0,0 4 0,0-3 0,1 0 0,-1 0 0,1 1 0,-1-1 0,1-1 0,0 1 0,0 0 0,0 0 0,0-1 0,0 1 0,0-1 0,4 2 0,3 2 0,1-1 0,0-1 0,0 0 0,-1 0 0,22 2 0,-1-3 0,1-2 0,-1-1 0,0-1 0,1-2 0,-1-1 0,42-13 0,-70 18 0,0-1 0,0 1 0,0-1 0,0 0 0,0 0 0,0 0 0,0 0 0,0 0 0,0 0 0,0 0 0,0-1 0,2-2 0,-3 3 0,-1 1 0,0 0 0,0-1 0,0 1 0,0 0 0,0-1 0,1 1 0,-1 0 0,0-1 0,0 1 0,0-1 0,0 1 0,0 0 0,0-1 0,0 1 0,0-1 0,0 1 0,-1 0 0,1-1 0,0 1 0,0 0 0,0-1 0,0 1 0,0 0 0,-1-1 0,1 0 0,-17-10 0,5 7 0,0-1 0,-1 2 0,1 0 0,-16-1 0,-24-7 0,52 11 7,0 0 0,-1 0 0,1 0 0,0 0-1,-1 0 1,1 0 0,0 0 0,0 0 0,-1 0 0,1 0-1,0 0 1,-1 0 0,1 0 0,0-1 0,-1 1-1,1 0 1,0 0 0,0 0 0,-1 0 0,1-1 0,0 1-1,0 0 1,-1 0 0,1-1 0,0 1 0,0 0 0,0 0-1,-1-1 1,1 1 0,0 0 0,0-1 0,0 1 0,0 0-1,0 0 1,0-1 0,0 1 0,0 0 0,0-1-1,0 1 1,-1 0 0,2-1 0,-1 1 0,0 0 0,0-1-1,0 1 1,0 0 0,0-1 0,0 1 0,0-1 0,13-9-1714,5 0-5119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4.704"/>
    </inkml:context>
    <inkml:brush xml:id="br0">
      <inkml:brushProperty name="width" value="0.05" units="cm"/>
      <inkml:brushProperty name="height" value="0.05" units="cm"/>
    </inkml:brush>
  </inkml:definitions>
  <inkml:trace contextRef="#ctx0" brushRef="#br0">462 151 24575,'4'-4'0,"0"-1"0,0 1 0,-1-1 0,0 0 0,0 0 0,0 0 0,-1-1 0,1 1 0,-1-1 0,-1 1 0,1-1 0,-1 1 0,0-1 0,0 0 0,0 0 0,-1 0 0,0 0 0,0 0 0,-1 1 0,-2-12 0,2 15 0,0 0 0,0 0 0,0 0 0,-1 1 0,1-1 0,-1 1 0,1-1 0,-1 1 0,0-1 0,0 1 0,0 0 0,0 0 0,1 0 0,-1 0 0,0 0 0,-1 0 0,1 1 0,0-1 0,0 1 0,0-1 0,0 1 0,-1 0 0,1 0 0,-3 0 0,-8-1 0,0 2 0,-21 2 0,7 1 0,2 2 0,-1 0 0,0 1 0,1 2 0,-32 16 0,38-16 0,1 1 0,0 1 0,1 1 0,0 0 0,1 2 0,1 0 0,-20 21 0,30-28 0,0-1 0,0 1 0,1-1 0,0 1 0,0 1 0,1-1 0,0 0 0,0 1 0,0 0 0,1 0 0,0 0 0,1 0 0,-1 14 0,2-17 0,0 1 0,1 0 0,0-1 0,0 1 0,0 0 0,0-1 0,1 0 0,0 1 0,0-1 0,1 0 0,0 0 0,0 0 0,0 0 0,0-1 0,0 1 0,1-1 0,0 0 0,0 0 0,0 0 0,6 4 0,3 0 0,-1-1 0,1 0 0,0 0 0,1-2 0,-1 0 0,1 0 0,0-1 0,1-1 0,-1 0 0,26 1 0,-12-3 0,-1-1 0,1-1 0,-1-1 0,49-11 0,-51 7 0,0-1 0,-1-1 0,37-18 0,-52 21 0,0 0 0,0 0 0,-1-1 0,1 0 0,-1 0 0,-1-1 0,1 0 0,-1 0 0,0-1 0,-1 0 0,11-16 0,-15 21 0,0-1 0,-1 0 0,1 1 0,-1-1 0,0 0 0,1 0 0,-2 1 0,1-1 0,0 0 0,-1 0 0,0 0 0,0 0 0,0 0 0,0 0 0,0 0 0,-1 0 0,0 0 0,0 0 0,0 0 0,0 0 0,-1 1 0,0-1 0,1 1 0,-1-1 0,0 1 0,-1-1 0,1 1 0,-1 0 0,1 0 0,-1 0 0,-5-4 0,-2 0 0,0-1 0,-1 2 0,0-1 0,0 2 0,0-1 0,-1 1 0,0 1 0,-23-5 0,12 4 0,0 1 0,-1 2 0,-39-1 0,49 4 0,0 0 0,0 0 0,0 1 0,1 1 0,-1 1 0,0 0 0,-17 7 0,25-5-1365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5.188"/>
    </inkml:context>
    <inkml:brush xml:id="br0">
      <inkml:brushProperty name="width" value="0.05" units="cm"/>
      <inkml:brushProperty name="height" value="0.05" units="cm"/>
    </inkml:brush>
  </inkml:definitions>
  <inkml:trace contextRef="#ctx0" brushRef="#br0">451 52 24575,'-1'-2'0,"0"0"0,0 0 0,-1 0 0,1 0 0,-1 0 0,1 0 0,-1 1 0,0-1 0,0 0 0,0 1 0,0-1 0,0 1 0,0 0 0,0 0 0,-4-2 0,3 2 0,-4-3 0,0 1 0,-1 0 0,1 0 0,-1 1 0,0 0 0,0 0 0,0 0 0,0 1 0,0 1 0,-13 0 0,9 1 0,-1 0 0,0 1 0,1 1 0,0 0 0,-1 1 0,-13 6 0,5 0 0,1 1 0,0 0 0,1 1 0,1 2 0,0 0 0,0 0 0,-18 21 0,31-29 0,-1 0 0,1 1 0,0 0 0,0 0 0,1 0 0,0 0 0,0 1 0,-2 8 0,5-14 0,0 1 0,1-1 0,-1 1 0,1-1 0,-1 1 0,1 0 0,0-1 0,0 1 0,0-1 0,1 1 0,-1 0 0,1-1 0,-1 1 0,1-1 0,0 1 0,0-1 0,0 0 0,0 1 0,0-1 0,1 0 0,-1 0 0,1 0 0,-1 0 0,1 0 0,0 0 0,0 0 0,0 0 0,0-1 0,4 3 0,3 2 0,1-1 0,0 0 0,0-1 0,0 0 0,1-1 0,-1 0 0,1-1 0,0 0 0,0 0 0,-1-1 0,14-1 0,8 0 0,1-2 0,46-10 0,-48 7 0,-1-2 0,54-20 0,-71 22 0,-1-1 0,0 0 0,0-1 0,0 0 0,-1 0 0,0-2 0,0 1 0,17-20 0,-26 26 0,0 1 0,0-1 0,-1 0 0,1 0 0,-1 0 0,0 0 0,1-1 0,-1 1 0,0 0 0,0 0 0,-1-1 0,1 1 0,0-1 0,-1 1 0,1 0 0,-1-1 0,0 1 0,0-1 0,0 1 0,0-1 0,0 1 0,-1-1 0,1 1 0,-1-1 0,0 1 0,1 0 0,-1-1 0,-2-2 0,1 2 0,-1-1 0,0 1 0,0-1 0,0 1 0,-1 0 0,1 1 0,-1-1 0,1 1 0,-1-1 0,0 1 0,0 0 0,0 0 0,0 1 0,0-1 0,-6 0 0,-2-1-170,0 1-1,-1 1 0,1 0 1,0 0-1,0 1 0,-1 1 1,-20 4-1,-4 2-6655</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5.658"/>
    </inkml:context>
    <inkml:brush xml:id="br0">
      <inkml:brushProperty name="width" value="0.05" units="cm"/>
      <inkml:brushProperty name="height" value="0.05" units="cm"/>
    </inkml:brush>
  </inkml:definitions>
  <inkml:trace contextRef="#ctx0" brushRef="#br0">110 136 24575,'100'-78'0,"-120"92"0,-20 19 0,12-6 0,6-6 0,2 0 0,-20 26 0,35-41 0,1 0 0,-1 1 0,2-1 0,-1 1 0,1 0 0,0 0 0,0 1 0,1-1 0,0 0 0,0 1 0,1-1 0,0 1 0,0 8 0,1-12 0,0 0 0,1 0 0,0 0 0,0-1 0,0 1 0,1 0 0,-1-1 0,1 1 0,-1-1 0,1 1 0,1-1 0,-1 0 0,0 0 0,1 0 0,-1 0 0,1 0 0,0-1 0,0 1 0,0-1 0,0 0 0,0 0 0,1 0 0,-1 0 0,1 0 0,-1-1 0,8 3 0,4 0 0,0 0 0,0-1 0,1 0 0,-1-1 0,22 0 0,-7-2 0,-1-1 0,1-2 0,-1 0 0,1-2 0,54-17 0,-69 17 0,-1 0 0,-1-1 0,1-1 0,-1 0 0,0 0 0,0-2 0,-1 1 0,0-2 0,-1 1 0,0-2 0,-1 1 0,0-2 0,14-19 0,-20 26 0,-1 0 0,0-1 0,0 0 0,-1 1 0,1-1 0,-1 0 0,0 0 0,-1 0 0,0 0 0,0 0 0,0-1 0,0 1 0,-1 0 0,0-1 0,-1 1 0,1 0 0,-1 0 0,0 0 0,-1-1 0,0 1 0,0 0 0,0 1 0,0-1 0,-1 0 0,0 1 0,0-1 0,-1 1 0,0 0 0,1 0 0,-2 0 0,1 1 0,0-1 0,-1 1 0,0 0 0,0 0 0,-10-5 0,2 2 43,0 1 0,0 0-1,-1 1 1,0 1 0,0 0-1,0 0 1,-24-1 0,4 2-612,0 2 0,-37 3 0,53-1-6257</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6.506"/>
    </inkml:context>
    <inkml:brush xml:id="br0">
      <inkml:brushProperty name="width" value="0.05" units="cm"/>
      <inkml:brushProperty name="height" value="0.05" units="cm"/>
    </inkml:brush>
  </inkml:definitions>
  <inkml:trace contextRef="#ctx0" brushRef="#br0">112 89 24575,'-4'-5'0,"0"-1"0,0 1 0,0-1 0,-4-9 0,5 10 0,-1-1 0,1 1 0,-1-1 0,-7-8 0,11 14 0,0 0 0,-1-1 0,1 1 0,0 0 0,0-1 0,-1 1 0,1 0 0,0-1 0,-1 1 0,1 0 0,-1-1 0,1 1 0,0 0 0,-1 0 0,1 0 0,-1-1 0,1 1 0,0 0 0,-1 0 0,1 0 0,-1 0 0,1 0 0,-1 0 0,1 0 0,-1 0 0,1 0 0,0 0 0,-1 0 0,1 0 0,-1 0 0,1 0 0,-1 0 0,1 0 0,-1 1 0,1-1 0,0 0 0,-1 0 0,1 1 0,-1-1 0,1 0 0,0 0 0,-1 1 0,1-1 0,0 0 0,0 1 0,-1-1 0,1 0 0,0 1 0,0-1 0,-1 1 0,1-1 0,0 1 0,0-1 0,0 0 0,0 1 0,0-1 0,-1 2 0,-4 29 0,5-30 0,-3 293 0,3-66 0,-16 66 0,-2 134 0,17-420 0,3 27 0,-2-34 0,1 0 0,-1-1 0,0 1 0,0 0 0,0 0 0,1-1 0,-1 1 0,0 0 0,1 0 0,-1-1 0,1 1 0,-1 0 0,1-1 0,-1 1 0,1-1 0,-1 1 0,1 0 0,0-1 0,-1 0 0,1 1 0,0-1 0,-1 1 0,1-1 0,0 0 0,0 1 0,-1-1 0,1 0 0,0 0 0,0 1 0,-1-1 0,1 0 0,0 0 0,0 0 0,0 0 0,1 0 0,12-3 0,1-1 0,20-7 0,17-4 0,-26 10 0,1 1 0,0 1 0,0 2 0,0 1 0,45 5 0,130 34 0,-162-29 0,-26-7 0,-5-1 0,0 1 0,0-2 0,1 1 0,18-1 0,-26-1 0,0 0 0,0 0 0,0-1 0,0 1 0,0-1 0,0 1 0,0-1 0,0 0 0,0 1 0,0-1 0,0 0 0,0-1 0,-1 1 0,1 0 0,0 0 0,-1-1 0,1 1 0,-1-1 0,0 1 0,1-1 0,-1 0 0,0 1 0,0-1 0,0 0 0,0 0 0,0 0 0,1-4 0,9-39 0,13-89 0,-8 28 0,80-332 0,-22 110 0,-59 264 0,-6 33 0,-2 0 0,-2-1 0,0 0 0,-1-36 0,-4 66 0,0 1 0,0 0 0,0-1 0,0 1 0,-1 0 0,1-1 0,0 1 0,-1 0 0,1 0 0,-1-1 0,0 1 0,1 0 0,-1 0 0,0 0 0,0 0 0,1 0 0,-1 0 0,0 0 0,0 0 0,0 0 0,0 0 0,0 1 0,-1-1 0,1 0 0,0 1 0,0-1 0,0 1 0,-1-1 0,1 1 0,0-1 0,-1 1 0,1 0 0,0 0 0,-3 0 0,-5-1 0,0 1 0,0 1 0,0 0 0,-12 2 0,-1 0 0,-522 24 0,287-14 0,254-12 7,-2-1-203,0 0 0,0 1 0,1 0 0,-1 0 0,0 1 0,-8 3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7.367"/>
    </inkml:context>
    <inkml:brush xml:id="br0">
      <inkml:brushProperty name="width" value="0.05" units="cm"/>
      <inkml:brushProperty name="height" value="0.05" units="cm"/>
    </inkml:brush>
  </inkml:definitions>
  <inkml:trace contextRef="#ctx0" brushRef="#br0">69 141 24575,'-2'-19'0,"2"18"0,0 1 0,0 0 0,0 0 0,0 0 0,0 0 0,0 0 0,0 0 0,0-1 0,0 1 0,0 0 0,0 0 0,0 0 0,0 0 0,0 0 0,0 0 0,0-1 0,0 1 0,0 0 0,0 0 0,0 0 0,-1 0 0,1 0 0,0 0 0,0 0 0,0-1 0,0 1 0,0 0 0,0 0 0,0 0 0,-1 0 0,1 0 0,0 0 0,0 0 0,0 0 0,0 0 0,0 0 0,0 0 0,-1 0 0,1 0 0,0 0 0,0 0 0,0 0 0,0 0 0,0 0 0,0 0 0,-1 0 0,1 0 0,0 0 0,0 0 0,0 0 0,-3 3 0,1 0 0,0 1 0,0-1 0,0 0 0,1 1 0,-3 5 0,-5 15 0,0 1 0,2 1 0,0-1 0,2 1 0,-3 49 0,7-55 0,0 0 0,2 0 0,1 0 0,0-1 0,2 1 0,0 0 0,1-1 0,10 26 0,-12-38 0,0 0 0,1 0 0,0 0 0,0 0 0,0-1 0,1 1 0,0-1 0,0 0 0,0-1 0,1 1 0,0-1 0,0 0 0,1-1 0,-1 1 0,1-1 0,0-1 0,0 1 0,0-1 0,0 0 0,1-1 0,-1 0 0,1 0 0,-1 0 0,1-1 0,0 0 0,0-1 0,0 0 0,-1 0 0,1-1 0,0 0 0,0 0 0,-1 0 0,16-6 0,-10 1 0,0 0 0,0-1 0,0 0 0,-1-1 0,0-1 0,0 0 0,-1 0 0,0-1 0,-1-1 0,0 1 0,-1-2 0,0 1 0,0-2 0,-2 1 0,1-1 0,-2 0 0,8-18 0,-7 11 0,0 1 0,-1-2 0,-1 1 0,0-1 0,-2 1 0,-1-1 0,0 0 0,-2 0 0,0 0 0,-1 0 0,-6-32 0,4 41 0,0 1 0,-1 0 0,0 0 0,-1 0 0,0 1 0,0-1 0,-1 1 0,-1 1 0,1-1 0,-2 1 0,1 0 0,-16-14 0,18 20 0,1-1 0,-1 0 0,0 1 0,0 0 0,-1 0 0,1 1 0,0 0 0,-1 0 0,0 0 0,1 0 0,-1 1 0,0 0 0,0 0 0,0 0 0,0 1 0,0 0 0,0 0 0,0 1 0,0 0 0,1 0 0,-1 0 0,0 0 0,0 1 0,1 0 0,-1 0 0,-7 5 0,6-3-91,0 0 0,0 1 0,1 0 0,0 0 0,-1 1 0,2-1 0,-1 1 0,1 1 0,0-1 0,0 1 0,0 0 0,1 0 0,0 0 0,-3 9 0,-6 21-6735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7.847"/>
    </inkml:context>
    <inkml:brush xml:id="br0">
      <inkml:brushProperty name="width" value="0.05" units="cm"/>
      <inkml:brushProperty name="height" value="0.05" units="cm"/>
    </inkml:brush>
  </inkml:definitions>
  <inkml:trace contextRef="#ctx0" brushRef="#br0">233 136 24575,'-4'1'0,"0"1"0,0-1 0,1 1 0,-1 0 0,1 0 0,-1 0 0,1 0 0,0 0 0,0 1 0,0 0 0,0-1 0,0 1 0,-4 6 0,4-5 0,-21 24 0,0 2 0,2 1 0,2 0 0,0 2 0,2 0 0,-19 53 0,34-79 0,1 0 0,-1 0 0,2 0 0,-1 1 0,1-1 0,0 0 0,1 1 0,0-1 0,0 9 0,1-14 0,-1 0 0,1 0 0,-1 0 0,1 0 0,-1 0 0,1 0 0,0 0 0,0 0 0,0-1 0,0 1 0,0 0 0,1-1 0,-1 1 0,0-1 0,3 3 0,-1-3 0,-1 0 0,0 1 0,0-1 0,1-1 0,-1 1 0,0 0 0,1 0 0,-1-1 0,1 0 0,-1 1 0,1-1 0,-1 0 0,1 0 0,-1 0 0,5-1 0,6-2 0,-1 0 0,1 0 0,-1-1 0,0-1 0,0 0 0,0 0 0,19-13 0,-6 0 0,0 0 0,25-25 0,-29 23 0,-1-1 0,-1 0 0,-1-2 0,-1 0 0,18-32 0,-28 42 0,0-1 0,0 0 0,-2 0 0,0 0 0,0 0 0,-1-1 0,-1 0 0,-1 0 0,0 0 0,-1 0 0,-1-27 0,0 38 0,-1 0 0,1 0 0,-1 1 0,0-1 0,0 0 0,0 1 0,0-1 0,-1 1 0,1-1 0,-1 1 0,0 0 0,0-1 0,0 1 0,0 0 0,-1 1 0,1-1 0,-1 0 0,0 1 0,0-1 0,-6-3 0,5 4 0,1 1 0,-1 0 0,1 0 0,-1 0 0,0 0 0,0 1 0,1-1 0,-1 1 0,0 0 0,0 0 0,0 1 0,1-1 0,-1 1 0,0 0 0,0 0 0,1 0 0,-1 0 0,1 0 0,-1 1 0,-5 3 0,-31 22-1365,2 3-5461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8.285"/>
    </inkml:context>
    <inkml:brush xml:id="br0">
      <inkml:brushProperty name="width" value="0.05" units="cm"/>
      <inkml:brushProperty name="height" value="0.05" units="cm"/>
    </inkml:brush>
  </inkml:definitions>
  <inkml:trace contextRef="#ctx0" brushRef="#br0">239 0 24575,'-1'3'0,"0"0"0,0 1 0,-1-1 0,1 0 0,-1-1 0,0 1 0,0 0 0,0 0 0,-2 2 0,-3 5 0,-31 46 0,-57 93 0,84-128 0,0 0 0,2 1 0,1 0 0,0 1 0,-6 31 0,13-48 0,0 0 0,0 0 0,1 0 0,0 0 0,0 0 0,0 0 0,1 0 0,0 0 0,0 0 0,0 0 0,1-1 0,3 10 0,-3-12 0,0 0 0,0 0 0,0-1 0,0 1 0,0 0 0,1-1 0,-1 1 0,1-1 0,0 0 0,-1 0 0,1 0 0,0 0 0,0-1 0,0 1 0,1-1 0,-1 0 0,0 0 0,0 0 0,1 0 0,-1 0 0,1-1 0,-1 1 0,5-1 0,5 0 0,-1-1 0,1 0 0,0-1 0,-1 0 0,1-1 0,-1 0 0,0-1 0,0 0 0,0-1 0,-1 0 0,0-1 0,0-1 0,0 1 0,-1-2 0,13-11 0,-11 10 0,-2-2 0,1 0 0,-1 0 0,-1-1 0,0 0 0,-1 0 0,0-1 0,-1 0 0,0 0 0,-1-1 0,-1 0 0,7-24 0,-10 29 0,-1 0 0,0-1 0,0 1 0,-1 0 0,0 0 0,-1 0 0,0 0 0,0-1 0,-1 1 0,0 1 0,-1-1 0,-5-13 0,6 17 0,-1 0 0,0 1 0,1-1 0,-1 1 0,-1 0 0,1 0 0,-1 0 0,1 0 0,-1 0 0,0 1 0,-1 0 0,1 0 0,0 0 0,-1 0 0,0 1 0,0 0 0,1 0 0,-1 0 0,-1 0 0,1 1 0,0 0 0,-11-1 0,5 1 0,1 2 0,-1-1 0,0 2 0,0-1 0,0 1 0,0 1 0,1 0 0,-1 1 0,1 0 0,0 0 0,0 1 0,1 0 0,-1 1 0,1 0 0,0 1 0,1 0 0,-9 8 0,6-4 0,0 0 0,1 1 0,0 0 0,1 0 0,1 1 0,0 0 0,0 1 0,1 0 0,1 0 0,1 0 0,-7 25 0,11-33-114,0 0 1,0 0-1,0 0 0,1 0 0,0 0 1,1 1-1,-1-1 0,1 0 0,0 0 1,0 0-1,4 9 0,10 17-6712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8.754"/>
    </inkml:context>
    <inkml:brush xml:id="br0">
      <inkml:brushProperty name="width" value="0.05" units="cm"/>
      <inkml:brushProperty name="height" value="0.05" units="cm"/>
    </inkml:brush>
  </inkml:definitions>
  <inkml:trace contextRef="#ctx0" brushRef="#br0">199 0 24575,'-1'5'0,"-1"0"0,1-1 0,-1 1 0,0-1 0,-1 1 0,1-1 0,-1 0 0,1 0 0,-6 6 0,-3 5 0,-22 37 0,-36 78 0,57-103 0,1 1 0,2 0 0,1 1 0,0 0 0,-2 31 0,9-55 0,1 1 0,-1-1 0,1 1 0,1-1 0,-1 1 0,1-1 0,0 1 0,0-1 0,0 0 0,1 1 0,0-1 0,0 0 0,4 7 0,-4-9 0,0 1 0,1-1 0,0 0 0,0 0 0,0 0 0,0-1 0,0 1 0,0-1 0,1 0 0,-1 1 0,1-2 0,0 1 0,0 0 0,-1-1 0,1 1 0,0-1 0,0 0 0,7 0 0,0 0 0,0-1 0,0 0 0,0-1 0,0 0 0,0 0 0,0-2 0,0 1 0,0-1 0,-1-1 0,1 0 0,-1 0 0,15-9 0,-3 0 0,-1-1 0,-1 0 0,0-2 0,26-26 0,-32 28 0,0-2 0,-1 0 0,-1 0 0,-1-1 0,0 0 0,13-31 0,-19 37 0,-1-1 0,0 1 0,-1-1 0,0 0 0,0 0 0,-2 0 0,1 0 0,-2 0 0,1 0 0,-2 0 0,1-1 0,-4-15 0,3 23 0,-1 1 0,1-1 0,0 1 0,-1-1 0,0 1 0,0 0 0,-1-1 0,1 1 0,-1 0 0,0 1 0,0-1 0,0 0 0,0 1 0,0 0 0,-1-1 0,0 2 0,-7-6 0,5 5 0,0 0 0,0 1 0,-1 0 0,1 0 0,0 1 0,-1 0 0,1 0 0,-1 0 0,1 1 0,-1 0 0,-12 1 0,8 1 0,0 0 0,-1 0 0,1 1 0,0 1 0,0 0 0,1 0 0,-1 1 0,1 0 0,0 1 0,0 0 0,1 1 0,0 0 0,0 0 0,-12 13 0,6 3-1365,6-3-5461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9.221"/>
    </inkml:context>
    <inkml:brush xml:id="br0">
      <inkml:brushProperty name="width" value="0.05" units="cm"/>
      <inkml:brushProperty name="height" value="0.05" units="cm"/>
    </inkml:brush>
  </inkml:definitions>
  <inkml:trace contextRef="#ctx0" brushRef="#br0">317 151 24575,'-9'-1'0,"0"0"0,0-1 0,0 0 0,1 0 0,-14-6 0,12 5 0,0-1 0,-1 2 0,-12-3 0,15 4 0,0 1 0,0 1 0,0 0 0,1 0 0,-1 0 0,0 1 0,1 0 0,-1 0 0,1 1 0,0 0 0,0 0 0,0 1 0,0 0 0,1 0 0,-1 0 0,1 1 0,0 0 0,0 0 0,1 1 0,-1 0 0,-5 9 0,6-10 0,1 2 0,0-1 0,0 0 0,0 1 0,1 0 0,0 0 0,1 0 0,0 0 0,0 0 0,0 0 0,1 1 0,0-1 0,0 1 0,0-1 0,1 1 0,1-1 0,-1 0 0,1 1 0,1-1 0,-1 1 0,1-1 0,4 11 0,-4-14 0,1 1 0,0 0 0,-1-1 0,1 1 0,1-1 0,-1 0 0,1 0 0,0 0 0,0 0 0,0-1 0,0 1 0,0-1 0,9 4 0,-6-3 0,1-1 0,-1-1 0,1 1 0,-1-1 0,1-1 0,0 1 0,0-1 0,13 0 0,-6-2 0,-1 0 0,0-1 0,1 0 0,-1-1 0,0 0 0,0-2 0,0 1 0,-1-2 0,24-12 0,-29 13 0,0 0 0,-1 0 0,0 0 0,0-1 0,0 0 0,0-1 0,-1 1 0,0-1 0,-1-1 0,0 1 0,0-1 0,0 0 0,-1 0 0,0 0 0,0 0 0,-1-1 0,0 0 0,-1 1 0,0-1 0,0 0 0,-1 0 0,0 0 0,-1 0 0,0-1 0,0 1 0,-1 0 0,0 0 0,-1 0 0,0 0 0,0 0 0,-1 1 0,0-1 0,0 1 0,-8-14 0,5 13 0,1 0 0,-1 1 0,-1-1 0,0 2 0,0-1 0,0 1 0,-1 0 0,0 0 0,-1 1 0,1 0 0,-17-8 0,18 11 0,1 0 0,-1 0 0,0 1 0,0 0 0,0 1 0,0-1 0,0 1 0,0 1 0,0-1 0,-1 1 0,1 0 0,0 1 0,0 0 0,0 0 0,-1 0 0,2 1 0,-13 5 0,15-6-124,1 1 0,0-1 0,0 1 0,0 0 0,1 0 0,-1 0-1,0 1 1,1-1 0,-1 0 0,-2 5 0,-4 7-6702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9.625"/>
    </inkml:context>
    <inkml:brush xml:id="br0">
      <inkml:brushProperty name="width" value="0.05" units="cm"/>
      <inkml:brushProperty name="height" value="0.05" units="cm"/>
    </inkml:brush>
  </inkml:definitions>
  <inkml:trace contextRef="#ctx0" brushRef="#br0">465 129 24575,'-6'-9'0,"-1"0"0,0 1 0,-1 0 0,1 0 0,-1 1 0,-1 0 0,-17-11 0,18 12 0,2 2 0,1-1 0,-1 2 0,1-1 0,-1 1 0,0 0 0,0 0 0,-1 0 0,1 1 0,0 0 0,-1 0 0,0 1 0,1 0 0,-1 0 0,0 1 0,0-1 0,1 1 0,-1 1 0,0-1 0,1 1 0,-1 1 0,0-1 0,1 1 0,-1 0 0,1 0 0,0 1 0,0 0 0,0 0 0,-9 7 0,-1 1 0,1 0 0,0 1 0,0 1 0,2 1 0,0 0 0,0 0 0,-18 29 0,24-31 0,-1 0 0,2 1 0,0 0 0,0 0 0,1 1 0,1-1 0,0 1 0,1 0 0,1 0 0,0 0 0,0 16 0,2-25 0,0 1 0,1-1 0,-1 1 0,1-1 0,0 0 0,0 1 0,1-1 0,0 0 0,0 0 0,0 0 0,1 0 0,-1 0 0,1 0 0,0-1 0,1 1 0,-1-1 0,1 0 0,0 0 0,0 0 0,0 0 0,0-1 0,0 0 0,1 0 0,0 0 0,8 4 0,-3-4 0,0 1 0,-1-2 0,1 1 0,1-1 0,-1-1 0,0 0 0,0 0 0,0-1 0,1 0 0,-1-1 0,0 0 0,20-5 0,-15 1 0,1 0 0,-1-1 0,-1-1 0,1 0 0,-1-1 0,-1-1 0,1 0 0,-2-1 0,1 0 0,-1 0 0,-1-2 0,0 1 0,0-2 0,10-15 0,-12 15 0,-1 0 0,-1 0 0,0-1 0,-1 0 0,0 0 0,-1-1 0,0 0 0,-2 0 0,1 0 0,-2 0 0,0 0 0,-1-1 0,0 1 0,-4-30 0,3 41 0,-1-1 0,0 1 0,0 0 0,-1 0 0,1 0 0,-1 0 0,0 0 0,0 0 0,0 1 0,0-1 0,-1 0 0,1 1 0,-1 0 0,0 0 0,0 0 0,0 0 0,-1 0 0,-6-4 0,7 5 0,1 1 0,-1 0 0,0 0 0,0 0 0,0 0 0,0 0 0,-1 1 0,1-1 0,0 1 0,0 0 0,0 0 0,0 0 0,0 1 0,-1-1 0,1 0 0,0 1 0,0 0 0,0 0 0,0 0 0,0 0 0,0 1 0,1-1 0,-1 1 0,0-1 0,1 1 0,-4 3 0,-16 19-1365,5 3-5461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09:59.999"/>
    </inkml:context>
    <inkml:brush xml:id="br0">
      <inkml:brushProperty name="width" value="0.05" units="cm"/>
      <inkml:brushProperty name="height" value="0.05" units="cm"/>
    </inkml:brush>
  </inkml:definitions>
  <inkml:trace contextRef="#ctx0" brushRef="#br0">337 291 24575,'1'-17'0,"5"-33"0,1 1 0,-6 39 0,0 1 0,-1-1 0,0 1 0,-1 0 0,0-1 0,-4-17 0,4 24 0,0 1 0,0 0 0,0-1 0,0 1 0,-1 0 0,1 0 0,-1 0 0,1 0 0,-1 0 0,0 0 0,1 0 0,-1 1 0,0-1 0,0 1 0,0-1 0,-1 1 0,1 0 0,0 0 0,0 0 0,-1 0 0,1 0 0,-1 0 0,1 1 0,0-1 0,-1 1 0,1 0 0,-1-1 0,1 1 0,-1 1 0,-4-1 0,-3 2 0,0 0 0,0 0 0,0 0 0,0 2 0,1-1 0,-1 1 0,1 0 0,0 1 0,1 0 0,-1 1 0,-7 6 0,-4 3 0,1 2 0,1 0 0,-21 26 0,31-33 0,0 1 0,1 0 0,1 1 0,0 0 0,0 0 0,1 0 0,1 0 0,0 1 0,1 0 0,-3 20 0,5-27 0,0-1 0,1 1 0,0 0 0,1 0 0,-1-1 0,1 1 0,0 0 0,1-1 0,-1 1 0,1 0 0,4 7 0,-4-9 0,0-1 0,1 1 0,0-1 0,-1 0 0,1 0 0,0 0 0,0 0 0,1 0 0,-1-1 0,1 1 0,-1-1 0,1 0 0,0 0 0,0 0 0,0-1 0,0 1 0,5 0 0,-1 0 0,1-1 0,-1 0 0,0 0 0,1-1 0,-1 0 0,0-1 0,1 1 0,-1-2 0,0 1 0,0-1 0,0 0 0,0-1 0,0 0 0,0 0 0,-1-1 0,1 0 0,-1 0 0,0-1 0,6-5 0,0 0 0,-1 0 0,-1-1 0,0-1 0,-1 0 0,0 0 0,0-1 0,-1 0 0,-1-1 0,8-16 0,-9 13 0,0-1 0,-1 1 0,-1-1 0,5-31 0,-9 39 0,0 0 0,-1 0 0,0 0 0,0-1 0,-1 1 0,0 0 0,-1 0 0,0 0 0,0 0 0,-5-10 0,6 17-80,-1 0 0,1 0-1,-1 0 1,0 0 0,0 0-1,0 0 1,0 1 0,-1-1-1,1 1 1,0-1 0,-1 1 0,0 0-1,0 0 1,0 0 0,0 0-1,-3-1 1,-18-4-6746</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00.406"/>
    </inkml:context>
    <inkml:brush xml:id="br0">
      <inkml:brushProperty name="width" value="0.05" units="cm"/>
      <inkml:brushProperty name="height" value="0.05" units="cm"/>
    </inkml:brush>
  </inkml:definitions>
  <inkml:trace contextRef="#ctx0" brushRef="#br0">92 198 24575,'0'0'0,"-1"-1"0,1 1 0,0-1 0,0 1 0,-1-1 0,1 1 0,0-1 0,0 1 0,0-1 0,0 1 0,0-1 0,0 1 0,-1-1 0,1 1 0,0-1 0,1 1 0,-1-1 0,0 1 0,0-1 0,0 1 0,0-1 0,0 1 0,0-1 0,1 1 0,-1-1 0,0 1 0,0 0 0,1-1 0,-1 1 0,0-1 0,1 1 0,0-1 0,10-20 0,-4 12 0,1-1 0,13-12 0,-16 16 0,-30 36 0,-36 56 0,51-70 0,1 2 0,0 0 0,1 0 0,1 0 0,-6 26 0,12-41 0,0 0 0,0 1 0,1-1 0,-1 1 0,1-1 0,0 1 0,0-1 0,0 1 0,1-1 0,-1 0 0,1 1 0,0-1 0,0 0 0,0 1 0,0-1 0,0 0 0,4 6 0,-3-7 0,0 0 0,1 1 0,-1-1 0,1 0 0,-1 0 0,1-1 0,-1 1 0,1-1 0,0 1 0,0-1 0,0 0 0,0 0 0,0 0 0,0 0 0,0-1 0,0 1 0,0-1 0,1 0 0,5 0 0,18-2 0,0-1 0,0-2 0,-1 0 0,1-2 0,-1-1 0,-1-1 0,1-1 0,31-18 0,-36 16 0,-1 0 0,0-1 0,-1-1 0,0-1 0,18-18 0,-31 27 0,0 0 0,0-1 0,0 0 0,-1 0 0,0 0 0,-1 0 0,0-1 0,0 0 0,0 0 0,-1 0 0,0 0 0,-1 0 0,1-1 0,-2 1 0,1-1 0,-1 0 0,-1-9 0,0 12 0,-1 1 0,0-1 0,0 1 0,0-1 0,-1 1 0,0 0 0,0 0 0,0-1 0,-1 2 0,0-1 0,0 0 0,0 0 0,0 1 0,-1 0 0,0 0 0,0 0 0,0 0 0,0 0 0,0 1 0,-1 0 0,0 0 0,0 0 0,1 0 0,-2 1 0,1 0 0,0 0 0,-9-2 0,0 0 0,0 1 0,0 1 0,0 1 0,0-1 0,0 2 0,0 0 0,0 1 0,0 0 0,0 1 0,-13 4 0,8 0-195,1 0 0,0 1 0,0 1 0,1 0 0,0 2 0,-17 11 0,2 5-6631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00.765"/>
    </inkml:context>
    <inkml:brush xml:id="br0">
      <inkml:brushProperty name="width" value="0.05" units="cm"/>
      <inkml:brushProperty name="height" value="0.05" units="cm"/>
    </inkml:brush>
  </inkml:definitions>
  <inkml:trace contextRef="#ctx0" brushRef="#br0">142 204 24575,'-22'20'0,"15"-15"0,1 0 0,0 1 0,1 0 0,-9 10 0,2 3 0,1 1 0,0 0 0,2 0 0,-8 22 0,12-28 0,1 1 0,0-1 0,1 1 0,1 0 0,0 0 0,1 29 0,1-40 0,0 1 0,1-1 0,0 0 0,-1 0 0,2 0 0,-1 0 0,0-1 0,1 1 0,0 0 0,-1 0 0,1-1 0,1 1 0,-1-1 0,1 0 0,-1 0 0,1 0 0,0 0 0,0 0 0,0 0 0,0-1 0,1 1 0,-1-1 0,1 0 0,-1 0 0,1 0 0,0-1 0,0 1 0,0-1 0,0 0 0,0 0 0,8 0 0,0 0 0,0 0 0,1-1 0,-1-1 0,0 0 0,0 0 0,0-1 0,0-1 0,0 0 0,20-8 0,-11 1 0,-1 0 0,0-1 0,-1-1 0,0-1 0,-1-1 0,-1-1 0,0 0 0,-1-1 0,0 0 0,13-20 0,-20 24 0,0 0 0,-2-1 0,1 1 0,-1-2 0,-1 1 0,-1-1 0,0 1 0,0-2 0,-1 1 0,-1 0 0,-1-1 0,0 1 0,0-1 0,-2 0 0,0 1 0,-3-23 0,2 29 0,-1 0 0,0 0 0,0 1 0,-1-1 0,0 1 0,0-1 0,-1 1 0,0 0 0,0 0 0,-1 1 0,0-1 0,0 1 0,-1 0 0,1 0 0,-8-5 0,5 5 0,0 1 0,-1 0 0,1 0 0,-1 1 0,0 0 0,0 1 0,0 0 0,-1 0 0,1 1 0,-1 0 0,0 0 0,-11 1 0,-43 2-1365,5 6-5461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18.539"/>
    </inkml:context>
    <inkml:brush xml:id="br0">
      <inkml:brushProperty name="width" value="0.05" units="cm"/>
      <inkml:brushProperty name="height" value="0.05" units="cm"/>
    </inkml:brush>
  </inkml:definitions>
  <inkml:trace contextRef="#ctx0" brushRef="#br0">387 9 24575,'0'0'0,"-1"-1"0,1 1 0,0-1 0,0 1 0,0 0 0,0-1 0,0 1 0,0-1 0,0 1 0,-1 0 0,1-1 0,0 1 0,0 0 0,-1-1 0,1 1 0,0 0 0,0 0 0,-1-1 0,1 1 0,0 0 0,-1 0 0,1-1 0,0 1 0,-1 0 0,1 0 0,-1 0 0,1 0 0,0-1 0,-1 1 0,1 0 0,-1 0 0,1 0 0,0 0 0,-1 0 0,1 0 0,-1 0 0,1 0 0,0 0 0,-1 0 0,1 0 0,-1 1 0,1-1 0,0 0 0,-1 0 0,1 0 0,0 0 0,-1 1 0,1-1 0,0 0 0,-1 1 0,-20 10 0,6 3 0,0-1 0,1 2 0,1 0 0,1 1 0,0 0 0,-16 29 0,11-19 0,-188 339 0,194-342-1365,4-4-5461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18.975"/>
    </inkml:context>
    <inkml:brush xml:id="br0">
      <inkml:brushProperty name="width" value="0.05" units="cm"/>
      <inkml:brushProperty name="height" value="0.05" units="cm"/>
    </inkml:brush>
  </inkml:definitions>
  <inkml:trace contextRef="#ctx0" brushRef="#br0">1 8 24575,'0'0'0,"0"-1"0,0 1 0,0 0 0,0 0 0,0-1 0,0 1 0,0 0 0,0 0 0,0-1 0,0 1 0,0 0 0,0 0 0,0-1 0,0 1 0,0 0 0,0 0 0,1-1 0,-1 1 0,0 0 0,0 0 0,0-1 0,0 1 0,1 0 0,-1 0 0,0 0 0,0 0 0,1-1 0,-1 1 0,0 0 0,0 0 0,0 0 0,1 0 0,-1 0 0,0 0 0,1 0 0,-1 0 0,0 0 0,1-1 0,12 6 0,12 11 0,146 141 0,-89-78 0,-47-47 66,4 3-424,-1 2 0,-2 1 1,53 72-1,-79-94-6468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0.047"/>
    </inkml:context>
    <inkml:brush xml:id="br0">
      <inkml:brushProperty name="width" value="0.05" units="cm"/>
      <inkml:brushProperty name="height" value="0.05" units="cm"/>
    </inkml:brush>
  </inkml:definitions>
  <inkml:trace contextRef="#ctx0" brushRef="#br0">149 2 24575,'-7'-1'0,"1"1"0,2 9 0,-22 304 0,20-180 0,-31 316 0,-6 111 0,33-438 0,4-66 0,3 1 0,4 69 0,-1-124 0,0 0 0,0 0 0,1-1 0,-1 1 0,1 0 0,-1 0 0,1-1 0,-1 1 0,1-1 0,0 1 0,0-1 0,0 1 0,0-1 0,0 1 0,0-1 0,1 0 0,-1 1 0,0-1 0,1 0 0,-1 0 0,1 0 0,-1 0 0,1 0 0,-1-1 0,1 1 0,0 0 0,-1-1 0,1 1 0,3 0 0,5 0 0,0 0 0,0-1 0,-1 0 0,15-1 0,-2-1 0,1181 16-2941,-962-7 2386,2610 135-2917,-1452-18 2132,-1122-85 6364,-272-38-4808,0 0 0,-1 0 0,1 0 0,0 0 0,0 1-1,-1 0 1,1 0 0,5 3 0,-8-3-155,-1-1 0,1 1 0,-1-1 0,1 1 0,-1 0 0,0-1 0,0 1 0,0 0 0,0 0 0,0 0 0,0 0 0,0 0 0,0 0 0,-1 0 0,1 0-1,-1 0 1,0 0 0,0 0 0,1 0 0,-1 1 0,-1 2 0,-41 475-61,9-152 0,-60 501 0,54-595 0,37-201 342,4-18-684,-2-15 316,0 0 1,0 0-1,0 0 0,1 0 0,-1 0 1,0 1-1,0-1 0,0 0 0,0 0 1,0 0-1,0 0 0,1 0 0,-1 0 1,0 1-1,0-1 0,0 0 0,0 0 1,0 0-1,1 0 0,-1 0 0,0 0 1,0 0-1,0 0 0,1 0 0,-1 0 0,0 0 1,0 0-1,0 0 0,0 0 0,1 0 1,-1 0-1,0 0 0,0 0 0,0 0 1,0 0-1,1 0 0,-1 0 0,0 0 1,0-1-1,0 1 0,0 0 0,1 0 1,-1 0-1,0 0 0,0 0 0,0 0 0,0 0 1,0-1-1,0 1 0,0 0 0,1 0 1,-1 0-1,7-9-6800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0.560"/>
    </inkml:context>
    <inkml:brush xml:id="br0">
      <inkml:brushProperty name="width" value="0.05" units="cm"/>
      <inkml:brushProperty name="height" value="0.05" units="cm"/>
    </inkml:brush>
  </inkml:definitions>
  <inkml:trace contextRef="#ctx0" brushRef="#br0">18 19 24575,'0'-3'0,"-3"-1"0,-2-3 0,1 2 0,1 7 0,1 7 0,3 13 0,3 12 0,0 12 0,2 11 0,1 9 0,-1 5 0,-2 3 0,2-1 0,-1-4 0,0-8 0,-2-10 0,-1-15-8191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0.856"/>
    </inkml:context>
    <inkml:brush xml:id="br0">
      <inkml:brushProperty name="width" value="0.05" units="cm"/>
      <inkml:brushProperty name="height" value="0.05" units="cm"/>
    </inkml:brush>
  </inkml:definitions>
  <inkml:trace contextRef="#ctx0" brushRef="#br0">46 225 24575,'-16'-40'0,"-8"-28"0,22 63 0,1-1 0,0 0 0,0 1 0,1-1 0,-1 0 0,1 1 0,0-1 0,1 0 0,1-10 0,-1 14 0,1-1 0,-1 0 0,0 1 0,1-1 0,-1 1 0,1-1 0,0 1 0,0 0 0,0 0 0,0-1 0,0 2 0,0-1 0,1 0 0,-1 0 0,1 1 0,-1-1 0,1 1 0,0 0 0,-1 0 0,1 0 0,0 0 0,0 0 0,5 0 0,5-2 0,1 2 0,-1 0 0,25 1 0,-21 1 0,1 1 0,-1 1 0,0 1 0,0 0 0,0 1 0,-1 1 0,0 0 0,0 1 0,0 1 0,-1 1 0,0 0 0,0 1 0,-1 0 0,15 15 0,-20-16 0,0-1 0,-1 1 0,-1 1 0,1 0 0,-1 0 0,-1 0 0,0 1 0,0 0 0,-1 0 0,-1 0 0,1 1 0,-2-1 0,0 1 0,0 0 0,-1 0 0,-1 0 0,0 1 0,0-1 0,-2 0 0,1 0 0,-3 14 0,0-16 0,0 1 0,0-1 0,-1-1 0,0 1 0,-1-1 0,0 1 0,0-1 0,-1-1 0,-1 1 0,1-1 0,-1 0 0,0 0 0,-1-1 0,0 0 0,0 0 0,-1-1 0,1 0 0,-2-1 0,-13 7 0,13-7 0,-1 0 0,0-1 0,1-1 0,-2 1 0,1-2 0,0 1 0,-1-2 0,1 0 0,-1 0 0,1-1 0,-1 0 0,1-1 0,-1 0 0,1-1 0,0 0 0,-1-1 0,-17-7 0,23 7-136,1 0-1,-1 0 1,1 0-1,0-1 1,0 0-1,0 0 1,0 0-1,1-1 0,-7-7 1,-5-14-6690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1.216"/>
    </inkml:context>
    <inkml:brush xml:id="br0">
      <inkml:brushProperty name="width" value="0.05" units="cm"/>
      <inkml:brushProperty name="height" value="0.05" units="cm"/>
    </inkml:brush>
  </inkml:definitions>
  <inkml:trace contextRef="#ctx0" brushRef="#br0">45 129 24575,'-2'0'0,"1"1"0,-1-1 0,0 0 0,1 0 0,-1 0 0,0-1 0,1 1 0,-1 0 0,1-1 0,-1 1 0,0-1 0,1 1 0,-1-1 0,1 0 0,0 1 0,-1-1 0,1 0 0,-1 0 0,1 0 0,0 0 0,0 0 0,0-1 0,0 1 0,0 0 0,0 0 0,0-1 0,0 1 0,0-1 0,0 1 0,1-1 0,-1 1 0,1-1 0,-1 1 0,1-1 0,-1 1 0,1-1 0,0 0 0,0 1 0,0-1 0,0-3 0,0 2 0,1-1 0,0 0 0,0 1 0,0-1 0,0 1 0,0-1 0,1 1 0,-1 0 0,1-1 0,0 1 0,0 0 0,0 0 0,1 0 0,-1 0 0,1 1 0,-1-1 0,5-2 0,-3 2 0,0 1 0,0 0 0,0-1 0,0 2 0,0-1 0,1 0 0,-1 1 0,1 0 0,-1 0 0,1 0 0,-1 1 0,1-1 0,0 1 0,8 1 0,-6 0 0,1 1 0,-1 0 0,0 0 0,0 0 0,0 1 0,0 0 0,-1 1 0,11 6 0,-3 0 0,-1 1 0,1 0 0,-2 1 0,0 1 0,0 0 0,-1 0 0,11 19 0,-10-12 0,-1 0 0,-1 1 0,12 36 0,-18-46 0,-1 0 0,0 0 0,-1 1 0,0-1 0,-1 1 0,-1-1 0,1 1 0,-2-1 0,-1 14 0,1-22 0,1-1 0,-1 1 0,0-1 0,1 0 0,-1 1 0,0-1 0,0 0 0,-1 0 0,1 1 0,0-1 0,-1 0 0,0 0 0,1 0 0,-1-1 0,0 1 0,0 0 0,0-1 0,0 1 0,0-1 0,-3 2 0,3-2 0,0-1 0,1 1 0,-1-1 0,0 0 0,1 0 0,-1 0 0,0 0 0,1 0 0,-1 0 0,0 0 0,1 0 0,-1 0 0,0-1 0,1 1 0,-1-1 0,0 0 0,1 1 0,-1-1 0,1 0 0,-1 0 0,1 0 0,0 0 0,-1 0 0,1 0 0,0 0 0,0 0 0,0-1 0,0 1 0,-1 0 0,2-1 0,-2-1 0,-2-4 0,0 0 0,0-1 0,1 1 0,0-1 0,1 0 0,0 0 0,0 0 0,0 0 0,1-1 0,0 1 0,1 0 0,0 0 0,2-14 0,1-3 0,1 1 0,1-1 0,10-29 0,-9 38-170,0 0-1,1 0 0,0 0 1,1 1-1,1 0 0,0 1 1,15-18-1,4 3-6655</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1.817"/>
    </inkml:context>
    <inkml:brush xml:id="br0">
      <inkml:brushProperty name="width" value="0.05" units="cm"/>
      <inkml:brushProperty name="height" value="0.05" units="cm"/>
    </inkml:brush>
  </inkml:definitions>
  <inkml:trace contextRef="#ctx0" brushRef="#br0">187 85 24575,'-4'-1'0,"-1"0"0,1 1 0,0-1 0,0-1 0,-1 1 0,1-1 0,0 1 0,-7-6 0,7 5 0,0 0 0,-1 0 0,1 0 0,0 0 0,-1 1 0,1-1 0,-1 1 0,-5 0 0,7 1 0,1 0 0,-1 0 0,0 0 0,0 0 0,0 1 0,1 0 0,-1-1 0,0 1 0,1 0 0,-1 0 0,1 0 0,-1 1 0,1-1 0,-1 1 0,1-1 0,0 1 0,-2 2 0,0 0 0,1 0 0,-1 0 0,1 0 0,0 1 0,1-1 0,-1 1 0,1 0 0,-3 7 0,0 5 0,1-1 0,1 1 0,0 0 0,0 26 0,2-34 0,1 0 0,0 0 0,0 0 0,1 0 0,1 0 0,-1 0 0,1 0 0,1-1 0,6 16 0,-7-20 0,0-1 0,0 1 0,1-1 0,-1 0 0,1 0 0,0 0 0,0 0 0,0 0 0,0 0 0,1-1 0,-1 0 0,1 1 0,-1-1 0,1-1 0,0 1 0,0 0 0,0-1 0,0 0 0,0 0 0,0 0 0,0 0 0,0-1 0,7 0 0,-3 0 0,0 0 0,0 0 0,-1-1 0,1-1 0,0 1 0,0-1 0,-1-1 0,1 1 0,-1-1 0,0-1 0,1 1 0,9-8 0,-8 4 0,0 0 0,0 0 0,0-1 0,-1-1 0,0 1 0,-1-1 0,0 0 0,8-14 0,-9 12 0,-1 1 0,0-1 0,0 0 0,-2 0 0,1-1 0,-1 1 0,-1-1 0,2-14 0,-3 18 0,-1 0 0,0 0 0,-1 0 0,1 0 0,-1 0 0,-1 0 0,0 0 0,0 0 0,-1 0 0,1 0 0,-2 1 0,-4-9 0,7 14 0,0 0 0,0 0 0,-1 0 0,1 0 0,-1 0 0,1 0 0,-1 1 0,0-1 0,0 1 0,0-1 0,0 1 0,0-1 0,0 1 0,0 0 0,0 0 0,0 0 0,0 0 0,-1 1 0,1-1 0,0 1 0,-1-1 0,1 1 0,-5 0 0,5 0 0,1 0 0,-1 1 0,0-1 0,0 1 0,1 0 0,-1 0 0,1-1 0,-1 1 0,1 0 0,-1 0 0,1 0 0,-1 1 0,1-1 0,0 0 0,0 0 0,-1 1 0,1-1 0,0 1 0,0-1 0,1 1 0,-1-1 0,0 1 0,0 0 0,1-1 0,-1 1 0,1 0 0,-1-1 0,1 1 0,0 0 0,0 0 0,0 2 0,0-1 0,-1 0 0,2 0 0,-1-1 0,0 1 0,0 0 0,1 0 0,0-1 0,-1 1 0,1 0 0,0-1 0,0 1 0,0-1 0,1 1 0,-1-1 0,1 0 0,3 4 0,-1-1 0,0-2 0,0 1 0,0 0 0,1-1 0,0 0 0,-1 0 0,12 4 0,-2-1 0,1-2 0,0 1 0,0-2 0,0 0 0,20 1 0,-18-2 0,0-2 0,0 0 0,0-1 0,0-1 0,0-1 0,0 0 0,32-11 0,-43 12 0,1-1 0,-1 0 0,0 0 0,0 0 0,0-1 0,-1 0 0,1 0 0,-1 0 0,0-1 0,0 0 0,0 0 0,-1 0 0,0 0 0,0-1 0,0 1 0,0-1 0,-1 0 0,0 0 0,-1-1 0,1 1 0,-1-1 0,2-9 0,-4 1 0,-6 29 0,1 12 0,1 0 0,2 0 0,1 37 0,10 81 0,-7-122 0,32 242 0,0-2 0,-33-254 0,2 58 0,-3-60 0,-1 0 0,1 0 0,-1 0 0,-1 0 0,1-1 0,-1 1 0,0 0 0,-4 8 0,5-12 0,0-1 0,0 1 0,0-1 0,-1 1 0,1-1 0,0 0 0,-1 1 0,1-1 0,0 0 0,-1 0 0,0 0 0,1 0 0,-1-1 0,1 1 0,-1 0 0,0-1 0,0 1 0,1-1 0,-1 1 0,0-1 0,0 0 0,0 0 0,1 0 0,-1 0 0,0 0 0,0 0 0,0 0 0,1-1 0,-1 1 0,0-1 0,0 1 0,-2-2 0,-4-1 0,0-1 0,0 0 0,1 0 0,-1-1 0,-11-9 0,-1-5 49,0 0 0,0-1 0,2-1-1,1-1 1,1-1 0,-20-35 0,8 4-903,-40-107 1,43 89-5973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2.004"/>
    </inkml:context>
    <inkml:brush xml:id="br0">
      <inkml:brushProperty name="width" value="0.05" units="cm"/>
      <inkml:brushProperty name="height" value="0.05" units="cm"/>
    </inkml:brush>
  </inkml:definitions>
  <inkml:trace contextRef="#ctx0" brushRef="#br0">67 59 24575,'-3'-4'0,"-4"-3"0,-4-4 0,-1-4 0,0 2 0,1 5 0,3 7 0,5 5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2.364"/>
    </inkml:context>
    <inkml:brush xml:id="br0">
      <inkml:brushProperty name="width" value="0.05" units="cm"/>
      <inkml:brushProperty name="height" value="0.05" units="cm"/>
    </inkml:brush>
  </inkml:definitions>
  <inkml:trace contextRef="#ctx0" brushRef="#br0">46 277 24575,'-5'1'0,"0"0"0,0 0 0,0 0 0,0 1 0,-8 4 0,5-3 0,20-1 0,11-3 0,36-4 0,-38 3 0,0 0 0,0-1 0,-1 0 0,25-9 0,-41 11 0,-1-1 0,1 0 0,0 0 0,-1 0 0,1 0 0,-1-1 0,0 1 0,0-1 0,0 0 0,0 0 0,0 0 0,0 0 0,-1-1 0,0 1 0,0-1 0,0 1 0,3-8 0,-3 5 0,0 0 0,0-1 0,-1 1 0,0-1 0,0 0 0,-1 1 0,0-1 0,0 1 0,0-1 0,-3-11 0,1 10 0,0 0 0,0 0 0,-1 1 0,0-1 0,0 0 0,-1 1 0,0 0 0,-8-11 0,9 14 0,0 0 0,0 0 0,-1 1 0,0-1 0,1 1 0,-1 0 0,0 0 0,-1 0 0,1 0 0,-1 1 0,1 0 0,-1 0 0,-9-3 0,10 4 0,1 1 0,-1-1 0,1 1 0,-1 0 0,0 0 0,1 0 0,-1 0 0,1 0 0,-1 1 0,1 0 0,-1 0 0,1 0 0,-1 0 0,1 0 0,0 1 0,-6 3 0,5-2 0,-1 0 0,1 1 0,0 0 0,0 0 0,0 0 0,1 1 0,-1-1 0,1 1 0,-5 9 0,3-2 0,0 0 0,0 1 0,1 0 0,0-1 0,2 1 0,-1 1 0,2-1 0,-1 17 0,2-19-91,1 0 0,0 0 0,1 1 0,0-1 0,0 0 0,1 0 0,1-1 0,0 1 0,1-1 0,0 0 0,0 0 0,1 0 0,0-1 0,10 12 0,13 9-6735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2.625"/>
    </inkml:context>
    <inkml:brush xml:id="br0">
      <inkml:brushProperty name="width" value="0.05" units="cm"/>
      <inkml:brushProperty name="height" value="0.05" units="cm"/>
    </inkml:brush>
  </inkml:definitions>
  <inkml:trace contextRef="#ctx0" brushRef="#br0">426 104 24575,'-110'-66'0,"97"59"0,-2 1 0,1 1 0,-1 0 0,0 1 0,0 1 0,0 0 0,0 1 0,-1 0 0,-21 2 0,31 0 0,-1 0 0,1 1 0,0 0 0,0 1 0,0-1 0,0 1 0,0 0 0,0 1 0,1-1 0,-1 1 0,1 0 0,0 0 0,0 1 0,0 0 0,0 0 0,0 0 0,1 0 0,0 1 0,-1 0 0,2-1 0,-1 2 0,1-1 0,0 0 0,0 1 0,0-1 0,-2 8 0,2-5 0,1 0 0,-1 1 0,2-1 0,-1 1 0,1 0 0,1-1 0,-1 1 0,1 0 0,1-1 0,0 1 0,0-1 0,0 1 0,1-1 0,1 1 0,-1-1 0,1 0 0,1 0 0,8 15 0,-7-15 0,1 0 0,0 0 0,0-1 0,1 0 0,0 0 0,1 0 0,-1-1 0,1 0 0,0-1 0,1 0 0,-1 0 0,1-1 0,0 0 0,0 0 0,0-1 0,16 3 0,-11-3-80,0-2 0,1 0-1,-1 0 1,0-1 0,1-1-1,-1-1 1,0 0 0,0-1-1,0 0 1,0-1 0,0 0 0,-1-1-1,0-1 1,0 0 0,0-1-1,17-12 1,11-11-6746</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2.781"/>
    </inkml:context>
    <inkml:brush xml:id="br0">
      <inkml:brushProperty name="width" value="0.05" units="cm"/>
      <inkml:brushProperty name="height" value="0.05" units="cm"/>
    </inkml:brush>
  </inkml:definitions>
  <inkml:trace contextRef="#ctx0" brushRef="#br0">109 186 24575,'0'-16'0,"-1"0"0,-1 0 0,0 1 0,-1-1 0,-1 1 0,-1-1 0,0 1 0,-10-20 0,14 33 0,0 0 0,0 0 0,0 0 0,0 0 0,-1 0 0,1 0 0,-1 0 0,1 1 0,-1-1 0,0 1 0,0-1 0,-2-1 0,3 3 0,0 0 0,0-1 0,0 1 0,1 0 0,-1 0 0,0 0 0,0 0 0,0 0 0,0 1 0,1-1 0,-1 0 0,0 0 0,0 0 0,0 1 0,1-1 0,-1 0 0,0 1 0,0-1 0,1 1 0,-1-1 0,0 1 0,1-1 0,-1 1 0,1-1 0,-1 1 0,0-1 0,1 1 0,-1 0 0,1 0 0,0-1 0,-1 1 0,1 0 0,0 0 0,-1-1 0,1 1 0,0 1 0,-6 11 0,2 1 0,-1-1 0,2 1 0,0 0 0,1 0 0,-1 22 0,3 90 0,0-119 0,5 67-227,2 0-1,4-1 1,4 0-1,2-1 1,45 116-1,-47-149-6598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3.092"/>
    </inkml:context>
    <inkml:brush xml:id="br0">
      <inkml:brushProperty name="width" value="0.05" units="cm"/>
      <inkml:brushProperty name="height" value="0.05" units="cm"/>
    </inkml:brush>
  </inkml:definitions>
  <inkml:trace contextRef="#ctx0" brushRef="#br0">31 151 24575,'-1'0'0,"-1"1"0,1-1 0,0 0 0,-1 1 0,1-1 0,0 0 0,0 1 0,-1 0 0,1-1 0,0 1 0,0 0 0,0-1 0,0 1 0,0 0 0,0 0 0,0 0 0,0 0 0,0 0 0,0 0 0,0 0 0,1 0 0,-1 1 0,0-1 0,1 0 0,-1 0 0,1 1 0,0-1 0,-1 0 0,1 0 0,0 3 0,-1-1 0,0 0 0,1 0 0,0 0 0,0 0 0,0 1 0,0-1 0,0 0 0,0 0 0,1 0 0,0 0 0,1 6 0,0-6 0,1 1 0,-1 0 0,1-1 0,0 0 0,0 0 0,0 1 0,0-2 0,1 1 0,-1 0 0,1-1 0,0 1 0,-1-1 0,1 0 0,0-1 0,0 1 0,1 0 0,-1-1 0,0 0 0,0 0 0,1-1 0,6 1 0,-1 0 0,1-1 0,-1 0 0,0 0 0,0-2 0,0 1 0,0-1 0,0 0 0,12-5 0,-12 2 0,0 0 0,0 0 0,0-1 0,-1 0 0,0 0 0,0-1 0,0-1 0,-1 1 0,0-1 0,-1-1 0,0 0 0,12-18 0,-7 6 0,-1-1 0,-1 0 0,0-1 0,10-41 0,-10 133 0,-4 41 220,19 150-1805,-19-226-5241</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3.231"/>
    </inkml:context>
    <inkml:brush xml:id="br0">
      <inkml:brushProperty name="width" value="0.05" units="cm"/>
      <inkml:brushProperty name="height" value="0.05" units="cm"/>
    </inkml:brush>
  </inkml:definitions>
  <inkml:trace contextRef="#ctx0" brushRef="#br0">52 9 24575,'-3'-3'0,"-4"-1"0,-1 3 0,-3 5 0,2 5 0,1 4 0,3 0-8191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23.927"/>
    </inkml:context>
    <inkml:brush xml:id="br0">
      <inkml:brushProperty name="width" value="0.05" units="cm"/>
      <inkml:brushProperty name="height" value="0.05" units="cm"/>
    </inkml:brush>
  </inkml:definitions>
  <inkml:trace contextRef="#ctx0" brushRef="#br0">53 94 24575,'-1'2'0,"1"1"0,-1 0 0,0-1 0,-1 1 0,1-1 0,0 0 0,-1 1 0,-1 2 0,-7 11 0,4 1 0,0 0 0,1 0 0,1 1 0,0 0 0,2-1 0,0 1 0,1 24 0,1-30 0,1 0 0,0 0 0,1 0 0,0-1 0,1 1 0,0-1 0,1 0 0,0 1 0,1-2 0,0 1 0,0 0 0,9 10 0,-12-18 0,1 1 0,-1-1 0,1 0 0,0 0 0,0 0 0,0-1 0,0 1 0,0-1 0,1 0 0,-1 0 0,1 0 0,0 0 0,-1 0 0,1-1 0,0 0 0,0 0 0,0 0 0,0 0 0,0 0 0,0-1 0,0 0 0,0 0 0,0 0 0,0 0 0,0-1 0,0 1 0,0-1 0,0 0 0,0 0 0,6-3 0,-2 0 0,0 0 0,-1 0 0,0-1 0,1 0 0,-2-1 0,1 1 0,-1-1 0,0 0 0,0-1 0,0 1 0,-1-1 0,0 0 0,6-13 0,-3 3 0,-2 0 0,1 0 0,-2 0 0,0-1 0,-2 0 0,0 1 0,0-1 0,-1-23 0,-2 29 0,0 1 0,-1-1 0,0 1 0,-1 0 0,0-1 0,-1 1 0,0 0 0,-1 0 0,0 0 0,0 1 0,-1-1 0,-1 1 0,0 0 0,-7-9 0,9 15 0,1 0 0,-1 0 0,0 1 0,0-1 0,0 1 0,0 0 0,-1 0 0,1 1 0,-1-1 0,0 1 0,1 0 0,-1 0 0,0 0 0,0 1 0,-1 0 0,1 0 0,0 0 0,0 1 0,0-1 0,-1 1 0,1 0 0,0 1 0,0 0 0,-1-1 0,1 2 0,0-1 0,0 0 0,0 1 0,0 0 0,0 0 0,1 1 0,-1-1 0,1 1 0,-1 0 0,1 0 0,0 1 0,0-1 0,0 1 0,1 0 0,-1 0 0,1 0 0,0 0 0,0 1 0,1-1 0,-1 1 0,-3 8 0,5-9 0,-1-1 0,1 1 0,0 0 0,0-1 0,0 1 0,1 0 0,-1-1 0,1 1 0,0 0 0,0 0 0,0 0 0,0-1 0,1 1 0,0 0 0,0-1 0,0 1 0,0 0 0,0-1 0,1 1 0,-1-1 0,1 1 0,0-1 0,0 0 0,0 0 0,1 0 0,-1 0 0,1 0 0,-1-1 0,1 1 0,0-1 0,0 0 0,0 1 0,0-1 0,1-1 0,-1 1 0,1 0 0,-1-1 0,1 0 0,-1 1 0,1-2 0,0 1 0,-1 0 0,1-1 0,0 1 0,0-1 0,-1 0 0,9-1 0,-4 0 0,1-1 0,-1 0 0,0 0 0,0 0 0,0-1 0,0 0 0,0 0 0,8-6 0,5-4 0,27-23 0,-33 24 0,0 1 0,1 0 0,32-16 0,-45 26 0,0 0 0,1-1 0,-1 1 0,1 1 0,0-1 0,-1 0 0,1 1 0,-1 0 0,1 0 0,0 0 0,-1 0 0,1 0 0,-1 1 0,1 0 0,6 2 0,-5-1 0,0 0 0,0 1 0,-1 0 0,1 0 0,-1 0 0,1 0 0,-1 1 0,0-1 0,6 8 0,-3-1 0,0 0 0,0 0 0,-1 1 0,0-1 0,-1 1 0,0 1 0,-1-1 0,5 22 0,-4-19 0,-5-14 0,0 0 0,0 0 0,0 0 0,1 0 0,-1 0 0,0 0 0,0 0 0,0 0 0,0 1 0,0-1 0,0 0 0,1 0 0,-1 0 0,0 0 0,0 0 0,0 0 0,0 0 0,1 0 0,-1 0 0,0 0 0,0 0 0,0 0 0,0 0 0,1 0 0,-1 0 0,0 0 0,0 0 0,0 0 0,0 0 0,0 0 0,1 0 0,-1 0 0,0-1 0,0 1 0,0 0 0,0 0 0,0 0 0,1 0 0,-1 0 0,12-22 0,-7 12 0,11-23 0,21-38 0,-32 63 0,0 0 0,0 1 0,0 0 0,1 0 0,0 0 0,10-7 0,-16 14 0,1-1 0,0 0 0,-1 1 0,1-1 0,0 1 0,0-1 0,0 1 0,-1-1 0,1 1 0,0 0 0,0-1 0,0 1 0,0 0 0,0 0 0,0 0 0,0 0 0,0-1 0,0 1 0,0 1 0,0-1 0,-1 0 0,1 0 0,0 0 0,0 0 0,0 1 0,0-1 0,0 0 0,0 1 0,0-1 0,-1 1 0,1-1 0,0 1 0,0-1 0,0 1 0,-1-1 0,1 1 0,0 0 0,-1 0 0,1-1 0,-1 1 0,1 0 0,-1 0 0,1-1 0,-1 1 0,1 0 0,-1 0 0,0 1 0,4 6 0,-2-1 0,1 1 0,-1 0 0,1 10 0,-2-16 0,10 79-682,2 133-1,-12-160-6143</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30.285"/>
    </inkml:context>
    <inkml:brush xml:id="br0">
      <inkml:brushProperty name="width" value="0.05" units="cm"/>
      <inkml:brushProperty name="height" value="0.05" units="cm"/>
      <inkml:brushProperty name="color" value="#FF0066"/>
    </inkml:brush>
  </inkml:definitions>
  <inkml:trace contextRef="#ctx0" brushRef="#br0">238 535 24575,'0'-3'0,"-1"14"0,-2 59 0,-29 216 0,-13 140 0,-36 233 0,29-276 0,39-155 0,7-83 0,1 135 0,8-233 0,2-1 0,2 0 0,2-1 0,16 46 0,-17-65 0,-2-3 0,2-1 0,1-1 0,11 22 0,-17-36 0,1-2 0,0 1 0,0 0 0,1-1 0,-1 1 0,1-1 0,0-1 0,1 1 0,-1-1 0,1 0 0,0 0 0,0 0 0,0-1 0,11 4 0,27 6 0,0-3 0,1-1 0,1-3 0,52 2 0,330-3 0,-246-7 0,163 0 0,515 7 0,-236 29 0,196 3 0,-457-28 0,57 1 0,-252-12 0,179 3 0,-209 9 0,-77-4 0,113-3 0,-36-24 0,-45 5 0,-85 14 0,3 1 0,-1 0 0,1-1 0,-1-1 0,19-6 0,-27 8 0,0 0 0,0 0 0,0 0 0,0 0 0,0-1 0,0 1 0,-1 0 0,1-1 0,0 0 0,-1 1 0,1-1 0,-1 0 0,0 0 0,1 1 0,-1-1 0,0 0 0,0 0 0,0-1 0,-1 1 0,1 0 0,0 0 0,-1 0 0,0 0 0,1-1 0,-1 1 0,0 0 0,0 0 0,0-4 0,-4-20 0,-7-28 0,6 29 0,-5-37 0,10 20 0,2 0 0,1 0 0,17-78 0,5-44 0,-13-40 0,21-207 0,-22 325 0,9-64 0,1-183 0,-22-286 0,-1 558 0,-3 0 0,-3 0 0,-16-66 0,-63-172 0,56 220 0,23 62 0,0-1 0,1 1 0,1-2 0,1 1 0,1-1 0,0 1 0,-1-30 0,5 20 0,-2-1 0,-6-42 0,5 56 0,2 8 0,0 0 0,0 0 0,-1 1 0,0-1 0,-5-11 0,5 16 0,1 1 0,0-1 0,-1 0 0,1 0 0,-1 0 0,0 1 0,0-1 0,1 1 0,-1 0 0,0-1 0,0 1 0,0 0 0,0 0 0,-1 0 0,1 0 0,0 0 0,0 1 0,0-1 0,-1 1 0,1-1 0,-3 1 0,-48-3 0,-61 5 0,30 1 0,-451-41 0,14 0 0,-1203 40 0,1473-11 0,18 0 0,98 7 0,-341 5 0,398 1 0,0 3 0,-132 30 0,196-32 0,-1 1 0,1 0 0,-26 15 0,-15 6 0,15-11 0,-1-2 0,0-1 0,-1-3 0,-54 8 0,89-18 0,0 1 0,0 1 0,0-1 0,0 1 0,0 1 0,0-1 0,-8 5 0,13-5 0,-1 0 0,0-1 0,1 1 0,0 1 0,-1-1 0,1 0 0,0 1 0,0-1 0,0 1 0,0-1 0,1 1 0,-1 0 0,1 0 0,0 0 0,-1 0 0,1 0 0,1 0 0,-2 5 0,-41 181 0,34-155 79,1 1-1,2 0 1,-3 57-1,9 109-672,2-117-491,-2-58-5741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31.417"/>
    </inkml:context>
    <inkml:brush xml:id="br0">
      <inkml:brushProperty name="width" value="0.05" units="cm"/>
      <inkml:brushProperty name="height" value="0.05" units="cm"/>
      <inkml:brushProperty name="color" value="#FF0066"/>
    </inkml:brush>
  </inkml:definitions>
  <inkml:trace contextRef="#ctx0" brushRef="#br0">2592 1589 24575,'0'-1'0,"1"1"0,0 0 0,0-1 0,0 1 0,-1-1 0,1 1 0,0 0 0,0-1 0,-1 0 0,1 1 0,-1-1 0,1 1 0,0-1 0,-1 0 0,1 0 0,-1 1 0,1-1 0,-1 0 0,0 0 0,1 1 0,-1-1 0,0 0 0,1 0 0,-1 0 0,0 0 0,0 0 0,0-1 0,4-28 0,-4 26 0,0-4 0,-1-1 0,1 0 0,-2 1 0,1-1 0,-1 1 0,0-1 0,-1 1 0,0 0 0,0 0 0,-9-14 0,-4-4 0,-32-40 0,34 49 0,-1 1 0,-1 1 0,0 1 0,-1 0 0,-1 1 0,0 0 0,-28-13 0,12 9 0,-1 1 0,0 2 0,-54-13 0,15 11 0,0 3 0,0 4 0,-102 0 0,-228 23 0,298-8 0,-16 4 0,57-3 0,-106-3 0,145-8 0,0-1 0,1-1 0,-1-1 0,-38-16 0,21 7 0,10 3 0,0-1 0,1-2 0,1-2 0,1 0 0,1-2 0,-28-24 0,6-1 0,1-2 0,-50-63 0,75 78 0,2-1 0,1-1 0,2-2 0,1 0 0,2-1 0,-21-63 0,11 22 0,-22-107 0,48 176 0,1 0 0,0 0 0,0 0 0,1 0 0,0 1 0,1-1 0,0 0 0,0 0 0,1 1 0,0-1 0,1 1 0,0 0 0,0 0 0,7-10 0,-10 17-85,-1 0 0,1 0-1,0 0 1,-1 0 0,1 0-1,0 1 1,-1-1 0,1 0-1,0 0 1,0 1 0,0-1-1,0 1 1,0-1 0,-1 0-1,3 0 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31.730"/>
    </inkml:context>
    <inkml:brush xml:id="br0">
      <inkml:brushProperty name="width" value="0.05" units="cm"/>
      <inkml:brushProperty name="height" value="0.05" units="cm"/>
      <inkml:brushProperty name="color" value="#FF0066"/>
    </inkml:brush>
  </inkml:definitions>
  <inkml:trace contextRef="#ctx0" brushRef="#br0">167 0 24575,'-3'0'0,"-4"3"0,-1 5 0,-3 6 0,-1 4 0,-3 6 0,-2 8 0,2 5 0,1 2 0,-1 1 0,2-1 0,4 1 0,0-2 0,1-3 0,3-5 0,1-4 0,2-7-8191</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31.946"/>
    </inkml:context>
    <inkml:brush xml:id="br0">
      <inkml:brushProperty name="width" value="0.05" units="cm"/>
      <inkml:brushProperty name="height" value="0.05" units="cm"/>
      <inkml:brushProperty name="color" value="#FF0066"/>
    </inkml:brush>
  </inkml:definitions>
  <inkml:trace contextRef="#ctx0" brushRef="#br0">0 193 24575,'5'-16'0,"-2"0"0,0 0 0,1-22 0,-2 20 0,0 0 0,6-22 0,-7 39 0,-1-1 0,1 0 0,-1 0 0,1 1 0,0-1 0,0 0 0,-1 1 0,1-1 0,0 1 0,1-1 0,-1 1 0,0-1 0,0 1 0,1 0 0,-1 0 0,0-1 0,3 0 0,-3 2 0,0-1 0,1 1 0,-1-1 0,1 1 0,-1 0 0,1 0 0,-1 0 0,1-1 0,-1 2 0,1-1 0,-1 0 0,1 0 0,-1 0 0,1 1 0,-1-1 0,3 1 0,4 3 0,0 1 0,0 0 0,0 0 0,0 0 0,9 10 0,-9-9 0,24 21 0,22 18 0,70 44 0,-117-85-341,0 0 0,-1-1-1,14 5 1,-4-4-6485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39.800"/>
    </inkml:context>
    <inkml:brush xml:id="br0">
      <inkml:brushProperty name="width" value="0.1" units="cm"/>
      <inkml:brushProperty name="height" value="0.1"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572 1 24575,'0'0'0,"-3"3"0,-2 5 0,-2 4 0,-4 5 0,-2 8 0,0 4 0,0 8 0,-2 6 0,0 9 0,-2 7 0,-1 7 0,4 4 0,-1 3 0,0 2 0,0 4 0,-1 0 0,-2-1 0,1-4 0,-1-1 0,-1-5 0,1 0 0,-1-4 0,0-2 0,1-3 0,-1 2 0,5-1 0,-1-1 0,0-1 0,0-5 0,3-1 0,-2 0 0,1-3 0,1 0 0,0 1 0,2-3 0,-1-2 0,3 1 0,-2-2 0,1-2 0,3-2 0,2-1 0,2-1 0,-3-1 0,0-4 0,2 0 0,0-4 0,1 1 0,1-4 0,0-1 0,1-2 0,0-3 0,0 3 0,4-4 0,0-1 0,4-1 0,-1 0 0,2-3 0,0 0 0,1-4 0,3 1 0,1-2 0,2 1 0,1-2 0,5-2 0,0-2 0,1-2 0,2 0 0,4 2 0,2-1 0,3 1 0,5-1 0,5-1 0,4-1 0,8-1 0,5 1 0,6-1 0,6-1 0,8-2 0,7-1 0,9 0 0,6 0 0,7 2 0,8 1 0,4 0 0,8-3 0,6 0 0,5 1-775,4 0 997,1 1-333,2 1 111,1 0 0,-1 4 0,0 1 0,0 3 0,4 4 0,-1-1 0,0 2 0,0-2 0,-2 2 0,0 0 0,-5-1 0,0 1 0,-1-2 0,2 1 0,-1-2 0,2-2 0,0 1 0,1-2 0,0-1 0,0 2 0,-3-1 0,0-1 0,-4 2 0,-7-1 0,-7 3 0,-6-2 0,-4 3 0,-3-2 0,-7 2 0,0-1-34,-4-3 44,-4 3-15,-2-3 5,-2 3 0,-1-2 0,-1-1 0,-1 2 774,1-1-995,-1 2 366,-3-2-155,0-1 15,0 2-5,1-2 0,1 3 0,0-2 0,2 3 0,-1-2 0,1-1 0,-3 1 0,-5-1 0,-3-2 0,-3 2 0,-2-1 0,-6-1 0,0-2 0,-1 0 0,-3-2 0,1-1 0,-3 0 0,2 0 0,-3 0 0,-1-1 0,-3 1 0,-1 0 0,-5 0 0,-9-4 0,-8 1 0,-10-5 0,-10-2 0,-7-4 0,-9-1 0,-6-3 0,-7 0 0,-7-4 0,-2-1 0,-1-4 0,0 2 0,4-4 0,2-5 0,1-3 0,4-5 0,3-8 0,3-7 0,3-7 0,1-9 0,2-6 0,1-7 0,-4-3 0,-1-7 0,1 0 0,0 2 0,1 1 0,1 5 0,-3 5 0,0 3 0,0 7 0,1 1 0,1 6 0,-3 4 0,1 2 0,-1 3 0,2 2 0,1 0 0,1 4 0,0 4 0,1 4 0,0 3 0,0 1 0,0 6 0,1 0 0,-1 4 0,0 4 0,0 2 0,-4-1 0,1-3 0,-1 1 0,1 2 0,-3 1 0,1 1 0,0 2 0,-2 1 0,-3 0 0,-2 1 0,-3-4 0,-2 0 0,-1 0 0,-4 1 0,-5-3 0,1 0 0,-3 1 0,-3 5 0,2 1 0,-1 1 0,-2 4 0,3 3 0,-1 4 0,-1 2 0,-1 1 0,-2 2 0,0 1 0,-5-1 0,-5 5 0,-3-1 0,-3 0 0,-6 0 0,-6-2 0,-8-4 0,-6-1 0,-7-4 0,-8 0 0,-6-3 0,-6 1 0,-8-1 0,-5 1 0,-2-2 0,-4 2 0,-1 3 0,1 1 0,-1-1 0,3 1 0,-1 0 0,2 3 0,-1 0 0,-1 1 0,-2 0 0,-2 1 0,-5 1 0,-1-1 0,-5-4 0,-2 1-794,-4-1 1021,-2 1-340,2 0 113,3 2 0,4 0 0,2 1 0,6-4 0,6 0 0,5 1 0,3 0 0,2 0 0,6-1-78,0-1 100,4 1-33,-1 1 11,3 1 0,2-3 0,6 1 0,6 0 792,4 1-1018,4 1 419,3 0-216,5 2 34,4 3-11,1 1 0,3 4 0,6-1 0,1 2 0,3 0 0,-1 2 0,4 1 0,-1-1 0,0-3 0,2-2 0,-1 1 0,-5-1 0,-1-1 0,-1-2 0,-1-1 0,0-1 0,0-1 0,5 0 0,0 0 0,0 0 0,0-4 0,3 0 0,-1 0 0,3-3 0,-1 1 0,2 1 0,0 1 0,1 1 0,-2 2 0,-2 0 0,-1 1 0,-3 0 0,0 4 0,-6 0 0,4 0 0,-1-1 0,1 3 0,1-1 0,3 0 0,3-2 0,8 0 0,4-2 0,5 0 0,4-1 0,0 0 0,3 0 0,1 3 0,2 1 0,2 0 0,0 2 0,-3 0 0,0 3 0,-3-2 0,0 0 0,-3 1 0,1-1 0,2-2 0,2-1 0,8-1 0,6-2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1.005"/>
    </inkml:context>
    <inkml:brush xml:id="br0">
      <inkml:brushProperty name="width" value="0.1" units="cm"/>
      <inkml:brushProperty name="height" value="0.1" units="cm"/>
      <inkml:brushProperty name="color" value="#AE198D"/>
      <inkml:brushProperty name="inkEffects" value="galaxy"/>
      <inkml:brushProperty name="anchorX" value="1032.93018"/>
      <inkml:brushProperty name="anchorY" value="605.74792"/>
      <inkml:brushProperty name="scaleFactor" value="0.5"/>
    </inkml:brush>
  </inkml:definitions>
  <inkml:trace contextRef="#ctx0" brushRef="#br0">1 3665 24575,'0'0'0,"0"-3"0,0-5 0,0-3 0,0-3 0,0-3 0,0-1 0,0-4 0,0-1 0,0-4 0,0-2 0,0-4 0,0-1 0,0-6 0,0-4 0,3-1 0,1-3 0,4-2 0,-2-2 0,4-2 0,2-1 0,2 0 0,2-1 0,6 1 0,0-1 0,4 1 0,-1 3 0,0 1 0,3 3 0,-3-1 0,-1 4 0,-1 5 0,-3 3 0,0 2 0,3 0 0,-1 4 0,0 0 0,3-1 0,3 2 0,6 0 0,3 2 0,6-1 0,7 2 0,5 2 0,5 3 0,6 1 0,3 1 0,6 5 0,6 0 0,9 5 0,2-1 0,7 2 0,4 3 0,7 2 0,3 2 0,1 1 0,4 5 0,3 0 0,2 0 0,4 0 0,1-2 0,0 0 0,5-1 0,0-1 0,4 1 0,3-2-763,3 1 981,-2 0-327,2 0 109,0 0 0,-2-4 0,1 0 0,1-3 0,-3-4 0,1 1 0,-3-2 0,2 2 0,1-1 0,2 2 0,5 2 0,2-2 0,0 3 0,4 1 0,0-3 0,-1-1 0,2 0 0,-5-2 0,-1-1 0,-6-7 0,-4-1 0,-3-5 0,-8 1 0,-9-5 0,-9-2 0,-7-2-69,-7-5 89,-6-2-30,-6-4 10,-5-4 0,-6-2 0,-3-7 761,-5-2-979,-3-4 398,-3-3-200,-2-3 30,-2-3-10,-4-5 0,-3 0 0,-5-5 0,-6 1 0,-7-3 0,-4 1 0,-8 3 0,-6 4 0,-1 4 0,-5 7 0,-1 6 0,-3 6 0,-1 9 0,3 6 0,0 6 0,-1 6 0,0 10 0,-2 11 0,1 9 0,-2 4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1.377"/>
    </inkml:context>
    <inkml:brush xml:id="br0">
      <inkml:brushProperty name="width" value="0.1" units="cm"/>
      <inkml:brushProperty name="height" value="0.1" units="cm"/>
      <inkml:brushProperty name="color" value="#AE198D"/>
      <inkml:brushProperty name="inkEffects" value="galaxy"/>
      <inkml:brushProperty name="anchorX" value="-8023.33691"/>
      <inkml:brushProperty name="anchorY" value="3412.68042"/>
      <inkml:brushProperty name="scaleFactor" value="0.5"/>
    </inkml:brush>
  </inkml:definitions>
  <inkml:trace contextRef="#ctx0" brushRef="#br0">201 38 24575,'0'0'0,"-3"0"0,-5 0 0,0 3 0,1 5 0,2 3 0,1 3 0,2 3 0,1 1 0,-3 4 0,1 1 0,-5 0 0,-2-1 0,-3-1 0,-2-1 0,-3 0 0,0-1 0,-1-5 0,0-3 0,4-8 0,3-6 0,4-7 0,8-7 0,5-8 0,6-5 0,8 0 0,2-2 0,5-2 0,4 2 0,3 4 0,3 3 0,0 6 0,-2 6 0,-4 5 0,0 8 0,-3 9 0,1 7 0,-2 10 0,2 6 0,5 4 0,3 3 0,-6-7-3823</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1.834"/>
    </inkml:context>
    <inkml:brush xml:id="br0">
      <inkml:brushProperty name="width" value="0.1" units="cm"/>
      <inkml:brushProperty name="height" value="0.1" units="cm"/>
      <inkml:brushProperty name="color" value="#AE198D"/>
      <inkml:brushProperty name="inkEffects" value="galaxy"/>
      <inkml:brushProperty name="anchorX" value="-9189.5752"/>
      <inkml:brushProperty name="anchorY" value="2412.78369"/>
      <inkml:brushProperty name="scaleFactor" value="0.5"/>
    </inkml:brush>
  </inkml:definitions>
  <inkml:trace contextRef="#ctx0" brushRef="#br0">1 1 24575,'0'0'0,"3"0"0,1 3 0,3 9 0,4 3 0,-1 6 0,2 3 0,-3 3 0,-1 4 0,1 2 0,-2 3 0,-1 0 0,-3-3 0,0-3 0,-2-3 0,-1-4 0,0-10 0,0-9 0,-1-4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2.054"/>
    </inkml:context>
    <inkml:brush xml:id="br0">
      <inkml:brushProperty name="width" value="0.1" units="cm"/>
      <inkml:brushProperty name="height" value="0.1" units="cm"/>
      <inkml:brushProperty name="color" value="#AE198D"/>
      <inkml:brushProperty name="inkEffects" value="galaxy"/>
      <inkml:brushProperty name="anchorX" value="-10128.88086"/>
      <inkml:brushProperty name="anchorY" value="1198.47339"/>
      <inkml:brushProperty name="scaleFactor" value="0.5"/>
    </inkml:brush>
  </inkml:definitions>
  <inkml:trace contextRef="#ctx0" brushRef="#br0">0 328 24575,'0'0'0,"0"-13"0,0-19 0,4-13 0,3-9 0,5 3 0,2 1 0,6 12 0,-17 34 0,0-1 0,1 1 0,-1 1 0,1-1 0,5-4 0,-7 6 0,1 1 0,0-1 0,0 0 0,0 1 0,0-1 0,0 1 0,0 0 0,4-1 0,-4 1 0,1 1 0,0-1 0,0 1 0,0 0 0,0 0 0,6 0 0,-3 2 0,-1-1 0,1 1 0,-1 0 0,7 3 0,-4-1 0,-1 1 0,0 0 0,8 6 0,26 22 0,-1 9 0,-5 6 0,-8 4 0,-9 4 0,-7 0 0,-12-47 0,1 2 0,-1-1 0,-2 13 0,1-15 0,-1 1 0,0 0 0,-6 14 0,5-14 0,-1 1 0,-1-1 0,-5 8 0,4-10 0,1 1 0,-1-1 0,-11 9 0,8-9 0,1 0 0,-1-1 0,-11 6 0,-32 14 0,-5-7 0,-6-7 0,11-5-3823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2.427"/>
    </inkml:context>
    <inkml:brush xml:id="br0">
      <inkml:brushProperty name="width" value="0.1" units="cm"/>
      <inkml:brushProperty name="height" value="0.1" units="cm"/>
      <inkml:brushProperty name="color" value="#AE198D"/>
      <inkml:brushProperty name="inkEffects" value="galaxy"/>
      <inkml:brushProperty name="anchorX" value="-11039.42578"/>
      <inkml:brushProperty name="anchorY" value="73.78964"/>
      <inkml:brushProperty name="scaleFactor" value="0.5"/>
    </inkml:brush>
  </inkml:definitions>
  <inkml:trace contextRef="#ctx0" brushRef="#br0">0 76 24575,'0'0'0,"3"0"0,2 4 0,2 0 0,7 3 0,4 0 0,5 2 0,5 7 0,0 2 0,3 6 0,-3 4 0,-1 3 0,-2 0 0,-4 1 0,-4 2 0,-5-3 0,-5-3 0,-7-3 0,-6-3 0,-6-5 0,-3-6 0,-2-4 0,-2-3 0,-1-7 0,1-4 0,-1-5 0,5-7 0,3-6 0,9-5 0,6-7 0,10-3 0,8-5 0,11 0 0,8 1 0,8 2 0,0 5 0,3 5 0,-5 9 0,-3 8 0,-7 6 0,-2 8 0,-9 4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2.823"/>
    </inkml:context>
    <inkml:brush xml:id="br0">
      <inkml:brushProperty name="width" value="0.1" units="cm"/>
      <inkml:brushProperty name="height" value="0.1" units="cm"/>
      <inkml:brushProperty name="color" value="#AE198D"/>
      <inkml:brushProperty name="inkEffects" value="galaxy"/>
      <inkml:brushProperty name="anchorX" value="-12462.3584"/>
      <inkml:brushProperty name="anchorY" value="-699.48682"/>
      <inkml:brushProperty name="scaleFactor" value="0.5"/>
    </inkml:brush>
  </inkml:definitions>
  <inkml:trace contextRef="#ctx0" brushRef="#br0">220 123 24575,'0'0'0,"0"-3"0,0-5 0,0-3 0,0-3 0,-4-3 0,0 0 0,-3 1 0,0 1 0,-3 4 0,-2 2 0,-6 7 0,-2 7 0,-1 8 0,0 9 0,0 6 0,1 5 0,0 3 0,4 2 0,5 0 0,4-3 0,7-1 0,5-3 0,6-4 0,4-7 0,6-7 0,2-5 0,4-4 0,3-6 0,3-6 0,-2-7 0,-2-5 0,-3-5 0,-6-8 0,-7-3 0,-5-4 0,-3 1 0,-8-1 0,-4 4 0,-6 5 0,-2 9 0,-3 6 0,3 10 0,3 9 0,7 7 0,11 5 0,10 3 0,13 1 0,9 1 0,-3-3-3823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3.065"/>
    </inkml:context>
    <inkml:brush xml:id="br0">
      <inkml:brushProperty name="width" value="0.1" units="cm"/>
      <inkml:brushProperty name="height" value="0.1" units="cm"/>
      <inkml:brushProperty name="color" value="#AE198D"/>
      <inkml:brushProperty name="inkEffects" value="galaxy"/>
      <inkml:brushProperty name="anchorX" value="-13423.74902"/>
      <inkml:brushProperty name="anchorY" value="-1540.45508"/>
      <inkml:brushProperty name="scaleFactor" value="0.5"/>
    </inkml:brush>
  </inkml:definitions>
  <inkml:trace contextRef="#ctx0" brushRef="#br0">150 170 24575,'0'0'0,"3"-3"0,5-9 0,4-3 0,-2-3 0,0-5 0,-4-1 0,-1 0 0,-3 1 0,-4 5 0,-2 8 0,4 11 0,0-1 0,0 0 0,0 0 0,0 0 0,0 0 0,0 0 0,0 0 0,0 0 0,-1 0 0,1 0 0,0 0 0,0 0 0,0 0 0,0 0 0,0 0 0,0 0 0,0 0 0,-1 0 0,1 0 0,0 0 0,0 0 0,0 0 0,0 0 0,0 0 0,0 0 0,-1 0 0,1 0 0,0 0 0,0 0 0,0 0 0,0 0 0,0 1 0,0-1 0,0 0 0,0 0 0,0 0 0,0 0 0,0 0 0,-1 0 0,1 0 0,0 0 0,0 1 0,0-1 0,0 0 0,0 0 0,0 0 0,0 0 0,-3 18 0,0 13 0,1 15 0,1 10 0,4 14 0,1 5 0,3 3 0,4 1 0,-1 0 0,2-6 0,-2-4 0,-2-8 0,-2-12 0,-7-7 0,-5-12 0,5-28 0,0 0 0,0 0 0,0 0 0,0-1 0,0 1 0,0 0 0,0-1 0,-1 1 0,1-1 0,-2 2 0,1-1 0,0-1 0,0 1 0,0-1 0,0 0 0,0 0 0,0 0 0,0 0 0,-4 1 0,-26-1 0,-8-7 0,-7-13 0,-5-12 0,8 1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3.219"/>
    </inkml:context>
    <inkml:brush xml:id="br0">
      <inkml:brushProperty name="width" value="0.1" units="cm"/>
      <inkml:brushProperty name="height" value="0.1" units="cm"/>
      <inkml:brushProperty name="color" value="#AE198D"/>
      <inkml:brushProperty name="inkEffects" value="galaxy"/>
      <inkml:brushProperty name="anchorX" value="-12426.7207"/>
      <inkml:brushProperty name="anchorY" value="-1329.23096"/>
      <inkml:brushProperty name="scaleFactor" value="0.5"/>
    </inkml:brush>
  </inkml:definitions>
  <inkml:trace contextRef="#ctx0" brushRef="#br0">1 19 24575,'0'0'0,"0"-3"0,0-5 0,0 1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3.614"/>
    </inkml:context>
    <inkml:brush xml:id="br0">
      <inkml:brushProperty name="width" value="0.1" units="cm"/>
      <inkml:brushProperty name="height" value="0.1" units="cm"/>
      <inkml:brushProperty name="color" value="#AE198D"/>
      <inkml:brushProperty name="inkEffects" value="galaxy"/>
      <inkml:brushProperty name="anchorX" value="-13273.38672"/>
      <inkml:brushProperty name="anchorY" value="-2157.45996"/>
      <inkml:brushProperty name="scaleFactor" value="0.5"/>
    </inkml:brush>
  </inkml:definitions>
  <inkml:trace contextRef="#ctx0" brushRef="#br0">71 162 24575,'0'0'0,"-4"3"0,-4 2 0,-3-2 0,-3 1 0,1 1 0,6 4 0,7 3 0,10-1 0,5 2 0,5-3 0,4 2 0,5-3 0,0-2 0,2-2 0,-2-6 0,-2-1 0,-3-5 0,-2-4 0,-6-3 0,-4-6 0,-5-2 0,-7-4 0,-6-3 0,-6 0 0,-3 1 0,-2 3 0,-6 3 0,0 4 0,0 6 0,-4 9 0,2 10 0,1 10 0,1 12 0,-1 7 0,4 7 0,0 5 0,6 4 0,4 3 0,8-3 0,3-42 0,0 0 0,5 19 0,-4-20 0,2 0 0,-1 0 0,5 9 0,18 21 0,-2-11-3823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3.849"/>
    </inkml:context>
    <inkml:brush xml:id="br0">
      <inkml:brushProperty name="width" value="0.1" units="cm"/>
      <inkml:brushProperty name="height" value="0.1" units="cm"/>
      <inkml:brushProperty name="color" value="#AE198D"/>
      <inkml:brushProperty name="inkEffects" value="galaxy"/>
      <inkml:brushProperty name="anchorX" value="-14125.83105"/>
      <inkml:brushProperty name="anchorY" value="-3343.48901"/>
      <inkml:brushProperty name="scaleFactor" value="0.5"/>
    </inkml:brush>
  </inkml:definitions>
  <inkml:trace contextRef="#ctx0" brushRef="#br0">220 81 24575,'0'0'0,"-7"-3"0,-5-5 0,-3-3 0,-3-4 0,-1 2 0,4-1 0,-1 3 0,0 6 0,4 7 0,-1 9 0,-1 6 0,0 6 0,2 6 0,-2 7 0,4 4 0,2 1 0,3-4 0,6-1 0,9-4 0,5-4 0,7-7 0,9-7 0,-2-6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4.035"/>
    </inkml:context>
    <inkml:brush xml:id="br0">
      <inkml:brushProperty name="width" value="0.1" units="cm"/>
      <inkml:brushProperty name="height" value="0.1" units="cm"/>
      <inkml:brushProperty name="color" value="#AE198D"/>
      <inkml:brushProperty name="inkEffects" value="galaxy"/>
      <inkml:brushProperty name="anchorX" value="-13167.43164"/>
      <inkml:brushProperty name="anchorY" value="-2791.71167"/>
      <inkml:brushProperty name="scaleFactor" value="0.5"/>
    </inkml:brush>
  </inkml:definitions>
  <inkml:trace contextRef="#ctx0" brushRef="#br0">38 33 24575,'0'0'0,"-3"-6"0,-2-7 0,-2 2 0,0 8 0,1 11 0,1 12 0,2 14 0,1 12 0,5 15 0,4 9 0,1 4 0,3 4 0,2 0 0,-1-5 0,1-3 0,-3-10 0,-2-7 0,-2-13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4.358"/>
    </inkml:context>
    <inkml:brush xml:id="br0">
      <inkml:brushProperty name="width" value="0.1" units="cm"/>
      <inkml:brushProperty name="height" value="0.1" units="cm"/>
      <inkml:brushProperty name="color" value="#AE198D"/>
      <inkml:brushProperty name="inkEffects" value="galaxy"/>
      <inkml:brushProperty name="anchorX" value="-14066.69434"/>
      <inkml:brushProperty name="anchorY" value="-4370.13623"/>
      <inkml:brushProperty name="scaleFactor" value="0.5"/>
    </inkml:brush>
  </inkml:definitions>
  <inkml:trace contextRef="#ctx0" brushRef="#br0">1 125 24575,'0'0'0,"3"0"0,5 0 0,3 0 0,7 0 0,6 0 0,9 0 0,8 0 0,5 0 0,6-3 0,-1-1 0,-3 0 0,-2-3 0,-7 1 0,-7-3 0,-9-2 0,-7-3 0,-8-2 0,-4-1 0,-7-1 0,-5 6 0,-1 8 0,0 12 0,3 5 0,1 13 0,2 6 0,2 8 0,0 2 0,1 1 0,0 0 0,5-2 0,-1-8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4.503"/>
    </inkml:context>
    <inkml:brush xml:id="br0">
      <inkml:brushProperty name="width" value="0.1" units="cm"/>
      <inkml:brushProperty name="height" value="0.1" units="cm"/>
      <inkml:brushProperty name="color" value="#AE198D"/>
      <inkml:brushProperty name="inkEffects" value="galaxy"/>
      <inkml:brushProperty name="anchorX" value="-15380.5"/>
      <inkml:brushProperty name="anchorY" value="-5412.26465"/>
      <inkml:brushProperty name="scaleFactor" value="0.5"/>
    </inkml:brush>
  </inkml:definitions>
  <inkml:trace contextRef="#ctx0" brushRef="#br0">94 49 24575,'0'0'0,"-3"-6"0,-5-6 0,-3 0 0,-3 2 0,-3 3 0,3 5 0,-1 11 0,3 1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5.230"/>
    </inkml:context>
    <inkml:brush xml:id="br0">
      <inkml:brushProperty name="width" value="0.1" units="cm"/>
      <inkml:brushProperty name="height" value="0.1" units="cm"/>
      <inkml:brushProperty name="color" value="#AE198D"/>
      <inkml:brushProperty name="inkEffects" value="galaxy"/>
      <inkml:brushProperty name="anchorX" value="-14440.13574"/>
      <inkml:brushProperty name="anchorY" value="-4534.74805"/>
      <inkml:brushProperty name="scaleFactor" value="0.5"/>
    </inkml:brush>
  </inkml:definitions>
  <inkml:trace contextRef="#ctx0" brushRef="#br0">109 92 24575,'0'0'0,"-4"3"0,-3 5 0,-5 3 0,2 4 0,-3 5 0,-1 1 0,2 6 0,-1 2 0,3 4 0,2-2 0,3 1 0,6-2 0,5 1 0,5-3 0,3-3 0,3-6 0,2-5 0,3-6 0,2-4 0,-1-6 0,-1-9 0,-1-5 0,0-6 0,-6-10 0,-3-4 0,-5-7 0,-3-4 0,-6-1 0,-5-2 0,-9 2 0,-3 6 0,-6 7 0,0 10 0,-1 8 0,-1 11 0,4 9 0,2 11 0,6 5 0,4 6 0,5 6 0,6-1 0,7-2 0,4 2 0,4-6 0,3-3 0,1-5 0,4-6 0,0-4 0,0-3 0,0-6 0,2-5 0,-1-4 0,-1-3 0,2-2 0,0-2 0,2 0 0,-1-1 0,-2 1 0,3 3 0,-2 1 0,-2 4 0,-4 7 0,-2 6 0,-5 7 0,-4 8 0,-3 3 0,-3 2 0,-1 5 0,-1-2 0,-5 0 0,1-9 0,3-5 0,5-10 0,5-6 0,3-7 0,4-7 0,5-3 0,2-1 0,4 0 0,-1 1 0,-1 5 0,-1 4 0,-22 14 0,0-2 0,-1 1 0,1-1 0,0 1 0,0 0 0,0 0 0,0 0 0,0 0 0,3 0 0,15 7 0,-1 10 0,0 11 0,-1 7 0,1 3 0,-5 6 0,0 0 0,-3-4 0,-3-5 0,-3-9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5.799"/>
    </inkml:context>
    <inkml:brush xml:id="br0">
      <inkml:brushProperty name="width" value="0.1" units="cm"/>
      <inkml:brushProperty name="height" value="0.1" units="cm"/>
      <inkml:brushProperty name="color" value="#AE198D"/>
      <inkml:brushProperty name="inkEffects" value="galaxy"/>
      <inkml:brushProperty name="anchorX" value="-16041.16797"/>
      <inkml:brushProperty name="anchorY" value="-5704.62646"/>
      <inkml:brushProperty name="scaleFactor" value="0.5"/>
    </inkml:brush>
  </inkml:definitions>
  <inkml:trace contextRef="#ctx0" brushRef="#br0">18 1 24575,'0'0'0,"-3"0"0,-2 7 0,1 11 0,1 16 0,1 17 0,4 19 0,1 19 0,4 16 0,4 16 0,2 12 0,3 4 0,2 2-820,0-1 1055,-2-6-353,-1-9 118,-3-10 0,0-9 0,-3-12 0,1-13 0,-2-14 0,-2-18-3822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6.148"/>
    </inkml:context>
    <inkml:brush xml:id="br0">
      <inkml:brushProperty name="width" value="0.1" units="cm"/>
      <inkml:brushProperty name="height" value="0.1" units="cm"/>
      <inkml:brushProperty name="color" value="#AE198D"/>
      <inkml:brushProperty name="inkEffects" value="galaxy"/>
      <inkml:brushProperty name="anchorX" value="-17046.78906"/>
      <inkml:brushProperty name="anchorY" value="-8349.05664"/>
      <inkml:brushProperty name="scaleFactor" value="0.5"/>
    </inkml:brush>
  </inkml:definitions>
  <inkml:trace contextRef="#ctx0" brushRef="#br0">295 8 24575,'0'0'0,"0"-3"0,-4-1 0,-4 4 0,-3 4 0,-7 9 0,-6 3 0,-1 8 0,-5 0 0,-2 1 0,2 2 0,2 0 0,2-6 0,4-6 0,1-5 0,5-4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46.292"/>
    </inkml:context>
    <inkml:brush xml:id="br0">
      <inkml:brushProperty name="width" value="0.1" units="cm"/>
      <inkml:brushProperty name="height" value="0.1" units="cm"/>
      <inkml:brushProperty name="color" value="#AE198D"/>
      <inkml:brushProperty name="inkEffects" value="galaxy"/>
      <inkml:brushProperty name="anchorX" value="-15905.74414"/>
      <inkml:brushProperty name="anchorY" value="-7706.87598"/>
      <inkml:brushProperty name="scaleFactor" value="0.5"/>
    </inkml:brush>
  </inkml:definitions>
  <inkml:trace contextRef="#ctx0" brushRef="#br0">0 92 24575,'0'0'0,"3"-6"0,5-10 0,4-3 0,-2-2 0,3 3 0,-2 7 0,-10 12 0,-1-2 0,1 1 0,-1 0 0,1 0 0,-1 0 0,1 0 0,-1 0 0,1 0 0,-1 0 0,1 0 0,-1 0 0,1 0 0,-1 0 0,1 0 0,-1 0 0,1 0 0,-1 0 0,1 1 0,-1-1 0,1 0 0,0 1 0,12 11 0,1 14 0,6 16 0,8 11 0,5 10 0,7 10 0,-5-10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50.425"/>
    </inkml:context>
    <inkml:brush xml:id="br0">
      <inkml:brushProperty name="width" value="0.1" units="cm"/>
      <inkml:brushProperty name="height" value="0.1" units="cm"/>
      <inkml:brushProperty name="color" value="#AE198D"/>
      <inkml:brushProperty name="inkEffects" value="galaxy"/>
      <inkml:brushProperty name="anchorX" value="-17004.39063"/>
      <inkml:brushProperty name="anchorY" value="-8796.51953"/>
      <inkml:brushProperty name="scaleFactor" value="0.5"/>
    </inkml:brush>
  </inkml:definitions>
  <inkml:trace contextRef="#ctx0" brushRef="#br0">90 0 24575,'0'0'0,"0"7"0,0 5 0,0 3 0,-4 6 0,-3 1 0,-1 5 0,2 4 0,-3 5 0,-3 3 0,2 5 0,2 0 0,-1 3 0,2-2 0,1-4 0,2-10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50.887"/>
    </inkml:context>
    <inkml:brush xml:id="br0">
      <inkml:brushProperty name="width" value="0.1" units="cm"/>
      <inkml:brushProperty name="height" value="0.1" units="cm"/>
      <inkml:brushProperty name="color" value="#AE198D"/>
      <inkml:brushProperty name="inkEffects" value="galaxy"/>
      <inkml:brushProperty name="anchorX" value="-16067.9043"/>
      <inkml:brushProperty name="anchorY" value="-8411.23828"/>
      <inkml:brushProperty name="scaleFactor" value="0.5"/>
    </inkml:brush>
  </inkml:definitions>
  <inkml:trace contextRef="#ctx0" brushRef="#br0">28 397 24575,'0'0'0,"-3"-13"0,-5-15 0,0-10 0,1-8 0,6-6 0,4 0 0,10 3 0,8 6 0,-18 38 0,1 0 0,0 0 0,0 0 0,8-7 0,-7 8 0,-1 1 0,1-1 0,0 1 0,0 1 0,7-4 0,-3 2 0,-1 2 0,0-1 0,14-1 0,30-2 0,5 4 0,1 6 0,-3 5 0,-5 5 0,-3 2 0,-9 2 0,-6 4 0,-9 2 0,-22-22 0,1 1 0,-1 0 0,1 0 0,-1 0 0,0-1 0,0 1 0,1 4 0,-1-4 0,-1 0 0,1 0 0,-1-1 0,0 1 0,0 0 0,0 0 0,-1 4 0,-7 21 0,-9 0 0,-8-3 0,-6-2 0,-7-1 0,-3-2 0,3-5 0,3 0 0,6-5 0,4 1 0,7 2 0,9 0 0,10-1 0,6 0 0,11 2 0,10 1 0,6 5 0,8 1 0,5 1 0,5 3 0,-2 0 0,-2 2 0,-6 3 0,-11-1 0,-10-2 0,-20-24 0,1 0 0,-1 0 0,0 0 0,0 0 0,0 0 0,0 0 0,0 4 0,-3 19 0,-11 2 0,-13-2 0,-11-1 0,-8-6 0,-3-2 0,-3-5 0,1-3 0,7-4 0,6-7 0,11-1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51.277"/>
    </inkml:context>
    <inkml:brush xml:id="br0">
      <inkml:brushProperty name="width" value="0.1" units="cm"/>
      <inkml:brushProperty name="height" value="0.1" units="cm"/>
      <inkml:brushProperty name="color" value="#AE198D"/>
      <inkml:brushProperty name="inkEffects" value="galaxy"/>
      <inkml:brushProperty name="anchorX" value="-17196.53906"/>
      <inkml:brushProperty name="anchorY" value="-9714.03906"/>
      <inkml:brushProperty name="scaleFactor" value="0.5"/>
    </inkml:brush>
  </inkml:definitions>
  <inkml:trace contextRef="#ctx0" brushRef="#br0">298 146 24575,'0'0'0,"3"-6"0,1-7 0,0-2 0,-5-2 0,-4-2 0,-5-1 0,-3 1 0,-7 3 0,-2 4 0,-4 5 0,0 6 0,0 10 0,-1 9 0,1 8 0,2 6 0,1 7 0,2 2 0,5 1 0,4 0 0,5-1 0,3-5 0,6-5 0,6-9 0,-7-20 0,0 0 0,0-1 0,1 1 0,-1-1 0,0 0 0,0 1 0,1-1 0,-1 0 0,3 2 0,19 6 0,2-9 0,5-10 0,5-5 0,3-8 0,2-2 0,0-4 0,-4-3 0,-1 1 0,-4 0 0,-4 1 0,-7 11 0,-6 10 0,-14 9 0,0 0 0,1 0 0,-1 0 0,0-1 0,0 1 0,1 0 0,-1 0 0,0 0 0,0 0 0,1 0 0,-1 0 0,0 0 0,1 0 0,-1 0 0,0 0 0,0 0 0,1 0 0,-1 0 0,0 0 0,1 1 0,-1-1 0,0 0 0,0 0 0,1 0 0,-1 0 0,0 0 0,0 1 0,1-1 0,-1 12 0,-2 10 0,-2 3 0,0 6 0,0 2 0,2-1 0,4-3 0,4-3 0,8-6 0,1-7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51.583"/>
    </inkml:context>
    <inkml:brush xml:id="br0">
      <inkml:brushProperty name="width" value="0.1" units="cm"/>
      <inkml:brushProperty name="height" value="0.1" units="cm"/>
      <inkml:brushProperty name="color" value="#AE198D"/>
      <inkml:brushProperty name="inkEffects" value="galaxy"/>
      <inkml:brushProperty name="anchorX" value="-18193.08594"/>
      <inkml:brushProperty name="anchorY" value="-10809.95898"/>
      <inkml:brushProperty name="scaleFactor" value="0.5"/>
    </inkml:brush>
  </inkml:definitions>
  <inkml:trace contextRef="#ctx0" brushRef="#br0">291 95 24575,'0'0'0,"3"-4"0,1-7 0,0-4 0,-1-4 0,-5 3 0,-4 4 0,-4 3 0,-8 3 0,-6 3 0,-5 6 0,-1 4 0,-2 9 0,2 3 0,3 2 0,2 0 0,7 1 0,5 2 0,14-23 0,-1 0 0,0 0 0,0 1 0,0-1 0,0 0 0,0 1 0,0-1 0,0 0 0,0 1 0,0-1 0,1 0 0,-1 1 0,1 1 0,3 20 0,6-1 0,3 0 0,6-1 0,2-1 0,2-5 0,-1 0 0,-1 0 0,-4 0 0,-5 1 0,-7 1 0,-12 1 0,-6-4 0,-9 0 0,-6 1 0,-4-3 0,0 0 0,3-2 0,2-3 0,7-2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6:10:51.985"/>
    </inkml:context>
    <inkml:brush xml:id="br0">
      <inkml:brushProperty name="width" value="0.1" units="cm"/>
      <inkml:brushProperty name="height" value="0.1" units="cm"/>
      <inkml:brushProperty name="color" value="#AE198D"/>
      <inkml:brushProperty name="inkEffects" value="galaxy"/>
      <inkml:brushProperty name="anchorX" value="-17056.28125"/>
      <inkml:brushProperty name="anchorY" value="-10329.76855"/>
      <inkml:brushProperty name="scaleFactor" value="0.5"/>
    </inkml:brush>
  </inkml:definitions>
  <inkml:trace contextRef="#ctx0" brushRef="#br0">13 219 24575,'0'0'0,"3"0"0,5 0 0,4 0 0,2 0 0,3 0 0,1 0 0,1 0 0,0 0 0,4 0 0,-1-4 0,5 1 0,-2-5 0,0-2 0,-2-4 0,-2-1 0,-4-3 0,-6 0 0,-3-4 0,-8-1 0,-6 0 0,-5 1 0,-8 5 0,-5 4 0,-3 5 0,-3 7 0,-2 7 0,-3 8 0,3 9 0,-1 5 0,3 6 0,8 5 0,5 3 0,11 0 0,8-1 0,7 0 0,9-2 0,-14-35 0,-1 1 0,1 0 0,0 0 0,9 7 0,25 14 0,-27-21 0,-1-1 0,19 5 0,25 3 0,8-9 0,5-8 0,0-5 0,-2-5 0,-13 1-3823</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09.911"/>
    </inkml:context>
    <inkml:brush xml:id="br0">
      <inkml:brushProperty name="width" value="0.05" units="cm"/>
      <inkml:brushProperty name="height" value="0.05" units="cm"/>
    </inkml:brush>
  </inkml:definitions>
  <inkml:trace contextRef="#ctx0" brushRef="#br0">726 1 24575,'-6'1'0,"0"0"0,0 1 0,0-1 0,0 2 0,0-1 0,1 1 0,-1 0 0,1 0 0,-1 0 0,1 1 0,-8 6 0,-7 5 0,-161 119 0,23-16 0,132-100 0,-72 54 0,89-65 0,0 2 0,0-1 0,1 1 0,0 0 0,1 1 0,0-1 0,-10 20 0,16-26 0,-1 1 0,1-1 0,0 1 0,0-1 0,0 0 0,1 1 0,-1-1 0,1 1 0,0 0 0,0-1 0,0 1 0,0-1 0,1 1 0,-1-1 0,1 1 0,0-1 0,0 1 0,0-1 0,1 0 0,-1 1 0,1-1 0,-1 0 0,1 0 0,0 0 0,1 0 0,-1-1 0,0 1 0,1-1 0,-1 1 0,1-1 0,5 4 0,7 4 0,1 0 0,0-1 0,1 0 0,30 9 0,-46-17 0,95 33 0,-53-20 0,-1 1 0,66 35 0,-102-46 0,0-1 0,0 2 0,0-1 0,-1 0 0,0 1 0,0 0 0,0 1 0,0-1 0,-1 1 0,0 0 0,0 0 0,0 0 0,3 9 0,-6-12 0,0 0 0,0 0 0,-1 1 0,1-1 0,-1 0 0,1 1 0,-1-1 0,0 1 0,0-1 0,-1 0 0,1 1 0,-1-1 0,0 0 0,0 1 0,0-1 0,0 0 0,0 0 0,-1 0 0,1 0 0,-1 0 0,0 0 0,0 0 0,0 0 0,0-1 0,0 1 0,-1-1 0,1 0 0,-1 0 0,-4 3 0,-5 3 0,1-1 0,-1-1 0,-1 0 0,1 0 0,-1-1 0,0-1 0,0 0 0,0-1 0,-22 2 0,9-2 0,-1-1 0,0-2 0,-51-5 0,59 2 49,0 0 0,1-1 0,-1-1-1,1-1 1,0 0 0,-27-14 0,38 16-144,0-1 0,0 1 0,0-1 0,1 0 1,-1-1-1,1 1 0,0-1 0,1-1 0,0 1 0,0-1 1,0 0-1,1 0 0,-1 0 0,2-1 0,-1 1 1,1-1-1,-2-10 0,-1-10-6731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0.344"/>
    </inkml:context>
    <inkml:brush xml:id="br0">
      <inkml:brushProperty name="width" value="0.05" units="cm"/>
      <inkml:brushProperty name="height" value="0.05" units="cm"/>
    </inkml:brush>
  </inkml:definitions>
  <inkml:trace contextRef="#ctx0" brushRef="#br0">0 373 24575,'1'-3'0,"2"8"0,6 21 0,9 38 0,-9-20 0,-1 0 0,-3 0 0,-1 0 0,-4 69 0,-6-81 0,6-32 0,0 0 0,0 1 0,0-1 0,0 0 0,0 0 0,0 0 0,0 0 0,-1 0 0,1 0 0,0 1 0,0-1 0,0 0 0,0 0 0,0 0 0,0 0 0,0 0 0,0 0 0,0 1 0,0-1 0,0 0 0,0 0 0,0 0 0,-1 0 0,1 0 0,0 0 0,0 0 0,0 0 0,0 0 0,0 0 0,0 0 0,0 1 0,-1-1 0,1 0 0,0 0 0,0 0 0,0 0 0,0 0 0,0 0 0,0 0 0,-1 0 0,1 0 0,0 0 0,0 0 0,0 0 0,0 0 0,0 0 0,0 0 0,-1 0 0,1-1 0,0 1 0,0 0 0,0 0 0,0 0 0,-5-18 0,3-10 0,2-1 0,0 0 0,2 0 0,9-47 0,37-112 0,-30 135 0,39-87 0,-47 120 0,1 0 0,1 1 0,1 0 0,0 0 0,1 2 0,1 0 0,18-16 0,-29 29 0,1 1 0,0-1 0,-1 1 0,1 0 0,0 0 0,1 0 0,-1 1 0,1 0 0,-1 0 0,1 0 0,-1 1 0,1 0 0,9-1 0,-10 2 0,0 0 0,-1 1 0,1 0 0,-1-1 0,1 1 0,-1 1 0,1-1 0,-1 1 0,0 0 0,0-1 0,0 2 0,0-1 0,0 1 0,0-1 0,-1 1 0,1 0 0,5 6 0,0 2 0,0 1 0,-1 0 0,0 1 0,-1-1 0,0 2 0,-1-1 0,0 1 0,-1 0 0,3 15 0,4 21 0,5 63 0,-7-8-682,-7 150-1,-4-223-6143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0.516"/>
    </inkml:context>
    <inkml:brush xml:id="br0">
      <inkml:brushProperty name="width" value="0.05" units="cm"/>
      <inkml:brushProperty name="height" value="0.05" units="cm"/>
    </inkml:brush>
  </inkml:definitions>
  <inkml:trace contextRef="#ctx0" brushRef="#br0">23 117 24575,'-3'3'0,"-4"1"0,-1 3 0,4 0 0,5-4 0,10-6 0,12-5 0,11-5 0,13-6 0,7-3 0,8-4 0,5-1 0,-9 5-8191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0.923"/>
    </inkml:context>
    <inkml:brush xml:id="br0">
      <inkml:brushProperty name="width" value="0.05" units="cm"/>
      <inkml:brushProperty name="height" value="0.05" units="cm"/>
    </inkml:brush>
  </inkml:definitions>
  <inkml:trace contextRef="#ctx0" brushRef="#br0">1 244 24575,'22'146'0,"-19"-128"0,13 111 0,0 200 0,-20-300 0,-2-18 0,6-11 0,-1 0 0,1 0 0,0 0 0,-1 0 0,1 0 0,0 0 0,-1 0 0,1 0 0,0 0 0,-1 0 0,1 0 0,0 0 0,-1-1 0,1 1 0,0 0 0,0 0 0,-1 0 0,1 0 0,0 0 0,0-1 0,-1 1 0,1 0 0,0 0 0,0-1 0,-1 1 0,1 0 0,0 0 0,0-1 0,0 1 0,0 0 0,-1 0 0,1-1 0,0 1 0,-4-7 0,0 0 0,1 0 0,0 0 0,0-1 0,1 1 0,0-1 0,-2-15 0,-3-61 0,6 58 0,-5-70 0,10-109 0,-2 170 0,2 1 0,2 0 0,1 1 0,2-1 0,1 1 0,24-55 0,-28 77 0,-1 1 0,2 0 0,-1 0 0,1 0 0,1 1 0,0 0 0,0 0 0,10-7 0,-13 12 0,0 1 0,-1-1 0,1 1 0,1 1 0,-1-1 0,0 1 0,1 0 0,-1 0 0,1 1 0,-1-1 0,1 1 0,0 0 0,-1 1 0,1 0 0,0-1 0,0 2 0,0-1 0,9 2 0,-4 2 0,0-1 0,0 1 0,0 1 0,-1 0 0,1 0 0,-1 1 0,0 0 0,-1 1 0,0 0 0,0 1 0,0 0 0,-1 0 0,0 1 0,-1 0 0,0 0 0,11 19 0,-14-21 0,0-1 0,-1 1 0,0 1 0,0-1 0,0 0 0,-1 1 0,0-1 0,-1 1 0,1 0 0,-2 0 0,1-1 0,-1 1 0,0 0 0,0 0 0,-1 0 0,-1-1 0,1 1 0,-1 0 0,0-1 0,-1 0 0,1 1 0,-2-1 0,1 0 0,-1 0 0,-8 11 0,4-9 34,0 0 1,-1 0-1,0-1 0,-1 0 0,0 0 0,0-1 0,-1-1 0,0 1 0,-13 4 1,1-2-462,0 0 0,-1-2 1,-37 7-1,8-6-6399</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2.085"/>
    </inkml:context>
    <inkml:brush xml:id="br0">
      <inkml:brushProperty name="width" value="0.05" units="cm"/>
      <inkml:brushProperty name="height" value="0.05" units="cm"/>
    </inkml:brush>
  </inkml:definitions>
  <inkml:trace contextRef="#ctx0" brushRef="#br0">289 411 24575,'-35'-21'0,"28"16"0,-1 0 0,1 1 0,-1-1 0,0 2 0,0-1 0,0 1 0,0 1 0,0-1 0,-10-1 0,17 4 0,0 0 0,-1 0 0,1 0 0,0 0 0,0 1 0,-1-1 0,1 0 0,0 0 0,0 1 0,-1-1 0,1 1 0,0-1 0,0 1 0,0-1 0,0 1 0,0 0 0,0 0 0,0-1 0,0 1 0,0 0 0,0 0 0,0 0 0,1 0 0,-1 0 0,0 0 0,0 0 0,1 0 0,-1 1 0,1-1 0,-1 0 0,1 0 0,0 0 0,-1 1 0,1-1 0,0 0 0,0 0 0,0 1 0,0-1 0,0 0 0,0 0 0,0 2 0,1 8 0,0-1 0,0 1 0,6 19 0,-6-25 0,34 134 0,23 216 0,-47-196-129,-6 1-1,-29 274 1,7-311 51,-5 0 0,-5-2 1,-6-1-1,-51 123 0,71-211 63,6-18 44,1 0 0,1 0 0,0 1 0,-5 29 0,10-44-21,0 1 0,0 0 0,-1-1 0,1 1 0,0 0 0,0 0 0,0 0 0,0-1 0,0 1 0,0 0 0,0 0 0,0-1 0,1 1 0,-1 0 0,0 0 0,0-1 0,1 1 0,-1 0 0,0-1 0,1 1 0,-1 0 0,0-1 0,1 1 0,-1-1 0,1 1 0,-1 0 0,1-1 0,0 1 0,-1-1 0,1 1 0,-1-1 0,1 0 0,0 1 0,-1-1 0,1 0 0,0 1 0,0-1 0,-1 0 0,1 0 0,0 0 0,0 0 0,-1 1 1,1-1-1,0 0 0,0 0 0,1-1 0,4 0 43,0 0 0,0 0 1,0-1-1,10-5 1,-7 4-39,113-38-299,2 5 0,2 5 0,223-24 0,392 13-1390,1465 18 1158,-2191 24 510,-10 1 213,0-1 0,0 1 0,0-1 0,0-1-1,0 1 1,-1-1 0,1 0 0,0 0 0,0 0 0,-1-1 0,10-3 0,-14 4-194,0 1 1,1 0 0,-1-1 0,0 1 0,1-1 0,-1 1-1,0-1 1,1 1 0,-1-1 0,0 1 0,0-1 0,0 1-1,0-1 1,1 0 0,-1 1 0,0-1 0,0 1-1,0-1 1,0 1 0,0-1 0,0 0 0,0 1 0,0-1-1,-1 1 1,1-1 0,0 1 0,0-1 0,0 1 0,-1-1-1,1 1 1,0-1 0,0 1 0,-1-1 0,1 1-1,-1-1 1,1 1 0,0 0 0,-1-1 0,0 0 0,-22-20 351,16 14-312,1 1-51,1 0 0,-1 0 0,1-1 0,1 0 0,-1 0 0,1 0 0,1 0 0,-1-1 0,1 0 0,1 1 0,-4-15 0,4 6 0,0 0 0,1 0 0,0 0 0,2-1 0,2-16 0,40-222 0,-17 121 0,13-82-44,53-325-282,-36-3 104,-55 495 321,-2 1-1,-2-1 1,-2 1 0,-14-56 0,16 85-19,2 13-73,0 1-1,0-1 1,-1 0 0,1 0 0,-4-6 0,4 10-8,0 1 0,0-1 0,0 1 0,0 0 0,0-1 0,0 1 0,0 0 0,-1 0 0,1-1 0,0 1 0,-1 0 0,1 1 0,-1-1 0,1 0 0,-1 0 0,0 0 0,1 1 0,-1-1 0,0 1 0,1 0 0,-1-1 0,-2 1 0,-28-1 1,-1 1 0,1 2 0,-41 7 0,10-1 0,-1122 71-3503,1080-74 3259,-1878 60-1791,1712-61 5305,355-5-2196,110 1 364,-181 1-1779,0 0 0,0 1-1,16 4 1,-4 2-6485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5.430"/>
    </inkml:context>
    <inkml:brush xml:id="br0">
      <inkml:brushProperty name="width" value="0.05" units="cm"/>
      <inkml:brushProperty name="height" value="0.05" units="cm"/>
    </inkml:brush>
  </inkml:definitions>
  <inkml:trace contextRef="#ctx0" brushRef="#br0">0 269 24575,'11'-13'0,"-1"0"0,0 0 0,10-22 0,0 3 0,-18 32 0,-2 7 0,-1 10 0,-4 15 0,-3 12 0,2 1 0,3-1 0,2 81 0,2-111 0,1-1 0,1 0 0,0 1 0,1-1 0,0 0 0,1-1 0,7 15 0,-7-19 0,0 1 0,1-2 0,0 1 0,0-1 0,0 1 0,1-2 0,0 1 0,1-1 0,-1 0 0,1-1 0,11 7 0,-11-8 0,0 0 0,0-1 0,0 0 0,1 0 0,-1-1 0,1 0 0,0 0 0,-1-1 0,1 0 0,0-1 0,17-1 0,-14-1 0,1 0 0,-1-1 0,0 0 0,-1-1 0,1 0 0,-1-1 0,21-12 0,-14 6 0,-1-1 0,0-1 0,-1-1 0,0 0 0,-1-1 0,-1-1 0,-1 0 0,0-1 0,19-32 0,-21 27 0,-1 0 0,0-1 0,-2 0 0,-1 0 0,-1-1 0,0 0 0,2-37 0,-7 47 0,0 0 0,-1 0 0,0 1 0,-1-1 0,-1 0 0,0 1 0,-1-1 0,-1 1 0,0 0 0,0 0 0,-2 0 0,1 0 0,-2 1 0,-13-20 0,16 27 0,-1-1 0,-1 2 0,1-1 0,-1 1 0,0-1 0,0 1 0,0 1 0,-1 0 0,-6-3 0,10 5 0,1 0 0,-1 0 0,0 0 0,1 1 0,-1-1 0,0 1 0,1 0 0,-1-1 0,0 1 0,1 1 0,-6 0 0,6-1 0,1 1 0,-1-1 0,1 1 0,0 0 0,-1-1 0,1 1 0,0 0 0,0 0 0,0 0 0,-1 0 0,1 0 0,0 0 0,0 1 0,1-1 0,-1 0 0,0 0 0,0 1 0,1-1 0,-1 0 0,0 1 0,1-1 0,-1 3 0,0-1-105,1-1 0,0 0 0,0 1 0,0-1 0,0 0 0,0 1 0,0-1 0,1 0 0,-1 1 0,1-1 0,-1 0 0,3 4 0,5 11-6721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5.664"/>
    </inkml:context>
    <inkml:brush xml:id="br0">
      <inkml:brushProperty name="width" value="0.05" units="cm"/>
      <inkml:brushProperty name="height" value="0.05" units="cm"/>
    </inkml:brush>
  </inkml:definitions>
  <inkml:trace contextRef="#ctx0" brushRef="#br0">1 0 24575,'0'4'0,"0"3"0,0 4 0,3 4 0,1 4 0,3 7 0,0 7 0,3 5 0,2 5 0,-1 2 0,-3-1 0,-1 1 0,-4 0 0,-1-4 0,-1-8 0,-1-4 0,0-5 0,-1-7-8191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7.194"/>
    </inkml:context>
    <inkml:brush xml:id="br0">
      <inkml:brushProperty name="width" value="0.05" units="cm"/>
      <inkml:brushProperty name="height" value="0.05" units="cm"/>
    </inkml:brush>
  </inkml:definitions>
  <inkml:trace contextRef="#ctx0" brushRef="#br0">39 8 24575,'1'0'0,"-1"-1"0,0 1 0,0 0 0,0 0 0,0-1 0,0 1 0,0 0 0,0 0 0,0-1 0,0 1 0,-1 0 0,1 0 0,0-1 0,0 1 0,0 0 0,0 0 0,0 0 0,0-1 0,0 1 0,-1 0 0,1 0 0,0 0 0,0-1 0,0 1 0,0 0 0,-1 0 0,1 0 0,0 0 0,0-1 0,0 1 0,-1 0 0,1 0 0,0 0 0,0 0 0,-1 0 0,1 0 0,-1 0 0,1 0 0,-1 0 0,1 0 0,0 1 0,-1-1 0,1 0 0,0 0 0,-1 0 0,1 1 0,0-1 0,0 0 0,-1 1 0,1-1 0,0 0 0,0 0 0,-1 1 0,1-1 0,0 1 0,0-1 0,0 0 0,0 1 0,-1-1 0,1 0 0,0 1 0,-4 18 0,1-1 0,0 1 0,0 22 0,1-7 0,-11 567-28,15-410-1309,-2-170-5489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7.420"/>
    </inkml:context>
    <inkml:brush xml:id="br0">
      <inkml:brushProperty name="width" value="0.05" units="cm"/>
      <inkml:brushProperty name="height" value="0.05" units="cm"/>
    </inkml:brush>
  </inkml:definitions>
  <inkml:trace contextRef="#ctx0" brushRef="#br0">0 204 24575,'10'-36'0,"1"0"0,2 1 0,21-42 0,-33 76 0,-1 0 0,1 0 0,-1 0 0,1 0 0,-1 0 0,1-1 0,0 1 0,-1 0 0,1 0 0,0 0 0,0 1 0,0-1 0,0 0 0,0 0 0,0 0 0,0 1 0,0-1 0,0 0 0,0 1 0,2-1 0,-2 1 0,-1 0 0,1 1 0,0-1 0,-1 0 0,1 1 0,-1-1 0,1 1 0,0-1 0,-1 1 0,1-1 0,-1 1 0,1-1 0,-1 1 0,0 0 0,1-1 0,-1 1 0,1 0 0,-1-1 0,0 1 0,0 0 0,1 0 0,-1-1 0,0 2 0,3 11 0,-1 0 0,2 21 0,-4-30 0,3 36 0,17 474 0,-27-451-1365,3-40-5461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7.716"/>
    </inkml:context>
    <inkml:brush xml:id="br0">
      <inkml:brushProperty name="width" value="0.05" units="cm"/>
      <inkml:brushProperty name="height" value="0.05" units="cm"/>
    </inkml:brush>
  </inkml:definitions>
  <inkml:trace contextRef="#ctx0" brushRef="#br0">175 131 24575,'-175'0'0,"274"-3"113,99-16 0,98-28-53,82-11-1711,-344 55-5175</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7.902"/>
    </inkml:context>
    <inkml:brush xml:id="br0">
      <inkml:brushProperty name="width" value="0.05" units="cm"/>
      <inkml:brushProperty name="height" value="0.05" units="cm"/>
    </inkml:brush>
  </inkml:definitions>
  <inkml:trace contextRef="#ctx0" brushRef="#br0">8 80 24575,'-3'3'0,"-1"4"0,6 1 0,6-1 0,8-1 0,11-6 0,10-2 0,8-4 0,9-4 0,8-1 0,5-1 0,5-2 0,2 2 0,-2-1 0,-1 3 0,-6-1 0,-14 1-8191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8.244"/>
    </inkml:context>
    <inkml:brush xml:id="br0">
      <inkml:brushProperty name="width" value="0.05" units="cm"/>
      <inkml:brushProperty name="height" value="0.05" units="cm"/>
    </inkml:brush>
  </inkml:definitions>
  <inkml:trace contextRef="#ctx0" brushRef="#br0">313 111 24575,'1'-7'0,"-2"0"0,1 0 0,-1 1 0,0-1 0,0 0 0,-1 1 0,1-1 0,-1 1 0,-4-7 0,5 10 0,-1 1 0,0-1 0,0 1 0,0-1 0,0 1 0,0 0 0,0 0 0,0 0 0,-1 0 0,1 0 0,-1 0 0,0 1 0,1-1 0,-1 1 0,0 0 0,0 0 0,0 0 0,0 0 0,0 0 0,0 1 0,0-1 0,-4 1 0,1 0 0,0 0 0,1 1 0,-1 0 0,0 0 0,1 0 0,-1 1 0,1 0 0,0 0 0,-1 0 0,1 0 0,0 1 0,0 0 0,0 0 0,1 1 0,-1-1 0,1 1 0,-7 7 0,-2 2 0,2 1 0,-1 1 0,2 0 0,-12 21 0,10-14 0,2 0 0,0 2 0,2-1 0,0 1 0,2 0 0,0 0 0,2 1 0,1 0 0,0-1 0,3 50 0,1-65 0,0-1 0,0 1 0,1 0 0,0-1 0,1 0 0,0 1 0,0-1 0,1 0 0,7 12 0,-7-15 0,-1 0 0,1-1 0,0 0 0,0 0 0,0 0 0,0 0 0,1-1 0,0 1 0,0-1 0,0 0 0,0-1 0,0 1 0,0-1 0,1 0 0,9 2 0,-2-2-227,-1 0-1,2-1 1,-1-1-1,0 0 1,20-3-1,14-4-6598</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8.591"/>
    </inkml:context>
    <inkml:brush xml:id="br0">
      <inkml:brushProperty name="width" value="0.05" units="cm"/>
      <inkml:brushProperty name="height" value="0.05" units="cm"/>
    </inkml:brush>
  </inkml:definitions>
  <inkml:trace contextRef="#ctx0" brushRef="#br0">201 152 24575,'4'-21'0,"-3"20"0,-1 0 0,1 0 0,-1-1 0,0 1 0,1 0 0,-1-1 0,0 1 0,0 0 0,0-1 0,0 1 0,0 0 0,0-1 0,0 1 0,0 0 0,0-1 0,-1 1 0,1 0 0,-1-1 0,1 1 0,-1 0 0,1-1 0,-1 1 0,0 0 0,1 0 0,-1 0 0,0 0 0,0 0 0,0 0 0,-2-2 0,1 2 0,0-1 0,0 1 0,0-1 0,0 1 0,-1 0 0,1 0 0,0 0 0,-1 0 0,1 0 0,0 0 0,-1 1 0,1 0 0,-1-1 0,1 1 0,-1 0 0,0 0 0,-2 0 0,1 1 0,0 0 0,-1 0 0,1 0 0,0 1 0,0-1 0,0 1 0,0 0 0,0 0 0,-4 4 0,0 0 0,0 0 0,1 1 0,0 0 0,0 1 0,0-1 0,1 1 0,-9 17 0,8-11 0,0 1 0,1 0 0,1 1 0,1-1 0,0 1 0,1 0 0,1 0 0,1 0 0,0 0 0,1 23 0,1-30 0,0-1 0,1 1 0,0-1 0,0 0 0,0 1 0,1-1 0,0 0 0,1-1 0,6 12 0,-6-15 0,-1 1 0,1-1 0,0 1 0,0-1 0,0 0 0,1-1 0,-1 1 0,1-1 0,0 0 0,0 0 0,0 0 0,0 0 0,1-1 0,-1 0 0,7 1 0,-6-1 0,0-1 0,1 0 0,-1 0 0,1-1 0,-1 0 0,0 0 0,1 0 0,-1-1 0,1 0 0,-1 0 0,0-1 0,1 1 0,7-5 0,-5 2 0,-1 0 0,0-1 0,0 0 0,-1-1 0,1 1 0,-1-1 0,0-1 0,9-11 0,-6 6 0,-1-1 0,0 0 0,-1-1 0,-1 0 0,0 0 0,-1 0 0,0-1 0,-1 0 0,-1 0 0,5-29 0,-8 28 38,0 1 0,-1-1 0,-1 0 0,0 0 0,-1 0 0,-1 1 0,0-1 0,-11-28 0,12 38-73,-2-1 1,1 1 0,0-1 0,-1 1 0,-1 0 0,1 1 0,-1-1 0,1 1-1,-9-7 1,8 8-57,1 1 0,0 1 0,-1-1 0,0 1 0,1-1 0,-1 1 0,0 1 0,0-1 0,0 1 0,-1 0 0,1 0 0,0 0 0,0 1 0,-7-1 0,-12 3-6735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9.181"/>
    </inkml:context>
    <inkml:brush xml:id="br0">
      <inkml:brushProperty name="width" value="0.05" units="cm"/>
      <inkml:brushProperty name="height" value="0.05" units="cm"/>
    </inkml:brush>
  </inkml:definitions>
  <inkml:trace contextRef="#ctx0" brushRef="#br0">20 228 24575,'-10'179'0,"1"-17"0,9-23 0,3-211 0,3 0 0,3 0 0,3 1 0,30-96 0,-35 140 0,2 1 0,1 0 0,2 0 0,17-31 0,-23 49 0,0-1 0,0 1 0,1 0 0,0 1 0,0 0 0,12-10 0,-14 13 0,1 1 0,-1 0 0,0 0 0,1 1 0,-1-1 0,1 1 0,0 0 0,0 1 0,0-1 0,0 1 0,11-1 0,-10 2 0,-1 1 0,0-1 0,1 1 0,-1 0 0,0 1 0,0 0 0,0 0 0,0 0 0,0 0 0,0 1 0,0 0 0,-1 0 0,1 1 0,-1 0 0,0 0 0,0 0 0,-1 0 0,1 1 0,-1-1 0,0 1 0,6 9 0,-5-6 0,-1-1 0,0 1 0,0 0 0,-1 0 0,0 0 0,0 0 0,-1 1 0,0-1 0,-1 1 0,1-1 0,-2 1 0,1 0 0,-1-1 0,0 1 0,-3 12 0,0-7 0,-2-1 0,1 1 0,-2-1 0,0 0 0,0 0 0,-1-1 0,-1 0 0,0 0 0,0 0 0,-2-1 0,1-1 0,-19 17 0,10-12 0,0-1 0,-1 0 0,0-2 0,-1 0 0,0-1 0,-1-1 0,-26 8 0,42-16 0,0 0 0,0-1 0,0 0 0,0 0 0,0 0 0,0-1 0,-7 1 0,13-1 0,-1 0 0,0-1 0,0 1 0,0 0 0,0 0 0,1 0 0,-1 0 0,0 0 0,0-1 0,0 1 0,0 0 0,0 0 0,1 0 0,-1 0 0,0-1 0,0 1 0,0 0 0,0 0 0,0 0 0,0-1 0,0 1 0,0 0 0,0 0 0,0 0 0,0-1 0,0 1 0,0 0 0,0 0 0,0 0 0,0-1 0,0 1 0,0 0 0,0 0 0,0-1 0,0 1 0,-1 0 0,1 0 0,0 0 0,0 0 0,0-1 0,0 1 0,0 0 0,0 0 0,-1 0 0,1 0 0,0 0 0,0-1 0,0 1 0,0 0 0,-1 0 0,1 0 0,0 0 0,0 0 0,0 0 0,-1 0 0,1 0 0,0 0 0,0 0 0,0 0 0,-1 0 0,1 0 0,0 0 0,16-10 0,-3 6-40,0 0 0,0 1 0,0 0 0,1 1-1,-1 1 1,1 0 0,-1 0 0,1 2 0,-1 0 0,1 0 0,-1 1-1,0 1 1,0 0 0,0 1 0,0 0 0,0 1 0,-1 0-1,0 1 1,0 1 0,0 0 0,-1 0 0,0 1 0,0 1 0,-1-1-1,0 2 1,-1 0 0,0 0 0,-1 0 0,0 1 0,0 0-1,-1 1 1,0 0 0,6 16 0,-6-7-6786</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9.476"/>
    </inkml:context>
    <inkml:brush xml:id="br0">
      <inkml:brushProperty name="width" value="0.05" units="cm"/>
      <inkml:brushProperty name="height" value="0.05" units="cm"/>
    </inkml:brush>
  </inkml:definitions>
  <inkml:trace contextRef="#ctx0" brushRef="#br0">177 203 24575,'6'-8'0,"0"0"0,-1-1 0,0 1 0,0-1 0,-1 0 0,0 0 0,-1 0 0,0-1 0,2-10 0,-3 12 0,0-1 0,0 0 0,-1 1 0,0-1 0,-1 0 0,0-12 0,0 20 0,-1-1 0,1 0 0,0 1 0,-1-1 0,1 1 0,-1-1 0,1 1 0,-1-1 0,0 1 0,1-1 0,-1 1 0,0 0 0,0 0 0,0-1 0,0 1 0,0 0 0,-2-2 0,1 3 0,1-1 0,-1 0 0,0 1 0,1-1 0,-1 1 0,0 0 0,0-1 0,1 1 0,-1 0 0,0 0 0,0 0 0,1 0 0,-1 1 0,0-1 0,0 0 0,1 1 0,-1-1 0,0 1 0,-2 1 0,-4 1 0,0 1 0,0 1 0,1 0 0,-1 0 0,1 0 0,0 1 0,1 0 0,-1 0 0,1 0 0,1 1 0,-1 0 0,1 0 0,0 1 0,1 0 0,-5 8 0,-3 10 0,2 1 0,0 0 0,-8 38 0,11-38 0,1-1 0,2 1 0,0 0 0,2 0 0,1 30 0,2-49 0,0-1 0,0 0 0,1 1 0,0-1 0,0 0 0,0 0 0,1 0 0,0 0 0,1 0 0,4 6 0,-5-8 0,1 0 0,0-1 0,0 0 0,1 0 0,-1 0 0,1-1 0,-1 1 0,1-1 0,1 0 0,-1-1 0,0 1 0,0-1 0,1 0 0,9 2 0,-4-2-136,0 0-1,1-1 1,-1-1-1,0 0 1,0 0-1,0-1 1,1-1-1,-1 0 0,17-5 1,10-5-6690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19.631"/>
    </inkml:context>
    <inkml:brush xml:id="br0">
      <inkml:brushProperty name="width" value="0.05" units="cm"/>
      <inkml:brushProperty name="height" value="0.05" units="cm"/>
    </inkml:brush>
  </inkml:definitions>
  <inkml:trace contextRef="#ctx0" brushRef="#br0">183 34 24575,'-10'-3'0,"-8"-1"0,-12 0 0,-4 0 0,2 2 0,2 1 0,10 0 0,12 1 0,12-1 0,16 2 0,14-1 0,10 0 0,4 0 0,3-3 0,0-1 0,-7 0 0,-10 1-8191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0.870"/>
    </inkml:context>
    <inkml:brush xml:id="br0">
      <inkml:brushProperty name="width" value="0.05" units="cm"/>
      <inkml:brushProperty name="height" value="0.05" units="cm"/>
    </inkml:brush>
  </inkml:definitions>
  <inkml:trace contextRef="#ctx0" brushRef="#br0">80 1 24575,'-15'-1'0,"-21"1"0,35 0 0,-1 1 0,1-1 0,-1 0 0,0 0 0,1 1 0,-1-1 0,1 1 0,-1-1 0,1 1 0,-1 0 0,1-1 0,0 1 0,-1 0 0,1 0 0,0 0 0,-3 2 0,4-2 0,0-1 0,0 1 0,-1 0 0,1-1 0,0 1 0,0 0 0,0-1 0,0 1 0,0-1 0,-1 1 0,1 0 0,0-1 0,1 1 0,-1 0 0,0-1 0,0 1 0,0 0 0,0-1 0,0 1 0,1 0 0,-1-1 0,0 1 0,0-1 0,1 1 0,-1-1 0,1 1 0,-1-1 0,0 1 0,1-1 0,-1 1 0,1-1 0,-1 1 0,1-1 0,-1 0 0,1 1 0,-1-1 0,1 0 0,0 1 0,1-1 0,27 13 0,-28-13 0,32 10 20,1-2 0,57 8 0,77-3-156,-109-10-42,1328 46-6673,-1040-41 5829,1390 29-1960,1-23 3331,-1535-15 623,-102 1 1212,-30-1 4341,-172 10-5647,73-6-2042,-5 0-5662</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1.136"/>
    </inkml:context>
    <inkml:brush xml:id="br0">
      <inkml:brushProperty name="width" value="0.05" units="cm"/>
      <inkml:brushProperty name="height" value="0.05" units="cm"/>
    </inkml:brush>
  </inkml:definitions>
  <inkml:trace contextRef="#ctx0" brushRef="#br0">32 119 24575,'-1'-5'0,"0"1"0,0-1 0,0 1 0,0-1 0,-1 1 0,0-1 0,-5-7 0,-4-15 0,10 25 0,0 0 0,0 0 0,1 0 0,0 0 0,-1-1 0,1 1 0,0 0 0,0 0 0,0 0 0,0-1 0,0 1 0,1 0 0,-1 0 0,1 0 0,-1-1 0,3-3 0,-3 6 0,1-1 0,-1 1 0,1-1 0,-1 1 0,1-1 0,-1 1 0,1-1 0,-1 1 0,1-1 0,0 1 0,-1 0 0,1-1 0,0 1 0,-1 0 0,1 0 0,0 0 0,0-1 0,-1 1 0,2 0 0,1 0 0,-1 0 0,0 1 0,0-1 0,0 1 0,0-1 0,0 1 0,0-1 0,0 1 0,3 2 0,10 6 0,-1 0 0,0 1 0,0 0 0,22 24 0,42 55 0,-67-76 0,-1 0 0,0 1 0,-1 0 0,-1 0 0,0 1 0,-1 0 0,6 21 0,-11-30 0,-1 0 0,1 0 0,-2 1 0,1-1 0,-1 0 0,1 0 0,-2 0 0,1 0 0,-1 1 0,0-1 0,0 0 0,-1 0 0,1 0 0,-1 0 0,-1-1 0,1 1 0,-1 0 0,0-1 0,0 0 0,-1 0 0,1 0 0,-9 8 0,0-1-195,-1-1 0,0-1 0,-1-1 0,0 0 0,0 0 0,-24 9 0,-31 11-6631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3.732"/>
    </inkml:context>
    <inkml:brush xml:id="br0">
      <inkml:brushProperty name="width" value="0.05" units="cm"/>
      <inkml:brushProperty name="height" value="0.05" units="cm"/>
    </inkml:brush>
  </inkml:definitions>
  <inkml:trace contextRef="#ctx0" brushRef="#br0">116 1084 24575,'6'-14'0,"0"-1"0,-1 1 0,-1-1 0,5-30 0,-1-41 0,-7 135 0,11 68 0,-4-46 0,43 803-364,-50 4 0,-29-121 366,3-182-13,24-464 192,15 145 0,-8-203-106,3-1 0,2 0 0,2 0 0,39 93 0,-51-141-75,1 0 0,0 0 0,0 0 0,0 0 0,1-1 0,-1 1 0,1-1 0,0 1 0,0-1 0,4 3 0,-5-4 0,1-1 0,-1 0 0,1 0 0,-1 0 0,1 0 0,0 0 0,0 0 0,-1-1 0,1 1 0,0-1 0,0 0 0,0 1 0,-1-1 0,1-1 0,0 1 0,5-1 0,64-10 0,86 0 0,74 10 0,-114 2 0,1071-2-1953,1526 11-5505,-776 49 5276,81 1 2056,-1254-79 4378,-740 17-3422,-10 1-325,0 0 0,-1-1 0,1 0 1,-1-2-1,1 0 0,-1 0 0,28-13 0,-41 16-468,-1 0 0,1 0-1,0 0 1,-1 0 0,1 0 0,-1 0 0,1 0 0,-1-1-1,0 1 1,1 0 0,-1-1 0,0 0 0,0 1 0,0-1-1,0 1 1,0-1 0,-1 0 0,1 0 0,0 1 0,-1-1-1,1 0 1,-1 0 0,0 0 0,0 0 0,0 0 0,0 1-1,0-1 1,0 0 0,0 0 0,0 0 0,-1 0 0,1 0-1,-1 0 1,1 1 0,-1-1 0,0 0 0,0 0 0,-1-2-1,-5-7 182,-1 1-1,0 0 1,0 0-1,-18-15 0,12 10-144,-17-16-73,2-2 0,1-1 0,1-2 0,2 0 0,2-2 0,1 0 0,2-2 0,2 0 0,-18-58 0,12 6-71,3-2 0,-11-138 0,11-195-325,23 160 291,40-285 0,74-260-937,-63 467 844,-23 139-103,3-289 0,-33 404 657,-5-1-1,-3 2 1,-5-1 0,-3 1 0,-47-147 0,54 212-251,0 1 0,-1 1 1,-1 0-1,-19-29 0,28 50-105,0 0 0,0 0 0,0 1 0,0-1 0,0 0 0,0 1 0,0-1 0,-1 1 0,1 0 0,-1 0 0,1 0 0,-1 0 0,1 1 0,-1-1 0,1 0 0,-6 1 0,-47 0 0,42 1 0,-133 7-35,-573 21-663,-1620-54-5241,1150 2 3896,-659 19 2026,244 2 233,1027-21 1061,195-6 2480,222 10-654,158 19-3083,0 0-1,0 0 1,0 1-1,0-1 1,0 0-1,0 1 1,0 0-1,1-1 0,-1 1 1,0 0-1,0 0 1,1 0-1,-1 0 1,0 0-1,1 0 0,-1 1 1,1-1-1,-1 0 1,1 1-1,-2 3 1,-3 3-32,0 1-1,2 0 1,-6 10 0,-5 11 31,-56 72-19,-26 41 0,81-116 0,1 1 0,1 1 0,-15 44 0,17-29 0,3 0 0,1 0 0,2 1 0,1 0 0,4 70 0,7-18 0,27 146 0,-4-107-682,71 200-1,-75-264-6143</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4.567"/>
    </inkml:context>
    <inkml:brush xml:id="br0">
      <inkml:brushProperty name="width" value="0.05" units="cm"/>
      <inkml:brushProperty name="height" value="0.05" units="cm"/>
    </inkml:brush>
  </inkml:definitions>
  <inkml:trace contextRef="#ctx0" brushRef="#br0">1 18 24575,'0'0'0,"0"0"0,0 1 0,0-1 0,0 1 0,0-1 0,0 0 0,0 1 0,0-1 0,1 0 0,-1 1 0,0-1 0,0 0 0,1 1 0,-1-1 0,0 0 0,0 0 0,1 1 0,-1-1 0,0 0 0,1 0 0,-1 1 0,0-1 0,1 0 0,-1 0 0,0 0 0,1 0 0,-1 0 0,0 1 0,1-1 0,-1 0 0,1 0 0,-1 0 0,0 0 0,1 0 0,-1 0 0,1 0 0,0 0 0,19-3 0,-14 2 0,99-11-24,168 3 0,-190 9-168,683 10-2833,5 22 2555,-244-9 330,-291-13-739,166 6 967,-387-16 127,-2 1 71,0-1 0,0 0 0,14-3 0,-27 3-239,1 0 1,-1 0-1,0 0 0,0 0 1,1 0-1,-1 0 0,0 0 1,0 0-1,1 0 0,-1 0 1,0 0-1,0 0 1,1-1-1,-1 1 0,0 0 1,0 0-1,1 0 0,-1 0 1,0 0-1,0-1 0,0 1 1,1 0-1,-1 0 0,0 0 1,0-1-1,0 1 0,0 0 1,1 0-1,-1-1 1,0 1-1,0 0 0,0 0 1,0-1-1,-7-5 605,-14-3 153,-11 0-1930,-2 0-5701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4.770"/>
    </inkml:context>
    <inkml:brush xml:id="br0">
      <inkml:brushProperty name="width" value="0.05" units="cm"/>
      <inkml:brushProperty name="height" value="0.05" units="cm"/>
    </inkml:brush>
  </inkml:definitions>
  <inkml:trace contextRef="#ctx0" brushRef="#br0">86 127 24575,'-28'-25'0,"22"21"0,1 0 0,0-1 0,-1 0 0,2 0 0,-1 0 0,0 0 0,1-1 0,0 0 0,1 0 0,-5-8 0,8 13 0,-1 0 0,1 0 0,0 0 0,-1 0 0,1 0 0,0 0 0,0 0 0,-1 0 0,1 0 0,0 0 0,0 0 0,0 0 0,0 0 0,0 0 0,1 0 0,-1 0 0,0 0 0,0 0 0,1 0 0,-1 0 0,0 0 0,1 0 0,-1 0 0,1 0 0,0 1 0,-1-1 0,1 0 0,0 0 0,-1 0 0,1 1 0,0-1 0,0 0 0,-1 1 0,1-1 0,0 1 0,0-1 0,0 1 0,0-1 0,0 1 0,0 0 0,0-1 0,0 1 0,0 0 0,0 0 0,0 0 0,2 0 0,6-1 0,-1 0 0,1 1 0,0 0 0,11 2 0,-20-2 0,33 6 0,-2 1 0,1 1 0,-1 2 0,0 1 0,-1 1 0,-1 2 0,0 0 0,-1 3 0,27 19 0,-43-28 0,-1 0 0,0 1 0,-1 1 0,0 0 0,13 16 0,-20-22 0,-1 0 0,1 0 0,-1 0 0,0 0 0,0 0 0,0 0 0,-1 0 0,1 1 0,-1-1 0,0 1 0,0-1 0,-1 1 0,1-1 0,-1 1 0,0-1 0,0 1 0,-1-1 0,1 1 0,-1-1 0,-2 8 0,0-5 34,-1 0 1,1 0-1,-1 0 0,0 0 0,-1-1 0,1 0 0,-1 1 0,-1-2 0,-10 10 1,0-2-604,0 0 0,-28 14 0,-13 4-6257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6.252"/>
    </inkml:context>
    <inkml:brush xml:id="br0">
      <inkml:brushProperty name="width" value="0.05" units="cm"/>
      <inkml:brushProperty name="height" value="0.05" units="cm"/>
    </inkml:brush>
  </inkml:definitions>
  <inkml:trace contextRef="#ctx0" brushRef="#br0">865 251 24575,'-86'-214'0,"70"178"0,49 84 0,-8 4-70,-2 2 1,-2 0-1,-3 2 0,-2 0 0,-3 1 1,8 78-1,6 356-429,-27-484 499,0 1236-1119,-3-552 658,2-529 431,20 520 7,-17-661 171,11 78 1311,-11-90-1347,0 0 1,0 0-1,1-1 1,1 1 0,0-1-1,0 1 1,0-1 0,8 10-1,-8-14-112,-1-1 0,1 1 0,0-1 0,0 0 0,0 0 0,0-1 0,0 1 0,1-1 0,-1 0 0,1 0 0,-1 0 0,1-1 0,8 2 0,7 0 0,0 0 0,20-1 0,-25-2 0,550 4-712,-313-6 233,1442 61-5021,-2 83 1120,653 114 3709,-1056-110 628,-678-101 4308,-589-45-4175,71-2 1774,-83 1-1544,0 0 0,0-1 0,0 0 0,0-1 0,-1 0 0,18-9 0,-25 11-277,1 0 0,-1-1 0,1 1 1,-1-1-1,0 0 0,1 1 0,-1-1 0,0 0 1,0-1-1,-1 1 0,1 0 0,0 0 0,-1-1 0,1 1 1,-1-1-1,0 0 0,0 1 0,0-1 0,1-5 0,-1 3 49,-1 1-1,0-1 0,0 0 0,0 1 0,-1-1 0,0 0 0,0 1 0,0-1 0,0 1 0,-1-1 0,-2-4 0,-6-10 183,-1 1 0,-1 0 0,0 1 0,-18-19-1,29 34-272,-230-243-1,-24-30 0,196 198-148,3-2-1,4-3 1,3-1-1,-51-121 1,52 83-208,5-3-1,-47-220 1,-6-332 120,58-6 255,62-41-475,-20 687 560,-1 8 352,-1 1 0,-1-47-1,-2 67-387,0-1-1,0 0 1,0 1-1,-1-1 1,0 1-1,-1 0 1,0-1 0,0 1-1,0 0 1,-1 1-1,0-1 1,0 1-1,-1-1 1,-6-5-1,8 9-67,0 0 0,0 1 0,-1 0 0,1 0 0,-1 0 0,1 0 0,-1 0 0,0 1 0,0 0 0,0 0 0,-7-2 0,-51-2 0,31 4 0,-282-12 0,170 9 0,-3122-137-9228,2932 125 8835,-1989-65-2008,775 69 5031,1457 11-788,-89 3 2595,175-1-4304,1-1 1,-1 1-1,0 0 1,0 0-1,1 0 1,-1 1-1,1-1 1,-1 1-1,1 0 1,0 0-1,0 0 1,0 1-1,0-1 1,0 1-1,0-1 1,0 1-1,-3 5 1,1-3 43,0 1 1,0-1 0,-11 7-1,-11 3-177,0-3 0,-1 0 0,0-1 0,-1-2 0,-42 8 0,67-16 90,3-1-159,1 0 0,-1 0 0,0 1-1,0-1 1,1 0 0,-1 0-1,0 0 1,0 1 0,1-1-1,-1 0 1,0 1 0,1-1-1,-1 0 1,0 1 0,1-1 0,-1 1-1,1 0 1,-1-1 0,0 1-1,0 0 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9.174"/>
    </inkml:context>
    <inkml:brush xml:id="br0">
      <inkml:brushProperty name="width" value="0.05" units="cm"/>
      <inkml:brushProperty name="height" value="0.05" units="cm"/>
    </inkml:brush>
  </inkml:definitions>
  <inkml:trace contextRef="#ctx0" brushRef="#br0">127 148 24575,'-19'-15'0,"14"12"0,0-1 0,0 0 0,0 0 0,1 0 0,-7-8 0,11 11 0,-1 0 0,0 1 0,1-1 0,-1 0 0,1 0 0,0 0 0,-1 0 0,1 0 0,0-1 0,0 1 0,-1 0 0,1 0 0,0 0 0,0 0 0,0 0 0,0 0 0,0 0 0,1 0 0,-1 0 0,0 0 0,0 0 0,1 0 0,-1 0 0,1 0 0,-1 0 0,1 0 0,-1 0 0,1 0 0,-1 0 0,1 0 0,0 0 0,0 1 0,-1-1 0,1 0 0,0 0 0,0 1 0,1-1 0,4-3 0,-1 0 0,1 1 0,0 0 0,0 0 0,0 0 0,0 1 0,13-3 0,51-7 0,-50 10 0,252-23 0,-285 25 0,0 1 0,0 0 0,0 0 0,-18 6 0,27-6 0,0 0 0,0 1 0,1-1 0,-1 1 0,1 0 0,-1 0 0,1 0 0,0 0 0,0 1 0,0-1 0,0 1 0,0 0 0,1 0 0,-1 0 0,1 0 0,0 1 0,0-1 0,0 0 0,-3 8 0,1 1 0,1 1 0,0 0 0,0 1 0,2-1 0,-1 15 0,3 71 0,0-51 0,3 417 0,-7-434 0,3-31 0,0 0 0,0 0 0,0 0 0,0 0 0,0 0 0,0 0 0,0 0 0,0 1 0,0-1 0,0 0 0,0 0 0,0 0 0,-1 0 0,1 0 0,0 0 0,0 0 0,0 0 0,0 0 0,0 0 0,0 0 0,0 0 0,0 0 0,0 0 0,-1 0 0,1 0 0,0 0 0,0 0 0,0 0 0,0 0 0,0 0 0,0 0 0,0 0 0,0 0 0,-1 0 0,1 0 0,0 0 0,0 0 0,0 0 0,0 0 0,0 0 0,0 0 0,0 0 0,0 0 0,-1 0 0,1 0 0,0 0 0,0 0 0,0 0 0,0 0 0,0 0 0,0-1 0,0 1 0,0 0 0,0 0 0,0 0 0,0 0 0,0 0 0,0 0 0,-8-17 0,-15-53 0,-16-45 0,31 95 0,-1 0 0,-1 1 0,-18-27 0,26 42 0,-1 0 0,1 1 0,-1-1 0,-1 1 0,1 0 0,0 0 0,-1 0 0,1 0 0,-1 1 0,0 0 0,0-1 0,0 1 0,0 0 0,-8-2 0,8 4 0,1-1 0,-1 1 0,0 0 0,1 0 0,-1 0 0,1 1 0,-1-1 0,1 1 0,-1 0 0,1 0 0,0 0 0,-1 0 0,1 1 0,0-1 0,0 1 0,0 0 0,0 0 0,0 0 0,-4 4 0,-1 2 25,0 0-1,0 0 0,1 1 1,0 0-1,1 0 1,0 1-1,0 0 0,1 0 1,1 0-1,0 1 0,0 0 1,1-1-1,-3 13 1,5-15-63,0-1 0,0 1 0,1 0 0,0 0 0,0 0 0,1-1 0,0 1 0,3 13 0,-2-16-59,-1 0-1,1 0 1,1 0-1,-1-1 1,1 1-1,0 0 1,0-1-1,0 0 1,0 0-1,1 0 1,0 0-1,-1 0 0,8 4 1,20 10-6729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29.591"/>
    </inkml:context>
    <inkml:brush xml:id="br0">
      <inkml:brushProperty name="width" value="0.05" units="cm"/>
      <inkml:brushProperty name="height" value="0.05" units="cm"/>
    </inkml:brush>
  </inkml:definitions>
  <inkml:trace contextRef="#ctx0" brushRef="#br0">33 425 24575,'10'-39'0,"10"-73"0,-15 78 0,-3 131 0,-3 284 0,-4-394 0,-1-15 0,-1-57 0,3 0 0,4 0 0,18-143 0,-14 206 0,0 1 0,14-42 0,-17 57 0,2 0 0,-1 1 0,1-1 0,0 1 0,0-1 0,0 1 0,1 0 0,0 0 0,0 0 0,0 1 0,1-1 0,-1 1 0,1 0 0,0 0 0,7-4 0,-8 7 0,0 0 0,0 0 0,0 1 0,0-1 0,0 1 0,0 0 0,0 0 0,0 0 0,0 0 0,0 1 0,0 0 0,0-1 0,0 2 0,0-1 0,0 0 0,-1 1 0,1-1 0,-1 1 0,1 0 0,-1 1 0,1-1 0,-1 0 0,5 6 0,-3-5 0,-1 1 0,0 0 0,0 0 0,0 1 0,0-1 0,-1 1 0,0 0 0,0 0 0,0 0 0,0 0 0,-1 0 0,0 1 0,0-1 0,0 1 0,-1-1 0,1 8 0,-2-8 0,-1 1 0,0-1 0,0 0 0,0 1 0,-1-1 0,0 0 0,0 0 0,0 0 0,-1 0 0,1 0 0,-1-1 0,0 1 0,-1-1 0,1 0 0,-1 0 0,0 0 0,0 0 0,0-1 0,0 1 0,-7 3 0,-6 4 0,0-1 0,0-1 0,-1-1 0,-26 9 0,23-10-455,-1-1 0,-38 5 0,35-9-6371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1.104"/>
    </inkml:context>
    <inkml:brush xml:id="br0">
      <inkml:brushProperty name="width" value="0.05" units="cm"/>
      <inkml:brushProperty name="height" value="0.05" units="cm"/>
    </inkml:brush>
  </inkml:definitions>
  <inkml:trace contextRef="#ctx0" brushRef="#br0">43 122 24575,'-1'0'0,"0"0"0,-1 0 0,1-1 0,-1 1 0,1-1 0,0 1 0,-1-1 0,1 1 0,0-1 0,0 0 0,-1 0 0,1 1 0,0-1 0,0 0 0,0 0 0,0 0 0,0 0 0,-1-2 0,-13-9 0,15 13 0,0-1 0,-1 1 0,1-1 0,0 0 0,-1 1 0,1-1 0,0 1 0,-1-1 0,1 1 0,0-1 0,0 1 0,0-1 0,-1 1 0,1-1 0,0 1 0,0-1 0,0 1 0,0-1 0,0 1 0,0-1 0,0 1 0,0-1 0,0 1 0,0 0 0,0-1 0,1 1 0,-1 0 0,18 115 0,2 6 0,-14 52 0,-3-211 0,1 1 0,3-1 0,17-61 0,-1 29 0,34-75 0,-51 132 0,-4 5 0,1-1 0,0 2 0,0-1 0,1 0 0,0 1 0,0-1 0,1 1 0,0 0 0,0 1 0,0-1 0,10-8 0,-14 14 0,0-1 0,0 1 0,0-1 0,0 1 0,0-1 0,0 1 0,0 0 0,0-1 0,1 1 0,-1 0 0,0 0 0,0 0 0,0-1 0,0 1 0,0 1 0,0-1 0,0 0 0,1 0 0,-1 0 0,0 0 0,0 1 0,0-1 0,0 1 0,0-1 0,0 1 0,0-1 0,0 1 0,0-1 0,0 1 0,0 0 0,-1 0 0,1-1 0,0 1 0,0 0 0,-1 0 0,1 0 0,0 0 0,-1 0 0,1 0 0,-1 0 0,1 2 0,2 4 0,0 0 0,-1 0 0,0 0 0,-1 0 0,1 9 0,4 59 0,-7 131 0,-1-125 0,3-92 0,1-1 0,1 1 0,0-1 0,6-11 0,23-58 0,-29 74 0,9-21 0,24-42 0,-31 61 0,0 1 0,1-1 0,0 2 0,1-1 0,0 1 0,0 0 0,0 0 0,16-10 0,-21 15 0,-1 1 0,0 1 0,1-1 0,-1 0 0,1 0 0,-1 0 0,1 1 0,0-1 0,-1 1 0,1-1 0,0 1 0,-1 0 0,1 0 0,0 0 0,0 0 0,-1 0 0,1 0 0,0 0 0,-1 0 0,1 1 0,0-1 0,-1 1 0,1-1 0,0 1 0,-1 0 0,1-1 0,-1 1 0,1 0 0,-1 0 0,0 0 0,1 0 0,-1 0 0,0 1 0,0-1 0,1 0 0,-1 0 0,0 1 0,-1-1 0,1 1 0,0-1 0,1 4 0,2 4 0,0 0 0,-1 1 0,-1 0 0,1-1 0,1 19 0,-1 16 0,-3 55 0,-2-58 0,8 68 0,-6-107 0,0 1 0,0-1 0,1 0 0,-1 0 0,1 1 0,0-1 0,0 0 0,-1 0 0,1 0 0,1 0 0,-1 0 0,0 0 0,0 0 0,4 3 0,-4-5 0,0 1 0,0-1 0,0 0 0,0 1 0,0-1 0,0 0 0,0 1 0,0-1 0,0 0 0,0 0 0,0 0 0,0 0 0,0 0 0,0 0 0,0-1 0,1 1 0,-1 0 0,0 0 0,0-1 0,0 1 0,0-1 0,0 1 0,0-1 0,0 1 0,-1-1 0,1 1 0,0-1 0,0 0 0,0 0 0,-1 1 0,2-3 0,10-8 0,-2-1 0,0 0 0,0 0 0,13-24 0,28-59 0,-45 83 0,-5 9 0,17-31 0,-1-2 0,-2 0 0,15-56 0,-30 79 0,-8 21 0,-8 19 0,2 3 0,2 1 0,-10 37 0,17-50 0,2-1 0,0 1 0,0-1 0,2 1 0,1 31 0,1-43 0,-1-1 0,2 1 0,-1 0 0,0-1 0,1 1 0,0-1 0,1 1 0,-1-1 0,1 0 0,0 0 0,0 0 0,0-1 0,1 1 0,0-1 0,7 7 0,-9-9 0,0-1 0,1 1 0,-1 0 0,1-1 0,-1 0 0,1 0 0,0 1 0,-1-2 0,1 1 0,0 0 0,0 0 0,0-1 0,0 0 0,0 1 0,-1-1 0,1 0 0,0-1 0,0 1 0,0 0 0,0-1 0,0 0 0,0 1 0,-1-1 0,1 0 0,0-1 0,-1 1 0,1 0 0,-1-1 0,1 1 0,-1-1 0,0 0 0,4-3 0,-1 0 0,0 0 0,0-1 0,-1 0 0,0 0 0,0 0 0,0 0 0,-1-1 0,0 1 0,0-1 0,0 0 0,-1 0 0,2-9 0,1-10 0,4-51 0,-8 61 0,-1 0 0,-1 0 0,0 0 0,-1 0 0,-1 0 0,0 0 0,-8-20 0,11 35 0,-1 0 0,1 0 0,0 0 0,-1 0 0,1 0 0,0 0 0,-1 0 0,1 0 0,0 0 0,0 0 0,0 0 0,0 0 0,0-1 0,0 1 0,0 0 0,1 0 0,-1 0 0,0 0 0,1 0 0,-1 0 0,0 0 0,1 0 0,1-2 0,-1 3 0,0-1 0,0 0 0,0 1 0,0 0 0,0-1 0,0 1 0,0 0 0,0-1 0,0 1 0,0 0 0,0 0 0,1 0 0,-1 0 0,0 0 0,0 0 0,0 0 0,0 0 0,2 1 0,3 1 0,0 0 0,0 0 0,-1 0 0,1 1 0,-1-1 0,1 1 0,7 7 0,-5-2 0,-1 0 0,0 1 0,0-1 0,-1 2 0,0-1 0,-1 1 0,0 0 0,0 0 0,-1 0 0,0 1 0,-1 0 0,0-1 0,-1 1 0,0 0 0,-1 0 0,0 1 0,-1-1 0,0 0 0,-2 15 0,2-26 0,0 1 0,0 0 0,0 0 0,0 0 0,0 0 0,0 0 0,0-1 0,-1 1 0,1 0 0,0 0 0,0 0 0,-1-1 0,1 1 0,-1 0 0,1 0 0,0-1 0,-1 1 0,1 0 0,-1-1 0,0 1 0,1 0 0,-1-1 0,1 1 0,-1-1 0,0 1 0,0 0 0,0-2 0,0 1 0,1-1 0,-1 0 0,0 1 0,1-1 0,-1 0 0,1 1 0,-1-1 0,1 0 0,-1 1 0,1-1 0,-1 0 0,1 0 0,0 0 0,0 1 0,-1-1 0,1 0 0,0 0 0,0 0 0,0 0 0,0 0 0,0 1 0,0-1 0,0 0 0,0 0 0,1-1 0,-1-10 0,1 0 0,1 0 0,0 1 0,0-1 0,1 0 0,1 1 0,0 0 0,7-14 0,0 3 0,0 1 0,2 1 0,17-23 0,-22 34 0,0 1 0,0-1 0,0 1 0,1 1 0,0 0 0,19-11 0,-25 16 0,1 0 0,-1 1 0,1-1 0,-1 1 0,1 0 0,-1 0 0,1 0 0,0 1 0,0-1 0,-1 1 0,5 0 0,-5 0 0,-1 1 0,0-1 0,1 1 0,-1 0 0,0 0 0,1 0 0,-1 0 0,0 0 0,0 0 0,0 0 0,0 1 0,0-1 0,0 1 0,-1-1 0,1 1 0,0 0 0,-1 0 0,1 0 0,0 2 0,1 1 0,-1 0 0,1 0 0,-1 0 0,0 0 0,1 7 0,-2-6 0,1-1 0,-1 0 0,1 0 0,5 8 0,-7-13 0,0 0 0,0 1 0,1-1 0,-1 0 0,0 0 0,0 0 0,1 0 0,-1 0 0,0 0 0,0 1 0,0-1 0,1 0 0,-1 0 0,0 0 0,1 0 0,-1 0 0,0 0 0,0 0 0,1 0 0,-1 0 0,0 0 0,0 0 0,1-1 0,-1 1 0,0 0 0,0 0 0,1 0 0,-1 0 0,0 0 0,0 0 0,0 0 0,1-1 0,-1 1 0,0 0 0,0 0 0,0 0 0,1-1 0,-1 1 0,0 0 0,0 0 0,0 0 0,0-1 0,0 1 0,1 0 0,-1 0 0,0-1 0,0 1 0,0 0 0,0 0 0,0-1 0,0 1 0,0-1 0,6-13 0,0-4 0,-4 13 0,0 0 0,-1-1 0,1 1 0,0-10 0,-2 15 0,0 0 0,0 0 0,0 0 0,0 0 0,0 0 0,0-1 0,0 1 0,0 0 0,0 0 0,0 0 0,0 0 0,0 0 0,0-1 0,0 1 0,0 0 0,0 0 0,0 0 0,0 0 0,0 0 0,0-1 0,0 1 0,0 0 0,0 0 0,0 0 0,0 0 0,0 0 0,-1 0 0,1 0 0,0-1 0,0 1 0,0 0 0,0 0 0,0 0 0,0 0 0,0 0 0,-1 0 0,1 0 0,0 0 0,0 0 0,0 0 0,0 0 0,0 0 0,-1 0 0,1 0 0,0 0 0,0 0 0,-8 5 0,-6 11 0,4-1 0,1 0 0,1 1 0,0 0 0,1 1 0,1 0 0,0 0 0,1 0 0,-4 28 0,6-18 0,0 1 0,2 0 0,0 0 0,7 49 0,16 20 0,-2-6 0,-20-85 19,0-1 0,0 1 0,0 0 0,-1-1 0,1 1 0,-2-1 0,1 0 0,0 1 0,-1-1 0,0 0 0,0 0 0,-1 0 0,0 0 0,1 0 0,-2 0 0,1-1 0,-5 6 0,-4 3-361,-1 0 1,0-1 0,0-1-1,-17 11 1,6-6-6485</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1.850"/>
    </inkml:context>
    <inkml:brush xml:id="br0">
      <inkml:brushProperty name="width" value="0.05" units="cm"/>
      <inkml:brushProperty name="height" value="0.05" units="cm"/>
    </inkml:brush>
  </inkml:definitions>
  <inkml:trace contextRef="#ctx0" brushRef="#br0">13 347 24575,'-1'1'0,"0"-1"0,0 1 0,0 0 0,0 0 0,1-1 0,-1 1 0,0 0 0,0 0 0,1 0 0,-1 0 0,1 0 0,-1 0 0,1 0 0,-1 0 0,1 0 0,0 0 0,-1 0 0,1 0 0,0 0 0,0 1 0,0-1 0,0 0 0,0 0 0,0 2 0,1-2 0,0 0 0,0 0 0,0 0 0,0 0 0,0 0 0,1 0 0,-1-1 0,0 1 0,0 0 0,1-1 0,-1 1 0,1-1 0,-1 1 0,0-1 0,1 0 0,-1 1 0,1-1 0,-1 0 0,3 0 0,4 0 0,0 0 0,0 0 0,0-1 0,0 1 0,0-2 0,0 1 0,0-1 0,0-1 0,-1 1 0,1-1 0,-1-1 0,0 1 0,0-1 0,0 0 0,0-1 0,-1 0 0,0 0 0,0 0 0,0-1 0,6-7 0,-1-1 0,-1 0 0,0 0 0,-1-1 0,0 0 0,-2-1 0,0 0 0,0 0 0,5-22 0,-11 35 0,13-63 0,-13 61 0,0-1 0,-1 0 0,0 0 0,0 0 0,0 0 0,-1 1 0,0-1 0,0 0 0,-3-6 0,4 10 0,-1 1 0,1-1 0,-1 1 0,0 0 0,0-1 0,0 1 0,0 0 0,0-1 0,0 1 0,0 0 0,0 0 0,0 0 0,-1 0 0,1 0 0,0 0 0,-1 0 0,1 1 0,-1-1 0,1 0 0,-1 1 0,1-1 0,-1 1 0,1-1 0,-1 1 0,1 0 0,-1 0 0,0 0 0,1 0 0,-1 0 0,1 0 0,-1 0 0,0 0 0,1 1 0,-1-1 0,1 0 0,-3 2 0,-2 0 0,0 0 0,0 1 0,0 0 0,1 0 0,-1 0 0,1 1 0,-10 7 0,-1 6 0,1 0 0,0 0 0,1 2 0,1-1 0,0 2 0,2 0 0,0 0 0,2 1 0,0 1 0,1-1 0,1 1 0,1 0 0,2 1 0,0 0 0,1-1 0,0 40 0,3-55 0,1 0 0,-1-1 0,2 1 0,-1 0 0,1 0 0,0-1 0,0 1 0,1-1 0,0 0 0,0 1 0,0-1 0,1-1 0,4 7 0,-4-9 0,-1 1 0,0-1 0,1 0 0,0 0 0,-1-1 0,1 1 0,0-1 0,0 0 0,1 0 0,-1 0 0,0 0 0,1-1 0,-1 0 0,1 1 0,-1-2 0,1 1 0,0-1 0,-1 1 0,1-1 0,5-1 0,0 0 0,0-1 0,0 0 0,0 0 0,0-1 0,0 0 0,0-1 0,-1 0 0,0-1 0,0 0 0,0 0 0,-1-1 0,1 0 0,-1 0 0,-1-1 0,1 0 0,-1-1 0,0 1 0,9-15 0,-4 3 0,0-1 0,-2 0 0,0 0 0,-1-1 0,-1-1 0,-1 1 0,5-31 0,-9 35 0,-2 11 0,0 1 0,0-1 0,0 1 0,1-1 0,0 1 0,0-1 0,3-6 0,-7 39 0,-10 25 0,7-38 0,2 0 0,-1 0 0,2 0 0,0 0 0,1 1 0,0-1 0,3 25 0,-2-37 0,0 0 0,0 0 0,1 0 0,-1 0 0,1 0 0,-1 0 0,1-1 0,0 1 0,0 0 0,0 0 0,0-1 0,0 1 0,0 0 0,0-1 0,0 1 0,1-1 0,-1 1 0,1-1 0,-1 0 0,1 0 0,-1 0 0,1 0 0,0 0 0,-1 0 0,1 0 0,0 0 0,2 0 0,-1-1 0,0 0 0,0 0 0,0 0 0,0-1 0,0 1 0,0-1 0,0 1 0,0-1 0,0 0 0,0 0 0,0-1 0,0 1 0,-1-1 0,1 1 0,0-1 0,3-3 0,2-3 0,-1 1 0,0-1 0,0 0 0,-1 0 0,0-1 0,5-10 0,-7 12 0,0-1 0,1 1 0,0 0 0,0 1 0,0-1 0,1 1 0,0 0 0,0 0 0,11-6 0,-16 11 0,0 0 0,0 1 0,0-1 0,0 1 0,1-1 0,-1 1 0,0 0 0,0-1 0,1 1 0,-1 0 0,0 0 0,0 0 0,1 0 0,-1 0 0,0 0 0,1 0 0,-1 0 0,0 1 0,0-1 0,1 0 0,0 1 0,1 1 0,-1-1 0,0 0 0,0 1 0,0-1 0,0 1 0,-1 0 0,1 0 0,0 0 0,-1 0 0,3 3 0,2 6 0,-1 1 0,0-1 0,6 20 0,-8-21 0,6 20 0,-6-19 0,0 0 0,1 0 0,0 0 0,0 0 0,1-1 0,0 0 0,1 0 0,0 0 0,11 11 0,-16-19-72,0-1 1,1 0-1,-1 0 0,1 0 0,-1 0 0,1 0 0,0 0 0,-1 0 1,1-1-1,0 1 0,-1-1 0,1 1 0,0-1 0,0 1 0,-1-1 1,1 0-1,0 0 0,3 0 0,11-4-6754</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2.731"/>
    </inkml:context>
    <inkml:brush xml:id="br0">
      <inkml:brushProperty name="width" value="0.05" units="cm"/>
      <inkml:brushProperty name="height" value="0.05" units="cm"/>
    </inkml:brush>
  </inkml:definitions>
  <inkml:trace contextRef="#ctx0" brushRef="#br0">238 174 24575,'1'-3'0,"0"1"0,0-1 0,1 1 0,-1-1 0,1 1 0,-1 0 0,1-1 0,0 1 0,4-3 0,3-7 0,-2 3 0,-1-1 0,0-1 0,-1 1 0,6-18 0,-10 25 0,0 0 0,0 0 0,-1-1 0,1 1 0,-1 0 0,0 0 0,0-1 0,0 1 0,-1-5 0,1 7 0,0-1 0,-1 1 0,1-1 0,-1 1 0,0-1 0,1 1 0,-1-1 0,0 1 0,0 0 0,0-1 0,0 1 0,0 0 0,0 0 0,-1 0 0,1 0 0,0 0 0,0 0 0,-1 0 0,1 0 0,-2 0 0,0 0 0,0 0 0,0 1 0,1-1 0,-1 1 0,0 0 0,0 0 0,0 0 0,0 0 0,0 1 0,0-1 0,1 1 0,-1-1 0,0 1 0,0 0 0,1 0 0,-1 1 0,1-1 0,-1 0 0,1 1 0,-3 2 0,-9 5 0,1 1 0,-14 13 0,26-22 0,-16 16 0,0 0 0,2 1 0,0 0 0,1 1 0,1 1 0,0 1 0,2-1 0,1 2 0,0-1 0,1 2 0,-5 24 0,11-34 0,0-1 0,1 2 0,1-1 0,0 0 0,1 0 0,1 0 0,0 0 0,0 1 0,5 16 0,-3-20 0,0 0 0,1-1 0,0 1 0,1-1 0,0 1 0,1-1 0,0-1 0,0 1 0,0-1 0,1 0 0,1-1 0,15 13 0,-11-11 0,0-1 0,1 0 0,0-1 0,0 0 0,1-1 0,-1 0 0,2-2 0,-1 1 0,0-2 0,1 0 0,0-1 0,-1 0 0,1-1 0,27-1 0,-34-1 0,1 0 0,-1 0 0,0-1 0,1 0 0,-1 0 0,0-1 0,-1 0 0,1 0 0,0-1 0,-1 0 0,0 0 0,0-1 0,0 0 0,0 0 0,-1 0 0,0-1 0,0 0 0,-1-1 0,1 1 0,-1-1 0,-1 0 0,1 0 0,-1 0 0,0-1 0,-1 0 0,0 0 0,3-11 0,-1-8 0,0 1 0,-2-1 0,-2-1 0,0 1 0,-6-53 0,5 75 0,-1 0 0,0 0 0,0 0 0,-1 1 0,1-1 0,-1 0 0,-4-6 0,6 10 0,0 1 0,0-1 0,-1 1 0,1-1 0,0 1 0,-1-1 0,1 1 0,-1 0 0,1-1 0,0 1 0,-1-1 0,1 1 0,-1 0 0,1 0 0,-1-1 0,1 1 0,-1 0 0,1 0 0,-1-1 0,1 1 0,-1 0 0,0 0 0,1 0 0,-1 0 0,1 0 0,-2 0 0,1 1 0,0-1 0,0 1 0,-1 0 0,1 0 0,0 0 0,0 0 0,0 0 0,0 0 0,0 0 0,1 0 0,-1 0 0,0 0 0,0 0 0,1 0 0,-1 1 0,0 1 0,-6 12 0,2 0 0,0 1 0,0-1 0,2 1 0,0 0 0,0 0 0,2 0 0,0 0 0,2 29 0,0-32 0,0-1 0,1 0 0,1 0 0,0 0 0,0 0 0,1-1 0,1 1 0,-1-1 0,2 0 0,0 0 0,0-1 0,1 1 0,12 13 0,-16-21 0,0 0 0,1 0 0,-1 0 0,0 0 0,1-1 0,0 0 0,-1 1 0,1-1 0,0-1 0,0 1 0,0 0 0,0-1 0,0 0 0,1 0 0,-1 0 0,0-1 0,0 1 0,9-1 0,-8-1 0,0 0 0,1 0 0,-1-1 0,0 0 0,0 0 0,0 0 0,0 0 0,0-1 0,0 1 0,-1-1 0,1-1 0,-1 1 0,0-1 0,6-6 0,1-2 0,-1-1 0,0 0 0,0-1 0,-1 0 0,-1 0 0,-1-1 0,0 0 0,-1-1 0,0 0 0,-1 1 0,4-27 0,-9 39 0,0 0 0,0 0 0,0-1 0,0 1 0,-1 0 0,1 0 0,-2-5 0,2 7 0,0 1 0,0-1 0,-1 1 0,1-1 0,0 1 0,0-1 0,-1 1 0,1-1 0,0 1 0,-1 0 0,1-1 0,0 1 0,-1 0 0,1-1 0,0 1 0,-1 0 0,1-1 0,-1 1 0,1 0 0,-1 0 0,0-1 0,1 1 0,-1 0 0,0 0 0,1 1 0,-1-1 0,0 0 0,0 0 0,1 0 0,-1 1 0,0-1 0,1 0 0,-1 1 0,1-1 0,-1 0 0,0 1 0,1-1 0,-1 1 0,1-1 0,-1 1 0,1-1 0,-1 1 0,-2 4 27,0-1-1,0 0 0,0 1 0,0-1 1,1 1-1,0 0 0,0 0 0,0 0 1,1 0-1,-1 0 0,1 0 0,0 10 1,0-11-122,1 0 0,0 0 0,0 0 0,0 0 1,1 0-1,-1 0 0,1 0 0,0 0 0,0 0 0,0 0 1,1 0-1,-1-1 0,1 1 0,0-1 0,0 1 1,0-1-1,4 5 0,10 5-6731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2.916"/>
    </inkml:context>
    <inkml:brush xml:id="br0">
      <inkml:brushProperty name="width" value="0.05" units="cm"/>
      <inkml:brushProperty name="height" value="0.05" units="cm"/>
    </inkml:brush>
  </inkml:definitions>
  <inkml:trace contextRef="#ctx0" brushRef="#br0">40 160 24575,'4'-14'0,"0"0"0,-1 0 0,-1 0 0,0 0 0,-1-1 0,-1 1 0,0 0 0,-2-17 0,2 30 0,0 0 0,0 1 0,-1-1 0,1 0 0,0 0 0,0 0 0,0 1 0,-1-1 0,1 0 0,0 0 0,-1 1 0,1-1 0,0 0 0,-1 1 0,1-1 0,-1 0 0,0 1 0,1-1 0,-2 0 0,2 1 0,-1 0 0,1 0 0,0 0 0,-1 0 0,1 0 0,-1 0 0,1 1 0,0-1 0,-1 0 0,1 0 0,-1 0 0,1 1 0,0-1 0,-1 0 0,1 1 0,0-1 0,0 0 0,-1 0 0,1 1 0,0-1 0,0 1 0,-1-1 0,1 0 0,0 1 0,-14 32 0,7 1 0,0 0 0,3 1 0,0-1 0,3 47 0,3-32 0,2-1 0,16 74 0,-7-70-1365,0-8-5461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4.281"/>
    </inkml:context>
    <inkml:brush xml:id="br0">
      <inkml:brushProperty name="width" value="0.05" units="cm"/>
      <inkml:brushProperty name="height" value="0.05" units="cm"/>
    </inkml:brush>
  </inkml:definitions>
  <inkml:trace contextRef="#ctx0" brushRef="#br0">111 548 24575,'0'-9'0,"0"0"0,0 0 0,-1 0 0,0 0 0,-1 0 0,0 0 0,-3-10 0,5 19 0,0 0 0,0 0 0,0 0 0,0 0 0,0 1 0,0-1 0,-1 0 0,1 0 0,0 0 0,0 0 0,0 0 0,0 0 0,0 0 0,0 0 0,0 0 0,0 0 0,0 0 0,0 0 0,0 0 0,0 0 0,0 0 0,0 0 0,0 0 0,-1 0 0,1 0 0,0 0 0,0 0 0,0 0 0,0 0 0,0 0 0,0 0 0,0 0 0,0 0 0,0 0 0,0 0 0,0 0 0,0 0 0,-1 0 0,1 0 0,0 0 0,0 0 0,0 0 0,0 0 0,0 0 0,0 0 0,0 0 0,0 0 0,0 0 0,0 0 0,0 0 0,0 0 0,0 0 0,0 0 0,0 0 0,-1 0 0,1 0 0,0-1 0,0 1 0,0 0 0,0 0 0,0 0 0,-2 12 0,0 15 0,2-25 0,0-1 0,0 1 0,0-1 0,0 1 0,1-1 0,-1 0 0,0 1 0,1-1 0,-1 1 0,1-1 0,-1 0 0,1 1 0,0-1 0,-1 0 0,1 1 0,0-1 0,0 0 0,0 0 0,0 0 0,0 0 0,0 0 0,1 0 0,-1 0 0,2 1 0,0-2 0,-1 1 0,0-1 0,0 0 0,0 1 0,1-1 0,-1 0 0,0-1 0,0 1 0,1 0 0,-1-1 0,0 1 0,0-1 0,0 0 0,4-1 0,6-4 0,1-1 0,-1-1 0,22-16 0,-29 19 0,1 0 0,-1 0 0,0 0 0,-1-1 0,1 1 0,-1-1 0,0 0 0,-1 0 0,1-1 0,-1 1 0,3-10 0,-5 13 0,0 0 0,-1 1 0,1-1 0,-1 0 0,1 0 0,-1 0 0,0 1 0,0-1 0,0 0 0,-1 0 0,1 0 0,-1 1 0,1-1 0,-1 0 0,0 0 0,0 1 0,0-1 0,0 1 0,-1-1 0,1 1 0,-1-1 0,1 1 0,-1 0 0,0 0 0,0 0 0,0 0 0,0 0 0,0 0 0,0 0 0,-1 1 0,-2-3 0,0 2 0,1 0 0,0 0 0,-1 0 0,0 0 0,1 1 0,-1-1 0,0 1 0,0 0 0,0 1 0,0-1 0,0 1 0,0 0 0,1 1 0,-1-1 0,-6 2 0,5-1 0,-1 1 0,0 1 0,0 0 0,1-1 0,-1 2 0,1-1 0,0 1 0,0 0 0,-9 8 0,7-4 0,0 0 0,0 1 0,1-1 0,0 1 0,0 1 0,1-1 0,1 1 0,-1 0 0,2 1 0,-1-1 0,2 1 0,-1 0 0,-2 13 0,6-21 0,-1 1 0,1-1 0,0 0 0,0 1 0,0-1 0,0 0 0,1 0 0,-1 1 0,1-1 0,0 0 0,0 0 0,0 1 0,0-1 0,1 0 0,-1 0 0,1 0 0,0-1 0,4 6 0,-3-5 0,1 1 0,-1-1 0,1 0 0,0-1 0,0 1 0,1-1 0,-1 0 0,0 0 0,1 0 0,-1-1 0,1 1 0,5 0 0,-2 0 0,1-1 0,0 0 0,-1-1 0,1 1 0,0-2 0,0 1 0,-1-1 0,1-1 0,0 1 0,-1-1 0,1-1 0,-1 0 0,0 0 0,8-5 0,-8 3 0,-1-1 0,0 1 0,-1-2 0,1 1 0,-1-1 0,-1 0 0,1 0 0,-1 0 0,8-16 0,-13 23 0,0 0 0,0-1 0,0 1 0,0 0 0,0 0 0,0 0 0,0-1 0,0 1 0,0 0 0,0 0 0,0 0 0,1 0 0,-1-1 0,0 1 0,0 0 0,0 0 0,0 0 0,0 0 0,0-1 0,1 1 0,-1 0 0,0 0 0,0 0 0,0 0 0,0 0 0,1 0 0,-1 0 0,0 0 0,0 0 0,0-1 0,0 1 0,1 0 0,-1 0 0,0 0 0,0 0 0,0 0 0,1 0 0,-1 0 0,0 0 0,0 0 0,0 0 0,1 1 0,-1-1 0,0 0 0,0 0 0,4 11 0,-3 23 0,-1-30 0,-3 128 0,-6 1 0,-31 154 0,38-276 0,-3 17 0,-8 26 0,11-48 0,0 1 0,-1-1 0,1 0 0,-1 0 0,0-1 0,-1 1 0,1-1 0,-1 1 0,0-1 0,-5 5 0,8-9 0,0 0 0,0 0 0,0 0 0,0-1 0,-1 1 0,1 0 0,0 0 0,0-1 0,0 1 0,-1-1 0,1 1 0,0-1 0,-1 1 0,1-1 0,0 0 0,-1 0 0,1 1 0,0-1 0,-1 0 0,1 0 0,0 0 0,-1-1 0,1 1 0,0 0 0,-2-1 0,0 0 0,1 0 0,0-1 0,1 1 0,-1-1 0,0 0 0,0 1 0,0-1 0,1 0 0,-1 0 0,1 0 0,0 0 0,0 0 0,-2-2 0,-2-8 0,1 1 0,0-1 0,0 1 0,-2-19 0,1-8 0,2 0 0,2 0 0,2 0 0,1 0 0,2 0 0,1 0 0,2 1 0,2-1 0,1 2 0,19-45 0,-21 62 0,1 0 0,0 1 0,1 0 0,1 1 0,1 0 0,1 1 0,0 0 0,21-19 0,-23 26 0,0 0 0,1 0 0,0 2 0,0-1 0,1 2 0,0-1 0,0 2 0,0 0 0,1 0 0,-1 1 0,1 1 0,26-3 0,1 4 0,62 6 0,-7-1 0,-94-2 0,0-1 0,0 0 0,0 0 0,0-1 0,0 1 0,0 0 0,0-1 0,0 1 0,0-1 0,0 1 0,0-1 0,-1 0 0,1 0 0,0 0 0,0 0 0,-1 0 0,1 0 0,0-1 0,-1 1 0,0-1 0,1 1 0,-1-1 0,2-1 0,-3 1 0,1-1 0,0 1 0,0 0 0,-1-1 0,1 1 0,-1-1 0,0 1 0,0-1 0,0 1 0,0-1 0,0 1 0,-1-1 0,1 1 0,-1 0 0,1-1 0,-1 1 0,-2-5 0,3 6 0,-3-7 0,-1 0 0,0-1 0,-10-13 0,14 21 0,0 0 0,-1 0 0,0 0 0,1 0 0,-1 0 0,1 0 0,-1 1 0,0-1 0,0 0 0,0 0 0,1 1 0,-1-1 0,0 0 0,0 1 0,0-1 0,0 1 0,0-1 0,0 1 0,0 0 0,0-1 0,0 1 0,0 0 0,0 0 0,0 0 0,0 0 0,-1 0 0,1 0 0,0 0 0,0 0 0,0 0 0,0 0 0,0 1 0,0-1 0,0 0 0,0 1 0,0-1 0,0 1 0,0-1 0,0 1 0,0-1 0,0 1 0,1 0 0,-3 1 0,-8 11 0,1 0 0,0 0 0,1 1 0,0 1 0,1 0 0,1 0 0,0 0 0,1 1 0,1 0 0,0 0 0,-4 32 0,9-46 0,0 0 0,-1 0 0,1 0 0,0 1 0,0-1 0,0 0 0,1 0 0,-1 0 0,1 0 0,-1 1 0,1-1 0,0 0 0,-1 0 0,1 0 0,0 0 0,0 0 0,0 0 0,1-1 0,-1 1 0,0 0 0,1-1 0,3 4 0,-4-4 0,1 0 0,0-1 0,0 1 0,0 0 0,0-1 0,0 1 0,0-1 0,0 0 0,0 0 0,0 1 0,0-1 0,0-1 0,0 1 0,0 0 0,0 0 0,0-1 0,-1 1 0,1-1 0,0 0 0,0 1 0,0-1 0,0 0 0,-1 0 0,4-2 0,3-3 0,0 0 0,0-1 0,-1 0 0,0 0 0,0 0 0,-1-1 0,10-14 0,-5 7 0,0 5 0,-9 18 0,-8 28 0,4-28 0,2-5 0,-1 0 0,1 0 0,0 0 0,-1 0 0,1 0 0,1-1 0,-1 1 0,0 0 0,1 0 0,-1 0 0,1 0 0,0-1 0,0 1 0,0 0 0,0-1 0,0 1 0,1 0 0,-1-1 0,1 0 0,2 3 0,-1-2 0,0-1 0,0 0 0,0 0 0,0 0 0,1 0 0,-1-1 0,0 1 0,1-1 0,0 0 0,-1 0 0,1 0 0,-1-1 0,1 1 0,0-1 0,6 0 0,0 0 0,-1-1 0,1 1 0,-1-2 0,1 1 0,-1-2 0,1 1 0,-1-1 0,0 0 0,0-1 0,12-7 0,-9 4 0,-2-1 0,1 0 0,-1 0 0,0-1 0,-1-1 0,0 1 0,8-12 0,-3 0 0,0-1 0,-2 0 0,0-1 0,-1-1 0,-2 0 0,0 0 0,7-36 0,-8 28 0,-2-1 0,-2 1 0,0-1 0,-2 0 0,-3-35 0,0 62 0,1 0 0,-2 1 0,1-1 0,-1 1 0,1-1 0,-6-9 0,6 14 0,1 0 0,-1 0 0,1 0 0,-1 1 0,1-1 0,-1 0 0,0 0 0,1 1 0,-1-1 0,0 0 0,0 1 0,0-1 0,1 1 0,-1-1 0,0 1 0,0 0 0,0-1 0,-2 0 0,2 2 0,0-1 0,0 0 0,0 0 0,0 0 0,0 1 0,0-1 0,-1 0 0,1 1 0,0-1 0,0 1 0,0-1 0,0 1 0,0 0 0,0-1 0,1 1 0,-1 0 0,0 0 0,0 0 0,0-1 0,0 2 0,-6 8 0,0-1 0,1 1 0,0 0 0,1 0 0,0 1 0,-6 16 0,-15 72 0,17-53-195,2 2 0,2-1 0,2 0 0,2 1 0,2 0 0,11 66 0,-4-72-6631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4.607"/>
    </inkml:context>
    <inkml:brush xml:id="br0">
      <inkml:brushProperty name="width" value="0.05" units="cm"/>
      <inkml:brushProperty name="height" value="0.05" units="cm"/>
    </inkml:brush>
  </inkml:definitions>
  <inkml:trace contextRef="#ctx0" brushRef="#br0">0 181 24575,'1'-1'0,"-1"-1"0,0 1 0,0 0 0,0 0 0,1-1 0,-1 1 0,1 0 0,-1 0 0,1-1 0,-1 1 0,1 0 0,0 0 0,-1 0 0,1 0 0,0 0 0,0 0 0,0 0 0,0 0 0,0 1 0,0-1 0,0 0 0,0 0 0,0 1 0,0-1 0,0 1 0,1-1 0,-1 1 0,0-1 0,0 1 0,0 0 0,1 0 0,-1-1 0,0 1 0,1 0 0,1 0 0,8 0 0,0 0 0,0 1 0,16 2 0,-4 0 0,14-1 0,11 1 0,-1-2 0,69-7 0,-110 5 0,1-1 0,-1 1 0,1-1 0,-1 0 0,0-1 0,0 1 0,0-1 0,0 0 0,0-1 0,9-7 0,-13 10 0,-1-1 0,1 1 0,-1-1 0,0 1 0,0-1 0,1 1 0,-1-1 0,0 0 0,0 0 0,-1 0 0,1 0 0,0 1 0,-1-1 0,1 0 0,-1 0 0,1 0 0,-1 0 0,0 0 0,0 0 0,0 0 0,0 0 0,0 0 0,-1-1 0,1 1 0,0 1 0,-1-1 0,0 0 0,1 0 0,-1 0 0,0 0 0,0 0 0,0 1 0,0-1 0,0 0 0,-1 1 0,1-1 0,0 1 0,-3-3 0,-1-1 0,0 0 0,-1 0 0,1 1 0,-1 0 0,0 0 0,0 0 0,-1 0 0,1 1 0,-1 0 0,0 1 0,1 0 0,-1 0 0,0 0 0,-1 0 0,1 1 0,0 1 0,0-1 0,0 1 0,-1 0 0,1 1 0,0 0 0,0 0 0,0 0 0,0 1 0,0 0 0,0 0 0,0 1 0,0 0 0,1 0 0,0 1 0,-1-1 0,1 2 0,1-1 0,-1 0 0,1 1 0,-1 0 0,1 0 0,1 1 0,-1 0 0,1-1 0,-6 11 0,5-5 0,1 0 0,0 0 0,1 1 0,0-1 0,0 1 0,2-1 0,-1 1 0,1 0 0,1 0 0,0 0 0,1-1 0,0 1 0,1 0 0,4 16 0,-4-20 0,1 0 0,0-1 0,0 1 0,1-1 0,0 0 0,0 0 0,0 0 0,1-1 0,9 11 0,-9-13 0,-1 0 0,1 0 0,0-1 0,0 1 0,0-1 0,0 0 0,0-1 0,1 1 0,-1-1 0,1 0 0,0-1 0,-1 1 0,1-1 0,8 0 0,-7 0-151,0-1-1,0-1 0,0 1 0,0-1 1,0-1-1,0 1 0,0-1 1,12-5-1,14-9-6674</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5.641"/>
    </inkml:context>
    <inkml:brush xml:id="br0">
      <inkml:brushProperty name="width" value="0.05" units="cm"/>
      <inkml:brushProperty name="height" value="0.05" units="cm"/>
    </inkml:brush>
  </inkml:definitions>
  <inkml:trace contextRef="#ctx0" brushRef="#br0">3 574 24575,'-1'-38'0,"0"22"0,1 0 0,0-1 0,1 1 0,1-1 0,5-18 0,-4 27 0,-1 8 0,2 16 0,-2 27 0,-2 351 0,3-510 0,4 0 0,41-200 0,-42 285 0,1 1 0,2 0 0,1 0 0,2 1 0,20-40 0,-27 61 0,0 0 0,1 1 0,0 0 0,0 0 0,0 0 0,1 0 0,0 1 0,0 0 0,15-8 0,-16 11 0,1 0 0,-1 0 0,1 1 0,0 0 0,0 0 0,0 0 0,0 1 0,0 0 0,0 1 0,0-1 0,0 1 0,1 1 0,-1 0 0,9 1 0,-2 2 0,0 0 0,-1 0 0,1 1 0,-1 1 0,0 0 0,-1 1 0,24 16 0,-28-17 0,1 1 0,-1 0 0,0 0 0,-1 1 0,0 0 0,0 0 0,-1 1 0,0-1 0,0 2 0,-1-1 0,5 12 0,-8-16 0,0 0 0,-1 0 0,0 0 0,0 0 0,0 1 0,-1-1 0,0 0 0,0 0 0,0 0 0,0 0 0,-1 0 0,0 1 0,0-1 0,-1 0 0,-2 6 0,1-4 0,-1 0 0,0 0 0,0-1 0,0 1 0,-1-1 0,0 0 0,-1-1 0,1 1 0,-8 5 0,-10 5 0,0-1 0,-1-1 0,-1-1 0,-39 15 0,24-15 0,29-9 0,-1 0 0,1 0 0,-11 7 0,22-11 0,-1 0 0,1 0 0,0 0 0,0 0 0,-1 0 0,1 0 0,0 0 0,0 1 0,-1-1 0,1 0 0,0 0 0,0 0 0,0 0 0,-1 0 0,1 1 0,0-1 0,0 0 0,0 0 0,0 0 0,-1 1 0,1-1 0,0 0 0,0 0 0,0 1 0,0-1 0,0 0 0,0 0 0,0 1 0,0-1 0,0 0 0,0 0 0,0 1 0,-1-1 0,2 0 0,-1 0 0,0 1 0,0-1 0,0 0 0,0 1 0,0-1 0,0 0 0,0 0 0,0 1 0,0-1 0,0 0 0,0 0 0,1 0 0,-1 1 0,0-1 0,0 0 0,0 0 0,1 0 0,-1 1 0,0-1 0,0 0 0,0 0 0,1 0 0,-1 0 0,0 0 0,0 1 0,1-1 0,-1 0 0,0 0 0,0 0 0,1 0 0,-1 0 0,0 0 0,0 0 0,1 0 0,23 6 0,-22-6 0,42 8 0,109 26 0,-135-29 0,-1 1 0,0 1 0,0 0 0,-1 1 0,0 1 0,23 17 0,-35-23 0,1 1 0,-1 0 0,0 1 0,0-1 0,0 1 0,0 0 0,-1 0 0,0 0 0,0 0 0,0 0 0,3 12 0,-5-15 0,0 1 0,-1 0 0,1 0 0,-1 0 0,0 0 0,0 0 0,0 0 0,0 0 0,0 0 0,-1-1 0,1 1 0,-1 0 0,0 0 0,1 0 0,-2 0 0,1-1 0,0 1 0,0-1 0,-1 1 0,0-1 0,1 1 0,-1-1 0,0 0 0,0 0 0,0 0 0,-3 2 0,-3 2 0,0-1 0,-1 0 0,1-1 0,-1 0 0,0 0 0,-1-1 0,1 0 0,0 0 0,-1-1 0,0-1 0,-10 1 0,-13 1 0,1-3 0,-34-2 0,36-1 0,0-1 0,-43-11 0,63 13 0,1-1 0,-1 0 0,1-1 0,0 0 0,0 0 0,1-1 0,-1 0 0,1-1 0,0 0 0,1 0 0,-11-10 0,16 13 18,1 1 0,-1 0 0,1-1 0,-1 1 0,1-1 0,0 1 0,0-1 0,0 1 0,0-1 0,0 0 0,1 1 0,-1-1 0,1 0 0,0 0 0,0 0 0,0 1 0,0-1 0,1-4 0,0 1-232,1 1 1,0-1 0,0 0-1,0 0 1,1 1 0,-1-1-1,5-5 1,18-24-6613</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6.161"/>
    </inkml:context>
    <inkml:brush xml:id="br0">
      <inkml:brushProperty name="width" value="0.05" units="cm"/>
      <inkml:brushProperty name="height" value="0.05" units="cm"/>
    </inkml:brush>
  </inkml:definitions>
  <inkml:trace contextRef="#ctx0" brushRef="#br0">0 179 24575,'53'-12'0,"-1"3"0,102-5 0,-150 14 0,-1 0 0,1 0 0,-1 0 0,1 1 0,0-1 0,-1 1 0,1 0 0,-1 0 0,0 0 0,1 0 0,3 3 0,-6-4 0,0 1 0,0 0 0,0 0 0,0 0 0,-1 0 0,1 0 0,0 0 0,0 0 0,-1 0 0,1 0 0,-1 0 0,1 1 0,-1-1 0,1 0 0,-1 0 0,0 0 0,0 1 0,1-1 0,-1 0 0,0 0 0,0 1 0,0-1 0,0 0 0,-1 0 0,1 1 0,0-1 0,0 0 0,-1 0 0,1 1 0,-1-1 0,1 0 0,-1 0 0,0 0 0,0 2 0,-18 36 0,2 0 0,2 2 0,-17 70 0,25-81 0,3-18 0,1 0 0,1 0 0,0 0 0,0 25 0,2-37 0,0 0 0,0 0 0,0-1 0,0 1 0,0 0 0,0 0 0,0 0 0,0 0 0,0 0 0,0 0 0,0 0 0,0 0 0,0 0 0,0 0 0,1 0 0,-1 0 0,0 0 0,0 0 0,0 0 0,0 0 0,0 0 0,0-1 0,0 1 0,0 0 0,0 0 0,0 0 0,0 0 0,0 0 0,0 0 0,0 0 0,1 0 0,-1 0 0,0 0 0,0 0 0,0 0 0,0 0 0,0 0 0,0 0 0,0 0 0,0 0 0,0 0 0,0 1 0,0-1 0,0 0 0,0 0 0,1 0 0,-1 0 0,0 0 0,0 0 0,0 0 0,0 0 0,0 0 0,0 0 0,0 0 0,0 0 0,6-12 0,6-19 0,17-77 0,18-53 0,-38 138 0,0 1 0,1 0 0,1 1 0,25-36 0,-34 54 0,0 0 0,1 0 0,-1 0 0,1 1 0,0-1 0,-1 1 0,1 0 0,0-1 0,7-2 0,-9 5 0,-1-1 0,1 1 0,0 0 0,-1 0 0,1 0 0,0 0 0,0 0 0,-1-1 0,1 1 0,0 1 0,-1-1 0,1 0 0,0 0 0,-1 0 0,1 0 0,0 0 0,-1 1 0,1-1 0,0 0 0,-1 0 0,2 1 0,-1 0 0,0 0 0,0 1 0,0-1 0,0 0 0,0 0 0,-1 0 0,1 1 0,0-1 0,-1 1 0,1-1 0,-1 0 0,1 1 0,-1-1 0,1 2 0,2 19 0,0-1 0,-1 0 0,-2 41 0,-11 68 0,0-28 0,10-88 0,0-10 0,0 0 0,1 0 0,-1 0 0,1-1 0,0 1 0,0 0 0,1 0 0,-1 0 0,1 0 0,1 6 0,-1-10 0,0-1 0,0 1 0,0-1 0,0 0 0,-1 1 0,1-1 0,0 0 0,-1 0 0,1 1 0,0-1 0,-1 0 0,1 0 0,-1 0 0,1 0 0,-1 0 0,1-1 0,-1 1 0,34-62 0,3-8 0,2 2 0,78-102 0,-117 171 0,16-20 0,33-30 0,-45 46 0,0 1 0,0-1 0,0 1 0,0 0 0,1 0 0,-1 1 0,1-1 0,-1 1 0,1 0 0,0 1 0,0-1 0,0 1 0,0 0 0,0 0 0,10-1 0,-13 3 0,0-1 0,0 0 0,0 1 0,-1-1 0,1 1 0,0 0 0,0 0 0,0 0 0,-1-1 0,1 1 0,-1 1 0,1-1 0,0 0 0,-1 0 0,0 1 0,1-1 0,0 2 0,1 1 0,-1 0 0,0 0 0,0 0 0,0 0 0,0 0 0,0 0 0,0 6 0,1 6 0,0 1 0,0 33 0,-3-48 0,-2 79 128,-17 117-1,1-38-1747,15-126-5206</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6.722"/>
    </inkml:context>
    <inkml:brush xml:id="br0">
      <inkml:brushProperty name="width" value="0.05" units="cm"/>
      <inkml:brushProperty name="height" value="0.05" units="cm"/>
    </inkml:brush>
  </inkml:definitions>
  <inkml:trace contextRef="#ctx0" brushRef="#br0">57 167 24575,'15'-40'0,"-9"26"0,-1 0 0,0 0 0,-1-1 0,0 1 0,2-26 0,-6 40 0,0-1 0,0 0 0,0 1 0,0-1 0,0 0 0,0 0 0,0 1 0,0-1 0,0 0 0,0 1 0,0-1 0,0 0 0,-1 1 0,1-1 0,0 0 0,0 1 0,-1-1 0,1 0 0,0 1 0,-1-1 0,1 1 0,-2-2 0,2 2 0,-1 0 0,1 0 0,-1 0 0,0 0 0,1 0 0,-1 1 0,1-1 0,-1 0 0,1 0 0,-1 0 0,1 1 0,-1-1 0,1 0 0,-1 0 0,1 1 0,-1-1 0,1 0 0,0 1 0,-1-1 0,1 1 0,-1 0 0,-20 28 0,9-5 0,2 1 0,0 0 0,2 0 0,1 1 0,-4 27 0,8-36 0,1 0 0,1 0 0,1 0 0,0 1 0,1-1 0,1 0 0,1 0 0,8 31 0,-10-44 0,0 0 0,1-1 0,-1 1 0,1 0 0,0-1 0,0 1 0,0-1 0,1 1 0,-1-1 0,1 0 0,0 0 0,0 0 0,0-1 0,7 6 0,-8-7 0,0 0 0,1 0 0,-1-1 0,1 1 0,0 0 0,-1-1 0,1 0 0,0 0 0,-1 1 0,1-2 0,0 1 0,-1 0 0,1 0 0,-1-1 0,1 1 0,0-1 0,-1 0 0,1 0 0,-1 0 0,0 0 0,1 0 0,-1-1 0,4-2 0,0-1 0,1 0 0,-2 0 0,1-1 0,-1 1 0,1-1 0,-2 0 0,1-1 0,5-9 0,27-61 0,-22 45 0,7-18 0,-9 19 0,1 1 0,2 0 0,24-35 0,-39 64 0,1-1 0,-1 1 0,0-1 0,1 1 0,-1 0 0,0-1 0,1 1 0,0 0 0,2-2 0,-3 3 0,-1 0 0,0 0 0,1 0 0,-1 0 0,1-1 0,-1 1 0,0 0 0,1 0 0,-1 0 0,1 0 0,-1 0 0,0 0 0,1 1 0,-1-1 0,1 0 0,-1 0 0,0 0 0,1 0 0,-1 0 0,0 0 0,1 1 0,-1-1 0,0 0 0,1 0 0,-1 1 0,0-1 0,1 0 0,-1 0 0,0 1 0,2 1 0,-1 1 0,0-1 0,0 1 0,-1-1 0,1 1 0,0 0 0,-1-1 0,0 1 0,0 0 0,1-1 0,-1 1 0,-1 4 0,-6 50 0,-21 83 0,16-88 0,-11 108 0,23-156 0,-1 0 0,1 1 0,1-1 0,-1 0 0,1 1 0,0-1 0,0 0 0,0 0 0,3 8 0,-4-11 0,1-1 0,-1 1 0,1 0 0,0 0 0,-1-1 0,1 1 0,-1 0 0,1-1 0,0 1 0,0 0 0,-1-1 0,1 1 0,0-1 0,0 0 0,0 1 0,0-1 0,-1 1 0,1-1 0,2 0 0,-2 0 0,1 0 0,0 0 0,0 0 0,-1 0 0,1-1 0,0 1 0,-1-1 0,1 1 0,0-1 0,-1 1 0,1-1 0,-1 0 0,1 0 0,1-2 0,13-10 0,0-1 0,-1-1 0,-1 0 0,0-1 0,15-23 0,1-1 0,-23 31 0,70-81 0,-64 77 0,-1 1 0,2 0 0,0 1 0,23-14 0,-40 24 0,0 0 0,0 0 0,1 0 0,-1 0 0,1 0 0,-1 0 0,1-1 0,-1 1 0,1-1 0,-1 0 0,1 1 0,-3-5 0,-3 0 0,1-1 0,-1 0 0,-11-15 0,12 11 149,4 6-451,-1-1-1,1 1 0,-1 0 0,-8-8 0,1 4-6523</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7.299"/>
    </inkml:context>
    <inkml:brush xml:id="br0">
      <inkml:brushProperty name="width" value="0.05" units="cm"/>
      <inkml:brushProperty name="height" value="0.05" units="cm"/>
    </inkml:brush>
  </inkml:definitions>
  <inkml:trace contextRef="#ctx0" brushRef="#br0">192 400 24575,'1'-13'0,"1"1"0,0 0 0,1-1 0,0 2 0,1-1 0,1 0 0,7-15 0,6-16 0,-3 3 0,-3 11 0,8-33 0,-18 55 0,0 0 0,-1-1 0,0 1 0,0 0 0,-1-1 0,0 1 0,0-1 0,0 1 0,-4-15 0,4 21 0,-1-1 0,1 1 0,0 0 0,-1-1 0,0 1 0,1 0 0,-1 0 0,0-1 0,1 1 0,-1 0 0,0 0 0,0 0 0,0 0 0,0 0 0,0 0 0,0 0 0,0 0 0,0 0 0,-1 1 0,1-1 0,0 0 0,-3 0 0,2 1 0,0-1 0,0 1 0,0 0 0,-1 0 0,1 0 0,0 0 0,0 1 0,-1-1 0,1 1 0,0-1 0,0 1 0,0 0 0,-2 1 0,-5 2 0,0 2 0,0-1 0,0 1 0,1 0 0,-8 8 0,0 2 0,0 1 0,2 1 0,0 0 0,1 1 0,-19 35 0,17-25 0,2 1 0,2 0 0,-13 48 0,21-65 0,0 1 0,1-1 0,1 1 0,0 0 0,1-1 0,1 1 0,0 0 0,0 0 0,6 20 0,-6-28 0,1 0 0,1 0 0,-1 0 0,1 0 0,0-1 0,0 1 0,0-1 0,1 0 0,0 0 0,0 0 0,0 0 0,0 0 0,1-1 0,0 0 0,0 0 0,0-1 0,1 1 0,-1-1 0,1 0 0,-1 0 0,1-1 0,10 3 0,-7-2 0,1-1 0,-1 0 0,1-1 0,-1 0 0,1-1 0,0 0 0,0 0 0,-1-1 0,1 0 0,-1-1 0,1 0 0,-1-1 0,0 0 0,16-7 0,-15 5 0,0-1 0,-1 0 0,0-1 0,0 0 0,0 0 0,-1-1 0,0 0 0,0 0 0,-1-1 0,0 0 0,0-1 0,6-12 0,-5 4 0,1 0 0,-2-1 0,-1 0 0,0 0 0,-1-1 0,-1 0 0,-1 0 0,-1 0 0,0 0 0,-2 0 0,0 0 0,-2 0 0,0 0 0,-6-26 0,7 41 0,-1 0 0,0 0 0,0 0 0,-1 0 0,1 1 0,-1-1 0,0 1 0,0-1 0,-5-4 0,6 7 0,1 1 0,-1 0 0,1-1 0,-1 1 0,1 0 0,-1 0 0,0 0 0,0 0 0,0 0 0,1 1 0,-1-1 0,0 0 0,0 1 0,0-1 0,0 1 0,0 0 0,0 0 0,0 0 0,0 0 0,0 0 0,0 0 0,0 0 0,0 1 0,0-1 0,0 1 0,-3 1 0,-3 2-57,1 0 0,0 0 1,1 1-1,-1 0 0,1 1 0,0-1 0,0 1 0,1 0 0,0 1 0,0-1 0,0 1 1,1 0-1,0 0 0,0 0 0,1 1 0,0 0 0,0-1 0,1 1 0,0 0 1,0 0-1,1 0 0,0 1 0,0 11 0,4 9-6769</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7.768"/>
    </inkml:context>
    <inkml:brush xml:id="br0">
      <inkml:brushProperty name="width" value="0.05" units="cm"/>
      <inkml:brushProperty name="height" value="0.05" units="cm"/>
    </inkml:brush>
  </inkml:definitions>
  <inkml:trace contextRef="#ctx0" brushRef="#br0">91 232 24575,'6'-13'0,"0"1"0,-1-1 0,-1 0 0,0-1 0,-1 1 0,3-19 0,-6 32 0,0 0 0,0 0 0,0 0 0,0-1 0,0 1 0,0 0 0,1 0 0,-1 0 0,0 0 0,0 0 0,0 0 0,0-1 0,0 1 0,0 0 0,0 0 0,0 0 0,0 0 0,0-1 0,0 1 0,0 0 0,0 0 0,0 0 0,0 0 0,0 0 0,0-1 0,0 1 0,0 0 0,0 0 0,0 0 0,0 0 0,-1 0 0,1-1 0,0 1 0,0 0 0,0 0 0,0 0 0,0 0 0,0 0 0,0 0 0,0 0 0,-1 0 0,1-1 0,0 1 0,0 0 0,0 0 0,0 0 0,0 0 0,-1 0 0,1 0 0,0 0 0,0 0 0,0 0 0,0 0 0,0 0 0,-1 0 0,1 0 0,0 0 0,0 0 0,0 0 0,-1 0 0,-8 10 0,-10 20 0,-2 20 0,2 2 0,3 0 0,-11 59 0,25-102 0,-5 32 0,6-39 0,1 1 0,0 0 0,0-1 0,0 1 0,1-1 0,-1 1 0,0-1 0,1 1 0,0-1 0,0 1 0,-1-1 0,4 5 0,-4-7 0,0 1 0,1-1 0,-1 1 0,1-1 0,-1 0 0,1 1 0,-1-1 0,1 1 0,-1-1 0,1 0 0,-1 0 0,1 1 0,-1-1 0,1 0 0,0 0 0,-1 0 0,1 0 0,-1 1 0,1-1 0,0 0 0,-1 0 0,1 0 0,-1 0 0,1-1 0,0 1 0,-1 0 0,1 0 0,-1 0 0,1 0 0,0-1 0,-1 1 0,1 0 0,-1 0 0,1-1 0,-1 1 0,1 0 0,-1-1 0,1 1 0,-1-1 0,1 1 0,-1-1 0,0 1 0,1-1 0,18-23 0,5-20 0,29-74 0,-15 28 0,-18 49 0,26-42 0,-39 73 0,0-1 0,1 1 0,0 1 0,0-1 0,1 1 0,0 1 0,1-1 0,20-12 0,-29 20 0,1 0 0,-1 0 0,1 0 0,-1 0 0,1 0 0,0 0 0,-1 1 0,1-1 0,0 1 0,-1-1 0,1 1 0,0-1 0,0 1 0,0 0 0,-1 0 0,1 0 0,0 0 0,0 1 0,-1-1 0,1 0 0,0 1 0,0-1 0,-1 1 0,1-1 0,0 1 0,-1 0 0,1 0 0,-1 0 0,1 0 0,-1 0 0,1 0 0,-1 0 0,0 0 0,1 1 0,-1-1 0,0 0 0,0 1 0,0-1 0,0 1 0,0-1 0,0 1 0,-1 0 0,2 2 0,1 7 0,1-1 0,-2 1 0,0 0 0,0 0 0,0 19 0,-3 111 0,-2-94 0,8 89 0,-5-132 0,1-1 0,0 1 0,0 0 0,0 0 0,0 0 0,0-1 0,1 1 0,0-1 0,2 5 0,-3-7 0,0 0 0,-1 0 0,1 0 0,0 0 0,0 0 0,0-1 0,0 1 0,0 0 0,0-1 0,0 1 0,0 0 0,0-1 0,1 0 0,-1 1 0,0-1 0,0 0 0,0 1 0,1-1 0,-1 0 0,0 0 0,0 0 0,1 0 0,-1 0 0,0 0 0,0 0 0,0-1 0,1 1 0,-1 0 0,0-1 0,0 1 0,2-2 0,3-1 0,0 0 0,0-1 0,0 0 0,-1 0 0,0-1 0,0 1 0,0-1 0,6-7 0,33-50 0,-33 45 0,71-117 0,-69 110 0,-2-1 0,0 0 0,11-44 0,-21 65 0,0 0 0,-1 0 0,1 0 0,-1 0 0,0 0 0,0 0 0,0 0 0,-1-5 0,1 8 0,0 1 0,-1-1 0,1 0 0,0 0 0,-1 1 0,1-1 0,0 0 0,-1 1 0,1-1 0,-1 1 0,1-1 0,-1 0 0,1 1 0,-1-1 0,1 1 0,-1-1 0,1 1 0,-1 0 0,0-1 0,1 1 0,-1-1 0,0 1 0,0 0 0,1 0 0,-1-1 0,0 1 0,1 0 0,-1 0 0,0 0 0,0 0 0,0 0 0,1 0 0,-1 0 0,0 0 0,0 0 0,1 0 0,-1 1 0,0-1 0,1 0 0,-1 0 0,0 1 0,0-1 0,1 0 0,-1 1 0,1-1 0,-1 1 0,0 0 0,-8 4-273,1 0 0,0 1 0,0 0 0,-6 7 0,-11 9-6553</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8.157"/>
    </inkml:context>
    <inkml:brush xml:id="br0">
      <inkml:brushProperty name="width" value="0.05" units="cm"/>
      <inkml:brushProperty name="height" value="0.05" units="cm"/>
    </inkml:brush>
  </inkml:definitions>
  <inkml:trace contextRef="#ctx0" brushRef="#br0">109 153 24575,'32'-73'0,"-28"65"0,-2 0 0,1 0 0,-1-1 0,-1 1 0,1-1 0,-1-15 0,-1 24 0,0 0 0,0 0 0,0-1 0,1 1 0,-1 0 0,0 0 0,0 0 0,0-1 0,0 1 0,-1 0 0,1 0 0,0 0 0,0-1 0,0 1 0,0 0 0,0 0 0,0 0 0,0 0 0,0-1 0,0 1 0,0 0 0,0 0 0,-1 0 0,1 0 0,0-1 0,0 1 0,0 0 0,0 0 0,0 0 0,-1 0 0,1 0 0,0 0 0,0-1 0,0 1 0,-1 0 0,1 0 0,0 0 0,0 0 0,0 0 0,-1 0 0,-7 6 0,-7 14 0,-6 12 0,2 1 0,2 2 0,-19 49 0,28-61 0,1-1 0,1 1 0,1 0 0,1 1 0,1-1 0,0 42 0,4-56 0,-1 0 0,1 0 0,1-1 0,0 1 0,0-1 0,1 1 0,0-1 0,7 15 0,-9-21 0,1 0 0,-1 1 0,1-1 0,0 0 0,-1 0 0,1 0 0,0 0 0,0 0 0,1 0 0,-1 0 0,0-1 0,1 1 0,-1-1 0,1 0 0,-1 0 0,1 1 0,0-2 0,-1 1 0,1 0 0,0-1 0,-1 1 0,1-1 0,0 0 0,0 1 0,0-2 0,0 1 0,-1 0 0,1 0 0,0-1 0,4-1 0,0-1 0,1 0 0,-1 0 0,0 0 0,-1-1 0,1 0 0,-1-1 0,1 0 0,-1 0 0,-1 0 0,1 0 0,-1-1 0,0 0 0,0 0 0,4-8 0,7-12 0,-1 0 0,13-34 0,-18 37 0,1 0 0,-1 0 0,-1-1 0,12-47 0,-22 58 0,-6 15 0,-9 18 0,-3 13 0,1 1 0,2 0 0,1 1 0,2 1 0,1 0 0,2 1 0,-5 40 0,13-68-105,1 1 0,0-1 0,0 1 0,1 0 0,0-1 0,1 1 0,0 0 0,0-1 0,1 1 0,1-1 0,0 0 0,4 12 0,8 5-6721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8.373"/>
    </inkml:context>
    <inkml:brush xml:id="br0">
      <inkml:brushProperty name="width" value="0.05" units="cm"/>
      <inkml:brushProperty name="height" value="0.05" units="cm"/>
    </inkml:brush>
  </inkml:definitions>
  <inkml:trace contextRef="#ctx0" brushRef="#br0">115 266 24575,'18'-32'0,"-1"-1"0,24-66 0,-32 76 0,-5 14 0,8-26 0,-11 33 0,-1 1 0,1-1 0,-1 1 0,0-1 0,0 1 0,1-1 0,-1 0 0,0 1 0,0-1 0,0 1 0,-1-1 0,1 1 0,0-1 0,-1 0 0,1 1 0,-1-1 0,1 1 0,-2-2 0,1 2 0,1 1 0,-1 0 0,0-1 0,0 1 0,1 0 0,-1-1 0,0 1 0,0 0 0,0 0 0,1 0 0,-1-1 0,0 1 0,0 0 0,0 0 0,0 0 0,1 1 0,-1-1 0,0 0 0,0 0 0,0 0 0,0 1 0,1-1 0,-1 0 0,0 1 0,0-1 0,1 0 0,-1 1 0,0-1 0,1 1 0,-2 1 0,-24 19 0,23-19 0,-13 14 0,1 1 0,0 0 0,2 1 0,0 0 0,1 1 0,0 1 0,2 0 0,0 0 0,2 1 0,-11 36 0,15-41 0,0-1 0,1 0 0,1 1 0,0-1 0,1 1 0,1-1 0,0 1 0,1 0 0,1-1 0,1 1 0,0-1 0,0 0 0,2 0 0,0 0 0,1 0 0,9 16 0,-11-23-50,1-1-1,1 0 1,0 0-1,0 0 0,0-1 1,0 1-1,1-2 1,0 1-1,1-1 1,-1 0-1,1 0 0,0-1 1,0 0-1,0 0 1,1-1-1,-1 0 1,1-1-1,0 0 0,0 0 1,0-1-1,0 0 1,0-1-1,0 0 1,0 0-1,0 0 1,8-3-1,25-8-6775</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9.245"/>
    </inkml:context>
    <inkml:brush xml:id="br0">
      <inkml:brushProperty name="width" value="0.05" units="cm"/>
      <inkml:brushProperty name="height" value="0.05" units="cm"/>
    </inkml:brush>
  </inkml:definitions>
  <inkml:trace contextRef="#ctx0" brushRef="#br0">57 328 24575,'-1'-4'0,"1"-1"0,0 1 0,-1-1 0,0 1 0,0 0 0,0-1 0,-1 1 0,-3-7 0,5 11 0,0 0 0,0 0 0,0 0 0,0 0 0,0-1 0,0 1 0,-1 0 0,1 0 0,0 0 0,0 0 0,0 0 0,0 0 0,0 0 0,0 0 0,-1 0 0,1 0 0,0 0 0,0 0 0,0 0 0,0 0 0,0-1 0,-1 1 0,1 0 0,0 0 0,0 0 0,0 1 0,0-1 0,0 0 0,-1 0 0,1 0 0,0 0 0,0 0 0,0 0 0,0 0 0,0 0 0,-1 0 0,1 0 0,0 0 0,0 0 0,0 0 0,0 0 0,0 1 0,0-1 0,0 0 0,-1 0 0,1 0 0,0 0 0,0 0 0,0 0 0,0 1 0,0-1 0,0 0 0,0 0 0,0 0 0,0 0 0,0 0 0,0 1 0,0-1 0,0 0 0,0 0 0,0 0 0,0 0 0,0 1 0,0-1 0,0 0 0,0 0 0,0 0 0,0 0 0,0 1 0,-4 15 0,4-15 0,-22 198 0,17-135 0,-3 114 0,28-239 0,-3-14 0,53-195 0,-57 229 0,2 1 0,1 1 0,2 1 0,35-54 0,-46 82 0,1-1 0,0 2 0,1-1 0,0 1 0,18-14 0,-24 21 0,-1 0 0,1 0 0,-1 1 0,1-1 0,0 1 0,0 0 0,0 0 0,0 0 0,0 0 0,0 1 0,0-1 0,0 1 0,3 0 0,-4 0 0,0 0 0,0 1 0,0-1 0,0 1 0,0 0 0,0 0 0,0-1 0,0 1 0,-1 1 0,1-1 0,0 0 0,-1 0 0,1 1 0,0-1 0,-1 0 0,0 1 0,1 0 0,-1-1 0,0 1 0,0 0 0,2 3 0,0 3 0,1 0 0,-1 1 0,0 0 0,-1 0 0,0-1 0,0 1 0,-1 1 0,-1-1 0,1 0 0,-1 0 0,-1 0 0,-1 10 0,-2 4 0,0 0 0,-2 0 0,-13 36 0,9-35 0,0-1 0,-2 0 0,-1-1 0,-29 40 0,36-53 0,-2-1 0,1 0 0,-1 0 0,0 0 0,-1-1 0,1 0 0,-1 0 0,-1-1 0,1-1 0,-1 1 0,0-2 0,-1 1 0,-17 4 0,25-8 0,1-1 0,0 0 0,0 0 0,0 0 0,-1 0 0,1 0 0,0 0 0,0 0 0,0-1 0,-1 1 0,1-1 0,-3-1 0,4 2 0,1 0 0,0 0 0,-1-1 0,1 1 0,0 0 0,-1 0 0,1-1 0,0 1 0,-1 0 0,1-1 0,0 1 0,0 0 0,0 0 0,-1-1 0,1 1 0,0-1 0,0 1 0,0 0 0,0-1 0,0 1 0,-1 0 0,1-1 0,0 1 0,0-1 0,0 1 0,0-1 0,1 0 0,-1 0 0,0 0 0,1 0 0,-1 0 0,1 0 0,-1 0 0,1 1 0,0-1 0,-1 0 0,1 0 0,0 0 0,0 1 0,-1-1 0,3-1 0,2-1 0,0 0 0,0 0 0,0 0 0,0 1 0,1 0 0,-1 0 0,1 0 0,-1 1 0,1 0 0,0 0 0,0 0 0,-1 0 0,1 1 0,0 0 0,0 1 0,0-1 0,-1 1 0,1 0 0,0 0 0,-1 1 0,12 4 0,-7-2 0,0 1 0,0 0 0,-1 0 0,1 1 0,-1 0 0,-1 0 0,1 1 0,-1 1 0,0-1 0,13 18 0,-8-6-682,20 38-1,-24-38-6143</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9.478"/>
    </inkml:context>
    <inkml:brush xml:id="br0">
      <inkml:brushProperty name="width" value="0.05" units="cm"/>
      <inkml:brushProperty name="height" value="0.05" units="cm"/>
    </inkml:brush>
  </inkml:definitions>
  <inkml:trace contextRef="#ctx0" brushRef="#br0">1 301 24575,'23'-70'0,"-7"16"0,47-98 0,-51 132 0,-12 20 0,0 0 0,1-1 0,-1 1 0,0 0 0,0-1 0,0 1 0,0 0 0,1 0 0,-1-1 0,0 1 0,0 0 0,0 0 0,1 0 0,-1-1 0,0 1 0,0 0 0,1 0 0,-1 0 0,0 0 0,0 0 0,1 0 0,-1-1 0,0 1 0,1 0 0,-1 0 0,0 0 0,1 0 0,-1 0 0,0 0 0,0 0 0,1 0 0,-1 0 0,0 0 0,1 0 0,-1 0 0,0 1 0,0-1 0,1 0 0,-1 0 0,0 0 0,1 0 0,-1 0 0,0 1 0,0-1 0,1 0 0,-1 0 0,0 0 0,0 1 0,0-1 0,1 0 0,-1 0 0,0 1 0,0-1 0,0 0 0,0 0 0,0 1 0,0-1 0,1 0 0,-1 1 0,0-1 0,0 0 0,0 0 0,0 1 0,0-1 0,0 1 0,3 17 0,-1-1 0,-1 1 0,0 0 0,-3 28 0,1-6 0,-1 75 0,2 156 0,0-265 57,0-1 0,1 0 0,0 0 0,0 0 0,3 9 0,-4-13-91,0 0 1,0-1-1,1 1 1,-1-1-1,0 1 1,1 0-1,-1-1 1,1 1-1,-1-1 1,0 1-1,1-1 1,-1 1 0,1-1-1,0 0 1,-1 1-1,1-1 1,-1 1-1,1-1 1,0 0-1,-1 0 1,1 1-1,-1-1 1,1 0-1,0 0 1,-1 0 0,1 0-1,0 0 1,-1 0-1,1 0 1,0 0-1,0 0 1,-1 0-1,1 0 1,0 0-1,-1 0 1,1 0-1,0-1 1,-1 1-1,1 0 1,-1 0 0,1-1-1,0 1 1,-1-1-1,1 1 1,-1 0-1,1-1 1,-1 1-1,1-1 1,-1 1-1,1-2 1,13-11-6793</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39.754"/>
    </inkml:context>
    <inkml:brush xml:id="br0">
      <inkml:brushProperty name="width" value="0.05" units="cm"/>
      <inkml:brushProperty name="height" value="0.05" units="cm"/>
    </inkml:brush>
  </inkml:definitions>
  <inkml:trace contextRef="#ctx0" brushRef="#br0">89 75 24575,'-4'-41'0,"4"39"0,0 0 0,-1 0 0,1 0 0,-1-1 0,0 1 0,0 0 0,0 0 0,0 0 0,0 0 0,0 0 0,-1 0 0,1 1 0,0-1 0,-1 0 0,-2-1 0,4 3 0,0-1 0,-1 1 0,1 0 0,-1 0 0,1 0 0,-1 0 0,1 0 0,-1 0 0,1 0 0,-1 0 0,1 0 0,-1 0 0,1 0 0,0 1 0,-1-1 0,1 0 0,-1 0 0,1 0 0,-1 1 0,1-1 0,0 0 0,-1 0 0,1 1 0,0-1 0,-1 0 0,1 1 0,0-1 0,-1 0 0,1 1 0,0-1 0,0 0 0,-1 1 0,1-1 0,0 1 0,0-1 0,0 1 0,0-1 0,-1 1 0,-6 19 0,-8 46 0,-11 110 0,24-162 0,1 1 0,0-1 0,1 1 0,1-1 0,0 1 0,4 14 0,-4-24 0,1 1 0,-1-1 0,1 0 0,1 0 0,-1 0 0,1 0 0,0 0 0,0-1 0,0 1 0,0-1 0,1 0 0,0 0 0,0 0 0,0 0 0,0-1 0,1 1 0,-1-1 0,1 0 0,5 2 0,2 0 38,1 0 0,0-1 0,0 0 0,0-1 0,0-1 0,0 0 0,1-1 0,18 0 0,1-3-607,-1-1 0,42-9 0,-35 3-6257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0.622"/>
    </inkml:context>
    <inkml:brush xml:id="br0">
      <inkml:brushProperty name="width" value="0.05" units="cm"/>
      <inkml:brushProperty name="height" value="0.05" units="cm"/>
    </inkml:brush>
  </inkml:definitions>
  <inkml:trace contextRef="#ctx0" brushRef="#br0">142 318 24575,'3'-3'0,"1"0"0,0 1 0,0-1 0,0 1 0,8-4 0,9-4 0,4-5 0,94-61 0,-101 64 0,-1-2 0,0 0 0,-1-2 0,18-21 0,-30 32 0,0 1 0,-1-1 0,0 0 0,0 0 0,-1-1 0,1 1 0,1-7 0,-3 10 0,-1 1 0,0-1 0,1 1 0,-1-1 0,0 1 0,0-1 0,0 1 0,0-1 0,0 1 0,0-1 0,0 1 0,-1-1 0,1 1 0,-1 0 0,1-1 0,-1 1 0,1-1 0,-1 1 0,0 0 0,0-1 0,1 1 0,-1 0 0,0 0 0,0 0 0,0 0 0,0 0 0,-1 0 0,1 0 0,0 0 0,0 0 0,-1 0 0,-1 0 0,-5-2 0,1 0 0,-1 1 0,0 0 0,0 0 0,0 1 0,0 0 0,0 0 0,-1 1 0,1 0 0,0 1 0,0 0 0,-9 1 0,-5 3 0,0 0 0,0 2 0,-23 10 0,32-12 0,1 1 0,0 0 0,-1 1 0,2 1 0,-1 0 0,1 0 0,1 1 0,-1 0 0,-11 15 0,17-18 0,0 1 0,1 0 0,-1 1 0,1-1 0,0 0 0,1 1 0,0 0 0,0 0 0,1 0 0,0 0 0,1 1 0,-1-1 0,1 0 0,1 1 0,0-1 0,1 14 0,1-10 0,0 0 0,1-1 0,0 1 0,1-1 0,0 1 0,1-1 0,0 0 0,1-1 0,9 14 0,6 5 0,45 45 0,14 18 0,-78-90 0,-1 0 0,0 0 0,1 0 0,-1 0 0,0 0 0,0 0 0,0 0 0,0 0 0,-1 0 0,1 1 0,0-1 0,-1 0 0,0 1 0,1-1 0,-1 0 0,0 1 0,0-1 0,0 0 0,-1 0 0,1 1 0,-1-1 0,1 0 0,-1 1 0,0-1 0,-1 4 0,0-4 0,0 0 0,0 1 0,0-1 0,0 0 0,-1 0 0,1 0 0,0 0 0,-1-1 0,0 1 0,1-1 0,-1 1 0,0-1 0,0 0 0,1 0 0,-1 0 0,0 0 0,0-1 0,0 1 0,-5-1 0,-4 0 0,0 0 0,1-1 0,-1-1 0,1 0 0,0 0 0,-1-1 0,1-1 0,1 1 0,-1-2 0,0 0 0,1 0 0,0-1 0,0 0 0,1-1 0,0 0 0,0 0 0,0-1 0,-8-9 0,16 15-59,0 1 0,-1-1-1,1 0 1,0 1-1,0-1 1,0 0 0,0 0-1,0 0 1,0 0 0,1 0-1,-1 0 1,1 0 0,-1 0-1,1 0 1,0 0-1,0 0 1,0 0 0,0 0-1,0 0 1,0 0 0,1 0-1,0-4 1,5-6-6767</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0.996"/>
    </inkml:context>
    <inkml:brush xml:id="br0">
      <inkml:brushProperty name="width" value="0.05" units="cm"/>
      <inkml:brushProperty name="height" value="0.05" units="cm"/>
    </inkml:brush>
  </inkml:definitions>
  <inkml:trace contextRef="#ctx0" brushRef="#br0">126 113 24575,'1'0'0,"1"1"0,0-1 0,-1 0 0,1 0 0,-1-1 0,1 1 0,-1 0 0,1 0 0,0-1 0,-1 1 0,1-1 0,-1 0 0,0 1 0,1-1 0,-1 0 0,0 0 0,1 1 0,-1-1 0,0 0 0,0-1 0,0 1 0,0 0 0,1 0 0,-2 0 0,1-1 0,0 1 0,0 0 0,0-1 0,-1 1 0,1-1 0,-1 1 0,1-1 0,-1 1 0,1-1 0,-1 1 0,0-1 0,0 1 0,0-1 0,0 1 0,0-1 0,0 0 0,0 1 0,-1-3 0,1 2 0,-1 0 0,0 0 0,1 0 0,-1 0 0,0 0 0,0 0 0,0 0 0,0 0 0,0 0 0,0 1 0,-1-1 0,1 0 0,-1 1 0,1-1 0,-1 1 0,0 0 0,1-1 0,-1 1 0,0 0 0,0 0 0,0 0 0,0 0 0,0 1 0,0-1 0,0 0 0,0 1 0,0-1 0,0 1 0,0 0 0,0 0 0,0 0 0,-4 0 0,2 1 0,0 0 0,0 1 0,0-1 0,0 1 0,0 0 0,0 0 0,0 0 0,1 1 0,-1-1 0,1 1 0,0 0 0,0 0 0,0 0 0,0 0 0,0 0 0,1 1 0,-1-1 0,-3 8 0,-1 2 0,1 1 0,0-1 0,1 1 0,-4 18 0,6-19 0,0 1 0,1-1 0,1 1 0,0 0 0,1 0 0,0 0 0,1 0 0,1-1 0,0 1 0,6 17 0,-6-25 0,0 0 0,0 1 0,1-1 0,0-1 0,0 1 0,0 0 0,1-1 0,0 1 0,0-1 0,0 0 0,0 0 0,1-1 0,0 1 0,0-1 0,0 0 0,1-1 0,0 1 0,-1-1 0,1 0 0,0 0 0,0-1 0,1 0 0,9 3 0,-8-4 0,1 0 0,-1 0 0,1 0 0,-1-1 0,1 0 0,-1-1 0,1 0 0,-1-1 0,1 1 0,-1-1 0,0-1 0,0 0 0,0 0 0,0 0 0,-1-1 0,1 0 0,-1-1 0,0 0 0,0 0 0,-1 0 0,9-9 0,-7 5 0,0 0 0,-1-1 0,0 0 0,-1 0 0,0 0 0,0-1 0,-1 0 0,-1 0 0,0-1 0,0 1 0,-1-1 0,0 0 0,-1 0 0,0-19 0,-2 19 0,0 0 0,-1 1 0,0-1 0,-1 0 0,0 0 0,-1 1 0,-1 0 0,-8-20 0,10 25 0,-1 1 0,0-1 0,0 1 0,0 0 0,-1 0 0,0 0 0,0 1 0,0-1 0,0 1 0,-1 0 0,0 0 0,0 1 0,0-1 0,0 1 0,0 0 0,-1 1 0,1-1 0,-11-2 0,14 4-85,-1 1 0,1-1-1,0 1 1,0 0 0,-1 0-1,1 0 1,0 0 0,0 0-1,-1 0 1,1 1 0,0-1-1,0 1 1,0-1 0,-1 1-1,-1 1 1,-7 6-6741</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2.052"/>
    </inkml:context>
    <inkml:brush xml:id="br0">
      <inkml:brushProperty name="width" value="0.05" units="cm"/>
      <inkml:brushProperty name="height" value="0.05" units="cm"/>
    </inkml:brush>
  </inkml:definitions>
  <inkml:trace contextRef="#ctx0" brushRef="#br0">48 234 24575,'8'-14'0,"-1"2"0,-5 10 0,-1 7 0,-5 27 0,-1 0 0,-15 55 0,3-15 0,10-43 0,-4 27 0,11-56 0,0 0 0,0 0 0,0 0 0,0 0 0,-1 0 0,1 0 0,0 1 0,0-1 0,0 0 0,0 0 0,0 0 0,0 0 0,0 0 0,0 0 0,0 1 0,0-1 0,0 0 0,0 0 0,0 0 0,0 0 0,0 0 0,0 1 0,0-1 0,0 0 0,0 0 0,0 0 0,0 0 0,0 0 0,0 1 0,0-1 0,0 0 0,0 0 0,0 0 0,0 0 0,0 0 0,1 0 0,-1 0 0,0 1 0,0-1 0,0 0 0,0 0 0,0 0 0,0 0 0,0 0 0,1 0 0,-1 0 0,0 0 0,0 0 0,0 0 0,0 0 0,0 0 0,0 0 0,1 0 0,-1 0 0,0 0 0,0 0 0,6-9 0,7-17 0,25-92 0,-23 66 0,27-63 0,-35 100 0,44-86 0,-46 92 0,1 0 0,0 0 0,0 1 0,1-1 0,0 2 0,0-1 0,1 1 0,11-8 0,-19 14 0,1 1 0,0-1 0,-1 1 0,1-1 0,0 1 0,-1-1 0,1 1 0,0-1 0,0 1 0,0 0 0,0-1 0,-1 1 0,1 0 0,0 0 0,0 0 0,0 0 0,0 0 0,0 0 0,0 0 0,0 0 0,-1 0 0,1 0 0,0 0 0,0 0 0,0 1 0,0-1 0,0 0 0,-1 1 0,1-1 0,0 0 0,0 1 0,-1-1 0,1 1 0,0 0 0,0-1 0,-1 1 0,1-1 0,-1 1 0,1 0 0,-1-1 0,1 1 0,-1 0 0,1 0 0,-1 0 0,1-1 0,-1 1 0,0 1 0,2 3 0,-1 0 0,0 0 0,0 1 0,0-1 0,-1 0 0,0 0 0,0 6 0,-6 40 0,-13 53 0,11-67 0,1 0 0,2 1 0,0 65 0,5-96 0,1 0 0,0-1 0,0 1 0,0 0 0,1-1 0,0 1 0,1-1 0,3 9 0,-5-13 0,0 0 0,0 0 0,1-1 0,-1 1 0,0 0 0,1-1 0,-1 1 0,1-1 0,-1 0 0,1 1 0,0-1 0,0 0 0,-1 0 0,1 0 0,0 0 0,0 0 0,0-1 0,0 1 0,0 0 0,0-1 0,0 0 0,1 1 0,-1-1 0,0 0 0,0 0 0,0 0 0,0 0 0,0-1 0,0 1 0,0-1 0,2 0 0,4-2 0,-1 0 0,0 0 0,0-1 0,0 0 0,0 0 0,-1 0 0,0-1 0,0 0 0,0 0 0,0-1 0,-1 0 0,0 0 0,7-12 0,5-7 0,-3-1 0,16-34 0,-9 14 0,-1-1 0,24-89 0,-41 102 0,-3 34 0,1 0 0,-1 0 0,0 0 0,0-1 0,0 1 0,0 0 0,-1 0 0,1-1 0,0 1 0,0 0 0,0 0 0,0-1 0,0 1 0,0 0 0,0 0 0,0-1 0,0 1 0,-1 0 0,1 0 0,0 0 0,0-1 0,0 1 0,0 0 0,-1 0 0,1 0 0,0 0 0,0 0 0,0-1 0,-1 1 0,1 0 0,0 0 0,0 0 0,0 0 0,-1 0 0,-11 11 0,2 4 0,0 1 0,1 0 0,-10 25 0,15-32 0,1-1 0,0 1 0,1 0 0,-1 0 0,2 0 0,0 0 0,0 1 0,0-1 0,2 9 0,-1-15 0,0 0 0,1 0 0,-1-1 0,1 1 0,0 0 0,0-1 0,0 1 0,0-1 0,1 1 0,-1-1 0,1 1 0,-1-1 0,1 0 0,0 0 0,0 0 0,0 0 0,3 2 0,-2-1 0,1-1 0,0 0 0,0 0 0,0 0 0,0-1 0,0 1 0,1-1 0,-1 0 0,0 0 0,5 0 0,3 0 0,1-1 0,-1-1 0,0 1 0,0-2 0,0 0 0,0 0 0,12-5 0,-13 3 0,0-1 0,0-1 0,-1 0 0,0 0 0,0-1 0,0 0 0,-1-1 0,0 0 0,-1 0 0,0-1 0,0 0 0,-1 0 0,0-1 0,0 0 0,-1 0 0,-1-1 0,0 1 0,7-21 0,-11 29 0,-1 1 0,1 0 0,-1-1 0,0 1 0,1-1 0,-1 1 0,0-1 0,0 1 0,0-1 0,0 1 0,0-1 0,0-2 0,-5 4 0,-4 11 0,-6 12 0,2 1 0,0 1 0,2 0 0,0 0 0,2 1 0,1 1 0,-7 39 0,14-64 0,1 0 0,0 0 0,-1 0 0,1 0 0,0 0 0,0 1 0,0-1 0,0 0 0,1 0 0,-1 0 0,1 0 0,-1 0 0,1 0 0,0 0 0,0 0 0,0 0 0,0 0 0,0 0 0,0 0 0,0-1 0,0 1 0,1 0 0,-1-1 0,4 3 0,-2-2 0,-1-1 0,1 0 0,0 0 0,0 0 0,0 0 0,-1-1 0,1 1 0,0-1 0,0 0 0,0 1 0,0-1 0,0-1 0,0 1 0,0 0 0,0-1 0,0 1 0,3-2 0,13-5 0,0 0 0,-1-1 0,0-1 0,0-1 0,-1-1 0,16-13 0,-26 20 0,21-10 0,-28 13 0,0 1 0,1 0 0,-1 0 0,1-1 0,-1 1 0,0 0 0,1 0 0,-1 0 0,1 0 0,-1 0 0,1 0 0,-1 0 0,1 0 0,-1 0 0,0 0 0,1 0 0,-1 0 0,1 0 0,-1 0 0,1 0 0,-1 0 0,1 0 0,-1 1 0,0-1 0,1 0 0,-1 0 0,0 1 0,1-1 0,-1 0 0,1 0 0,-1 1 0,0-1 0,0 0 0,1 1 0,-1-1 0,0 1 0,1-1 0,-1 0 0,0 1 0,0-1 0,0 1 0,0-1 0,1 0 0,-1 1 0,0-1 0,0 1 0,0-1 0,0 1 0,0-1 0,0 1 0,0-1 0,0 0 0,0 1 0,0-1 0,0 1 0,-1-1 0,1 1 0,0-1 0,0 1 0,0-1 0,-1 0 0,1 1 0,-4 14 0,-1-1 0,-1 0 0,-9 17 0,-2 6 0,-72 178 0,-54 122 0,137-326 0,-32 62 0,34-65 0,-2 0 0,1-1 0,-1 0 0,0 0 0,-1 0 0,-11 9 0,16-14 0,0-1 0,0 1 0,-1-1 0,1 0 0,0 1 0,0-1 0,-1 0 0,1 0 0,0-1 0,-1 1 0,1 0 0,-1-1 0,1 0 0,-1 1 0,1-1 0,-1 0 0,1 0 0,-1-1 0,1 1 0,-1 0 0,1-1 0,-1 0 0,1 1 0,-1-1 0,1 0 0,0 0 0,0 0 0,-1-1 0,1 1 0,0 0 0,0-1 0,0 1 0,0-1 0,0 0 0,1 0 0,-3-3 0,-2-3 0,0 0 0,1 0 0,0-1 0,0 1 0,1-1 0,1 0 0,-1 0 0,-2-14 0,2 5 0,1 0 0,0-1 0,2 0 0,0 1 0,1-1 0,1 0 0,1 1 0,0-1 0,2 0 0,0 1 0,10-27 0,-5 23 0,1 0 0,0 1 0,2 1 0,1 0 0,0 0 0,1 1 0,1 1 0,28-26 0,-23 25 0,2 2 0,-1 0 0,2 1 0,0 1 0,1 1 0,1 2 0,0 0 0,0 1 0,1 2 0,0 1 0,1 1 0,0 1 0,0 1 0,1 1 0,-1 2 0,39 1 0,-51 2 0,-1 1 0,0 1 0,0 0 0,0 1 0,0 1 0,-1 0 0,1 0 0,14 10 0,-22-12 0,-1 1 0,1 0 0,-1 0 0,0 0 0,0 1 0,-1-1 0,0 1 0,1 0 0,2 6 0,-5-7 0,0 0 0,0 0 0,0 0 0,-1 0 0,1 0 0,-1 0 0,0 1 0,-1-1 0,1 0 0,-1 1 0,0-1 0,0 0 0,0 1 0,-1 6 0,0-5 27,-1-1-1,0 0 0,1 0 0,-1 0 1,-1 0-1,1 0 0,-1-1 0,0 1 1,0-1-1,0 0 0,-1 1 0,-5 4 1,-1 0-454,-1 0 0,0-1 1,-19 12-1,-18 6-6399</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7.456"/>
    </inkml:context>
    <inkml:brush xml:id="br0">
      <inkml:brushProperty name="width" value="0.05" units="cm"/>
      <inkml:brushProperty name="height" value="0.05" units="cm"/>
    </inkml:brush>
  </inkml:definitions>
  <inkml:trace contextRef="#ctx0" brushRef="#br0">39 436 24575,'-1'0'0,"0"-1"0,0 1 0,0 0 0,0-1 0,0 1 0,0-1 0,0 1 0,0-1 0,1 1 0,-1-1 0,0 1 0,0-1 0,1 0 0,-1 0 0,0 1 0,1-1 0,-1 0 0,1 0 0,-1 0 0,1 1 0,-1-3 0,-9-22 0,9 22 0,1 2 0,0 1 0,0-1 0,0 0 0,0 0 0,0 1 0,-1-1 0,1 0 0,0 1 0,0-1 0,-1 0 0,1 1 0,-1-1 0,1 0 0,0 1 0,-1-1 0,1 1 0,-1-1 0,1 1 0,-1-1 0,0 0 0,-2 14 0,3 34 0,0-43 0,11 150 0,-4-67 0,-5 118 0,-5-188 0,3-17 0,0 0 0,0 0 0,0 0 0,0 0 0,0 0 0,0 0 0,-1 0 0,1 0 0,0 0 0,0 0 0,0 1 0,0-1 0,0 0 0,0 0 0,0 0 0,-1 0 0,1 0 0,0 0 0,0 0 0,0 0 0,0 0 0,0 0 0,0 0 0,0 0 0,-1 0 0,1-1 0,0 1 0,0 0 0,0 0 0,0 0 0,0 0 0,0 0 0,0 0 0,0 0 0,-1 0 0,1 0 0,0 0 0,0 0 0,0 0 0,0 0 0,0-1 0,0 1 0,0 0 0,0 0 0,0 0 0,0 0 0,0 0 0,0 0 0,0 0 0,0-1 0,0 1 0,0 0 0,0 0 0,0 0 0,0 0 0,-7-30 0,3-22 0,4 1 0,1-1 0,3 0 0,16-80 0,-4 61 0,3 0 0,47-112 0,-53 152 0,33-58 0,-41 81 0,-1 1 0,1 0 0,1 1 0,-1-1 0,1 1 0,0 0 0,1 0 0,-1 1 0,1 0 0,0 0 0,0 1 0,1 0 0,10-5 0,-14 8 0,-1 0 0,1 0 0,-1 0 0,1 1 0,0-1 0,-1 1 0,1 0 0,0 0 0,-1 1 0,1-1 0,0 1 0,-1-1 0,1 1 0,0 0 0,-1 0 0,5 3 0,-3-1 0,1 0 0,-1 1 0,0 0 0,0 0 0,0 0 0,0 0 0,-1 1 0,7 9 0,1 4 0,0 2 0,-1 0 0,-1 0 0,8 27 0,8 30-227,-3 1-1,-4 2 1,-3 0-1,-4 1 1,3 117-1,-13-143-6598</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7.830"/>
    </inkml:context>
    <inkml:brush xml:id="br0">
      <inkml:brushProperty name="width" value="0.05" units="cm"/>
      <inkml:brushProperty name="height" value="0.05" units="cm"/>
    </inkml:brush>
  </inkml:definitions>
  <inkml:trace contextRef="#ctx0" brushRef="#br0">27 224 24575,'-3'-3'0,"1"1"0,-1-1 0,1 0 0,0 0 0,0 0 0,0 0 0,1 0 0,-1 0 0,1 0 0,-1-1 0,1 1 0,0-1 0,1 1 0,-1-1 0,0-5 0,1 7 0,0 0 0,0 0 0,1 0 0,-1 1 0,1-1 0,-1 0 0,1 0 0,-1 0 0,1 0 0,0 1 0,0-1 0,0 0 0,0 1 0,0-1 0,1 0 0,-1 1 0,0 0 0,1-1 0,-1 1 0,1 0 0,-1 0 0,1-1 0,0 1 0,-1 1 0,1-1 0,0 0 0,0 0 0,0 1 0,2-1 0,41-11 0,74-9 0,-48 11 0,33-9 0,36-7 0,194-10 0,-313 36 0,-32 5 0,-14 3 0,6 1 0,0 2 0,0 0 0,1 1 0,0 1 0,1 1 0,0 0 0,2 1 0,-1 1 0,2 1 0,0 0 0,1 0 0,1 1 0,-19 38 0,27-48 0,1 1 0,0-1 0,0 1 0,1-1 0,0 1 0,0 0 0,1 0 0,0 0 0,1 0 0,0 17 0,1-21 0,0 0 0,0 0 0,1 0 0,-1 0 0,1-1 0,0 1 0,0 0 0,1-1 0,-1 0 0,1 0 0,0 1 0,0-2 0,0 1 0,1 0 0,-1-1 0,1 1 0,0-1 0,0 0 0,0 0 0,0-1 0,6 3 0,-1 0 43,1-2 0,0 1-1,-1-1 1,1-1 0,0 0-1,1 0 1,9 0 0,6-1-897,39-4 1,0-4-5973</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8.032"/>
    </inkml:context>
    <inkml:brush xml:id="br0">
      <inkml:brushProperty name="width" value="0.05" units="cm"/>
      <inkml:brushProperty name="height" value="0.05" units="cm"/>
    </inkml:brush>
  </inkml:definitions>
  <inkml:trace contextRef="#ctx0" brushRef="#br0">184 183 24575,'3'-9'0,"0"1"0,0-1 0,-1 0 0,0 1 0,-1-1 0,0 0 0,0 0 0,-1 0 0,0 0 0,0 0 0,-1 0 0,-1 0 0,1 0 0,-4-10 0,4 16 0,0 1 0,-1-1 0,1 1 0,0 0 0,-1-1 0,0 1 0,0 0 0,1 0 0,-1 0 0,0 0 0,-1 0 0,1 1 0,0-1 0,0 0 0,-1 1 0,1 0 0,-1 0 0,-3-2 0,4 3 0,0-1 0,0 1 0,-1 0 0,1 0 0,0 0 0,0 0 0,0 0 0,0 0 0,0 0 0,0 1 0,0-1 0,0 1 0,0-1 0,0 1 0,0 0 0,1 0 0,-1 0 0,0 0 0,0 0 0,1 0 0,-1 1 0,0-1 0,1 1 0,0-1 0,-3 3 0,-6 10 0,1-1 0,0 2 0,1-1 0,1 1 0,0 0 0,-6 24 0,2-2 0,-9 64 0,18-90 0,0 1 0,1-1 0,1 0 0,0 0 0,1 1 0,0-1 0,3 13 0,-3-20 0,0 0 0,0-1 0,1 1 0,-1-1 0,1 1 0,0-1 0,0 1 0,0-1 0,0 0 0,1 0 0,-1 0 0,1-1 0,0 1 0,0 0 0,0-1 0,0 0 0,0 0 0,0 0 0,1 0 0,-1 0 0,1-1 0,-1 1 0,1-1 0,6 1 0,28 3-1365,1-5-5461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8.284"/>
    </inkml:context>
    <inkml:brush xml:id="br0">
      <inkml:brushProperty name="width" value="0.05" units="cm"/>
      <inkml:brushProperty name="height" value="0.05" units="cm"/>
    </inkml:brush>
  </inkml:definitions>
  <inkml:trace contextRef="#ctx0" brushRef="#br0">34 36 24575,'0'-3'0,"-4"-1"0,0-3 0,-3 0 0,-3 1 0,2 1 0,7 2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49.405"/>
    </inkml:context>
    <inkml:brush xml:id="br0">
      <inkml:brushProperty name="width" value="0.05" units="cm"/>
      <inkml:brushProperty name="height" value="0.05" units="cm"/>
    </inkml:brush>
  </inkml:definitions>
  <inkml:trace contextRef="#ctx0" brushRef="#br0">183 345 24575,'162'-185'0,"-109"120"0,-48 59 0,24-32 0,-28 37 0,0-1 0,0 0 0,0 0 0,0 1 0,0-1 0,0 0 0,-1 0 0,1 0 0,0 0 0,-1 0 0,0 0 0,1-1 0,-1 1 0,0 0 0,0 0 0,0 0 0,-1-3 0,0 4 0,1 0 0,-1 0 0,0 0 0,0 0 0,0 0 0,1 0 0,-1 1 0,0-1 0,0 0 0,0 1 0,0-1 0,0 1 0,0-1 0,0 1 0,0-1 0,0 1 0,0 0 0,-1 0 0,1-1 0,0 1 0,0 0 0,0 0 0,0 0 0,0 0 0,-1 0 0,1 0 0,0 1 0,0-1 0,0 0 0,0 0 0,0 1 0,-2 0 0,-38 14 0,40-14 0,-35 16 0,1 3 0,1 0 0,-53 42 0,67-46 0,1 2 0,1-1 0,0 2 0,2 0 0,0 1 0,-24 42 0,36-55 0,1 0 0,-1-1 0,2 1 0,-1 0 0,1 1 0,0-1 0,1 0 0,-1 0 0,1 1 0,1 11 0,0-16 0,0 1 0,1 0 0,0-1 0,0 0 0,0 1 0,0-1 0,0 1 0,1-1 0,0 0 0,-1 0 0,1 0 0,0 0 0,1 0 0,-1 0 0,0-1 0,1 1 0,-1-1 0,1 0 0,0 1 0,0-1 0,0 0 0,0-1 0,6 4 0,6 0 0,-1 1 0,1-2 0,0 0 0,1-1 0,-1 0 0,24 0 0,93-3 0,-129 0 0,12 0 0,-32 3 0,-11 1 0,-100 33 0,115-33 0,0 2 0,1-1 0,-1 2 0,2 0 0,-1 0 0,1 1 0,-18 15 0,27-21 0,0 0 0,0 0 0,0 0 0,0 0 0,0 1 0,0-1 0,0 1 0,1-1 0,-1 1 0,1-1 0,0 1 0,0 0 0,0-1 0,0 1 0,1 0 0,-1 0 0,0 0 0,1 0 0,0 0 0,0 0 0,0-1 0,0 1 0,0 0 0,1 0 0,-1 0 0,1 0 0,0 0 0,0-1 0,0 1 0,0 0 0,0 0 0,1-1 0,-1 1 0,1-1 0,0 0 0,0 1 0,0-1 0,0 0 0,0 0 0,4 3 0,5 4 0,-1-2 0,1 1 0,1-1 0,-1-1 0,1 0 0,1-1 0,22 7 0,-8-5 0,1-1 0,1-2 0,-1-1 0,0-1 0,1-1 0,0-2 0,-1-1 0,40-7 0,-36 2 0,0 0 0,0-3 0,-1 0 0,0-2 0,0-1 0,55-35 0,-73 40 0,-1-1 0,0 0 0,-1-1 0,0 0 0,-1-1 0,0 0 0,0-1 0,-1 0 0,-1 0 0,0-1 0,10-22 0,-12 18 0,0 1 0,-2 0 0,0-1 0,0 0 0,-2 0 0,0 0 0,-1 0 0,0-1 0,-4-31 0,1 34 0,0-1 0,0 1 0,-2-1 0,0 1 0,0 0 0,-2 0 0,0 1 0,-14-26 0,19 38 0,0 1 0,1 0 0,-1 0 0,0 0 0,0 0 0,0 0 0,0 0 0,0 1 0,0-1 0,0 0 0,0 0 0,0 1 0,0-1 0,0 0 0,0 1 0,-1-1 0,1 1 0,0 0 0,-3-1 0,3 1 0,0 0 0,0 1 0,1-1 0,-1 0 0,0 1 0,0-1 0,0 0 0,0 1 0,0-1 0,1 1 0,-1 0 0,0-1 0,0 1 0,1 0 0,-1-1 0,0 1 0,1 0 0,-1 0 0,1-1 0,-1 2 0,-3 5 0,2-1 0,-1 1 0,0-1 0,1 1 0,-2 12 0,1 2 0,1 0 0,1 1 0,1-1 0,1 0 0,1 1 0,1-1 0,0 0 0,2 0 0,0-1 0,2 1 0,0-1 0,1 0 0,20 34 0,-24-48 0,0 1 0,1-2 0,-1 1 0,1 0 0,1-1 0,-1 0 0,1 0 0,-1 0 0,2-1 0,-1 0 0,0 0 0,1-1 0,-1 0 0,1 0 0,0 0 0,0-1 0,0 0 0,1 0 0,-1-1 0,0 0 0,1 0 0,-1-1 0,0 1 0,1-2 0,-1 1 0,1-1 0,-1 0 0,0-1 0,0 0 0,1 0 0,-1 0 0,0-1 0,-1 0 0,1-1 0,-1 1 0,1-1 0,-1 0 0,10-9 0,-5 1 0,-1 1 0,0-1 0,-1-1 0,0 1 0,-1-2 0,-1 1 0,0-1 0,6-16 0,1-10 0,15-69 0,-25 86 0,-4 23 0,0 0 0,0 0 0,0 0 0,-1 0 0,1 0 0,0 0 0,0 0 0,0 0 0,0 0 0,0 0 0,0 0 0,0 0 0,0 0 0,0 0 0,0 0 0,0 0 0,0 0 0,0 0 0,0 0 0,0 0 0,0 0 0,0 0 0,0 0 0,0 0 0,-1 0 0,1 0 0,0 0 0,0 0 0,0 0 0,0 0 0,0 0 0,0 0 0,0 0 0,0 0 0,-5 11 0,-4 18 0,-11 56 0,4 0 0,3 1 0,4 0 0,4 135 0,5-210 38,0-3-194,0 1 0,1-1 0,0 1 0,0 0 0,1-1 1,0 0-1,1 1 0,6 14 0,-2-14-6670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0.592"/>
    </inkml:context>
    <inkml:brush xml:id="br0">
      <inkml:brushProperty name="width" value="0.05" units="cm"/>
      <inkml:brushProperty name="height" value="0.05" units="cm"/>
    </inkml:brush>
  </inkml:definitions>
  <inkml:trace contextRef="#ctx0" brushRef="#br0">19 93 24575,'-4'-8'0,"1"-1"0,0 0 0,1 0 0,0 0 0,0-1 0,0-18 0,1 18 0,4 241 0,24 127-1365,-24-326-5461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0.853"/>
    </inkml:context>
    <inkml:brush xml:id="br0">
      <inkml:brushProperty name="width" value="0.05" units="cm"/>
      <inkml:brushProperty name="height" value="0.05" units="cm"/>
    </inkml:brush>
  </inkml:definitions>
  <inkml:trace contextRef="#ctx0" brushRef="#br0">177 324 24575,'32'-64'0,"3"2"0,2 1 0,50-62 0,-76 110 0,-22 25 0,-13 13 0,-31 23 0,-85 56 0,33-26 0,102-74 0,0 0 0,1 0 0,-1 0 0,1 0 0,0 1 0,-4 5 0,7-8 0,0-1 0,1 0 0,-1 1 0,0-1 0,1 0 0,-1 1 0,1-1 0,0 1 0,-1-1 0,1 1 0,0-1 0,0 1 0,0-1 0,0 1 0,0-1 0,0 0 0,1 1 0,-1-1 0,0 1 0,1-1 0,-1 1 0,1-1 0,-1 0 0,1 1 0,0-1 0,-1 0 0,1 0 0,0 1 0,0-1 0,1 1 0,9 8 0,1-1 0,-1 0 0,2 0 0,-1-2 0,27 13 0,-6-2 0,178 112-56,-148-90-1253,-43-27-5517</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1.465"/>
    </inkml:context>
    <inkml:brush xml:id="br0">
      <inkml:brushProperty name="width" value="0.05" units="cm"/>
      <inkml:brushProperty name="height" value="0.05" units="cm"/>
    </inkml:brush>
  </inkml:definitions>
  <inkml:trace contextRef="#ctx0" brushRef="#br0">1 399 24575,'1'-16'0,"1"0"0,0 1 0,2-1 0,-1 1 0,2 0 0,9-22 0,-13 36 0,-1 0 0,0-1 0,1 1 0,0 0 0,-1-1 0,1 1 0,0 0 0,0 0 0,0 0 0,0 0 0,-1 0 0,2 0 0,-1 0 0,0 0 0,0 0 0,0 0 0,2-1 0,-2 2 0,-1 1 0,1-1 0,-1 0 0,1 0 0,0 0 0,-1 0 0,1 0 0,-1 1 0,1-1 0,-1 0 0,1 1 0,-1-1 0,1 0 0,-1 1 0,1-1 0,-1 0 0,0 1 0,1-1 0,-1 1 0,1-1 0,-1 1 0,0-1 0,0 1 0,1-1 0,-1 1 0,0-1 0,1 2 0,1 4 0,0 1 0,0 0 0,0 0 0,-1 0 0,1 9 0,17 228 0,-16-222 0,-3-22 0,0 1 0,1-1 0,-1 0 0,0 0 0,0 0 0,0 0 0,0 0 0,0 0 0,0 0 0,1 0 0,-1 0 0,0 0 0,0 0 0,0 0 0,0 0 0,0 0 0,1 0 0,-1 0 0,0 0 0,0 0 0,0 0 0,0 0 0,0 0 0,1 0 0,-1 0 0,0 0 0,0 0 0,0 0 0,0 0 0,0-1 0,0 1 0,0 0 0,1 0 0,-1 0 0,0 0 0,0 0 0,0 0 0,0 0 0,0-1 0,0 1 0,0 0 0,0 0 0,0 0 0,0 0 0,0 0 0,0 0 0,0-1 0,1 1 0,-1 0 0,0 0 0,0 0 0,0 0 0,0 0 0,0-1 0,-1 1 0,1 0 0,0 0 0,0 0 0,10-42 0,4-36 0,-1-10 0,5 0 0,31-90 0,-46 168 0,1 0 0,1 1 0,0 0 0,0 0 0,0 0 0,14-14 0,-18 21 0,0 1 0,0-1 0,0 1 0,1 0 0,-1 0 0,1-1 0,-1 1 0,1 0 0,-1 0 0,1 0 0,0 0 0,-1 1 0,1-1 0,0 0 0,0 1 0,-1-1 0,1 1 0,0 0 0,0 0 0,0-1 0,0 1 0,0 0 0,-1 1 0,1-1 0,0 0 0,0 0 0,0 1 0,0-1 0,-1 1 0,1 0 0,0-1 0,0 1 0,-1 0 0,1 0 0,-1 0 0,1 0 0,-1 0 0,1 1 0,-1-1 0,0 0 0,1 1 0,-1-1 0,0 1 0,0-1 0,1 3 0,4 6 0,-1 0 0,0 1 0,0-1 0,-1 1 0,-1 1 0,0-1 0,2 15 0,6 50 0,-11-79 0,0-1 0,0 1 0,0 0 0,1 0 0,0 0 0,0 0 0,0 0 0,0 0 0,0 0 0,0 0 0,1 0 0,-1 1 0,1-1 0,2-2 0,-3 4 0,0 0 0,0 0 0,0 0 0,0 0 0,0 0 0,0 0 0,0 0 0,1 1 0,-1-1 0,0 0 0,1 1 0,-1-1 0,0 1 0,1 0 0,-1-1 0,0 1 0,1 0 0,-1 0 0,1 0 0,-1 0 0,0 0 0,1 0 0,-1 0 0,1 0 0,-1 1 0,0-1 0,1 1 0,-1-1 0,0 1 0,1-1 0,-1 1 0,0 0 0,0-1 0,2 2 0,-1-1 0,0 0 0,-1 1 0,1-1 0,-1 0 0,1 1 0,-1-1 0,1 0 0,-1 1 0,0 0 0,0-1 0,1 1 0,-1 0 0,-1 0 0,1-1 0,0 1 0,0 0 0,-1 0 0,1 0 0,-1 0 0,1 3 0,-1-2 0,0 0 0,-1 0 0,1 0 0,-1 0 0,1 0 0,-1 0 0,0-1 0,0 1 0,-1 0 0,1-1 0,-1 1 0,-2 3 0,-3 3 0,1-1 0,-2 0 0,1-1 0,-1 0 0,0 0 0,-17 10 0,8-7 0,0 0 0,-1 0 0,-1-2 0,1 0 0,-1-1 0,0-1 0,-1-1 0,-36 5 0,54-10-97,0 0-1,0 0 1,-1 0-1,1 0 1,0 0-1,0-1 1,0 1-1,-1-1 1,1 1-1,0-1 1,0 0-1,0 0 0,-4-2 1,-3-5-6729</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2.098"/>
    </inkml:context>
    <inkml:brush xml:id="br0">
      <inkml:brushProperty name="width" value="0.05" units="cm"/>
      <inkml:brushProperty name="height" value="0.05" units="cm"/>
    </inkml:brush>
  </inkml:definitions>
  <inkml:trace contextRef="#ctx0" brushRef="#br0">63 168 24575,'-3'-1'0,"1"-1"0,-1 1 0,1-1 0,-1 1 0,1-1 0,0 0 0,0 1 0,0-1 0,0 0 0,-3-4 0,-2-1 0,6 6 0,0 0 0,0 0 0,1 0 0,-1 0 0,0 1 0,0-1 0,0 0 0,0 1 0,0-1 0,0 1 0,0-1 0,0 1 0,0-1 0,0 1 0,0 0 0,0 0 0,0-1 0,-1 1 0,0 0 0,2 1 0,-1-1 0,1 0 0,-1 1 0,1-1 0,-1 0 0,1 1 0,0-1 0,-1 1 0,1-1 0,0 1 0,-1-1 0,1 1 0,0 0 0,-1-1 0,1 1 0,0-1 0,0 1 0,0-1 0,0 1 0,0 0 0,0-1 0,0 1 0,0-1 0,0 2 0,0 9 0,1-1 0,1 0 0,2 12 0,-2-13 0,1 6 0,26 156 0,-26-141 0,-1 0 0,-1 0 0,-5 51 0,-2-58 0,6-23 0,0 0 0,0 0 0,0 0 0,0 0 0,0 0 0,0 0 0,0 0 0,-1 0 0,1 1 0,0-1 0,0 0 0,0 0 0,0 0 0,0 0 0,0 0 0,0 0 0,-1 0 0,1 0 0,0 0 0,0 0 0,0 0 0,0 0 0,0 0 0,0 0 0,-1 0 0,1 0 0,0 0 0,0 0 0,0 0 0,0 0 0,0 0 0,0 0 0,-1 0 0,1 0 0,0 0 0,0 0 0,0 0 0,0-1 0,0 1 0,0 0 0,0 0 0,0 0 0,0 0 0,-1 0 0,1 0 0,0 0 0,0 0 0,0-1 0,0 1 0,0 0 0,0 0 0,0 0 0,0 0 0,0 0 0,0 0 0,0 0 0,0-1 0,0 1 0,0 0 0,0 0 0,0 0 0,0 0 0,0-1 0,-2-4 0,1 0 0,0-1 0,0 1 0,1-1 0,0-7 0,1-16 0,1 1 0,2-1 0,8-27 0,27-84 0,-28 103 0,-9 32 0,9-33 0,18-37 0,-25 66 0,0-1 0,1 1 0,0 0 0,1 1 0,0-1 0,0 1 0,1 1 0,0-1 0,11-9 0,-18 17 0,1-1 0,0 0 0,0 0 0,0 0 0,0 1 0,0-1 0,0 0 0,0 1 0,0-1 0,0 1 0,0-1 0,0 1 0,0 0 0,0-1 0,0 1 0,0 0 0,1 0 0,-1 0 0,0 0 0,0 0 0,0 0 0,0 0 0,1 0 0,-1 0 0,0 0 0,0 1 0,0-1 0,0 1 0,0-1 0,0 1 0,0-1 0,0 1 0,0-1 0,0 1 0,0 0 0,0-1 0,0 1 0,0 0 0,0 0 0,-1 0 0,1 0 0,0 0 0,-1 0 0,1 0 0,-1 0 0,1 0 0,-1 0 0,1 2 0,2 5 0,-1 0 0,1 0 0,-2 1 0,1-1 0,0 11 0,-1 27 0,-1 0 0,-3 1 0,-1-1 0,-3 0 0,-23 83 0,26-113 0,11-35 0,-1 5 0,15-43 0,31-53 0,-40 87 0,0 2 0,2 0 0,1 1 0,0 0 0,24-23 0,-34 38 0,0 1 0,1-1 0,0 1 0,-1 0 0,1 0 0,1 1 0,-1-1 0,8-1 0,-12 4 0,1 0 0,-1 0 0,1 1 0,-1 0 0,1-1 0,-1 1 0,1 0 0,0 0 0,-1 0 0,1 1 0,-1-1 0,1 1 0,0-1 0,-1 1 0,1 0 0,-1 0 0,0 0 0,1 0 0,-1 0 0,0 1 0,0-1 0,0 1 0,0-1 0,3 4 0,1 1 0,0 2 0,-1-1 0,0 0 0,-1 1 0,1 0 0,-1 0 0,-1 0 0,0 1 0,0-1 0,0 1 0,0 9 0,3 15 0,2 52 0,-6 60-1365,-3-111-5461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2.472"/>
    </inkml:context>
    <inkml:brush xml:id="br0">
      <inkml:brushProperty name="width" value="0.05" units="cm"/>
      <inkml:brushProperty name="height" value="0.05" units="cm"/>
    </inkml:brush>
  </inkml:definitions>
  <inkml:trace contextRef="#ctx0" brushRef="#br0">147 112 24575,'5'-15'0,"0"0"0,-1-1 0,0 0 0,2-25 0,-6 41 0,0-1 0,0 1 0,0 0 0,0 0 0,0-1 0,0 1 0,0 0 0,0 0 0,0-1 0,0 1 0,0 0 0,0-1 0,0 1 0,0 0 0,0 0 0,0-1 0,0 1 0,0 0 0,-1 0 0,1 0 0,0-1 0,0 1 0,0 0 0,0 0 0,0 0 0,-1-1 0,1 1 0,0 0 0,0 0 0,0 0 0,-1 0 0,1-1 0,0 1 0,0 0 0,-1 0 0,1 0 0,-10 5 0,-7 16 0,-3 8 0,2 1 0,2 1 0,1 0 0,1 1 0,1 0 0,2 1 0,1 1 0,2 0 0,-5 46 0,12-71 0,0 0 0,1 0 0,0 0 0,1 0 0,0 0 0,0-1 0,1 1 0,0 0 0,1 0 0,4 10 0,-5-15 0,0 0 0,0-1 0,0 0 0,0 1 0,1-1 0,-1 0 0,1 0 0,0-1 0,0 1 0,0 0 0,1-1 0,-1 0 0,0 0 0,1 0 0,-1 0 0,1 0 0,0-1 0,0 0 0,-1 0 0,1 0 0,0 0 0,0 0 0,0-1 0,0 0 0,5 0 0,2 0 0,1-1 0,-1-1 0,0 0 0,1-1 0,-1 0 0,-1-1 0,1 0 0,0 0 0,-1-1 0,0-1 0,0 0 0,0 0 0,-1-1 0,0 0 0,16-16 0,-10 7 0,-1 0 0,-1-1 0,0 0 0,-1-1 0,-1-1 0,-1 0 0,13-32 0,-17 37 0,-1-1 0,0 0 0,-1-1 0,2-21 0,-7 27 0,-2 12 0,-6 15 0,1 10 0,1 0 0,-8 54 0,4 59 0,11-134 0,-3 32-682,4 62-1,3-70-6143</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6.548"/>
    </inkml:context>
    <inkml:brush xml:id="br0">
      <inkml:brushProperty name="width" value="0.05" units="cm"/>
      <inkml:brushProperty name="height" value="0.05" units="cm"/>
    </inkml:brush>
  </inkml:definitions>
  <inkml:trace contextRef="#ctx0" brushRef="#br0">131 221 24575,'-42'1'0,"16"0"0,-34-3 0,60 2 0,0 0 0,0 0 0,0 0 0,0-1 0,0 1 0,0 0 0,0 0 0,0 0 0,0 0 0,0 0 0,0 0 0,0 0 0,0 0 0,0 0 0,0 0 0,0 0 0,0-1 0,0 1 0,0 0 0,0 0 0,0 0 0,0 0 0,0 0 0,0 0 0,0 0 0,0 0 0,0 0 0,0 0 0,0 0 0,0 0 0,0-1 0,0 1 0,0 0 0,0 0 0,0 0 0,0 0 0,0 0 0,-1 0 0,1 0 0,0 0 0,0 0 0,0 0 0,0 0 0,0 0 0,0 0 0,0 0 0,0 0 0,0 0 0,0 0 0,0 0 0,-1 0 0,1 0 0,0 0 0,0 0 0,0 0 0,0 0 0,0 0 0,0 0 0,0 0 0,0 0 0,0 0 0,-1 0 0,12-4 0,16-4 0,374-69 0,-28 6 0,-360 68 0,2 0 0,-1 0 0,0-1 0,20-9 0,-33 13 0,-1 0 0,1 0 0,-1-1 0,1 1 0,-1 0 0,1 0 0,-1 0 0,0 0 0,1-1 0,-1 1 0,1 0 0,-1-1 0,0 1 0,1 0 0,-1-1 0,0 1 0,0 0 0,1-1 0,-1 1 0,0 0 0,0-1 0,1 1 0,-1-1 0,0 1 0,0-1 0,0 1 0,0 0 0,0-1 0,1 1 0,-1-1 0,0 0 0,-12-7 0,-26 1 0,-4 3 0,-1 3 0,-80 7 0,-86 24 0,184-26 0,4-1 0,1 1 0,-1 1 0,-32 11 0,52-15 0,-1-1 0,1 1 0,-1-1 0,1 1 0,-1 0 0,1 0 0,-1-1 0,1 1 0,0 0 0,0 1 0,0-1 0,-1 0 0,1 0 0,0 0 0,0 1 0,0-1 0,1 0 0,-1 1 0,0-1 0,0 1 0,1-1 0,-1 1 0,1-1 0,0 1 0,-1-1 0,1 1 0,0 0 0,0-1 0,0 1 0,0-1 0,0 1 0,0 0 0,1 2 0,1 4 0,1-1 0,0 1 0,0-1 0,1 0 0,7 11 0,0 0 0,11 22 0,-2 1 0,-2 0 0,-2 2 0,-2 0 0,-2 0 0,-1 1 0,7 71 0,-14-74-1365,1-8-5461</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6.784"/>
    </inkml:context>
    <inkml:brush xml:id="br0">
      <inkml:brushProperty name="width" value="0.05" units="cm"/>
      <inkml:brushProperty name="height" value="0.05" units="cm"/>
    </inkml:brush>
  </inkml:definitions>
  <inkml:trace contextRef="#ctx0" brushRef="#br0">240 92 24575,'28'-36'0,"-21"28"0,0-1 0,0 0 0,6-11 0,-14 20 0,1 0 0,0 0 0,0 0 0,-1 0 0,1 0 0,0 0 0,0 0 0,-1 0 0,1 0 0,0 0 0,0 0 0,-1 0 0,1 0 0,0 0 0,0 0 0,-1 0 0,1 0 0,0 0 0,0 0 0,-1 0 0,1 0 0,0 0 0,0 0 0,0-1 0,-1 1 0,1 0 0,0 0 0,0 0 0,0 0 0,-1-1 0,1 1 0,0 0 0,0 0 0,0 0 0,0-1 0,-1 1 0,1 0 0,0 0 0,0-1 0,0 1 0,0 0 0,0 0 0,0-1 0,0 1 0,0 0 0,0 0 0,0-1 0,0 1 0,0 0 0,0 0 0,0-1 0,0 1 0,0 0 0,0 0 0,0-1 0,0 1 0,0 0 0,1 0 0,-1 0 0,0-1 0,0 1 0,0 0 0,0-1 0,-22 12 0,-2 3 0,1 1 0,0 1 0,1 1 0,1 1 0,0 1 0,1 1 0,2 0 0,0 2 0,1 0 0,-22 38 0,35-52 0,0 0 0,1 0 0,0 1 0,0-1 0,0 1 0,2-1 0,-1 1 0,0 12 0,2-17 0,0 0 0,0 1 0,0-1 0,1 0 0,0 0 0,0 0 0,0-1 0,0 1 0,1 0 0,-1 0 0,1-1 0,0 1 0,0-1 0,1 1 0,-1-1 0,1 0 0,-1 0 0,1 0 0,0 0 0,5 4 0,1-2 27,-1 0-1,1-1 0,-1 0 0,1 0 1,1-1-1,-1 0 0,0 0 0,1-1 1,-1-1-1,1 0 0,-1 0 0,16-1 1,4-1-596,0-1 0,52-12 0,-15-2-6257</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7.094"/>
    </inkml:context>
    <inkml:brush xml:id="br0">
      <inkml:brushProperty name="width" value="0.05" units="cm"/>
      <inkml:brushProperty name="height" value="0.05" units="cm"/>
    </inkml:brush>
  </inkml:definitions>
  <inkml:trace contextRef="#ctx0" brushRef="#br0">154 218 24575,'3'-3'0,"24"-24"0,0-2 0,38-55 0,-64 82 0,0 1 0,0-1 0,0 1 0,0-1 0,0 1 0,-1-1 0,1 0 0,0 1 0,-1-1 0,1 0 0,-1 1 0,0-1 0,0 0 0,1 0 0,-1 0 0,0 1 0,-1-1 0,1 0 0,0 0 0,0 1 0,-1-1 0,1 0 0,-1 0 0,1 1 0,-1-1 0,0 1 0,0-1 0,0 0 0,-1-1 0,-1 1 0,1-1 0,-1 1 0,0 0 0,0 0 0,0 1 0,0-1 0,0 1 0,0-1 0,-1 1 0,1 0 0,0 0 0,-1 0 0,1 1 0,-6-1 0,-1 0 0,0 1 0,0 1 0,-1 0 0,1 0 0,0 1 0,0 0 0,0 1 0,1 0 0,-12 5 0,15-6 0,0 1 0,1-1 0,-1 1 0,1 0 0,0 1 0,0 0 0,0-1 0,0 2 0,1-1 0,-1 0 0,1 1 0,0 0 0,1 0 0,-1 0 0,1 0 0,-3 7 0,5-9 0,0 0 0,0 1 0,0-1 0,1 0 0,0 1 0,-1-1 0,1 0 0,0 0 0,1 1 0,-1-1 0,0 0 0,1 1 0,0-1 0,1 5 0,1-2 0,0-1 0,0 1 0,0-1 0,0 1 0,1-1 0,0 0 0,5 5 0,4 2 0,1 0 0,0 0 0,1-1 0,21 11 0,67 27 0,-73-36 0,0 0 0,37 25 0,-66-38 0,0 1 0,0 0 0,1-1 0,-1 1 0,0 0 0,0 0 0,0 0 0,0 0 0,-1 0 0,1 0 0,0 0 0,0 0 0,-1 0 0,1 0 0,0 1 0,-1-1 0,1 0 0,0 2 0,-1-2 0,0 0 0,-1 0 0,1-1 0,0 1 0,0 0 0,-1 0 0,1-1 0,0 1 0,-1 0 0,1-1 0,-1 1 0,1 0 0,-1-1 0,1 1 0,-1-1 0,1 1 0,-1-1 0,1 1 0,-1-1 0,0 1 0,1-1 0,-2 1 0,-5 2 0,0 0 0,0-1 0,-1 0 0,1 0 0,-9 1 0,-30 2-273,-1-3 0,1-1 0,0-2 0,-56-9 0,49 3-6553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7.550"/>
    </inkml:context>
    <inkml:brush xml:id="br0">
      <inkml:brushProperty name="width" value="0.05" units="cm"/>
      <inkml:brushProperty name="height" value="0.05" units="cm"/>
    </inkml:brush>
  </inkml:definitions>
  <inkml:trace contextRef="#ctx0" brushRef="#br0">22 207 24575,'1'-59'0,"-2"-64"0,-5 101 0,6 21 0,0 1 0,0 0 0,0 0 0,0 0 0,0 0 0,0 0 0,0 0 0,-1 0 0,1 0 0,0 0 0,0 0 0,0-1 0,0 1 0,0 0 0,0 0 0,0 0 0,0 0 0,0 0 0,0 0 0,-1 0 0,1 0 0,0 0 0,0 0 0,0 0 0,0 0 0,0 0 0,0 0 0,0 0 0,0 0 0,-1 0 0,1 0 0,0 0 0,0 0 0,0 0 0,0 0 0,0 0 0,0 0 0,0 0 0,0 0 0,-1 0 0,1 0 0,0 0 0,0 1 0,0-1 0,0 0 0,0 0 0,0 0 0,0 0 0,0 0 0,0 0 0,0 0 0,-4 14 0,-1 52 0,2 1 0,8 85 0,-4-132 0,18 200-1365,-12-162-5461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7.720"/>
    </inkml:context>
    <inkml:brush xml:id="br0">
      <inkml:brushProperty name="width" value="0.05" units="cm"/>
      <inkml:brushProperty name="height" value="0.05" units="cm"/>
    </inkml:brush>
  </inkml:definitions>
  <inkml:trace contextRef="#ctx0" brushRef="#br0">8 125 24575,'-3'-3'0,"-1"-5"0,4 0 0,4 1 0,8 2 0,8 1 0,10 2 0,13-2 0,8-1 0,8-2 0,4-3 0,-4-3 0,-4-3 0,-6-1 0,-11 2-8191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7.859"/>
    </inkml:context>
    <inkml:brush xml:id="br0">
      <inkml:brushProperty name="width" value="0.05" units="cm"/>
      <inkml:brushProperty name="height" value="0.05" units="cm"/>
    </inkml:brush>
  </inkml:definitions>
  <inkml:trace contextRef="#ctx0" brushRef="#br0">176 521 24575,'-6'-6'0,"-12"-12"0,-8-11 0,-7-12 0,-1-10 0,6-6 0,8-3 0,9 2 0,14 6 0,13 4 0,12 8 0,11 11 0,9 10 0,8 8 0,4 9 0,1 12 0,-3 10 0,-12 1-8191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8.215"/>
    </inkml:context>
    <inkml:brush xml:id="br0">
      <inkml:brushProperty name="width" value="0.05" units="cm"/>
      <inkml:brushProperty name="height" value="0.05" units="cm"/>
    </inkml:brush>
  </inkml:definitions>
  <inkml:trace contextRef="#ctx0" brushRef="#br0">34 147 24575,'-1'0'0,"-1"-1"0,0 1 0,1 0 0,-1-1 0,1 0 0,0 1 0,-1-1 0,1 0 0,-1 0 0,1 0 0,0 1 0,0-2 0,-1 1 0,1 0 0,0 0 0,0 0 0,0 0 0,0-1 0,0 1 0,1 0 0,-1-1 0,0 1 0,1-1 0,-1 1 0,1-1 0,-1 1 0,1-1 0,0 1 0,-1-1 0,1-1 0,-1-1 0,1 1 0,-1-1 0,1 1 0,0-1 0,0 1 0,0-1 0,1 1 0,-1-1 0,1 1 0,-1-1 0,1 1 0,3-6 0,-3 7 0,0 1 0,0-1 0,0 0 0,0 1 0,1-1 0,-1 0 0,1 1 0,-1 0 0,1-1 0,-1 1 0,1 0 0,0 0 0,0 0 0,0 0 0,-1 0 0,1 0 0,0 1 0,0-1 0,0 1 0,0-1 0,0 1 0,0 0 0,0 0 0,0 0 0,1 0 0,-1 0 0,0 0 0,0 0 0,0 1 0,0-1 0,0 1 0,0-1 0,0 1 0,-1 0 0,3 1 0,2 1 0,-1 0 0,1 1 0,-1-1 0,0 1 0,0 0 0,0 1 0,-1-1 0,0 1 0,1 0 0,3 6 0,-3-2 0,0 1 0,0 0 0,-1 0 0,0 0 0,-1 1 0,0-1 0,2 17 0,-4-20 0,0 1 0,-1-1 0,0 0 0,0 0 0,0 0 0,-1 0 0,0 0 0,0 0 0,-1 0 0,0 0 0,0 0 0,-5 9 0,6-14 0,1-1 0,-1 0 0,0 0 0,-1 1 0,1-1 0,0 0 0,0 0 0,0 0 0,-1 0 0,1 0 0,0 0 0,-1 0 0,1-1 0,-3 2 0,4-2 0,-1 0 0,1 0 0,-1 0 0,1 0 0,-1 0 0,1 0 0,-1 0 0,1 0 0,-1 0 0,1 0 0,-1 0 0,1 0 0,-1-1 0,1 1 0,0 0 0,-1 0 0,1 0 0,-1-1 0,1 1 0,-1 0 0,1-1 0,0 1 0,-1 0 0,1-1 0,0 1 0,-1 0 0,1-1 0,0 1 0,-1-1 0,1 1 0,0-1 0,0 1 0,0-1 0,-1 1 0,1-1 0,0 1 0,0-1 0,0 1 0,0-1 0,0 1 0,0-1 0,0 1 0,0-1 0,0 1 0,0-1 0,0 1 0,1-2 0,-1-6 0,1 0 0,0 1 0,1-1 0,0 0 0,0 0 0,1 1 0,0-1 0,0 1 0,1 0 0,0 0 0,0 0 0,9-11 0,0 1 0,2 1 0,0 0 0,25-21 0,-22 23 0,0 1 0,1 0 0,0 2 0,32-15 0,-43 22 0,1 1 0,1 0 0,-1 0 0,0 0 0,1 2 0,-1-1 0,1 1 0,-1 0 0,1 1 0,0 0 0,-1 1 0,1 0 0,10 2 0,-15-1 19,-1-1 0,1 1 0,-1 0 0,1 1 0,-1-1 0,0 1 0,0-1 0,0 1 0,0 0 0,0 1 0,-1-1 0,1 1 0,-1 0 0,0 0 0,0 0 0,-1 0 0,5 9 0,0 2-446,-1 1 0,-1 0 1,6 30-1,-5-19-6399</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8.574"/>
    </inkml:context>
    <inkml:brush xml:id="br0">
      <inkml:brushProperty name="width" value="0.05" units="cm"/>
      <inkml:brushProperty name="height" value="0.05" units="cm"/>
    </inkml:brush>
  </inkml:definitions>
  <inkml:trace contextRef="#ctx0" brushRef="#br0">181 329 24575,'48'-71'0,"-3"-1"0,37-85 0,-73 131 0,-9 26 0,0 0 0,0 0 0,0 0 0,0 0 0,0 0 0,0 0 0,0 0 0,0 0 0,-1 0 0,1 0 0,0 0 0,0 0 0,0 0 0,0 0 0,0 0 0,0 0 0,0 0 0,0 0 0,0 0 0,0 0 0,0 0 0,-1 0 0,1 0 0,0 0 0,0 0 0,0 0 0,0 0 0,0 0 0,0 0 0,0 0 0,0 0 0,0 0 0,0 0 0,0-1 0,0 1 0,0 0 0,0 0 0,0 0 0,0 0 0,0 0 0,0 0 0,0 0 0,0 0 0,-1 0 0,1 0 0,0 0 0,0-1 0,0 1 0,0 0 0,0 0 0,1 0 0,-1 0 0,0 0 0,0 0 0,0 0 0,0 0 0,0 0 0,-9 10 0,-10 18 0,2 7 0,2 0 0,2 1 0,-15 58 0,-10 118 0,20-23 0,8 194 0,10-278 0,0-78 0,1-13 0,-1 1 0,-1-1 0,0 0 0,0 1 0,-1-1 0,-1 0 0,-9 27 0,11-40 0,1 0 0,0 0 0,0-1 0,-1 1 0,1 0 0,-1 0 0,1-1 0,0 1 0,-1 0 0,1-1 0,-1 1 0,0 0 0,1-1 0,-1 1 0,1-1 0,-1 1 0,0-1 0,0 1 0,1-1 0,-1 0 0,0 1 0,0-1 0,1 0 0,-1 1 0,0-1 0,0 0 0,0 0 0,0 0 0,1 0 0,-1 0 0,0 0 0,0 0 0,0 0 0,0 0 0,0 0 0,1 0 0,-1-1 0,0 1 0,0 0 0,0-1 0,1 1 0,-2-1 0,-2-2 0,1 1 0,-1-1 0,1 0 0,0 0 0,0-1 0,0 1 0,-3-5 0,-7-12 0,1-1 0,0-1 0,2 0 0,0 0 0,-12-46 0,11 21 0,1 0 0,-3-52 0,10 58 0,1-1 0,7-77 0,-3 101 0,1 1 0,0 0 0,1 0 0,1 1 0,1-1 0,0 1 0,1 0 0,1 1 0,15-24 0,-16 30 0,1 1 0,-1 1 0,1-1 0,1 2 0,-1-1 0,1 1 0,0 0 0,1 1 0,-1 0 0,1 0 0,0 1 0,0 0 0,0 1 0,1 0 0,-1 1 0,22-2 0,-1 2 0,1 1 0,-1 1 0,1 2 0,46 8 0,-55-6-455,1 1 0,37 13 0,-46-11-6371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09:58.807"/>
    </inkml:context>
    <inkml:brush xml:id="br0">
      <inkml:brushProperty name="width" value="0.05" units="cm"/>
      <inkml:brushProperty name="height" value="0.05" units="cm"/>
    </inkml:brush>
  </inkml:definitions>
  <inkml:trace contextRef="#ctx0" brushRef="#br0">0 14 24575,'3'3'0,"5"1"0,3 1 0,0-5 0,2-6 0,1-3 0,-1-2-8191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5.991"/>
    </inkml:context>
    <inkml:brush xml:id="br0">
      <inkml:brushProperty name="width" value="0.05" units="cm"/>
      <inkml:brushProperty name="height" value="0.05" units="cm"/>
    </inkml:brush>
  </inkml:definitions>
  <inkml:trace contextRef="#ctx0" brushRef="#br0">0 63 24575,'3'-3'0,"-1"0"0,0-1 0,1 1 0,-1-1 0,-1 1 0,1-1 0,0 0 0,1-7 0,6-13 0,-14 72 0,-5 9 0,2 1 0,3 0 0,4 90 0,2-128 0,0 0 0,2 0 0,0-1 0,2 1 0,0-1 0,1 0 0,16 36 0,-17-45 0,0 0 0,1-1 0,1 0 0,0 0 0,0 0 0,0-1 0,1 0 0,0-1 0,1 0 0,0 0 0,0 0 0,0-1 0,1-1 0,0 0 0,19 7 0,-16-7 0,1-2 0,-1 0 0,1-1 0,0 0 0,0-1 0,0 0 0,0-1 0,0-1 0,0 0 0,0-1 0,0-1 0,0 0 0,-1 0 0,1-2 0,-1 0 0,0 0 0,-1-1 0,1-1 0,19-13 0,-15 8 0,-2 0 0,1-1 0,-2-1 0,0 0 0,0-1 0,-1-1 0,-1 0 0,-1 0 0,0-1 0,-1-1 0,-1 0 0,-1 0 0,8-25 0,-9 16 0,0 0 0,-2 0 0,-1-1 0,0-28 0,-4 38 0,0 1 0,-1 0 0,-1-1 0,-1 1 0,0 0 0,-1 0 0,-10-25 0,13 38 19,0 1 0,-1 0 0,1 0 0,-1 0 0,0 1 0,0-1 0,0 0 0,0 1 0,-1-1 0,1 1 0,0 0 0,-1 0 0,0 0 0,0 0 0,1 0 0,-1 0 0,-6-1 0,7 2-76,0 1 0,1 0 0,-2-1 0,1 1 0,0 0 0,0 1 0,0-1 0,0 0 1,1 0-1,-1 1 0,0-1 0,0 1 0,0 0 0,0-1 0,0 1 0,0 0 0,1 0 1,-1 0-1,0 1 0,1-1 0,-1 0 0,1 0 0,-1 1 0,1-1 0,0 1 1,0 0-1,-1-1 0,1 1 0,-1 3 0,-7 11-6769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6.197"/>
    </inkml:context>
    <inkml:brush xml:id="br0">
      <inkml:brushProperty name="width" value="0.05" units="cm"/>
      <inkml:brushProperty name="height" value="0.05" units="cm"/>
    </inkml:brush>
  </inkml:definitions>
  <inkml:trace contextRef="#ctx0" brushRef="#br0">1 63 24575,'3'-3'0,"1"-5"0,3-3 0,0-3 0,0-3 0,-3 8 0,-1 9 0,-1 14 0,-1 13 0,-1 12 0,0 12 0,-1 13 0,4 8 0,1 4 0,0 2 0,-1 0 0,0-13-8191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8.448"/>
    </inkml:context>
    <inkml:brush xml:id="br0">
      <inkml:brushProperty name="width" value="0.05" units="cm"/>
      <inkml:brushProperty name="height" value="0.05" units="cm"/>
    </inkml:brush>
  </inkml:definitions>
  <inkml:trace contextRef="#ctx0" brushRef="#br0">42 345 24575,'-1'-4'0,"0"-1"0,0 1 0,0-1 0,0 1 0,-1 0 0,0-1 0,0 1 0,0 0 0,0 0 0,0 1 0,-6-7 0,8 10 0,0 0 0,0 0 0,-1 0 0,1 0 0,0 0 0,0-1 0,-1 1 0,1 0 0,0 0 0,0 0 0,-1 0 0,1 0 0,0 0 0,0 0 0,-1 0 0,1 0 0,0 0 0,0 1 0,-1-1 0,1 0 0,0 0 0,0 0 0,-1 0 0,1 0 0,0 0 0,0 1 0,-1-1 0,1 0 0,0 0 0,0 0 0,0 0 0,-1 1 0,1-1 0,0 0 0,0 0 0,0 1 0,0-1 0,0 0 0,0 0 0,-1 0 0,1 1 0,0-1 0,0 0 0,0 1 0,0-1 0,0 0 0,0 1 0,-3 14 0,3-14 0,-4 75 0,5 81 0,1-54 0,-2 37 0,15-205 0,99-485 0,-111 536 0,19-62 0,-19 67 0,1 1 0,-1 1 0,1-1 0,1 0 0,-1 1 0,12-13 0,-16 19 0,1 0 0,0 0 0,0 0 0,-1 0 0,1 0 0,0 0 0,0 0 0,0 1 0,0-1 0,0 0 0,0 1 0,1-1 0,-1 0 0,0 1 0,0-1 0,0 1 0,1 0 0,-1-1 0,0 1 0,0 0 0,1 0 0,-1 0 0,0-1 0,1 2 0,-1-1 0,0 0 0,0 0 0,1 0 0,-1 0 0,0 1 0,0-1 0,1 1 0,-1-1 0,0 1 0,0-1 0,0 1 0,0 0 0,0 0 0,0-1 0,0 1 0,0 0 0,0 0 0,0 0 0,1 1 0,2 4 0,0 0 0,-1 0 0,1 0 0,-1 0 0,-1 1 0,5 12 0,5 28 0,-2 0 0,8 88 0,-13 99 0,-4-217 0,2-33 0,-1 5 0,39-157 0,-35 148 0,1 0 0,1 1 0,1-1 0,1 2 0,0-1 0,16-19 0,-24 35 0,1-1 0,0 1 0,0 0 0,0 0 0,1 0 0,-1 0 0,1 0 0,0 1 0,-1 0 0,1 0 0,0 0 0,1 0 0,5-2 0,-7 4 0,0-1 0,0 1 0,-1 0 0,1 0 0,0 0 0,0 0 0,0 1 0,0-1 0,-1 1 0,1 0 0,0 0 0,-1 0 0,1 0 0,0 0 0,-1 0 0,1 1 0,-1-1 0,0 1 0,1 0 0,-1-1 0,0 1 0,2 3 0,6 6 0,-1 1 0,-1-1 0,0 2 0,-1-1 0,0 1 0,-1 0 0,0 1 0,-1-1 0,4 18 0,1 9 0,9 82 0,-12 17-1365,-7-110-5461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8.634"/>
    </inkml:context>
    <inkml:brush xml:id="br0">
      <inkml:brushProperty name="width" value="0.05" units="cm"/>
      <inkml:brushProperty name="height" value="0.05" units="cm"/>
    </inkml:brush>
  </inkml:definitions>
  <inkml:trace contextRef="#ctx0" brushRef="#br0">1 82 24575,'3'-8'0,"1"-6"0,1 1 0,11-23 0,-15 35 0,-1 1 0,0-1 0,0 1 0,1-1 0,-1 0 0,0 1 0,1-1 0,-1 1 0,0-1 0,1 1 0,-1 0 0,1-1 0,-1 1 0,1-1 0,-1 1 0,1 0 0,-1-1 0,1 1 0,0 0 0,-1-1 0,1 1 0,-1 0 0,1 0 0,0 0 0,0 0 0,0 0 0,-1 0 0,1 1 0,-1-1 0,1 0 0,-1 1 0,1-1 0,-1 1 0,0-1 0,1 1 0,-1-1 0,1 1 0,-1 0 0,0-1 0,1 1 0,-1-1 0,0 1 0,0 0 0,0-1 0,1 2 0,4 36 0,-2 355 170,-5-211-1705,2-154-5291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8.852"/>
    </inkml:context>
    <inkml:brush xml:id="br0">
      <inkml:brushProperty name="width" value="0.05" units="cm"/>
      <inkml:brushProperty name="height" value="0.05" units="cm"/>
    </inkml:brush>
  </inkml:definitions>
  <inkml:trace contextRef="#ctx0" brushRef="#br0">0 267 24575,'16'-85'0,"-14"65"0,1 1 0,1-1 0,1 1 0,1 0 0,0 0 0,10-17 0,-16 34 0,1 0 0,0 0 0,0 1 0,0-1 0,1 0 0,-1 0 0,0 1 0,1-1 0,-1 1 0,1 0 0,-1-1 0,1 1 0,-1 0 0,1 0 0,0 0 0,0 0 0,0 0 0,0 0 0,0 0 0,-1 1 0,1-1 0,3 0 0,-2 1 0,0 1 0,-1-1 0,1 1 0,-1-1 0,1 1 0,-1 0 0,1 0 0,-1 0 0,1 0 0,-1 1 0,0-1 0,0 1 0,1-1 0,2 4 0,6 6 0,-1 0 0,0 1 0,-1 0 0,13 23 0,-2-1 0,-2 1 0,22 61 0,-32-74 0,-2 0 0,0 1 0,-2-1 0,0 1 0,1 45 0,-5-60-52,-1 1-1,1-1 1,-1 0-1,-1 1 1,0-1-1,0 0 1,0 0-1,-1 0 1,0 0-1,-1 0 1,0-1-1,0 0 1,0 1-1,-1-1 1,0-1-1,-1 1 1,1-1-1,-1 0 1,0 0-1,-1-1 0,1 0 1,-1 0-1,0 0 1,-1-1-1,-11 5 1,-17 3-6774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9.117"/>
    </inkml:context>
    <inkml:brush xml:id="br0">
      <inkml:brushProperty name="width" value="0.05" units="cm"/>
      <inkml:brushProperty name="height" value="0.05" units="cm"/>
    </inkml:brush>
  </inkml:definitions>
  <inkml:trace contextRef="#ctx0" brushRef="#br0">134 33 24575,'77'-28'0,"-73"24"0,-14 4 0,-19 6 0,18-1 0,0 1 0,0 0 0,1 1 0,-1 0 0,1 1 0,1 0 0,0 0 0,0 1 0,1 0 0,0 1 0,0 0 0,1 0 0,0 1 0,1 0 0,0 0 0,1 0 0,0 1 0,1 0 0,0 0 0,-1 13 0,1-8 0,1 0 0,1 1 0,1 0 0,0-1 0,1 1 0,1 0 0,1-1 0,0 1 0,2-1 0,0 1 0,0-1 0,2 0 0,13 27 0,-15-35-91,1 0 0,1 0 0,0-1 0,0 0 0,1 0 0,-1-1 0,2 0 0,-1 0 0,1-1 0,0 0 0,0 0 0,1 0 0,0-1 0,15 6 0,4-2-6735</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19.244"/>
    </inkml:context>
    <inkml:brush xml:id="br0">
      <inkml:brushProperty name="width" value="0.05" units="cm"/>
      <inkml:brushProperty name="height" value="0.05" units="cm"/>
    </inkml:brush>
  </inkml:definitions>
  <inkml:trace contextRef="#ctx0" brushRef="#br0">50 243 24575,'-3'-6'0,"-4"-9"0,-4-7 0,-1-4 0,3 0 0,2-3 0,9 2 0,7 1 0,8 6 0,8 3 0,6 4 0,3 4 0,3 5 0,-5 2-8191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2.356"/>
    </inkml:context>
    <inkml:brush xml:id="br0">
      <inkml:brushProperty name="width" value="0.05" units="cm"/>
      <inkml:brushProperty name="height" value="0.05" units="cm"/>
    </inkml:brush>
  </inkml:definitions>
  <inkml:trace contextRef="#ctx0" brushRef="#br0">110 4 24575,'3'-3'0,"1"5"0,0 8 0,-1 13 0,-1 14 0,-4 14 0,-4 13 0,-5 12 0,-4 5 0,-2 5 0,-1 0 0,-1-2 0,3-6 0,4-9 0,4-12 0,7-14 0,6-15 0,3-12-8191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2.552"/>
    </inkml:context>
    <inkml:brush xml:id="br0">
      <inkml:brushProperty name="width" value="0.05" units="cm"/>
      <inkml:brushProperty name="height" value="0.05" units="cm"/>
    </inkml:brush>
  </inkml:definitions>
  <inkml:trace contextRef="#ctx0" brushRef="#br0">0 206 24575,'15'-58'0,"20"-70"0,-35 127 0,1-1 0,-1 0 0,1 1 0,0-1 0,0 1 0,-1-1 0,1 1 0,0 0 0,0-1 0,1 1 0,0-1 0,-2 1 0,1 1 0,-1 0 0,0 0 0,1 0 0,-1 0 0,0-1 0,1 1 0,-1 0 0,0 0 0,1 0 0,-1 0 0,0 0 0,1 0 0,-1 0 0,0 0 0,1 0 0,-1 0 0,1 0 0,-1 0 0,0 0 0,1 0 0,-1 1 0,0-1 0,1 0 0,-1 0 0,0 0 0,1 0 0,-1 1 0,0-1 0,0 0 0,1 1 0,1 1 0,0 1 0,0 0 0,0 0 0,-1 0 0,1 1 0,-1-1 0,1 0 0,-1 0 0,1 5 0,59 306 0,-40-196 0,-20-111 16,2 10-361,0 0 0,-1 0-1,-1 29 1,-3-25-6481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2.753"/>
    </inkml:context>
    <inkml:brush xml:id="br0">
      <inkml:brushProperty name="width" value="0.05" units="cm"/>
      <inkml:brushProperty name="height" value="0.05" units="cm"/>
    </inkml:brush>
  </inkml:definitions>
  <inkml:trace contextRef="#ctx0" brushRef="#br0">54 203 24575,'-3'0'0,"-7"-4"0,-6 0 0,1-3 0,5-3 0,11-1 0,15 0 0,14-3 0,17-1 0,17-2 0,16-1 0,13 0 0,10 0 0,5 2 0,1 2 0,-5 2 0,-13 4 0,-20 3-8191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2.926"/>
    </inkml:context>
    <inkml:brush xml:id="br0">
      <inkml:brushProperty name="width" value="0.05" units="cm"/>
      <inkml:brushProperty name="height" value="0.05" units="cm"/>
    </inkml:brush>
  </inkml:definitions>
  <inkml:trace contextRef="#ctx0" brushRef="#br0">237 1 24575,'-16'6'0,"-17"6"0,-12 3 0,-6 0 0,3-1 0,17-1 0,19-4 0,21-3 0,22-2 0,17-3 0,21 0 0,16-5 0,13-1 0,5-3 0,5 0 0,-2-2 0,-8-2 0,-22 1-8191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3.331"/>
    </inkml:context>
    <inkml:brush xml:id="br0">
      <inkml:brushProperty name="width" value="0.05" units="cm"/>
      <inkml:brushProperty name="height" value="0.05" units="cm"/>
    </inkml:brush>
  </inkml:definitions>
  <inkml:trace contextRef="#ctx0" brushRef="#br0">20 20 24575,'0'-3'0,"-3"-2"0,-1-2 0,0 3 0,1 5 0,0 9 0,2 11 0,0 13 0,1 9 0,0 7 0,0 8 0,0 2 0,0 2 0,0-5 0,0-2 0,1-7 0,-1-9 0,0-10-8191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3.535"/>
    </inkml:context>
    <inkml:brush xml:id="br0">
      <inkml:brushProperty name="width" value="0.05" units="cm"/>
      <inkml:brushProperty name="height" value="0.05" units="cm"/>
    </inkml:brush>
  </inkml:definitions>
  <inkml:trace contextRef="#ctx0" brushRef="#br0">1 304 24575,'0'-23'0,"1"-1"0,2 1 0,0-1 0,1 1 0,1 0 0,2 1 0,0-1 0,18-37 0,-22 56 0,-1 0 0,1 0 0,0 0 0,0 0 0,0 0 0,1 1 0,-1 0 0,1-1 0,0 1 0,0 1 0,0-1 0,0 0 0,0 1 0,1 0 0,-1 0 0,1 0 0,6-1 0,-5 2 0,1 0 0,0 0 0,0 1 0,0 0 0,0 0 0,0 1 0,0 0 0,0 0 0,0 0 0,-1 1 0,9 3 0,-5-1 0,-1 0 0,0 1 0,0 0 0,0 0 0,-1 1 0,1 0 0,11 12 0,-15-14 0,0 2 0,-1-1 0,1 1 0,-1-1 0,0 1 0,-1 0 0,1 1 0,-1-1 0,-1 0 0,5 13 0,-6-15 0,-1-1 0,1 1 0,-1 0 0,0 0 0,0-1 0,0 1 0,0 0 0,-1-1 0,1 1 0,-1 0 0,0-1 0,0 1 0,0-1 0,-1 1 0,-2 5 0,0-4 0,0 1 0,0-1 0,0-1 0,0 1 0,-1 0 0,1-1 0,-1 0 0,-9 5 0,-6 2 0,0 0 0,-1-2 0,-44 14 0,0-3-1365,4-4-5461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4.128"/>
    </inkml:context>
    <inkml:brush xml:id="br0">
      <inkml:brushProperty name="width" value="0.05" units="cm"/>
      <inkml:brushProperty name="height" value="0.05" units="cm"/>
    </inkml:brush>
  </inkml:definitions>
  <inkml:trace contextRef="#ctx0" brushRef="#br0">56 167 24575,'0'0'0,"1"1"0,0-1 0,0 1 0,0-1 0,0 1 0,-1-1 0,1 1 0,0-1 0,-1 1 0,1-1 0,0 1 0,-1 0 0,1 0 0,-1-1 0,1 1 0,-1 0 0,1 0 0,-1-1 0,0 1 0,1 0 0,-1 0 0,0 0 0,0 0 0,1 0 0,-1 0 0,0 0 0,0 1 0,3 30 0,-3-28 0,0 302 0,-16-127 0,48-301 0,-12 49 0,8-36 0,56-188 0,-81 289 0,3-7 0,0-1 0,9-14 0,-14 27 0,0 0 0,1 1 0,0-1 0,-1 1 0,1-1 0,0 1 0,0 0 0,0 0 0,0 0 0,1 0 0,-1 0 0,1 0 0,-1 1 0,1-1 0,-1 1 0,1 0 0,0-1 0,4 0 0,-6 2 0,1 0 0,0 0 0,0 0 0,0 1 0,0-1 0,0 0 0,-1 1 0,1-1 0,0 1 0,0 0 0,-1-1 0,1 1 0,0 0 0,-1 0 0,1 0 0,-1 0 0,1 1 0,-1-1 0,1 0 0,-1 0 0,0 1 0,0-1 0,0 1 0,2 2 0,2 5 0,0 0 0,-1 0 0,5 14 0,-7-18 0,5 14 0,0 1 0,-2 0 0,0 1 0,-1-1 0,-1 1 0,-1 0 0,-1-1 0,-2 28 0,0-37 0,-1 0 0,0 0 0,0 0 0,-1 0 0,-1 0 0,0-1 0,0 0 0,-1 0 0,0 0 0,-1 0 0,0-1 0,0 0 0,-1 0 0,-1 0 0,1-1 0,-1 0 0,-11 8 0,7-8 0,-1 1 0,1-2 0,-1 0 0,-1 0 0,0-1 0,-26 8 0,30-12 0,0 1 0,0-2 0,0 1 0,0-1 0,0-1 0,0 0 0,0 0 0,0-1 0,0 0 0,0-1 0,-10-2 0,18 3 0,-1 0 0,1 0 0,-1 0 0,1 0 0,-1 0 0,1 0 0,0-1 0,-1 1 0,1-1 0,0 0 0,0 0 0,0 0 0,0 0 0,0 0 0,1 0 0,-1 0 0,1 0 0,-1-1 0,1 1 0,0-1 0,0 1 0,0-1 0,0 1 0,0-1 0,1 0 0,-1-2 0,1 1 0,0 1 0,0 0 0,1 0 0,-1 0 0,1 1 0,0-1 0,0 0 0,0 0 0,0 0 0,0 0 0,0 1 0,1-1 0,0 0 0,-1 1 0,1 0 0,0-1 0,0 1 0,0 0 0,1 0 0,-1 0 0,0 0 0,1 0 0,3-1 0,-1 0 0,1 0 0,-1 0 0,1 1 0,0 0 0,0 0 0,0 0 0,1 1 0,-1 0 0,0 0 0,1 0 0,-1 1 0,7 0 0,-3 1 0,1 1 0,-1 0 0,0 0 0,0 1 0,0 0 0,16 9 0,-3 1 0,0 0 0,-1 2 0,-1 1 0,38 35 0,-31-21-455,-1 1 0,24 37 0,-34-45-6371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4.768"/>
    </inkml:context>
    <inkml:brush xml:id="br0">
      <inkml:brushProperty name="width" value="0.05" units="cm"/>
      <inkml:brushProperty name="height" value="0.05" units="cm"/>
    </inkml:brush>
  </inkml:definitions>
  <inkml:trace contextRef="#ctx0" brushRef="#br0">28 48 24575,'-2'-2'0,"0"-1"0,1 1 0,-1-1 0,1 1 0,0-1 0,-1 1 0,0-6 0,-9-13 0,11 21 0,0 0 0,0 0 0,0 0 0,0 0 0,0-1 0,0 1 0,0 0 0,0 0 0,0 0 0,0 0 0,0 0 0,0 0 0,0 0 0,0 0 0,0 0 0,-1 0 0,1 0 0,0 0 0,0 0 0,0 0 0,0 0 0,0 0 0,0 0 0,0-1 0,0 1 0,0 0 0,0 0 0,0 0 0,-1 0 0,1 0 0,0 0 0,0 0 0,0 0 0,0 0 0,0 0 0,0 0 0,0 1 0,0-1 0,0 0 0,0 0 0,0 0 0,-1 0 0,1 0 0,0 0 0,0 0 0,0 0 0,0 0 0,0 0 0,0 0 0,0 0 0,0 0 0,0 0 0,0 0 0,0 0 0,0 0 0,0 1 0,0-1 0,0 0 0,0 0 0,0 0 0,0 0 0,0 0 0,-1 0 0,1 0 0,0 0 0,0 0 0,0 0 0,1 1 0,-2 10 0,4 15 0,14 162-682,-9 233-1,-8-386-6143</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5.436"/>
    </inkml:context>
    <inkml:brush xml:id="br0">
      <inkml:brushProperty name="width" value="0.05" units="cm"/>
      <inkml:brushProperty name="height" value="0.05" units="cm"/>
    </inkml:brush>
  </inkml:definitions>
  <inkml:trace contextRef="#ctx0" brushRef="#br0">15 283 24575,'0'0'0,"0"0"0,0 0 0,0 0 0,0 1 0,1-1 0,-1 0 0,0 0 0,0 1 0,0-1 0,-1 0 0,1 0 0,0 1 0,0-1 0,0 0 0,0 0 0,0 1 0,0-1 0,0 0 0,0 0 0,0 0 0,0 1 0,-1-1 0,1 0 0,0 0 0,0 0 0,0 1 0,0-1 0,-1 0 0,1 0 0,0 0 0,0 0 0,0 0 0,-1 0 0,1 1 0,0-1 0,0 0 0,-1 0 0,1 0 0,0 0 0,0 0 0,-1 0 0,1 0 0,0 0 0,0 0 0,0 0 0,-1 0 0,1 0 0,0 0 0,0 0 0,-1 0 0,1 0 0,0 0 0,0-1 0,-1 1 0,1 0 0,0 0 0,0 0 0,0 0 0,-1 0 0,1 0 0,0-1 0,0 1 0,0 0 0,0 0 0,-1 0 0,1-1 0,1 25 0,-1-21 0,12 112 0,-3-36 0,-3 1 0,-5 93 0,-7-149 0,2-20 0,0-16 0,0-16 0,2 1 0,1-1 0,5-50 0,21-85 0,-23 148 0,36-175 0,-28 151 0,1 1 0,30-66 0,-38 97 0,1 0 0,-1 1 0,1-1 0,1 1 0,-1 0 0,10-9 0,-13 14 0,1 0 0,-1 0 0,1-1 0,-1 1 0,1 0 0,-1 0 0,1 1 0,-1-1 0,1 0 0,0 1 0,-1-1 0,1 0 0,0 1 0,0 0 0,0 0 0,-1-1 0,1 1 0,0 0 0,0 0 0,0 0 0,-1 1 0,1-1 0,0 0 0,0 1 0,-1-1 0,1 1 0,0 0 0,-1-1 0,1 1 0,0 0 0,-1 0 0,3 2 0,7 6 0,0 1 0,-1 0 0,-1 1 0,17 22 0,26 53 0,-43-70 0,0-1 0,-2 2 0,0-1 0,-1 1 0,0 0 0,-2 0 0,4 25 0,-7-36 0,-1 0 0,1 0 0,-2 0 0,1 0 0,-1 0 0,1 0 0,-2 0 0,1 0 0,-1 0 0,0 0 0,0 0 0,0-1 0,-1 1 0,0-1 0,0 0 0,0 1 0,-1-1 0,0-1 0,0 1 0,0-1 0,0 1 0,-1-1 0,0 0 0,-9 5 0,0-2 0,1 0 0,-1-1 0,-1-1 0,1 0 0,-1-1 0,0-1 0,0 0 0,0-1 0,0-1 0,0 0 0,0-1 0,-1 0 0,1-2 0,0 1 0,0-2 0,0 0 0,0-1 0,-17-7 0,29 10 0,0-1 0,0 1 0,0-1 0,0 0 0,0 0 0,0 0 0,0 0 0,1-1 0,-1 1 0,1-1 0,0 1 0,0-1 0,0 0 0,0 0 0,0 0 0,1 0 0,-1 0 0,-1-4 0,3 5 0,0-1 0,0 1 0,-1 0 0,1-1 0,1 1 0,-1 0 0,0 0 0,0-1 0,1 1 0,0 0 0,-1 0 0,1 0 0,0 0 0,0-1 0,0 1 0,0 0 0,0 1 0,1-1 0,-1 0 0,1 0 0,-1 0 0,1 1 0,-1-1 0,1 1 0,0-1 0,0 1 0,0 0 0,2-2 0,1 0 0,0 0 0,0 1 0,1-1 0,-1 1 0,0 0 0,1 0 0,-1 1 0,1-1 0,0 1 0,0 1 0,-1-1 0,1 1 0,0 0 0,0 0 0,7 2 0,-4 0 0,0 0 0,-1 1 0,0 0 0,1 0 0,-1 1 0,-1 0 0,1 1 0,0-1 0,7 8 0,5 5 0,-2 1 0,0 1 0,-1 0 0,0 2 0,24 41 0,25 60-1365,-54-104-5461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5.796"/>
    </inkml:context>
    <inkml:brush xml:id="br0">
      <inkml:brushProperty name="width" value="0.05" units="cm"/>
      <inkml:brushProperty name="height" value="0.05" units="cm"/>
    </inkml:brush>
  </inkml:definitions>
  <inkml:trace contextRef="#ctx0" brushRef="#br0">24 150 24575,'-1'0'0,"0"-1"0,0 1 0,0 0 0,0-1 0,0 1 0,0-1 0,0 1 0,0-1 0,0 1 0,1-1 0,-1 0 0,0 1 0,0-1 0,0 0 0,1 1 0,-1-1 0,0 0 0,1 0 0,-1 0 0,1 0 0,-1 0 0,1 0 0,-1 0 0,0-1 0,1 0 0,-1 1 0,1-1 0,-1 1 0,1-1 0,0 1 0,-1-1 0,1 0 0,0 1 0,0-1 0,0 1 0,0-1 0,0 0 0,0 1 0,1-1 0,-1 1 0,1-2 0,1 0 0,0 0 0,0 0 0,0 1 0,1-1 0,-1 1 0,1 0 0,-1 0 0,1 0 0,0 0 0,0 0 0,-1 0 0,1 1 0,4-2 0,45-14 0,-45 15 0,124-23 0,-58 14 0,-51 6 0,-16 1 0,-11 1 0,-13 1 0,1 1 0,-1 0 0,1 1 0,-1 1 0,1 1 0,-27 6 0,39-7 0,-1 1 0,1-1 0,0 1 0,0 1 0,0-1 0,0 1 0,0 0 0,1 0 0,-1 0 0,1 1 0,0 0 0,0-1 0,0 1 0,0 1 0,1-1 0,-1 1 0,1-1 0,1 1 0,-1 0 0,0 0 0,-2 9 0,-5 24 0,2 1 0,1 0 0,-1 48 0,-1-1 0,-7 69-1365,13-119-5461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6.047"/>
    </inkml:context>
    <inkml:brush xml:id="br0">
      <inkml:brushProperty name="width" value="0.05" units="cm"/>
      <inkml:brushProperty name="height" value="0.05" units="cm"/>
    </inkml:brush>
  </inkml:definitions>
  <inkml:trace contextRef="#ctx0" brushRef="#br0">195 0 24575,'-4'1'0,"0"-1"0,-1 1 0,1 0 0,0 0 0,0 1 0,0-1 0,0 1 0,0 0 0,0 0 0,0 0 0,0 1 0,1-1 0,-1 1 0,1 0 0,0 0 0,0 0 0,0 0 0,0 0 0,1 1 0,-1 0 0,-3 7 0,-2 2 0,2 1 0,-1 1 0,2-1 0,-8 29 0,-23 173 339,5-20-2043,24-165-5122</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6.421"/>
    </inkml:context>
    <inkml:brush xml:id="br0">
      <inkml:brushProperty name="width" value="0.05" units="cm"/>
      <inkml:brushProperty name="height" value="0.05" units="cm"/>
    </inkml:brush>
  </inkml:definitions>
  <inkml:trace contextRef="#ctx0" brushRef="#br0">0 199 24575,'9'-21'0,"-8"17"0,0 0 0,0 1 0,1-1 0,-1 0 0,1 1 0,0 0 0,0-1 0,1 1 0,4-5 0,-7 7 0,1 1 0,-1 0 0,1 0 0,-1-1 0,1 1 0,-1 0 0,1 0 0,-1 0 0,1 0 0,-1 0 0,1-1 0,-1 1 0,1 0 0,-1 0 0,1 0 0,-1 0 0,1 1 0,-1-1 0,1 0 0,0 0 0,-1 0 0,1 0 0,-1 0 0,1 1 0,-1-1 0,0 0 0,1 0 0,-1 1 0,1-1 0,-1 0 0,1 1 0,-1-1 0,1 1 0,12 16 0,-12-15 0,20 35 0,-2 1 0,22 59 0,-1 1 0,-31-79 0,19 37 0,-26-52 0,0-1 0,0 1 0,1-1 0,0 0 0,0 0 0,0 0 0,0 0 0,0 0 0,1 0 0,-1-1 0,6 3 0,-7-4 0,0 0 0,0-1 0,0 1 0,0-1 0,0 0 0,0 0 0,0 1 0,0-1 0,0 0 0,0-1 0,0 1 0,0 0 0,0-1 0,0 1 0,-1-1 0,1 1 0,0-1 0,0 0 0,0 0 0,-1 0 0,1 0 0,0 0 0,-1 0 0,1-1 0,-1 1 0,3-3 0,3-4 0,0 0 0,-1 0 0,10-17 0,-14 21 0,31-53 0,34-79 0,-52 98 0,-1-1 0,-2 0 0,9-51 0,-20 85 0,1-2 0,-1 0 0,0-1 0,-1 1 0,0-11 0,0 17 0,0 0 0,0 0 0,0 0 0,0 0 0,-1 0 0,1 0 0,0 0 0,-1 0 0,1 0 0,0 0 0,-1 0 0,1 0 0,-1 0 0,1 0 0,-1 0 0,0 0 0,1 1 0,-1-1 0,0 0 0,0 0 0,0 1 0,1-1 0,-1 0 0,0 1 0,0-1 0,0 1 0,0-1 0,0 1 0,0 0 0,0-1 0,0 1 0,0 0 0,0 0 0,0 0 0,0 0 0,-1-1 0,1 2 0,-1-1 0,-4 1 29,0 0-1,0 1 1,1 0-1,-1 0 0,0 0 1,1 1-1,-1-1 1,1 1-1,0 1 1,0-1-1,-7 7 1,-4 4-598,1 1 0,-13 16 0,7-5-6257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6.681"/>
    </inkml:context>
    <inkml:brush xml:id="br0">
      <inkml:brushProperty name="width" value="0.05" units="cm"/>
      <inkml:brushProperty name="height" value="0.05" units="cm"/>
    </inkml:brush>
  </inkml:definitions>
  <inkml:trace contextRef="#ctx0" brushRef="#br0">280 122 24575,'0'-8'0,"0"0"0,0-1 0,-1 1 0,0 0 0,-1 0 0,0 0 0,-6-16 0,7 22 0,-1-1 0,1 0 0,-1 1 0,0-1 0,0 1 0,0 0 0,0-1 0,0 1 0,0 0 0,-1 0 0,1 0 0,-1 1 0,1-1 0,-1 1 0,0-1 0,1 1 0,-1 0 0,0 0 0,0 0 0,0 0 0,0 1 0,0-1 0,0 1 0,-6 0 0,2 0 0,0 0 0,1 1 0,-1 1 0,0-1 0,0 1 0,1 0 0,-1 0 0,1 1 0,0 0 0,0 0 0,0 0 0,0 1 0,0 0 0,1 0 0,-1 1 0,1-1 0,-8 11 0,5-5 0,-1 0 0,2 1 0,0 0 0,0 0 0,1 0 0,0 1 0,1 0 0,-6 19 0,7-14 0,0-1 0,2 1 0,0 0 0,0-1 0,2 1 0,0 0 0,1 0 0,4 22 0,-3-29 0,0-1 0,0 0 0,1 0 0,1 0 0,-1 0 0,1-1 0,1 1 0,0-1 0,0 0 0,0-1 0,1 1 0,0-1 0,1 0 0,0 0 0,0-1 0,9 7 0,14 4-1365,-3-5-5461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27.352"/>
    </inkml:context>
    <inkml:brush xml:id="br0">
      <inkml:brushProperty name="width" value="0.05" units="cm"/>
      <inkml:brushProperty name="height" value="0.05" units="cm"/>
    </inkml:brush>
  </inkml:definitions>
  <inkml:trace contextRef="#ctx0" brushRef="#br0">109 462 24575,'-19'-7'0,"-32"-11"0,47 17 0,1-1 0,0 0 0,0 1 0,0-1 0,0 0 0,0-1 0,0 1 0,0 0 0,1-1 0,-1 1 0,-2-5 0,5 7 0,0 0 0,0-1 0,0 1 0,-1-1 0,1 1 0,0-1 0,0 1 0,0-1 0,0 1 0,0-1 0,0 1 0,0-1 0,0 1 0,1-1 0,-1 1 0,0-1 0,0 1 0,0-1 0,0 1 0,1 0 0,-1-1 0,0 1 0,0-1 0,1 1 0,-1-1 0,0 1 0,1 0 0,-1-1 0,0 1 0,1 0 0,-1 0 0,1-1 0,-1 1 0,0 0 0,1 0 0,-1-1 0,1 1 0,-1 0 0,1 0 0,-1 0 0,1 0 0,-1 0 0,1 0 0,-1 0 0,1 0 0,0 0 0,25-4 0,124 9 0,-111-1 0,1-2 0,0-2 0,40-4 0,-61 1 0,-1 0 0,0-1 0,0 0 0,0-2 0,-1 0 0,0-1 0,0-1 0,-1 0 0,1-2 0,-2 0 0,0 0 0,19-17 0,-34 26 0,24-17 0,-24 17 0,1 1 0,-1 0 0,1 0 0,-1-1 0,0 1 0,1 0 0,-1 0 0,1 0 0,-1-1 0,1 1 0,-1 0 0,0 0 0,1 0 0,-1 0 0,1 0 0,-1 0 0,1 0 0,-1 0 0,1 0 0,-1 0 0,1 0 0,-1 0 0,1 0 0,-1 0 0,0 0 0,1 1 0,-1-1 0,1 0 0,-1 0 0,0 0 0,1 1 0,-1-1 0,1 0 0,-1 1 0,0-1 0,1 0 0,-1 1 0,0-1 0,0 0 0,1 1 0,-1-1 0,0 1 0,0-1 0,1 0 0,-1 1 0,0-1 0,0 1 0,0-1 0,0 1 0,0-1 0,0 1 0,0-1 0,0 1 0,0-1 0,0 1 0,0-1 0,-1 11 0,0-1 0,0 0 0,-2 1 0,1-1 0,-1 0 0,-1-1 0,1 1 0,-8 12 0,1 2 0,-24 53 0,16-38 0,2 1 0,1 0 0,-11 50 0,26-87 0,-1-1 0,1 1 0,0 0 0,0-1 0,0 1 0,0 0 0,1-1 0,-1 1 0,1 2 0,-1-4 0,0-1 0,0 0 0,1 0 0,-1 1 0,0-1 0,0 0 0,0 0 0,0 1 0,0-1 0,1 0 0,-1 0 0,0 1 0,0-1 0,0 0 0,1 0 0,-1 0 0,0 0 0,0 1 0,1-1 0,-1 0 0,0 0 0,0 0 0,1 0 0,-1 0 0,0 0 0,0 0 0,1 1 0,-1-1 0,1 0 0,0-1 0,0 1 0,0 0 0,-1-1 0,1 1 0,0-1 0,0 1 0,-1-1 0,1 0 0,0 1 0,0-1 0,-1 0 0,1 1 0,-1-1 0,2-1 0,6-12 0,-1 1 0,0-1 0,-1 0 0,0 0 0,4-20 0,2-2 0,14-38 0,55-144 0,-64 180 0,1 1 0,2 1 0,40-54 0,-54 82 0,1 0 0,0 0 0,0 1 0,1 0 0,-1 0 0,2 1 0,-1 0 0,1 1 0,0 0 0,14-7 0,-19 11 0,0 0 0,0-1 0,0 1 0,0 1 0,0-1 0,0 1 0,0-1 0,0 1 0,1 0 0,-1 1 0,0-1 0,0 1 0,0 0 0,0 0 0,0 0 0,0 0 0,0 1 0,0 0 0,0-1 0,-1 1 0,1 1 0,-1-1 0,1 0 0,-1 1 0,0 0 0,0 0 0,5 6 0,-4-5 0,-1 0 0,0 0 0,0 1 0,0-1 0,-1 1 0,1 0 0,-1-1 0,0 1 0,0 0 0,-1 1 0,0-1 0,1 0 0,-2 0 0,1 0 0,-1 1 0,1-1 0,-2 0 0,1 1 0,0-1 0,-1 0 0,0 0 0,-4 10 0,2-6 0,-1-1 0,0-1 0,0 1 0,-1 0 0,0-1 0,0 0 0,-1 0 0,0-1 0,0 0 0,0 0 0,-1 0 0,0 0 0,-9 4 0,-9 5 0,-1-1 0,-1-1 0,-38 12 0,-87 19 0,41-13 0,106-30 0,-1 1 0,0-1 0,0 2 0,0-1 0,0 1 0,-8 5 0,13-8 0,1 1 0,-1-1 0,0 1 0,1-1 0,-1 1 0,1 0 0,-1-1 0,1 1 0,-1 0 0,1-1 0,-1 1 0,1 0 0,0 0 0,-1-1 0,1 1 0,0 0 0,0 0 0,-1 0 0,1 1 0,0-1 0,1 0 0,-1 1 0,0-1 0,1 0 0,-1 1 0,1-1 0,-1 0 0,1 0 0,0 0 0,-1 1 0,1-1 0,0 0 0,0 0 0,0 0 0,0 0 0,1 1 0,17 12 0,0 0 0,1-1 0,0-1 0,31 13 0,-8-3 0,332 180-1365,-345-186-5461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1.780"/>
    </inkml:context>
    <inkml:brush xml:id="br0">
      <inkml:brushProperty name="width" value="0.05" units="cm"/>
      <inkml:brushProperty name="height" value="0.05" units="cm"/>
    </inkml:brush>
  </inkml:definitions>
  <inkml:trace contextRef="#ctx0" brushRef="#br0">1 12 24575,'3'0'0,"4"0"0,4 0 0,3 0 0,6 0 0,6 0 0,4 0 0,7 0 0,3 0 0,4 0 0,4 0 0,0 0 0,-1-3 0,-3-1 0,-9-1-8191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1.951"/>
    </inkml:context>
    <inkml:brush xml:id="br0">
      <inkml:brushProperty name="width" value="0.05" units="cm"/>
      <inkml:brushProperty name="height" value="0.05" units="cm"/>
    </inkml:brush>
  </inkml:definitions>
  <inkml:trace contextRef="#ctx0" brushRef="#br0">0 1 24575,'0'3'0,"0"4"0,0 4 0,6 1 0,6-3 0,9-2 0,11-6 0,9-2 0,11-5 0,12-5 0,10 1 0,-7 1-8191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8.166"/>
    </inkml:context>
    <inkml:brush xml:id="br0">
      <inkml:brushProperty name="width" value="0.05" units="cm"/>
      <inkml:brushProperty name="height" value="0.05" units="cm"/>
    </inkml:brush>
  </inkml:definitions>
  <inkml:trace contextRef="#ctx0" brushRef="#br0">215 146 24575,'-3'-5'0,"1"0"0,-1 0 0,1-1 0,0 1 0,1-1 0,-1 1 0,1-1 0,0 0 0,0-7 0,1 6 0,-1 8 0,-3 27 0,0-1 0,-2 0 0,-10 26 0,-33 81 0,24-72 0,-67 172 0,233-650 0,-131 381 0,0-2 0,2 1 0,24-55 0,-35 89 0,0 0 0,0 0 0,0 0 0,1 0 0,-1 0 0,0 1 0,1-1 0,-1 0 0,1 1 0,-1-1 0,1 1 0,0 0 0,0-1 0,3-1 0,-5 3 0,1 0 0,-1 0 0,1 0 0,-1 0 0,1 0 0,0 0 0,-1 0 0,1 0 0,-1 0 0,1 0 0,-1 0 0,1 0 0,-1 1 0,1-1 0,-1 0 0,1 0 0,-1 0 0,1 1 0,-1-1 0,1 0 0,0 1 0,10 17 0,-4 5 0,0 0 0,-2 1 0,-1 0 0,2 28 0,-1 99 0,-5-149 0,-1 61 0,5-60 0,2-8 0,5-9 0,17-28 0,71-100 0,-82 121 0,2-1 0,0 2 0,1 1 0,26-20 0,-39 34 0,-1 1 0,1 0 0,0 0 0,0 0 0,0 1 0,0 0 0,13-4 0,-18 7 0,1-1 0,0 1 0,-1 0 0,1 0 0,0 0 0,-1 0 0,1 0 0,-1 0 0,1 1 0,0-1 0,-1 1 0,1 0 0,-1 0 0,1 0 0,-1 0 0,0 0 0,1 0 0,-1 1 0,0-1 0,0 1 0,0 0 0,0-1 0,0 1 0,0 0 0,0 0 0,1 3 0,2 4 0,0 0 0,0 0 0,-1 0 0,0 1 0,-1 0 0,0 0 0,0 0 0,-1 0 0,0 0 0,-1 0 0,0 19 0,-2 12 0,-10 64 0,11-101 0,-21 123-1365,11-77-5461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8.385"/>
    </inkml:context>
    <inkml:brush xml:id="br0">
      <inkml:brushProperty name="width" value="0.05" units="cm"/>
      <inkml:brushProperty name="height" value="0.05" units="cm"/>
    </inkml:brush>
  </inkml:definitions>
  <inkml:trace contextRef="#ctx0" brushRef="#br0">20 5 24575,'0'-3'0,"0"2"0,0 7 0,0 9 0,-3 12 0,-2 10 0,1 8 0,1 4 0,1 1 0,0 3 0,2 1 0,-1-2 0,1-7 0,0-4 0,1-7 0,-1-6 0,0-7-8191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8.622"/>
    </inkml:context>
    <inkml:brush xml:id="br0">
      <inkml:brushProperty name="width" value="0.05" units="cm"/>
      <inkml:brushProperty name="height" value="0.05" units="cm"/>
    </inkml:brush>
  </inkml:definitions>
  <inkml:trace contextRef="#ctx0" brushRef="#br0">3 336 24575,'-1'-53'0,"-1"13"0,5-44 0,-2 73 0,1 1 0,0-1 0,0 1 0,1-1 0,0 1 0,1 0 0,0 0 0,1 0 0,5-9 0,-7 15 0,0 1 0,-1 0 0,1-1 0,0 1 0,0 0 0,1 0 0,-1 1 0,1-1 0,-1 1 0,1-1 0,0 1 0,0 0 0,0 1 0,0-1 0,6-1 0,-3 2 0,-1 0 0,1 0 0,0 1 0,0-1 0,0 2 0,0-1 0,0 1 0,0 0 0,7 2 0,-2 0 0,0 1 0,0 1 0,-1-1 0,1 2 0,-1 0 0,0 0 0,-1 1 0,0 0 0,0 1 0,12 12 0,-14-12 0,-1 0 0,-1 1 0,1 0 0,-1 0 0,-1 0 0,0 1 0,0 0 0,-1 0 0,0 0 0,-1 0 0,0 1 0,2 15 0,-3-13 0,-2 1 0,0-1 0,0 0 0,-1 0 0,-1 0 0,0 0 0,-1 0 0,0 0 0,-7 15 0,-1-4 0,0 0 0,-2-1 0,-1 0 0,-1-1 0,0-1 0,-2 0 0,0-1 0,-2-1 0,-35 29 0,34-32-273,-1 0 0,0-2 0,-1-1 0,-28 13 0,20-15-6553</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8.977"/>
    </inkml:context>
    <inkml:brush xml:id="br0">
      <inkml:brushProperty name="width" value="0.05" units="cm"/>
      <inkml:brushProperty name="height" value="0.05" units="cm"/>
    </inkml:brush>
  </inkml:definitions>
  <inkml:trace contextRef="#ctx0" brushRef="#br0">202 66 24575,'11'-12'0,"-4"6"0,0-1 0,0-1 0,0 1 0,8-15 0,-15 18 0,-6 7 0,-7 8 0,-5 5 0,1 1 0,1 1 0,0 1 0,1 0 0,1 1 0,1 0 0,1 1 0,1 1 0,1 0 0,-9 27 0,14-32 0,1 0 0,0 0 0,1 0 0,1 1 0,0-1 0,2 1 0,0-1 0,1 1 0,1-1 0,0 1 0,1-1 0,1 0 0,1 0 0,12 29 0,4-7 0,-14-27 0,-18-29 0,-15-26 0,11 21 0,2 0 0,0-1 0,2 0 0,-15-41 0,26 61 0,-1 1 0,0 0 0,1-1 0,0 1 0,0-1 0,0 1 0,0-1 0,0 1 0,0 0 0,0-1 0,1 1 0,-1-1 0,1 1 0,0 0 0,0-1 0,0 1 0,0 0 0,0 0 0,0 0 0,0 0 0,1 0 0,-1 0 0,1 0 0,-1 0 0,1 0 0,0 1 0,0-1 0,0 1 0,0-1 0,0 1 0,0 0 0,0 0 0,0 0 0,5-1 0,8-4 0,0 2 0,1 0 0,-1 1 0,23-2 0,-15 2 0,31-4-1365,-3 1-5461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9.352"/>
    </inkml:context>
    <inkml:brush xml:id="br0">
      <inkml:brushProperty name="width" value="0.05" units="cm"/>
      <inkml:brushProperty name="height" value="0.05" units="cm"/>
    </inkml:brush>
  </inkml:definitions>
  <inkml:trace contextRef="#ctx0" brushRef="#br0">61 7 24575,'-18'-4'0,"-2"1"0,19 4 0,1-1 0,-1 0 0,0 1 0,1-1 0,-1 0 0,0 1 0,0-1 0,1 1 0,-1-1 0,1 1 0,-1-1 0,0 1 0,1-1 0,-1 1 0,1 0 0,0-1 0,-1 1 0,1 0 0,-1 0 0,1-1 0,0 1 0,0 0 0,-1 0 0,1-1 0,0 2 0,-4 19 0,1 0 0,2 0 0,0 1 0,3 38 0,0-34 0,-1 12 0,2 0 0,2 0 0,1 0 0,3-1 0,15 47 0,-22-79 0,0 0 0,0 0 0,1 0 0,-1-1 0,1 1 0,0-1 0,1 1 0,-1-1 0,1 0 0,-1 0 0,1-1 0,0 1 0,1-1 0,-1 0 0,0 0 0,7 3 0,-7-5 0,0 1 0,0-1 0,0 0 0,0-1 0,1 1 0,-1-1 0,0 1 0,0-1 0,0-1 0,1 1 0,-1 0 0,0-1 0,0 0 0,0 0 0,0 0 0,0-1 0,0 1 0,0-1 0,-1 0 0,1 0 0,3-3 0,9-6 0,-1-2 0,0 1 0,-1-2 0,0 0 0,-1-1 0,-1 0 0,0 0 0,-1-2 0,-1 1 0,10-23 0,-3 1 0,-1 0 0,-3-2 0,17-71 0,-28 100 0,6-37 0,-7 45 0,-1-1 0,0 1 0,0 0 0,0 0 0,0 0 0,-1-1 0,1 1 0,-1 0 0,0 0 0,0 0 0,-2-6 0,2 9 0,1 0 0,0-1 0,-1 1 0,1-1 0,0 1 0,-1-1 0,1 1 0,-1 0 0,1-1 0,-1 1 0,1 0 0,-1 0 0,1-1 0,-1 1 0,1 0 0,-1 0 0,1 0 0,-1-1 0,1 1 0,-1 0 0,1 0 0,-1 0 0,0 0 0,1 0 0,-1 0 0,1 0 0,-1 0 0,1 1 0,-1-1 0,1 0 0,-1 0 0,1 0 0,-1 1 0,1-1 0,-1 0 0,1 0 0,-1 1 0,1-1 0,-1 0 0,1 1 0,-1-1 0,1 1 0,0-1 0,-1 1 0,-16 20 0,5 2-1365,3 0-5461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49.554"/>
    </inkml:context>
    <inkml:brush xml:id="br0">
      <inkml:brushProperty name="width" value="0.05" units="cm"/>
      <inkml:brushProperty name="height" value="0.05" units="cm"/>
    </inkml:brush>
  </inkml:definitions>
  <inkml:trace contextRef="#ctx0" brushRef="#br0">130 24 24575,'0'-3'0,"0"-5"0,-3 0 0,-5 4 0,0 6 0,-2 8 0,-3 10 0,-2 10 0,2 13 0,-1 8 0,3 8 0,2 7 0,1 1 0,1-1 0,2-3 0,1-5 0,3-13-8191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0.164"/>
    </inkml:context>
    <inkml:brush xml:id="br0">
      <inkml:brushProperty name="width" value="0.05" units="cm"/>
      <inkml:brushProperty name="height" value="0.05" units="cm"/>
    </inkml:brush>
  </inkml:definitions>
  <inkml:trace contextRef="#ctx0" brushRef="#br0">55 198 24575,'-1'-11'0,"0"0"0,-5-20 0,-1-8 0,6 27 0,0 3 0,0-1 0,0 1 0,1-1 0,0 1 0,0 0 0,1-1 0,5-17 0,-6 27 0,0 0 0,0 0 0,0 0 0,0 0 0,0 0 0,0 1 0,0-1 0,0 0 0,0 0 0,0 0 0,0 0 0,0 0 0,0 0 0,1 0 0,-1 0 0,0 0 0,0 0 0,0 0 0,0 0 0,0 0 0,0 0 0,0 0 0,0 1 0,0-1 0,1 0 0,-1 0 0,0 0 0,0 0 0,0 0 0,0 0 0,0 0 0,0 0 0,0 0 0,1 0 0,-1 0 0,0-1 0,0 1 0,0 0 0,0 0 0,0 0 0,0 0 0,0 0 0,0 0 0,0 0 0,1 0 0,-1 0 0,0 0 0,0 0 0,0 0 0,0 0 0,0 0 0,0-1 0,0 1 0,0 0 0,0 0 0,0 0 0,0 0 0,0 0 0,2 11 0,-2 18 0,-1-1 0,-2 1 0,-7 28 0,1 0 0,-13 159 0,19-157 0,7 99 0,-3-149-170,0 0-1,1 0 0,-1 0 1,2 0-1,-1-1 0,1 1 1,5 8-1,6 6-6655</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0.336"/>
    </inkml:context>
    <inkml:brush xml:id="br0">
      <inkml:brushProperty name="width" value="0.05" units="cm"/>
      <inkml:brushProperty name="height" value="0.05" units="cm"/>
    </inkml:brush>
  </inkml:definitions>
  <inkml:trace contextRef="#ctx0" brushRef="#br0">20 67 24575,'3'-9'0,"1"-10"0,3-4 0,1 7 0,-2 17 0,-1 17 0,-5 18 0,-3 15 0,-3 15 0,-1 12 0,-3 5 0,1 1 0,2-1 0,1-6 0,3-9 0,1-17-8191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0.524"/>
    </inkml:context>
    <inkml:brush xml:id="br0">
      <inkml:brushProperty name="width" value="0.05" units="cm"/>
      <inkml:brushProperty name="height" value="0.05" units="cm"/>
    </inkml:brush>
  </inkml:definitions>
  <inkml:trace contextRef="#ctx0" brushRef="#br0">68 131 24575,'-6'0'0,"-9"-3"0,-4-1 0,1-4 0,9 1 0,13-3 0,18 2 0,15-2 0,17-2 0,14-3 0,15 2 0,9 0 0,1 2 0,-2 3 0,-8 3 0,-17 2-8191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0.663"/>
    </inkml:context>
    <inkml:brush xml:id="br0">
      <inkml:brushProperty name="width" value="0.05" units="cm"/>
      <inkml:brushProperty name="height" value="0.05" units="cm"/>
    </inkml:brush>
  </inkml:definitions>
  <inkml:trace contextRef="#ctx0" brushRef="#br0">217 78 24575,'-15'6'0,"-22"6"0,-13 3 0,-5-1 0,14-2 0,23-7 0,30-7 0,29-9 0,26-7 0,20-3 0,18 0 0,9-1 0,8-3 0,-18 4-8191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0.975"/>
    </inkml:context>
    <inkml:brush xml:id="br0">
      <inkml:brushProperty name="width" value="0.05" units="cm"/>
      <inkml:brushProperty name="height" value="0.05" units="cm"/>
    </inkml:brush>
  </inkml:definitions>
  <inkml:trace contextRef="#ctx0" brushRef="#br0">255 82 24575,'0'-3'0,"0"-1"0,0 1 0,-1 0 0,1-1 0,-1 1 0,1 0 0,-1 0 0,0-1 0,0 1 0,-1 0 0,1 0 0,-1 0 0,1 0 0,-1 1 0,0-1 0,0 0 0,0 1 0,0-1 0,-1 1 0,1 0 0,-1-1 0,1 1 0,-1 1 0,0-1 0,0 0 0,0 1 0,-6-3 0,5 3 0,0 0 0,0 0 0,0 0 0,0 1 0,0 0 0,-1 0 0,1 0 0,0 0 0,0 1 0,0 0 0,0-1 0,0 2 0,0-1 0,0 0 0,0 1 0,0 0 0,0-1 0,1 1 0,-1 1 0,1-1 0,0 1 0,-5 3 0,-2 5 0,0 0 0,0 1 0,1 0 0,1 0 0,0 1 0,0 0 0,1 1 0,1 0 0,0 0 0,1 0 0,1 1 0,-3 17 0,3-12 0,1 0 0,1 0 0,1 0 0,1 1 0,1-1 0,0 0 0,2 0 0,7 32 0,-7-43 23,0 0 0,0 0 0,1-1-1,0 1 1,0-1 0,1 0 0,0 0-1,0-1 1,1 1 0,0-1 0,0 0-1,1-1 1,0 0 0,13 10 0,-11-11-155,1 1 1,0-2 0,0 1-1,0-1 1,0-1 0,1 0 0,-1 0-1,1-1 1,0-1 0,0 0 0,0 0-1,12-1 1,29-4-6695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1.441"/>
    </inkml:context>
    <inkml:brush xml:id="br0">
      <inkml:brushProperty name="width" value="0.05" units="cm"/>
      <inkml:brushProperty name="height" value="0.05" units="cm"/>
    </inkml:brush>
  </inkml:definitions>
  <inkml:trace contextRef="#ctx0" brushRef="#br0">37 44 24575,'-1'-1'0,"0"1"0,1-1 0,-1 0 0,0 0 0,0 0 0,0 0 0,1 0 0,-1 0 0,1 0 0,-1-1 0,1 1 0,-1 0 0,1 0 0,-1 0 0,1 0 0,0-1 0,0 1 0,0 0 0,0 0 0,0-1 0,0 1 0,0 0 0,0 0 0,0 0 0,0-1 0,1 1 0,-1 0 0,0 0 0,2-2 0,-2 2 0,1 1 0,0-1 0,0 0 0,-1 1 0,1-1 0,0 0 0,0 1 0,0-1 0,0 1 0,0-1 0,0 1 0,-1 0 0,1-1 0,0 1 0,0 0 0,0 0 0,0 0 0,0 0 0,0 0 0,1 0 0,-1 0 0,0 0 0,0 0 0,0 0 0,0 0 0,0 1 0,-1-1 0,1 0 0,0 1 0,0-1 0,0 1 0,0-1 0,0 1 0,0-1 0,1 2 0,1 0 0,-1 0 0,1-1 0,-1 1 0,1 0 0,-1 0 0,0 0 0,0 0 0,0 1 0,0-1 0,0 1 0,0-1 0,2 6 0,-3-5 0,-1 0 0,1-1 0,-1 1 0,0 0 0,0-1 0,0 1 0,0 0 0,0-1 0,-1 1 0,1 0 0,-1-1 0,0 1 0,0-1 0,0 1 0,-1 2 0,-59 163 0,53-140 0,2 0 0,0 0 0,2 1 0,-1 33 0,5-54 0,0-1 0,1 1 0,0-1 0,0 0 0,0 0 0,1 1 0,0-1 0,0 0 0,1 0 0,0-1 0,0 1 0,7 9 0,-7-12 0,0 0 0,0-1 0,1 1 0,-1-1 0,1 0 0,0 0 0,0 0 0,0 0 0,0-1 0,0 0 0,1 0 0,-1 0 0,1 0 0,0-1 0,-1 1 0,1-1 0,0 0 0,0-1 0,9 1 0,0-2 0,1 0 0,-1 0 0,0-2 0,0 0 0,0 0 0,0-1 0,0-1 0,-1-1 0,0 0 0,0 0 0,0-1 0,-1-1 0,0 0 0,0-1 0,-1 0 0,-1 0 0,1-1 0,-1-1 0,12-17 0,-13 16 0,0 0 0,0-1 0,-2-1 0,0 0 0,0 0 0,-1 0 0,-1 0 0,0-1 0,-1 0 0,-1 0 0,0 0 0,-1-1 0,-1 1 0,0 0 0,-1-1 0,-1 1 0,0-1 0,-4-15 0,4 25-68,0 0 0,-1 1-1,0-1 1,0 0 0,0 1 0,-1 0-1,0-1 1,0 1 0,0 0 0,0 0-1,-1 1 1,0-1 0,0 1 0,0 0-1,0 0 1,-1 0 0,0 1-1,0-1 1,-7-3 0,-9-1-6758</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1.768"/>
    </inkml:context>
    <inkml:brush xml:id="br0">
      <inkml:brushProperty name="width" value="0.05" units="cm"/>
      <inkml:brushProperty name="height" value="0.05" units="cm"/>
    </inkml:brush>
  </inkml:definitions>
  <inkml:trace contextRef="#ctx0" brushRef="#br0">263 169 24575,'8'-4'0,"0"-1"0,-1 0 0,1 0 0,-1 0 0,-1-1 0,1 0 0,-1-1 0,6-7 0,-9 11 0,-1 1 0,0-1 0,0 0 0,-1 0 0,1 0 0,0 0 0,-1 0 0,0-1 0,0 1 0,0 0 0,0-1 0,0 1 0,-1 0 0,0-1 0,1 1 0,-1-1 0,0 1 0,-1-1 0,1 1 0,-1 0 0,1-1 0,-1 1 0,-2-5 0,2 6 0,0 0 0,-1 0 0,1 0 0,-1 0 0,1 0 0,-1 0 0,0 1 0,0-1 0,0 0 0,0 1 0,0 0 0,0-1 0,0 1 0,0 0 0,0 0 0,-1 0 0,1 1 0,0-1 0,-1 0 0,1 1 0,-1-1 0,1 1 0,0 0 0,-1 0 0,1 0 0,-1 0 0,1 1 0,-3-1 0,-1 1 0,0 0 0,0 1 0,1-1 0,-1 1 0,0 0 0,1 0 0,0 1 0,-1 0 0,1 0 0,-7 5 0,7-4 0,1 0 0,0 0 0,1 1 0,-1-1 0,1 1 0,-1-1 0,1 1 0,1 0 0,-1 0 0,1 1 0,0-1 0,0 0 0,-1 7 0,1-2 0,1-1 0,0 0 0,1 1 0,0-1 0,0 1 0,1-1 0,3 13 0,4 8 0,1 1 0,2-1 0,23 46 0,-31-69 0,1 0 0,4 9 0,-1 0 0,0 1 0,-1-1 0,-1 1 0,4 21 0,-8-35 0,-1 1 0,0-1 0,0 1 0,1-1 0,-2 1 0,1-1 0,0 1 0,-1-1 0,0 1 0,0-1 0,0 1 0,0-1 0,0 0 0,-1 0 0,1 0 0,-1 0 0,0 0 0,0 0 0,0 0 0,0 0 0,-1-1 0,1 1 0,-1-1 0,1 1 0,-1-1 0,0 0 0,0 0 0,0-1 0,0 1 0,0 0 0,0-1 0,-7 2 0,0 0-76,0 0 1,1-1-1,-1 0 0,0-1 0,0 0 0,-1 0 0,1-1 0,0-1 1,0 1-1,0-2 0,0 1 0,0-1 0,0-1 0,1 0 1,-1 0-1,1-1 0,-18-10 0,-3-7-6750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2.096"/>
    </inkml:context>
    <inkml:brush xml:id="br0">
      <inkml:brushProperty name="width" value="0.05" units="cm"/>
      <inkml:brushProperty name="height" value="0.05" units="cm"/>
    </inkml:brush>
  </inkml:definitions>
  <inkml:trace contextRef="#ctx0" brushRef="#br0">0 66 24575,'17'-1'0,"0"-1"0,-1 0 0,1-1 0,19-7 0,-17 4 0,0 2 0,31-4 0,129 6 0,-177 2 0,-1 0 0,0 0 0,0 0 0,1 0 0,-1 0 0,0-1 0,0 1 0,0 0 0,1-1 0,-1 1 0,0-1 0,0 1 0,0-1 0,2 0 0,-3 0 0,0 1 0,0 0 0,0-1 0,0 1 0,0 0 0,0-1 0,0 1 0,0 0 0,0-1 0,0 1 0,0 0 0,-1-1 0,1 1 0,0 0 0,0 0 0,0-1 0,0 1 0,0 0 0,-1 0 0,1-1 0,0 1 0,0 0 0,0 0 0,-1-1 0,1 1 0,0 0 0,0 0 0,-1 0 0,1-1 0,0 1 0,-1 0 0,0 0 0,-3-2 0,0 0 0,0 0 0,0 0 0,-1 0 0,1 1 0,-6-1 0,4 1 0,1 1 0,-1 0 0,1 1 0,-1 0 0,1-1 0,-1 2 0,1-1 0,0 1 0,0-1 0,-1 1 0,1 1 0,1-1 0,-1 1 0,0 0 0,1 0 0,-1 0 0,1 1 0,0 0 0,-7 7 0,-4 6 0,0 2 0,1-1 0,-14 28 0,6-8-195,2 2 0,2 0 0,1 1 0,2 1 0,2 0 0,-7 46 0,12-41-6631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2.454"/>
    </inkml:context>
    <inkml:brush xml:id="br0">
      <inkml:brushProperty name="width" value="0.05" units="cm"/>
      <inkml:brushProperty name="height" value="0.05" units="cm"/>
    </inkml:brush>
  </inkml:definitions>
  <inkml:trace contextRef="#ctx0" brushRef="#br0">188 79 24575,'-7'-6'0,"1"1"0,-1 0 0,-1 0 0,1 0 0,-1 1 0,0 0 0,0 0 0,-13-3 0,18 6 0,-1-1 0,0 1 0,1 0 0,-1 1 0,0-1 0,1 1 0,-1-1 0,0 1 0,0 0 0,0 1 0,1-1 0,-1 1 0,0-1 0,1 1 0,-1 0 0,0 0 0,1 1 0,-1-1 0,1 1 0,0 0 0,-6 4 0,6-3 0,1 0 0,0 0 0,0 0 0,0 0 0,0 0 0,0 1 0,1-1 0,0 1 0,0-1 0,0 1 0,0 0 0,0 0 0,1-1 0,-1 5 0,0 8 0,3 31 0,-2-46 0,5 47 0,13 60 0,-13-84 0,1-1 0,2 0 0,0 0 0,18 31 0,-25-50 0,2 0 0,-1-1 0,0 1 0,1-1 0,-1 0 0,1 0 0,0 0 0,0 0 0,0 0 0,1-1 0,-1 1 0,1-1 0,-1 0 0,7 3 0,-7-5 0,0 1 0,0 0 0,0-1 0,0 1 0,0-1 0,0 0 0,1 0 0,-1 0 0,0-1 0,0 1 0,0-1 0,0 0 0,0 1 0,0-1 0,0-1 0,0 1 0,0 0 0,-1-1 0,6-3 0,2-2 0,-1-1 0,1-1 0,-1 1 0,-1-2 0,0 1 0,0-1 0,-1 0 0,0-1 0,-1 0 0,0 0 0,8-22 0,-4 5 0,-2 1 0,0-1 0,-2 0 0,2-32 0,-6 44 0,-1 0 0,0 0 0,-1 0 0,-1-1 0,-4-18 0,5 31 0,-1 0 0,0 1 0,0-1 0,0 0 0,-1 0 0,1 1 0,-1-1 0,0 1 0,0 0 0,0-1 0,0 1 0,-1 0 0,1 0 0,-1 0 0,0 1 0,0-1 0,0 1 0,0-1 0,0 1 0,-1 0 0,1 0 0,-1 1 0,1-1 0,-1 1 0,1-1 0,-1 1 0,-5-1 0,2 2-114,0-1 1,1 1-1,-1 1 0,0-1 0,0 1 1,0 0-1,0 1 0,1-1 0,-1 2 1,1-1-1,-12 6 0,-7 5-6712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3.063"/>
    </inkml:context>
    <inkml:brush xml:id="br0">
      <inkml:brushProperty name="width" value="0.05" units="cm"/>
      <inkml:brushProperty name="height" value="0.05" units="cm"/>
    </inkml:brush>
  </inkml:definitions>
  <inkml:trace contextRef="#ctx0" brushRef="#br0">47 127 24575,'-25'-20'0,"25"20"0,-1 0 0,1-1 0,0 1 0,-1 0 0,1-1 0,-1 1 0,1 0 0,-1 0 0,1 0 0,-1-1 0,1 1 0,-1 0 0,1 0 0,-1 0 0,0 0 0,1 0 0,-1 0 0,1 0 0,-1 0 0,1 0 0,-1 0 0,1 1 0,-1-1 0,1 0 0,-1 0 0,1 0 0,-1 1 0,1-1 0,-1 0 0,1 0 0,-1 1 0,1-1 0,0 0 0,-1 1 0,1-1 0,0 1 0,-1-1 0,1 0 0,0 1 0,-1-1 0,1 1 0,0-1 0,0 1 0,-1-1 0,1 1 0,0-1 0,0 1 0,0-1 0,0 1 0,0 0 0,0-1 0,0 1 0,0 0 0,-1 17 0,1 0 0,1-1 0,0 1 0,7 29 0,0 8 0,3 23 0,3 52 0,-14-127 0,0 1 0,-1 0 0,1-1 0,-1 1 0,1-1 0,-1 1 0,-2 3 0,3-7 0,0 0 0,0 1 0,0-1 0,0 0 0,0 0 0,0 1 0,0-1 0,-1 0 0,1 0 0,0 1 0,0-1 0,0 0 0,0 0 0,-1 1 0,1-1 0,0 0 0,0 0 0,-1 0 0,1 0 0,0 1 0,0-1 0,0 0 0,-1 0 0,1 0 0,0 0 0,-1 0 0,1 0 0,0 0 0,0 0 0,-1 0 0,1 0 0,-1 0 0,0-1 0,0 0 0,1 1 0,-1-1 0,1 0 0,-1 1 0,0-1 0,1 0 0,0 0 0,-1 0 0,1 0 0,-1 1 0,1-1 0,0 0 0,-1-2 0,-3-12 0,1 0 0,0 0 0,1-1 0,0-25 0,6-63 0,0 73 0,0 0 0,18-60 0,-18 77 0,1 0 0,1 0 0,0 1 0,1 0 0,0 0 0,1 1 0,0-1 0,16-16 0,-21 26 0,-1 1 0,1-1 0,0 1 0,-1 0 0,1 0 0,0 0 0,0 0 0,1 0 0,-1 1 0,0-1 0,1 1 0,-1 0 0,0 0 0,1 0 0,3 0 0,-4 1 0,-1 1 0,0-1 0,0 0 0,1 1 0,-1-1 0,0 1 0,0 0 0,0 0 0,0 0 0,0 0 0,0 0 0,0 0 0,0 0 0,-1 1 0,1-1 0,0 1 0,-1-1 0,1 1 0,-1 0 0,1-1 0,-1 1 0,0 0 0,0 0 0,0 0 0,1 3 0,5 10 0,-1 0 0,-1 0 0,-1 1 0,0-1 0,-1 1 0,0 0 0,0 28 0,-3-22 0,-1-1 0,0 1 0,-2-1 0,0 0 0,-8 28 0,4-32 0,17-39 0,4-1 0,1 0 0,0 1 0,2 0 0,1 1 0,0 1 0,31-25 0,-37 35 0,1 1 0,-1 0 0,2 0 0,-1 2 0,1 0 0,0 0 0,1 1 0,0 1 0,0 0 0,0 1 0,0 1 0,26-3 0,-36 6 0,0-1 0,1 1 0,-1 0 0,0 1 0,0-1 0,1 1 0,-1 0 0,0 0 0,0 1 0,0-1 0,0 1 0,-1 0 0,1 1 0,0-1 0,-1 1 0,1 0 0,-1 0 0,0 0 0,0 1 0,0-1 0,-1 1 0,1 0 0,-1 0 0,0 0 0,0 1 0,0-1 0,-1 1 0,1-1 0,-1 1 0,0 0 0,0 0 0,-1 0 0,0 0 0,0 0 0,0 0 0,0 0 0,-1 10 0,0 6 57,-1 0 0,-1 0 0,-1 0 0,0 0 0,-9 25 0,-2-1-911,-25 53 1,24-67-5973</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3.484"/>
    </inkml:context>
    <inkml:brush xml:id="br0">
      <inkml:brushProperty name="width" value="0.05" units="cm"/>
      <inkml:brushProperty name="height" value="0.05" units="cm"/>
    </inkml:brush>
  </inkml:definitions>
  <inkml:trace contextRef="#ctx0" brushRef="#br0">169 0 24575,'-2'0'0,"0"1"0,0-1 0,1 1 0,-1 0 0,0-1 0,1 1 0,-1 0 0,0 0 0,1 0 0,-1 0 0,1 0 0,0 1 0,-1-1 0,1 0 0,-2 3 0,-19 25 0,18-23 0,-9 14 0,1 1 0,0 0 0,2 1 0,1 0 0,1 1 0,0 0 0,-4 30 0,0 12 0,-4 92 0,15-145 0,0-7 0,1 0 0,-1 0 0,1 0 0,0 0 0,0 0 0,1 1 0,-1-1 0,1 0 0,0 0 0,1 0 0,1 5 0,-2-10 0,-1 1 0,0-1 0,1 0 0,-1 0 0,0 1 0,1-1 0,-1 0 0,1 0 0,-1 0 0,0 0 0,1 0 0,-1 1 0,1-1 0,-1 0 0,1 0 0,-1 0 0,0 0 0,1 0 0,-1 0 0,1 0 0,-1 0 0,1-1 0,-1 1 0,1 0 0,-1 0 0,0 0 0,1 0 0,-1 0 0,1-1 0,-1 1 0,0 0 0,1 0 0,-1-1 0,0 1 0,1 0 0,-1-1 0,0 1 0,1 0 0,-1-1 0,0 1 0,0-1 0,0 1 0,1 0 0,-1-1 0,15-20 0,-15 20 0,27-46 0,-1-2 0,31-87 0,-55 123 0,-9 16 0,-11 19 0,16-18 0,1-1 0,-1 1 0,1 0 0,0-1 0,0 1 0,0 0 0,0 0 0,1 0 0,0 0 0,-1-1 0,2 1 0,-1 0 0,0 0 0,2 6 0,0-4 0,-1-1 0,2 1 0,-1-1 0,0 0 0,1 0 0,0 0 0,1 0 0,6 8 0,6 3 0,1-1 0,0-1 0,1-1 0,21 13 0,-24-16 0,5 3-455,0-2 0,38 16 0,-31-17-6371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3.655"/>
    </inkml:context>
    <inkml:brush xml:id="br0">
      <inkml:brushProperty name="width" value="0.05" units="cm"/>
      <inkml:brushProperty name="height" value="0.05" units="cm"/>
    </inkml:brush>
  </inkml:definitions>
  <inkml:trace contextRef="#ctx0" brushRef="#br0">1 12 24575,'3'0'0,"4"0"0,4 0 0,4 0 0,5 0 0,5-3 0,5-1 0,-3-1-8191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3.826"/>
    </inkml:context>
    <inkml:brush xml:id="br0">
      <inkml:brushProperty name="width" value="0.05" units="cm"/>
      <inkml:brushProperty name="height" value="0.05" units="cm"/>
    </inkml:brush>
  </inkml:definitions>
  <inkml:trace contextRef="#ctx0" brushRef="#br0">9 85 24575,'-3'-3'0,"-2"-4"0,5-4 0,4-1 0,5 3 0,7 2 0,7-1 0,9 2 0,9-2 0,3 0 0,-6 2-8191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4.046"/>
    </inkml:context>
    <inkml:brush xml:id="br0">
      <inkml:brushProperty name="width" value="0.05" units="cm"/>
      <inkml:brushProperty name="height" value="0.05" units="cm"/>
    </inkml:brush>
  </inkml:definitions>
  <inkml:trace contextRef="#ctx0" brushRef="#br0">23 57 24575,'-3'-3'0,"-4"-1"0,-1-3 0,4 0 0,5 1 0,10-2 0,6 1 0,5 1 0,7 2 0,0 1 0,-4 2-8191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4.575"/>
    </inkml:context>
    <inkml:brush xml:id="br0">
      <inkml:brushProperty name="width" value="0.05" units="cm"/>
      <inkml:brushProperty name="height" value="0.05" units="cm"/>
    </inkml:brush>
  </inkml:definitions>
  <inkml:trace contextRef="#ctx0" brushRef="#br0">54 146 24575,'-7'30'0,"0"-6"0,-5 75 0,3 1 0,7 126 0,2-182 0,1-35 0,-1-6 0,0 1 0,1-1 0,-1 1 0,-1-1 0,1 1 0,0-1 0,-1 1 0,0-1 0,0 1 0,0-1 0,-2 5 0,-1-8 0,2-8 0,-1-8 0,1-27 0,2 1 0,2 0 0,11-63 0,36-123 0,-47 218 0,8-29 0,15-39 0,-22 68 0,2 0 0,-1 0 0,1 1 0,0 0 0,1 0 0,0 0 0,1 1 0,0 0 0,9-9 0,-15 16 0,1-1 0,-1 1 0,0 0 0,0 0 0,1 0 0,-1 0 0,0 0 0,1 1 0,-1-1 0,1 0 0,-1 1 0,1-1 0,-1 1 0,1-1 0,-1 1 0,1 0 0,0-1 0,-1 1 0,1 0 0,0 0 0,-1 0 0,1 1 0,-1-1 0,1 0 0,0 0 0,-1 1 0,1-1 0,-1 1 0,1 0 0,-1-1 0,1 1 0,-1 0 0,0 0 0,1 0 0,1 2 0,-1-1 0,0 1 0,0 0 0,0-1 0,-1 1 0,1 0 0,-1 0 0,0 0 0,0 0 0,0 0 0,0 0 0,0 1 0,-1-1 0,1 0 0,-1 0 0,0 0 0,0 1 0,-1 5 0,-1 0 0,0 0 0,0 0 0,-1-1 0,0 1 0,-1-1 0,0 1 0,0-1 0,-1 0 0,-11 14 0,-4 2 0,-38 35 0,36-38 0,-29 34 0,49-52 0,-1 1 0,1-1 0,0 1 0,0-1 0,1 1 0,-1 0 0,1 0 0,-1 0 0,1 0 0,1 0 0,-1 0 0,0 0 0,1 0 0,0 0 0,0 0 0,0 0 0,0 0 0,1 0 0,0 0 0,-1 0 0,2 0 0,-1 0 0,0 0 0,2 3 0,6 9 0,-1-1 0,2 0 0,0-1 0,17 20 0,2 1 0,-10-8-455,-1 1 0,22 44 0,-26-39-6371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6.022"/>
    </inkml:context>
    <inkml:brush xml:id="br0">
      <inkml:brushProperty name="width" value="0.05" units="cm"/>
      <inkml:brushProperty name="height" value="0.05" units="cm"/>
    </inkml:brush>
  </inkml:definitions>
  <inkml:trace contextRef="#ctx0" brushRef="#br0">220 22 24575,'0'-1'0,"0"0"0,1 0 0,-1 0 0,0 0 0,0 0 0,1 0 0,-1 0 0,0 0 0,1 0 0,-1 1 0,1-1 0,-1 0 0,1 0 0,0 1 0,-1-1 0,1 0 0,0 0 0,-1 1 0,1-1 0,0 1 0,0-1 0,0 1 0,-1-1 0,1 1 0,0-1 0,0 1 0,0 0 0,0 0 0,0-1 0,0 1 0,0 0 0,0 0 0,0 0 0,0 0 0,0 0 0,0 0 0,-1 0 0,1 0 0,0 1 0,0-1 0,0 0 0,0 0 0,0 1 0,0-1 0,0 1 0,0-1 0,-1 1 0,1-1 0,0 1 0,0-1 0,-1 1 0,1 0 0,0-1 0,-1 1 0,1 0 0,-1 0 0,1-1 0,0 3 0,2 3 0,-1 0 0,-1 0 0,1 0 0,-1 0 0,0 0 0,-1 0 0,1 0 0,-1 1 0,0-1 0,-2 10 0,-2 11 0,-9 28 0,10-42 0,-65 258 0,-23 98 0,19 4 0,71-361 0,-17 149 0,18-143 0,0 0 0,1 0 0,0 1 0,2-1 0,0 0 0,9 29 0,-10-41 0,1 0 0,0 0 0,0 0 0,1 0 0,0 0 0,-1 0 0,2-1 0,-1 0 0,1 0 0,0 0 0,8 6 0,-5-5 0,1-1 0,-1 0 0,1 0 0,0-1 0,1-1 0,-1 1 0,12 1 0,13 1 0,0-1 0,0-3 0,57-1 0,-53-2 0,27 1-15,710 14-1505,508 96-415,-524-38 2178,0-24-468,-734-47 112,271 4-514,-217-7 721,134-21-1,-201 21 148,51-12 178,-60 13-280,1 0 1,-1 0 0,1-1 0,-1 1 0,0-1 0,0 0 0,1 0 0,-1 0 0,0-1 0,-1 1 0,1-1 0,0 1 0,3-6 0,-5 6-104,0 0 0,-1 1 0,1-1 0,-1 1 0,1-1 1,-1 0-1,0 0 0,0 1 0,0-1 0,0 0 0,0 1 1,0-1-1,0 0 0,0 1 0,-1-1 0,1 0 0,-1 1 0,1-1 1,-1 0-1,0 1 0,1-1 0,-1 1 0,-1-2 0,-4-5 88,1 0-1,-1 1 0,-8-8 0,7 8-97,-53-60-26,-102-117 0,120 131 0,-58-95 0,73 98 0,2 0 0,2-2 0,3 0 0,2-2 0,2 0 0,2-1 0,-10-101 0,20 112 0,2-1 0,2 1 0,2 0 0,1-1 0,3 1 0,2 1 0,1-1 0,3 1 0,1 1 0,27-58 0,-25 72 0,33-45 0,-8 13 0,-39 59 0,-1 1 0,1-1 0,-1 1 0,1-1 0,-1 0 0,1 1 0,-1-1 0,0 0 0,1 1 0,-1-1 0,0 0 0,1 0 0,-1 1 0,0-1 0,0 0 0,0 0 0,0 1 0,0-1 0,0 0 0,0 0 0,0 1 0,0-1 0,0 0 0,0 0 0,0 0 0,-1 1 0,1-1 0,0 0 0,-1 1 0,1-1 0,0 0 0,-1 1 0,1-1 0,-1 0 0,1 1 0,-1-1 0,1 1 0,-1-1 0,1 1 0,-1-1 0,0 1 0,1-1 0,-1 1 0,0 0 0,1-1 0,-1 1 0,0 0 0,1-1 0,-1 1 0,-1 0 0,-5-2 0,-1 1 0,1 0 0,0 1 0,-12 0 0,8 0 0,-608 3-1231,270-9 570,-1200 1-4374,909 37 4888,14 56-1169,465-51 1515</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6.524"/>
    </inkml:context>
    <inkml:brush xml:id="br0">
      <inkml:brushProperty name="width" value="0.05" units="cm"/>
      <inkml:brushProperty name="height" value="0.05" units="cm"/>
    </inkml:brush>
  </inkml:definitions>
  <inkml:trace contextRef="#ctx0" brushRef="#br0">0 224 24575,'47'-19'0,"-2"-1"0,56-35 0,-57 30 0,97-56 0,-172 106 0,-35 39 0,42-38 0,0 1 0,2 1 0,2 1 0,0 1 0,-20 42 0,33-57 0,1 0 0,1 0 0,0 1 0,1-1 0,-4 33 0,8-37 0,-1-1 0,2 1 0,-1-1 0,1 1 0,1-1 0,0 0 0,0 0 0,1 1 0,1-1 0,4 11 0,-5-15 0,0-1 0,1 1 0,0-1 0,-1 1 0,2-1 0,-1 0 0,0-1 0,1 1 0,0-1 0,0 0 0,1 0 0,5 4 0,-2-4 0,0 0 0,-1 0 0,1-1 0,0 0 0,1-1 0,-1 0 0,16 2 0,-4-3 0,-1-1 0,1-1 0,-1-1 0,1 0 0,-1-2 0,0 0 0,23-9 0,-16 3 0,1-1 0,-2-2 0,0-1 0,0 0 0,-1-2 0,-1-1 0,-1-1 0,37-36 0,-47 41 0,-1-1 0,0 0 0,0-1 0,-2 0 0,0-1 0,-1 0 0,0 0 0,-1-1 0,-1 0 0,-1-1 0,0 1 0,-1-1 0,-1 0 0,3-36 0,-7 45 0,0 1 0,0-1 0,-1 1 0,0-1 0,-1 1 0,0 0 0,0 0 0,-1-1 0,1 2 0,-2-1 0,1 0 0,-1 0 0,-1 1 0,1 0 0,-11-12 0,10 14 0,-1-1 0,0 1 0,0 0 0,0 1 0,-1-1 0,0 1 0,0 1 0,0-1 0,0 1 0,0 0 0,-1 1 0,0 0 0,1 0 0,-1 1 0,0 0 0,0 0 0,-8 0 0,-37 5-1365,5 3-5461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6.991"/>
    </inkml:context>
    <inkml:brush xml:id="br0">
      <inkml:brushProperty name="width" value="0.05" units="cm"/>
      <inkml:brushProperty name="height" value="0.05" units="cm"/>
    </inkml:brush>
  </inkml:definitions>
  <inkml:trace contextRef="#ctx0" brushRef="#br0">276 1 24575,'0'3'0,"1"0"0,0 1 0,0-1 0,0 0 0,0 0 0,1 0 0,-1 0 0,5 5 0,6 15 0,-10-14 0,-1 0 0,0 0 0,0 0 0,-1 0 0,0 1 0,0-1 0,-1 0 0,0 0 0,0 0 0,-5 11 0,-4 14 0,-19 40 0,27-69 0,-17 39 0,-3-1 0,-42 62 0,-70 69 0,132-171 0,0-1 0,0 1 0,0-1 0,0 1 0,1 0 0,-1 0 0,1 0 0,-2 3 0,3-6 0,0 1 0,0 0 0,0 0 0,0 0 0,0 0 0,0-1 0,0 1 0,1 0 0,-1 0 0,0-1 0,0 1 0,1 0 0,-1 0 0,0-1 0,1 1 0,-1 0 0,1-1 0,-1 1 0,1 0 0,-1-1 0,1 1 0,0-1 0,-1 1 0,1-1 0,0 1 0,-1-1 0,1 1 0,0-1 0,-1 0 0,1 1 0,0-1 0,0 0 0,-1 0 0,1 1 0,1-1 0,221 64 0,-105-32 0,-103-28 0,153 38 0,-144-38 0,0 0 0,0-2 0,1-1 0,48-3 0,-64 0 0,1 0 0,-1 0 0,0 0 0,0-1 0,0-1 0,0 0 0,0 0 0,-1 0 0,0-1 0,0-1 0,0 1 0,0-1 0,-1-1 0,0 1 0,0-1 0,-1 0 0,0-1 0,0 1 0,-1-1 0,0 0 0,0-1 0,-1 1 0,0-1 0,3-10 0,-2 3 0,0-1 0,-1 1 0,-1-1 0,0 0 0,-2-1 0,0 1 0,0 0 0,-2 0 0,0-1 0,-1 1 0,-1 0 0,-7-26 0,-1 11 0,0 1 0,-3 1 0,-27-49 0,32 65 0,0 0 0,-1 1 0,0 0 0,-1 0 0,0 2 0,-1-1 0,-1 1 0,1 1 0,-21-12 0,32 21 13,0 0 1,0 0-1,0 1 0,0-1 0,0 0 0,0 1 0,0-1 0,-1 1 0,1 0 1,0-1-1,0 1 0,-1 0 0,1 0 0,0 0 0,0 0 0,-1 0 0,1 0 1,0 0-1,0 0 0,-1 0 0,1 0 0,0 1 0,0-1 0,0 1 0,-2 0 1,2 0-73,1 0 0,-1 0 0,1 0 0,-1 0 0,1 0 0,0 0 1,0 0-1,-1 0 0,1 0 0,0 0 0,0 0 0,0 0 1,0 0-1,0 0 0,1 0 0,-1 0 0,0 1 0,0-1 0,1 0 1,-1 0-1,0 0 0,1 0 0,-1-1 0,1 1 0,0 0 0,-1 0 1,1 0-1,1 1 0,11 17-6767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7.474"/>
    </inkml:context>
    <inkml:brush xml:id="br0">
      <inkml:brushProperty name="width" value="0.05" units="cm"/>
      <inkml:brushProperty name="height" value="0.05" units="cm"/>
    </inkml:brush>
  </inkml:definitions>
  <inkml:trace contextRef="#ctx0" brushRef="#br0">17 161 24575,'-1'-16'0,"0"0"0,-6-20 0,5 26 0,0 0 0,0 0 0,1 0 0,0 0 0,1 0 0,0 0 0,2-11 0,-2 21 0,0 0 0,0 0 0,0 0 0,0 0 0,0 0 0,0 0 0,0 0 0,0 0 0,0 0 0,1 0 0,-1 0 0,0 0 0,0 0 0,0 0 0,0 0 0,0 0 0,0 0 0,0 0 0,0 0 0,0 0 0,0 0 0,0 0 0,0 0 0,0 0 0,0 0 0,1 0 0,-1 0 0,0 0 0,0 0 0,0 0 0,0 0 0,0 0 0,0 0 0,0 0 0,0 0 0,0 0 0,0 0 0,0 0 0,0 0 0,0 0 0,0 0 0,0 0 0,1 0 0,-1 0 0,0 0 0,0 0 0,0 0 0,0 0 0,0 0 0,0 0 0,0 0 0,0-1 0,0 1 0,0 0 0,0 0 0,0 0 0,0 0 0,0 0 0,0 0 0,0 0 0,0 0 0,0 0 0,0 0 0,0 0 0,4 9 0,2 15 0,5 59 0,-3 1 0,-6 112 0,-2-142 0,-3 53-1365,-2-66-5461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0:57.768"/>
    </inkml:context>
    <inkml:brush xml:id="br0">
      <inkml:brushProperty name="width" value="0.05" units="cm"/>
      <inkml:brushProperty name="height" value="0.05" units="cm"/>
    </inkml:brush>
  </inkml:definitions>
  <inkml:trace contextRef="#ctx0" brushRef="#br0">123 195 24575,'0'-3'0,"0"1"0,0 0 0,0 0 0,-1 0 0,1-1 0,-1 1 0,1 0 0,-1 0 0,0 0 0,1 0 0,-1 0 0,0 0 0,0 0 0,-2-3 0,2 5 0,0-1 0,0 1 0,0-1 0,1 1 0,-1-1 0,0 1 0,0-1 0,0 1 0,0 0 0,0-1 0,0 1 0,0 0 0,0 0 0,0 0 0,0 0 0,0 0 0,0 0 0,0 0 0,0 0 0,0 0 0,0 0 0,0 0 0,0 1 0,0-1 0,0 0 0,0 1 0,0-1 0,0 1 0,0-1 0,0 1 0,1 0 0,-2 0 0,-18 15 0,17-13 0,1-1 0,-1 1 0,0-1 0,0 0 0,0 0 0,0 0 0,0 0 0,-1 0 0,1 0 0,-1-1 0,1 0 0,-1 0 0,-3 1 0,6-2 0,1 0 0,-1 0 0,1 0 0,-1 0 0,1 0 0,-1 0 0,1 0 0,-1 0 0,1-1 0,-1 1 0,1 0 0,-1 0 0,1-1 0,0 1 0,-1 0 0,1 0 0,-1-1 0,1 1 0,0-1 0,-1 1 0,1 0 0,0-1 0,-1 1 0,1-1 0,0 1 0,0 0 0,-1-1 0,1 1 0,0-1 0,0 1 0,0-1 0,0 1 0,-1-1 0,1 1 0,0-1 0,0 1 0,0-1 0,0 1 0,0-1 0,0 1 0,1-1 0,-1 1 0,0-1 0,0 1 0,0-1 0,0 1 0,1-1 0,10-26 0,-10 25 0,6-11 0,1 0 0,0 1 0,0 0 0,2 0 0,-1 1 0,2 0 0,-1 1 0,1 0 0,1 1 0,13-9 0,-20 14 0,1 1 0,0 0 0,0 0 0,0 0 0,0 1 0,0 0 0,1 0 0,-1 0 0,0 1 0,1 0 0,0 1 0,-1-1 0,1 1 0,-1 0 0,1 1 0,0-1 0,-1 1 0,1 1 0,-1-1 0,0 1 0,1 0 0,-1 1 0,0 0 0,9 5 0,-4 0-227,0 0-1,-1 1 1,0 0-1,0 1 1,15 20-1,4 11-6598</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0.273"/>
    </inkml:context>
    <inkml:brush xml:id="br0">
      <inkml:brushProperty name="width" value="0.05" units="cm"/>
      <inkml:brushProperty name="height" value="0.05" units="cm"/>
    </inkml:brush>
  </inkml:definitions>
  <inkml:trace contextRef="#ctx0" brushRef="#br0">1 38 24575,'3'0'0,"4"0"0,8 0 0,7-3 0,6-1 0,7 1 0,8-4 0,9 1 0,8 0 0,6 2 0,5 2 0,2 0 0,-1 2 0,-4 0 0,-7 3 0,-8 2 0,-9-1 0,-13-1-8191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3.974"/>
    </inkml:context>
    <inkml:brush xml:id="br0">
      <inkml:brushProperty name="width" value="0.05" units="cm"/>
      <inkml:brushProperty name="height" value="0.05" units="cm"/>
    </inkml:brush>
  </inkml:definitions>
  <inkml:trace contextRef="#ctx0" brushRef="#br0">73 3179 24575,'-6'-8'0,"-8"-22"0,-13-43 0,20 44 0,0 1 0,2-2 0,2 1 0,0-1 0,2 1 0,1-1 0,2 1 0,8-51 0,-2 40 0,2 0 0,1 1 0,3 1 0,0 0 0,37-65 0,-28 66 5,2 1-1,2 1 1,1 2-1,1 0 1,2 2-1,1 2 1,2 1 0,51-34-1,7 4-72,3 5 0,122-50 0,264-88-969,11 22-172,-440 152 996,1275-347-351,-982 300-204,675-38 0,-97 117 768,-5 76 0,-208 22 0,-4 20 0,-273-50 0,331 42-685,6-64 1,-634-59 796,-1-7 0,0-5 0,151-31 0,-213 25-56,-1-3 0,-1-3 0,-1-3 0,-1-3 0,-1-3 0,-2-3 0,81-55 0,-89 46 315,-1-3 0,-2-2 1,-3-3-1,-2-2 0,-2-2 0,49-73 0,-54 61 62,-2-1 0,-3-3 0,-3-1-1,-3-1 1,32-114 0,-42 94-433,-15 59 0,1 0 0,19-48 0,-23 73 0,-1-1 0,0 1 0,0-1 0,-1 0 0,0 0 0,0 0 0,-1-15 0,-1 24-57,0 1 0,0-1 1,0 0-1,0 0 0,0 1 0,-1-1 0,1 0 0,0 1 0,0-1 0,-1 0 0,1 1 1,-1-1-1,1 0 0,0 1 0,-1-1 0,1 1 0,-1-1 0,0 0 0,1 1 1,-1-1-1,1 1 0,-1 0 0,0-1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4.379"/>
    </inkml:context>
    <inkml:brush xml:id="br0">
      <inkml:brushProperty name="width" value="0.05" units="cm"/>
      <inkml:brushProperty name="height" value="0.05" units="cm"/>
    </inkml:brush>
  </inkml:definitions>
  <inkml:trace contextRef="#ctx0" brushRef="#br0">273 25 24575,'-8'6'0,"-5"9"0,11-12 0,-136 191 0,61-81 0,57-92 0,9-15 0,11-6 0,0 0 0,0 0 0,-1 0 0,1 0 0,0 0 0,0 0 0,0 0 0,-1 0 0,1 0 0,0-1 0,0 1 0,0 0 0,0 0 0,-1 0 0,1 0 0,0-1 0,0 1 0,0 0 0,0 0 0,0 0 0,0 0 0,0-1 0,-1 1 0,1 0 0,0 0 0,0-1 0,0 1 0,0 0 0,0 0 0,0 0 0,0-1 0,0 1 0,0 0 0,0 0 0,0-1 0,0 1 0,0 0 0,0 0 0,1 0 0,-1-1 0,0 1 0,0 0 0,0 0 0,0-1 0,4-9 0,0-1 0,1 0 0,0 1 0,0 0 0,1 0 0,1 1 0,8-11 0,22-28 0,2 1 0,2 2 0,85-71 0,-122 113 0,0 0 0,0 0 0,0 1 0,0-1 0,0 1 0,1 0 0,-1 0 0,1 0 0,-1 0 0,1 1 0,6-1 0,-9 2 0,1 0 0,-1 0 0,1 0 0,-1 1 0,1-1 0,-1 1 0,1 0 0,-1 0 0,1-1 0,-1 2 0,0-1 0,0 0 0,1 0 0,-1 1 0,0-1 0,0 1 0,0 0 0,-1-1 0,1 1 0,0 0 0,-1 0 0,1 0 0,1 3 0,10 18 0,0 0 0,-1 1 0,10 32 0,0-2 0,63 120-1365,-57-127-5461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6.183"/>
    </inkml:context>
    <inkml:brush xml:id="br0">
      <inkml:brushProperty name="width" value="0.05" units="cm"/>
      <inkml:brushProperty name="height" value="0.05" units="cm"/>
    </inkml:brush>
  </inkml:definitions>
  <inkml:trace contextRef="#ctx0" brushRef="#br0">11487 0 24575,'-4'58'0,"-2"0"0,-25 95 0,6-31 0,7-20 0,-58 283 0,54-294 0,-5-2 0,-43 101 0,52-152 0,-1-2 0,-2 0 0,-1-1 0,-2-2 0,-52 58 0,36-52 0,-1-1 0,-2-2 0,-82 53 0,46-42 0,-132 56 0,-90 13 0,-328 52-352,-15-53-1,-298-6-1645,-5-62 549,-579-86 1468,5-92-225,1422 122 165,-1120-135-1389,1199 141 1403,-558-92 997,469 70 232,0-4 1,2-6-1,-122-56 1,211 82-1179,-1 1 0,-33-9 0,46 15-25,-1 1-1,1 0 1,-1 0 0,0 1 0,1 0 0,-1 0 0,0 0 0,1 1 0,-1 0 0,0 1-1,1-1 1,-7 4 0,-48 21 1,-67 40 0,40-19 0,-354 193 0,407-218 0,2 2 0,0 2 0,-49 49 0,46-37 0,2 2 0,2 1 0,-32 55 0,30-39 0,20-30 0,-2-1 0,-1-1 0,-1 0 0,-37 39 0,47-55 56,0 1 0,1-1 0,0 2 0,0-1 0,-8 20 0,9-18-481,-1 0-1,0 0 1,-17 20 0,14-21-6401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6.465"/>
    </inkml:context>
    <inkml:brush xml:id="br0">
      <inkml:brushProperty name="width" value="0.05" units="cm"/>
      <inkml:brushProperty name="height" value="0.05" units="cm"/>
    </inkml:brush>
  </inkml:definitions>
  <inkml:trace contextRef="#ctx0" brushRef="#br0">132 0 24575,'-5'6'0,"0"0"0,0 0 0,1 0 0,0 1 0,1-1 0,-6 15 0,-13 45 0,18-52 0,-48 187 0,45-165 0,1 0 0,3 1 0,0 61 0,3-95 0,0 0 0,0-1 0,1 1 0,-1 0 0,1 0 0,0 0 0,-1-1 0,1 1 0,0 0 0,0-1 0,1 1 0,-1-1 0,1 1 0,-1-1 0,1 0 0,0 1 0,0-1 0,4 3 0,-3-3 0,0 0 0,0-1 0,0 1 0,0-1 0,1 0 0,-1 0 0,1 0 0,-1 0 0,1-1 0,-1 0 0,1 1 0,-1-1 0,1 0 0,6-2 0,25-4 55,-1-2 1,0-1-1,0-2 0,52-23 0,48-16-1696,-102 41-5185</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7.478"/>
    </inkml:context>
    <inkml:brush xml:id="br0">
      <inkml:brushProperty name="width" value="0.05" units="cm"/>
      <inkml:brushProperty name="height" value="0.05" units="cm"/>
    </inkml:brush>
  </inkml:definitions>
  <inkml:trace contextRef="#ctx0" brushRef="#br0">21 7 24575,'-1'-1'0,"1"1"0,-1-1 0,1 1 0,0 0 0,-1-1 0,1 1 0,-1-1 0,1 1 0,-1 0 0,1-1 0,-1 1 0,1 0 0,-1-1 0,1 1 0,-1 0 0,1 0 0,-1 0 0,0-1 0,1 1 0,-1 0 0,1 0 0,-1 0 0,0 0 0,1 0 0,-2 0 0,2 1 0,-1-1 0,1 1 0,0-1 0,-1 1 0,1-1 0,-1 1 0,1-1 0,0 1 0,-1-1 0,1 1 0,0 0 0,0-1 0,0 1 0,-1-1 0,1 1 0,0 0 0,0-1 0,0 1 0,0 0 0,0 5 0,0-1 0,0 0 0,0 0 0,1 1 0,2 6 0,10 26 0,1-1 0,3 0 0,1-1 0,27 41 0,-36-62 0,316 477-2314,35-23 0,867 934-2394,-922-1095 5097,22-30 455,-263-234-859,-17-18-58</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7.759"/>
    </inkml:context>
    <inkml:brush xml:id="br0">
      <inkml:brushProperty name="width" value="0.05" units="cm"/>
      <inkml:brushProperty name="height" value="0.05" units="cm"/>
    </inkml:brush>
  </inkml:definitions>
  <inkml:trace contextRef="#ctx0" brushRef="#br0">1702 45 24575,'-1'-3'0,"0"0"0,0 0 0,0 1 0,-1-1 0,1 0 0,-1 1 0,1 0 0,-1-1 0,0 1 0,0 0 0,0 0 0,0 0 0,-1 0 0,1 0 0,-4-2 0,5 4 0,-1-1 0,0 0 0,0 1 0,0-1 0,0 1 0,1-1 0,-1 1 0,0 0 0,0 0 0,0 0 0,0 0 0,0 0 0,0 0 0,0 1 0,0-1 0,0 1 0,1-1 0,-1 1 0,0-1 0,0 1 0,1 0 0,-1 0 0,0 0 0,-2 2 0,-6 6 0,0 1 0,1 0 0,0 0 0,1 1 0,0 0 0,0 0 0,-7 17 0,-202 396-1118,155-294 626,-534 1036-3075,-30-15 1860,582-1070 400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8.867"/>
    </inkml:context>
    <inkml:brush xml:id="br0">
      <inkml:brushProperty name="width" value="0.05" units="cm"/>
      <inkml:brushProperty name="height" value="0.05" units="cm"/>
    </inkml:brush>
  </inkml:definitions>
  <inkml:trace contextRef="#ctx0" brushRef="#br0">35 3715 24575,'-2'1'0,"1"0"0,-1 0 0,1 1 0,0-1 0,0 0 0,0 1 0,0-1 0,0 1 0,0-1 0,0 1 0,1 0 0,-1-1 0,0 1 0,1 0 0,-1-1 0,1 4 0,-2 1 0,-1 0 0,0 1 0,1 0 0,0 1 0,0-1 0,0 0 0,1 0 0,0 1 0,1-1 0,0 1 0,0-1 0,0 1 0,3 10 0,-3-17 0,0-1 0,0 1 0,0-1 0,0 1 0,0-1 0,0 0 0,0 1 0,1-1 0,-1 1 0,0-1 0,0 1 0,0-1 0,1 0 0,-1 1 0,0-1 0,1 0 0,-1 1 0,0-1 0,1 0 0,-1 1 0,0-1 0,1 0 0,-1 1 0,0-1 0,1 0 0,-1 0 0,1 0 0,0 1 0,7-10 0,2-20 0,24-236 0,1-16 0,16-35-205,210-1218-2226,-118 886 2162,56 17 654,-179 582 151,-11 30 82,-1-1 1,6-23 0,-13 29-367,-1 14-287,0 0 0,0-1-1,0 1 1,0 0-1,0 0 1,0-1-1,0 1 1,0 0-1,0 0 1,-1-1-1,1 1 1,0 0-1,0 0 1,0-1 0,0 1-1,0 0 1,-1 0-1,1-1 1,0 1-1,0 0 1,-1 0-1,1 0 1,0 0-1,0-1 1,-1 1-1,1 0 1,0 0-1,0 0 1,-1 0 0,1 0-1,0 0 1,0 0-1,-1 0 1,1 0-1,0 0 1,-1 0-1,1 0 1,0 0-1,0 0 1,-1 0-1,1 0 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9.134"/>
    </inkml:context>
    <inkml:brush xml:id="br0">
      <inkml:brushProperty name="width" value="0.05" units="cm"/>
      <inkml:brushProperty name="height" value="0.05" units="cm"/>
    </inkml:brush>
  </inkml:definitions>
  <inkml:trace contextRef="#ctx0" brushRef="#br0">34 1 24575,'-3'3'0,"-4"7"0,-5 6 0,1-1-8191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9.322"/>
    </inkml:context>
    <inkml:brush xml:id="br0">
      <inkml:brushProperty name="width" value="0.05" units="cm"/>
      <inkml:brushProperty name="height" value="0.05" units="cm"/>
    </inkml:brush>
  </inkml:definitions>
  <inkml:trace contextRef="#ctx0" brushRef="#br0">7 356 24575,'0'0'0,"0"0"0,1 1 0,-1-1 0,0 0 0,0 0 0,0 1 0,0-1 0,0 0 0,0 0 0,0 0 0,0 1 0,-1-1 0,1 0 0,0 0 0,0 0 0,0 1 0,0-1 0,0 0 0,0 0 0,0 0 0,0 1 0,0-1 0,-1 0 0,1 0 0,0 0 0,0 0 0,0 1 0,0-1 0,-1 0 0,1 0 0,0 0 0,0 0 0,0 0 0,-1 0 0,1 0 0,0 0 0,0 1 0,0-1 0,-1 0 0,1 0 0,0 0 0,-1 0 0,1-1 0,0 1 0,0 0 0,0-1 0,-1 1 0,1 0 0,0-1 0,0 1 0,0-1 0,0 1 0,0 0 0,0-1 0,0 1 0,0 0 0,0-1 0,0 1 0,0-1 0,0 1 0,0 0 0,0-1 0,0 1 0,0-1 0,0 1 0,0 0 0,1-1 0,-1 1 0,0 0 0,0-1 0,0 1 0,1 0 0,-1-1 0,0 1 0,1-1 0,154-217 0,-90 133 0,-64 84 0,4-6 0,0 1 0,0 0 0,1 0 0,6-6 0,-11 12 0,-1-1 0,1 0 0,0 1 0,0-1 0,0 0 0,-1 1 0,1-1 0,0 1 0,0-1 0,0 1 0,0-1 0,0 1 0,0 0 0,0-1 0,0 1 0,0 0 0,0 0 0,0 0 0,0 0 0,0 0 0,0 0 0,0 0 0,0 0 0,0 0 0,0 1 0,0-1 0,0 0 0,0 1 0,0-1 0,0 0 0,0 1 0,0-1 0,0 1 0,-1 0 0,1-1 0,0 1 0,0 0 0,-1-1 0,1 1 0,0 0 0,-1 0 0,2 1 0,3 8 0,-1 0 0,0 0 0,0 0 0,-1 1 0,0-1 0,2 19 0,1-1 0,38 189-1365,-29-146-5461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09.898"/>
    </inkml:context>
    <inkml:brush xml:id="br0">
      <inkml:brushProperty name="width" value="0.05" units="cm"/>
      <inkml:brushProperty name="height" value="0.05" units="cm"/>
    </inkml:brush>
  </inkml:definitions>
  <inkml:trace contextRef="#ctx0" brushRef="#br0">351 1 24575,'-4'56'0,"-13"75"0,3-36 0,-68 785-1294,33-289 586,-50 352 313,55-641 232,5-44 1077,37-235-17,3-16-500,3-14-1497,1-6-5639</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0.226"/>
    </inkml:context>
    <inkml:brush xml:id="br0">
      <inkml:brushProperty name="width" value="0.05" units="cm"/>
      <inkml:brushProperty name="height" value="0.05" units="cm"/>
    </inkml:brush>
  </inkml:definitions>
  <inkml:trace contextRef="#ctx0" brushRef="#br0">33 14 24575,'-4'6'0,"1"1"0,-1 0 0,1 0 0,0 0 0,1 1 0,0-1 0,0 1 0,0-1 0,0 11 0,0-7 0,0 4 0,1-1 0,0 1 0,1 0 0,1-1 0,0 1 0,1 0 0,0-1 0,1 1 0,8 21 0,-8-28 0,0-1 0,1 1 0,0-1 0,0 0 0,1 0 0,0 0 0,0 0 0,7 6 0,-8-9 0,0 0 0,1-1 0,-1 0 0,1 0 0,0 0 0,0 0 0,0-1 0,0 1 0,1-1 0,-1-1 0,1 1 0,10 1 0,-8-3 0,1 0 0,-1 0 0,1-1 0,-1 0 0,1-1 0,-1 1 0,0-2 0,0 1 0,0-1 0,0 0 0,0-1 0,-1 0 0,1 0 0,-1-1 0,8-6 0,10-9 0,-1-1 0,35-40 0,41-56 0,-37 41 0,-59 71-170,0 1-1,1-1 0,-1 1 1,0 0-1,1 0 0,0 1 1,7-5-1,4 2-6655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1.050"/>
    </inkml:context>
    <inkml:brush xml:id="br0">
      <inkml:brushProperty name="width" value="0.05" units="cm"/>
      <inkml:brushProperty name="height" value="0.05" units="cm"/>
    </inkml:brush>
  </inkml:definitions>
  <inkml:trace contextRef="#ctx0" brushRef="#br0">17 109 24575,'-3'-6'0,"0"-1"0,1 0 0,0 0 0,0 0 0,0 0 0,1-1 0,-1-8 0,2 13 0,0 1 0,0 0 0,0 0 0,1-1 0,-1 1 0,0 0 0,1-1 0,0 1 0,0 0 0,-1 0 0,3-4 0,-2 5 0,0 0 0,0 0 0,0 0 0,0 0 0,0 0 0,0 0 0,0 0 0,0 1 0,0-1 0,1 0 0,-1 1 0,0-1 0,0 1 0,1-1 0,-1 1 0,0 0 0,1-1 0,-1 1 0,0 0 0,1 0 0,2 0 0,6 1 0,0 1 0,0 0 0,-1 1 0,1 0 0,0 0 0,-1 1 0,11 5 0,-18-8 0,120 61-384,113 77 0,-139-80 96,156 94-1277,1025 631 38,-1120-690 853,-108-69-2695</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1.314"/>
    </inkml:context>
    <inkml:brush xml:id="br0">
      <inkml:brushProperty name="width" value="0.05" units="cm"/>
      <inkml:brushProperty name="height" value="0.05" units="cm"/>
    </inkml:brush>
  </inkml:definitions>
  <inkml:trace contextRef="#ctx0" brushRef="#br0">2228 0 24575,'-57'27'0,"-304"164"-603,12 27-142,286-179 718,-1226 818 27,1226-812-1136,18-11-4544</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2.782"/>
    </inkml:context>
    <inkml:brush xml:id="br0">
      <inkml:brushProperty name="width" value="0.05" units="cm"/>
      <inkml:brushProperty name="height" value="0.05" units="cm"/>
    </inkml:brush>
  </inkml:definitions>
  <inkml:trace contextRef="#ctx0" brushRef="#br0">6720 6185 24575,'9'-1'0,"-1"0"0,0 0 0,0-1 0,0 0 0,0 0 0,0-1 0,0 0 0,0-1 0,-1 1 0,1-2 0,-1 1 0,12-10 0,-7 4 0,1-1 0,-2-1 0,0 1 0,0-2 0,15-22 0,8-23 0,46-105 0,-28 36 0,-6-1 0,-5-3 0,-6-1 0,-6-1 0,-6-2 0,-6-1 0,0-138 0,-19 192 0,-2 1 0,-5 1 0,-3-1 0,-3 2 0,-4 0 0,-4 1 0,-3 1 0,-3 1 0,-54-101 0,50 118 0,-3 1 0,-2 2 0,-2 1 0,-3 2 0,-2 2 0,-3 2 0,-1 2 0,-3 3 0,-1 1 0,-2 3 0,-95-51 0,59 46-128,-1 5 0,-149-43-1,-206-18-256,-199 35 385,-4 67 0,27 41 0,-6-1 0,486-37-11,0-7 1,-181-28-1,236 17-11,1-5 1,1-3-1,1-4 1,-152-69-1,152 51 98,2-3 0,2-4 0,3-4 0,2-3-1,-70-69 1,65 47 38,4-4 0,4-3-1,-117-181 1,-63-191-114,198 337 0,-74-246 0,117 327 0,-82-269 0,71 246 0,-3 1 0,-60-104 0,65 131 0,15 23 0,0 1 0,-1 1 0,0-1 0,-1 1 0,-1 0 0,-12-12 0,20 21-29,-1 1 0,0 0 0,1 0 0,-1 0 0,0-1 0,0 2 0,1-1 0,-1 0 0,0 0 0,0 0 0,0 1 0,0-1 0,0 1 0,0 0 0,0 0-1,0-1 1,0 1 0,-1 0 0,1 1 0,0-1 0,0 0 0,0 1 0,0-1 0,0 1 0,0-1 0,0 1 0,1 0 0,-1 0 0,0 0 0,0 0 0,0 0 0,1 0 0,-1 1 0,1-1 0,-1 1 0,1-1-1,-1 1 1,1-1 0,0 1 0,0 0 0,0-1 0,0 1 0,0 0 0,0 0 0,0 0 0,0 2 0,-2 10-6797</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3.215"/>
    </inkml:context>
    <inkml:brush xml:id="br0">
      <inkml:brushProperty name="width" value="0.05" units="cm"/>
      <inkml:brushProperty name="height" value="0.05" units="cm"/>
    </inkml:brush>
  </inkml:definitions>
  <inkml:trace contextRef="#ctx0" brushRef="#br0">481 1 24575,'-12'0'0,"-20"7"0,8-1 0,-59 6 0,0-4 0,-139-4 0,203-1 0,19-3 0,-1 0 0,1 0 0,0 0 0,-1 0 0,1 1 0,0-1 0,-1 0 0,1 0 0,0 1 0,0-1 0,-1 0 0,1 0 0,0 1 0,0-1 0,0 0 0,0 1 0,-1-1 0,1 0 0,0 1 0,0-1 0,0 0 0,0 1 0,0-1 0,0 0 0,0 1 0,0-1 0,0 1 0,1 2 0,0 0 0,0-1 0,0 1 0,0 0 0,1-1 0,0 1 0,-1-1 0,5 5 0,33 44 0,59 85 0,-68-88 76,52 89 164,-68-110-661,-1 0 1,-1 1 0,9 36 0,-15-40-6406</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4.489"/>
    </inkml:context>
    <inkml:brush xml:id="br0">
      <inkml:brushProperty name="width" value="0.05" units="cm"/>
      <inkml:brushProperty name="height" value="0.05" units="cm"/>
    </inkml:brush>
  </inkml:definitions>
  <inkml:trace contextRef="#ctx0" brushRef="#br0">1 8 24575,'0'0'0,"0"0"0,0-1 0,0 1 0,0 0 0,0-1 0,0 1 0,0 0 0,0-1 0,0 1 0,0 0 0,0-1 0,0 1 0,0 0 0,0 0 0,1-1 0,-1 1 0,0 0 0,0 0 0,0-1 0,1 1 0,-1 0 0,0 0 0,0 0 0,1-1 0,-1 1 0,0 0 0,0 0 0,1 0 0,-1 0 0,0-1 0,0 1 0,1 0 0,-1 0 0,0 0 0,1 0 0,-1 0 0,0 0 0,1 0 0,-1 0 0,0 0 0,1 0 0,-1 0 0,0 0 0,0 0 0,1 0 0,-1 0 0,0 1 0,1-1 0,-1 0 0,0 0 0,0 0 0,1 0 0,-1 0 0,0 1 0,0-1 0,1 0 0,15 13 0,-8 1 0,-1 0 0,-1 0 0,0 0 0,-1 1 0,4 19 0,-2-9 0,34 98 0,110 228 0,95 100 0,-182-343 0,82 106 0,-100-156 0,3-1 0,2-2 0,67 53 0,156 99 0,13-17 0,-59-40 0,-160-104-7,445 290-356,-341-234 209,197 85 1,-213-122 153,303 81 0,180-27 0,224-48 0,4-55 0,-707-17-3,397 10-29,-432 0 25,-1 5-1,177 44 0,-63 11 375,-192-53-275,-1 2 0,-1 3 0,44 26 0,-72-37-92,0 2 0,-1-1 0,0 2 0,-1 0 0,-1 0 0,0 1 0,0 1 0,-2 0 0,0 1 0,-1 0 0,0 1 0,-1 0 0,-1 1 0,-1-1 0,0 1 0,-2 1 0,0-1 0,-1 1 0,2 20 0,18 303 0,-25 3 0,0-155 0,-11 226 0,5-298-1365,6-89-5461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17T07:11:14.830"/>
    </inkml:context>
    <inkml:brush xml:id="br0">
      <inkml:brushProperty name="width" value="0.05" units="cm"/>
      <inkml:brushProperty name="height" value="0.05" units="cm"/>
    </inkml:brush>
  </inkml:definitions>
  <inkml:trace contextRef="#ctx0" brushRef="#br0">65 4 24575,'-2'2'0,"-1"0"0,1 0 0,-1-1 0,1 1 0,-1-1 0,0 0 0,0 0 0,0 0 0,-3 1 0,3-2 0,0 1 0,0 0 0,0 1 0,0-1 0,0 0 0,1 1 0,-5 2 0,6-3 0,0 0 0,1 0 0,-1-1 0,1 1 0,-1 0 0,1 0 0,-1 0 0,1 0 0,-1 0 0,1 0 0,0 0 0,-1 0 0,1 0 0,0 0 0,0 0 0,0 0 0,0 0 0,0 0 0,0 1 0,0-1 0,0 0 0,1 0 0,-1 0 0,0 0 0,1 0 0,-1 0 0,1 1 0,4 9 0,-1-1 0,2 0 0,0 0 0,0-1 0,0 0 0,1 0 0,12 11 0,-6-7 0,0-1 0,1 0 0,29 18 0,-37-27 0,-1 0 0,1 0 0,0 0 0,0-1 0,0 1 0,0-2 0,1 1 0,-1-1 0,0 0 0,1 0 0,-1 0 0,1-1 0,-1 0 0,1-1 0,-1 1 0,11-3 0,-9 0 0,0 0 0,0 0 0,0-1 0,-1 0 0,0 0 0,0-1 0,0 0 0,0 0 0,-1 0 0,0-1 0,0 0 0,7-10 0,5-7 0,18-35 0,-23 36 0,31-40 0,-49 72-1365,-3 4-5461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4"/>
        <p:cNvGrpSpPr/>
        <p:nvPr/>
      </p:nvGrpSpPr>
      <p:grpSpPr>
        <a:xfrm>
          <a:off x="0" y="0"/>
          <a:ext cx="0" cy="0"/>
          <a:chOff x="0" y="0"/>
          <a:chExt cx="0" cy="0"/>
        </a:xfrm>
      </p:grpSpPr>
      <p:sp>
        <p:nvSpPr>
          <p:cNvPr id="1275" name="Google Shape;1275;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6" name="Google Shape;1276;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8"/>
        <p:cNvGrpSpPr/>
        <p:nvPr/>
      </p:nvGrpSpPr>
      <p:grpSpPr>
        <a:xfrm>
          <a:off x="0" y="0"/>
          <a:ext cx="0" cy="0"/>
          <a:chOff x="0" y="0"/>
          <a:chExt cx="0" cy="0"/>
        </a:xfrm>
      </p:grpSpPr>
      <p:sp>
        <p:nvSpPr>
          <p:cNvPr id="1349" name="Google Shape;1349;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0" name="Google Shape;1350;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8" name="Google Shape;1358;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4"/>
        <p:cNvGrpSpPr/>
        <p:nvPr/>
      </p:nvGrpSpPr>
      <p:grpSpPr>
        <a:xfrm>
          <a:off x="0" y="0"/>
          <a:ext cx="0" cy="0"/>
          <a:chOff x="0" y="0"/>
          <a:chExt cx="0" cy="0"/>
        </a:xfrm>
      </p:grpSpPr>
      <p:sp>
        <p:nvSpPr>
          <p:cNvPr id="1365" name="Google Shape;1365;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6" name="Google Shape;1366;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2"/>
        <p:cNvGrpSpPr/>
        <p:nvPr/>
      </p:nvGrpSpPr>
      <p:grpSpPr>
        <a:xfrm>
          <a:off x="0" y="0"/>
          <a:ext cx="0" cy="0"/>
          <a:chOff x="0" y="0"/>
          <a:chExt cx="0" cy="0"/>
        </a:xfrm>
      </p:grpSpPr>
      <p:sp>
        <p:nvSpPr>
          <p:cNvPr id="1403" name="Google Shape;140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4" name="Google Shape;140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83631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2/17/2026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2/17/2026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61.png"/><Relationship Id="rId5" Type="http://schemas.openxmlformats.org/officeDocument/2006/relationships/customXml" Target="../ink/ink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17" Type="http://schemas.openxmlformats.org/officeDocument/2006/relationships/customXml" Target="../ink/ink61.xml"/><Relationship Id="rId21" Type="http://schemas.openxmlformats.org/officeDocument/2006/relationships/customXml" Target="../ink/ink12.xml"/><Relationship Id="rId63" Type="http://schemas.openxmlformats.org/officeDocument/2006/relationships/image" Target="../media/image36.png"/><Relationship Id="rId159" Type="http://schemas.openxmlformats.org/officeDocument/2006/relationships/customXml" Target="../ink/ink82.xml"/><Relationship Id="rId170" Type="http://schemas.openxmlformats.org/officeDocument/2006/relationships/image" Target="../media/image89.png"/><Relationship Id="rId226" Type="http://schemas.openxmlformats.org/officeDocument/2006/relationships/image" Target="../media/image117.png"/><Relationship Id="rId268" Type="http://schemas.openxmlformats.org/officeDocument/2006/relationships/image" Target="../media/image138.png"/><Relationship Id="rId32" Type="http://schemas.openxmlformats.org/officeDocument/2006/relationships/image" Target="../media/image21.png"/><Relationship Id="rId74" Type="http://schemas.openxmlformats.org/officeDocument/2006/relationships/image" Target="../media/image41.png"/><Relationship Id="rId128" Type="http://schemas.openxmlformats.org/officeDocument/2006/relationships/image" Target="../media/image68.png"/><Relationship Id="rId5" Type="http://schemas.openxmlformats.org/officeDocument/2006/relationships/image" Target="../media/image8.png"/><Relationship Id="rId181" Type="http://schemas.openxmlformats.org/officeDocument/2006/relationships/customXml" Target="../ink/ink93.xml"/><Relationship Id="rId237" Type="http://schemas.openxmlformats.org/officeDocument/2006/relationships/customXml" Target="../ink/ink121.xml"/><Relationship Id="rId279" Type="http://schemas.openxmlformats.org/officeDocument/2006/relationships/customXml" Target="../ink/ink142.xml"/><Relationship Id="rId43" Type="http://schemas.openxmlformats.org/officeDocument/2006/relationships/customXml" Target="../ink/ink23.xml"/><Relationship Id="rId139" Type="http://schemas.openxmlformats.org/officeDocument/2006/relationships/customXml" Target="../ink/ink72.xml"/><Relationship Id="rId85" Type="http://schemas.openxmlformats.org/officeDocument/2006/relationships/customXml" Target="../ink/ink45.xml"/><Relationship Id="rId150" Type="http://schemas.openxmlformats.org/officeDocument/2006/relationships/image" Target="../media/image79.png"/><Relationship Id="rId171" Type="http://schemas.openxmlformats.org/officeDocument/2006/relationships/customXml" Target="../ink/ink88.xml"/><Relationship Id="rId192" Type="http://schemas.openxmlformats.org/officeDocument/2006/relationships/image" Target="../media/image100.png"/><Relationship Id="rId206" Type="http://schemas.openxmlformats.org/officeDocument/2006/relationships/image" Target="../media/image107.png"/><Relationship Id="rId227" Type="http://schemas.openxmlformats.org/officeDocument/2006/relationships/customXml" Target="../ink/ink116.xml"/><Relationship Id="rId248" Type="http://schemas.openxmlformats.org/officeDocument/2006/relationships/image" Target="../media/image128.png"/><Relationship Id="rId269" Type="http://schemas.openxmlformats.org/officeDocument/2006/relationships/customXml" Target="../ink/ink137.xml"/><Relationship Id="rId12" Type="http://schemas.openxmlformats.org/officeDocument/2006/relationships/image" Target="../media/image11.png"/><Relationship Id="rId33" Type="http://schemas.openxmlformats.org/officeDocument/2006/relationships/customXml" Target="../ink/ink18.xml"/><Relationship Id="rId108" Type="http://schemas.openxmlformats.org/officeDocument/2006/relationships/image" Target="../media/image58.png"/><Relationship Id="rId129" Type="http://schemas.openxmlformats.org/officeDocument/2006/relationships/customXml" Target="../ink/ink67.xml"/><Relationship Id="rId280" Type="http://schemas.openxmlformats.org/officeDocument/2006/relationships/image" Target="../media/image144.png"/><Relationship Id="rId54" Type="http://schemas.openxmlformats.org/officeDocument/2006/relationships/image" Target="../media/image32.png"/><Relationship Id="rId75" Type="http://schemas.openxmlformats.org/officeDocument/2006/relationships/customXml" Target="../ink/ink40.xml"/><Relationship Id="rId96" Type="http://schemas.openxmlformats.org/officeDocument/2006/relationships/image" Target="../media/image52.png"/><Relationship Id="rId140" Type="http://schemas.openxmlformats.org/officeDocument/2006/relationships/image" Target="../media/image74.png"/><Relationship Id="rId161" Type="http://schemas.openxmlformats.org/officeDocument/2006/relationships/customXml" Target="../ink/ink83.xml"/><Relationship Id="rId182" Type="http://schemas.openxmlformats.org/officeDocument/2006/relationships/image" Target="../media/image95.png"/><Relationship Id="rId217" Type="http://schemas.openxmlformats.org/officeDocument/2006/relationships/customXml" Target="../ink/ink111.xml"/><Relationship Id="rId6" Type="http://schemas.openxmlformats.org/officeDocument/2006/relationships/customXml" Target="../ink/ink4.xml"/><Relationship Id="rId238" Type="http://schemas.openxmlformats.org/officeDocument/2006/relationships/image" Target="../media/image123.png"/><Relationship Id="rId259" Type="http://schemas.openxmlformats.org/officeDocument/2006/relationships/customXml" Target="../ink/ink132.xml"/><Relationship Id="rId23" Type="http://schemas.openxmlformats.org/officeDocument/2006/relationships/customXml" Target="../ink/ink13.xml"/><Relationship Id="rId119" Type="http://schemas.openxmlformats.org/officeDocument/2006/relationships/customXml" Target="../ink/ink62.xml"/><Relationship Id="rId270" Type="http://schemas.openxmlformats.org/officeDocument/2006/relationships/image" Target="../media/image139.png"/><Relationship Id="rId44" Type="http://schemas.openxmlformats.org/officeDocument/2006/relationships/image" Target="../media/image27.png"/><Relationship Id="rId65" Type="http://schemas.openxmlformats.org/officeDocument/2006/relationships/customXml" Target="../ink/ink35.xml"/><Relationship Id="rId86" Type="http://schemas.openxmlformats.org/officeDocument/2006/relationships/image" Target="../media/image47.png"/><Relationship Id="rId130" Type="http://schemas.openxmlformats.org/officeDocument/2006/relationships/image" Target="../media/image69.png"/><Relationship Id="rId151" Type="http://schemas.openxmlformats.org/officeDocument/2006/relationships/customXml" Target="../ink/ink78.xml"/><Relationship Id="rId172" Type="http://schemas.openxmlformats.org/officeDocument/2006/relationships/image" Target="../media/image90.png"/><Relationship Id="rId193" Type="http://schemas.openxmlformats.org/officeDocument/2006/relationships/customXml" Target="../ink/ink99.xml"/><Relationship Id="rId207" Type="http://schemas.openxmlformats.org/officeDocument/2006/relationships/customXml" Target="../ink/ink106.xml"/><Relationship Id="rId228" Type="http://schemas.openxmlformats.org/officeDocument/2006/relationships/image" Target="../media/image118.png"/><Relationship Id="rId249" Type="http://schemas.openxmlformats.org/officeDocument/2006/relationships/customXml" Target="../ink/ink127.xml"/><Relationship Id="rId13" Type="http://schemas.openxmlformats.org/officeDocument/2006/relationships/customXml" Target="../ink/ink8.xml"/><Relationship Id="rId109" Type="http://schemas.openxmlformats.org/officeDocument/2006/relationships/customXml" Target="../ink/ink57.xml"/><Relationship Id="rId260" Type="http://schemas.openxmlformats.org/officeDocument/2006/relationships/image" Target="../media/image134.png"/><Relationship Id="rId281" Type="http://schemas.openxmlformats.org/officeDocument/2006/relationships/customXml" Target="../ink/ink143.xml"/><Relationship Id="rId34" Type="http://schemas.openxmlformats.org/officeDocument/2006/relationships/image" Target="../media/image22.png"/><Relationship Id="rId55" Type="http://schemas.openxmlformats.org/officeDocument/2006/relationships/customXml" Target="../ink/ink29.xml"/><Relationship Id="rId76" Type="http://schemas.openxmlformats.org/officeDocument/2006/relationships/image" Target="../media/image42.png"/><Relationship Id="rId97" Type="http://schemas.openxmlformats.org/officeDocument/2006/relationships/customXml" Target="../ink/ink51.xml"/><Relationship Id="rId120" Type="http://schemas.openxmlformats.org/officeDocument/2006/relationships/image" Target="../media/image64.png"/><Relationship Id="rId141" Type="http://schemas.openxmlformats.org/officeDocument/2006/relationships/customXml" Target="../ink/ink73.xml"/><Relationship Id="rId7" Type="http://schemas.openxmlformats.org/officeDocument/2006/relationships/image" Target="../media/image9.png"/><Relationship Id="rId162" Type="http://schemas.openxmlformats.org/officeDocument/2006/relationships/image" Target="../media/image85.png"/><Relationship Id="rId183" Type="http://schemas.openxmlformats.org/officeDocument/2006/relationships/customXml" Target="../ink/ink94.xml"/><Relationship Id="rId218" Type="http://schemas.openxmlformats.org/officeDocument/2006/relationships/image" Target="../media/image113.png"/><Relationship Id="rId239" Type="http://schemas.openxmlformats.org/officeDocument/2006/relationships/customXml" Target="../ink/ink122.xml"/><Relationship Id="rId250" Type="http://schemas.openxmlformats.org/officeDocument/2006/relationships/image" Target="../media/image129.png"/><Relationship Id="rId271" Type="http://schemas.openxmlformats.org/officeDocument/2006/relationships/customXml" Target="../ink/ink138.xml"/><Relationship Id="rId24" Type="http://schemas.openxmlformats.org/officeDocument/2006/relationships/image" Target="../media/image17.png"/><Relationship Id="rId45" Type="http://schemas.openxmlformats.org/officeDocument/2006/relationships/customXml" Target="../ink/ink24.xml"/><Relationship Id="rId66" Type="http://schemas.openxmlformats.org/officeDocument/2006/relationships/image" Target="../media/image37.png"/><Relationship Id="rId87" Type="http://schemas.openxmlformats.org/officeDocument/2006/relationships/customXml" Target="../ink/ink46.xml"/><Relationship Id="rId110" Type="http://schemas.openxmlformats.org/officeDocument/2006/relationships/image" Target="../media/image59.png"/><Relationship Id="rId131" Type="http://schemas.openxmlformats.org/officeDocument/2006/relationships/customXml" Target="../ink/ink68.xml"/><Relationship Id="rId152" Type="http://schemas.openxmlformats.org/officeDocument/2006/relationships/image" Target="../media/image80.png"/><Relationship Id="rId173" Type="http://schemas.openxmlformats.org/officeDocument/2006/relationships/customXml" Target="../ink/ink89.xml"/><Relationship Id="rId194" Type="http://schemas.openxmlformats.org/officeDocument/2006/relationships/image" Target="../media/image101.png"/><Relationship Id="rId208" Type="http://schemas.openxmlformats.org/officeDocument/2006/relationships/image" Target="../media/image108.png"/><Relationship Id="rId229" Type="http://schemas.openxmlformats.org/officeDocument/2006/relationships/customXml" Target="../ink/ink117.xml"/><Relationship Id="rId240" Type="http://schemas.openxmlformats.org/officeDocument/2006/relationships/image" Target="../media/image124.png"/><Relationship Id="rId261" Type="http://schemas.openxmlformats.org/officeDocument/2006/relationships/customXml" Target="../ink/ink133.xml"/><Relationship Id="rId14" Type="http://schemas.openxmlformats.org/officeDocument/2006/relationships/image" Target="../media/image12.png"/><Relationship Id="rId35" Type="http://schemas.openxmlformats.org/officeDocument/2006/relationships/customXml" Target="../ink/ink19.xml"/><Relationship Id="rId56" Type="http://schemas.openxmlformats.org/officeDocument/2006/relationships/image" Target="../media/image33.png"/><Relationship Id="rId77" Type="http://schemas.openxmlformats.org/officeDocument/2006/relationships/customXml" Target="../ink/ink41.xml"/><Relationship Id="rId100" Type="http://schemas.openxmlformats.org/officeDocument/2006/relationships/image" Target="../media/image54.png"/><Relationship Id="rId282" Type="http://schemas.openxmlformats.org/officeDocument/2006/relationships/image" Target="../media/image145.png"/><Relationship Id="rId8" Type="http://schemas.openxmlformats.org/officeDocument/2006/relationships/customXml" Target="../ink/ink5.xml"/><Relationship Id="rId98" Type="http://schemas.openxmlformats.org/officeDocument/2006/relationships/image" Target="../media/image53.png"/><Relationship Id="rId121" Type="http://schemas.openxmlformats.org/officeDocument/2006/relationships/customXml" Target="../ink/ink63.xml"/><Relationship Id="rId142" Type="http://schemas.openxmlformats.org/officeDocument/2006/relationships/image" Target="../media/image75.png"/><Relationship Id="rId163" Type="http://schemas.openxmlformats.org/officeDocument/2006/relationships/customXml" Target="../ink/ink84.xml"/><Relationship Id="rId184" Type="http://schemas.openxmlformats.org/officeDocument/2006/relationships/image" Target="../media/image96.png"/><Relationship Id="rId219" Type="http://schemas.openxmlformats.org/officeDocument/2006/relationships/customXml" Target="../ink/ink112.xml"/><Relationship Id="rId230" Type="http://schemas.openxmlformats.org/officeDocument/2006/relationships/image" Target="../media/image119.png"/><Relationship Id="rId251" Type="http://schemas.openxmlformats.org/officeDocument/2006/relationships/customXml" Target="../ink/ink128.xml"/><Relationship Id="rId25" Type="http://schemas.openxmlformats.org/officeDocument/2006/relationships/customXml" Target="../ink/ink14.xml"/><Relationship Id="rId46" Type="http://schemas.openxmlformats.org/officeDocument/2006/relationships/image" Target="../media/image28.png"/><Relationship Id="rId67" Type="http://schemas.openxmlformats.org/officeDocument/2006/relationships/customXml" Target="../ink/ink36.xml"/><Relationship Id="rId272" Type="http://schemas.openxmlformats.org/officeDocument/2006/relationships/image" Target="../media/image140.png"/><Relationship Id="rId88" Type="http://schemas.openxmlformats.org/officeDocument/2006/relationships/image" Target="../media/image48.png"/><Relationship Id="rId111" Type="http://schemas.openxmlformats.org/officeDocument/2006/relationships/customXml" Target="../ink/ink58.xml"/><Relationship Id="rId132" Type="http://schemas.openxmlformats.org/officeDocument/2006/relationships/image" Target="../media/image70.png"/><Relationship Id="rId153" Type="http://schemas.openxmlformats.org/officeDocument/2006/relationships/customXml" Target="../ink/ink79.xml"/><Relationship Id="rId174" Type="http://schemas.openxmlformats.org/officeDocument/2006/relationships/image" Target="../media/image91.png"/><Relationship Id="rId195" Type="http://schemas.openxmlformats.org/officeDocument/2006/relationships/customXml" Target="../ink/ink100.xml"/><Relationship Id="rId209" Type="http://schemas.openxmlformats.org/officeDocument/2006/relationships/customXml" Target="../ink/ink107.xml"/><Relationship Id="rId220" Type="http://schemas.openxmlformats.org/officeDocument/2006/relationships/image" Target="../media/image114.png"/><Relationship Id="rId241" Type="http://schemas.openxmlformats.org/officeDocument/2006/relationships/customXml" Target="../ink/ink123.xml"/><Relationship Id="rId15" Type="http://schemas.openxmlformats.org/officeDocument/2006/relationships/customXml" Target="../ink/ink9.xml"/><Relationship Id="rId36" Type="http://schemas.openxmlformats.org/officeDocument/2006/relationships/image" Target="../media/image23.png"/><Relationship Id="rId57" Type="http://schemas.openxmlformats.org/officeDocument/2006/relationships/customXml" Target="../ink/ink30.xml"/><Relationship Id="rId262" Type="http://schemas.openxmlformats.org/officeDocument/2006/relationships/image" Target="../media/image135.png"/><Relationship Id="rId283" Type="http://schemas.openxmlformats.org/officeDocument/2006/relationships/customXml" Target="../ink/ink144.xml"/><Relationship Id="rId78" Type="http://schemas.openxmlformats.org/officeDocument/2006/relationships/image" Target="../media/image43.png"/><Relationship Id="rId99" Type="http://schemas.openxmlformats.org/officeDocument/2006/relationships/customXml" Target="../ink/ink52.xml"/><Relationship Id="rId101" Type="http://schemas.openxmlformats.org/officeDocument/2006/relationships/customXml" Target="../ink/ink53.xml"/><Relationship Id="rId122" Type="http://schemas.openxmlformats.org/officeDocument/2006/relationships/image" Target="../media/image65.png"/><Relationship Id="rId143" Type="http://schemas.openxmlformats.org/officeDocument/2006/relationships/customXml" Target="../ink/ink74.xml"/><Relationship Id="rId164" Type="http://schemas.openxmlformats.org/officeDocument/2006/relationships/image" Target="../media/image86.png"/><Relationship Id="rId185" Type="http://schemas.openxmlformats.org/officeDocument/2006/relationships/customXml" Target="../ink/ink95.xml"/><Relationship Id="rId9" Type="http://schemas.openxmlformats.org/officeDocument/2006/relationships/image" Target="../media/image10.png"/><Relationship Id="rId210" Type="http://schemas.openxmlformats.org/officeDocument/2006/relationships/image" Target="../media/image109.png"/><Relationship Id="rId26" Type="http://schemas.openxmlformats.org/officeDocument/2006/relationships/image" Target="../media/image18.png"/><Relationship Id="rId231" Type="http://schemas.openxmlformats.org/officeDocument/2006/relationships/customXml" Target="../ink/ink118.xml"/><Relationship Id="rId252" Type="http://schemas.openxmlformats.org/officeDocument/2006/relationships/image" Target="../media/image130.png"/><Relationship Id="rId273" Type="http://schemas.openxmlformats.org/officeDocument/2006/relationships/customXml" Target="../ink/ink139.xml"/><Relationship Id="rId47" Type="http://schemas.openxmlformats.org/officeDocument/2006/relationships/customXml" Target="../ink/ink25.xml"/><Relationship Id="rId68" Type="http://schemas.openxmlformats.org/officeDocument/2006/relationships/image" Target="../media/image38.png"/><Relationship Id="rId89" Type="http://schemas.openxmlformats.org/officeDocument/2006/relationships/customXml" Target="../ink/ink47.xml"/><Relationship Id="rId112" Type="http://schemas.openxmlformats.org/officeDocument/2006/relationships/image" Target="../media/image60.png"/><Relationship Id="rId133" Type="http://schemas.openxmlformats.org/officeDocument/2006/relationships/customXml" Target="../ink/ink69.xml"/><Relationship Id="rId154" Type="http://schemas.openxmlformats.org/officeDocument/2006/relationships/image" Target="../media/image81.png"/><Relationship Id="rId175" Type="http://schemas.openxmlformats.org/officeDocument/2006/relationships/customXml" Target="../ink/ink90.xml"/><Relationship Id="rId196" Type="http://schemas.openxmlformats.org/officeDocument/2006/relationships/image" Target="../media/image102.png"/><Relationship Id="rId200" Type="http://schemas.openxmlformats.org/officeDocument/2006/relationships/image" Target="../media/image104.png"/><Relationship Id="rId16" Type="http://schemas.openxmlformats.org/officeDocument/2006/relationships/image" Target="../media/image13.png"/><Relationship Id="rId221" Type="http://schemas.openxmlformats.org/officeDocument/2006/relationships/customXml" Target="../ink/ink113.xml"/><Relationship Id="rId242" Type="http://schemas.openxmlformats.org/officeDocument/2006/relationships/image" Target="../media/image125.png"/><Relationship Id="rId263" Type="http://schemas.openxmlformats.org/officeDocument/2006/relationships/customXml" Target="../ink/ink134.xml"/><Relationship Id="rId284" Type="http://schemas.openxmlformats.org/officeDocument/2006/relationships/image" Target="../media/image146.png"/><Relationship Id="rId37" Type="http://schemas.openxmlformats.org/officeDocument/2006/relationships/customXml" Target="../ink/ink20.xml"/><Relationship Id="rId58" Type="http://schemas.openxmlformats.org/officeDocument/2006/relationships/image" Target="../media/image34.png"/><Relationship Id="rId79" Type="http://schemas.openxmlformats.org/officeDocument/2006/relationships/customXml" Target="../ink/ink42.xml"/><Relationship Id="rId102" Type="http://schemas.openxmlformats.org/officeDocument/2006/relationships/image" Target="../media/image55.png"/><Relationship Id="rId123" Type="http://schemas.openxmlformats.org/officeDocument/2006/relationships/customXml" Target="../ink/ink64.xml"/><Relationship Id="rId144" Type="http://schemas.openxmlformats.org/officeDocument/2006/relationships/image" Target="../media/image76.png"/><Relationship Id="rId90" Type="http://schemas.openxmlformats.org/officeDocument/2006/relationships/image" Target="../media/image49.png"/><Relationship Id="rId165" Type="http://schemas.openxmlformats.org/officeDocument/2006/relationships/customXml" Target="../ink/ink85.xml"/><Relationship Id="rId186" Type="http://schemas.openxmlformats.org/officeDocument/2006/relationships/image" Target="../media/image97.png"/><Relationship Id="rId211" Type="http://schemas.openxmlformats.org/officeDocument/2006/relationships/customXml" Target="../ink/ink108.xml"/><Relationship Id="rId232" Type="http://schemas.openxmlformats.org/officeDocument/2006/relationships/image" Target="../media/image120.png"/><Relationship Id="rId253" Type="http://schemas.openxmlformats.org/officeDocument/2006/relationships/customXml" Target="../ink/ink129.xml"/><Relationship Id="rId274" Type="http://schemas.openxmlformats.org/officeDocument/2006/relationships/image" Target="../media/image141.png"/><Relationship Id="rId27" Type="http://schemas.openxmlformats.org/officeDocument/2006/relationships/customXml" Target="../ink/ink15.xml"/><Relationship Id="rId48" Type="http://schemas.openxmlformats.org/officeDocument/2006/relationships/image" Target="../media/image29.png"/><Relationship Id="rId69" Type="http://schemas.openxmlformats.org/officeDocument/2006/relationships/customXml" Target="../ink/ink37.xml"/><Relationship Id="rId113" Type="http://schemas.openxmlformats.org/officeDocument/2006/relationships/customXml" Target="../ink/ink59.xml"/><Relationship Id="rId134" Type="http://schemas.openxmlformats.org/officeDocument/2006/relationships/image" Target="../media/image71.png"/><Relationship Id="rId80" Type="http://schemas.openxmlformats.org/officeDocument/2006/relationships/image" Target="../media/image44.png"/><Relationship Id="rId155" Type="http://schemas.openxmlformats.org/officeDocument/2006/relationships/customXml" Target="../ink/ink80.xml"/><Relationship Id="rId176" Type="http://schemas.openxmlformats.org/officeDocument/2006/relationships/image" Target="../media/image92.png"/><Relationship Id="rId197" Type="http://schemas.openxmlformats.org/officeDocument/2006/relationships/customXml" Target="../ink/ink101.xml"/><Relationship Id="rId201" Type="http://schemas.openxmlformats.org/officeDocument/2006/relationships/customXml" Target="../ink/ink103.xml"/><Relationship Id="rId222" Type="http://schemas.openxmlformats.org/officeDocument/2006/relationships/image" Target="../media/image115.png"/><Relationship Id="rId243" Type="http://schemas.openxmlformats.org/officeDocument/2006/relationships/customXml" Target="../ink/ink124.xml"/><Relationship Id="rId264" Type="http://schemas.openxmlformats.org/officeDocument/2006/relationships/image" Target="../media/image136.png"/><Relationship Id="rId285" Type="http://schemas.openxmlformats.org/officeDocument/2006/relationships/customXml" Target="../ink/ink145.xml"/><Relationship Id="rId17" Type="http://schemas.openxmlformats.org/officeDocument/2006/relationships/customXml" Target="../ink/ink10.xml"/><Relationship Id="rId38" Type="http://schemas.openxmlformats.org/officeDocument/2006/relationships/image" Target="../media/image24.png"/><Relationship Id="rId59" Type="http://schemas.openxmlformats.org/officeDocument/2006/relationships/customXml" Target="../ink/ink31.xml"/><Relationship Id="rId103" Type="http://schemas.openxmlformats.org/officeDocument/2006/relationships/customXml" Target="../ink/ink54.xml"/><Relationship Id="rId124" Type="http://schemas.openxmlformats.org/officeDocument/2006/relationships/image" Target="../media/image66.png"/><Relationship Id="rId70" Type="http://schemas.openxmlformats.org/officeDocument/2006/relationships/image" Target="../media/image39.png"/><Relationship Id="rId91" Type="http://schemas.openxmlformats.org/officeDocument/2006/relationships/customXml" Target="../ink/ink48.xml"/><Relationship Id="rId145" Type="http://schemas.openxmlformats.org/officeDocument/2006/relationships/customXml" Target="../ink/ink75.xml"/><Relationship Id="rId166" Type="http://schemas.openxmlformats.org/officeDocument/2006/relationships/image" Target="../media/image87.png"/><Relationship Id="rId187" Type="http://schemas.openxmlformats.org/officeDocument/2006/relationships/customXml" Target="../ink/ink96.xml"/><Relationship Id="rId1" Type="http://schemas.openxmlformats.org/officeDocument/2006/relationships/slideLayout" Target="../slideLayouts/slideLayout8.xml"/><Relationship Id="rId212" Type="http://schemas.openxmlformats.org/officeDocument/2006/relationships/image" Target="../media/image110.png"/><Relationship Id="rId233" Type="http://schemas.openxmlformats.org/officeDocument/2006/relationships/customXml" Target="../ink/ink119.xml"/><Relationship Id="rId254" Type="http://schemas.openxmlformats.org/officeDocument/2006/relationships/image" Target="../media/image131.png"/><Relationship Id="rId28" Type="http://schemas.openxmlformats.org/officeDocument/2006/relationships/image" Target="../media/image19.png"/><Relationship Id="rId49" Type="http://schemas.openxmlformats.org/officeDocument/2006/relationships/customXml" Target="../ink/ink26.xml"/><Relationship Id="rId114" Type="http://schemas.openxmlformats.org/officeDocument/2006/relationships/image" Target="../media/image61.png"/><Relationship Id="rId275" Type="http://schemas.openxmlformats.org/officeDocument/2006/relationships/customXml" Target="../ink/ink140.xml"/><Relationship Id="rId60" Type="http://schemas.openxmlformats.org/officeDocument/2006/relationships/customXml" Target="../ink/ink32.xml"/><Relationship Id="rId81" Type="http://schemas.openxmlformats.org/officeDocument/2006/relationships/customXml" Target="../ink/ink43.xml"/><Relationship Id="rId135" Type="http://schemas.openxmlformats.org/officeDocument/2006/relationships/customXml" Target="../ink/ink70.xml"/><Relationship Id="rId156" Type="http://schemas.openxmlformats.org/officeDocument/2006/relationships/image" Target="../media/image82.png"/><Relationship Id="rId177" Type="http://schemas.openxmlformats.org/officeDocument/2006/relationships/customXml" Target="../ink/ink91.xml"/><Relationship Id="rId198" Type="http://schemas.openxmlformats.org/officeDocument/2006/relationships/image" Target="../media/image103.png"/><Relationship Id="rId202" Type="http://schemas.openxmlformats.org/officeDocument/2006/relationships/image" Target="../media/image105.png"/><Relationship Id="rId223" Type="http://schemas.openxmlformats.org/officeDocument/2006/relationships/customXml" Target="../ink/ink114.xml"/><Relationship Id="rId244" Type="http://schemas.openxmlformats.org/officeDocument/2006/relationships/image" Target="../media/image126.png"/><Relationship Id="rId18" Type="http://schemas.openxmlformats.org/officeDocument/2006/relationships/image" Target="../media/image14.png"/><Relationship Id="rId39" Type="http://schemas.openxmlformats.org/officeDocument/2006/relationships/customXml" Target="../ink/ink21.xml"/><Relationship Id="rId265" Type="http://schemas.openxmlformats.org/officeDocument/2006/relationships/customXml" Target="../ink/ink135.xml"/><Relationship Id="rId286" Type="http://schemas.openxmlformats.org/officeDocument/2006/relationships/image" Target="../media/image147.png"/><Relationship Id="rId50" Type="http://schemas.openxmlformats.org/officeDocument/2006/relationships/image" Target="../media/image30.png"/><Relationship Id="rId104" Type="http://schemas.openxmlformats.org/officeDocument/2006/relationships/image" Target="../media/image56.png"/><Relationship Id="rId125" Type="http://schemas.openxmlformats.org/officeDocument/2006/relationships/customXml" Target="../ink/ink65.xml"/><Relationship Id="rId146" Type="http://schemas.openxmlformats.org/officeDocument/2006/relationships/image" Target="../media/image77.png"/><Relationship Id="rId167" Type="http://schemas.openxmlformats.org/officeDocument/2006/relationships/customXml" Target="../ink/ink86.xml"/><Relationship Id="rId188" Type="http://schemas.openxmlformats.org/officeDocument/2006/relationships/image" Target="../media/image98.png"/><Relationship Id="rId71" Type="http://schemas.openxmlformats.org/officeDocument/2006/relationships/customXml" Target="../ink/ink38.xml"/><Relationship Id="rId92" Type="http://schemas.openxmlformats.org/officeDocument/2006/relationships/image" Target="../media/image50.png"/><Relationship Id="rId213" Type="http://schemas.openxmlformats.org/officeDocument/2006/relationships/customXml" Target="../ink/ink109.xml"/><Relationship Id="rId234" Type="http://schemas.openxmlformats.org/officeDocument/2006/relationships/image" Target="../media/image121.png"/><Relationship Id="rId2" Type="http://schemas.openxmlformats.org/officeDocument/2006/relationships/customXml" Target="../ink/ink2.xml"/><Relationship Id="rId29" Type="http://schemas.openxmlformats.org/officeDocument/2006/relationships/customXml" Target="../ink/ink16.xml"/><Relationship Id="rId255" Type="http://schemas.openxmlformats.org/officeDocument/2006/relationships/customXml" Target="../ink/ink130.xml"/><Relationship Id="rId276" Type="http://schemas.openxmlformats.org/officeDocument/2006/relationships/image" Target="../media/image142.png"/><Relationship Id="rId40" Type="http://schemas.openxmlformats.org/officeDocument/2006/relationships/image" Target="../media/image25.png"/><Relationship Id="rId115" Type="http://schemas.openxmlformats.org/officeDocument/2006/relationships/customXml" Target="../ink/ink60.xml"/><Relationship Id="rId136" Type="http://schemas.openxmlformats.org/officeDocument/2006/relationships/image" Target="../media/image72.png"/><Relationship Id="rId157" Type="http://schemas.openxmlformats.org/officeDocument/2006/relationships/customXml" Target="../ink/ink81.xml"/><Relationship Id="rId178" Type="http://schemas.openxmlformats.org/officeDocument/2006/relationships/image" Target="../media/image93.png"/><Relationship Id="rId61" Type="http://schemas.openxmlformats.org/officeDocument/2006/relationships/image" Target="../media/image35.png"/><Relationship Id="rId82" Type="http://schemas.openxmlformats.org/officeDocument/2006/relationships/image" Target="../media/image45.png"/><Relationship Id="rId199" Type="http://schemas.openxmlformats.org/officeDocument/2006/relationships/customXml" Target="../ink/ink102.xml"/><Relationship Id="rId203" Type="http://schemas.openxmlformats.org/officeDocument/2006/relationships/customXml" Target="../ink/ink104.xml"/><Relationship Id="rId19" Type="http://schemas.openxmlformats.org/officeDocument/2006/relationships/customXml" Target="../ink/ink11.xml"/><Relationship Id="rId224" Type="http://schemas.openxmlformats.org/officeDocument/2006/relationships/image" Target="../media/image116.png"/><Relationship Id="rId245" Type="http://schemas.openxmlformats.org/officeDocument/2006/relationships/customXml" Target="../ink/ink125.xml"/><Relationship Id="rId266" Type="http://schemas.openxmlformats.org/officeDocument/2006/relationships/image" Target="../media/image137.png"/><Relationship Id="rId287" Type="http://schemas.openxmlformats.org/officeDocument/2006/relationships/customXml" Target="../ink/ink146.xml"/><Relationship Id="rId30" Type="http://schemas.openxmlformats.org/officeDocument/2006/relationships/image" Target="../media/image20.png"/><Relationship Id="rId105" Type="http://schemas.openxmlformats.org/officeDocument/2006/relationships/customXml" Target="../ink/ink55.xml"/><Relationship Id="rId126" Type="http://schemas.openxmlformats.org/officeDocument/2006/relationships/image" Target="../media/image67.png"/><Relationship Id="rId147" Type="http://schemas.openxmlformats.org/officeDocument/2006/relationships/customXml" Target="../ink/ink76.xml"/><Relationship Id="rId168" Type="http://schemas.openxmlformats.org/officeDocument/2006/relationships/image" Target="../media/image88.png"/><Relationship Id="rId51" Type="http://schemas.openxmlformats.org/officeDocument/2006/relationships/customXml" Target="../ink/ink27.xml"/><Relationship Id="rId72" Type="http://schemas.openxmlformats.org/officeDocument/2006/relationships/image" Target="../media/image40.png"/><Relationship Id="rId93" Type="http://schemas.openxmlformats.org/officeDocument/2006/relationships/customXml" Target="../ink/ink49.xml"/><Relationship Id="rId189" Type="http://schemas.openxmlformats.org/officeDocument/2006/relationships/customXml" Target="../ink/ink97.xml"/><Relationship Id="rId3" Type="http://schemas.openxmlformats.org/officeDocument/2006/relationships/image" Target="../media/image7.png"/><Relationship Id="rId214" Type="http://schemas.openxmlformats.org/officeDocument/2006/relationships/image" Target="../media/image111.png"/><Relationship Id="rId235" Type="http://schemas.openxmlformats.org/officeDocument/2006/relationships/customXml" Target="../ink/ink120.xml"/><Relationship Id="rId256" Type="http://schemas.openxmlformats.org/officeDocument/2006/relationships/image" Target="../media/image132.png"/><Relationship Id="rId277" Type="http://schemas.openxmlformats.org/officeDocument/2006/relationships/customXml" Target="../ink/ink141.xml"/><Relationship Id="rId116" Type="http://schemas.openxmlformats.org/officeDocument/2006/relationships/image" Target="../media/image62.png"/><Relationship Id="rId137" Type="http://schemas.openxmlformats.org/officeDocument/2006/relationships/customXml" Target="../ink/ink71.xml"/><Relationship Id="rId158" Type="http://schemas.openxmlformats.org/officeDocument/2006/relationships/image" Target="../media/image83.png"/><Relationship Id="rId20" Type="http://schemas.openxmlformats.org/officeDocument/2006/relationships/image" Target="../media/image15.png"/><Relationship Id="rId41" Type="http://schemas.openxmlformats.org/officeDocument/2006/relationships/customXml" Target="../ink/ink22.xml"/><Relationship Id="rId62" Type="http://schemas.openxmlformats.org/officeDocument/2006/relationships/customXml" Target="../ink/ink33.xml"/><Relationship Id="rId83" Type="http://schemas.openxmlformats.org/officeDocument/2006/relationships/customXml" Target="../ink/ink44.xml"/><Relationship Id="rId179" Type="http://schemas.openxmlformats.org/officeDocument/2006/relationships/customXml" Target="../ink/ink92.xml"/><Relationship Id="rId190" Type="http://schemas.openxmlformats.org/officeDocument/2006/relationships/image" Target="../media/image99.png"/><Relationship Id="rId204" Type="http://schemas.openxmlformats.org/officeDocument/2006/relationships/image" Target="../media/image106.png"/><Relationship Id="rId225" Type="http://schemas.openxmlformats.org/officeDocument/2006/relationships/customXml" Target="../ink/ink115.xml"/><Relationship Id="rId246" Type="http://schemas.openxmlformats.org/officeDocument/2006/relationships/image" Target="../media/image127.png"/><Relationship Id="rId267" Type="http://schemas.openxmlformats.org/officeDocument/2006/relationships/customXml" Target="../ink/ink136.xml"/><Relationship Id="rId288" Type="http://schemas.openxmlformats.org/officeDocument/2006/relationships/image" Target="../media/image148.png"/><Relationship Id="rId106" Type="http://schemas.openxmlformats.org/officeDocument/2006/relationships/image" Target="../media/image57.png"/><Relationship Id="rId127" Type="http://schemas.openxmlformats.org/officeDocument/2006/relationships/customXml" Target="../ink/ink66.xml"/><Relationship Id="rId10" Type="http://schemas.openxmlformats.org/officeDocument/2006/relationships/customXml" Target="../ink/ink6.xml"/><Relationship Id="rId31" Type="http://schemas.openxmlformats.org/officeDocument/2006/relationships/customXml" Target="../ink/ink17.xml"/><Relationship Id="rId52" Type="http://schemas.openxmlformats.org/officeDocument/2006/relationships/image" Target="../media/image31.png"/><Relationship Id="rId73" Type="http://schemas.openxmlformats.org/officeDocument/2006/relationships/customXml" Target="../ink/ink39.xml"/><Relationship Id="rId94" Type="http://schemas.openxmlformats.org/officeDocument/2006/relationships/image" Target="../media/image51.png"/><Relationship Id="rId148" Type="http://schemas.openxmlformats.org/officeDocument/2006/relationships/image" Target="../media/image78.png"/><Relationship Id="rId169" Type="http://schemas.openxmlformats.org/officeDocument/2006/relationships/customXml" Target="../ink/ink87.xml"/><Relationship Id="rId4" Type="http://schemas.openxmlformats.org/officeDocument/2006/relationships/customXml" Target="../ink/ink3.xml"/><Relationship Id="rId180" Type="http://schemas.openxmlformats.org/officeDocument/2006/relationships/image" Target="../media/image94.png"/><Relationship Id="rId215" Type="http://schemas.openxmlformats.org/officeDocument/2006/relationships/customXml" Target="../ink/ink110.xml"/><Relationship Id="rId236" Type="http://schemas.openxmlformats.org/officeDocument/2006/relationships/image" Target="../media/image122.png"/><Relationship Id="rId257" Type="http://schemas.openxmlformats.org/officeDocument/2006/relationships/customXml" Target="../ink/ink131.xml"/><Relationship Id="rId278" Type="http://schemas.openxmlformats.org/officeDocument/2006/relationships/image" Target="../media/image143.png"/><Relationship Id="rId42" Type="http://schemas.openxmlformats.org/officeDocument/2006/relationships/image" Target="../media/image26.png"/><Relationship Id="rId84" Type="http://schemas.openxmlformats.org/officeDocument/2006/relationships/image" Target="../media/image46.png"/><Relationship Id="rId138" Type="http://schemas.openxmlformats.org/officeDocument/2006/relationships/image" Target="../media/image73.png"/><Relationship Id="rId191" Type="http://schemas.openxmlformats.org/officeDocument/2006/relationships/customXml" Target="../ink/ink98.xml"/><Relationship Id="rId205" Type="http://schemas.openxmlformats.org/officeDocument/2006/relationships/customXml" Target="../ink/ink105.xml"/><Relationship Id="rId247" Type="http://schemas.openxmlformats.org/officeDocument/2006/relationships/customXml" Target="../ink/ink126.xml"/><Relationship Id="rId107" Type="http://schemas.openxmlformats.org/officeDocument/2006/relationships/customXml" Target="../ink/ink56.xml"/><Relationship Id="rId11" Type="http://schemas.openxmlformats.org/officeDocument/2006/relationships/customXml" Target="../ink/ink7.xml"/><Relationship Id="rId53" Type="http://schemas.openxmlformats.org/officeDocument/2006/relationships/customXml" Target="../ink/ink28.xml"/><Relationship Id="rId149" Type="http://schemas.openxmlformats.org/officeDocument/2006/relationships/customXml" Target="../ink/ink77.xml"/><Relationship Id="rId95" Type="http://schemas.openxmlformats.org/officeDocument/2006/relationships/customXml" Target="../ink/ink50.xml"/><Relationship Id="rId160" Type="http://schemas.openxmlformats.org/officeDocument/2006/relationships/image" Target="../media/image84.png"/><Relationship Id="rId216" Type="http://schemas.openxmlformats.org/officeDocument/2006/relationships/image" Target="../media/image112.png"/><Relationship Id="rId258" Type="http://schemas.openxmlformats.org/officeDocument/2006/relationships/image" Target="../media/image133.png"/><Relationship Id="rId22" Type="http://schemas.openxmlformats.org/officeDocument/2006/relationships/image" Target="../media/image16.png"/><Relationship Id="rId64" Type="http://schemas.openxmlformats.org/officeDocument/2006/relationships/customXml" Target="../ink/ink34.xml"/><Relationship Id="rId118" Type="http://schemas.openxmlformats.org/officeDocument/2006/relationships/image" Target="../media/image63.png"/></Relationships>
</file>

<file path=ppt/slides/_rels/slide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1711.png"/><Relationship Id="rId5" Type="http://schemas.openxmlformats.org/officeDocument/2006/relationships/customXml" Target="../ink/ink14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17" Type="http://schemas.openxmlformats.org/officeDocument/2006/relationships/image" Target="../media/image207.png"/><Relationship Id="rId21" Type="http://schemas.openxmlformats.org/officeDocument/2006/relationships/image" Target="../media/image159.png"/><Relationship Id="rId42" Type="http://schemas.openxmlformats.org/officeDocument/2006/relationships/customXml" Target="../ink/ink168.xml"/><Relationship Id="rId63" Type="http://schemas.openxmlformats.org/officeDocument/2006/relationships/image" Target="../media/image180.png"/><Relationship Id="rId84" Type="http://schemas.openxmlformats.org/officeDocument/2006/relationships/customXml" Target="../ink/ink189.xml"/><Relationship Id="rId138" Type="http://schemas.openxmlformats.org/officeDocument/2006/relationships/customXml" Target="../ink/ink216.xml"/><Relationship Id="rId159" Type="http://schemas.openxmlformats.org/officeDocument/2006/relationships/image" Target="../media/image228.png"/><Relationship Id="rId170" Type="http://schemas.openxmlformats.org/officeDocument/2006/relationships/customXml" Target="../ink/ink232.xml"/><Relationship Id="rId191" Type="http://schemas.openxmlformats.org/officeDocument/2006/relationships/image" Target="../media/image244.png"/><Relationship Id="rId205" Type="http://schemas.openxmlformats.org/officeDocument/2006/relationships/image" Target="../media/image251.png"/><Relationship Id="rId226" Type="http://schemas.openxmlformats.org/officeDocument/2006/relationships/customXml" Target="../ink/ink260.xml"/><Relationship Id="rId247" Type="http://schemas.openxmlformats.org/officeDocument/2006/relationships/image" Target="../media/image272.png"/><Relationship Id="rId107" Type="http://schemas.openxmlformats.org/officeDocument/2006/relationships/image" Target="../media/image202.png"/><Relationship Id="rId11" Type="http://schemas.openxmlformats.org/officeDocument/2006/relationships/image" Target="../media/image154.png"/><Relationship Id="rId32" Type="http://schemas.openxmlformats.org/officeDocument/2006/relationships/customXml" Target="../ink/ink163.xml"/><Relationship Id="rId53" Type="http://schemas.openxmlformats.org/officeDocument/2006/relationships/image" Target="../media/image175.png"/><Relationship Id="rId74" Type="http://schemas.openxmlformats.org/officeDocument/2006/relationships/customXml" Target="../ink/ink184.xml"/><Relationship Id="rId128" Type="http://schemas.openxmlformats.org/officeDocument/2006/relationships/customXml" Target="../ink/ink211.xml"/><Relationship Id="rId149" Type="http://schemas.openxmlformats.org/officeDocument/2006/relationships/image" Target="../media/image223.png"/><Relationship Id="rId5" Type="http://schemas.openxmlformats.org/officeDocument/2006/relationships/image" Target="../media/image151.png"/><Relationship Id="rId95" Type="http://schemas.openxmlformats.org/officeDocument/2006/relationships/image" Target="../media/image196.png"/><Relationship Id="rId160" Type="http://schemas.openxmlformats.org/officeDocument/2006/relationships/customXml" Target="../ink/ink227.xml"/><Relationship Id="rId181" Type="http://schemas.openxmlformats.org/officeDocument/2006/relationships/image" Target="../media/image239.png"/><Relationship Id="rId216" Type="http://schemas.openxmlformats.org/officeDocument/2006/relationships/customXml" Target="../ink/ink255.xml"/><Relationship Id="rId237" Type="http://schemas.openxmlformats.org/officeDocument/2006/relationships/image" Target="../media/image267.png"/><Relationship Id="rId258" Type="http://schemas.openxmlformats.org/officeDocument/2006/relationships/customXml" Target="../ink/ink276.xml"/><Relationship Id="rId22" Type="http://schemas.openxmlformats.org/officeDocument/2006/relationships/customXml" Target="../ink/ink158.xml"/><Relationship Id="rId43" Type="http://schemas.openxmlformats.org/officeDocument/2006/relationships/image" Target="../media/image170.png"/><Relationship Id="rId64" Type="http://schemas.openxmlformats.org/officeDocument/2006/relationships/customXml" Target="../ink/ink179.xml"/><Relationship Id="rId118" Type="http://schemas.openxmlformats.org/officeDocument/2006/relationships/customXml" Target="../ink/ink206.xml"/><Relationship Id="rId139" Type="http://schemas.openxmlformats.org/officeDocument/2006/relationships/image" Target="../media/image218.png"/><Relationship Id="rId85" Type="http://schemas.openxmlformats.org/officeDocument/2006/relationships/image" Target="../media/image191.png"/><Relationship Id="rId150" Type="http://schemas.openxmlformats.org/officeDocument/2006/relationships/customXml" Target="../ink/ink222.xml"/><Relationship Id="rId171" Type="http://schemas.openxmlformats.org/officeDocument/2006/relationships/image" Target="../media/image234.png"/><Relationship Id="rId192" Type="http://schemas.openxmlformats.org/officeDocument/2006/relationships/customXml" Target="../ink/ink243.xml"/><Relationship Id="rId206" Type="http://schemas.openxmlformats.org/officeDocument/2006/relationships/customXml" Target="../ink/ink250.xml"/><Relationship Id="rId227" Type="http://schemas.openxmlformats.org/officeDocument/2006/relationships/image" Target="../media/image262.png"/><Relationship Id="rId248" Type="http://schemas.openxmlformats.org/officeDocument/2006/relationships/customXml" Target="../ink/ink271.xml"/><Relationship Id="rId12" Type="http://schemas.openxmlformats.org/officeDocument/2006/relationships/customXml" Target="../ink/ink153.xml"/><Relationship Id="rId33" Type="http://schemas.openxmlformats.org/officeDocument/2006/relationships/image" Target="../media/image165.png"/><Relationship Id="rId108" Type="http://schemas.openxmlformats.org/officeDocument/2006/relationships/customXml" Target="../ink/ink201.xml"/><Relationship Id="rId129" Type="http://schemas.openxmlformats.org/officeDocument/2006/relationships/image" Target="../media/image213.png"/><Relationship Id="rId54" Type="http://schemas.openxmlformats.org/officeDocument/2006/relationships/customXml" Target="../ink/ink174.xml"/><Relationship Id="rId75" Type="http://schemas.openxmlformats.org/officeDocument/2006/relationships/image" Target="../media/image186.png"/><Relationship Id="rId96" Type="http://schemas.openxmlformats.org/officeDocument/2006/relationships/customXml" Target="../ink/ink195.xml"/><Relationship Id="rId140" Type="http://schemas.openxmlformats.org/officeDocument/2006/relationships/customXml" Target="../ink/ink217.xml"/><Relationship Id="rId161" Type="http://schemas.openxmlformats.org/officeDocument/2006/relationships/image" Target="../media/image229.png"/><Relationship Id="rId182" Type="http://schemas.openxmlformats.org/officeDocument/2006/relationships/customXml" Target="../ink/ink238.xml"/><Relationship Id="rId217" Type="http://schemas.openxmlformats.org/officeDocument/2006/relationships/image" Target="../media/image257.png"/><Relationship Id="rId6" Type="http://schemas.openxmlformats.org/officeDocument/2006/relationships/customXml" Target="../ink/ink150.xml"/><Relationship Id="rId238" Type="http://schemas.openxmlformats.org/officeDocument/2006/relationships/customXml" Target="../ink/ink266.xml"/><Relationship Id="rId259" Type="http://schemas.openxmlformats.org/officeDocument/2006/relationships/image" Target="../media/image278.png"/><Relationship Id="rId23" Type="http://schemas.openxmlformats.org/officeDocument/2006/relationships/image" Target="../media/image160.png"/><Relationship Id="rId119" Type="http://schemas.openxmlformats.org/officeDocument/2006/relationships/image" Target="../media/image208.png"/><Relationship Id="rId44" Type="http://schemas.openxmlformats.org/officeDocument/2006/relationships/customXml" Target="../ink/ink169.xml"/><Relationship Id="rId65" Type="http://schemas.openxmlformats.org/officeDocument/2006/relationships/image" Target="../media/image181.png"/><Relationship Id="rId86" Type="http://schemas.openxmlformats.org/officeDocument/2006/relationships/customXml" Target="../ink/ink190.xml"/><Relationship Id="rId130" Type="http://schemas.openxmlformats.org/officeDocument/2006/relationships/customXml" Target="../ink/ink212.xml"/><Relationship Id="rId151" Type="http://schemas.openxmlformats.org/officeDocument/2006/relationships/image" Target="../media/image224.png"/><Relationship Id="rId172" Type="http://schemas.openxmlformats.org/officeDocument/2006/relationships/customXml" Target="../ink/ink233.xml"/><Relationship Id="rId193" Type="http://schemas.openxmlformats.org/officeDocument/2006/relationships/image" Target="../media/image245.png"/><Relationship Id="rId207" Type="http://schemas.openxmlformats.org/officeDocument/2006/relationships/image" Target="../media/image252.png"/><Relationship Id="rId228" Type="http://schemas.openxmlformats.org/officeDocument/2006/relationships/customXml" Target="../ink/ink261.xml"/><Relationship Id="rId249" Type="http://schemas.openxmlformats.org/officeDocument/2006/relationships/image" Target="../media/image273.png"/><Relationship Id="rId13" Type="http://schemas.openxmlformats.org/officeDocument/2006/relationships/image" Target="../media/image155.png"/><Relationship Id="rId109" Type="http://schemas.openxmlformats.org/officeDocument/2006/relationships/image" Target="../media/image203.png"/><Relationship Id="rId34" Type="http://schemas.openxmlformats.org/officeDocument/2006/relationships/customXml" Target="../ink/ink164.xml"/><Relationship Id="rId55" Type="http://schemas.openxmlformats.org/officeDocument/2006/relationships/image" Target="../media/image176.png"/><Relationship Id="rId76" Type="http://schemas.openxmlformats.org/officeDocument/2006/relationships/customXml" Target="../ink/ink185.xml"/><Relationship Id="rId97" Type="http://schemas.openxmlformats.org/officeDocument/2006/relationships/image" Target="../media/image197.png"/><Relationship Id="rId120" Type="http://schemas.openxmlformats.org/officeDocument/2006/relationships/customXml" Target="../ink/ink207.xml"/><Relationship Id="rId141" Type="http://schemas.openxmlformats.org/officeDocument/2006/relationships/image" Target="../media/image219.png"/><Relationship Id="rId7" Type="http://schemas.openxmlformats.org/officeDocument/2006/relationships/image" Target="../media/image152.png"/><Relationship Id="rId162" Type="http://schemas.openxmlformats.org/officeDocument/2006/relationships/customXml" Target="../ink/ink228.xml"/><Relationship Id="rId183" Type="http://schemas.openxmlformats.org/officeDocument/2006/relationships/image" Target="../media/image240.png"/><Relationship Id="rId218" Type="http://schemas.openxmlformats.org/officeDocument/2006/relationships/customXml" Target="../ink/ink256.xml"/><Relationship Id="rId239" Type="http://schemas.openxmlformats.org/officeDocument/2006/relationships/image" Target="../media/image268.png"/><Relationship Id="rId250" Type="http://schemas.openxmlformats.org/officeDocument/2006/relationships/customXml" Target="../ink/ink272.xml"/><Relationship Id="rId24" Type="http://schemas.openxmlformats.org/officeDocument/2006/relationships/customXml" Target="../ink/ink159.xml"/><Relationship Id="rId45" Type="http://schemas.openxmlformats.org/officeDocument/2006/relationships/image" Target="../media/image171.png"/><Relationship Id="rId66" Type="http://schemas.openxmlformats.org/officeDocument/2006/relationships/customXml" Target="../ink/ink180.xml"/><Relationship Id="rId87" Type="http://schemas.openxmlformats.org/officeDocument/2006/relationships/image" Target="../media/image192.png"/><Relationship Id="rId110" Type="http://schemas.openxmlformats.org/officeDocument/2006/relationships/customXml" Target="../ink/ink202.xml"/><Relationship Id="rId131" Type="http://schemas.openxmlformats.org/officeDocument/2006/relationships/image" Target="../media/image214.png"/><Relationship Id="rId152" Type="http://schemas.openxmlformats.org/officeDocument/2006/relationships/customXml" Target="../ink/ink223.xml"/><Relationship Id="rId173" Type="http://schemas.openxmlformats.org/officeDocument/2006/relationships/image" Target="../media/image235.png"/><Relationship Id="rId194" Type="http://schemas.openxmlformats.org/officeDocument/2006/relationships/customXml" Target="../ink/ink244.xml"/><Relationship Id="rId208" Type="http://schemas.openxmlformats.org/officeDocument/2006/relationships/customXml" Target="../ink/ink251.xml"/><Relationship Id="rId229" Type="http://schemas.openxmlformats.org/officeDocument/2006/relationships/image" Target="../media/image263.png"/><Relationship Id="rId240" Type="http://schemas.openxmlformats.org/officeDocument/2006/relationships/customXml" Target="../ink/ink267.xml"/><Relationship Id="rId14" Type="http://schemas.openxmlformats.org/officeDocument/2006/relationships/customXml" Target="../ink/ink154.xml"/><Relationship Id="rId35" Type="http://schemas.openxmlformats.org/officeDocument/2006/relationships/image" Target="../media/image166.png"/><Relationship Id="rId56" Type="http://schemas.openxmlformats.org/officeDocument/2006/relationships/customXml" Target="../ink/ink175.xml"/><Relationship Id="rId77" Type="http://schemas.openxmlformats.org/officeDocument/2006/relationships/image" Target="../media/image187.png"/><Relationship Id="rId100" Type="http://schemas.openxmlformats.org/officeDocument/2006/relationships/customXml" Target="../ink/ink197.xml"/><Relationship Id="rId8" Type="http://schemas.openxmlformats.org/officeDocument/2006/relationships/customXml" Target="../ink/ink151.xml"/><Relationship Id="rId98" Type="http://schemas.openxmlformats.org/officeDocument/2006/relationships/customXml" Target="../ink/ink196.xml"/><Relationship Id="rId121" Type="http://schemas.openxmlformats.org/officeDocument/2006/relationships/image" Target="../media/image209.png"/><Relationship Id="rId142" Type="http://schemas.openxmlformats.org/officeDocument/2006/relationships/customXml" Target="../ink/ink218.xml"/><Relationship Id="rId163" Type="http://schemas.openxmlformats.org/officeDocument/2006/relationships/image" Target="../media/image230.png"/><Relationship Id="rId184" Type="http://schemas.openxmlformats.org/officeDocument/2006/relationships/customXml" Target="../ink/ink239.xml"/><Relationship Id="rId219" Type="http://schemas.openxmlformats.org/officeDocument/2006/relationships/image" Target="../media/image258.png"/><Relationship Id="rId230" Type="http://schemas.openxmlformats.org/officeDocument/2006/relationships/customXml" Target="../ink/ink262.xml"/><Relationship Id="rId251" Type="http://schemas.openxmlformats.org/officeDocument/2006/relationships/image" Target="../media/image274.png"/><Relationship Id="rId25" Type="http://schemas.openxmlformats.org/officeDocument/2006/relationships/image" Target="../media/image161.png"/><Relationship Id="rId46" Type="http://schemas.openxmlformats.org/officeDocument/2006/relationships/customXml" Target="../ink/ink170.xml"/><Relationship Id="rId67" Type="http://schemas.openxmlformats.org/officeDocument/2006/relationships/image" Target="../media/image182.png"/><Relationship Id="rId88" Type="http://schemas.openxmlformats.org/officeDocument/2006/relationships/customXml" Target="../ink/ink191.xml"/><Relationship Id="rId111" Type="http://schemas.openxmlformats.org/officeDocument/2006/relationships/image" Target="../media/image204.png"/><Relationship Id="rId132" Type="http://schemas.openxmlformats.org/officeDocument/2006/relationships/customXml" Target="../ink/ink213.xml"/><Relationship Id="rId153" Type="http://schemas.openxmlformats.org/officeDocument/2006/relationships/image" Target="../media/image225.png"/><Relationship Id="rId174" Type="http://schemas.openxmlformats.org/officeDocument/2006/relationships/customXml" Target="../ink/ink234.xml"/><Relationship Id="rId195" Type="http://schemas.openxmlformats.org/officeDocument/2006/relationships/image" Target="../media/image246.png"/><Relationship Id="rId209" Type="http://schemas.openxmlformats.org/officeDocument/2006/relationships/image" Target="../media/image253.png"/><Relationship Id="rId220" Type="http://schemas.openxmlformats.org/officeDocument/2006/relationships/customXml" Target="../ink/ink257.xml"/><Relationship Id="rId241" Type="http://schemas.openxmlformats.org/officeDocument/2006/relationships/image" Target="../media/image269.png"/><Relationship Id="rId15" Type="http://schemas.openxmlformats.org/officeDocument/2006/relationships/image" Target="../media/image156.png"/><Relationship Id="rId36" Type="http://schemas.openxmlformats.org/officeDocument/2006/relationships/customXml" Target="../ink/ink165.xml"/><Relationship Id="rId57" Type="http://schemas.openxmlformats.org/officeDocument/2006/relationships/image" Target="../media/image177.png"/><Relationship Id="rId78" Type="http://schemas.openxmlformats.org/officeDocument/2006/relationships/customXml" Target="../ink/ink186.xml"/><Relationship Id="rId99" Type="http://schemas.openxmlformats.org/officeDocument/2006/relationships/image" Target="../media/image198.png"/><Relationship Id="rId101" Type="http://schemas.openxmlformats.org/officeDocument/2006/relationships/image" Target="../media/image199.png"/><Relationship Id="rId122" Type="http://schemas.openxmlformats.org/officeDocument/2006/relationships/customXml" Target="../ink/ink208.xml"/><Relationship Id="rId143" Type="http://schemas.openxmlformats.org/officeDocument/2006/relationships/image" Target="../media/image220.png"/><Relationship Id="rId164" Type="http://schemas.openxmlformats.org/officeDocument/2006/relationships/customXml" Target="../ink/ink229.xml"/><Relationship Id="rId185" Type="http://schemas.openxmlformats.org/officeDocument/2006/relationships/image" Target="../media/image241.png"/><Relationship Id="rId9" Type="http://schemas.openxmlformats.org/officeDocument/2006/relationships/image" Target="../media/image153.png"/><Relationship Id="rId210" Type="http://schemas.openxmlformats.org/officeDocument/2006/relationships/customXml" Target="../ink/ink252.xml"/><Relationship Id="rId26" Type="http://schemas.openxmlformats.org/officeDocument/2006/relationships/customXml" Target="../ink/ink160.xml"/><Relationship Id="rId231" Type="http://schemas.openxmlformats.org/officeDocument/2006/relationships/image" Target="../media/image264.png"/><Relationship Id="rId252" Type="http://schemas.openxmlformats.org/officeDocument/2006/relationships/customXml" Target="../ink/ink273.xml"/><Relationship Id="rId47" Type="http://schemas.openxmlformats.org/officeDocument/2006/relationships/image" Target="../media/image172.png"/><Relationship Id="rId68" Type="http://schemas.openxmlformats.org/officeDocument/2006/relationships/customXml" Target="../ink/ink181.xml"/><Relationship Id="rId89" Type="http://schemas.openxmlformats.org/officeDocument/2006/relationships/image" Target="../media/image193.png"/><Relationship Id="rId112" Type="http://schemas.openxmlformats.org/officeDocument/2006/relationships/customXml" Target="../ink/ink203.xml"/><Relationship Id="rId133" Type="http://schemas.openxmlformats.org/officeDocument/2006/relationships/image" Target="../media/image215.png"/><Relationship Id="rId154" Type="http://schemas.openxmlformats.org/officeDocument/2006/relationships/customXml" Target="../ink/ink224.xml"/><Relationship Id="rId175" Type="http://schemas.openxmlformats.org/officeDocument/2006/relationships/image" Target="../media/image236.png"/><Relationship Id="rId196" Type="http://schemas.openxmlformats.org/officeDocument/2006/relationships/customXml" Target="../ink/ink245.xml"/><Relationship Id="rId200" Type="http://schemas.openxmlformats.org/officeDocument/2006/relationships/customXml" Target="../ink/ink247.xml"/><Relationship Id="rId16" Type="http://schemas.openxmlformats.org/officeDocument/2006/relationships/customXml" Target="../ink/ink155.xml"/><Relationship Id="rId221" Type="http://schemas.openxmlformats.org/officeDocument/2006/relationships/image" Target="../media/image259.png"/><Relationship Id="rId242" Type="http://schemas.openxmlformats.org/officeDocument/2006/relationships/customXml" Target="../ink/ink268.xml"/><Relationship Id="rId37" Type="http://schemas.openxmlformats.org/officeDocument/2006/relationships/image" Target="../media/image167.png"/><Relationship Id="rId58" Type="http://schemas.openxmlformats.org/officeDocument/2006/relationships/customXml" Target="../ink/ink176.xml"/><Relationship Id="rId79" Type="http://schemas.openxmlformats.org/officeDocument/2006/relationships/image" Target="../media/image188.png"/><Relationship Id="rId102" Type="http://schemas.openxmlformats.org/officeDocument/2006/relationships/customXml" Target="../ink/ink198.xml"/><Relationship Id="rId123" Type="http://schemas.openxmlformats.org/officeDocument/2006/relationships/image" Target="../media/image210.png"/><Relationship Id="rId144" Type="http://schemas.openxmlformats.org/officeDocument/2006/relationships/customXml" Target="../ink/ink219.xml"/><Relationship Id="rId90" Type="http://schemas.openxmlformats.org/officeDocument/2006/relationships/customXml" Target="../ink/ink192.xml"/><Relationship Id="rId165" Type="http://schemas.openxmlformats.org/officeDocument/2006/relationships/image" Target="../media/image231.png"/><Relationship Id="rId186" Type="http://schemas.openxmlformats.org/officeDocument/2006/relationships/customXml" Target="../ink/ink240.xml"/><Relationship Id="rId211" Type="http://schemas.openxmlformats.org/officeDocument/2006/relationships/image" Target="../media/image254.png"/><Relationship Id="rId232" Type="http://schemas.openxmlformats.org/officeDocument/2006/relationships/customXml" Target="../ink/ink263.xml"/><Relationship Id="rId253" Type="http://schemas.openxmlformats.org/officeDocument/2006/relationships/image" Target="../media/image275.png"/><Relationship Id="rId27" Type="http://schemas.openxmlformats.org/officeDocument/2006/relationships/image" Target="../media/image162.png"/><Relationship Id="rId48" Type="http://schemas.openxmlformats.org/officeDocument/2006/relationships/customXml" Target="../ink/ink171.xml"/><Relationship Id="rId69" Type="http://schemas.openxmlformats.org/officeDocument/2006/relationships/image" Target="../media/image183.png"/><Relationship Id="rId113" Type="http://schemas.openxmlformats.org/officeDocument/2006/relationships/image" Target="../media/image205.png"/><Relationship Id="rId134" Type="http://schemas.openxmlformats.org/officeDocument/2006/relationships/customXml" Target="../ink/ink214.xml"/><Relationship Id="rId80" Type="http://schemas.openxmlformats.org/officeDocument/2006/relationships/customXml" Target="../ink/ink187.xml"/><Relationship Id="rId155" Type="http://schemas.openxmlformats.org/officeDocument/2006/relationships/image" Target="../media/image226.png"/><Relationship Id="rId176" Type="http://schemas.openxmlformats.org/officeDocument/2006/relationships/customXml" Target="../ink/ink235.xml"/><Relationship Id="rId197" Type="http://schemas.openxmlformats.org/officeDocument/2006/relationships/image" Target="../media/image247.png"/><Relationship Id="rId201" Type="http://schemas.openxmlformats.org/officeDocument/2006/relationships/image" Target="../media/image249.png"/><Relationship Id="rId222" Type="http://schemas.openxmlformats.org/officeDocument/2006/relationships/customXml" Target="../ink/ink258.xml"/><Relationship Id="rId243" Type="http://schemas.openxmlformats.org/officeDocument/2006/relationships/image" Target="../media/image270.png"/><Relationship Id="rId17" Type="http://schemas.openxmlformats.org/officeDocument/2006/relationships/image" Target="../media/image157.png"/><Relationship Id="rId38" Type="http://schemas.openxmlformats.org/officeDocument/2006/relationships/customXml" Target="../ink/ink166.xml"/><Relationship Id="rId59" Type="http://schemas.openxmlformats.org/officeDocument/2006/relationships/image" Target="../media/image178.png"/><Relationship Id="rId103" Type="http://schemas.openxmlformats.org/officeDocument/2006/relationships/image" Target="../media/image200.png"/><Relationship Id="rId124" Type="http://schemas.openxmlformats.org/officeDocument/2006/relationships/customXml" Target="../ink/ink209.xml"/><Relationship Id="rId70" Type="http://schemas.openxmlformats.org/officeDocument/2006/relationships/customXml" Target="../ink/ink182.xml"/><Relationship Id="rId91" Type="http://schemas.openxmlformats.org/officeDocument/2006/relationships/image" Target="../media/image194.png"/><Relationship Id="rId145" Type="http://schemas.openxmlformats.org/officeDocument/2006/relationships/image" Target="../media/image221.png"/><Relationship Id="rId166" Type="http://schemas.openxmlformats.org/officeDocument/2006/relationships/customXml" Target="../ink/ink230.xml"/><Relationship Id="rId187" Type="http://schemas.openxmlformats.org/officeDocument/2006/relationships/image" Target="../media/image242.png"/><Relationship Id="rId1" Type="http://schemas.openxmlformats.org/officeDocument/2006/relationships/slideLayout" Target="../slideLayouts/slideLayout8.xml"/><Relationship Id="rId212" Type="http://schemas.openxmlformats.org/officeDocument/2006/relationships/customXml" Target="../ink/ink253.xml"/><Relationship Id="rId233" Type="http://schemas.openxmlformats.org/officeDocument/2006/relationships/image" Target="../media/image265.png"/><Relationship Id="rId254" Type="http://schemas.openxmlformats.org/officeDocument/2006/relationships/customXml" Target="../ink/ink274.xml"/><Relationship Id="rId28" Type="http://schemas.openxmlformats.org/officeDocument/2006/relationships/customXml" Target="../ink/ink161.xml"/><Relationship Id="rId49" Type="http://schemas.openxmlformats.org/officeDocument/2006/relationships/image" Target="../media/image173.png"/><Relationship Id="rId114" Type="http://schemas.openxmlformats.org/officeDocument/2006/relationships/customXml" Target="../ink/ink204.xml"/><Relationship Id="rId60" Type="http://schemas.openxmlformats.org/officeDocument/2006/relationships/customXml" Target="../ink/ink177.xml"/><Relationship Id="rId81" Type="http://schemas.openxmlformats.org/officeDocument/2006/relationships/image" Target="../media/image189.png"/><Relationship Id="rId135" Type="http://schemas.openxmlformats.org/officeDocument/2006/relationships/image" Target="../media/image216.png"/><Relationship Id="rId156" Type="http://schemas.openxmlformats.org/officeDocument/2006/relationships/customXml" Target="../ink/ink225.xml"/><Relationship Id="rId177" Type="http://schemas.openxmlformats.org/officeDocument/2006/relationships/image" Target="../media/image237.png"/><Relationship Id="rId198" Type="http://schemas.openxmlformats.org/officeDocument/2006/relationships/customXml" Target="../ink/ink246.xml"/><Relationship Id="rId202" Type="http://schemas.openxmlformats.org/officeDocument/2006/relationships/customXml" Target="../ink/ink248.xml"/><Relationship Id="rId223" Type="http://schemas.openxmlformats.org/officeDocument/2006/relationships/image" Target="../media/image260.png"/><Relationship Id="rId244" Type="http://schemas.openxmlformats.org/officeDocument/2006/relationships/customXml" Target="../ink/ink269.xml"/><Relationship Id="rId18" Type="http://schemas.openxmlformats.org/officeDocument/2006/relationships/customXml" Target="../ink/ink156.xml"/><Relationship Id="rId39" Type="http://schemas.openxmlformats.org/officeDocument/2006/relationships/image" Target="../media/image168.png"/><Relationship Id="rId50" Type="http://schemas.openxmlformats.org/officeDocument/2006/relationships/customXml" Target="../ink/ink172.xml"/><Relationship Id="rId104" Type="http://schemas.openxmlformats.org/officeDocument/2006/relationships/customXml" Target="../ink/ink199.xml"/><Relationship Id="rId125" Type="http://schemas.openxmlformats.org/officeDocument/2006/relationships/image" Target="../media/image211.png"/><Relationship Id="rId146" Type="http://schemas.openxmlformats.org/officeDocument/2006/relationships/customXml" Target="../ink/ink220.xml"/><Relationship Id="rId167" Type="http://schemas.openxmlformats.org/officeDocument/2006/relationships/image" Target="../media/image232.png"/><Relationship Id="rId188" Type="http://schemas.openxmlformats.org/officeDocument/2006/relationships/customXml" Target="../ink/ink241.xml"/><Relationship Id="rId71" Type="http://schemas.openxmlformats.org/officeDocument/2006/relationships/image" Target="../media/image184.png"/><Relationship Id="rId92" Type="http://schemas.openxmlformats.org/officeDocument/2006/relationships/customXml" Target="../ink/ink193.xml"/><Relationship Id="rId213" Type="http://schemas.openxmlformats.org/officeDocument/2006/relationships/image" Target="../media/image255.png"/><Relationship Id="rId234" Type="http://schemas.openxmlformats.org/officeDocument/2006/relationships/customXml" Target="../ink/ink264.xml"/><Relationship Id="rId2" Type="http://schemas.openxmlformats.org/officeDocument/2006/relationships/customXml" Target="../ink/ink148.xml"/><Relationship Id="rId29" Type="http://schemas.openxmlformats.org/officeDocument/2006/relationships/image" Target="../media/image163.png"/><Relationship Id="rId255" Type="http://schemas.openxmlformats.org/officeDocument/2006/relationships/image" Target="../media/image276.png"/><Relationship Id="rId40" Type="http://schemas.openxmlformats.org/officeDocument/2006/relationships/customXml" Target="../ink/ink167.xml"/><Relationship Id="rId115" Type="http://schemas.openxmlformats.org/officeDocument/2006/relationships/image" Target="../media/image206.png"/><Relationship Id="rId136" Type="http://schemas.openxmlformats.org/officeDocument/2006/relationships/customXml" Target="../ink/ink215.xml"/><Relationship Id="rId157" Type="http://schemas.openxmlformats.org/officeDocument/2006/relationships/image" Target="../media/image227.png"/><Relationship Id="rId178" Type="http://schemas.openxmlformats.org/officeDocument/2006/relationships/customXml" Target="../ink/ink236.xml"/><Relationship Id="rId61" Type="http://schemas.openxmlformats.org/officeDocument/2006/relationships/image" Target="../media/image179.png"/><Relationship Id="rId82" Type="http://schemas.openxmlformats.org/officeDocument/2006/relationships/customXml" Target="../ink/ink188.xml"/><Relationship Id="rId199" Type="http://schemas.openxmlformats.org/officeDocument/2006/relationships/image" Target="../media/image248.png"/><Relationship Id="rId203" Type="http://schemas.openxmlformats.org/officeDocument/2006/relationships/image" Target="../media/image250.png"/><Relationship Id="rId19" Type="http://schemas.openxmlformats.org/officeDocument/2006/relationships/image" Target="../media/image158.png"/><Relationship Id="rId224" Type="http://schemas.openxmlformats.org/officeDocument/2006/relationships/customXml" Target="../ink/ink259.xml"/><Relationship Id="rId245" Type="http://schemas.openxmlformats.org/officeDocument/2006/relationships/image" Target="../media/image271.png"/><Relationship Id="rId30" Type="http://schemas.openxmlformats.org/officeDocument/2006/relationships/customXml" Target="../ink/ink162.xml"/><Relationship Id="rId105" Type="http://schemas.openxmlformats.org/officeDocument/2006/relationships/image" Target="../media/image201.png"/><Relationship Id="rId126" Type="http://schemas.openxmlformats.org/officeDocument/2006/relationships/customXml" Target="../ink/ink210.xml"/><Relationship Id="rId147" Type="http://schemas.openxmlformats.org/officeDocument/2006/relationships/image" Target="../media/image222.png"/><Relationship Id="rId168" Type="http://schemas.openxmlformats.org/officeDocument/2006/relationships/customXml" Target="../ink/ink231.xml"/><Relationship Id="rId51" Type="http://schemas.openxmlformats.org/officeDocument/2006/relationships/image" Target="../media/image174.png"/><Relationship Id="rId72" Type="http://schemas.openxmlformats.org/officeDocument/2006/relationships/customXml" Target="../ink/ink183.xml"/><Relationship Id="rId93" Type="http://schemas.openxmlformats.org/officeDocument/2006/relationships/image" Target="../media/image195.png"/><Relationship Id="rId189" Type="http://schemas.openxmlformats.org/officeDocument/2006/relationships/image" Target="../media/image243.png"/><Relationship Id="rId3" Type="http://schemas.openxmlformats.org/officeDocument/2006/relationships/image" Target="../media/image150.png"/><Relationship Id="rId214" Type="http://schemas.openxmlformats.org/officeDocument/2006/relationships/customXml" Target="../ink/ink254.xml"/><Relationship Id="rId235" Type="http://schemas.openxmlformats.org/officeDocument/2006/relationships/image" Target="../media/image266.png"/><Relationship Id="rId256" Type="http://schemas.openxmlformats.org/officeDocument/2006/relationships/customXml" Target="../ink/ink275.xml"/><Relationship Id="rId116" Type="http://schemas.openxmlformats.org/officeDocument/2006/relationships/customXml" Target="../ink/ink205.xml"/><Relationship Id="rId137" Type="http://schemas.openxmlformats.org/officeDocument/2006/relationships/image" Target="../media/image217.png"/><Relationship Id="rId158" Type="http://schemas.openxmlformats.org/officeDocument/2006/relationships/customXml" Target="../ink/ink226.xml"/><Relationship Id="rId20" Type="http://schemas.openxmlformats.org/officeDocument/2006/relationships/customXml" Target="../ink/ink157.xml"/><Relationship Id="rId41" Type="http://schemas.openxmlformats.org/officeDocument/2006/relationships/image" Target="../media/image169.png"/><Relationship Id="rId62" Type="http://schemas.openxmlformats.org/officeDocument/2006/relationships/customXml" Target="../ink/ink178.xml"/><Relationship Id="rId83" Type="http://schemas.openxmlformats.org/officeDocument/2006/relationships/image" Target="../media/image190.png"/><Relationship Id="rId179" Type="http://schemas.openxmlformats.org/officeDocument/2006/relationships/image" Target="../media/image238.png"/><Relationship Id="rId190" Type="http://schemas.openxmlformats.org/officeDocument/2006/relationships/customXml" Target="../ink/ink242.xml"/><Relationship Id="rId204" Type="http://schemas.openxmlformats.org/officeDocument/2006/relationships/customXml" Target="../ink/ink249.xml"/><Relationship Id="rId225" Type="http://schemas.openxmlformats.org/officeDocument/2006/relationships/image" Target="../media/image261.png"/><Relationship Id="rId246" Type="http://schemas.openxmlformats.org/officeDocument/2006/relationships/customXml" Target="../ink/ink270.xml"/><Relationship Id="rId106" Type="http://schemas.openxmlformats.org/officeDocument/2006/relationships/customXml" Target="../ink/ink200.xml"/><Relationship Id="rId127" Type="http://schemas.openxmlformats.org/officeDocument/2006/relationships/image" Target="../media/image212.png"/><Relationship Id="rId10" Type="http://schemas.openxmlformats.org/officeDocument/2006/relationships/customXml" Target="../ink/ink152.xml"/><Relationship Id="rId31" Type="http://schemas.openxmlformats.org/officeDocument/2006/relationships/image" Target="../media/image164.png"/><Relationship Id="rId52" Type="http://schemas.openxmlformats.org/officeDocument/2006/relationships/customXml" Target="../ink/ink173.xml"/><Relationship Id="rId73" Type="http://schemas.openxmlformats.org/officeDocument/2006/relationships/image" Target="../media/image185.png"/><Relationship Id="rId94" Type="http://schemas.openxmlformats.org/officeDocument/2006/relationships/customXml" Target="../ink/ink194.xml"/><Relationship Id="rId148" Type="http://schemas.openxmlformats.org/officeDocument/2006/relationships/customXml" Target="../ink/ink221.xml"/><Relationship Id="rId169" Type="http://schemas.openxmlformats.org/officeDocument/2006/relationships/image" Target="../media/image233.png"/><Relationship Id="rId4" Type="http://schemas.openxmlformats.org/officeDocument/2006/relationships/customXml" Target="../ink/ink149.xml"/><Relationship Id="rId180" Type="http://schemas.openxmlformats.org/officeDocument/2006/relationships/customXml" Target="../ink/ink237.xml"/><Relationship Id="rId215" Type="http://schemas.openxmlformats.org/officeDocument/2006/relationships/image" Target="../media/image256.png"/><Relationship Id="rId236" Type="http://schemas.openxmlformats.org/officeDocument/2006/relationships/customXml" Target="../ink/ink265.xml"/><Relationship Id="rId257" Type="http://schemas.openxmlformats.org/officeDocument/2006/relationships/image" Target="../media/image277.png"/></Relationships>
</file>

<file path=ppt/slides/_rels/slide8.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image" Target="../media/image286.jpg"/><Relationship Id="rId3" Type="http://schemas.openxmlformats.org/officeDocument/2006/relationships/image" Target="../media/image281.png"/><Relationship Id="rId7" Type="http://schemas.openxmlformats.org/officeDocument/2006/relationships/image" Target="../media/image285.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284.png"/><Relationship Id="rId11" Type="http://schemas.openxmlformats.org/officeDocument/2006/relationships/image" Target="../media/image4.png"/><Relationship Id="rId5" Type="http://schemas.openxmlformats.org/officeDocument/2006/relationships/image" Target="../media/image283.png"/><Relationship Id="rId10" Type="http://schemas.openxmlformats.org/officeDocument/2006/relationships/image" Target="../media/image288.png"/><Relationship Id="rId4" Type="http://schemas.openxmlformats.org/officeDocument/2006/relationships/image" Target="../media/image282.png"/><Relationship Id="rId9" Type="http://schemas.openxmlformats.org/officeDocument/2006/relationships/image" Target="../media/image287.jpg"/></Relationships>
</file>

<file path=ppt/slides/_rels/slide11.xml.rels><?xml version="1.0" encoding="UTF-8" standalone="yes"?>
<Relationships xmlns="http://schemas.openxmlformats.org/package/2006/relationships"><Relationship Id="rId3" Type="http://schemas.openxmlformats.org/officeDocument/2006/relationships/image" Target="../media/image289.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295.jpeg"/><Relationship Id="rId3" Type="http://schemas.openxmlformats.org/officeDocument/2006/relationships/image" Target="../media/image290.jpeg"/><Relationship Id="rId7" Type="http://schemas.openxmlformats.org/officeDocument/2006/relationships/image" Target="../media/image294.tiff"/><Relationship Id="rId2" Type="http://schemas.openxmlformats.org/officeDocument/2006/relationships/notesSlide" Target="../notesSlides/notesSlide9.xml"/><Relationship Id="rId1" Type="http://schemas.openxmlformats.org/officeDocument/2006/relationships/slideLayout" Target="../slideLayouts/slideLayout38.xml"/><Relationship Id="rId6" Type="http://schemas.openxmlformats.org/officeDocument/2006/relationships/image" Target="../media/image293.tiff"/><Relationship Id="rId5" Type="http://schemas.openxmlformats.org/officeDocument/2006/relationships/image" Target="../media/image292.tiff"/><Relationship Id="rId4" Type="http://schemas.openxmlformats.org/officeDocument/2006/relationships/image" Target="../media/image29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DAY-21</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Business Object</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Fiori Elements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Annotations</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EML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7"/>
        <p:cNvGrpSpPr/>
        <p:nvPr/>
      </p:nvGrpSpPr>
      <p:grpSpPr>
        <a:xfrm>
          <a:off x="0" y="0"/>
          <a:ext cx="0" cy="0"/>
          <a:chOff x="0" y="0"/>
          <a:chExt cx="0" cy="0"/>
        </a:xfrm>
      </p:grpSpPr>
      <p:sp>
        <p:nvSpPr>
          <p:cNvPr id="1279" name="Google Shape;1279;p56"/>
          <p:cNvSpPr txBox="1"/>
          <p:nvPr/>
        </p:nvSpPr>
        <p:spPr>
          <a:xfrm>
            <a:off x="224979" y="788088"/>
            <a:ext cx="11806237"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From structural point of view, a business object consists of a tree of entities (cds) that are linked in compositions. Every entity in this composition tree is an element that is modeled with CDS view entities. For our demo travel scenario we will implement 3 level composition tree.</a:t>
            </a:r>
            <a:endParaRPr sz="1800">
              <a:solidFill>
                <a:schemeClr val="dk1"/>
              </a:solidFill>
              <a:latin typeface="Calibri"/>
              <a:ea typeface="Calibri"/>
              <a:cs typeface="Calibri"/>
              <a:sym typeface="Calibri"/>
            </a:endParaRPr>
          </a:p>
        </p:txBody>
      </p:sp>
      <p:sp>
        <p:nvSpPr>
          <p:cNvPr id="1280" name="Google Shape;1280;p5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Business Object Definition</a:t>
            </a:r>
            <a:endParaRPr sz="3599" dirty="0">
              <a:solidFill>
                <a:srgbClr val="FFC000"/>
              </a:solidFill>
              <a:latin typeface="Cooper Black" panose="0208090404030B020404" pitchFamily="18" charset="0"/>
              <a:ea typeface="Corben"/>
              <a:cs typeface="Corben"/>
              <a:sym typeface="Corben"/>
            </a:endParaRPr>
          </a:p>
        </p:txBody>
      </p:sp>
      <p:sp>
        <p:nvSpPr>
          <p:cNvPr id="1283" name="Google Shape;1283;p56"/>
          <p:cNvSpPr/>
          <p:nvPr/>
        </p:nvSpPr>
        <p:spPr>
          <a:xfrm>
            <a:off x="3406050" y="2157172"/>
            <a:ext cx="2232248"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travel_m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(root entity)</a:t>
            </a:r>
            <a:endParaRPr dirty="0"/>
          </a:p>
        </p:txBody>
      </p:sp>
      <p:sp>
        <p:nvSpPr>
          <p:cNvPr id="1284" name="Google Shape;1284;p56"/>
          <p:cNvSpPr/>
          <p:nvPr/>
        </p:nvSpPr>
        <p:spPr>
          <a:xfrm>
            <a:off x="6118928" y="3429000"/>
            <a:ext cx="292781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(child entity)</a:t>
            </a:r>
            <a:endParaRPr dirty="0"/>
          </a:p>
        </p:txBody>
      </p:sp>
      <p:sp>
        <p:nvSpPr>
          <p:cNvPr id="1285" name="Google Shape;1285;p56"/>
          <p:cNvSpPr/>
          <p:nvPr/>
        </p:nvSpPr>
        <p:spPr>
          <a:xfrm>
            <a:off x="8542684" y="4794633"/>
            <a:ext cx="3287851" cy="92333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dmo</a:t>
            </a:r>
            <a:r>
              <a:rPr lang="en-US" sz="2400" dirty="0">
                <a:solidFill>
                  <a:schemeClr val="lt1"/>
                </a:solidFill>
                <a:latin typeface="Calibri"/>
                <a:ea typeface="Calibri"/>
                <a:cs typeface="Calibri"/>
                <a:sym typeface="Calibri"/>
              </a:rPr>
              <a:t>/</a:t>
            </a:r>
            <a:r>
              <a:rPr lang="en-US" sz="2400" dirty="0" err="1">
                <a:solidFill>
                  <a:schemeClr val="lt1"/>
                </a:solidFill>
                <a:latin typeface="Calibri"/>
                <a:ea typeface="Calibri"/>
                <a:cs typeface="Calibri"/>
                <a:sym typeface="Calibri"/>
              </a:rPr>
              <a:t>bookingsuppl_m</a:t>
            </a:r>
            <a:endParaRPr sz="2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(child entity)</a:t>
            </a:r>
            <a:endParaRPr dirty="0"/>
          </a:p>
        </p:txBody>
      </p:sp>
      <p:cxnSp>
        <p:nvCxnSpPr>
          <p:cNvPr id="1286" name="Google Shape;1286;p56"/>
          <p:cNvCxnSpPr>
            <a:stCxn id="1287" idx="3"/>
            <a:endCxn id="1284" idx="0"/>
          </p:cNvCxnSpPr>
          <p:nvPr/>
        </p:nvCxnSpPr>
        <p:spPr>
          <a:xfrm>
            <a:off x="6022404" y="2618837"/>
            <a:ext cx="1560300" cy="810300"/>
          </a:xfrm>
          <a:prstGeom prst="bentConnector2">
            <a:avLst/>
          </a:prstGeom>
          <a:noFill/>
          <a:ln w="9525" cap="flat" cmpd="sng">
            <a:solidFill>
              <a:schemeClr val="accent1"/>
            </a:solidFill>
            <a:prstDash val="solid"/>
            <a:miter lim="800000"/>
            <a:headEnd type="none" w="sm" len="sm"/>
            <a:tailEnd type="none" w="sm" len="sm"/>
          </a:ln>
        </p:spPr>
      </p:cxnSp>
      <p:cxnSp>
        <p:nvCxnSpPr>
          <p:cNvPr id="1288" name="Google Shape;1288;p56"/>
          <p:cNvCxnSpPr>
            <a:stCxn id="1284" idx="3"/>
            <a:endCxn id="1285" idx="0"/>
          </p:cNvCxnSpPr>
          <p:nvPr/>
        </p:nvCxnSpPr>
        <p:spPr>
          <a:xfrm>
            <a:off x="9046739" y="3890665"/>
            <a:ext cx="1140000" cy="903900"/>
          </a:xfrm>
          <a:prstGeom prst="bentConnector2">
            <a:avLst/>
          </a:prstGeom>
          <a:noFill/>
          <a:ln w="9525" cap="flat" cmpd="sng">
            <a:solidFill>
              <a:schemeClr val="accent1"/>
            </a:solidFill>
            <a:prstDash val="solid"/>
            <a:miter lim="800000"/>
            <a:headEnd type="none" w="sm" len="sm"/>
            <a:tailEnd type="none" w="sm" len="sm"/>
          </a:ln>
        </p:spPr>
      </p:cxnSp>
      <p:sp>
        <p:nvSpPr>
          <p:cNvPr id="1287" name="Google Shape;1287;p56"/>
          <p:cNvSpPr/>
          <p:nvPr/>
        </p:nvSpPr>
        <p:spPr>
          <a:xfrm>
            <a:off x="5662364" y="2474821"/>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89" name="Google Shape;1289;p56"/>
          <p:cNvSpPr/>
          <p:nvPr/>
        </p:nvSpPr>
        <p:spPr>
          <a:xfrm>
            <a:off x="8974732" y="3746649"/>
            <a:ext cx="360040" cy="288032"/>
          </a:xfrm>
          <a:prstGeom prst="flowChartDecision">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0" name="Google Shape;1290;p56"/>
          <p:cNvSpPr/>
          <p:nvPr/>
        </p:nvSpPr>
        <p:spPr>
          <a:xfrm>
            <a:off x="2888090" y="1852392"/>
            <a:ext cx="9001000" cy="4056636"/>
          </a:xfrm>
          <a:prstGeom prst="rect">
            <a:avLst/>
          </a:prstGeom>
          <a:no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1" name="Google Shape;1291;p56"/>
          <p:cNvSpPr/>
          <p:nvPr/>
        </p:nvSpPr>
        <p:spPr>
          <a:xfrm>
            <a:off x="2002215" y="3429000"/>
            <a:ext cx="923845" cy="648072"/>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292" name="Google Shape;1292;p56"/>
          <p:cNvSpPr txBox="1"/>
          <p:nvPr/>
        </p:nvSpPr>
        <p:spPr>
          <a:xfrm>
            <a:off x="609540" y="3331150"/>
            <a:ext cx="1777236"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Business Object</a:t>
            </a:r>
            <a:endParaRPr/>
          </a:p>
        </p:txBody>
      </p:sp>
      <p:sp>
        <p:nvSpPr>
          <p:cNvPr id="1293" name="Google Shape;1293;p56"/>
          <p:cNvSpPr txBox="1"/>
          <p:nvPr/>
        </p:nvSpPr>
        <p:spPr>
          <a:xfrm>
            <a:off x="6382444" y="2132856"/>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1..N</a:t>
            </a:r>
            <a:endParaRPr dirty="0"/>
          </a:p>
        </p:txBody>
      </p:sp>
      <p:sp>
        <p:nvSpPr>
          <p:cNvPr id="1294" name="Google Shape;1294;p56"/>
          <p:cNvSpPr txBox="1"/>
          <p:nvPr/>
        </p:nvSpPr>
        <p:spPr>
          <a:xfrm>
            <a:off x="9429750" y="3506858"/>
            <a:ext cx="129614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1..N</a:t>
            </a:r>
            <a:endParaRPr/>
          </a:p>
        </p:txBody>
      </p:sp>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20"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5072184-3A04-1131-119B-3F599F9932BA}"/>
              </a:ext>
            </a:extLst>
          </p:cNvPr>
          <p:cNvPicPr>
            <a:picLocks noChangeAspect="1"/>
          </p:cNvPicPr>
          <p:nvPr/>
        </p:nvPicPr>
        <p:blipFill>
          <a:blip r:embed="rId4"/>
          <a:stretch>
            <a:fillRect/>
          </a:stretch>
        </p:blipFill>
        <p:spPr>
          <a:xfrm>
            <a:off x="1689271" y="3524230"/>
            <a:ext cx="4153113" cy="2717940"/>
          </a:xfrm>
          <a:prstGeom prst="rect">
            <a:avLst/>
          </a:prstGeom>
        </p:spPr>
      </p:pic>
      <mc:AlternateContent xmlns:mc="http://schemas.openxmlformats.org/markup-compatibility/2006" xmlns:p14="http://schemas.microsoft.com/office/powerpoint/2010/main">
        <mc:Choice Requires="p14">
          <p:contentPart p14:bwMode="auto" r:id="rId5">
            <p14:nvContentPartPr>
              <p14:cNvPr id="39" name="Ink 38">
                <a:extLst>
                  <a:ext uri="{FF2B5EF4-FFF2-40B4-BE49-F238E27FC236}">
                    <a16:creationId xmlns:a16="http://schemas.microsoft.com/office/drawing/2014/main" id="{ECC93DCF-13D2-1C7C-853D-E27752467ACD}"/>
                  </a:ext>
                </a:extLst>
              </p14:cNvPr>
              <p14:cNvContentPartPr/>
              <p14:nvPr/>
            </p14:nvContentPartPr>
            <p14:xfrm>
              <a:off x="-527828" y="4995382"/>
              <a:ext cx="11520" cy="360"/>
            </p14:xfrm>
          </p:contentPart>
        </mc:Choice>
        <mc:Fallback xmlns="">
          <p:pic>
            <p:nvPicPr>
              <p:cNvPr id="39" name="Ink 38">
                <a:extLst>
                  <a:ext uri="{FF2B5EF4-FFF2-40B4-BE49-F238E27FC236}">
                    <a16:creationId xmlns:a16="http://schemas.microsoft.com/office/drawing/2014/main" id="{ECC93DCF-13D2-1C7C-853D-E27752467ACD}"/>
                  </a:ext>
                </a:extLst>
              </p:cNvPr>
              <p:cNvPicPr/>
              <p:nvPr/>
            </p:nvPicPr>
            <p:blipFill>
              <a:blip r:embed="rId6"/>
              <a:stretch>
                <a:fillRect/>
              </a:stretch>
            </p:blipFill>
            <p:spPr>
              <a:xfrm>
                <a:off x="-536828" y="4986742"/>
                <a:ext cx="29160" cy="180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4CC972F-833D-38CF-D9E1-658B13F372F4}"/>
              </a:ext>
            </a:extLst>
          </p:cNvPr>
          <p:cNvGrpSpPr/>
          <p:nvPr/>
        </p:nvGrpSpPr>
        <p:grpSpPr>
          <a:xfrm>
            <a:off x="1432544" y="386562"/>
            <a:ext cx="2211840" cy="959760"/>
            <a:chOff x="1432544" y="386562"/>
            <a:chExt cx="2211840" cy="95976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02063C3-8DBE-ED70-BE9A-60D4358055DE}"/>
                    </a:ext>
                  </a:extLst>
                </p14:cNvPr>
                <p14:cNvContentPartPr/>
                <p14:nvPr/>
              </p14:nvContentPartPr>
              <p14:xfrm>
                <a:off x="1737824" y="386562"/>
                <a:ext cx="557280" cy="554040"/>
              </p14:xfrm>
            </p:contentPart>
          </mc:Choice>
          <mc:Fallback>
            <p:pic>
              <p:nvPicPr>
                <p:cNvPr id="4" name="Ink 3">
                  <a:extLst>
                    <a:ext uri="{FF2B5EF4-FFF2-40B4-BE49-F238E27FC236}">
                      <a16:creationId xmlns:a16="http://schemas.microsoft.com/office/drawing/2014/main" id="{002063C3-8DBE-ED70-BE9A-60D4358055DE}"/>
                    </a:ext>
                  </a:extLst>
                </p:cNvPr>
                <p:cNvPicPr/>
                <p:nvPr/>
              </p:nvPicPr>
              <p:blipFill>
                <a:blip r:embed="rId3"/>
                <a:stretch>
                  <a:fillRect/>
                </a:stretch>
              </p:blipFill>
              <p:spPr>
                <a:xfrm>
                  <a:off x="1728824" y="377922"/>
                  <a:ext cx="574920" cy="571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4A5D1603-45FA-9A28-2356-02D1F8A151CC}"/>
                    </a:ext>
                  </a:extLst>
                </p14:cNvPr>
                <p14:cNvContentPartPr/>
                <p14:nvPr/>
              </p14:nvContentPartPr>
              <p14:xfrm>
                <a:off x="1762304" y="416802"/>
                <a:ext cx="629640" cy="24840"/>
              </p14:xfrm>
            </p:contentPart>
          </mc:Choice>
          <mc:Fallback>
            <p:pic>
              <p:nvPicPr>
                <p:cNvPr id="5" name="Ink 4">
                  <a:extLst>
                    <a:ext uri="{FF2B5EF4-FFF2-40B4-BE49-F238E27FC236}">
                      <a16:creationId xmlns:a16="http://schemas.microsoft.com/office/drawing/2014/main" id="{4A5D1603-45FA-9A28-2356-02D1F8A151CC}"/>
                    </a:ext>
                  </a:extLst>
                </p:cNvPr>
                <p:cNvPicPr/>
                <p:nvPr/>
              </p:nvPicPr>
              <p:blipFill>
                <a:blip r:embed="rId5"/>
                <a:stretch>
                  <a:fillRect/>
                </a:stretch>
              </p:blipFill>
              <p:spPr>
                <a:xfrm>
                  <a:off x="1753304" y="408162"/>
                  <a:ext cx="6472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35F694DE-EA1F-6B0F-3B96-B37975F7B8E7}"/>
                    </a:ext>
                  </a:extLst>
                </p14:cNvPr>
                <p14:cNvContentPartPr/>
                <p14:nvPr/>
              </p14:nvContentPartPr>
              <p14:xfrm>
                <a:off x="1907744" y="808122"/>
                <a:ext cx="231480" cy="46440"/>
              </p14:xfrm>
            </p:contentPart>
          </mc:Choice>
          <mc:Fallback>
            <p:pic>
              <p:nvPicPr>
                <p:cNvPr id="7" name="Ink 6">
                  <a:extLst>
                    <a:ext uri="{FF2B5EF4-FFF2-40B4-BE49-F238E27FC236}">
                      <a16:creationId xmlns:a16="http://schemas.microsoft.com/office/drawing/2014/main" id="{35F694DE-EA1F-6B0F-3B96-B37975F7B8E7}"/>
                    </a:ext>
                  </a:extLst>
                </p:cNvPr>
                <p:cNvPicPr/>
                <p:nvPr/>
              </p:nvPicPr>
              <p:blipFill>
                <a:blip r:embed="rId7"/>
                <a:stretch>
                  <a:fillRect/>
                </a:stretch>
              </p:blipFill>
              <p:spPr>
                <a:xfrm>
                  <a:off x="1898744" y="799482"/>
                  <a:ext cx="24912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E80D202D-96B8-2B7A-ABEE-C03A3546542D}"/>
                    </a:ext>
                  </a:extLst>
                </p14:cNvPr>
                <p14:cNvContentPartPr/>
                <p14:nvPr/>
              </p14:nvContentPartPr>
              <p14:xfrm>
                <a:off x="1902344" y="634602"/>
                <a:ext cx="5760" cy="1440"/>
              </p14:xfrm>
            </p:contentPart>
          </mc:Choice>
          <mc:Fallback>
            <p:pic>
              <p:nvPicPr>
                <p:cNvPr id="8" name="Ink 7">
                  <a:extLst>
                    <a:ext uri="{FF2B5EF4-FFF2-40B4-BE49-F238E27FC236}">
                      <a16:creationId xmlns:a16="http://schemas.microsoft.com/office/drawing/2014/main" id="{E80D202D-96B8-2B7A-ABEE-C03A3546542D}"/>
                    </a:ext>
                  </a:extLst>
                </p:cNvPr>
                <p:cNvPicPr/>
                <p:nvPr/>
              </p:nvPicPr>
              <p:blipFill>
                <a:blip r:embed="rId9"/>
                <a:stretch>
                  <a:fillRect/>
                </a:stretch>
              </p:blipFill>
              <p:spPr>
                <a:xfrm>
                  <a:off x="1893704" y="625962"/>
                  <a:ext cx="234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93FE7CEE-1CBD-9AF5-A581-F3C90962E9B8}"/>
                    </a:ext>
                  </a:extLst>
                </p14:cNvPr>
                <p14:cNvContentPartPr/>
                <p14:nvPr/>
              </p14:nvContentPartPr>
              <p14:xfrm>
                <a:off x="2060384" y="635682"/>
                <a:ext cx="3960" cy="4320"/>
              </p14:xfrm>
            </p:contentPart>
          </mc:Choice>
          <mc:Fallback>
            <p:pic>
              <p:nvPicPr>
                <p:cNvPr id="9" name="Ink 8">
                  <a:extLst>
                    <a:ext uri="{FF2B5EF4-FFF2-40B4-BE49-F238E27FC236}">
                      <a16:creationId xmlns:a16="http://schemas.microsoft.com/office/drawing/2014/main" id="{93FE7CEE-1CBD-9AF5-A581-F3C90962E9B8}"/>
                    </a:ext>
                  </a:extLst>
                </p:cNvPr>
                <p:cNvPicPr/>
                <p:nvPr/>
              </p:nvPicPr>
              <p:blipFill>
                <a:blip r:embed="rId9"/>
                <a:stretch>
                  <a:fillRect/>
                </a:stretch>
              </p:blipFill>
              <p:spPr>
                <a:xfrm>
                  <a:off x="2051744" y="627042"/>
                  <a:ext cx="216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86DE3406-5A04-D3F6-CFF8-19DEB4025CD5}"/>
                    </a:ext>
                  </a:extLst>
                </p14:cNvPr>
                <p14:cNvContentPartPr/>
                <p14:nvPr/>
              </p14:nvContentPartPr>
              <p14:xfrm>
                <a:off x="1432544" y="1087482"/>
                <a:ext cx="332640" cy="251280"/>
              </p14:xfrm>
            </p:contentPart>
          </mc:Choice>
          <mc:Fallback>
            <p:pic>
              <p:nvPicPr>
                <p:cNvPr id="11" name="Ink 10">
                  <a:extLst>
                    <a:ext uri="{FF2B5EF4-FFF2-40B4-BE49-F238E27FC236}">
                      <a16:creationId xmlns:a16="http://schemas.microsoft.com/office/drawing/2014/main" id="{86DE3406-5A04-D3F6-CFF8-19DEB4025CD5}"/>
                    </a:ext>
                  </a:extLst>
                </p:cNvPr>
                <p:cNvPicPr/>
                <p:nvPr/>
              </p:nvPicPr>
              <p:blipFill>
                <a:blip r:embed="rId12"/>
                <a:stretch>
                  <a:fillRect/>
                </a:stretch>
              </p:blipFill>
              <p:spPr>
                <a:xfrm>
                  <a:off x="1423904" y="1078842"/>
                  <a:ext cx="350280" cy="2689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7458CD6A-682C-F487-8251-2FFEE1FD3FFC}"/>
                    </a:ext>
                  </a:extLst>
                </p14:cNvPr>
                <p14:cNvContentPartPr/>
                <p14:nvPr/>
              </p14:nvContentPartPr>
              <p14:xfrm>
                <a:off x="1841864" y="1086402"/>
                <a:ext cx="33480" cy="221400"/>
              </p14:xfrm>
            </p:contentPart>
          </mc:Choice>
          <mc:Fallback>
            <p:pic>
              <p:nvPicPr>
                <p:cNvPr id="12" name="Ink 11">
                  <a:extLst>
                    <a:ext uri="{FF2B5EF4-FFF2-40B4-BE49-F238E27FC236}">
                      <a16:creationId xmlns:a16="http://schemas.microsoft.com/office/drawing/2014/main" id="{7458CD6A-682C-F487-8251-2FFEE1FD3FFC}"/>
                    </a:ext>
                  </a:extLst>
                </p:cNvPr>
                <p:cNvPicPr/>
                <p:nvPr/>
              </p:nvPicPr>
              <p:blipFill>
                <a:blip r:embed="rId14"/>
                <a:stretch>
                  <a:fillRect/>
                </a:stretch>
              </p:blipFill>
              <p:spPr>
                <a:xfrm>
                  <a:off x="1833224" y="1077402"/>
                  <a:ext cx="5112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781F9897-7DAB-85FA-0A85-131BCB6D81DC}"/>
                    </a:ext>
                  </a:extLst>
                </p14:cNvPr>
                <p14:cNvContentPartPr/>
                <p14:nvPr/>
              </p14:nvContentPartPr>
              <p14:xfrm>
                <a:off x="1811624" y="1154802"/>
                <a:ext cx="290520" cy="191520"/>
              </p14:xfrm>
            </p:contentPart>
          </mc:Choice>
          <mc:Fallback>
            <p:pic>
              <p:nvPicPr>
                <p:cNvPr id="13" name="Ink 12">
                  <a:extLst>
                    <a:ext uri="{FF2B5EF4-FFF2-40B4-BE49-F238E27FC236}">
                      <a16:creationId xmlns:a16="http://schemas.microsoft.com/office/drawing/2014/main" id="{781F9897-7DAB-85FA-0A85-131BCB6D81DC}"/>
                    </a:ext>
                  </a:extLst>
                </p:cNvPr>
                <p:cNvPicPr/>
                <p:nvPr/>
              </p:nvPicPr>
              <p:blipFill>
                <a:blip r:embed="rId16"/>
                <a:stretch>
                  <a:fillRect/>
                </a:stretch>
              </p:blipFill>
              <p:spPr>
                <a:xfrm>
                  <a:off x="1802624" y="1146162"/>
                  <a:ext cx="3081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09138236-0205-7134-48E8-2B384B2430BA}"/>
                    </a:ext>
                  </a:extLst>
                </p14:cNvPr>
                <p14:cNvContentPartPr/>
                <p14:nvPr/>
              </p14:nvContentPartPr>
              <p14:xfrm>
                <a:off x="2128424" y="1063362"/>
                <a:ext cx="176760" cy="241920"/>
              </p14:xfrm>
            </p:contentPart>
          </mc:Choice>
          <mc:Fallback>
            <p:pic>
              <p:nvPicPr>
                <p:cNvPr id="14" name="Ink 13">
                  <a:extLst>
                    <a:ext uri="{FF2B5EF4-FFF2-40B4-BE49-F238E27FC236}">
                      <a16:creationId xmlns:a16="http://schemas.microsoft.com/office/drawing/2014/main" id="{09138236-0205-7134-48E8-2B384B2430BA}"/>
                    </a:ext>
                  </a:extLst>
                </p:cNvPr>
                <p:cNvPicPr/>
                <p:nvPr/>
              </p:nvPicPr>
              <p:blipFill>
                <a:blip r:embed="rId18"/>
                <a:stretch>
                  <a:fillRect/>
                </a:stretch>
              </p:blipFill>
              <p:spPr>
                <a:xfrm>
                  <a:off x="2119424" y="1054722"/>
                  <a:ext cx="194400" cy="259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361E9730-BD77-CE43-08D1-F8E86BD8FB2F}"/>
                    </a:ext>
                  </a:extLst>
                </p14:cNvPr>
                <p14:cNvContentPartPr/>
                <p14:nvPr/>
              </p14:nvContentPartPr>
              <p14:xfrm>
                <a:off x="2388344" y="1194042"/>
                <a:ext cx="51840" cy="24120"/>
              </p14:xfrm>
            </p:contentPart>
          </mc:Choice>
          <mc:Fallback>
            <p:pic>
              <p:nvPicPr>
                <p:cNvPr id="15" name="Ink 14">
                  <a:extLst>
                    <a:ext uri="{FF2B5EF4-FFF2-40B4-BE49-F238E27FC236}">
                      <a16:creationId xmlns:a16="http://schemas.microsoft.com/office/drawing/2014/main" id="{361E9730-BD77-CE43-08D1-F8E86BD8FB2F}"/>
                    </a:ext>
                  </a:extLst>
                </p:cNvPr>
                <p:cNvPicPr/>
                <p:nvPr/>
              </p:nvPicPr>
              <p:blipFill>
                <a:blip r:embed="rId20"/>
                <a:stretch>
                  <a:fillRect/>
                </a:stretch>
              </p:blipFill>
              <p:spPr>
                <a:xfrm>
                  <a:off x="2379344" y="1185042"/>
                  <a:ext cx="6948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11ECA79F-4D92-8B0C-9948-740141A2C5EB}"/>
                    </a:ext>
                  </a:extLst>
                </p14:cNvPr>
                <p14:cNvContentPartPr/>
                <p14:nvPr/>
              </p14:nvContentPartPr>
              <p14:xfrm>
                <a:off x="2352704" y="1096122"/>
                <a:ext cx="92520" cy="165960"/>
              </p14:xfrm>
            </p:contentPart>
          </mc:Choice>
          <mc:Fallback>
            <p:pic>
              <p:nvPicPr>
                <p:cNvPr id="16" name="Ink 15">
                  <a:extLst>
                    <a:ext uri="{FF2B5EF4-FFF2-40B4-BE49-F238E27FC236}">
                      <a16:creationId xmlns:a16="http://schemas.microsoft.com/office/drawing/2014/main" id="{11ECA79F-4D92-8B0C-9948-740141A2C5EB}"/>
                    </a:ext>
                  </a:extLst>
                </p:cNvPr>
                <p:cNvPicPr/>
                <p:nvPr/>
              </p:nvPicPr>
              <p:blipFill>
                <a:blip r:embed="rId22"/>
                <a:stretch>
                  <a:fillRect/>
                </a:stretch>
              </p:blipFill>
              <p:spPr>
                <a:xfrm>
                  <a:off x="2344064" y="1087122"/>
                  <a:ext cx="11016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52DB7CC7-2F90-CC8B-9D2E-8266A52C8E29}"/>
                    </a:ext>
                  </a:extLst>
                </p14:cNvPr>
                <p14:cNvContentPartPr/>
                <p14:nvPr/>
              </p14:nvContentPartPr>
              <p14:xfrm>
                <a:off x="2484464" y="1009722"/>
                <a:ext cx="225360" cy="268200"/>
              </p14:xfrm>
            </p:contentPart>
          </mc:Choice>
          <mc:Fallback>
            <p:pic>
              <p:nvPicPr>
                <p:cNvPr id="17" name="Ink 16">
                  <a:extLst>
                    <a:ext uri="{FF2B5EF4-FFF2-40B4-BE49-F238E27FC236}">
                      <a16:creationId xmlns:a16="http://schemas.microsoft.com/office/drawing/2014/main" id="{52DB7CC7-2F90-CC8B-9D2E-8266A52C8E29}"/>
                    </a:ext>
                  </a:extLst>
                </p:cNvPr>
                <p:cNvPicPr/>
                <p:nvPr/>
              </p:nvPicPr>
              <p:blipFill>
                <a:blip r:embed="rId24"/>
                <a:stretch>
                  <a:fillRect/>
                </a:stretch>
              </p:blipFill>
              <p:spPr>
                <a:xfrm>
                  <a:off x="2475824" y="1001082"/>
                  <a:ext cx="243000" cy="28584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B8C3DBFB-38BC-52E8-CB6C-D52972CBB36A}"/>
                    </a:ext>
                  </a:extLst>
                </p14:cNvPr>
                <p14:cNvContentPartPr/>
                <p14:nvPr/>
              </p14:nvContentPartPr>
              <p14:xfrm>
                <a:off x="2658344" y="1109442"/>
                <a:ext cx="37440" cy="56520"/>
              </p14:xfrm>
            </p:contentPart>
          </mc:Choice>
          <mc:Fallback>
            <p:pic>
              <p:nvPicPr>
                <p:cNvPr id="18" name="Ink 17">
                  <a:extLst>
                    <a:ext uri="{FF2B5EF4-FFF2-40B4-BE49-F238E27FC236}">
                      <a16:creationId xmlns:a16="http://schemas.microsoft.com/office/drawing/2014/main" id="{B8C3DBFB-38BC-52E8-CB6C-D52972CBB36A}"/>
                    </a:ext>
                  </a:extLst>
                </p:cNvPr>
                <p:cNvPicPr/>
                <p:nvPr/>
              </p:nvPicPr>
              <p:blipFill>
                <a:blip r:embed="rId26"/>
                <a:stretch>
                  <a:fillRect/>
                </a:stretch>
              </p:blipFill>
              <p:spPr>
                <a:xfrm>
                  <a:off x="2649704" y="1100802"/>
                  <a:ext cx="5508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168B8C3A-1526-4A56-FD28-E73A8C1D3C42}"/>
                    </a:ext>
                  </a:extLst>
                </p14:cNvPr>
                <p14:cNvContentPartPr/>
                <p14:nvPr/>
              </p14:nvContentPartPr>
              <p14:xfrm>
                <a:off x="2791544" y="960762"/>
                <a:ext cx="143640" cy="324720"/>
              </p14:xfrm>
            </p:contentPart>
          </mc:Choice>
          <mc:Fallback>
            <p:pic>
              <p:nvPicPr>
                <p:cNvPr id="19" name="Ink 18">
                  <a:extLst>
                    <a:ext uri="{FF2B5EF4-FFF2-40B4-BE49-F238E27FC236}">
                      <a16:creationId xmlns:a16="http://schemas.microsoft.com/office/drawing/2014/main" id="{168B8C3A-1526-4A56-FD28-E73A8C1D3C42}"/>
                    </a:ext>
                  </a:extLst>
                </p:cNvPr>
                <p:cNvPicPr/>
                <p:nvPr/>
              </p:nvPicPr>
              <p:blipFill>
                <a:blip r:embed="rId28"/>
                <a:stretch>
                  <a:fillRect/>
                </a:stretch>
              </p:blipFill>
              <p:spPr>
                <a:xfrm>
                  <a:off x="2782904" y="952122"/>
                  <a:ext cx="161280" cy="3423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0661E47F-5133-2929-3AFA-746FA1D24A7A}"/>
                    </a:ext>
                  </a:extLst>
                </p14:cNvPr>
                <p14:cNvContentPartPr/>
                <p14:nvPr/>
              </p14:nvContentPartPr>
              <p14:xfrm>
                <a:off x="3013304" y="1019802"/>
                <a:ext cx="174600" cy="273960"/>
              </p14:xfrm>
            </p:contentPart>
          </mc:Choice>
          <mc:Fallback>
            <p:pic>
              <p:nvPicPr>
                <p:cNvPr id="20" name="Ink 19">
                  <a:extLst>
                    <a:ext uri="{FF2B5EF4-FFF2-40B4-BE49-F238E27FC236}">
                      <a16:creationId xmlns:a16="http://schemas.microsoft.com/office/drawing/2014/main" id="{0661E47F-5133-2929-3AFA-746FA1D24A7A}"/>
                    </a:ext>
                  </a:extLst>
                </p:cNvPr>
                <p:cNvPicPr/>
                <p:nvPr/>
              </p:nvPicPr>
              <p:blipFill>
                <a:blip r:embed="rId30"/>
                <a:stretch>
                  <a:fillRect/>
                </a:stretch>
              </p:blipFill>
              <p:spPr>
                <a:xfrm>
                  <a:off x="3004304" y="1010802"/>
                  <a:ext cx="192240" cy="2916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74B31C6A-9560-BAA6-28C6-39AADAC49256}"/>
                    </a:ext>
                  </a:extLst>
                </p14:cNvPr>
                <p14:cNvContentPartPr/>
                <p14:nvPr/>
              </p14:nvContentPartPr>
              <p14:xfrm>
                <a:off x="3253064" y="1041402"/>
                <a:ext cx="239040" cy="216000"/>
              </p14:xfrm>
            </p:contentPart>
          </mc:Choice>
          <mc:Fallback>
            <p:pic>
              <p:nvPicPr>
                <p:cNvPr id="21" name="Ink 20">
                  <a:extLst>
                    <a:ext uri="{FF2B5EF4-FFF2-40B4-BE49-F238E27FC236}">
                      <a16:creationId xmlns:a16="http://schemas.microsoft.com/office/drawing/2014/main" id="{74B31C6A-9560-BAA6-28C6-39AADAC49256}"/>
                    </a:ext>
                  </a:extLst>
                </p:cNvPr>
                <p:cNvPicPr/>
                <p:nvPr/>
              </p:nvPicPr>
              <p:blipFill>
                <a:blip r:embed="rId32"/>
                <a:stretch>
                  <a:fillRect/>
                </a:stretch>
              </p:blipFill>
              <p:spPr>
                <a:xfrm>
                  <a:off x="3244424" y="1032402"/>
                  <a:ext cx="25668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4F244FC9-766E-12BB-0A75-7950D59B5F12}"/>
                    </a:ext>
                  </a:extLst>
                </p14:cNvPr>
                <p14:cNvContentPartPr/>
                <p14:nvPr/>
              </p14:nvContentPartPr>
              <p14:xfrm>
                <a:off x="3527744" y="1072002"/>
                <a:ext cx="116640" cy="173520"/>
              </p14:xfrm>
            </p:contentPart>
          </mc:Choice>
          <mc:Fallback>
            <p:pic>
              <p:nvPicPr>
                <p:cNvPr id="22" name="Ink 21">
                  <a:extLst>
                    <a:ext uri="{FF2B5EF4-FFF2-40B4-BE49-F238E27FC236}">
                      <a16:creationId xmlns:a16="http://schemas.microsoft.com/office/drawing/2014/main" id="{4F244FC9-766E-12BB-0A75-7950D59B5F12}"/>
                    </a:ext>
                  </a:extLst>
                </p:cNvPr>
                <p:cNvPicPr/>
                <p:nvPr/>
              </p:nvPicPr>
              <p:blipFill>
                <a:blip r:embed="rId34"/>
                <a:stretch>
                  <a:fillRect/>
                </a:stretch>
              </p:blipFill>
              <p:spPr>
                <a:xfrm>
                  <a:off x="3519104" y="1063002"/>
                  <a:ext cx="134280" cy="191160"/>
                </a:xfrm>
                <a:prstGeom prst="rect">
                  <a:avLst/>
                </a:prstGeom>
              </p:spPr>
            </p:pic>
          </mc:Fallback>
        </mc:AlternateContent>
      </p:grpSp>
      <p:grpSp>
        <p:nvGrpSpPr>
          <p:cNvPr id="33" name="Group 32">
            <a:extLst>
              <a:ext uri="{FF2B5EF4-FFF2-40B4-BE49-F238E27FC236}">
                <a16:creationId xmlns:a16="http://schemas.microsoft.com/office/drawing/2014/main" id="{7765F4A4-626E-0570-509B-C95976A3ABCA}"/>
              </a:ext>
            </a:extLst>
          </p:cNvPr>
          <p:cNvGrpSpPr/>
          <p:nvPr/>
        </p:nvGrpSpPr>
        <p:grpSpPr>
          <a:xfrm>
            <a:off x="8434904" y="410682"/>
            <a:ext cx="747000" cy="558360"/>
            <a:chOff x="8434904" y="410682"/>
            <a:chExt cx="747000" cy="558360"/>
          </a:xfrm>
        </p:grpSpPr>
        <mc:AlternateContent xmlns:mc="http://schemas.openxmlformats.org/markup-compatibility/2006">
          <mc:Choice xmlns:p14="http://schemas.microsoft.com/office/powerpoint/2010/main" Requires="p14">
            <p:contentPart p14:bwMode="auto" r:id="rId35">
              <p14:nvContentPartPr>
                <p14:cNvPr id="24" name="Ink 23">
                  <a:extLst>
                    <a:ext uri="{FF2B5EF4-FFF2-40B4-BE49-F238E27FC236}">
                      <a16:creationId xmlns:a16="http://schemas.microsoft.com/office/drawing/2014/main" id="{B916BC88-46C2-3A00-E1B1-9F5FA0B19DE5}"/>
                    </a:ext>
                  </a:extLst>
                </p14:cNvPr>
                <p14:cNvContentPartPr/>
                <p14:nvPr/>
              </p14:nvContentPartPr>
              <p14:xfrm>
                <a:off x="8434904" y="417162"/>
                <a:ext cx="722880" cy="551880"/>
              </p14:xfrm>
            </p:contentPart>
          </mc:Choice>
          <mc:Fallback>
            <p:pic>
              <p:nvPicPr>
                <p:cNvPr id="24" name="Ink 23">
                  <a:extLst>
                    <a:ext uri="{FF2B5EF4-FFF2-40B4-BE49-F238E27FC236}">
                      <a16:creationId xmlns:a16="http://schemas.microsoft.com/office/drawing/2014/main" id="{B916BC88-46C2-3A00-E1B1-9F5FA0B19DE5}"/>
                    </a:ext>
                  </a:extLst>
                </p:cNvPr>
                <p:cNvPicPr/>
                <p:nvPr/>
              </p:nvPicPr>
              <p:blipFill>
                <a:blip r:embed="rId36"/>
                <a:stretch>
                  <a:fillRect/>
                </a:stretch>
              </p:blipFill>
              <p:spPr>
                <a:xfrm>
                  <a:off x="8426264" y="408522"/>
                  <a:ext cx="740520" cy="5695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5" name="Ink 24">
                  <a:extLst>
                    <a:ext uri="{FF2B5EF4-FFF2-40B4-BE49-F238E27FC236}">
                      <a16:creationId xmlns:a16="http://schemas.microsoft.com/office/drawing/2014/main" id="{5AB19429-1B41-F64B-891A-64B45769599F}"/>
                    </a:ext>
                  </a:extLst>
                </p14:cNvPr>
                <p14:cNvContentPartPr/>
                <p14:nvPr/>
              </p14:nvContentPartPr>
              <p14:xfrm>
                <a:off x="8606984" y="410682"/>
                <a:ext cx="501840" cy="6840"/>
              </p14:xfrm>
            </p:contentPart>
          </mc:Choice>
          <mc:Fallback>
            <p:pic>
              <p:nvPicPr>
                <p:cNvPr id="25" name="Ink 24">
                  <a:extLst>
                    <a:ext uri="{FF2B5EF4-FFF2-40B4-BE49-F238E27FC236}">
                      <a16:creationId xmlns:a16="http://schemas.microsoft.com/office/drawing/2014/main" id="{5AB19429-1B41-F64B-891A-64B45769599F}"/>
                    </a:ext>
                  </a:extLst>
                </p:cNvPr>
                <p:cNvPicPr/>
                <p:nvPr/>
              </p:nvPicPr>
              <p:blipFill>
                <a:blip r:embed="rId38"/>
                <a:stretch>
                  <a:fillRect/>
                </a:stretch>
              </p:blipFill>
              <p:spPr>
                <a:xfrm>
                  <a:off x="8598344" y="402042"/>
                  <a:ext cx="5194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6" name="Ink 25">
                  <a:extLst>
                    <a:ext uri="{FF2B5EF4-FFF2-40B4-BE49-F238E27FC236}">
                      <a16:creationId xmlns:a16="http://schemas.microsoft.com/office/drawing/2014/main" id="{6161EB46-8DC7-8BF5-9D8F-BFD4C969B361}"/>
                    </a:ext>
                  </a:extLst>
                </p14:cNvPr>
                <p14:cNvContentPartPr/>
                <p14:nvPr/>
              </p14:nvContentPartPr>
              <p14:xfrm>
                <a:off x="8532464" y="506802"/>
                <a:ext cx="175320" cy="203040"/>
              </p14:xfrm>
            </p:contentPart>
          </mc:Choice>
          <mc:Fallback>
            <p:pic>
              <p:nvPicPr>
                <p:cNvPr id="26" name="Ink 25">
                  <a:extLst>
                    <a:ext uri="{FF2B5EF4-FFF2-40B4-BE49-F238E27FC236}">
                      <a16:creationId xmlns:a16="http://schemas.microsoft.com/office/drawing/2014/main" id="{6161EB46-8DC7-8BF5-9D8F-BFD4C969B361}"/>
                    </a:ext>
                  </a:extLst>
                </p:cNvPr>
                <p:cNvPicPr/>
                <p:nvPr/>
              </p:nvPicPr>
              <p:blipFill>
                <a:blip r:embed="rId40"/>
                <a:stretch>
                  <a:fillRect/>
                </a:stretch>
              </p:blipFill>
              <p:spPr>
                <a:xfrm>
                  <a:off x="8523824" y="497802"/>
                  <a:ext cx="192960" cy="2206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7" name="Ink 26">
                  <a:extLst>
                    <a:ext uri="{FF2B5EF4-FFF2-40B4-BE49-F238E27FC236}">
                      <a16:creationId xmlns:a16="http://schemas.microsoft.com/office/drawing/2014/main" id="{E109767E-6A83-E5D6-FBED-EF64FA5B6387}"/>
                    </a:ext>
                  </a:extLst>
                </p14:cNvPr>
                <p14:cNvContentPartPr/>
                <p14:nvPr/>
              </p14:nvContentPartPr>
              <p14:xfrm>
                <a:off x="8640104" y="489162"/>
                <a:ext cx="219600" cy="73440"/>
              </p14:xfrm>
            </p:contentPart>
          </mc:Choice>
          <mc:Fallback>
            <p:pic>
              <p:nvPicPr>
                <p:cNvPr id="27" name="Ink 26">
                  <a:extLst>
                    <a:ext uri="{FF2B5EF4-FFF2-40B4-BE49-F238E27FC236}">
                      <a16:creationId xmlns:a16="http://schemas.microsoft.com/office/drawing/2014/main" id="{E109767E-6A83-E5D6-FBED-EF64FA5B6387}"/>
                    </a:ext>
                  </a:extLst>
                </p:cNvPr>
                <p:cNvPicPr/>
                <p:nvPr/>
              </p:nvPicPr>
              <p:blipFill>
                <a:blip r:embed="rId42"/>
                <a:stretch>
                  <a:fillRect/>
                </a:stretch>
              </p:blipFill>
              <p:spPr>
                <a:xfrm>
                  <a:off x="8631104" y="480162"/>
                  <a:ext cx="237240" cy="910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886976A1-9F92-365F-A304-B715C75859C0}"/>
                    </a:ext>
                  </a:extLst>
                </p14:cNvPr>
                <p14:cNvContentPartPr/>
                <p14:nvPr/>
              </p14:nvContentPartPr>
              <p14:xfrm>
                <a:off x="8754584" y="508602"/>
                <a:ext cx="204480" cy="220320"/>
              </p14:xfrm>
            </p:contentPart>
          </mc:Choice>
          <mc:Fallback>
            <p:pic>
              <p:nvPicPr>
                <p:cNvPr id="28" name="Ink 27">
                  <a:extLst>
                    <a:ext uri="{FF2B5EF4-FFF2-40B4-BE49-F238E27FC236}">
                      <a16:creationId xmlns:a16="http://schemas.microsoft.com/office/drawing/2014/main" id="{886976A1-9F92-365F-A304-B715C75859C0}"/>
                    </a:ext>
                  </a:extLst>
                </p:cNvPr>
                <p:cNvPicPr/>
                <p:nvPr/>
              </p:nvPicPr>
              <p:blipFill>
                <a:blip r:embed="rId44"/>
                <a:stretch>
                  <a:fillRect/>
                </a:stretch>
              </p:blipFill>
              <p:spPr>
                <a:xfrm>
                  <a:off x="8745944" y="499602"/>
                  <a:ext cx="22212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C337031E-B1FB-AFD0-2C4B-A9B3B535CF7F}"/>
                    </a:ext>
                  </a:extLst>
                </p14:cNvPr>
                <p14:cNvContentPartPr/>
                <p14:nvPr/>
              </p14:nvContentPartPr>
              <p14:xfrm>
                <a:off x="8905424" y="503922"/>
                <a:ext cx="276480" cy="66240"/>
              </p14:xfrm>
            </p:contentPart>
          </mc:Choice>
          <mc:Fallback>
            <p:pic>
              <p:nvPicPr>
                <p:cNvPr id="29" name="Ink 28">
                  <a:extLst>
                    <a:ext uri="{FF2B5EF4-FFF2-40B4-BE49-F238E27FC236}">
                      <a16:creationId xmlns:a16="http://schemas.microsoft.com/office/drawing/2014/main" id="{C337031E-B1FB-AFD0-2C4B-A9B3B535CF7F}"/>
                    </a:ext>
                  </a:extLst>
                </p:cNvPr>
                <p:cNvPicPr/>
                <p:nvPr/>
              </p:nvPicPr>
              <p:blipFill>
                <a:blip r:embed="rId46"/>
                <a:stretch>
                  <a:fillRect/>
                </a:stretch>
              </p:blipFill>
              <p:spPr>
                <a:xfrm>
                  <a:off x="8896424" y="494922"/>
                  <a:ext cx="294120" cy="8388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0" name="Ink 29">
                  <a:extLst>
                    <a:ext uri="{FF2B5EF4-FFF2-40B4-BE49-F238E27FC236}">
                      <a16:creationId xmlns:a16="http://schemas.microsoft.com/office/drawing/2014/main" id="{3782C054-0DBA-9104-F10E-9B90D2CC66C8}"/>
                    </a:ext>
                  </a:extLst>
                </p14:cNvPr>
                <p14:cNvContentPartPr/>
                <p14:nvPr/>
              </p14:nvContentPartPr>
              <p14:xfrm>
                <a:off x="8567384" y="657282"/>
                <a:ext cx="55440" cy="11160"/>
              </p14:xfrm>
            </p:contentPart>
          </mc:Choice>
          <mc:Fallback>
            <p:pic>
              <p:nvPicPr>
                <p:cNvPr id="30" name="Ink 29">
                  <a:extLst>
                    <a:ext uri="{FF2B5EF4-FFF2-40B4-BE49-F238E27FC236}">
                      <a16:creationId xmlns:a16="http://schemas.microsoft.com/office/drawing/2014/main" id="{3782C054-0DBA-9104-F10E-9B90D2CC66C8}"/>
                    </a:ext>
                  </a:extLst>
                </p:cNvPr>
                <p:cNvPicPr/>
                <p:nvPr/>
              </p:nvPicPr>
              <p:blipFill>
                <a:blip r:embed="rId48"/>
                <a:stretch>
                  <a:fillRect/>
                </a:stretch>
              </p:blipFill>
              <p:spPr>
                <a:xfrm>
                  <a:off x="8558384" y="648642"/>
                  <a:ext cx="730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4DCF004E-D5C3-3536-8A0D-5FFED1453F44}"/>
                    </a:ext>
                  </a:extLst>
                </p14:cNvPr>
                <p14:cNvContentPartPr/>
                <p14:nvPr/>
              </p14:nvContentPartPr>
              <p14:xfrm>
                <a:off x="8845664" y="662682"/>
                <a:ext cx="55080" cy="4320"/>
              </p14:xfrm>
            </p:contentPart>
          </mc:Choice>
          <mc:Fallback>
            <p:pic>
              <p:nvPicPr>
                <p:cNvPr id="31" name="Ink 30">
                  <a:extLst>
                    <a:ext uri="{FF2B5EF4-FFF2-40B4-BE49-F238E27FC236}">
                      <a16:creationId xmlns:a16="http://schemas.microsoft.com/office/drawing/2014/main" id="{4DCF004E-D5C3-3536-8A0D-5FFED1453F44}"/>
                    </a:ext>
                  </a:extLst>
                </p:cNvPr>
                <p:cNvPicPr/>
                <p:nvPr/>
              </p:nvPicPr>
              <p:blipFill>
                <a:blip r:embed="rId50"/>
                <a:stretch>
                  <a:fillRect/>
                </a:stretch>
              </p:blipFill>
              <p:spPr>
                <a:xfrm>
                  <a:off x="8836664" y="653682"/>
                  <a:ext cx="7272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F83CF03C-F7E5-FC49-E983-7A999A2640FC}"/>
                    </a:ext>
                  </a:extLst>
                </p14:cNvPr>
                <p14:cNvContentPartPr/>
                <p14:nvPr/>
              </p14:nvContentPartPr>
              <p14:xfrm>
                <a:off x="8613824" y="821442"/>
                <a:ext cx="204840" cy="64800"/>
              </p14:xfrm>
            </p:contentPart>
          </mc:Choice>
          <mc:Fallback>
            <p:pic>
              <p:nvPicPr>
                <p:cNvPr id="32" name="Ink 31">
                  <a:extLst>
                    <a:ext uri="{FF2B5EF4-FFF2-40B4-BE49-F238E27FC236}">
                      <a16:creationId xmlns:a16="http://schemas.microsoft.com/office/drawing/2014/main" id="{F83CF03C-F7E5-FC49-E983-7A999A2640FC}"/>
                    </a:ext>
                  </a:extLst>
                </p:cNvPr>
                <p:cNvPicPr/>
                <p:nvPr/>
              </p:nvPicPr>
              <p:blipFill>
                <a:blip r:embed="rId52"/>
                <a:stretch>
                  <a:fillRect/>
                </a:stretch>
              </p:blipFill>
              <p:spPr>
                <a:xfrm>
                  <a:off x="8604824" y="812442"/>
                  <a:ext cx="222480" cy="82440"/>
                </a:xfrm>
                <a:prstGeom prst="rect">
                  <a:avLst/>
                </a:prstGeom>
              </p:spPr>
            </p:pic>
          </mc:Fallback>
        </mc:AlternateContent>
      </p:grpSp>
      <p:grpSp>
        <p:nvGrpSpPr>
          <p:cNvPr id="38" name="Group 37">
            <a:extLst>
              <a:ext uri="{FF2B5EF4-FFF2-40B4-BE49-F238E27FC236}">
                <a16:creationId xmlns:a16="http://schemas.microsoft.com/office/drawing/2014/main" id="{E10CAC7B-7945-9C8A-4F54-378ABEB7AB17}"/>
              </a:ext>
            </a:extLst>
          </p:cNvPr>
          <p:cNvGrpSpPr/>
          <p:nvPr/>
        </p:nvGrpSpPr>
        <p:grpSpPr>
          <a:xfrm>
            <a:off x="8411864" y="1040322"/>
            <a:ext cx="960480" cy="436320"/>
            <a:chOff x="8411864" y="1040322"/>
            <a:chExt cx="960480" cy="436320"/>
          </a:xfrm>
        </p:grpSpPr>
        <mc:AlternateContent xmlns:mc="http://schemas.openxmlformats.org/markup-compatibility/2006">
          <mc:Choice xmlns:p14="http://schemas.microsoft.com/office/powerpoint/2010/main" Requires="p14">
            <p:contentPart p14:bwMode="auto" r:id="rId53">
              <p14:nvContentPartPr>
                <p14:cNvPr id="34" name="Ink 33">
                  <a:extLst>
                    <a:ext uri="{FF2B5EF4-FFF2-40B4-BE49-F238E27FC236}">
                      <a16:creationId xmlns:a16="http://schemas.microsoft.com/office/drawing/2014/main" id="{E379E20F-5C4C-4858-4111-8B05060FF454}"/>
                    </a:ext>
                  </a:extLst>
                </p14:cNvPr>
                <p14:cNvContentPartPr/>
                <p14:nvPr/>
              </p14:nvContentPartPr>
              <p14:xfrm>
                <a:off x="8411864" y="1040322"/>
                <a:ext cx="308520" cy="336960"/>
              </p14:xfrm>
            </p:contentPart>
          </mc:Choice>
          <mc:Fallback>
            <p:pic>
              <p:nvPicPr>
                <p:cNvPr id="34" name="Ink 33">
                  <a:extLst>
                    <a:ext uri="{FF2B5EF4-FFF2-40B4-BE49-F238E27FC236}">
                      <a16:creationId xmlns:a16="http://schemas.microsoft.com/office/drawing/2014/main" id="{E379E20F-5C4C-4858-4111-8B05060FF454}"/>
                    </a:ext>
                  </a:extLst>
                </p:cNvPr>
                <p:cNvPicPr/>
                <p:nvPr/>
              </p:nvPicPr>
              <p:blipFill>
                <a:blip r:embed="rId54"/>
                <a:stretch>
                  <a:fillRect/>
                </a:stretch>
              </p:blipFill>
              <p:spPr>
                <a:xfrm>
                  <a:off x="8403224" y="1031322"/>
                  <a:ext cx="32616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F2828B10-2294-FE9A-B254-DA4447D8460B}"/>
                    </a:ext>
                  </a:extLst>
                </p14:cNvPr>
                <p14:cNvContentPartPr/>
                <p14:nvPr/>
              </p14:nvContentPartPr>
              <p14:xfrm>
                <a:off x="8673224" y="1157682"/>
                <a:ext cx="341280" cy="318960"/>
              </p14:xfrm>
            </p:contentPart>
          </mc:Choice>
          <mc:Fallback>
            <p:pic>
              <p:nvPicPr>
                <p:cNvPr id="35" name="Ink 34">
                  <a:extLst>
                    <a:ext uri="{FF2B5EF4-FFF2-40B4-BE49-F238E27FC236}">
                      <a16:creationId xmlns:a16="http://schemas.microsoft.com/office/drawing/2014/main" id="{F2828B10-2294-FE9A-B254-DA4447D8460B}"/>
                    </a:ext>
                  </a:extLst>
                </p:cNvPr>
                <p:cNvPicPr/>
                <p:nvPr/>
              </p:nvPicPr>
              <p:blipFill>
                <a:blip r:embed="rId56"/>
                <a:stretch>
                  <a:fillRect/>
                </a:stretch>
              </p:blipFill>
              <p:spPr>
                <a:xfrm>
                  <a:off x="8664224" y="1149042"/>
                  <a:ext cx="35892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8A9B3795-62F3-0D53-C69F-22F50270AC33}"/>
                    </a:ext>
                  </a:extLst>
                </p14:cNvPr>
                <p14:cNvContentPartPr/>
                <p14:nvPr/>
              </p14:nvContentPartPr>
              <p14:xfrm>
                <a:off x="9079664" y="1137882"/>
                <a:ext cx="117000" cy="285120"/>
              </p14:xfrm>
            </p:contentPart>
          </mc:Choice>
          <mc:Fallback>
            <p:pic>
              <p:nvPicPr>
                <p:cNvPr id="36" name="Ink 35">
                  <a:extLst>
                    <a:ext uri="{FF2B5EF4-FFF2-40B4-BE49-F238E27FC236}">
                      <a16:creationId xmlns:a16="http://schemas.microsoft.com/office/drawing/2014/main" id="{8A9B3795-62F3-0D53-C69F-22F50270AC33}"/>
                    </a:ext>
                  </a:extLst>
                </p:cNvPr>
                <p:cNvPicPr/>
                <p:nvPr/>
              </p:nvPicPr>
              <p:blipFill>
                <a:blip r:embed="rId58"/>
                <a:stretch>
                  <a:fillRect/>
                </a:stretch>
              </p:blipFill>
              <p:spPr>
                <a:xfrm>
                  <a:off x="9071024" y="1128882"/>
                  <a:ext cx="134640" cy="30276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6137AB2D-16BE-A461-BF22-1C1022812914}"/>
                    </a:ext>
                  </a:extLst>
                </p14:cNvPr>
                <p14:cNvContentPartPr/>
                <p14:nvPr/>
              </p14:nvContentPartPr>
              <p14:xfrm>
                <a:off x="9369104" y="1209882"/>
                <a:ext cx="3240" cy="2880"/>
              </p14:xfrm>
            </p:contentPart>
          </mc:Choice>
          <mc:Fallback>
            <p:pic>
              <p:nvPicPr>
                <p:cNvPr id="37" name="Ink 36">
                  <a:extLst>
                    <a:ext uri="{FF2B5EF4-FFF2-40B4-BE49-F238E27FC236}">
                      <a16:creationId xmlns:a16="http://schemas.microsoft.com/office/drawing/2014/main" id="{6137AB2D-16BE-A461-BF22-1C1022812914}"/>
                    </a:ext>
                  </a:extLst>
                </p:cNvPr>
                <p:cNvPicPr/>
                <p:nvPr/>
              </p:nvPicPr>
              <p:blipFill>
                <a:blip r:embed="rId9"/>
                <a:stretch>
                  <a:fillRect/>
                </a:stretch>
              </p:blipFill>
              <p:spPr>
                <a:xfrm>
                  <a:off x="9360464" y="1200882"/>
                  <a:ext cx="20880" cy="20520"/>
                </a:xfrm>
                <a:prstGeom prst="rect">
                  <a:avLst/>
                </a:prstGeom>
              </p:spPr>
            </p:pic>
          </mc:Fallback>
        </mc:AlternateContent>
      </p:grpSp>
      <p:grpSp>
        <p:nvGrpSpPr>
          <p:cNvPr id="53" name="Group 52">
            <a:extLst>
              <a:ext uri="{FF2B5EF4-FFF2-40B4-BE49-F238E27FC236}">
                <a16:creationId xmlns:a16="http://schemas.microsoft.com/office/drawing/2014/main" id="{7C1BD04C-0425-C318-C77B-02C85CA946FF}"/>
              </a:ext>
            </a:extLst>
          </p:cNvPr>
          <p:cNvGrpSpPr/>
          <p:nvPr/>
        </p:nvGrpSpPr>
        <p:grpSpPr>
          <a:xfrm>
            <a:off x="1510664" y="1712082"/>
            <a:ext cx="1769760" cy="1662120"/>
            <a:chOff x="1510664" y="1712082"/>
            <a:chExt cx="1769760" cy="1662120"/>
          </a:xfrm>
        </p:grpSpPr>
        <mc:AlternateContent xmlns:mc="http://schemas.openxmlformats.org/markup-compatibility/2006">
          <mc:Choice xmlns:p14="http://schemas.microsoft.com/office/powerpoint/2010/main" Requires="p14">
            <p:contentPart p14:bwMode="auto" r:id="rId60">
              <p14:nvContentPartPr>
                <p14:cNvPr id="39" name="Ink 38">
                  <a:extLst>
                    <a:ext uri="{FF2B5EF4-FFF2-40B4-BE49-F238E27FC236}">
                      <a16:creationId xmlns:a16="http://schemas.microsoft.com/office/drawing/2014/main" id="{691901FC-9485-B9B9-4EE1-C2E2BFF56139}"/>
                    </a:ext>
                  </a:extLst>
                </p14:cNvPr>
                <p14:cNvContentPartPr/>
                <p14:nvPr/>
              </p14:nvContentPartPr>
              <p14:xfrm>
                <a:off x="1510664" y="1712082"/>
                <a:ext cx="1769760" cy="1662120"/>
              </p14:xfrm>
            </p:contentPart>
          </mc:Choice>
          <mc:Fallback>
            <p:pic>
              <p:nvPicPr>
                <p:cNvPr id="39" name="Ink 38">
                  <a:extLst>
                    <a:ext uri="{FF2B5EF4-FFF2-40B4-BE49-F238E27FC236}">
                      <a16:creationId xmlns:a16="http://schemas.microsoft.com/office/drawing/2014/main" id="{691901FC-9485-B9B9-4EE1-C2E2BFF56139}"/>
                    </a:ext>
                  </a:extLst>
                </p:cNvPr>
                <p:cNvPicPr/>
                <p:nvPr/>
              </p:nvPicPr>
              <p:blipFill>
                <a:blip r:embed="rId61"/>
                <a:stretch>
                  <a:fillRect/>
                </a:stretch>
              </p:blipFill>
              <p:spPr>
                <a:xfrm>
                  <a:off x="1501664" y="1703442"/>
                  <a:ext cx="1787400" cy="16797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7F258915-FDBF-3923-1DBB-3D0FA70CB666}"/>
                    </a:ext>
                  </a:extLst>
                </p14:cNvPr>
                <p14:cNvContentPartPr/>
                <p14:nvPr/>
              </p14:nvContentPartPr>
              <p14:xfrm>
                <a:off x="1914584" y="1827642"/>
                <a:ext cx="1193040" cy="320040"/>
              </p14:xfrm>
            </p:contentPart>
          </mc:Choice>
          <mc:Fallback>
            <p:pic>
              <p:nvPicPr>
                <p:cNvPr id="40" name="Ink 39">
                  <a:extLst>
                    <a:ext uri="{FF2B5EF4-FFF2-40B4-BE49-F238E27FC236}">
                      <a16:creationId xmlns:a16="http://schemas.microsoft.com/office/drawing/2014/main" id="{7F258915-FDBF-3923-1DBB-3D0FA70CB666}"/>
                    </a:ext>
                  </a:extLst>
                </p:cNvPr>
                <p:cNvPicPr/>
                <p:nvPr/>
              </p:nvPicPr>
              <p:blipFill>
                <a:blip r:embed="rId63"/>
                <a:stretch>
                  <a:fillRect/>
                </a:stretch>
              </p:blipFill>
              <p:spPr>
                <a:xfrm>
                  <a:off x="1905584" y="1818642"/>
                  <a:ext cx="121068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F54075F3-B827-2965-048B-A1467E42FBCA}"/>
                    </a:ext>
                  </a:extLst>
                </p14:cNvPr>
                <p14:cNvContentPartPr/>
                <p14:nvPr/>
              </p14:nvContentPartPr>
              <p14:xfrm>
                <a:off x="1984064" y="2331282"/>
                <a:ext cx="3960" cy="1440"/>
              </p14:xfrm>
            </p:contentPart>
          </mc:Choice>
          <mc:Fallback>
            <p:pic>
              <p:nvPicPr>
                <p:cNvPr id="41" name="Ink 40">
                  <a:extLst>
                    <a:ext uri="{FF2B5EF4-FFF2-40B4-BE49-F238E27FC236}">
                      <a16:creationId xmlns:a16="http://schemas.microsoft.com/office/drawing/2014/main" id="{F54075F3-B827-2965-048B-A1467E42FBCA}"/>
                    </a:ext>
                  </a:extLst>
                </p:cNvPr>
                <p:cNvPicPr/>
                <p:nvPr/>
              </p:nvPicPr>
              <p:blipFill>
                <a:blip r:embed="rId9"/>
                <a:stretch>
                  <a:fillRect/>
                </a:stretch>
              </p:blipFill>
              <p:spPr>
                <a:xfrm>
                  <a:off x="1975064" y="2322282"/>
                  <a:ext cx="2160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832FFF50-C171-6B23-8116-EB66082316E6}"/>
                    </a:ext>
                  </a:extLst>
                </p14:cNvPr>
                <p14:cNvContentPartPr/>
                <p14:nvPr/>
              </p14:nvContentPartPr>
              <p14:xfrm>
                <a:off x="1855184" y="2325522"/>
                <a:ext cx="126360" cy="158040"/>
              </p14:xfrm>
            </p:contentPart>
          </mc:Choice>
          <mc:Fallback>
            <p:pic>
              <p:nvPicPr>
                <p:cNvPr id="42" name="Ink 41">
                  <a:extLst>
                    <a:ext uri="{FF2B5EF4-FFF2-40B4-BE49-F238E27FC236}">
                      <a16:creationId xmlns:a16="http://schemas.microsoft.com/office/drawing/2014/main" id="{832FFF50-C171-6B23-8116-EB66082316E6}"/>
                    </a:ext>
                  </a:extLst>
                </p:cNvPr>
                <p:cNvPicPr/>
                <p:nvPr/>
              </p:nvPicPr>
              <p:blipFill>
                <a:blip r:embed="rId66"/>
                <a:stretch>
                  <a:fillRect/>
                </a:stretch>
              </p:blipFill>
              <p:spPr>
                <a:xfrm>
                  <a:off x="1846184" y="2316882"/>
                  <a:ext cx="14400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D1A1DF77-0884-5A3B-E23E-84379F44CD46}"/>
                    </a:ext>
                  </a:extLst>
                </p14:cNvPr>
                <p14:cNvContentPartPr/>
                <p14:nvPr/>
              </p14:nvContentPartPr>
              <p14:xfrm>
                <a:off x="2187464" y="2265042"/>
                <a:ext cx="210600" cy="225720"/>
              </p14:xfrm>
            </p:contentPart>
          </mc:Choice>
          <mc:Fallback>
            <p:pic>
              <p:nvPicPr>
                <p:cNvPr id="43" name="Ink 42">
                  <a:extLst>
                    <a:ext uri="{FF2B5EF4-FFF2-40B4-BE49-F238E27FC236}">
                      <a16:creationId xmlns:a16="http://schemas.microsoft.com/office/drawing/2014/main" id="{D1A1DF77-0884-5A3B-E23E-84379F44CD46}"/>
                    </a:ext>
                  </a:extLst>
                </p:cNvPr>
                <p:cNvPicPr/>
                <p:nvPr/>
              </p:nvPicPr>
              <p:blipFill>
                <a:blip r:embed="rId68"/>
                <a:stretch>
                  <a:fillRect/>
                </a:stretch>
              </p:blipFill>
              <p:spPr>
                <a:xfrm>
                  <a:off x="2178464" y="2256402"/>
                  <a:ext cx="22824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400C6E65-26DF-E470-906B-0FB38451FD05}"/>
                    </a:ext>
                  </a:extLst>
                </p14:cNvPr>
                <p14:cNvContentPartPr/>
                <p14:nvPr/>
              </p14:nvContentPartPr>
              <p14:xfrm>
                <a:off x="1862024" y="2586162"/>
                <a:ext cx="163800" cy="198360"/>
              </p14:xfrm>
            </p:contentPart>
          </mc:Choice>
          <mc:Fallback>
            <p:pic>
              <p:nvPicPr>
                <p:cNvPr id="44" name="Ink 43">
                  <a:extLst>
                    <a:ext uri="{FF2B5EF4-FFF2-40B4-BE49-F238E27FC236}">
                      <a16:creationId xmlns:a16="http://schemas.microsoft.com/office/drawing/2014/main" id="{400C6E65-26DF-E470-906B-0FB38451FD05}"/>
                    </a:ext>
                  </a:extLst>
                </p:cNvPr>
                <p:cNvPicPr/>
                <p:nvPr/>
              </p:nvPicPr>
              <p:blipFill>
                <a:blip r:embed="rId70"/>
                <a:stretch>
                  <a:fillRect/>
                </a:stretch>
              </p:blipFill>
              <p:spPr>
                <a:xfrm>
                  <a:off x="1853384" y="2577522"/>
                  <a:ext cx="18144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669A62E8-4CDA-6F41-17CB-A8B302037C1F}"/>
                    </a:ext>
                  </a:extLst>
                </p14:cNvPr>
                <p14:cNvContentPartPr/>
                <p14:nvPr/>
              </p14:nvContentPartPr>
              <p14:xfrm>
                <a:off x="2202224" y="2632242"/>
                <a:ext cx="130320" cy="153720"/>
              </p14:xfrm>
            </p:contentPart>
          </mc:Choice>
          <mc:Fallback>
            <p:pic>
              <p:nvPicPr>
                <p:cNvPr id="45" name="Ink 44">
                  <a:extLst>
                    <a:ext uri="{FF2B5EF4-FFF2-40B4-BE49-F238E27FC236}">
                      <a16:creationId xmlns:a16="http://schemas.microsoft.com/office/drawing/2014/main" id="{669A62E8-4CDA-6F41-17CB-A8B302037C1F}"/>
                    </a:ext>
                  </a:extLst>
                </p:cNvPr>
                <p:cNvPicPr/>
                <p:nvPr/>
              </p:nvPicPr>
              <p:blipFill>
                <a:blip r:embed="rId72"/>
                <a:stretch>
                  <a:fillRect/>
                </a:stretch>
              </p:blipFill>
              <p:spPr>
                <a:xfrm>
                  <a:off x="2193584" y="2623242"/>
                  <a:ext cx="1479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FBECE923-D335-15D2-6125-CFAA4380C42D}"/>
                    </a:ext>
                  </a:extLst>
                </p14:cNvPr>
                <p14:cNvContentPartPr/>
                <p14:nvPr/>
              </p14:nvContentPartPr>
              <p14:xfrm>
                <a:off x="1722704" y="2879922"/>
                <a:ext cx="227160" cy="180720"/>
              </p14:xfrm>
            </p:contentPart>
          </mc:Choice>
          <mc:Fallback>
            <p:pic>
              <p:nvPicPr>
                <p:cNvPr id="46" name="Ink 45">
                  <a:extLst>
                    <a:ext uri="{FF2B5EF4-FFF2-40B4-BE49-F238E27FC236}">
                      <a16:creationId xmlns:a16="http://schemas.microsoft.com/office/drawing/2014/main" id="{FBECE923-D335-15D2-6125-CFAA4380C42D}"/>
                    </a:ext>
                  </a:extLst>
                </p:cNvPr>
                <p:cNvPicPr/>
                <p:nvPr/>
              </p:nvPicPr>
              <p:blipFill>
                <a:blip r:embed="rId74"/>
                <a:stretch>
                  <a:fillRect/>
                </a:stretch>
              </p:blipFill>
              <p:spPr>
                <a:xfrm>
                  <a:off x="1714064" y="2871282"/>
                  <a:ext cx="244800" cy="1983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373FCCDF-BBBA-7EBD-8071-1126706627D0}"/>
                    </a:ext>
                  </a:extLst>
                </p14:cNvPr>
                <p14:cNvContentPartPr/>
                <p14:nvPr/>
              </p14:nvContentPartPr>
              <p14:xfrm>
                <a:off x="2113664" y="2955522"/>
                <a:ext cx="185760" cy="137520"/>
              </p14:xfrm>
            </p:contentPart>
          </mc:Choice>
          <mc:Fallback>
            <p:pic>
              <p:nvPicPr>
                <p:cNvPr id="47" name="Ink 46">
                  <a:extLst>
                    <a:ext uri="{FF2B5EF4-FFF2-40B4-BE49-F238E27FC236}">
                      <a16:creationId xmlns:a16="http://schemas.microsoft.com/office/drawing/2014/main" id="{373FCCDF-BBBA-7EBD-8071-1126706627D0}"/>
                    </a:ext>
                  </a:extLst>
                </p:cNvPr>
                <p:cNvPicPr/>
                <p:nvPr/>
              </p:nvPicPr>
              <p:blipFill>
                <a:blip r:embed="rId76"/>
                <a:stretch>
                  <a:fillRect/>
                </a:stretch>
              </p:blipFill>
              <p:spPr>
                <a:xfrm>
                  <a:off x="2104664" y="2946522"/>
                  <a:ext cx="20340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8" name="Ink 47">
                  <a:extLst>
                    <a:ext uri="{FF2B5EF4-FFF2-40B4-BE49-F238E27FC236}">
                      <a16:creationId xmlns:a16="http://schemas.microsoft.com/office/drawing/2014/main" id="{506CDADA-4560-0922-6E91-A72A3851B2B6}"/>
                    </a:ext>
                  </a:extLst>
                </p14:cNvPr>
                <p14:cNvContentPartPr/>
                <p14:nvPr/>
              </p14:nvContentPartPr>
              <p14:xfrm>
                <a:off x="2490584" y="2570682"/>
                <a:ext cx="386640" cy="605880"/>
              </p14:xfrm>
            </p:contentPart>
          </mc:Choice>
          <mc:Fallback>
            <p:pic>
              <p:nvPicPr>
                <p:cNvPr id="48" name="Ink 47">
                  <a:extLst>
                    <a:ext uri="{FF2B5EF4-FFF2-40B4-BE49-F238E27FC236}">
                      <a16:creationId xmlns:a16="http://schemas.microsoft.com/office/drawing/2014/main" id="{506CDADA-4560-0922-6E91-A72A3851B2B6}"/>
                    </a:ext>
                  </a:extLst>
                </p:cNvPr>
                <p:cNvPicPr/>
                <p:nvPr/>
              </p:nvPicPr>
              <p:blipFill>
                <a:blip r:embed="rId78"/>
                <a:stretch>
                  <a:fillRect/>
                </a:stretch>
              </p:blipFill>
              <p:spPr>
                <a:xfrm>
                  <a:off x="2481584" y="2562042"/>
                  <a:ext cx="404280" cy="6235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9" name="Ink 48">
                  <a:extLst>
                    <a:ext uri="{FF2B5EF4-FFF2-40B4-BE49-F238E27FC236}">
                      <a16:creationId xmlns:a16="http://schemas.microsoft.com/office/drawing/2014/main" id="{BFA52934-8DDB-4D24-86F0-FC0BF92E6CF0}"/>
                    </a:ext>
                  </a:extLst>
                </p14:cNvPr>
                <p14:cNvContentPartPr/>
                <p14:nvPr/>
              </p14:nvContentPartPr>
              <p14:xfrm>
                <a:off x="2643584" y="2860482"/>
                <a:ext cx="65880" cy="7200"/>
              </p14:xfrm>
            </p:contentPart>
          </mc:Choice>
          <mc:Fallback>
            <p:pic>
              <p:nvPicPr>
                <p:cNvPr id="49" name="Ink 48">
                  <a:extLst>
                    <a:ext uri="{FF2B5EF4-FFF2-40B4-BE49-F238E27FC236}">
                      <a16:creationId xmlns:a16="http://schemas.microsoft.com/office/drawing/2014/main" id="{BFA52934-8DDB-4D24-86F0-FC0BF92E6CF0}"/>
                    </a:ext>
                  </a:extLst>
                </p:cNvPr>
                <p:cNvPicPr/>
                <p:nvPr/>
              </p:nvPicPr>
              <p:blipFill>
                <a:blip r:embed="rId80"/>
                <a:stretch>
                  <a:fillRect/>
                </a:stretch>
              </p:blipFill>
              <p:spPr>
                <a:xfrm>
                  <a:off x="2634584" y="2851842"/>
                  <a:ext cx="83520" cy="248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0" name="Ink 49">
                  <a:extLst>
                    <a:ext uri="{FF2B5EF4-FFF2-40B4-BE49-F238E27FC236}">
                      <a16:creationId xmlns:a16="http://schemas.microsoft.com/office/drawing/2014/main" id="{7CBD0C6E-080D-25F6-D8CF-2E1E78AA011A}"/>
                    </a:ext>
                  </a:extLst>
                </p14:cNvPr>
                <p14:cNvContentPartPr/>
                <p14:nvPr/>
              </p14:nvContentPartPr>
              <p14:xfrm>
                <a:off x="2676704" y="2789562"/>
                <a:ext cx="20160" cy="69840"/>
              </p14:xfrm>
            </p:contentPart>
          </mc:Choice>
          <mc:Fallback>
            <p:pic>
              <p:nvPicPr>
                <p:cNvPr id="50" name="Ink 49">
                  <a:extLst>
                    <a:ext uri="{FF2B5EF4-FFF2-40B4-BE49-F238E27FC236}">
                      <a16:creationId xmlns:a16="http://schemas.microsoft.com/office/drawing/2014/main" id="{7CBD0C6E-080D-25F6-D8CF-2E1E78AA011A}"/>
                    </a:ext>
                  </a:extLst>
                </p:cNvPr>
                <p:cNvPicPr/>
                <p:nvPr/>
              </p:nvPicPr>
              <p:blipFill>
                <a:blip r:embed="rId82"/>
                <a:stretch>
                  <a:fillRect/>
                </a:stretch>
              </p:blipFill>
              <p:spPr>
                <a:xfrm>
                  <a:off x="2667704" y="2780562"/>
                  <a:ext cx="37800" cy="874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1" name="Ink 50">
                  <a:extLst>
                    <a:ext uri="{FF2B5EF4-FFF2-40B4-BE49-F238E27FC236}">
                      <a16:creationId xmlns:a16="http://schemas.microsoft.com/office/drawing/2014/main" id="{5CDB84EE-C0A2-C532-5C33-2653C7E0D81C}"/>
                    </a:ext>
                  </a:extLst>
                </p14:cNvPr>
                <p14:cNvContentPartPr/>
                <p14:nvPr/>
              </p14:nvContentPartPr>
              <p14:xfrm>
                <a:off x="2570504" y="2200242"/>
                <a:ext cx="369720" cy="290160"/>
              </p14:xfrm>
            </p:contentPart>
          </mc:Choice>
          <mc:Fallback>
            <p:pic>
              <p:nvPicPr>
                <p:cNvPr id="51" name="Ink 50">
                  <a:extLst>
                    <a:ext uri="{FF2B5EF4-FFF2-40B4-BE49-F238E27FC236}">
                      <a16:creationId xmlns:a16="http://schemas.microsoft.com/office/drawing/2014/main" id="{5CDB84EE-C0A2-C532-5C33-2653C7E0D81C}"/>
                    </a:ext>
                  </a:extLst>
                </p:cNvPr>
                <p:cNvPicPr/>
                <p:nvPr/>
              </p:nvPicPr>
              <p:blipFill>
                <a:blip r:embed="rId84"/>
                <a:stretch>
                  <a:fillRect/>
                </a:stretch>
              </p:blipFill>
              <p:spPr>
                <a:xfrm>
                  <a:off x="2561504" y="2191242"/>
                  <a:ext cx="38736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2" name="Ink 51">
                  <a:extLst>
                    <a:ext uri="{FF2B5EF4-FFF2-40B4-BE49-F238E27FC236}">
                      <a16:creationId xmlns:a16="http://schemas.microsoft.com/office/drawing/2014/main" id="{C839F134-5492-8FE6-E7C3-EC6C426B40BC}"/>
                    </a:ext>
                  </a:extLst>
                </p14:cNvPr>
                <p14:cNvContentPartPr/>
                <p14:nvPr/>
              </p14:nvContentPartPr>
              <p14:xfrm>
                <a:off x="2729984" y="2336682"/>
                <a:ext cx="80640" cy="9000"/>
              </p14:xfrm>
            </p:contentPart>
          </mc:Choice>
          <mc:Fallback>
            <p:pic>
              <p:nvPicPr>
                <p:cNvPr id="52" name="Ink 51">
                  <a:extLst>
                    <a:ext uri="{FF2B5EF4-FFF2-40B4-BE49-F238E27FC236}">
                      <a16:creationId xmlns:a16="http://schemas.microsoft.com/office/drawing/2014/main" id="{C839F134-5492-8FE6-E7C3-EC6C426B40BC}"/>
                    </a:ext>
                  </a:extLst>
                </p:cNvPr>
                <p:cNvPicPr/>
                <p:nvPr/>
              </p:nvPicPr>
              <p:blipFill>
                <a:blip r:embed="rId86"/>
                <a:stretch>
                  <a:fillRect/>
                </a:stretch>
              </p:blipFill>
              <p:spPr>
                <a:xfrm>
                  <a:off x="2720984" y="2328042"/>
                  <a:ext cx="98280" cy="26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7">
            <p14:nvContentPartPr>
              <p14:cNvPr id="73" name="Ink 72">
                <a:extLst>
                  <a:ext uri="{FF2B5EF4-FFF2-40B4-BE49-F238E27FC236}">
                    <a16:creationId xmlns:a16="http://schemas.microsoft.com/office/drawing/2014/main" id="{3D0CB3DF-ED2F-B7CB-2677-E1CC49D11FD9}"/>
                  </a:ext>
                </a:extLst>
              </p14:cNvPr>
              <p14:cNvContentPartPr/>
              <p14:nvPr/>
            </p14:nvContentPartPr>
            <p14:xfrm>
              <a:off x="9846104" y="1908282"/>
              <a:ext cx="13680" cy="172440"/>
            </p14:xfrm>
          </p:contentPart>
        </mc:Choice>
        <mc:Fallback>
          <p:pic>
            <p:nvPicPr>
              <p:cNvPr id="73" name="Ink 72">
                <a:extLst>
                  <a:ext uri="{FF2B5EF4-FFF2-40B4-BE49-F238E27FC236}">
                    <a16:creationId xmlns:a16="http://schemas.microsoft.com/office/drawing/2014/main" id="{3D0CB3DF-ED2F-B7CB-2677-E1CC49D11FD9}"/>
                  </a:ext>
                </a:extLst>
              </p:cNvPr>
              <p:cNvPicPr/>
              <p:nvPr/>
            </p:nvPicPr>
            <p:blipFill>
              <a:blip r:embed="rId88"/>
              <a:stretch>
                <a:fillRect/>
              </a:stretch>
            </p:blipFill>
            <p:spPr>
              <a:xfrm>
                <a:off x="9837464" y="1899282"/>
                <a:ext cx="31320" cy="190080"/>
              </a:xfrm>
              <a:prstGeom prst="rect">
                <a:avLst/>
              </a:prstGeom>
            </p:spPr>
          </p:pic>
        </mc:Fallback>
      </mc:AlternateContent>
      <p:grpSp>
        <p:nvGrpSpPr>
          <p:cNvPr id="88" name="Group 87">
            <a:extLst>
              <a:ext uri="{FF2B5EF4-FFF2-40B4-BE49-F238E27FC236}">
                <a16:creationId xmlns:a16="http://schemas.microsoft.com/office/drawing/2014/main" id="{AFD3FBDD-889A-DA91-27BC-89904E59F43D}"/>
              </a:ext>
            </a:extLst>
          </p:cNvPr>
          <p:cNvGrpSpPr/>
          <p:nvPr/>
        </p:nvGrpSpPr>
        <p:grpSpPr>
          <a:xfrm>
            <a:off x="7258784" y="1676082"/>
            <a:ext cx="3551400" cy="1354680"/>
            <a:chOff x="7258784" y="1676082"/>
            <a:chExt cx="3551400" cy="1354680"/>
          </a:xfrm>
        </p:grpSpPr>
        <mc:AlternateContent xmlns:mc="http://schemas.openxmlformats.org/markup-compatibility/2006">
          <mc:Choice xmlns:p14="http://schemas.microsoft.com/office/powerpoint/2010/main" Requires="p14">
            <p:contentPart p14:bwMode="auto" r:id="rId89">
              <p14:nvContentPartPr>
                <p14:cNvPr id="54" name="Ink 53">
                  <a:extLst>
                    <a:ext uri="{FF2B5EF4-FFF2-40B4-BE49-F238E27FC236}">
                      <a16:creationId xmlns:a16="http://schemas.microsoft.com/office/drawing/2014/main" id="{0A75D0CE-74DE-3752-154A-0627B78F82A5}"/>
                    </a:ext>
                  </a:extLst>
                </p14:cNvPr>
                <p14:cNvContentPartPr/>
                <p14:nvPr/>
              </p14:nvContentPartPr>
              <p14:xfrm>
                <a:off x="7281824" y="1788762"/>
                <a:ext cx="3399480" cy="1080720"/>
              </p14:xfrm>
            </p:contentPart>
          </mc:Choice>
          <mc:Fallback>
            <p:pic>
              <p:nvPicPr>
                <p:cNvPr id="54" name="Ink 53">
                  <a:extLst>
                    <a:ext uri="{FF2B5EF4-FFF2-40B4-BE49-F238E27FC236}">
                      <a16:creationId xmlns:a16="http://schemas.microsoft.com/office/drawing/2014/main" id="{0A75D0CE-74DE-3752-154A-0627B78F82A5}"/>
                    </a:ext>
                  </a:extLst>
                </p:cNvPr>
                <p:cNvPicPr/>
                <p:nvPr/>
              </p:nvPicPr>
              <p:blipFill>
                <a:blip r:embed="rId90"/>
                <a:stretch>
                  <a:fillRect/>
                </a:stretch>
              </p:blipFill>
              <p:spPr>
                <a:xfrm>
                  <a:off x="7273184" y="1779762"/>
                  <a:ext cx="3417120" cy="109836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5" name="Ink 54">
                  <a:extLst>
                    <a:ext uri="{FF2B5EF4-FFF2-40B4-BE49-F238E27FC236}">
                      <a16:creationId xmlns:a16="http://schemas.microsoft.com/office/drawing/2014/main" id="{F79E18E5-9AFB-4F02-791B-C31A8846F275}"/>
                    </a:ext>
                  </a:extLst>
                </p14:cNvPr>
                <p14:cNvContentPartPr/>
                <p14:nvPr/>
              </p14:nvContentPartPr>
              <p14:xfrm>
                <a:off x="7606544" y="1676082"/>
                <a:ext cx="3203640" cy="1354680"/>
              </p14:xfrm>
            </p:contentPart>
          </mc:Choice>
          <mc:Fallback>
            <p:pic>
              <p:nvPicPr>
                <p:cNvPr id="55" name="Ink 54">
                  <a:extLst>
                    <a:ext uri="{FF2B5EF4-FFF2-40B4-BE49-F238E27FC236}">
                      <a16:creationId xmlns:a16="http://schemas.microsoft.com/office/drawing/2014/main" id="{F79E18E5-9AFB-4F02-791B-C31A8846F275}"/>
                    </a:ext>
                  </a:extLst>
                </p:cNvPr>
                <p:cNvPicPr/>
                <p:nvPr/>
              </p:nvPicPr>
              <p:blipFill>
                <a:blip r:embed="rId92"/>
                <a:stretch>
                  <a:fillRect/>
                </a:stretch>
              </p:blipFill>
              <p:spPr>
                <a:xfrm>
                  <a:off x="7597904" y="1667442"/>
                  <a:ext cx="3221280" cy="13723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6" name="Ink 55">
                  <a:extLst>
                    <a:ext uri="{FF2B5EF4-FFF2-40B4-BE49-F238E27FC236}">
                      <a16:creationId xmlns:a16="http://schemas.microsoft.com/office/drawing/2014/main" id="{332548A1-155A-E460-86E6-0F454C38D89A}"/>
                    </a:ext>
                  </a:extLst>
                </p14:cNvPr>
                <p14:cNvContentPartPr/>
                <p14:nvPr/>
              </p14:nvContentPartPr>
              <p14:xfrm>
                <a:off x="7520144" y="1888482"/>
                <a:ext cx="20880" cy="129240"/>
              </p14:xfrm>
            </p:contentPart>
          </mc:Choice>
          <mc:Fallback>
            <p:pic>
              <p:nvPicPr>
                <p:cNvPr id="56" name="Ink 55">
                  <a:extLst>
                    <a:ext uri="{FF2B5EF4-FFF2-40B4-BE49-F238E27FC236}">
                      <a16:creationId xmlns:a16="http://schemas.microsoft.com/office/drawing/2014/main" id="{332548A1-155A-E460-86E6-0F454C38D89A}"/>
                    </a:ext>
                  </a:extLst>
                </p:cNvPr>
                <p:cNvPicPr/>
                <p:nvPr/>
              </p:nvPicPr>
              <p:blipFill>
                <a:blip r:embed="rId94"/>
                <a:stretch>
                  <a:fillRect/>
                </a:stretch>
              </p:blipFill>
              <p:spPr>
                <a:xfrm>
                  <a:off x="7511504" y="1879482"/>
                  <a:ext cx="385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7" name="Ink 56">
                  <a:extLst>
                    <a:ext uri="{FF2B5EF4-FFF2-40B4-BE49-F238E27FC236}">
                      <a16:creationId xmlns:a16="http://schemas.microsoft.com/office/drawing/2014/main" id="{A360F5F4-B91E-83E7-0702-6E4AF26F4A5E}"/>
                    </a:ext>
                  </a:extLst>
                </p14:cNvPr>
                <p14:cNvContentPartPr/>
                <p14:nvPr/>
              </p14:nvContentPartPr>
              <p14:xfrm>
                <a:off x="7258784" y="1781202"/>
                <a:ext cx="2332800" cy="297720"/>
              </p14:xfrm>
            </p:contentPart>
          </mc:Choice>
          <mc:Fallback>
            <p:pic>
              <p:nvPicPr>
                <p:cNvPr id="57" name="Ink 56">
                  <a:extLst>
                    <a:ext uri="{FF2B5EF4-FFF2-40B4-BE49-F238E27FC236}">
                      <a16:creationId xmlns:a16="http://schemas.microsoft.com/office/drawing/2014/main" id="{A360F5F4-B91E-83E7-0702-6E4AF26F4A5E}"/>
                    </a:ext>
                  </a:extLst>
                </p:cNvPr>
                <p:cNvPicPr/>
                <p:nvPr/>
              </p:nvPicPr>
              <p:blipFill>
                <a:blip r:embed="rId96"/>
                <a:stretch>
                  <a:fillRect/>
                </a:stretch>
              </p:blipFill>
              <p:spPr>
                <a:xfrm>
                  <a:off x="7250144" y="1772562"/>
                  <a:ext cx="2350440" cy="3153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8" name="Ink 57">
                  <a:extLst>
                    <a:ext uri="{FF2B5EF4-FFF2-40B4-BE49-F238E27FC236}">
                      <a16:creationId xmlns:a16="http://schemas.microsoft.com/office/drawing/2014/main" id="{EEB05A39-119E-3AA7-DA7B-173B73EF11E4}"/>
                    </a:ext>
                  </a:extLst>
                </p14:cNvPr>
                <p14:cNvContentPartPr/>
                <p14:nvPr/>
              </p14:nvContentPartPr>
              <p14:xfrm>
                <a:off x="7655864" y="2139402"/>
                <a:ext cx="234720" cy="226440"/>
              </p14:xfrm>
            </p:contentPart>
          </mc:Choice>
          <mc:Fallback>
            <p:pic>
              <p:nvPicPr>
                <p:cNvPr id="58" name="Ink 57">
                  <a:extLst>
                    <a:ext uri="{FF2B5EF4-FFF2-40B4-BE49-F238E27FC236}">
                      <a16:creationId xmlns:a16="http://schemas.microsoft.com/office/drawing/2014/main" id="{EEB05A39-119E-3AA7-DA7B-173B73EF11E4}"/>
                    </a:ext>
                  </a:extLst>
                </p:cNvPr>
                <p:cNvPicPr/>
                <p:nvPr/>
              </p:nvPicPr>
              <p:blipFill>
                <a:blip r:embed="rId98"/>
                <a:stretch>
                  <a:fillRect/>
                </a:stretch>
              </p:blipFill>
              <p:spPr>
                <a:xfrm>
                  <a:off x="7647224" y="2130402"/>
                  <a:ext cx="2523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9" name="Ink 58">
                  <a:extLst>
                    <a:ext uri="{FF2B5EF4-FFF2-40B4-BE49-F238E27FC236}">
                      <a16:creationId xmlns:a16="http://schemas.microsoft.com/office/drawing/2014/main" id="{A0AF2805-9BD1-6783-846A-0C7F64C86A19}"/>
                    </a:ext>
                  </a:extLst>
                </p14:cNvPr>
                <p14:cNvContentPartPr/>
                <p14:nvPr/>
              </p14:nvContentPartPr>
              <p14:xfrm>
                <a:off x="8104784" y="2180442"/>
                <a:ext cx="215280" cy="156960"/>
              </p14:xfrm>
            </p:contentPart>
          </mc:Choice>
          <mc:Fallback>
            <p:pic>
              <p:nvPicPr>
                <p:cNvPr id="59" name="Ink 58">
                  <a:extLst>
                    <a:ext uri="{FF2B5EF4-FFF2-40B4-BE49-F238E27FC236}">
                      <a16:creationId xmlns:a16="http://schemas.microsoft.com/office/drawing/2014/main" id="{A0AF2805-9BD1-6783-846A-0C7F64C86A19}"/>
                    </a:ext>
                  </a:extLst>
                </p:cNvPr>
                <p:cNvPicPr/>
                <p:nvPr/>
              </p:nvPicPr>
              <p:blipFill>
                <a:blip r:embed="rId100"/>
                <a:stretch>
                  <a:fillRect/>
                </a:stretch>
              </p:blipFill>
              <p:spPr>
                <a:xfrm>
                  <a:off x="8095784" y="2171802"/>
                  <a:ext cx="23292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0" name="Ink 59">
                  <a:extLst>
                    <a:ext uri="{FF2B5EF4-FFF2-40B4-BE49-F238E27FC236}">
                      <a16:creationId xmlns:a16="http://schemas.microsoft.com/office/drawing/2014/main" id="{D8754483-40E2-A478-881B-72030B50D6D4}"/>
                    </a:ext>
                  </a:extLst>
                </p14:cNvPr>
                <p14:cNvContentPartPr/>
                <p14:nvPr/>
              </p14:nvContentPartPr>
              <p14:xfrm>
                <a:off x="8461904" y="2189802"/>
                <a:ext cx="191880" cy="162360"/>
              </p14:xfrm>
            </p:contentPart>
          </mc:Choice>
          <mc:Fallback>
            <p:pic>
              <p:nvPicPr>
                <p:cNvPr id="60" name="Ink 59">
                  <a:extLst>
                    <a:ext uri="{FF2B5EF4-FFF2-40B4-BE49-F238E27FC236}">
                      <a16:creationId xmlns:a16="http://schemas.microsoft.com/office/drawing/2014/main" id="{D8754483-40E2-A478-881B-72030B50D6D4}"/>
                    </a:ext>
                  </a:extLst>
                </p:cNvPr>
                <p:cNvPicPr/>
                <p:nvPr/>
              </p:nvPicPr>
              <p:blipFill>
                <a:blip r:embed="rId102"/>
                <a:stretch>
                  <a:fillRect/>
                </a:stretch>
              </p:blipFill>
              <p:spPr>
                <a:xfrm>
                  <a:off x="8452904" y="2181162"/>
                  <a:ext cx="209520" cy="1800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1" name="Ink 60">
                  <a:extLst>
                    <a:ext uri="{FF2B5EF4-FFF2-40B4-BE49-F238E27FC236}">
                      <a16:creationId xmlns:a16="http://schemas.microsoft.com/office/drawing/2014/main" id="{3817DF31-24FD-9192-BC33-38002BF2EE8E}"/>
                    </a:ext>
                  </a:extLst>
                </p14:cNvPr>
                <p14:cNvContentPartPr/>
                <p14:nvPr/>
              </p14:nvContentPartPr>
              <p14:xfrm>
                <a:off x="7749464" y="2399682"/>
                <a:ext cx="213120" cy="230760"/>
              </p14:xfrm>
            </p:contentPart>
          </mc:Choice>
          <mc:Fallback>
            <p:pic>
              <p:nvPicPr>
                <p:cNvPr id="61" name="Ink 60">
                  <a:extLst>
                    <a:ext uri="{FF2B5EF4-FFF2-40B4-BE49-F238E27FC236}">
                      <a16:creationId xmlns:a16="http://schemas.microsoft.com/office/drawing/2014/main" id="{3817DF31-24FD-9192-BC33-38002BF2EE8E}"/>
                    </a:ext>
                  </a:extLst>
                </p:cNvPr>
                <p:cNvPicPr/>
                <p:nvPr/>
              </p:nvPicPr>
              <p:blipFill>
                <a:blip r:embed="rId104"/>
                <a:stretch>
                  <a:fillRect/>
                </a:stretch>
              </p:blipFill>
              <p:spPr>
                <a:xfrm>
                  <a:off x="7740464" y="2391042"/>
                  <a:ext cx="23076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2" name="Ink 61">
                  <a:extLst>
                    <a:ext uri="{FF2B5EF4-FFF2-40B4-BE49-F238E27FC236}">
                      <a16:creationId xmlns:a16="http://schemas.microsoft.com/office/drawing/2014/main" id="{92FA1FE0-277E-37FB-6209-759AB05CE071}"/>
                    </a:ext>
                  </a:extLst>
                </p14:cNvPr>
                <p14:cNvContentPartPr/>
                <p14:nvPr/>
              </p14:nvContentPartPr>
              <p14:xfrm>
                <a:off x="8132144" y="2446842"/>
                <a:ext cx="216720" cy="199080"/>
              </p14:xfrm>
            </p:contentPart>
          </mc:Choice>
          <mc:Fallback>
            <p:pic>
              <p:nvPicPr>
                <p:cNvPr id="62" name="Ink 61">
                  <a:extLst>
                    <a:ext uri="{FF2B5EF4-FFF2-40B4-BE49-F238E27FC236}">
                      <a16:creationId xmlns:a16="http://schemas.microsoft.com/office/drawing/2014/main" id="{92FA1FE0-277E-37FB-6209-759AB05CE071}"/>
                    </a:ext>
                  </a:extLst>
                </p:cNvPr>
                <p:cNvPicPr/>
                <p:nvPr/>
              </p:nvPicPr>
              <p:blipFill>
                <a:blip r:embed="rId106"/>
                <a:stretch>
                  <a:fillRect/>
                </a:stretch>
              </p:blipFill>
              <p:spPr>
                <a:xfrm>
                  <a:off x="8123504" y="2438202"/>
                  <a:ext cx="23436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3" name="Ink 62">
                  <a:extLst>
                    <a:ext uri="{FF2B5EF4-FFF2-40B4-BE49-F238E27FC236}">
                      <a16:creationId xmlns:a16="http://schemas.microsoft.com/office/drawing/2014/main" id="{1CD38EFD-65D8-17AC-0D1F-0AE5A312D825}"/>
                    </a:ext>
                  </a:extLst>
                </p14:cNvPr>
                <p14:cNvContentPartPr/>
                <p14:nvPr/>
              </p14:nvContentPartPr>
              <p14:xfrm>
                <a:off x="8423744" y="2491842"/>
                <a:ext cx="192600" cy="193320"/>
              </p14:xfrm>
            </p:contentPart>
          </mc:Choice>
          <mc:Fallback>
            <p:pic>
              <p:nvPicPr>
                <p:cNvPr id="63" name="Ink 62">
                  <a:extLst>
                    <a:ext uri="{FF2B5EF4-FFF2-40B4-BE49-F238E27FC236}">
                      <a16:creationId xmlns:a16="http://schemas.microsoft.com/office/drawing/2014/main" id="{1CD38EFD-65D8-17AC-0D1F-0AE5A312D825}"/>
                    </a:ext>
                  </a:extLst>
                </p:cNvPr>
                <p:cNvPicPr/>
                <p:nvPr/>
              </p:nvPicPr>
              <p:blipFill>
                <a:blip r:embed="rId108"/>
                <a:stretch>
                  <a:fillRect/>
                </a:stretch>
              </p:blipFill>
              <p:spPr>
                <a:xfrm>
                  <a:off x="8415104" y="2482842"/>
                  <a:ext cx="21024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4" name="Ink 63">
                  <a:extLst>
                    <a:ext uri="{FF2B5EF4-FFF2-40B4-BE49-F238E27FC236}">
                      <a16:creationId xmlns:a16="http://schemas.microsoft.com/office/drawing/2014/main" id="{76C6C49F-88C0-469A-132B-82C4C10AA88E}"/>
                    </a:ext>
                  </a:extLst>
                </p14:cNvPr>
                <p14:cNvContentPartPr/>
                <p14:nvPr/>
              </p14:nvContentPartPr>
              <p14:xfrm>
                <a:off x="8858624" y="2244882"/>
                <a:ext cx="344520" cy="557280"/>
              </p14:xfrm>
            </p:contentPart>
          </mc:Choice>
          <mc:Fallback>
            <p:pic>
              <p:nvPicPr>
                <p:cNvPr id="64" name="Ink 63">
                  <a:extLst>
                    <a:ext uri="{FF2B5EF4-FFF2-40B4-BE49-F238E27FC236}">
                      <a16:creationId xmlns:a16="http://schemas.microsoft.com/office/drawing/2014/main" id="{76C6C49F-88C0-469A-132B-82C4C10AA88E}"/>
                    </a:ext>
                  </a:extLst>
                </p:cNvPr>
                <p:cNvPicPr/>
                <p:nvPr/>
              </p:nvPicPr>
              <p:blipFill>
                <a:blip r:embed="rId110"/>
                <a:stretch>
                  <a:fillRect/>
                </a:stretch>
              </p:blipFill>
              <p:spPr>
                <a:xfrm>
                  <a:off x="8849624" y="2236242"/>
                  <a:ext cx="362160" cy="57492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5" name="Ink 64">
                  <a:extLst>
                    <a:ext uri="{FF2B5EF4-FFF2-40B4-BE49-F238E27FC236}">
                      <a16:creationId xmlns:a16="http://schemas.microsoft.com/office/drawing/2014/main" id="{F95AC942-E8D3-6383-C458-DF2A563C3516}"/>
                    </a:ext>
                  </a:extLst>
                </p14:cNvPr>
                <p14:cNvContentPartPr/>
                <p14:nvPr/>
              </p14:nvContentPartPr>
              <p14:xfrm>
                <a:off x="8963384" y="2514162"/>
                <a:ext cx="92880" cy="35280"/>
              </p14:xfrm>
            </p:contentPart>
          </mc:Choice>
          <mc:Fallback>
            <p:pic>
              <p:nvPicPr>
                <p:cNvPr id="65" name="Ink 64">
                  <a:extLst>
                    <a:ext uri="{FF2B5EF4-FFF2-40B4-BE49-F238E27FC236}">
                      <a16:creationId xmlns:a16="http://schemas.microsoft.com/office/drawing/2014/main" id="{F95AC942-E8D3-6383-C458-DF2A563C3516}"/>
                    </a:ext>
                  </a:extLst>
                </p:cNvPr>
                <p:cNvPicPr/>
                <p:nvPr/>
              </p:nvPicPr>
              <p:blipFill>
                <a:blip r:embed="rId112"/>
                <a:stretch>
                  <a:fillRect/>
                </a:stretch>
              </p:blipFill>
              <p:spPr>
                <a:xfrm>
                  <a:off x="8954744" y="2505522"/>
                  <a:ext cx="11052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6" name="Ink 65">
                  <a:extLst>
                    <a:ext uri="{FF2B5EF4-FFF2-40B4-BE49-F238E27FC236}">
                      <a16:creationId xmlns:a16="http://schemas.microsoft.com/office/drawing/2014/main" id="{46F388E5-98D5-9D4B-6908-B81E846F630E}"/>
                    </a:ext>
                  </a:extLst>
                </p14:cNvPr>
                <p14:cNvContentPartPr/>
                <p14:nvPr/>
              </p14:nvContentPartPr>
              <p14:xfrm>
                <a:off x="9030344" y="2398242"/>
                <a:ext cx="21240" cy="165240"/>
              </p14:xfrm>
            </p:contentPart>
          </mc:Choice>
          <mc:Fallback>
            <p:pic>
              <p:nvPicPr>
                <p:cNvPr id="66" name="Ink 65">
                  <a:extLst>
                    <a:ext uri="{FF2B5EF4-FFF2-40B4-BE49-F238E27FC236}">
                      <a16:creationId xmlns:a16="http://schemas.microsoft.com/office/drawing/2014/main" id="{46F388E5-98D5-9D4B-6908-B81E846F630E}"/>
                    </a:ext>
                  </a:extLst>
                </p:cNvPr>
                <p:cNvPicPr/>
                <p:nvPr/>
              </p:nvPicPr>
              <p:blipFill>
                <a:blip r:embed="rId114"/>
                <a:stretch>
                  <a:fillRect/>
                </a:stretch>
              </p:blipFill>
              <p:spPr>
                <a:xfrm>
                  <a:off x="9021344" y="2389602"/>
                  <a:ext cx="3888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7" name="Ink 66">
                  <a:extLst>
                    <a:ext uri="{FF2B5EF4-FFF2-40B4-BE49-F238E27FC236}">
                      <a16:creationId xmlns:a16="http://schemas.microsoft.com/office/drawing/2014/main" id="{D40AF6B1-98E7-E0B5-16A8-B6B603170977}"/>
                    </a:ext>
                  </a:extLst>
                </p14:cNvPr>
                <p14:cNvContentPartPr/>
                <p14:nvPr/>
              </p14:nvContentPartPr>
              <p14:xfrm>
                <a:off x="9321584" y="2145162"/>
                <a:ext cx="308520" cy="241200"/>
              </p14:xfrm>
            </p:contentPart>
          </mc:Choice>
          <mc:Fallback>
            <p:pic>
              <p:nvPicPr>
                <p:cNvPr id="67" name="Ink 66">
                  <a:extLst>
                    <a:ext uri="{FF2B5EF4-FFF2-40B4-BE49-F238E27FC236}">
                      <a16:creationId xmlns:a16="http://schemas.microsoft.com/office/drawing/2014/main" id="{D40AF6B1-98E7-E0B5-16A8-B6B603170977}"/>
                    </a:ext>
                  </a:extLst>
                </p:cNvPr>
                <p:cNvPicPr/>
                <p:nvPr/>
              </p:nvPicPr>
              <p:blipFill>
                <a:blip r:embed="rId116"/>
                <a:stretch>
                  <a:fillRect/>
                </a:stretch>
              </p:blipFill>
              <p:spPr>
                <a:xfrm>
                  <a:off x="9312944" y="2136162"/>
                  <a:ext cx="326160" cy="2588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8" name="Ink 67">
                  <a:extLst>
                    <a:ext uri="{FF2B5EF4-FFF2-40B4-BE49-F238E27FC236}">
                      <a16:creationId xmlns:a16="http://schemas.microsoft.com/office/drawing/2014/main" id="{91D90BB3-174E-C266-9E4D-29AEC10A52A7}"/>
                    </a:ext>
                  </a:extLst>
                </p14:cNvPr>
                <p14:cNvContentPartPr/>
                <p14:nvPr/>
              </p14:nvContentPartPr>
              <p14:xfrm>
                <a:off x="9448664" y="2252082"/>
                <a:ext cx="66240" cy="20880"/>
              </p14:xfrm>
            </p:contentPart>
          </mc:Choice>
          <mc:Fallback>
            <p:pic>
              <p:nvPicPr>
                <p:cNvPr id="68" name="Ink 67">
                  <a:extLst>
                    <a:ext uri="{FF2B5EF4-FFF2-40B4-BE49-F238E27FC236}">
                      <a16:creationId xmlns:a16="http://schemas.microsoft.com/office/drawing/2014/main" id="{91D90BB3-174E-C266-9E4D-29AEC10A52A7}"/>
                    </a:ext>
                  </a:extLst>
                </p:cNvPr>
                <p:cNvPicPr/>
                <p:nvPr/>
              </p:nvPicPr>
              <p:blipFill>
                <a:blip r:embed="rId118"/>
                <a:stretch>
                  <a:fillRect/>
                </a:stretch>
              </p:blipFill>
              <p:spPr>
                <a:xfrm>
                  <a:off x="9439664" y="2243442"/>
                  <a:ext cx="8388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9" name="Ink 68">
                  <a:extLst>
                    <a:ext uri="{FF2B5EF4-FFF2-40B4-BE49-F238E27FC236}">
                      <a16:creationId xmlns:a16="http://schemas.microsoft.com/office/drawing/2014/main" id="{78E3CD2E-3C02-05AF-5A4B-B86EA4CB5D04}"/>
                    </a:ext>
                  </a:extLst>
                </p14:cNvPr>
                <p14:cNvContentPartPr/>
                <p14:nvPr/>
              </p14:nvContentPartPr>
              <p14:xfrm>
                <a:off x="9289544" y="2580042"/>
                <a:ext cx="185040" cy="11160"/>
              </p14:xfrm>
            </p:contentPart>
          </mc:Choice>
          <mc:Fallback>
            <p:pic>
              <p:nvPicPr>
                <p:cNvPr id="69" name="Ink 68">
                  <a:extLst>
                    <a:ext uri="{FF2B5EF4-FFF2-40B4-BE49-F238E27FC236}">
                      <a16:creationId xmlns:a16="http://schemas.microsoft.com/office/drawing/2014/main" id="{78E3CD2E-3C02-05AF-5A4B-B86EA4CB5D04}"/>
                    </a:ext>
                  </a:extLst>
                </p:cNvPr>
                <p:cNvPicPr/>
                <p:nvPr/>
              </p:nvPicPr>
              <p:blipFill>
                <a:blip r:embed="rId120"/>
                <a:stretch>
                  <a:fillRect/>
                </a:stretch>
              </p:blipFill>
              <p:spPr>
                <a:xfrm>
                  <a:off x="9280904" y="2571042"/>
                  <a:ext cx="20268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0" name="Ink 69">
                  <a:extLst>
                    <a:ext uri="{FF2B5EF4-FFF2-40B4-BE49-F238E27FC236}">
                      <a16:creationId xmlns:a16="http://schemas.microsoft.com/office/drawing/2014/main" id="{7F23BC30-7C65-6E69-5F4E-6336B0873436}"/>
                    </a:ext>
                  </a:extLst>
                </p14:cNvPr>
                <p14:cNvContentPartPr/>
                <p14:nvPr/>
              </p14:nvContentPartPr>
              <p14:xfrm>
                <a:off x="9248504" y="2436762"/>
                <a:ext cx="58680" cy="247320"/>
              </p14:xfrm>
            </p:contentPart>
          </mc:Choice>
          <mc:Fallback>
            <p:pic>
              <p:nvPicPr>
                <p:cNvPr id="70" name="Ink 69">
                  <a:extLst>
                    <a:ext uri="{FF2B5EF4-FFF2-40B4-BE49-F238E27FC236}">
                      <a16:creationId xmlns:a16="http://schemas.microsoft.com/office/drawing/2014/main" id="{7F23BC30-7C65-6E69-5F4E-6336B0873436}"/>
                    </a:ext>
                  </a:extLst>
                </p:cNvPr>
                <p:cNvPicPr/>
                <p:nvPr/>
              </p:nvPicPr>
              <p:blipFill>
                <a:blip r:embed="rId122"/>
                <a:stretch>
                  <a:fillRect/>
                </a:stretch>
              </p:blipFill>
              <p:spPr>
                <a:xfrm>
                  <a:off x="9239864" y="2427762"/>
                  <a:ext cx="76320" cy="26496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1" name="Ink 70">
                  <a:extLst>
                    <a:ext uri="{FF2B5EF4-FFF2-40B4-BE49-F238E27FC236}">
                      <a16:creationId xmlns:a16="http://schemas.microsoft.com/office/drawing/2014/main" id="{6FF82CCA-7576-C666-492F-D8C3CFB740C9}"/>
                    </a:ext>
                  </a:extLst>
                </p14:cNvPr>
                <p14:cNvContentPartPr/>
                <p14:nvPr/>
              </p14:nvContentPartPr>
              <p14:xfrm>
                <a:off x="9298184" y="2445042"/>
                <a:ext cx="304200" cy="305640"/>
              </p14:xfrm>
            </p:contentPart>
          </mc:Choice>
          <mc:Fallback>
            <p:pic>
              <p:nvPicPr>
                <p:cNvPr id="71" name="Ink 70">
                  <a:extLst>
                    <a:ext uri="{FF2B5EF4-FFF2-40B4-BE49-F238E27FC236}">
                      <a16:creationId xmlns:a16="http://schemas.microsoft.com/office/drawing/2014/main" id="{6FF82CCA-7576-C666-492F-D8C3CFB740C9}"/>
                    </a:ext>
                  </a:extLst>
                </p:cNvPr>
                <p:cNvPicPr/>
                <p:nvPr/>
              </p:nvPicPr>
              <p:blipFill>
                <a:blip r:embed="rId124"/>
                <a:stretch>
                  <a:fillRect/>
                </a:stretch>
              </p:blipFill>
              <p:spPr>
                <a:xfrm>
                  <a:off x="9289544" y="2436402"/>
                  <a:ext cx="321840" cy="3232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4" name="Ink 73">
                  <a:extLst>
                    <a:ext uri="{FF2B5EF4-FFF2-40B4-BE49-F238E27FC236}">
                      <a16:creationId xmlns:a16="http://schemas.microsoft.com/office/drawing/2014/main" id="{73D0B654-D72C-CEB2-8181-7E8BAA29D02F}"/>
                    </a:ext>
                  </a:extLst>
                </p14:cNvPr>
                <p14:cNvContentPartPr/>
                <p14:nvPr/>
              </p14:nvContentPartPr>
              <p14:xfrm>
                <a:off x="9788504" y="1888482"/>
                <a:ext cx="140400" cy="234360"/>
              </p14:xfrm>
            </p:contentPart>
          </mc:Choice>
          <mc:Fallback>
            <p:pic>
              <p:nvPicPr>
                <p:cNvPr id="74" name="Ink 73">
                  <a:extLst>
                    <a:ext uri="{FF2B5EF4-FFF2-40B4-BE49-F238E27FC236}">
                      <a16:creationId xmlns:a16="http://schemas.microsoft.com/office/drawing/2014/main" id="{73D0B654-D72C-CEB2-8181-7E8BAA29D02F}"/>
                    </a:ext>
                  </a:extLst>
                </p:cNvPr>
                <p:cNvPicPr/>
                <p:nvPr/>
              </p:nvPicPr>
              <p:blipFill>
                <a:blip r:embed="rId126"/>
                <a:stretch>
                  <a:fillRect/>
                </a:stretch>
              </p:blipFill>
              <p:spPr>
                <a:xfrm>
                  <a:off x="9779864" y="1879482"/>
                  <a:ext cx="15804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75" name="Ink 74">
                  <a:extLst>
                    <a:ext uri="{FF2B5EF4-FFF2-40B4-BE49-F238E27FC236}">
                      <a16:creationId xmlns:a16="http://schemas.microsoft.com/office/drawing/2014/main" id="{7D4B2F81-9AB2-3200-DF2C-889C9977EC57}"/>
                    </a:ext>
                  </a:extLst>
                </p14:cNvPr>
                <p14:cNvContentPartPr/>
                <p14:nvPr/>
              </p14:nvContentPartPr>
              <p14:xfrm>
                <a:off x="9978584" y="1973442"/>
                <a:ext cx="41760" cy="160920"/>
              </p14:xfrm>
            </p:contentPart>
          </mc:Choice>
          <mc:Fallback>
            <p:pic>
              <p:nvPicPr>
                <p:cNvPr id="75" name="Ink 74">
                  <a:extLst>
                    <a:ext uri="{FF2B5EF4-FFF2-40B4-BE49-F238E27FC236}">
                      <a16:creationId xmlns:a16="http://schemas.microsoft.com/office/drawing/2014/main" id="{7D4B2F81-9AB2-3200-DF2C-889C9977EC57}"/>
                    </a:ext>
                  </a:extLst>
                </p:cNvPr>
                <p:cNvPicPr/>
                <p:nvPr/>
              </p:nvPicPr>
              <p:blipFill>
                <a:blip r:embed="rId128"/>
                <a:stretch>
                  <a:fillRect/>
                </a:stretch>
              </p:blipFill>
              <p:spPr>
                <a:xfrm>
                  <a:off x="9969584" y="1964802"/>
                  <a:ext cx="59400" cy="17856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6" name="Ink 75">
                  <a:extLst>
                    <a:ext uri="{FF2B5EF4-FFF2-40B4-BE49-F238E27FC236}">
                      <a16:creationId xmlns:a16="http://schemas.microsoft.com/office/drawing/2014/main" id="{37840154-C8C5-8796-7651-7A04FF68BE30}"/>
                    </a:ext>
                  </a:extLst>
                </p14:cNvPr>
                <p14:cNvContentPartPr/>
                <p14:nvPr/>
              </p14:nvContentPartPr>
              <p14:xfrm>
                <a:off x="10052024" y="1861482"/>
                <a:ext cx="13320" cy="20520"/>
              </p14:xfrm>
            </p:contentPart>
          </mc:Choice>
          <mc:Fallback>
            <p:pic>
              <p:nvPicPr>
                <p:cNvPr id="76" name="Ink 75">
                  <a:extLst>
                    <a:ext uri="{FF2B5EF4-FFF2-40B4-BE49-F238E27FC236}">
                      <a16:creationId xmlns:a16="http://schemas.microsoft.com/office/drawing/2014/main" id="{37840154-C8C5-8796-7651-7A04FF68BE30}"/>
                    </a:ext>
                  </a:extLst>
                </p:cNvPr>
                <p:cNvPicPr/>
                <p:nvPr/>
              </p:nvPicPr>
              <p:blipFill>
                <a:blip r:embed="rId130"/>
                <a:stretch>
                  <a:fillRect/>
                </a:stretch>
              </p:blipFill>
              <p:spPr>
                <a:xfrm>
                  <a:off x="10043384" y="1852482"/>
                  <a:ext cx="3096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7" name="Ink 76">
                  <a:extLst>
                    <a:ext uri="{FF2B5EF4-FFF2-40B4-BE49-F238E27FC236}">
                      <a16:creationId xmlns:a16="http://schemas.microsoft.com/office/drawing/2014/main" id="{8F41A5D3-AB9A-34B2-E232-7D260A3736CD}"/>
                    </a:ext>
                  </a:extLst>
                </p14:cNvPr>
                <p14:cNvContentPartPr/>
                <p14:nvPr/>
              </p14:nvContentPartPr>
              <p14:xfrm>
                <a:off x="10098104" y="1911882"/>
                <a:ext cx="196560" cy="190080"/>
              </p14:xfrm>
            </p:contentPart>
          </mc:Choice>
          <mc:Fallback>
            <p:pic>
              <p:nvPicPr>
                <p:cNvPr id="77" name="Ink 76">
                  <a:extLst>
                    <a:ext uri="{FF2B5EF4-FFF2-40B4-BE49-F238E27FC236}">
                      <a16:creationId xmlns:a16="http://schemas.microsoft.com/office/drawing/2014/main" id="{8F41A5D3-AB9A-34B2-E232-7D260A3736CD}"/>
                    </a:ext>
                  </a:extLst>
                </p:cNvPr>
                <p:cNvPicPr/>
                <p:nvPr/>
              </p:nvPicPr>
              <p:blipFill>
                <a:blip r:embed="rId132"/>
                <a:stretch>
                  <a:fillRect/>
                </a:stretch>
              </p:blipFill>
              <p:spPr>
                <a:xfrm>
                  <a:off x="10089104" y="1903242"/>
                  <a:ext cx="214200" cy="20772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8" name="Ink 77">
                  <a:extLst>
                    <a:ext uri="{FF2B5EF4-FFF2-40B4-BE49-F238E27FC236}">
                      <a16:creationId xmlns:a16="http://schemas.microsoft.com/office/drawing/2014/main" id="{DF4ECB9A-C2C4-6A4A-8CEA-E5C0C6B76E07}"/>
                    </a:ext>
                  </a:extLst>
                </p14:cNvPr>
                <p14:cNvContentPartPr/>
                <p14:nvPr/>
              </p14:nvContentPartPr>
              <p14:xfrm>
                <a:off x="10257224" y="1855362"/>
                <a:ext cx="26640" cy="297000"/>
              </p14:xfrm>
            </p:contentPart>
          </mc:Choice>
          <mc:Fallback>
            <p:pic>
              <p:nvPicPr>
                <p:cNvPr id="78" name="Ink 77">
                  <a:extLst>
                    <a:ext uri="{FF2B5EF4-FFF2-40B4-BE49-F238E27FC236}">
                      <a16:creationId xmlns:a16="http://schemas.microsoft.com/office/drawing/2014/main" id="{DF4ECB9A-C2C4-6A4A-8CEA-E5C0C6B76E07}"/>
                    </a:ext>
                  </a:extLst>
                </p:cNvPr>
                <p:cNvPicPr/>
                <p:nvPr/>
              </p:nvPicPr>
              <p:blipFill>
                <a:blip r:embed="rId134"/>
                <a:stretch>
                  <a:fillRect/>
                </a:stretch>
              </p:blipFill>
              <p:spPr>
                <a:xfrm>
                  <a:off x="10248584" y="1846362"/>
                  <a:ext cx="44280" cy="3146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9" name="Ink 78">
                  <a:extLst>
                    <a:ext uri="{FF2B5EF4-FFF2-40B4-BE49-F238E27FC236}">
                      <a16:creationId xmlns:a16="http://schemas.microsoft.com/office/drawing/2014/main" id="{B3301136-3415-9767-F929-64FE64902155}"/>
                    </a:ext>
                  </a:extLst>
                </p14:cNvPr>
                <p14:cNvContentPartPr/>
                <p14:nvPr/>
              </p14:nvContentPartPr>
              <p14:xfrm>
                <a:off x="10357664" y="1941762"/>
                <a:ext cx="334080" cy="167400"/>
              </p14:xfrm>
            </p:contentPart>
          </mc:Choice>
          <mc:Fallback>
            <p:pic>
              <p:nvPicPr>
                <p:cNvPr id="79" name="Ink 78">
                  <a:extLst>
                    <a:ext uri="{FF2B5EF4-FFF2-40B4-BE49-F238E27FC236}">
                      <a16:creationId xmlns:a16="http://schemas.microsoft.com/office/drawing/2014/main" id="{B3301136-3415-9767-F929-64FE64902155}"/>
                    </a:ext>
                  </a:extLst>
                </p:cNvPr>
                <p:cNvPicPr/>
                <p:nvPr/>
              </p:nvPicPr>
              <p:blipFill>
                <a:blip r:embed="rId136"/>
                <a:stretch>
                  <a:fillRect/>
                </a:stretch>
              </p:blipFill>
              <p:spPr>
                <a:xfrm>
                  <a:off x="10348664" y="1932762"/>
                  <a:ext cx="35172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0" name="Ink 79">
                  <a:extLst>
                    <a:ext uri="{FF2B5EF4-FFF2-40B4-BE49-F238E27FC236}">
                      <a16:creationId xmlns:a16="http://schemas.microsoft.com/office/drawing/2014/main" id="{27EB880B-B708-0256-15B2-C7BD8A9A0BFD}"/>
                    </a:ext>
                  </a:extLst>
                </p14:cNvPr>
                <p14:cNvContentPartPr/>
                <p14:nvPr/>
              </p14:nvContentPartPr>
              <p14:xfrm>
                <a:off x="10706144" y="1930242"/>
                <a:ext cx="69120" cy="336240"/>
              </p14:xfrm>
            </p:contentPart>
          </mc:Choice>
          <mc:Fallback>
            <p:pic>
              <p:nvPicPr>
                <p:cNvPr id="80" name="Ink 79">
                  <a:extLst>
                    <a:ext uri="{FF2B5EF4-FFF2-40B4-BE49-F238E27FC236}">
                      <a16:creationId xmlns:a16="http://schemas.microsoft.com/office/drawing/2014/main" id="{27EB880B-B708-0256-15B2-C7BD8A9A0BFD}"/>
                    </a:ext>
                  </a:extLst>
                </p:cNvPr>
                <p:cNvPicPr/>
                <p:nvPr/>
              </p:nvPicPr>
              <p:blipFill>
                <a:blip r:embed="rId138"/>
                <a:stretch>
                  <a:fillRect/>
                </a:stretch>
              </p:blipFill>
              <p:spPr>
                <a:xfrm>
                  <a:off x="10697144" y="1921602"/>
                  <a:ext cx="86760" cy="35388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2" name="Ink 81">
                  <a:extLst>
                    <a:ext uri="{FF2B5EF4-FFF2-40B4-BE49-F238E27FC236}">
                      <a16:creationId xmlns:a16="http://schemas.microsoft.com/office/drawing/2014/main" id="{BBC03F70-C62D-DC9B-08AA-BEBC410984D7}"/>
                    </a:ext>
                  </a:extLst>
                </p14:cNvPr>
                <p14:cNvContentPartPr/>
                <p14:nvPr/>
              </p14:nvContentPartPr>
              <p14:xfrm>
                <a:off x="9818384" y="2207442"/>
                <a:ext cx="227160" cy="371880"/>
              </p14:xfrm>
            </p:contentPart>
          </mc:Choice>
          <mc:Fallback>
            <p:pic>
              <p:nvPicPr>
                <p:cNvPr id="82" name="Ink 81">
                  <a:extLst>
                    <a:ext uri="{FF2B5EF4-FFF2-40B4-BE49-F238E27FC236}">
                      <a16:creationId xmlns:a16="http://schemas.microsoft.com/office/drawing/2014/main" id="{BBC03F70-C62D-DC9B-08AA-BEBC410984D7}"/>
                    </a:ext>
                  </a:extLst>
                </p:cNvPr>
                <p:cNvPicPr/>
                <p:nvPr/>
              </p:nvPicPr>
              <p:blipFill>
                <a:blip r:embed="rId140"/>
                <a:stretch>
                  <a:fillRect/>
                </a:stretch>
              </p:blipFill>
              <p:spPr>
                <a:xfrm>
                  <a:off x="9809744" y="2198442"/>
                  <a:ext cx="244800" cy="38952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84" name="Ink 83">
                  <a:extLst>
                    <a:ext uri="{FF2B5EF4-FFF2-40B4-BE49-F238E27FC236}">
                      <a16:creationId xmlns:a16="http://schemas.microsoft.com/office/drawing/2014/main" id="{0B17E2C3-CD21-A61E-F420-3C520ADD0C82}"/>
                    </a:ext>
                  </a:extLst>
                </p14:cNvPr>
                <p14:cNvContentPartPr/>
                <p14:nvPr/>
              </p14:nvContentPartPr>
              <p14:xfrm>
                <a:off x="10303664" y="2252802"/>
                <a:ext cx="378720" cy="325080"/>
              </p14:xfrm>
            </p:contentPart>
          </mc:Choice>
          <mc:Fallback>
            <p:pic>
              <p:nvPicPr>
                <p:cNvPr id="84" name="Ink 83">
                  <a:extLst>
                    <a:ext uri="{FF2B5EF4-FFF2-40B4-BE49-F238E27FC236}">
                      <a16:creationId xmlns:a16="http://schemas.microsoft.com/office/drawing/2014/main" id="{0B17E2C3-CD21-A61E-F420-3C520ADD0C82}"/>
                    </a:ext>
                  </a:extLst>
                </p:cNvPr>
                <p:cNvPicPr/>
                <p:nvPr/>
              </p:nvPicPr>
              <p:blipFill>
                <a:blip r:embed="rId142"/>
                <a:stretch>
                  <a:fillRect/>
                </a:stretch>
              </p:blipFill>
              <p:spPr>
                <a:xfrm>
                  <a:off x="10294664" y="2243802"/>
                  <a:ext cx="396360" cy="3427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6" name="Ink 85">
                  <a:extLst>
                    <a:ext uri="{FF2B5EF4-FFF2-40B4-BE49-F238E27FC236}">
                      <a16:creationId xmlns:a16="http://schemas.microsoft.com/office/drawing/2014/main" id="{AA175106-8F2B-9470-2D19-741F7A15165B}"/>
                    </a:ext>
                  </a:extLst>
                </p14:cNvPr>
                <p14:cNvContentPartPr/>
                <p14:nvPr/>
              </p14:nvContentPartPr>
              <p14:xfrm>
                <a:off x="9851504" y="2643402"/>
                <a:ext cx="163440" cy="105480"/>
              </p14:xfrm>
            </p:contentPart>
          </mc:Choice>
          <mc:Fallback>
            <p:pic>
              <p:nvPicPr>
                <p:cNvPr id="86" name="Ink 85">
                  <a:extLst>
                    <a:ext uri="{FF2B5EF4-FFF2-40B4-BE49-F238E27FC236}">
                      <a16:creationId xmlns:a16="http://schemas.microsoft.com/office/drawing/2014/main" id="{AA175106-8F2B-9470-2D19-741F7A15165B}"/>
                    </a:ext>
                  </a:extLst>
                </p:cNvPr>
                <p:cNvPicPr/>
                <p:nvPr/>
              </p:nvPicPr>
              <p:blipFill>
                <a:blip r:embed="rId144"/>
                <a:stretch>
                  <a:fillRect/>
                </a:stretch>
              </p:blipFill>
              <p:spPr>
                <a:xfrm>
                  <a:off x="9842864" y="2634762"/>
                  <a:ext cx="181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7" name="Ink 86">
                  <a:extLst>
                    <a:ext uri="{FF2B5EF4-FFF2-40B4-BE49-F238E27FC236}">
                      <a16:creationId xmlns:a16="http://schemas.microsoft.com/office/drawing/2014/main" id="{34A7694D-FC60-4962-7565-0220728C78C3}"/>
                    </a:ext>
                  </a:extLst>
                </p14:cNvPr>
                <p14:cNvContentPartPr/>
                <p14:nvPr/>
              </p14:nvContentPartPr>
              <p14:xfrm>
                <a:off x="10375304" y="2683722"/>
                <a:ext cx="93600" cy="107280"/>
              </p14:xfrm>
            </p:contentPart>
          </mc:Choice>
          <mc:Fallback>
            <p:pic>
              <p:nvPicPr>
                <p:cNvPr id="87" name="Ink 86">
                  <a:extLst>
                    <a:ext uri="{FF2B5EF4-FFF2-40B4-BE49-F238E27FC236}">
                      <a16:creationId xmlns:a16="http://schemas.microsoft.com/office/drawing/2014/main" id="{34A7694D-FC60-4962-7565-0220728C78C3}"/>
                    </a:ext>
                  </a:extLst>
                </p:cNvPr>
                <p:cNvPicPr/>
                <p:nvPr/>
              </p:nvPicPr>
              <p:blipFill>
                <a:blip r:embed="rId146"/>
                <a:stretch>
                  <a:fillRect/>
                </a:stretch>
              </p:blipFill>
              <p:spPr>
                <a:xfrm>
                  <a:off x="10366304" y="2674722"/>
                  <a:ext cx="111240" cy="124920"/>
                </a:xfrm>
                <a:prstGeom prst="rect">
                  <a:avLst/>
                </a:prstGeom>
              </p:spPr>
            </p:pic>
          </mc:Fallback>
        </mc:AlternateContent>
      </p:grpSp>
      <p:grpSp>
        <p:nvGrpSpPr>
          <p:cNvPr id="96" name="Group 95">
            <a:extLst>
              <a:ext uri="{FF2B5EF4-FFF2-40B4-BE49-F238E27FC236}">
                <a16:creationId xmlns:a16="http://schemas.microsoft.com/office/drawing/2014/main" id="{73C52AD5-B4E8-9AF8-4B72-FE9FFC2C17F1}"/>
              </a:ext>
            </a:extLst>
          </p:cNvPr>
          <p:cNvGrpSpPr/>
          <p:nvPr/>
        </p:nvGrpSpPr>
        <p:grpSpPr>
          <a:xfrm>
            <a:off x="2913584" y="4796562"/>
            <a:ext cx="2468880" cy="1215000"/>
            <a:chOff x="2913584" y="4796562"/>
            <a:chExt cx="2468880" cy="1215000"/>
          </a:xfrm>
        </p:grpSpPr>
        <mc:AlternateContent xmlns:mc="http://schemas.openxmlformats.org/markup-compatibility/2006">
          <mc:Choice xmlns:p14="http://schemas.microsoft.com/office/powerpoint/2010/main" Requires="p14">
            <p:contentPart p14:bwMode="auto" r:id="rId147">
              <p14:nvContentPartPr>
                <p14:cNvPr id="89" name="Ink 88">
                  <a:extLst>
                    <a:ext uri="{FF2B5EF4-FFF2-40B4-BE49-F238E27FC236}">
                      <a16:creationId xmlns:a16="http://schemas.microsoft.com/office/drawing/2014/main" id="{6379D4D1-DCD2-21D2-EB4C-0B5F5DE25FA5}"/>
                    </a:ext>
                  </a:extLst>
                </p14:cNvPr>
                <p14:cNvContentPartPr/>
                <p14:nvPr/>
              </p14:nvContentPartPr>
              <p14:xfrm>
                <a:off x="2913584" y="5123802"/>
                <a:ext cx="791280" cy="887760"/>
              </p14:xfrm>
            </p:contentPart>
          </mc:Choice>
          <mc:Fallback>
            <p:pic>
              <p:nvPicPr>
                <p:cNvPr id="89" name="Ink 88">
                  <a:extLst>
                    <a:ext uri="{FF2B5EF4-FFF2-40B4-BE49-F238E27FC236}">
                      <a16:creationId xmlns:a16="http://schemas.microsoft.com/office/drawing/2014/main" id="{6379D4D1-DCD2-21D2-EB4C-0B5F5DE25FA5}"/>
                    </a:ext>
                  </a:extLst>
                </p:cNvPr>
                <p:cNvPicPr/>
                <p:nvPr/>
              </p:nvPicPr>
              <p:blipFill>
                <a:blip r:embed="rId148"/>
                <a:stretch>
                  <a:fillRect/>
                </a:stretch>
              </p:blipFill>
              <p:spPr>
                <a:xfrm>
                  <a:off x="2904584" y="5114802"/>
                  <a:ext cx="808920" cy="9054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90" name="Ink 89">
                  <a:extLst>
                    <a:ext uri="{FF2B5EF4-FFF2-40B4-BE49-F238E27FC236}">
                      <a16:creationId xmlns:a16="http://schemas.microsoft.com/office/drawing/2014/main" id="{267B161E-F0A0-10AF-BECB-9E604C7AFF00}"/>
                    </a:ext>
                  </a:extLst>
                </p14:cNvPr>
                <p14:cNvContentPartPr/>
                <p14:nvPr/>
              </p14:nvContentPartPr>
              <p14:xfrm>
                <a:off x="3657344" y="5055402"/>
                <a:ext cx="1578960" cy="47160"/>
              </p14:xfrm>
            </p:contentPart>
          </mc:Choice>
          <mc:Fallback>
            <p:pic>
              <p:nvPicPr>
                <p:cNvPr id="90" name="Ink 89">
                  <a:extLst>
                    <a:ext uri="{FF2B5EF4-FFF2-40B4-BE49-F238E27FC236}">
                      <a16:creationId xmlns:a16="http://schemas.microsoft.com/office/drawing/2014/main" id="{267B161E-F0A0-10AF-BECB-9E604C7AFF00}"/>
                    </a:ext>
                  </a:extLst>
                </p:cNvPr>
                <p:cNvPicPr/>
                <p:nvPr/>
              </p:nvPicPr>
              <p:blipFill>
                <a:blip r:embed="rId150"/>
                <a:stretch>
                  <a:fillRect/>
                </a:stretch>
              </p:blipFill>
              <p:spPr>
                <a:xfrm>
                  <a:off x="3648704" y="5046402"/>
                  <a:ext cx="15966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1" name="Ink 90">
                  <a:extLst>
                    <a:ext uri="{FF2B5EF4-FFF2-40B4-BE49-F238E27FC236}">
                      <a16:creationId xmlns:a16="http://schemas.microsoft.com/office/drawing/2014/main" id="{E5DB09E1-189E-B376-AC6F-17D7B401E01B}"/>
                    </a:ext>
                  </a:extLst>
                </p14:cNvPr>
                <p14:cNvContentPartPr/>
                <p14:nvPr/>
              </p14:nvContentPartPr>
              <p14:xfrm>
                <a:off x="5188064" y="4796562"/>
                <a:ext cx="194400" cy="253080"/>
              </p14:xfrm>
            </p:contentPart>
          </mc:Choice>
          <mc:Fallback>
            <p:pic>
              <p:nvPicPr>
                <p:cNvPr id="91" name="Ink 90">
                  <a:extLst>
                    <a:ext uri="{FF2B5EF4-FFF2-40B4-BE49-F238E27FC236}">
                      <a16:creationId xmlns:a16="http://schemas.microsoft.com/office/drawing/2014/main" id="{E5DB09E1-189E-B376-AC6F-17D7B401E01B}"/>
                    </a:ext>
                  </a:extLst>
                </p:cNvPr>
                <p:cNvPicPr/>
                <p:nvPr/>
              </p:nvPicPr>
              <p:blipFill>
                <a:blip r:embed="rId152"/>
                <a:stretch>
                  <a:fillRect/>
                </a:stretch>
              </p:blipFill>
              <p:spPr>
                <a:xfrm>
                  <a:off x="5179424" y="4787562"/>
                  <a:ext cx="21204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2" name="Ink 91">
                  <a:extLst>
                    <a:ext uri="{FF2B5EF4-FFF2-40B4-BE49-F238E27FC236}">
                      <a16:creationId xmlns:a16="http://schemas.microsoft.com/office/drawing/2014/main" id="{DCF506B3-9772-FDDB-ECD5-0D5717150A78}"/>
                    </a:ext>
                  </a:extLst>
                </p14:cNvPr>
                <p14:cNvContentPartPr/>
                <p14:nvPr/>
              </p14:nvContentPartPr>
              <p14:xfrm>
                <a:off x="5366984" y="4927962"/>
                <a:ext cx="360" cy="40320"/>
              </p14:xfrm>
            </p:contentPart>
          </mc:Choice>
          <mc:Fallback>
            <p:pic>
              <p:nvPicPr>
                <p:cNvPr id="92" name="Ink 91">
                  <a:extLst>
                    <a:ext uri="{FF2B5EF4-FFF2-40B4-BE49-F238E27FC236}">
                      <a16:creationId xmlns:a16="http://schemas.microsoft.com/office/drawing/2014/main" id="{DCF506B3-9772-FDDB-ECD5-0D5717150A78}"/>
                    </a:ext>
                  </a:extLst>
                </p:cNvPr>
                <p:cNvPicPr/>
                <p:nvPr/>
              </p:nvPicPr>
              <p:blipFill>
                <a:blip r:embed="rId154"/>
                <a:stretch>
                  <a:fillRect/>
                </a:stretch>
              </p:blipFill>
              <p:spPr>
                <a:xfrm>
                  <a:off x="5358344" y="4919322"/>
                  <a:ext cx="18000" cy="579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55">
            <p14:nvContentPartPr>
              <p14:cNvPr id="94" name="Ink 93">
                <a:extLst>
                  <a:ext uri="{FF2B5EF4-FFF2-40B4-BE49-F238E27FC236}">
                    <a16:creationId xmlns:a16="http://schemas.microsoft.com/office/drawing/2014/main" id="{DDE3A1D0-336C-2E55-B2EC-1FDC256F3B09}"/>
                  </a:ext>
                </a:extLst>
              </p14:cNvPr>
              <p14:cNvContentPartPr/>
              <p14:nvPr/>
            </p14:nvContentPartPr>
            <p14:xfrm>
              <a:off x="5386784" y="5069082"/>
              <a:ext cx="2666160" cy="720"/>
            </p14:xfrm>
          </p:contentPart>
        </mc:Choice>
        <mc:Fallback>
          <p:pic>
            <p:nvPicPr>
              <p:cNvPr id="94" name="Ink 93">
                <a:extLst>
                  <a:ext uri="{FF2B5EF4-FFF2-40B4-BE49-F238E27FC236}">
                    <a16:creationId xmlns:a16="http://schemas.microsoft.com/office/drawing/2014/main" id="{DDE3A1D0-336C-2E55-B2EC-1FDC256F3B09}"/>
                  </a:ext>
                </a:extLst>
              </p:cNvPr>
              <p:cNvPicPr/>
              <p:nvPr/>
            </p:nvPicPr>
            <p:blipFill>
              <a:blip r:embed="rId156"/>
              <a:stretch>
                <a:fillRect/>
              </a:stretch>
            </p:blipFill>
            <p:spPr>
              <a:xfrm>
                <a:off x="5377784" y="5051082"/>
                <a:ext cx="26838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95" name="Ink 94">
                <a:extLst>
                  <a:ext uri="{FF2B5EF4-FFF2-40B4-BE49-F238E27FC236}">
                    <a16:creationId xmlns:a16="http://schemas.microsoft.com/office/drawing/2014/main" id="{A32D8D35-035E-11B2-B9D2-2BB60244CC66}"/>
                  </a:ext>
                </a:extLst>
              </p14:cNvPr>
              <p14:cNvContentPartPr/>
              <p14:nvPr/>
            </p14:nvContentPartPr>
            <p14:xfrm>
              <a:off x="8113784" y="5079522"/>
              <a:ext cx="876960" cy="734040"/>
            </p14:xfrm>
          </p:contentPart>
        </mc:Choice>
        <mc:Fallback>
          <p:pic>
            <p:nvPicPr>
              <p:cNvPr id="95" name="Ink 94">
                <a:extLst>
                  <a:ext uri="{FF2B5EF4-FFF2-40B4-BE49-F238E27FC236}">
                    <a16:creationId xmlns:a16="http://schemas.microsoft.com/office/drawing/2014/main" id="{A32D8D35-035E-11B2-B9D2-2BB60244CC66}"/>
                  </a:ext>
                </a:extLst>
              </p:cNvPr>
              <p:cNvPicPr/>
              <p:nvPr/>
            </p:nvPicPr>
            <p:blipFill>
              <a:blip r:embed="rId158"/>
              <a:stretch>
                <a:fillRect/>
              </a:stretch>
            </p:blipFill>
            <p:spPr>
              <a:xfrm>
                <a:off x="8105144" y="5070522"/>
                <a:ext cx="894600" cy="751680"/>
              </a:xfrm>
              <a:prstGeom prst="rect">
                <a:avLst/>
              </a:prstGeom>
            </p:spPr>
          </p:pic>
        </mc:Fallback>
      </mc:AlternateContent>
      <p:grpSp>
        <p:nvGrpSpPr>
          <p:cNvPr id="121" name="Group 120">
            <a:extLst>
              <a:ext uri="{FF2B5EF4-FFF2-40B4-BE49-F238E27FC236}">
                <a16:creationId xmlns:a16="http://schemas.microsoft.com/office/drawing/2014/main" id="{6E3A4375-F770-6A24-475C-D26AA5C780AB}"/>
              </a:ext>
            </a:extLst>
          </p:cNvPr>
          <p:cNvGrpSpPr/>
          <p:nvPr/>
        </p:nvGrpSpPr>
        <p:grpSpPr>
          <a:xfrm>
            <a:off x="4253144" y="5591802"/>
            <a:ext cx="3375000" cy="1101960"/>
            <a:chOff x="4253144" y="5591802"/>
            <a:chExt cx="3375000" cy="1101960"/>
          </a:xfrm>
        </p:grpSpPr>
        <mc:AlternateContent xmlns:mc="http://schemas.openxmlformats.org/markup-compatibility/2006">
          <mc:Choice xmlns:p14="http://schemas.microsoft.com/office/powerpoint/2010/main" Requires="p14">
            <p:contentPart p14:bwMode="auto" r:id="rId159">
              <p14:nvContentPartPr>
                <p14:cNvPr id="97" name="Ink 96">
                  <a:extLst>
                    <a:ext uri="{FF2B5EF4-FFF2-40B4-BE49-F238E27FC236}">
                      <a16:creationId xmlns:a16="http://schemas.microsoft.com/office/drawing/2014/main" id="{78C865D7-DFA1-B70B-5DE0-4D7350D5EF81}"/>
                    </a:ext>
                  </a:extLst>
                </p14:cNvPr>
                <p14:cNvContentPartPr/>
                <p14:nvPr/>
              </p14:nvContentPartPr>
              <p14:xfrm>
                <a:off x="4253144" y="5591802"/>
                <a:ext cx="3375000" cy="1101960"/>
              </p14:xfrm>
            </p:contentPart>
          </mc:Choice>
          <mc:Fallback>
            <p:pic>
              <p:nvPicPr>
                <p:cNvPr id="97" name="Ink 96">
                  <a:extLst>
                    <a:ext uri="{FF2B5EF4-FFF2-40B4-BE49-F238E27FC236}">
                      <a16:creationId xmlns:a16="http://schemas.microsoft.com/office/drawing/2014/main" id="{78C865D7-DFA1-B70B-5DE0-4D7350D5EF81}"/>
                    </a:ext>
                  </a:extLst>
                </p:cNvPr>
                <p:cNvPicPr/>
                <p:nvPr/>
              </p:nvPicPr>
              <p:blipFill>
                <a:blip r:embed="rId160"/>
                <a:stretch>
                  <a:fillRect/>
                </a:stretch>
              </p:blipFill>
              <p:spPr>
                <a:xfrm>
                  <a:off x="4244144" y="5583162"/>
                  <a:ext cx="3392640" cy="11196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8" name="Ink 97">
                  <a:extLst>
                    <a:ext uri="{FF2B5EF4-FFF2-40B4-BE49-F238E27FC236}">
                      <a16:creationId xmlns:a16="http://schemas.microsoft.com/office/drawing/2014/main" id="{B81628B3-B2AD-198F-9E91-1DE54492F49B}"/>
                    </a:ext>
                  </a:extLst>
                </p14:cNvPr>
                <p14:cNvContentPartPr/>
                <p14:nvPr/>
              </p14:nvContentPartPr>
              <p14:xfrm>
                <a:off x="4640864" y="5816802"/>
                <a:ext cx="1663920" cy="227520"/>
              </p14:xfrm>
            </p:contentPart>
          </mc:Choice>
          <mc:Fallback>
            <p:pic>
              <p:nvPicPr>
                <p:cNvPr id="98" name="Ink 97">
                  <a:extLst>
                    <a:ext uri="{FF2B5EF4-FFF2-40B4-BE49-F238E27FC236}">
                      <a16:creationId xmlns:a16="http://schemas.microsoft.com/office/drawing/2014/main" id="{B81628B3-B2AD-198F-9E91-1DE54492F49B}"/>
                    </a:ext>
                  </a:extLst>
                </p:cNvPr>
                <p:cNvPicPr/>
                <p:nvPr/>
              </p:nvPicPr>
              <p:blipFill>
                <a:blip r:embed="rId162"/>
                <a:stretch>
                  <a:fillRect/>
                </a:stretch>
              </p:blipFill>
              <p:spPr>
                <a:xfrm>
                  <a:off x="4631864" y="5808162"/>
                  <a:ext cx="168156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9" name="Ink 98">
                  <a:extLst>
                    <a:ext uri="{FF2B5EF4-FFF2-40B4-BE49-F238E27FC236}">
                      <a16:creationId xmlns:a16="http://schemas.microsoft.com/office/drawing/2014/main" id="{2F4E00A1-BE6B-C634-AD91-1186D1FF7EDC}"/>
                    </a:ext>
                  </a:extLst>
                </p14:cNvPr>
                <p14:cNvContentPartPr/>
                <p14:nvPr/>
              </p14:nvContentPartPr>
              <p14:xfrm>
                <a:off x="4619984" y="6114162"/>
                <a:ext cx="136080" cy="86040"/>
              </p14:xfrm>
            </p:contentPart>
          </mc:Choice>
          <mc:Fallback>
            <p:pic>
              <p:nvPicPr>
                <p:cNvPr id="99" name="Ink 98">
                  <a:extLst>
                    <a:ext uri="{FF2B5EF4-FFF2-40B4-BE49-F238E27FC236}">
                      <a16:creationId xmlns:a16="http://schemas.microsoft.com/office/drawing/2014/main" id="{2F4E00A1-BE6B-C634-AD91-1186D1FF7EDC}"/>
                    </a:ext>
                  </a:extLst>
                </p:cNvPr>
                <p:cNvPicPr/>
                <p:nvPr/>
              </p:nvPicPr>
              <p:blipFill>
                <a:blip r:embed="rId164"/>
                <a:stretch>
                  <a:fillRect/>
                </a:stretch>
              </p:blipFill>
              <p:spPr>
                <a:xfrm>
                  <a:off x="4611344" y="6105522"/>
                  <a:ext cx="15372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00" name="Ink 99">
                  <a:extLst>
                    <a:ext uri="{FF2B5EF4-FFF2-40B4-BE49-F238E27FC236}">
                      <a16:creationId xmlns:a16="http://schemas.microsoft.com/office/drawing/2014/main" id="{F9239E29-8A9A-F70F-B3A7-A0C8074142DE}"/>
                    </a:ext>
                  </a:extLst>
                </p14:cNvPr>
                <p14:cNvContentPartPr/>
                <p14:nvPr/>
              </p14:nvContentPartPr>
              <p14:xfrm>
                <a:off x="4939664" y="6114882"/>
                <a:ext cx="240480" cy="61200"/>
              </p14:xfrm>
            </p:contentPart>
          </mc:Choice>
          <mc:Fallback>
            <p:pic>
              <p:nvPicPr>
                <p:cNvPr id="100" name="Ink 99">
                  <a:extLst>
                    <a:ext uri="{FF2B5EF4-FFF2-40B4-BE49-F238E27FC236}">
                      <a16:creationId xmlns:a16="http://schemas.microsoft.com/office/drawing/2014/main" id="{F9239E29-8A9A-F70F-B3A7-A0C8074142DE}"/>
                    </a:ext>
                  </a:extLst>
                </p:cNvPr>
                <p:cNvPicPr/>
                <p:nvPr/>
              </p:nvPicPr>
              <p:blipFill>
                <a:blip r:embed="rId166"/>
                <a:stretch>
                  <a:fillRect/>
                </a:stretch>
              </p:blipFill>
              <p:spPr>
                <a:xfrm>
                  <a:off x="4930664" y="6106242"/>
                  <a:ext cx="25812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1" name="Ink 100">
                  <a:extLst>
                    <a:ext uri="{FF2B5EF4-FFF2-40B4-BE49-F238E27FC236}">
                      <a16:creationId xmlns:a16="http://schemas.microsoft.com/office/drawing/2014/main" id="{84B8B0E9-46F4-EEDB-FB49-5F2607EC6353}"/>
                    </a:ext>
                  </a:extLst>
                </p14:cNvPr>
                <p14:cNvContentPartPr/>
                <p14:nvPr/>
              </p14:nvContentPartPr>
              <p14:xfrm>
                <a:off x="5219024" y="6117402"/>
                <a:ext cx="149400" cy="39960"/>
              </p14:xfrm>
            </p:contentPart>
          </mc:Choice>
          <mc:Fallback>
            <p:pic>
              <p:nvPicPr>
                <p:cNvPr id="101" name="Ink 100">
                  <a:extLst>
                    <a:ext uri="{FF2B5EF4-FFF2-40B4-BE49-F238E27FC236}">
                      <a16:creationId xmlns:a16="http://schemas.microsoft.com/office/drawing/2014/main" id="{84B8B0E9-46F4-EEDB-FB49-5F2607EC6353}"/>
                    </a:ext>
                  </a:extLst>
                </p:cNvPr>
                <p:cNvPicPr/>
                <p:nvPr/>
              </p:nvPicPr>
              <p:blipFill>
                <a:blip r:embed="rId168"/>
                <a:stretch>
                  <a:fillRect/>
                </a:stretch>
              </p:blipFill>
              <p:spPr>
                <a:xfrm>
                  <a:off x="5210384" y="6108402"/>
                  <a:ext cx="16704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2" name="Ink 101">
                  <a:extLst>
                    <a:ext uri="{FF2B5EF4-FFF2-40B4-BE49-F238E27FC236}">
                      <a16:creationId xmlns:a16="http://schemas.microsoft.com/office/drawing/2014/main" id="{E20A3503-9B1A-2664-DE9C-D9349354393E}"/>
                    </a:ext>
                  </a:extLst>
                </p14:cNvPr>
                <p14:cNvContentPartPr/>
                <p14:nvPr/>
              </p14:nvContentPartPr>
              <p14:xfrm>
                <a:off x="4567424" y="6321882"/>
                <a:ext cx="249480" cy="71640"/>
              </p14:xfrm>
            </p:contentPart>
          </mc:Choice>
          <mc:Fallback>
            <p:pic>
              <p:nvPicPr>
                <p:cNvPr id="102" name="Ink 101">
                  <a:extLst>
                    <a:ext uri="{FF2B5EF4-FFF2-40B4-BE49-F238E27FC236}">
                      <a16:creationId xmlns:a16="http://schemas.microsoft.com/office/drawing/2014/main" id="{E20A3503-9B1A-2664-DE9C-D9349354393E}"/>
                    </a:ext>
                  </a:extLst>
                </p:cNvPr>
                <p:cNvPicPr/>
                <p:nvPr/>
              </p:nvPicPr>
              <p:blipFill>
                <a:blip r:embed="rId170"/>
                <a:stretch>
                  <a:fillRect/>
                </a:stretch>
              </p:blipFill>
              <p:spPr>
                <a:xfrm>
                  <a:off x="4558784" y="6312882"/>
                  <a:ext cx="267120" cy="8928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3" name="Ink 102">
                  <a:extLst>
                    <a:ext uri="{FF2B5EF4-FFF2-40B4-BE49-F238E27FC236}">
                      <a16:creationId xmlns:a16="http://schemas.microsoft.com/office/drawing/2014/main" id="{6974BA04-2442-02D3-72E0-5234742BE4C6}"/>
                    </a:ext>
                  </a:extLst>
                </p14:cNvPr>
                <p14:cNvContentPartPr/>
                <p14:nvPr/>
              </p14:nvContentPartPr>
              <p14:xfrm>
                <a:off x="4864784" y="6321522"/>
                <a:ext cx="273960" cy="77760"/>
              </p14:xfrm>
            </p:contentPart>
          </mc:Choice>
          <mc:Fallback>
            <p:pic>
              <p:nvPicPr>
                <p:cNvPr id="103" name="Ink 102">
                  <a:extLst>
                    <a:ext uri="{FF2B5EF4-FFF2-40B4-BE49-F238E27FC236}">
                      <a16:creationId xmlns:a16="http://schemas.microsoft.com/office/drawing/2014/main" id="{6974BA04-2442-02D3-72E0-5234742BE4C6}"/>
                    </a:ext>
                  </a:extLst>
                </p:cNvPr>
                <p:cNvPicPr/>
                <p:nvPr/>
              </p:nvPicPr>
              <p:blipFill>
                <a:blip r:embed="rId172"/>
                <a:stretch>
                  <a:fillRect/>
                </a:stretch>
              </p:blipFill>
              <p:spPr>
                <a:xfrm>
                  <a:off x="4856144" y="6312522"/>
                  <a:ext cx="291600" cy="9540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4" name="Ink 103">
                  <a:extLst>
                    <a:ext uri="{FF2B5EF4-FFF2-40B4-BE49-F238E27FC236}">
                      <a16:creationId xmlns:a16="http://schemas.microsoft.com/office/drawing/2014/main" id="{102931C9-BAC3-1447-6F46-A2E64BF56471}"/>
                    </a:ext>
                  </a:extLst>
                </p14:cNvPr>
                <p14:cNvContentPartPr/>
                <p14:nvPr/>
              </p14:nvContentPartPr>
              <p14:xfrm>
                <a:off x="5211824" y="6334122"/>
                <a:ext cx="198000" cy="60480"/>
              </p14:xfrm>
            </p:contentPart>
          </mc:Choice>
          <mc:Fallback>
            <p:pic>
              <p:nvPicPr>
                <p:cNvPr id="104" name="Ink 103">
                  <a:extLst>
                    <a:ext uri="{FF2B5EF4-FFF2-40B4-BE49-F238E27FC236}">
                      <a16:creationId xmlns:a16="http://schemas.microsoft.com/office/drawing/2014/main" id="{102931C9-BAC3-1447-6F46-A2E64BF56471}"/>
                    </a:ext>
                  </a:extLst>
                </p:cNvPr>
                <p:cNvPicPr/>
                <p:nvPr/>
              </p:nvPicPr>
              <p:blipFill>
                <a:blip r:embed="rId174"/>
                <a:stretch>
                  <a:fillRect/>
                </a:stretch>
              </p:blipFill>
              <p:spPr>
                <a:xfrm>
                  <a:off x="5203184" y="6325122"/>
                  <a:ext cx="215640" cy="7812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5" name="Ink 104">
                  <a:extLst>
                    <a:ext uri="{FF2B5EF4-FFF2-40B4-BE49-F238E27FC236}">
                      <a16:creationId xmlns:a16="http://schemas.microsoft.com/office/drawing/2014/main" id="{17B90B19-317E-94DF-0835-F80BADCF1619}"/>
                    </a:ext>
                  </a:extLst>
                </p14:cNvPr>
                <p14:cNvContentPartPr/>
                <p14:nvPr/>
              </p14:nvContentPartPr>
              <p14:xfrm>
                <a:off x="4591544" y="6492162"/>
                <a:ext cx="279360" cy="87840"/>
              </p14:xfrm>
            </p:contentPart>
          </mc:Choice>
          <mc:Fallback>
            <p:pic>
              <p:nvPicPr>
                <p:cNvPr id="105" name="Ink 104">
                  <a:extLst>
                    <a:ext uri="{FF2B5EF4-FFF2-40B4-BE49-F238E27FC236}">
                      <a16:creationId xmlns:a16="http://schemas.microsoft.com/office/drawing/2014/main" id="{17B90B19-317E-94DF-0835-F80BADCF1619}"/>
                    </a:ext>
                  </a:extLst>
                </p:cNvPr>
                <p:cNvPicPr/>
                <p:nvPr/>
              </p:nvPicPr>
              <p:blipFill>
                <a:blip r:embed="rId176"/>
                <a:stretch>
                  <a:fillRect/>
                </a:stretch>
              </p:blipFill>
              <p:spPr>
                <a:xfrm>
                  <a:off x="4582904" y="6483162"/>
                  <a:ext cx="29700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6" name="Ink 105">
                  <a:extLst>
                    <a:ext uri="{FF2B5EF4-FFF2-40B4-BE49-F238E27FC236}">
                      <a16:creationId xmlns:a16="http://schemas.microsoft.com/office/drawing/2014/main" id="{D263A2AB-656B-C846-5809-FBD9DA48B52D}"/>
                    </a:ext>
                  </a:extLst>
                </p14:cNvPr>
                <p14:cNvContentPartPr/>
                <p14:nvPr/>
              </p14:nvContentPartPr>
              <p14:xfrm>
                <a:off x="4989344" y="6493242"/>
                <a:ext cx="255240" cy="74160"/>
              </p14:xfrm>
            </p:contentPart>
          </mc:Choice>
          <mc:Fallback>
            <p:pic>
              <p:nvPicPr>
                <p:cNvPr id="106" name="Ink 105">
                  <a:extLst>
                    <a:ext uri="{FF2B5EF4-FFF2-40B4-BE49-F238E27FC236}">
                      <a16:creationId xmlns:a16="http://schemas.microsoft.com/office/drawing/2014/main" id="{D263A2AB-656B-C846-5809-FBD9DA48B52D}"/>
                    </a:ext>
                  </a:extLst>
                </p:cNvPr>
                <p:cNvPicPr/>
                <p:nvPr/>
              </p:nvPicPr>
              <p:blipFill>
                <a:blip r:embed="rId178"/>
                <a:stretch>
                  <a:fillRect/>
                </a:stretch>
              </p:blipFill>
              <p:spPr>
                <a:xfrm>
                  <a:off x="4980704" y="6484242"/>
                  <a:ext cx="27288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7" name="Ink 106">
                  <a:extLst>
                    <a:ext uri="{FF2B5EF4-FFF2-40B4-BE49-F238E27FC236}">
                      <a16:creationId xmlns:a16="http://schemas.microsoft.com/office/drawing/2014/main" id="{EAC7B1A0-7538-FB5D-1D7A-BED33F215716}"/>
                    </a:ext>
                  </a:extLst>
                </p14:cNvPr>
                <p14:cNvContentPartPr/>
                <p14:nvPr/>
              </p14:nvContentPartPr>
              <p14:xfrm>
                <a:off x="5294264" y="6500082"/>
                <a:ext cx="155160" cy="53640"/>
              </p14:xfrm>
            </p:contentPart>
          </mc:Choice>
          <mc:Fallback>
            <p:pic>
              <p:nvPicPr>
                <p:cNvPr id="107" name="Ink 106">
                  <a:extLst>
                    <a:ext uri="{FF2B5EF4-FFF2-40B4-BE49-F238E27FC236}">
                      <a16:creationId xmlns:a16="http://schemas.microsoft.com/office/drawing/2014/main" id="{EAC7B1A0-7538-FB5D-1D7A-BED33F215716}"/>
                    </a:ext>
                  </a:extLst>
                </p:cNvPr>
                <p:cNvPicPr/>
                <p:nvPr/>
              </p:nvPicPr>
              <p:blipFill>
                <a:blip r:embed="rId180"/>
                <a:stretch>
                  <a:fillRect/>
                </a:stretch>
              </p:blipFill>
              <p:spPr>
                <a:xfrm>
                  <a:off x="5285264" y="6491082"/>
                  <a:ext cx="17280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8" name="Ink 107">
                  <a:extLst>
                    <a:ext uri="{FF2B5EF4-FFF2-40B4-BE49-F238E27FC236}">
                      <a16:creationId xmlns:a16="http://schemas.microsoft.com/office/drawing/2014/main" id="{C98E3919-416F-3A5D-BC16-D9EDC3A25AAD}"/>
                    </a:ext>
                  </a:extLst>
                </p14:cNvPr>
                <p14:cNvContentPartPr/>
                <p14:nvPr/>
              </p14:nvContentPartPr>
              <p14:xfrm>
                <a:off x="5638064" y="6266802"/>
                <a:ext cx="241200" cy="166680"/>
              </p14:xfrm>
            </p:contentPart>
          </mc:Choice>
          <mc:Fallback>
            <p:pic>
              <p:nvPicPr>
                <p:cNvPr id="108" name="Ink 107">
                  <a:extLst>
                    <a:ext uri="{FF2B5EF4-FFF2-40B4-BE49-F238E27FC236}">
                      <a16:creationId xmlns:a16="http://schemas.microsoft.com/office/drawing/2014/main" id="{C98E3919-416F-3A5D-BC16-D9EDC3A25AAD}"/>
                    </a:ext>
                  </a:extLst>
                </p:cNvPr>
                <p:cNvPicPr/>
                <p:nvPr/>
              </p:nvPicPr>
              <p:blipFill>
                <a:blip r:embed="rId182"/>
                <a:stretch>
                  <a:fillRect/>
                </a:stretch>
              </p:blipFill>
              <p:spPr>
                <a:xfrm>
                  <a:off x="5629424" y="6257802"/>
                  <a:ext cx="2588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9" name="Ink 108">
                  <a:extLst>
                    <a:ext uri="{FF2B5EF4-FFF2-40B4-BE49-F238E27FC236}">
                      <a16:creationId xmlns:a16="http://schemas.microsoft.com/office/drawing/2014/main" id="{4877CF98-DF8E-7CE4-9275-7C6DF61E294B}"/>
                    </a:ext>
                  </a:extLst>
                </p14:cNvPr>
                <p14:cNvContentPartPr/>
                <p14:nvPr/>
              </p14:nvContentPartPr>
              <p14:xfrm>
                <a:off x="5608904" y="6077442"/>
                <a:ext cx="215280" cy="117360"/>
              </p14:xfrm>
            </p:contentPart>
          </mc:Choice>
          <mc:Fallback>
            <p:pic>
              <p:nvPicPr>
                <p:cNvPr id="109" name="Ink 108">
                  <a:extLst>
                    <a:ext uri="{FF2B5EF4-FFF2-40B4-BE49-F238E27FC236}">
                      <a16:creationId xmlns:a16="http://schemas.microsoft.com/office/drawing/2014/main" id="{4877CF98-DF8E-7CE4-9275-7C6DF61E294B}"/>
                    </a:ext>
                  </a:extLst>
                </p:cNvPr>
                <p:cNvPicPr/>
                <p:nvPr/>
              </p:nvPicPr>
              <p:blipFill>
                <a:blip r:embed="rId184"/>
                <a:stretch>
                  <a:fillRect/>
                </a:stretch>
              </p:blipFill>
              <p:spPr>
                <a:xfrm>
                  <a:off x="5599904" y="6068802"/>
                  <a:ext cx="2329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10" name="Ink 109">
                  <a:extLst>
                    <a:ext uri="{FF2B5EF4-FFF2-40B4-BE49-F238E27FC236}">
                      <a16:creationId xmlns:a16="http://schemas.microsoft.com/office/drawing/2014/main" id="{C19F4CBF-557A-4C9E-7389-EA3E2B87C4B6}"/>
                    </a:ext>
                  </a:extLst>
                </p14:cNvPr>
                <p14:cNvContentPartPr/>
                <p14:nvPr/>
              </p14:nvContentPartPr>
              <p14:xfrm>
                <a:off x="5532944" y="6464442"/>
                <a:ext cx="225000" cy="153720"/>
              </p14:xfrm>
            </p:contentPart>
          </mc:Choice>
          <mc:Fallback>
            <p:pic>
              <p:nvPicPr>
                <p:cNvPr id="110" name="Ink 109">
                  <a:extLst>
                    <a:ext uri="{FF2B5EF4-FFF2-40B4-BE49-F238E27FC236}">
                      <a16:creationId xmlns:a16="http://schemas.microsoft.com/office/drawing/2014/main" id="{C19F4CBF-557A-4C9E-7389-EA3E2B87C4B6}"/>
                    </a:ext>
                  </a:extLst>
                </p:cNvPr>
                <p:cNvPicPr/>
                <p:nvPr/>
              </p:nvPicPr>
              <p:blipFill>
                <a:blip r:embed="rId186"/>
                <a:stretch>
                  <a:fillRect/>
                </a:stretch>
              </p:blipFill>
              <p:spPr>
                <a:xfrm>
                  <a:off x="5524304" y="6455802"/>
                  <a:ext cx="24264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11" name="Ink 110">
                  <a:extLst>
                    <a:ext uri="{FF2B5EF4-FFF2-40B4-BE49-F238E27FC236}">
                      <a16:creationId xmlns:a16="http://schemas.microsoft.com/office/drawing/2014/main" id="{B59B63B7-60CC-7052-761F-0BE45AE6AEAE}"/>
                    </a:ext>
                  </a:extLst>
                </p14:cNvPr>
                <p14:cNvContentPartPr/>
                <p14:nvPr/>
              </p14:nvContentPartPr>
              <p14:xfrm>
                <a:off x="6075464" y="6097242"/>
                <a:ext cx="352800" cy="496080"/>
              </p14:xfrm>
            </p:contentPart>
          </mc:Choice>
          <mc:Fallback>
            <p:pic>
              <p:nvPicPr>
                <p:cNvPr id="111" name="Ink 110">
                  <a:extLst>
                    <a:ext uri="{FF2B5EF4-FFF2-40B4-BE49-F238E27FC236}">
                      <a16:creationId xmlns:a16="http://schemas.microsoft.com/office/drawing/2014/main" id="{B59B63B7-60CC-7052-761F-0BE45AE6AEAE}"/>
                    </a:ext>
                  </a:extLst>
                </p:cNvPr>
                <p:cNvPicPr/>
                <p:nvPr/>
              </p:nvPicPr>
              <p:blipFill>
                <a:blip r:embed="rId188"/>
                <a:stretch>
                  <a:fillRect/>
                </a:stretch>
              </p:blipFill>
              <p:spPr>
                <a:xfrm>
                  <a:off x="6066464" y="6088242"/>
                  <a:ext cx="370440" cy="51372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2" name="Ink 111">
                  <a:extLst>
                    <a:ext uri="{FF2B5EF4-FFF2-40B4-BE49-F238E27FC236}">
                      <a16:creationId xmlns:a16="http://schemas.microsoft.com/office/drawing/2014/main" id="{DDA37442-BD92-065A-3D17-0A82A3B21AB8}"/>
                    </a:ext>
                  </a:extLst>
                </p14:cNvPr>
                <p14:cNvContentPartPr/>
                <p14:nvPr/>
              </p14:nvContentPartPr>
              <p14:xfrm>
                <a:off x="6561464" y="5760282"/>
                <a:ext cx="177840" cy="240840"/>
              </p14:xfrm>
            </p:contentPart>
          </mc:Choice>
          <mc:Fallback>
            <p:pic>
              <p:nvPicPr>
                <p:cNvPr id="112" name="Ink 111">
                  <a:extLst>
                    <a:ext uri="{FF2B5EF4-FFF2-40B4-BE49-F238E27FC236}">
                      <a16:creationId xmlns:a16="http://schemas.microsoft.com/office/drawing/2014/main" id="{DDA37442-BD92-065A-3D17-0A82A3B21AB8}"/>
                    </a:ext>
                  </a:extLst>
                </p:cNvPr>
                <p:cNvPicPr/>
                <p:nvPr/>
              </p:nvPicPr>
              <p:blipFill>
                <a:blip r:embed="rId190"/>
                <a:stretch>
                  <a:fillRect/>
                </a:stretch>
              </p:blipFill>
              <p:spPr>
                <a:xfrm>
                  <a:off x="6552464" y="5751282"/>
                  <a:ext cx="1954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13" name="Ink 112">
                  <a:extLst>
                    <a:ext uri="{FF2B5EF4-FFF2-40B4-BE49-F238E27FC236}">
                      <a16:creationId xmlns:a16="http://schemas.microsoft.com/office/drawing/2014/main" id="{884DD733-0F48-1F40-D7BD-0B644A359AFC}"/>
                    </a:ext>
                  </a:extLst>
                </p14:cNvPr>
                <p14:cNvContentPartPr/>
                <p14:nvPr/>
              </p14:nvContentPartPr>
              <p14:xfrm>
                <a:off x="6588824" y="6100122"/>
                <a:ext cx="164160" cy="205200"/>
              </p14:xfrm>
            </p:contentPart>
          </mc:Choice>
          <mc:Fallback>
            <p:pic>
              <p:nvPicPr>
                <p:cNvPr id="113" name="Ink 112">
                  <a:extLst>
                    <a:ext uri="{FF2B5EF4-FFF2-40B4-BE49-F238E27FC236}">
                      <a16:creationId xmlns:a16="http://schemas.microsoft.com/office/drawing/2014/main" id="{884DD733-0F48-1F40-D7BD-0B644A359AFC}"/>
                    </a:ext>
                  </a:extLst>
                </p:cNvPr>
                <p:cNvPicPr/>
                <p:nvPr/>
              </p:nvPicPr>
              <p:blipFill>
                <a:blip r:embed="rId192"/>
                <a:stretch>
                  <a:fillRect/>
                </a:stretch>
              </p:blipFill>
              <p:spPr>
                <a:xfrm>
                  <a:off x="6580184" y="6091122"/>
                  <a:ext cx="181800" cy="22284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14" name="Ink 113">
                  <a:extLst>
                    <a:ext uri="{FF2B5EF4-FFF2-40B4-BE49-F238E27FC236}">
                      <a16:creationId xmlns:a16="http://schemas.microsoft.com/office/drawing/2014/main" id="{1052A1DE-12B0-480A-7C51-4EC48EECAE08}"/>
                    </a:ext>
                  </a:extLst>
                </p14:cNvPr>
                <p14:cNvContentPartPr/>
                <p14:nvPr/>
              </p14:nvContentPartPr>
              <p14:xfrm>
                <a:off x="6546704" y="6407562"/>
                <a:ext cx="151560" cy="194040"/>
              </p14:xfrm>
            </p:contentPart>
          </mc:Choice>
          <mc:Fallback>
            <p:pic>
              <p:nvPicPr>
                <p:cNvPr id="114" name="Ink 113">
                  <a:extLst>
                    <a:ext uri="{FF2B5EF4-FFF2-40B4-BE49-F238E27FC236}">
                      <a16:creationId xmlns:a16="http://schemas.microsoft.com/office/drawing/2014/main" id="{1052A1DE-12B0-480A-7C51-4EC48EECAE08}"/>
                    </a:ext>
                  </a:extLst>
                </p:cNvPr>
                <p:cNvPicPr/>
                <p:nvPr/>
              </p:nvPicPr>
              <p:blipFill>
                <a:blip r:embed="rId194"/>
                <a:stretch>
                  <a:fillRect/>
                </a:stretch>
              </p:blipFill>
              <p:spPr>
                <a:xfrm>
                  <a:off x="6537704" y="6398562"/>
                  <a:ext cx="1692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15" name="Ink 114">
                  <a:extLst>
                    <a:ext uri="{FF2B5EF4-FFF2-40B4-BE49-F238E27FC236}">
                      <a16:creationId xmlns:a16="http://schemas.microsoft.com/office/drawing/2014/main" id="{6C0560A7-F02D-7B37-3D72-3C6922865954}"/>
                    </a:ext>
                  </a:extLst>
                </p14:cNvPr>
                <p14:cNvContentPartPr/>
                <p14:nvPr/>
              </p14:nvContentPartPr>
              <p14:xfrm>
                <a:off x="6872504" y="6340962"/>
                <a:ext cx="178560" cy="206640"/>
              </p14:xfrm>
            </p:contentPart>
          </mc:Choice>
          <mc:Fallback>
            <p:pic>
              <p:nvPicPr>
                <p:cNvPr id="115" name="Ink 114">
                  <a:extLst>
                    <a:ext uri="{FF2B5EF4-FFF2-40B4-BE49-F238E27FC236}">
                      <a16:creationId xmlns:a16="http://schemas.microsoft.com/office/drawing/2014/main" id="{6C0560A7-F02D-7B37-3D72-3C6922865954}"/>
                    </a:ext>
                  </a:extLst>
                </p:cNvPr>
                <p:cNvPicPr/>
                <p:nvPr/>
              </p:nvPicPr>
              <p:blipFill>
                <a:blip r:embed="rId196"/>
                <a:stretch>
                  <a:fillRect/>
                </a:stretch>
              </p:blipFill>
              <p:spPr>
                <a:xfrm>
                  <a:off x="6863504" y="6331962"/>
                  <a:ext cx="19620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16" name="Ink 115">
                  <a:extLst>
                    <a:ext uri="{FF2B5EF4-FFF2-40B4-BE49-F238E27FC236}">
                      <a16:creationId xmlns:a16="http://schemas.microsoft.com/office/drawing/2014/main" id="{7B8808A0-3A87-856F-7914-92F771B343A8}"/>
                    </a:ext>
                  </a:extLst>
                </p14:cNvPr>
                <p14:cNvContentPartPr/>
                <p14:nvPr/>
              </p14:nvContentPartPr>
              <p14:xfrm>
                <a:off x="6929384" y="5988522"/>
                <a:ext cx="153360" cy="162000"/>
              </p14:xfrm>
            </p:contentPart>
          </mc:Choice>
          <mc:Fallback>
            <p:pic>
              <p:nvPicPr>
                <p:cNvPr id="116" name="Ink 115">
                  <a:extLst>
                    <a:ext uri="{FF2B5EF4-FFF2-40B4-BE49-F238E27FC236}">
                      <a16:creationId xmlns:a16="http://schemas.microsoft.com/office/drawing/2014/main" id="{7B8808A0-3A87-856F-7914-92F771B343A8}"/>
                    </a:ext>
                  </a:extLst>
                </p:cNvPr>
                <p:cNvPicPr/>
                <p:nvPr/>
              </p:nvPicPr>
              <p:blipFill>
                <a:blip r:embed="rId198"/>
                <a:stretch>
                  <a:fillRect/>
                </a:stretch>
              </p:blipFill>
              <p:spPr>
                <a:xfrm>
                  <a:off x="6920384" y="5979522"/>
                  <a:ext cx="17100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17" name="Ink 116">
                  <a:extLst>
                    <a:ext uri="{FF2B5EF4-FFF2-40B4-BE49-F238E27FC236}">
                      <a16:creationId xmlns:a16="http://schemas.microsoft.com/office/drawing/2014/main" id="{9E4D58C1-B959-0E13-1CF3-629130879EF7}"/>
                    </a:ext>
                  </a:extLst>
                </p14:cNvPr>
                <p14:cNvContentPartPr/>
                <p14:nvPr/>
              </p14:nvContentPartPr>
              <p14:xfrm>
                <a:off x="6922544" y="5764602"/>
                <a:ext cx="180720" cy="175680"/>
              </p14:xfrm>
            </p:contentPart>
          </mc:Choice>
          <mc:Fallback>
            <p:pic>
              <p:nvPicPr>
                <p:cNvPr id="117" name="Ink 116">
                  <a:extLst>
                    <a:ext uri="{FF2B5EF4-FFF2-40B4-BE49-F238E27FC236}">
                      <a16:creationId xmlns:a16="http://schemas.microsoft.com/office/drawing/2014/main" id="{9E4D58C1-B959-0E13-1CF3-629130879EF7}"/>
                    </a:ext>
                  </a:extLst>
                </p:cNvPr>
                <p:cNvPicPr/>
                <p:nvPr/>
              </p:nvPicPr>
              <p:blipFill>
                <a:blip r:embed="rId200"/>
                <a:stretch>
                  <a:fillRect/>
                </a:stretch>
              </p:blipFill>
              <p:spPr>
                <a:xfrm>
                  <a:off x="6913904" y="5755602"/>
                  <a:ext cx="1983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18" name="Ink 117">
                  <a:extLst>
                    <a:ext uri="{FF2B5EF4-FFF2-40B4-BE49-F238E27FC236}">
                      <a16:creationId xmlns:a16="http://schemas.microsoft.com/office/drawing/2014/main" id="{08FD53B8-C4DB-DEBA-81E8-8BA1011E8E03}"/>
                    </a:ext>
                  </a:extLst>
                </p14:cNvPr>
                <p14:cNvContentPartPr/>
                <p14:nvPr/>
              </p14:nvContentPartPr>
              <p14:xfrm>
                <a:off x="7293344" y="5779002"/>
                <a:ext cx="140760" cy="170280"/>
              </p14:xfrm>
            </p:contentPart>
          </mc:Choice>
          <mc:Fallback>
            <p:pic>
              <p:nvPicPr>
                <p:cNvPr id="118" name="Ink 117">
                  <a:extLst>
                    <a:ext uri="{FF2B5EF4-FFF2-40B4-BE49-F238E27FC236}">
                      <a16:creationId xmlns:a16="http://schemas.microsoft.com/office/drawing/2014/main" id="{08FD53B8-C4DB-DEBA-81E8-8BA1011E8E03}"/>
                    </a:ext>
                  </a:extLst>
                </p:cNvPr>
                <p:cNvPicPr/>
                <p:nvPr/>
              </p:nvPicPr>
              <p:blipFill>
                <a:blip r:embed="rId202"/>
                <a:stretch>
                  <a:fillRect/>
                </a:stretch>
              </p:blipFill>
              <p:spPr>
                <a:xfrm>
                  <a:off x="7284344" y="5770362"/>
                  <a:ext cx="158400" cy="187920"/>
                </a:xfrm>
                <a:prstGeom prst="rect">
                  <a:avLst/>
                </a:prstGeom>
              </p:spPr>
            </p:pic>
          </mc:Fallback>
        </mc:AlternateContent>
        <mc:AlternateContent xmlns:mc="http://schemas.openxmlformats.org/markup-compatibility/2006">
          <mc:Choice xmlns:p14="http://schemas.microsoft.com/office/powerpoint/2010/main" Requires="p14">
            <p:contentPart p14:bwMode="auto" r:id="rId203">
              <p14:nvContentPartPr>
                <p14:cNvPr id="119" name="Ink 118">
                  <a:extLst>
                    <a:ext uri="{FF2B5EF4-FFF2-40B4-BE49-F238E27FC236}">
                      <a16:creationId xmlns:a16="http://schemas.microsoft.com/office/drawing/2014/main" id="{175CAD18-FD3E-188A-9964-2DA4CABAD977}"/>
                    </a:ext>
                  </a:extLst>
                </p14:cNvPr>
                <p14:cNvContentPartPr/>
                <p14:nvPr/>
              </p14:nvContentPartPr>
              <p14:xfrm>
                <a:off x="7202624" y="6110922"/>
                <a:ext cx="195840" cy="163440"/>
              </p14:xfrm>
            </p:contentPart>
          </mc:Choice>
          <mc:Fallback>
            <p:pic>
              <p:nvPicPr>
                <p:cNvPr id="119" name="Ink 118">
                  <a:extLst>
                    <a:ext uri="{FF2B5EF4-FFF2-40B4-BE49-F238E27FC236}">
                      <a16:creationId xmlns:a16="http://schemas.microsoft.com/office/drawing/2014/main" id="{175CAD18-FD3E-188A-9964-2DA4CABAD977}"/>
                    </a:ext>
                  </a:extLst>
                </p:cNvPr>
                <p:cNvPicPr/>
                <p:nvPr/>
              </p:nvPicPr>
              <p:blipFill>
                <a:blip r:embed="rId204"/>
                <a:stretch>
                  <a:fillRect/>
                </a:stretch>
              </p:blipFill>
              <p:spPr>
                <a:xfrm>
                  <a:off x="7193624" y="6101922"/>
                  <a:ext cx="21348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205">
              <p14:nvContentPartPr>
                <p14:cNvPr id="120" name="Ink 119">
                  <a:extLst>
                    <a:ext uri="{FF2B5EF4-FFF2-40B4-BE49-F238E27FC236}">
                      <a16:creationId xmlns:a16="http://schemas.microsoft.com/office/drawing/2014/main" id="{D514DB80-0439-2D32-15F2-2E7F8ED24935}"/>
                    </a:ext>
                  </a:extLst>
                </p14:cNvPr>
                <p14:cNvContentPartPr/>
                <p14:nvPr/>
              </p14:nvContentPartPr>
              <p14:xfrm>
                <a:off x="7171304" y="6420162"/>
                <a:ext cx="185760" cy="219240"/>
              </p14:xfrm>
            </p:contentPart>
          </mc:Choice>
          <mc:Fallback>
            <p:pic>
              <p:nvPicPr>
                <p:cNvPr id="120" name="Ink 119">
                  <a:extLst>
                    <a:ext uri="{FF2B5EF4-FFF2-40B4-BE49-F238E27FC236}">
                      <a16:creationId xmlns:a16="http://schemas.microsoft.com/office/drawing/2014/main" id="{D514DB80-0439-2D32-15F2-2E7F8ED24935}"/>
                    </a:ext>
                  </a:extLst>
                </p:cNvPr>
                <p:cNvPicPr/>
                <p:nvPr/>
              </p:nvPicPr>
              <p:blipFill>
                <a:blip r:embed="rId206"/>
                <a:stretch>
                  <a:fillRect/>
                </a:stretch>
              </p:blipFill>
              <p:spPr>
                <a:xfrm>
                  <a:off x="7162664" y="6411522"/>
                  <a:ext cx="203400" cy="236880"/>
                </a:xfrm>
                <a:prstGeom prst="rect">
                  <a:avLst/>
                </a:prstGeom>
              </p:spPr>
            </p:pic>
          </mc:Fallback>
        </mc:AlternateContent>
      </p:grpSp>
      <p:grpSp>
        <p:nvGrpSpPr>
          <p:cNvPr id="136" name="Group 135">
            <a:extLst>
              <a:ext uri="{FF2B5EF4-FFF2-40B4-BE49-F238E27FC236}">
                <a16:creationId xmlns:a16="http://schemas.microsoft.com/office/drawing/2014/main" id="{E9868E0B-3C88-89D9-8A12-50249E38E65C}"/>
              </a:ext>
            </a:extLst>
          </p:cNvPr>
          <p:cNvGrpSpPr/>
          <p:nvPr/>
        </p:nvGrpSpPr>
        <p:grpSpPr>
          <a:xfrm>
            <a:off x="2040944" y="3449082"/>
            <a:ext cx="2624400" cy="1524240"/>
            <a:chOff x="2040944" y="3449082"/>
            <a:chExt cx="2624400" cy="1524240"/>
          </a:xfrm>
        </p:grpSpPr>
        <mc:AlternateContent xmlns:mc="http://schemas.openxmlformats.org/markup-compatibility/2006">
          <mc:Choice xmlns:p14="http://schemas.microsoft.com/office/powerpoint/2010/main" Requires="p14">
            <p:contentPart p14:bwMode="auto" r:id="rId207">
              <p14:nvContentPartPr>
                <p14:cNvPr id="122" name="Ink 121">
                  <a:extLst>
                    <a:ext uri="{FF2B5EF4-FFF2-40B4-BE49-F238E27FC236}">
                      <a16:creationId xmlns:a16="http://schemas.microsoft.com/office/drawing/2014/main" id="{EF747422-3BD1-686D-4F0E-3ADAC023F5D0}"/>
                    </a:ext>
                  </a:extLst>
                </p14:cNvPr>
                <p14:cNvContentPartPr/>
                <p14:nvPr/>
              </p14:nvContentPartPr>
              <p14:xfrm>
                <a:off x="2040944" y="3449082"/>
                <a:ext cx="139320" cy="209520"/>
              </p14:xfrm>
            </p:contentPart>
          </mc:Choice>
          <mc:Fallback>
            <p:pic>
              <p:nvPicPr>
                <p:cNvPr id="122" name="Ink 121">
                  <a:extLst>
                    <a:ext uri="{FF2B5EF4-FFF2-40B4-BE49-F238E27FC236}">
                      <a16:creationId xmlns:a16="http://schemas.microsoft.com/office/drawing/2014/main" id="{EF747422-3BD1-686D-4F0E-3ADAC023F5D0}"/>
                    </a:ext>
                  </a:extLst>
                </p:cNvPr>
                <p:cNvPicPr/>
                <p:nvPr/>
              </p:nvPicPr>
              <p:blipFill>
                <a:blip r:embed="rId208"/>
                <a:stretch>
                  <a:fillRect/>
                </a:stretch>
              </p:blipFill>
              <p:spPr>
                <a:xfrm>
                  <a:off x="2032304" y="3440082"/>
                  <a:ext cx="15696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209">
              <p14:nvContentPartPr>
                <p14:cNvPr id="123" name="Ink 122">
                  <a:extLst>
                    <a:ext uri="{FF2B5EF4-FFF2-40B4-BE49-F238E27FC236}">
                      <a16:creationId xmlns:a16="http://schemas.microsoft.com/office/drawing/2014/main" id="{34426D7D-A0FD-4A40-1C57-398E0E20BDFC}"/>
                    </a:ext>
                  </a:extLst>
                </p14:cNvPr>
                <p14:cNvContentPartPr/>
                <p14:nvPr/>
              </p14:nvContentPartPr>
              <p14:xfrm>
                <a:off x="2173064" y="3449442"/>
                <a:ext cx="196560" cy="189360"/>
              </p14:xfrm>
            </p:contentPart>
          </mc:Choice>
          <mc:Fallback>
            <p:pic>
              <p:nvPicPr>
                <p:cNvPr id="123" name="Ink 122">
                  <a:extLst>
                    <a:ext uri="{FF2B5EF4-FFF2-40B4-BE49-F238E27FC236}">
                      <a16:creationId xmlns:a16="http://schemas.microsoft.com/office/drawing/2014/main" id="{34426D7D-A0FD-4A40-1C57-398E0E20BDFC}"/>
                    </a:ext>
                  </a:extLst>
                </p:cNvPr>
                <p:cNvPicPr/>
                <p:nvPr/>
              </p:nvPicPr>
              <p:blipFill>
                <a:blip r:embed="rId210"/>
                <a:stretch>
                  <a:fillRect/>
                </a:stretch>
              </p:blipFill>
              <p:spPr>
                <a:xfrm>
                  <a:off x="2164424" y="3440442"/>
                  <a:ext cx="21420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211">
              <p14:nvContentPartPr>
                <p14:cNvPr id="124" name="Ink 123">
                  <a:extLst>
                    <a:ext uri="{FF2B5EF4-FFF2-40B4-BE49-F238E27FC236}">
                      <a16:creationId xmlns:a16="http://schemas.microsoft.com/office/drawing/2014/main" id="{178FE671-4C18-9D92-274D-CB975514C899}"/>
                    </a:ext>
                  </a:extLst>
                </p14:cNvPr>
                <p14:cNvContentPartPr/>
                <p14:nvPr/>
              </p14:nvContentPartPr>
              <p14:xfrm>
                <a:off x="2172704" y="3471402"/>
                <a:ext cx="2217600" cy="1501920"/>
              </p14:xfrm>
            </p:contentPart>
          </mc:Choice>
          <mc:Fallback>
            <p:pic>
              <p:nvPicPr>
                <p:cNvPr id="124" name="Ink 123">
                  <a:extLst>
                    <a:ext uri="{FF2B5EF4-FFF2-40B4-BE49-F238E27FC236}">
                      <a16:creationId xmlns:a16="http://schemas.microsoft.com/office/drawing/2014/main" id="{178FE671-4C18-9D92-274D-CB975514C899}"/>
                    </a:ext>
                  </a:extLst>
                </p:cNvPr>
                <p:cNvPicPr/>
                <p:nvPr/>
              </p:nvPicPr>
              <p:blipFill>
                <a:blip r:embed="rId212"/>
                <a:stretch>
                  <a:fillRect/>
                </a:stretch>
              </p:blipFill>
              <p:spPr>
                <a:xfrm>
                  <a:off x="2164064" y="3462762"/>
                  <a:ext cx="2235240" cy="1519560"/>
                </a:xfrm>
                <a:prstGeom prst="rect">
                  <a:avLst/>
                </a:prstGeom>
              </p:spPr>
            </p:pic>
          </mc:Fallback>
        </mc:AlternateContent>
        <mc:AlternateContent xmlns:mc="http://schemas.openxmlformats.org/markup-compatibility/2006">
          <mc:Choice xmlns:p14="http://schemas.microsoft.com/office/powerpoint/2010/main" Requires="p14">
            <p:contentPart p14:bwMode="auto" r:id="rId213">
              <p14:nvContentPartPr>
                <p14:cNvPr id="125" name="Ink 124">
                  <a:extLst>
                    <a:ext uri="{FF2B5EF4-FFF2-40B4-BE49-F238E27FC236}">
                      <a16:creationId xmlns:a16="http://schemas.microsoft.com/office/drawing/2014/main" id="{3639360E-208D-219D-4053-C14E22106903}"/>
                    </a:ext>
                  </a:extLst>
                </p14:cNvPr>
                <p14:cNvContentPartPr/>
                <p14:nvPr/>
              </p14:nvContentPartPr>
              <p14:xfrm>
                <a:off x="3246944" y="3829602"/>
                <a:ext cx="19440" cy="241560"/>
              </p14:xfrm>
            </p:contentPart>
          </mc:Choice>
          <mc:Fallback>
            <p:pic>
              <p:nvPicPr>
                <p:cNvPr id="125" name="Ink 124">
                  <a:extLst>
                    <a:ext uri="{FF2B5EF4-FFF2-40B4-BE49-F238E27FC236}">
                      <a16:creationId xmlns:a16="http://schemas.microsoft.com/office/drawing/2014/main" id="{3639360E-208D-219D-4053-C14E22106903}"/>
                    </a:ext>
                  </a:extLst>
                </p:cNvPr>
                <p:cNvPicPr/>
                <p:nvPr/>
              </p:nvPicPr>
              <p:blipFill>
                <a:blip r:embed="rId214"/>
                <a:stretch>
                  <a:fillRect/>
                </a:stretch>
              </p:blipFill>
              <p:spPr>
                <a:xfrm>
                  <a:off x="3238304" y="3820602"/>
                  <a:ext cx="370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215">
              <p14:nvContentPartPr>
                <p14:cNvPr id="126" name="Ink 125">
                  <a:extLst>
                    <a:ext uri="{FF2B5EF4-FFF2-40B4-BE49-F238E27FC236}">
                      <a16:creationId xmlns:a16="http://schemas.microsoft.com/office/drawing/2014/main" id="{3234DCFA-0FC1-DEAD-0DB0-6D013AF8126B}"/>
                    </a:ext>
                  </a:extLst>
                </p14:cNvPr>
                <p14:cNvContentPartPr/>
                <p14:nvPr/>
              </p14:nvContentPartPr>
              <p14:xfrm>
                <a:off x="3236864" y="3702522"/>
                <a:ext cx="175320" cy="203400"/>
              </p14:xfrm>
            </p:contentPart>
          </mc:Choice>
          <mc:Fallback>
            <p:pic>
              <p:nvPicPr>
                <p:cNvPr id="126" name="Ink 125">
                  <a:extLst>
                    <a:ext uri="{FF2B5EF4-FFF2-40B4-BE49-F238E27FC236}">
                      <a16:creationId xmlns:a16="http://schemas.microsoft.com/office/drawing/2014/main" id="{3234DCFA-0FC1-DEAD-0DB0-6D013AF8126B}"/>
                    </a:ext>
                  </a:extLst>
                </p:cNvPr>
                <p:cNvPicPr/>
                <p:nvPr/>
              </p:nvPicPr>
              <p:blipFill>
                <a:blip r:embed="rId216"/>
                <a:stretch>
                  <a:fillRect/>
                </a:stretch>
              </p:blipFill>
              <p:spPr>
                <a:xfrm>
                  <a:off x="3227864" y="3693882"/>
                  <a:ext cx="19296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217">
              <p14:nvContentPartPr>
                <p14:cNvPr id="127" name="Ink 126">
                  <a:extLst>
                    <a:ext uri="{FF2B5EF4-FFF2-40B4-BE49-F238E27FC236}">
                      <a16:creationId xmlns:a16="http://schemas.microsoft.com/office/drawing/2014/main" id="{F35A34B3-FF3A-8401-83CD-8C7216E76BBE}"/>
                    </a:ext>
                  </a:extLst>
                </p14:cNvPr>
                <p14:cNvContentPartPr/>
                <p14:nvPr/>
              </p14:nvContentPartPr>
              <p14:xfrm>
                <a:off x="3349904" y="3909162"/>
                <a:ext cx="138960" cy="159840"/>
              </p14:xfrm>
            </p:contentPart>
          </mc:Choice>
          <mc:Fallback>
            <p:pic>
              <p:nvPicPr>
                <p:cNvPr id="127" name="Ink 126">
                  <a:extLst>
                    <a:ext uri="{FF2B5EF4-FFF2-40B4-BE49-F238E27FC236}">
                      <a16:creationId xmlns:a16="http://schemas.microsoft.com/office/drawing/2014/main" id="{F35A34B3-FF3A-8401-83CD-8C7216E76BBE}"/>
                    </a:ext>
                  </a:extLst>
                </p:cNvPr>
                <p:cNvPicPr/>
                <p:nvPr/>
              </p:nvPicPr>
              <p:blipFill>
                <a:blip r:embed="rId218"/>
                <a:stretch>
                  <a:fillRect/>
                </a:stretch>
              </p:blipFill>
              <p:spPr>
                <a:xfrm>
                  <a:off x="3341264" y="3900522"/>
                  <a:ext cx="15660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219">
              <p14:nvContentPartPr>
                <p14:cNvPr id="128" name="Ink 127">
                  <a:extLst>
                    <a:ext uri="{FF2B5EF4-FFF2-40B4-BE49-F238E27FC236}">
                      <a16:creationId xmlns:a16="http://schemas.microsoft.com/office/drawing/2014/main" id="{555A3DCF-DEC5-9751-CEA6-F37276714CBF}"/>
                    </a:ext>
                  </a:extLst>
                </p14:cNvPr>
                <p14:cNvContentPartPr/>
                <p14:nvPr/>
              </p14:nvContentPartPr>
              <p14:xfrm>
                <a:off x="3550424" y="3885402"/>
                <a:ext cx="264240" cy="361440"/>
              </p14:xfrm>
            </p:contentPart>
          </mc:Choice>
          <mc:Fallback>
            <p:pic>
              <p:nvPicPr>
                <p:cNvPr id="128" name="Ink 127">
                  <a:extLst>
                    <a:ext uri="{FF2B5EF4-FFF2-40B4-BE49-F238E27FC236}">
                      <a16:creationId xmlns:a16="http://schemas.microsoft.com/office/drawing/2014/main" id="{555A3DCF-DEC5-9751-CEA6-F37276714CBF}"/>
                    </a:ext>
                  </a:extLst>
                </p:cNvPr>
                <p:cNvPicPr/>
                <p:nvPr/>
              </p:nvPicPr>
              <p:blipFill>
                <a:blip r:embed="rId220"/>
                <a:stretch>
                  <a:fillRect/>
                </a:stretch>
              </p:blipFill>
              <p:spPr>
                <a:xfrm>
                  <a:off x="3541784" y="3876402"/>
                  <a:ext cx="281880" cy="379080"/>
                </a:xfrm>
                <a:prstGeom prst="rect">
                  <a:avLst/>
                </a:prstGeom>
              </p:spPr>
            </p:pic>
          </mc:Fallback>
        </mc:AlternateContent>
        <mc:AlternateContent xmlns:mc="http://schemas.openxmlformats.org/markup-compatibility/2006">
          <mc:Choice xmlns:p14="http://schemas.microsoft.com/office/powerpoint/2010/main" Requires="p14">
            <p:contentPart p14:bwMode="auto" r:id="rId221">
              <p14:nvContentPartPr>
                <p14:cNvPr id="129" name="Ink 128">
                  <a:extLst>
                    <a:ext uri="{FF2B5EF4-FFF2-40B4-BE49-F238E27FC236}">
                      <a16:creationId xmlns:a16="http://schemas.microsoft.com/office/drawing/2014/main" id="{226B7220-113E-9756-CC26-2909E44F75A9}"/>
                    </a:ext>
                  </a:extLst>
                </p14:cNvPr>
                <p14:cNvContentPartPr/>
                <p14:nvPr/>
              </p14:nvContentPartPr>
              <p14:xfrm>
                <a:off x="3779024" y="3782442"/>
                <a:ext cx="24480" cy="21240"/>
              </p14:xfrm>
            </p:contentPart>
          </mc:Choice>
          <mc:Fallback>
            <p:pic>
              <p:nvPicPr>
                <p:cNvPr id="129" name="Ink 128">
                  <a:extLst>
                    <a:ext uri="{FF2B5EF4-FFF2-40B4-BE49-F238E27FC236}">
                      <a16:creationId xmlns:a16="http://schemas.microsoft.com/office/drawing/2014/main" id="{226B7220-113E-9756-CC26-2909E44F75A9}"/>
                    </a:ext>
                  </a:extLst>
                </p:cNvPr>
                <p:cNvPicPr/>
                <p:nvPr/>
              </p:nvPicPr>
              <p:blipFill>
                <a:blip r:embed="rId222"/>
                <a:stretch>
                  <a:fillRect/>
                </a:stretch>
              </p:blipFill>
              <p:spPr>
                <a:xfrm>
                  <a:off x="3770024" y="3773442"/>
                  <a:ext cx="4212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23">
              <p14:nvContentPartPr>
                <p14:cNvPr id="130" name="Ink 129">
                  <a:extLst>
                    <a:ext uri="{FF2B5EF4-FFF2-40B4-BE49-F238E27FC236}">
                      <a16:creationId xmlns:a16="http://schemas.microsoft.com/office/drawing/2014/main" id="{83F998B9-CEC3-255E-5546-7C2FE6FB0BBF}"/>
                    </a:ext>
                  </a:extLst>
                </p14:cNvPr>
                <p14:cNvContentPartPr/>
                <p14:nvPr/>
              </p14:nvContentPartPr>
              <p14:xfrm>
                <a:off x="3853184" y="3855882"/>
                <a:ext cx="103680" cy="142560"/>
              </p14:xfrm>
            </p:contentPart>
          </mc:Choice>
          <mc:Fallback>
            <p:pic>
              <p:nvPicPr>
                <p:cNvPr id="130" name="Ink 129">
                  <a:extLst>
                    <a:ext uri="{FF2B5EF4-FFF2-40B4-BE49-F238E27FC236}">
                      <a16:creationId xmlns:a16="http://schemas.microsoft.com/office/drawing/2014/main" id="{83F998B9-CEC3-255E-5546-7C2FE6FB0BBF}"/>
                    </a:ext>
                  </a:extLst>
                </p:cNvPr>
                <p:cNvPicPr/>
                <p:nvPr/>
              </p:nvPicPr>
              <p:blipFill>
                <a:blip r:embed="rId224"/>
                <a:stretch>
                  <a:fillRect/>
                </a:stretch>
              </p:blipFill>
              <p:spPr>
                <a:xfrm>
                  <a:off x="3844184" y="3847242"/>
                  <a:ext cx="12132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225">
              <p14:nvContentPartPr>
                <p14:cNvPr id="131" name="Ink 130">
                  <a:extLst>
                    <a:ext uri="{FF2B5EF4-FFF2-40B4-BE49-F238E27FC236}">
                      <a16:creationId xmlns:a16="http://schemas.microsoft.com/office/drawing/2014/main" id="{4AF2B6AC-6EA0-0D9A-5FB3-4FA0969CC723}"/>
                    </a:ext>
                  </a:extLst>
                </p14:cNvPr>
                <p14:cNvContentPartPr/>
                <p14:nvPr/>
              </p14:nvContentPartPr>
              <p14:xfrm>
                <a:off x="3981344" y="3858402"/>
                <a:ext cx="169200" cy="136440"/>
              </p14:xfrm>
            </p:contentPart>
          </mc:Choice>
          <mc:Fallback>
            <p:pic>
              <p:nvPicPr>
                <p:cNvPr id="131" name="Ink 130">
                  <a:extLst>
                    <a:ext uri="{FF2B5EF4-FFF2-40B4-BE49-F238E27FC236}">
                      <a16:creationId xmlns:a16="http://schemas.microsoft.com/office/drawing/2014/main" id="{4AF2B6AC-6EA0-0D9A-5FB3-4FA0969CC723}"/>
                    </a:ext>
                  </a:extLst>
                </p:cNvPr>
                <p:cNvPicPr/>
                <p:nvPr/>
              </p:nvPicPr>
              <p:blipFill>
                <a:blip r:embed="rId226"/>
                <a:stretch>
                  <a:fillRect/>
                </a:stretch>
              </p:blipFill>
              <p:spPr>
                <a:xfrm>
                  <a:off x="3972344" y="3849762"/>
                  <a:ext cx="18684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227">
              <p14:nvContentPartPr>
                <p14:cNvPr id="132" name="Ink 131">
                  <a:extLst>
                    <a:ext uri="{FF2B5EF4-FFF2-40B4-BE49-F238E27FC236}">
                      <a16:creationId xmlns:a16="http://schemas.microsoft.com/office/drawing/2014/main" id="{940DA248-1F43-AE36-B39C-D1F45371DC62}"/>
                    </a:ext>
                  </a:extLst>
                </p14:cNvPr>
                <p14:cNvContentPartPr/>
                <p14:nvPr/>
              </p14:nvContentPartPr>
              <p14:xfrm>
                <a:off x="4141904" y="3710082"/>
                <a:ext cx="47880" cy="309960"/>
              </p14:xfrm>
            </p:contentPart>
          </mc:Choice>
          <mc:Fallback>
            <p:pic>
              <p:nvPicPr>
                <p:cNvPr id="132" name="Ink 131">
                  <a:extLst>
                    <a:ext uri="{FF2B5EF4-FFF2-40B4-BE49-F238E27FC236}">
                      <a16:creationId xmlns:a16="http://schemas.microsoft.com/office/drawing/2014/main" id="{940DA248-1F43-AE36-B39C-D1F45371DC62}"/>
                    </a:ext>
                  </a:extLst>
                </p:cNvPr>
                <p:cNvPicPr/>
                <p:nvPr/>
              </p:nvPicPr>
              <p:blipFill>
                <a:blip r:embed="rId228"/>
                <a:stretch>
                  <a:fillRect/>
                </a:stretch>
              </p:blipFill>
              <p:spPr>
                <a:xfrm>
                  <a:off x="4133264" y="3701082"/>
                  <a:ext cx="6552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229">
              <p14:nvContentPartPr>
                <p14:cNvPr id="133" name="Ink 132">
                  <a:extLst>
                    <a:ext uri="{FF2B5EF4-FFF2-40B4-BE49-F238E27FC236}">
                      <a16:creationId xmlns:a16="http://schemas.microsoft.com/office/drawing/2014/main" id="{59C144AB-52AC-7187-DFC0-3135C79E6016}"/>
                    </a:ext>
                  </a:extLst>
                </p14:cNvPr>
                <p14:cNvContentPartPr/>
                <p14:nvPr/>
              </p14:nvContentPartPr>
              <p14:xfrm>
                <a:off x="4176464" y="3815202"/>
                <a:ext cx="154080" cy="170640"/>
              </p14:xfrm>
            </p:contentPart>
          </mc:Choice>
          <mc:Fallback>
            <p:pic>
              <p:nvPicPr>
                <p:cNvPr id="133" name="Ink 132">
                  <a:extLst>
                    <a:ext uri="{FF2B5EF4-FFF2-40B4-BE49-F238E27FC236}">
                      <a16:creationId xmlns:a16="http://schemas.microsoft.com/office/drawing/2014/main" id="{59C144AB-52AC-7187-DFC0-3135C79E6016}"/>
                    </a:ext>
                  </a:extLst>
                </p:cNvPr>
                <p:cNvPicPr/>
                <p:nvPr/>
              </p:nvPicPr>
              <p:blipFill>
                <a:blip r:embed="rId230"/>
                <a:stretch>
                  <a:fillRect/>
                </a:stretch>
              </p:blipFill>
              <p:spPr>
                <a:xfrm>
                  <a:off x="4167824" y="3806202"/>
                  <a:ext cx="17172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31">
              <p14:nvContentPartPr>
                <p14:cNvPr id="134" name="Ink 133">
                  <a:extLst>
                    <a:ext uri="{FF2B5EF4-FFF2-40B4-BE49-F238E27FC236}">
                      <a16:creationId xmlns:a16="http://schemas.microsoft.com/office/drawing/2014/main" id="{75E30A59-17CF-0CAA-B851-604A6D176EC2}"/>
                    </a:ext>
                  </a:extLst>
                </p14:cNvPr>
                <p14:cNvContentPartPr/>
                <p14:nvPr/>
              </p14:nvContentPartPr>
              <p14:xfrm>
                <a:off x="4328024" y="3667602"/>
                <a:ext cx="19080" cy="14400"/>
              </p14:xfrm>
            </p:contentPart>
          </mc:Choice>
          <mc:Fallback>
            <p:pic>
              <p:nvPicPr>
                <p:cNvPr id="134" name="Ink 133">
                  <a:extLst>
                    <a:ext uri="{FF2B5EF4-FFF2-40B4-BE49-F238E27FC236}">
                      <a16:creationId xmlns:a16="http://schemas.microsoft.com/office/drawing/2014/main" id="{75E30A59-17CF-0CAA-B851-604A6D176EC2}"/>
                    </a:ext>
                  </a:extLst>
                </p:cNvPr>
                <p:cNvPicPr/>
                <p:nvPr/>
              </p:nvPicPr>
              <p:blipFill>
                <a:blip r:embed="rId232"/>
                <a:stretch>
                  <a:fillRect/>
                </a:stretch>
              </p:blipFill>
              <p:spPr>
                <a:xfrm>
                  <a:off x="4319384" y="3658962"/>
                  <a:ext cx="3672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233">
              <p14:nvContentPartPr>
                <p14:cNvPr id="135" name="Ink 134">
                  <a:extLst>
                    <a:ext uri="{FF2B5EF4-FFF2-40B4-BE49-F238E27FC236}">
                      <a16:creationId xmlns:a16="http://schemas.microsoft.com/office/drawing/2014/main" id="{12AE7B05-FD6E-E88F-5273-EC8AC12B37B2}"/>
                    </a:ext>
                  </a:extLst>
                </p14:cNvPr>
                <p14:cNvContentPartPr/>
                <p14:nvPr/>
              </p14:nvContentPartPr>
              <p14:xfrm>
                <a:off x="4393904" y="3822762"/>
                <a:ext cx="271440" cy="180000"/>
              </p14:xfrm>
            </p:contentPart>
          </mc:Choice>
          <mc:Fallback>
            <p:pic>
              <p:nvPicPr>
                <p:cNvPr id="135" name="Ink 134">
                  <a:extLst>
                    <a:ext uri="{FF2B5EF4-FFF2-40B4-BE49-F238E27FC236}">
                      <a16:creationId xmlns:a16="http://schemas.microsoft.com/office/drawing/2014/main" id="{12AE7B05-FD6E-E88F-5273-EC8AC12B37B2}"/>
                    </a:ext>
                  </a:extLst>
                </p:cNvPr>
                <p:cNvPicPr/>
                <p:nvPr/>
              </p:nvPicPr>
              <p:blipFill>
                <a:blip r:embed="rId234"/>
                <a:stretch>
                  <a:fillRect/>
                </a:stretch>
              </p:blipFill>
              <p:spPr>
                <a:xfrm>
                  <a:off x="4385264" y="3813762"/>
                  <a:ext cx="289080" cy="197640"/>
                </a:xfrm>
                <a:prstGeom prst="rect">
                  <a:avLst/>
                </a:prstGeom>
              </p:spPr>
            </p:pic>
          </mc:Fallback>
        </mc:AlternateContent>
      </p:grpSp>
      <p:grpSp>
        <p:nvGrpSpPr>
          <p:cNvPr id="141" name="Group 140">
            <a:extLst>
              <a:ext uri="{FF2B5EF4-FFF2-40B4-BE49-F238E27FC236}">
                <a16:creationId xmlns:a16="http://schemas.microsoft.com/office/drawing/2014/main" id="{8CA5440F-0D4D-0335-6DAF-1BDADCD86757}"/>
              </a:ext>
            </a:extLst>
          </p:cNvPr>
          <p:cNvGrpSpPr/>
          <p:nvPr/>
        </p:nvGrpSpPr>
        <p:grpSpPr>
          <a:xfrm>
            <a:off x="4273304" y="4967562"/>
            <a:ext cx="2287080" cy="1877760"/>
            <a:chOff x="4273304" y="4967562"/>
            <a:chExt cx="2287080" cy="1877760"/>
          </a:xfrm>
        </p:grpSpPr>
        <mc:AlternateContent xmlns:mc="http://schemas.openxmlformats.org/markup-compatibility/2006">
          <mc:Choice xmlns:p14="http://schemas.microsoft.com/office/powerpoint/2010/main" Requires="p14">
            <p:contentPart p14:bwMode="auto" r:id="rId235">
              <p14:nvContentPartPr>
                <p14:cNvPr id="137" name="Ink 136">
                  <a:extLst>
                    <a:ext uri="{FF2B5EF4-FFF2-40B4-BE49-F238E27FC236}">
                      <a16:creationId xmlns:a16="http://schemas.microsoft.com/office/drawing/2014/main" id="{9D14C8CB-FFD8-F192-4B77-76B63772149F}"/>
                    </a:ext>
                  </a:extLst>
                </p14:cNvPr>
                <p14:cNvContentPartPr/>
                <p14:nvPr/>
              </p14:nvContentPartPr>
              <p14:xfrm>
                <a:off x="4453304" y="5525562"/>
                <a:ext cx="2107080" cy="1319760"/>
              </p14:xfrm>
            </p:contentPart>
          </mc:Choice>
          <mc:Fallback>
            <p:pic>
              <p:nvPicPr>
                <p:cNvPr id="137" name="Ink 136">
                  <a:extLst>
                    <a:ext uri="{FF2B5EF4-FFF2-40B4-BE49-F238E27FC236}">
                      <a16:creationId xmlns:a16="http://schemas.microsoft.com/office/drawing/2014/main" id="{9D14C8CB-FFD8-F192-4B77-76B63772149F}"/>
                    </a:ext>
                  </a:extLst>
                </p:cNvPr>
                <p:cNvPicPr/>
                <p:nvPr/>
              </p:nvPicPr>
              <p:blipFill>
                <a:blip r:embed="rId236"/>
                <a:stretch>
                  <a:fillRect/>
                </a:stretch>
              </p:blipFill>
              <p:spPr>
                <a:xfrm>
                  <a:off x="4444304" y="5516562"/>
                  <a:ext cx="2124720" cy="1337400"/>
                </a:xfrm>
                <a:prstGeom prst="rect">
                  <a:avLst/>
                </a:prstGeom>
              </p:spPr>
            </p:pic>
          </mc:Fallback>
        </mc:AlternateContent>
        <mc:AlternateContent xmlns:mc="http://schemas.openxmlformats.org/markup-compatibility/2006">
          <mc:Choice xmlns:p14="http://schemas.microsoft.com/office/powerpoint/2010/main" Requires="p14">
            <p:contentPart p14:bwMode="auto" r:id="rId237">
              <p14:nvContentPartPr>
                <p14:cNvPr id="138" name="Ink 137">
                  <a:extLst>
                    <a:ext uri="{FF2B5EF4-FFF2-40B4-BE49-F238E27FC236}">
                      <a16:creationId xmlns:a16="http://schemas.microsoft.com/office/drawing/2014/main" id="{B439E128-4092-92BF-1C78-87FCC4F5AB02}"/>
                    </a:ext>
                  </a:extLst>
                </p14:cNvPr>
                <p14:cNvContentPartPr/>
                <p14:nvPr/>
              </p14:nvContentPartPr>
              <p14:xfrm>
                <a:off x="4321544" y="4967562"/>
                <a:ext cx="939600" cy="572040"/>
              </p14:xfrm>
            </p:contentPart>
          </mc:Choice>
          <mc:Fallback>
            <p:pic>
              <p:nvPicPr>
                <p:cNvPr id="138" name="Ink 137">
                  <a:extLst>
                    <a:ext uri="{FF2B5EF4-FFF2-40B4-BE49-F238E27FC236}">
                      <a16:creationId xmlns:a16="http://schemas.microsoft.com/office/drawing/2014/main" id="{B439E128-4092-92BF-1C78-87FCC4F5AB02}"/>
                    </a:ext>
                  </a:extLst>
                </p:cNvPr>
                <p:cNvPicPr/>
                <p:nvPr/>
              </p:nvPicPr>
              <p:blipFill>
                <a:blip r:embed="rId238"/>
                <a:stretch>
                  <a:fillRect/>
                </a:stretch>
              </p:blipFill>
              <p:spPr>
                <a:xfrm>
                  <a:off x="4312904" y="4958562"/>
                  <a:ext cx="957240" cy="589680"/>
                </a:xfrm>
                <a:prstGeom prst="rect">
                  <a:avLst/>
                </a:prstGeom>
              </p:spPr>
            </p:pic>
          </mc:Fallback>
        </mc:AlternateContent>
        <mc:AlternateContent xmlns:mc="http://schemas.openxmlformats.org/markup-compatibility/2006">
          <mc:Choice xmlns:p14="http://schemas.microsoft.com/office/powerpoint/2010/main" Requires="p14">
            <p:contentPart p14:bwMode="auto" r:id="rId239">
              <p14:nvContentPartPr>
                <p14:cNvPr id="139" name="Ink 138">
                  <a:extLst>
                    <a:ext uri="{FF2B5EF4-FFF2-40B4-BE49-F238E27FC236}">
                      <a16:creationId xmlns:a16="http://schemas.microsoft.com/office/drawing/2014/main" id="{9D5D76FA-26CD-F181-994C-0042A31407EE}"/>
                    </a:ext>
                  </a:extLst>
                </p14:cNvPr>
                <p14:cNvContentPartPr/>
                <p14:nvPr/>
              </p14:nvContentPartPr>
              <p14:xfrm>
                <a:off x="4273304" y="4976202"/>
                <a:ext cx="60480" cy="159480"/>
              </p14:xfrm>
            </p:contentPart>
          </mc:Choice>
          <mc:Fallback>
            <p:pic>
              <p:nvPicPr>
                <p:cNvPr id="139" name="Ink 138">
                  <a:extLst>
                    <a:ext uri="{FF2B5EF4-FFF2-40B4-BE49-F238E27FC236}">
                      <a16:creationId xmlns:a16="http://schemas.microsoft.com/office/drawing/2014/main" id="{9D5D76FA-26CD-F181-994C-0042A31407EE}"/>
                    </a:ext>
                  </a:extLst>
                </p:cNvPr>
                <p:cNvPicPr/>
                <p:nvPr/>
              </p:nvPicPr>
              <p:blipFill>
                <a:blip r:embed="rId240"/>
                <a:stretch>
                  <a:fillRect/>
                </a:stretch>
              </p:blipFill>
              <p:spPr>
                <a:xfrm>
                  <a:off x="4264304" y="4967202"/>
                  <a:ext cx="78120" cy="177120"/>
                </a:xfrm>
                <a:prstGeom prst="rect">
                  <a:avLst/>
                </a:prstGeom>
              </p:spPr>
            </p:pic>
          </mc:Fallback>
        </mc:AlternateContent>
        <mc:AlternateContent xmlns:mc="http://schemas.openxmlformats.org/markup-compatibility/2006">
          <mc:Choice xmlns:p14="http://schemas.microsoft.com/office/powerpoint/2010/main" Requires="p14">
            <p:contentPart p14:bwMode="auto" r:id="rId241">
              <p14:nvContentPartPr>
                <p14:cNvPr id="140" name="Ink 139">
                  <a:extLst>
                    <a:ext uri="{FF2B5EF4-FFF2-40B4-BE49-F238E27FC236}">
                      <a16:creationId xmlns:a16="http://schemas.microsoft.com/office/drawing/2014/main" id="{43CFA44F-9D16-FE51-A87E-24C68BDF879E}"/>
                    </a:ext>
                  </a:extLst>
                </p14:cNvPr>
                <p14:cNvContentPartPr/>
                <p14:nvPr/>
              </p14:nvContentPartPr>
              <p14:xfrm>
                <a:off x="4293464" y="4972962"/>
                <a:ext cx="146160" cy="83520"/>
              </p14:xfrm>
            </p:contentPart>
          </mc:Choice>
          <mc:Fallback>
            <p:pic>
              <p:nvPicPr>
                <p:cNvPr id="140" name="Ink 139">
                  <a:extLst>
                    <a:ext uri="{FF2B5EF4-FFF2-40B4-BE49-F238E27FC236}">
                      <a16:creationId xmlns:a16="http://schemas.microsoft.com/office/drawing/2014/main" id="{43CFA44F-9D16-FE51-A87E-24C68BDF879E}"/>
                    </a:ext>
                  </a:extLst>
                </p:cNvPr>
                <p:cNvPicPr/>
                <p:nvPr/>
              </p:nvPicPr>
              <p:blipFill>
                <a:blip r:embed="rId242"/>
                <a:stretch>
                  <a:fillRect/>
                </a:stretch>
              </p:blipFill>
              <p:spPr>
                <a:xfrm>
                  <a:off x="4284464" y="4963962"/>
                  <a:ext cx="163800" cy="101160"/>
                </a:xfrm>
                <a:prstGeom prst="rect">
                  <a:avLst/>
                </a:prstGeom>
              </p:spPr>
            </p:pic>
          </mc:Fallback>
        </mc:AlternateContent>
      </p:grpSp>
      <p:grpSp>
        <p:nvGrpSpPr>
          <p:cNvPr id="160" name="Group 159">
            <a:extLst>
              <a:ext uri="{FF2B5EF4-FFF2-40B4-BE49-F238E27FC236}">
                <a16:creationId xmlns:a16="http://schemas.microsoft.com/office/drawing/2014/main" id="{378A47B9-B996-77BB-3DCB-3E9CAB7E46B2}"/>
              </a:ext>
            </a:extLst>
          </p:cNvPr>
          <p:cNvGrpSpPr/>
          <p:nvPr/>
        </p:nvGrpSpPr>
        <p:grpSpPr>
          <a:xfrm>
            <a:off x="4445744" y="3067842"/>
            <a:ext cx="6116040" cy="3710880"/>
            <a:chOff x="4445744" y="3067842"/>
            <a:chExt cx="6116040" cy="3710880"/>
          </a:xfrm>
        </p:grpSpPr>
        <mc:AlternateContent xmlns:mc="http://schemas.openxmlformats.org/markup-compatibility/2006">
          <mc:Choice xmlns:p14="http://schemas.microsoft.com/office/powerpoint/2010/main" xmlns:aink="http://schemas.microsoft.com/office/drawing/2016/ink" Requires="p14 aink">
            <p:contentPart p14:bwMode="auto" r:id="rId243">
              <p14:nvContentPartPr>
                <p14:cNvPr id="142" name="Ink 141">
                  <a:extLst>
                    <a:ext uri="{FF2B5EF4-FFF2-40B4-BE49-F238E27FC236}">
                      <a16:creationId xmlns:a16="http://schemas.microsoft.com/office/drawing/2014/main" id="{88BB9ADA-6C3E-FB34-58B6-360EEAEB3EFA}"/>
                    </a:ext>
                  </a:extLst>
                </p14:cNvPr>
                <p14:cNvContentPartPr/>
                <p14:nvPr/>
              </p14:nvContentPartPr>
              <p14:xfrm>
                <a:off x="4445744" y="5698002"/>
                <a:ext cx="3387960" cy="1080720"/>
              </p14:xfrm>
            </p:contentPart>
          </mc:Choice>
          <mc:Fallback>
            <p:pic>
              <p:nvPicPr>
                <p:cNvPr id="142" name="Ink 141">
                  <a:extLst>
                    <a:ext uri="{FF2B5EF4-FFF2-40B4-BE49-F238E27FC236}">
                      <a16:creationId xmlns:a16="http://schemas.microsoft.com/office/drawing/2014/main" id="{88BB9ADA-6C3E-FB34-58B6-360EEAEB3EFA}"/>
                    </a:ext>
                  </a:extLst>
                </p:cNvPr>
                <p:cNvPicPr/>
                <p:nvPr/>
              </p:nvPicPr>
              <p:blipFill>
                <a:blip r:embed="rId244"/>
                <a:stretch>
                  <a:fillRect/>
                </a:stretch>
              </p:blipFill>
              <p:spPr>
                <a:xfrm>
                  <a:off x="4427744" y="5680362"/>
                  <a:ext cx="3423600" cy="1116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5">
              <p14:nvContentPartPr>
                <p14:cNvPr id="143" name="Ink 142">
                  <a:extLst>
                    <a:ext uri="{FF2B5EF4-FFF2-40B4-BE49-F238E27FC236}">
                      <a16:creationId xmlns:a16="http://schemas.microsoft.com/office/drawing/2014/main" id="{7FE32569-9DB1-6B10-FD7B-B0C9E5342DBC}"/>
                    </a:ext>
                  </a:extLst>
                </p14:cNvPr>
                <p14:cNvContentPartPr/>
                <p14:nvPr/>
              </p14:nvContentPartPr>
              <p14:xfrm>
                <a:off x="6075824" y="4365642"/>
                <a:ext cx="2955960" cy="1319760"/>
              </p14:xfrm>
            </p:contentPart>
          </mc:Choice>
          <mc:Fallback>
            <p:pic>
              <p:nvPicPr>
                <p:cNvPr id="143" name="Ink 142">
                  <a:extLst>
                    <a:ext uri="{FF2B5EF4-FFF2-40B4-BE49-F238E27FC236}">
                      <a16:creationId xmlns:a16="http://schemas.microsoft.com/office/drawing/2014/main" id="{7FE32569-9DB1-6B10-FD7B-B0C9E5342DBC}"/>
                    </a:ext>
                  </a:extLst>
                </p:cNvPr>
                <p:cNvPicPr/>
                <p:nvPr/>
              </p:nvPicPr>
              <p:blipFill>
                <a:blip r:embed="rId246"/>
                <a:stretch>
                  <a:fillRect/>
                </a:stretch>
              </p:blipFill>
              <p:spPr>
                <a:xfrm>
                  <a:off x="6058184" y="4347642"/>
                  <a:ext cx="2991600" cy="1355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7">
              <p14:nvContentPartPr>
                <p14:cNvPr id="144" name="Ink 143">
                  <a:extLst>
                    <a:ext uri="{FF2B5EF4-FFF2-40B4-BE49-F238E27FC236}">
                      <a16:creationId xmlns:a16="http://schemas.microsoft.com/office/drawing/2014/main" id="{8F241B01-4574-E51A-6C73-045E3E3D341B}"/>
                    </a:ext>
                  </a:extLst>
                </p14:cNvPr>
                <p14:cNvContentPartPr/>
                <p14:nvPr/>
              </p14:nvContentPartPr>
              <p14:xfrm>
                <a:off x="8932424" y="4333242"/>
                <a:ext cx="187200" cy="110880"/>
              </p14:xfrm>
            </p:contentPart>
          </mc:Choice>
          <mc:Fallback>
            <p:pic>
              <p:nvPicPr>
                <p:cNvPr id="144" name="Ink 143">
                  <a:extLst>
                    <a:ext uri="{FF2B5EF4-FFF2-40B4-BE49-F238E27FC236}">
                      <a16:creationId xmlns:a16="http://schemas.microsoft.com/office/drawing/2014/main" id="{8F241B01-4574-E51A-6C73-045E3E3D341B}"/>
                    </a:ext>
                  </a:extLst>
                </p:cNvPr>
                <p:cNvPicPr/>
                <p:nvPr/>
              </p:nvPicPr>
              <p:blipFill>
                <a:blip r:embed="rId248"/>
                <a:stretch>
                  <a:fillRect/>
                </a:stretch>
              </p:blipFill>
              <p:spPr>
                <a:xfrm>
                  <a:off x="8914784" y="4315602"/>
                  <a:ext cx="222840" cy="1465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49">
              <p14:nvContentPartPr>
                <p14:cNvPr id="145" name="Ink 144">
                  <a:extLst>
                    <a:ext uri="{FF2B5EF4-FFF2-40B4-BE49-F238E27FC236}">
                      <a16:creationId xmlns:a16="http://schemas.microsoft.com/office/drawing/2014/main" id="{68284750-785A-7394-C945-D49DC891D003}"/>
                    </a:ext>
                  </a:extLst>
                </p14:cNvPr>
                <p14:cNvContentPartPr/>
                <p14:nvPr/>
              </p14:nvContentPartPr>
              <p14:xfrm>
                <a:off x="8779424" y="4021842"/>
                <a:ext cx="33840" cy="132840"/>
              </p14:xfrm>
            </p:contentPart>
          </mc:Choice>
          <mc:Fallback>
            <p:pic>
              <p:nvPicPr>
                <p:cNvPr id="145" name="Ink 144">
                  <a:extLst>
                    <a:ext uri="{FF2B5EF4-FFF2-40B4-BE49-F238E27FC236}">
                      <a16:creationId xmlns:a16="http://schemas.microsoft.com/office/drawing/2014/main" id="{68284750-785A-7394-C945-D49DC891D003}"/>
                    </a:ext>
                  </a:extLst>
                </p:cNvPr>
                <p:cNvPicPr/>
                <p:nvPr/>
              </p:nvPicPr>
              <p:blipFill>
                <a:blip r:embed="rId250"/>
                <a:stretch>
                  <a:fillRect/>
                </a:stretch>
              </p:blipFill>
              <p:spPr>
                <a:xfrm>
                  <a:off x="8761784" y="4004202"/>
                  <a:ext cx="69480" cy="168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1">
              <p14:nvContentPartPr>
                <p14:cNvPr id="146" name="Ink 145">
                  <a:extLst>
                    <a:ext uri="{FF2B5EF4-FFF2-40B4-BE49-F238E27FC236}">
                      <a16:creationId xmlns:a16="http://schemas.microsoft.com/office/drawing/2014/main" id="{80C9EEC6-21EC-3666-CDDA-D0BC96D8769B}"/>
                    </a:ext>
                  </a:extLst>
                </p14:cNvPr>
                <p14:cNvContentPartPr/>
                <p14:nvPr/>
              </p14:nvContentPartPr>
              <p14:xfrm>
                <a:off x="8792744" y="3738522"/>
                <a:ext cx="145800" cy="218160"/>
              </p14:xfrm>
            </p:contentPart>
          </mc:Choice>
          <mc:Fallback>
            <p:pic>
              <p:nvPicPr>
                <p:cNvPr id="146" name="Ink 145">
                  <a:extLst>
                    <a:ext uri="{FF2B5EF4-FFF2-40B4-BE49-F238E27FC236}">
                      <a16:creationId xmlns:a16="http://schemas.microsoft.com/office/drawing/2014/main" id="{80C9EEC6-21EC-3666-CDDA-D0BC96D8769B}"/>
                    </a:ext>
                  </a:extLst>
                </p:cNvPr>
                <p:cNvPicPr/>
                <p:nvPr/>
              </p:nvPicPr>
              <p:blipFill>
                <a:blip r:embed="rId252"/>
                <a:stretch>
                  <a:fillRect/>
                </a:stretch>
              </p:blipFill>
              <p:spPr>
                <a:xfrm>
                  <a:off x="8774744" y="3720882"/>
                  <a:ext cx="181440" cy="253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3">
              <p14:nvContentPartPr>
                <p14:cNvPr id="147" name="Ink 146">
                  <a:extLst>
                    <a:ext uri="{FF2B5EF4-FFF2-40B4-BE49-F238E27FC236}">
                      <a16:creationId xmlns:a16="http://schemas.microsoft.com/office/drawing/2014/main" id="{585FE916-D5AD-44FF-4FCB-E28FC9EF61FC}"/>
                    </a:ext>
                  </a:extLst>
                </p14:cNvPr>
                <p14:cNvContentPartPr/>
                <p14:nvPr/>
              </p14:nvContentPartPr>
              <p14:xfrm>
                <a:off x="8938544" y="3954882"/>
                <a:ext cx="207720" cy="168120"/>
              </p14:xfrm>
            </p:contentPart>
          </mc:Choice>
          <mc:Fallback>
            <p:pic>
              <p:nvPicPr>
                <p:cNvPr id="147" name="Ink 146">
                  <a:extLst>
                    <a:ext uri="{FF2B5EF4-FFF2-40B4-BE49-F238E27FC236}">
                      <a16:creationId xmlns:a16="http://schemas.microsoft.com/office/drawing/2014/main" id="{585FE916-D5AD-44FF-4FCB-E28FC9EF61FC}"/>
                    </a:ext>
                  </a:extLst>
                </p:cNvPr>
                <p:cNvPicPr/>
                <p:nvPr/>
              </p:nvPicPr>
              <p:blipFill>
                <a:blip r:embed="rId254"/>
                <a:stretch>
                  <a:fillRect/>
                </a:stretch>
              </p:blipFill>
              <p:spPr>
                <a:xfrm>
                  <a:off x="8920544" y="3936882"/>
                  <a:ext cx="243360" cy="2037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5">
              <p14:nvContentPartPr>
                <p14:cNvPr id="148" name="Ink 147">
                  <a:extLst>
                    <a:ext uri="{FF2B5EF4-FFF2-40B4-BE49-F238E27FC236}">
                      <a16:creationId xmlns:a16="http://schemas.microsoft.com/office/drawing/2014/main" id="{9C893769-E70C-EE4D-AE08-362A5482E47F}"/>
                    </a:ext>
                  </a:extLst>
                </p14:cNvPr>
                <p14:cNvContentPartPr/>
                <p14:nvPr/>
              </p14:nvContentPartPr>
              <p14:xfrm>
                <a:off x="9210704" y="3964242"/>
                <a:ext cx="120600" cy="138960"/>
              </p14:xfrm>
            </p:contentPart>
          </mc:Choice>
          <mc:Fallback>
            <p:pic>
              <p:nvPicPr>
                <p:cNvPr id="148" name="Ink 147">
                  <a:extLst>
                    <a:ext uri="{FF2B5EF4-FFF2-40B4-BE49-F238E27FC236}">
                      <a16:creationId xmlns:a16="http://schemas.microsoft.com/office/drawing/2014/main" id="{9C893769-E70C-EE4D-AE08-362A5482E47F}"/>
                    </a:ext>
                  </a:extLst>
                </p:cNvPr>
                <p:cNvPicPr/>
                <p:nvPr/>
              </p:nvPicPr>
              <p:blipFill>
                <a:blip r:embed="rId256"/>
                <a:stretch>
                  <a:fillRect/>
                </a:stretch>
              </p:blipFill>
              <p:spPr>
                <a:xfrm>
                  <a:off x="9193064" y="3946242"/>
                  <a:ext cx="156240" cy="1746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7">
              <p14:nvContentPartPr>
                <p14:cNvPr id="149" name="Ink 148">
                  <a:extLst>
                    <a:ext uri="{FF2B5EF4-FFF2-40B4-BE49-F238E27FC236}">
                      <a16:creationId xmlns:a16="http://schemas.microsoft.com/office/drawing/2014/main" id="{0B92FC27-9A2B-CA27-B507-2B5BF887CA92}"/>
                    </a:ext>
                  </a:extLst>
                </p14:cNvPr>
                <p14:cNvContentPartPr/>
                <p14:nvPr/>
              </p14:nvContentPartPr>
              <p14:xfrm>
                <a:off x="9441104" y="3954162"/>
                <a:ext cx="93240" cy="321480"/>
              </p14:xfrm>
            </p:contentPart>
          </mc:Choice>
          <mc:Fallback>
            <p:pic>
              <p:nvPicPr>
                <p:cNvPr id="149" name="Ink 148">
                  <a:extLst>
                    <a:ext uri="{FF2B5EF4-FFF2-40B4-BE49-F238E27FC236}">
                      <a16:creationId xmlns:a16="http://schemas.microsoft.com/office/drawing/2014/main" id="{0B92FC27-9A2B-CA27-B507-2B5BF887CA92}"/>
                    </a:ext>
                  </a:extLst>
                </p:cNvPr>
                <p:cNvPicPr/>
                <p:nvPr/>
              </p:nvPicPr>
              <p:blipFill>
                <a:blip r:embed="rId258"/>
                <a:stretch>
                  <a:fillRect/>
                </a:stretch>
              </p:blipFill>
              <p:spPr>
                <a:xfrm>
                  <a:off x="9423104" y="3936162"/>
                  <a:ext cx="128880" cy="3571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59">
              <p14:nvContentPartPr>
                <p14:cNvPr id="150" name="Ink 149">
                  <a:extLst>
                    <a:ext uri="{FF2B5EF4-FFF2-40B4-BE49-F238E27FC236}">
                      <a16:creationId xmlns:a16="http://schemas.microsoft.com/office/drawing/2014/main" id="{F80D9E28-1752-FBA7-3799-BE121CA710C6}"/>
                    </a:ext>
                  </a:extLst>
                </p14:cNvPr>
                <p14:cNvContentPartPr/>
                <p14:nvPr/>
              </p14:nvContentPartPr>
              <p14:xfrm>
                <a:off x="9514904" y="3783162"/>
                <a:ext cx="360" cy="6840"/>
              </p14:xfrm>
            </p:contentPart>
          </mc:Choice>
          <mc:Fallback>
            <p:pic>
              <p:nvPicPr>
                <p:cNvPr id="150" name="Ink 149">
                  <a:extLst>
                    <a:ext uri="{FF2B5EF4-FFF2-40B4-BE49-F238E27FC236}">
                      <a16:creationId xmlns:a16="http://schemas.microsoft.com/office/drawing/2014/main" id="{F80D9E28-1752-FBA7-3799-BE121CA710C6}"/>
                    </a:ext>
                  </a:extLst>
                </p:cNvPr>
                <p:cNvPicPr/>
                <p:nvPr/>
              </p:nvPicPr>
              <p:blipFill>
                <a:blip r:embed="rId260"/>
                <a:stretch>
                  <a:fillRect/>
                </a:stretch>
              </p:blipFill>
              <p:spPr>
                <a:xfrm>
                  <a:off x="9497264" y="3765522"/>
                  <a:ext cx="36000" cy="424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1">
              <p14:nvContentPartPr>
                <p14:cNvPr id="151" name="Ink 150">
                  <a:extLst>
                    <a:ext uri="{FF2B5EF4-FFF2-40B4-BE49-F238E27FC236}">
                      <a16:creationId xmlns:a16="http://schemas.microsoft.com/office/drawing/2014/main" id="{52DF5729-FC1D-FA69-AA6A-05C1FB6DE006}"/>
                    </a:ext>
                  </a:extLst>
                </p14:cNvPr>
                <p14:cNvContentPartPr/>
                <p14:nvPr/>
              </p14:nvContentPartPr>
              <p14:xfrm>
                <a:off x="9635504" y="3904122"/>
                <a:ext cx="111240" cy="180720"/>
              </p14:xfrm>
            </p:contentPart>
          </mc:Choice>
          <mc:Fallback>
            <p:pic>
              <p:nvPicPr>
                <p:cNvPr id="151" name="Ink 150">
                  <a:extLst>
                    <a:ext uri="{FF2B5EF4-FFF2-40B4-BE49-F238E27FC236}">
                      <a16:creationId xmlns:a16="http://schemas.microsoft.com/office/drawing/2014/main" id="{52DF5729-FC1D-FA69-AA6A-05C1FB6DE006}"/>
                    </a:ext>
                  </a:extLst>
                </p:cNvPr>
                <p:cNvPicPr/>
                <p:nvPr/>
              </p:nvPicPr>
              <p:blipFill>
                <a:blip r:embed="rId262"/>
                <a:stretch>
                  <a:fillRect/>
                </a:stretch>
              </p:blipFill>
              <p:spPr>
                <a:xfrm>
                  <a:off x="9617864" y="3886482"/>
                  <a:ext cx="146880" cy="2163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3">
              <p14:nvContentPartPr>
                <p14:cNvPr id="152" name="Ink 151">
                  <a:extLst>
                    <a:ext uri="{FF2B5EF4-FFF2-40B4-BE49-F238E27FC236}">
                      <a16:creationId xmlns:a16="http://schemas.microsoft.com/office/drawing/2014/main" id="{63D711EE-A881-0D7D-2391-C560AF932C64}"/>
                    </a:ext>
                  </a:extLst>
                </p14:cNvPr>
                <p14:cNvContentPartPr/>
                <p14:nvPr/>
              </p14:nvContentPartPr>
              <p14:xfrm>
                <a:off x="9840344" y="3933282"/>
                <a:ext cx="79200" cy="135360"/>
              </p14:xfrm>
            </p:contentPart>
          </mc:Choice>
          <mc:Fallback>
            <p:pic>
              <p:nvPicPr>
                <p:cNvPr id="152" name="Ink 151">
                  <a:extLst>
                    <a:ext uri="{FF2B5EF4-FFF2-40B4-BE49-F238E27FC236}">
                      <a16:creationId xmlns:a16="http://schemas.microsoft.com/office/drawing/2014/main" id="{63D711EE-A881-0D7D-2391-C560AF932C64}"/>
                    </a:ext>
                  </a:extLst>
                </p:cNvPr>
                <p:cNvPicPr/>
                <p:nvPr/>
              </p:nvPicPr>
              <p:blipFill>
                <a:blip r:embed="rId264"/>
                <a:stretch>
                  <a:fillRect/>
                </a:stretch>
              </p:blipFill>
              <p:spPr>
                <a:xfrm>
                  <a:off x="9822344" y="3915642"/>
                  <a:ext cx="114840" cy="171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5">
              <p14:nvContentPartPr>
                <p14:cNvPr id="153" name="Ink 152">
                  <a:extLst>
                    <a:ext uri="{FF2B5EF4-FFF2-40B4-BE49-F238E27FC236}">
                      <a16:creationId xmlns:a16="http://schemas.microsoft.com/office/drawing/2014/main" id="{EEFAB2D7-B1D7-54CE-07B3-F551C4E41460}"/>
                    </a:ext>
                  </a:extLst>
                </p14:cNvPr>
                <p14:cNvContentPartPr/>
                <p14:nvPr/>
              </p14:nvContentPartPr>
              <p14:xfrm>
                <a:off x="9978584" y="3784962"/>
                <a:ext cx="32760" cy="275400"/>
              </p14:xfrm>
            </p:contentPart>
          </mc:Choice>
          <mc:Fallback>
            <p:pic>
              <p:nvPicPr>
                <p:cNvPr id="153" name="Ink 152">
                  <a:extLst>
                    <a:ext uri="{FF2B5EF4-FFF2-40B4-BE49-F238E27FC236}">
                      <a16:creationId xmlns:a16="http://schemas.microsoft.com/office/drawing/2014/main" id="{EEFAB2D7-B1D7-54CE-07B3-F551C4E41460}"/>
                    </a:ext>
                  </a:extLst>
                </p:cNvPr>
                <p:cNvPicPr/>
                <p:nvPr/>
              </p:nvPicPr>
              <p:blipFill>
                <a:blip r:embed="rId266"/>
                <a:stretch>
                  <a:fillRect/>
                </a:stretch>
              </p:blipFill>
              <p:spPr>
                <a:xfrm>
                  <a:off x="9960584" y="3766962"/>
                  <a:ext cx="68400" cy="3110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7">
              <p14:nvContentPartPr>
                <p14:cNvPr id="154" name="Ink 153">
                  <a:extLst>
                    <a:ext uri="{FF2B5EF4-FFF2-40B4-BE49-F238E27FC236}">
                      <a16:creationId xmlns:a16="http://schemas.microsoft.com/office/drawing/2014/main" id="{1D145EFE-35D3-7A6E-52C9-9266E7241438}"/>
                    </a:ext>
                  </a:extLst>
                </p14:cNvPr>
                <p14:cNvContentPartPr/>
                <p14:nvPr/>
              </p14:nvContentPartPr>
              <p14:xfrm>
                <a:off x="9945464" y="3937242"/>
                <a:ext cx="181440" cy="115560"/>
              </p14:xfrm>
            </p:contentPart>
          </mc:Choice>
          <mc:Fallback>
            <p:pic>
              <p:nvPicPr>
                <p:cNvPr id="154" name="Ink 153">
                  <a:extLst>
                    <a:ext uri="{FF2B5EF4-FFF2-40B4-BE49-F238E27FC236}">
                      <a16:creationId xmlns:a16="http://schemas.microsoft.com/office/drawing/2014/main" id="{1D145EFE-35D3-7A6E-52C9-9266E7241438}"/>
                    </a:ext>
                  </a:extLst>
                </p:cNvPr>
                <p:cNvPicPr/>
                <p:nvPr/>
              </p:nvPicPr>
              <p:blipFill>
                <a:blip r:embed="rId268"/>
                <a:stretch>
                  <a:fillRect/>
                </a:stretch>
              </p:blipFill>
              <p:spPr>
                <a:xfrm>
                  <a:off x="9927824" y="3919242"/>
                  <a:ext cx="217080" cy="151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69">
              <p14:nvContentPartPr>
                <p14:cNvPr id="155" name="Ink 154">
                  <a:extLst>
                    <a:ext uri="{FF2B5EF4-FFF2-40B4-BE49-F238E27FC236}">
                      <a16:creationId xmlns:a16="http://schemas.microsoft.com/office/drawing/2014/main" id="{26CE4BF0-452E-6896-8DEF-BB3F670580EB}"/>
                    </a:ext>
                  </a:extLst>
                </p14:cNvPr>
                <p14:cNvContentPartPr/>
                <p14:nvPr/>
              </p14:nvContentPartPr>
              <p14:xfrm>
                <a:off x="10163624" y="3792162"/>
                <a:ext cx="34200" cy="18000"/>
              </p14:xfrm>
            </p:contentPart>
          </mc:Choice>
          <mc:Fallback>
            <p:pic>
              <p:nvPicPr>
                <p:cNvPr id="155" name="Ink 154">
                  <a:extLst>
                    <a:ext uri="{FF2B5EF4-FFF2-40B4-BE49-F238E27FC236}">
                      <a16:creationId xmlns:a16="http://schemas.microsoft.com/office/drawing/2014/main" id="{26CE4BF0-452E-6896-8DEF-BB3F670580EB}"/>
                    </a:ext>
                  </a:extLst>
                </p:cNvPr>
                <p:cNvPicPr/>
                <p:nvPr/>
              </p:nvPicPr>
              <p:blipFill>
                <a:blip r:embed="rId270"/>
                <a:stretch>
                  <a:fillRect/>
                </a:stretch>
              </p:blipFill>
              <p:spPr>
                <a:xfrm>
                  <a:off x="10145624" y="3774162"/>
                  <a:ext cx="69840" cy="536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71">
              <p14:nvContentPartPr>
                <p14:cNvPr id="156" name="Ink 155">
                  <a:extLst>
                    <a:ext uri="{FF2B5EF4-FFF2-40B4-BE49-F238E27FC236}">
                      <a16:creationId xmlns:a16="http://schemas.microsoft.com/office/drawing/2014/main" id="{29BFB911-8E25-7F5B-74FC-458885C1F5C2}"/>
                    </a:ext>
                  </a:extLst>
                </p14:cNvPr>
                <p14:cNvContentPartPr/>
                <p14:nvPr/>
              </p14:nvContentPartPr>
              <p14:xfrm>
                <a:off x="10251104" y="3909522"/>
                <a:ext cx="310680" cy="173520"/>
              </p14:xfrm>
            </p:contentPart>
          </mc:Choice>
          <mc:Fallback>
            <p:pic>
              <p:nvPicPr>
                <p:cNvPr id="156" name="Ink 155">
                  <a:extLst>
                    <a:ext uri="{FF2B5EF4-FFF2-40B4-BE49-F238E27FC236}">
                      <a16:creationId xmlns:a16="http://schemas.microsoft.com/office/drawing/2014/main" id="{29BFB911-8E25-7F5B-74FC-458885C1F5C2}"/>
                    </a:ext>
                  </a:extLst>
                </p:cNvPr>
                <p:cNvPicPr/>
                <p:nvPr/>
              </p:nvPicPr>
              <p:blipFill>
                <a:blip r:embed="rId272"/>
                <a:stretch>
                  <a:fillRect/>
                </a:stretch>
              </p:blipFill>
              <p:spPr>
                <a:xfrm>
                  <a:off x="10233464" y="3891882"/>
                  <a:ext cx="346320" cy="2091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73">
              <p14:nvContentPartPr>
                <p14:cNvPr id="157" name="Ink 156">
                  <a:extLst>
                    <a:ext uri="{FF2B5EF4-FFF2-40B4-BE49-F238E27FC236}">
                      <a16:creationId xmlns:a16="http://schemas.microsoft.com/office/drawing/2014/main" id="{CD6EF4C9-210E-D268-6D2A-C239241E3BC5}"/>
                    </a:ext>
                  </a:extLst>
                </p14:cNvPr>
                <p14:cNvContentPartPr/>
                <p14:nvPr/>
              </p14:nvContentPartPr>
              <p14:xfrm>
                <a:off x="9508784" y="3094122"/>
                <a:ext cx="63720" cy="647640"/>
              </p14:xfrm>
            </p:contentPart>
          </mc:Choice>
          <mc:Fallback>
            <p:pic>
              <p:nvPicPr>
                <p:cNvPr id="157" name="Ink 156">
                  <a:extLst>
                    <a:ext uri="{FF2B5EF4-FFF2-40B4-BE49-F238E27FC236}">
                      <a16:creationId xmlns:a16="http://schemas.microsoft.com/office/drawing/2014/main" id="{CD6EF4C9-210E-D268-6D2A-C239241E3BC5}"/>
                    </a:ext>
                  </a:extLst>
                </p:cNvPr>
                <p:cNvPicPr/>
                <p:nvPr/>
              </p:nvPicPr>
              <p:blipFill>
                <a:blip r:embed="rId274"/>
                <a:stretch>
                  <a:fillRect/>
                </a:stretch>
              </p:blipFill>
              <p:spPr>
                <a:xfrm>
                  <a:off x="9491144" y="3076482"/>
                  <a:ext cx="99360" cy="6832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75">
              <p14:nvContentPartPr>
                <p14:cNvPr id="158" name="Ink 157">
                  <a:extLst>
                    <a:ext uri="{FF2B5EF4-FFF2-40B4-BE49-F238E27FC236}">
                      <a16:creationId xmlns:a16="http://schemas.microsoft.com/office/drawing/2014/main" id="{B80E718E-E272-DD9E-E0BB-F2E874F24A7F}"/>
                    </a:ext>
                  </a:extLst>
                </p14:cNvPr>
                <p14:cNvContentPartPr/>
                <p14:nvPr/>
              </p14:nvContentPartPr>
              <p14:xfrm>
                <a:off x="9442184" y="3151002"/>
                <a:ext cx="106200" cy="76680"/>
              </p14:xfrm>
            </p:contentPart>
          </mc:Choice>
          <mc:Fallback>
            <p:pic>
              <p:nvPicPr>
                <p:cNvPr id="158" name="Ink 157">
                  <a:extLst>
                    <a:ext uri="{FF2B5EF4-FFF2-40B4-BE49-F238E27FC236}">
                      <a16:creationId xmlns:a16="http://schemas.microsoft.com/office/drawing/2014/main" id="{B80E718E-E272-DD9E-E0BB-F2E874F24A7F}"/>
                    </a:ext>
                  </a:extLst>
                </p:cNvPr>
                <p:cNvPicPr/>
                <p:nvPr/>
              </p:nvPicPr>
              <p:blipFill>
                <a:blip r:embed="rId276"/>
                <a:stretch>
                  <a:fillRect/>
                </a:stretch>
              </p:blipFill>
              <p:spPr>
                <a:xfrm>
                  <a:off x="9424184" y="3133362"/>
                  <a:ext cx="141840" cy="112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77">
              <p14:nvContentPartPr>
                <p14:cNvPr id="159" name="Ink 158">
                  <a:extLst>
                    <a:ext uri="{FF2B5EF4-FFF2-40B4-BE49-F238E27FC236}">
                      <a16:creationId xmlns:a16="http://schemas.microsoft.com/office/drawing/2014/main" id="{DD84D83F-6733-CC3A-B9DC-E411E985FBBB}"/>
                    </a:ext>
                  </a:extLst>
                </p14:cNvPr>
                <p14:cNvContentPartPr/>
                <p14:nvPr/>
              </p14:nvContentPartPr>
              <p14:xfrm>
                <a:off x="9448664" y="3067842"/>
                <a:ext cx="91080" cy="120960"/>
              </p14:xfrm>
            </p:contentPart>
          </mc:Choice>
          <mc:Fallback>
            <p:pic>
              <p:nvPicPr>
                <p:cNvPr id="159" name="Ink 158">
                  <a:extLst>
                    <a:ext uri="{FF2B5EF4-FFF2-40B4-BE49-F238E27FC236}">
                      <a16:creationId xmlns:a16="http://schemas.microsoft.com/office/drawing/2014/main" id="{DD84D83F-6733-CC3A-B9DC-E411E985FBBB}"/>
                    </a:ext>
                  </a:extLst>
                </p:cNvPr>
                <p:cNvPicPr/>
                <p:nvPr/>
              </p:nvPicPr>
              <p:blipFill>
                <a:blip r:embed="rId278"/>
                <a:stretch>
                  <a:fillRect/>
                </a:stretch>
              </p:blipFill>
              <p:spPr>
                <a:xfrm>
                  <a:off x="9430664" y="3050202"/>
                  <a:ext cx="126720" cy="156600"/>
                </a:xfrm>
                <a:prstGeom prst="rect">
                  <a:avLst/>
                </a:prstGeom>
              </p:spPr>
            </p:pic>
          </mc:Fallback>
        </mc:AlternateContent>
      </p:grpSp>
      <p:grpSp>
        <p:nvGrpSpPr>
          <p:cNvPr id="166" name="Group 165">
            <a:extLst>
              <a:ext uri="{FF2B5EF4-FFF2-40B4-BE49-F238E27FC236}">
                <a16:creationId xmlns:a16="http://schemas.microsoft.com/office/drawing/2014/main" id="{E8B1FA09-864D-1E3F-038C-FD7059CDD809}"/>
              </a:ext>
            </a:extLst>
          </p:cNvPr>
          <p:cNvGrpSpPr/>
          <p:nvPr/>
        </p:nvGrpSpPr>
        <p:grpSpPr>
          <a:xfrm>
            <a:off x="8106944" y="5840562"/>
            <a:ext cx="919080" cy="308880"/>
            <a:chOff x="8106944" y="5840562"/>
            <a:chExt cx="919080" cy="308880"/>
          </a:xfrm>
        </p:grpSpPr>
        <mc:AlternateContent xmlns:mc="http://schemas.openxmlformats.org/markup-compatibility/2006">
          <mc:Choice xmlns:p14="http://schemas.microsoft.com/office/powerpoint/2010/main" xmlns:aink="http://schemas.microsoft.com/office/drawing/2016/ink" Requires="p14 aink">
            <p:contentPart p14:bwMode="auto" r:id="rId279">
              <p14:nvContentPartPr>
                <p14:cNvPr id="161" name="Ink 160">
                  <a:extLst>
                    <a:ext uri="{FF2B5EF4-FFF2-40B4-BE49-F238E27FC236}">
                      <a16:creationId xmlns:a16="http://schemas.microsoft.com/office/drawing/2014/main" id="{4DE909B3-0694-3721-DBF1-FFBDB3CF60C7}"/>
                    </a:ext>
                  </a:extLst>
                </p14:cNvPr>
                <p14:cNvContentPartPr/>
                <p14:nvPr/>
              </p14:nvContentPartPr>
              <p14:xfrm>
                <a:off x="8137544" y="5943522"/>
                <a:ext cx="32760" cy="166320"/>
              </p14:xfrm>
            </p:contentPart>
          </mc:Choice>
          <mc:Fallback>
            <p:pic>
              <p:nvPicPr>
                <p:cNvPr id="161" name="Ink 160">
                  <a:extLst>
                    <a:ext uri="{FF2B5EF4-FFF2-40B4-BE49-F238E27FC236}">
                      <a16:creationId xmlns:a16="http://schemas.microsoft.com/office/drawing/2014/main" id="{4DE909B3-0694-3721-DBF1-FFBDB3CF60C7}"/>
                    </a:ext>
                  </a:extLst>
                </p:cNvPr>
                <p:cNvPicPr/>
                <p:nvPr/>
              </p:nvPicPr>
              <p:blipFill>
                <a:blip r:embed="rId280"/>
                <a:stretch>
                  <a:fillRect/>
                </a:stretch>
              </p:blipFill>
              <p:spPr>
                <a:xfrm>
                  <a:off x="8119544" y="5925522"/>
                  <a:ext cx="68400" cy="201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81">
              <p14:nvContentPartPr>
                <p14:cNvPr id="162" name="Ink 161">
                  <a:extLst>
                    <a:ext uri="{FF2B5EF4-FFF2-40B4-BE49-F238E27FC236}">
                      <a16:creationId xmlns:a16="http://schemas.microsoft.com/office/drawing/2014/main" id="{EB553A58-C108-3A23-0F03-C04EA9100DD5}"/>
                    </a:ext>
                  </a:extLst>
                </p14:cNvPr>
                <p14:cNvContentPartPr/>
                <p14:nvPr/>
              </p14:nvContentPartPr>
              <p14:xfrm>
                <a:off x="8106944" y="5840562"/>
                <a:ext cx="247680" cy="308880"/>
              </p14:xfrm>
            </p:contentPart>
          </mc:Choice>
          <mc:Fallback>
            <p:pic>
              <p:nvPicPr>
                <p:cNvPr id="162" name="Ink 161">
                  <a:extLst>
                    <a:ext uri="{FF2B5EF4-FFF2-40B4-BE49-F238E27FC236}">
                      <a16:creationId xmlns:a16="http://schemas.microsoft.com/office/drawing/2014/main" id="{EB553A58-C108-3A23-0F03-C04EA9100DD5}"/>
                    </a:ext>
                  </a:extLst>
                </p:cNvPr>
                <p:cNvPicPr/>
                <p:nvPr/>
              </p:nvPicPr>
              <p:blipFill>
                <a:blip r:embed="rId282"/>
                <a:stretch>
                  <a:fillRect/>
                </a:stretch>
              </p:blipFill>
              <p:spPr>
                <a:xfrm>
                  <a:off x="8089304" y="5822922"/>
                  <a:ext cx="283320" cy="3445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83">
              <p14:nvContentPartPr>
                <p14:cNvPr id="163" name="Ink 162">
                  <a:extLst>
                    <a:ext uri="{FF2B5EF4-FFF2-40B4-BE49-F238E27FC236}">
                      <a16:creationId xmlns:a16="http://schemas.microsoft.com/office/drawing/2014/main" id="{4FBAB493-DCFB-2F9A-8BD3-8FE0091872BC}"/>
                    </a:ext>
                  </a:extLst>
                </p14:cNvPr>
                <p14:cNvContentPartPr/>
                <p14:nvPr/>
              </p14:nvContentPartPr>
              <p14:xfrm>
                <a:off x="8380904" y="5964042"/>
                <a:ext cx="161640" cy="145800"/>
              </p14:xfrm>
            </p:contentPart>
          </mc:Choice>
          <mc:Fallback>
            <p:pic>
              <p:nvPicPr>
                <p:cNvPr id="163" name="Ink 162">
                  <a:extLst>
                    <a:ext uri="{FF2B5EF4-FFF2-40B4-BE49-F238E27FC236}">
                      <a16:creationId xmlns:a16="http://schemas.microsoft.com/office/drawing/2014/main" id="{4FBAB493-DCFB-2F9A-8BD3-8FE0091872BC}"/>
                    </a:ext>
                  </a:extLst>
                </p:cNvPr>
                <p:cNvPicPr/>
                <p:nvPr/>
              </p:nvPicPr>
              <p:blipFill>
                <a:blip r:embed="rId284"/>
                <a:stretch>
                  <a:fillRect/>
                </a:stretch>
              </p:blipFill>
              <p:spPr>
                <a:xfrm>
                  <a:off x="8362904" y="5946402"/>
                  <a:ext cx="197280" cy="18144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85">
              <p14:nvContentPartPr>
                <p14:cNvPr id="164" name="Ink 163">
                  <a:extLst>
                    <a:ext uri="{FF2B5EF4-FFF2-40B4-BE49-F238E27FC236}">
                      <a16:creationId xmlns:a16="http://schemas.microsoft.com/office/drawing/2014/main" id="{1D77A5E7-F76C-F7C4-19EE-377B5A35B5D8}"/>
                    </a:ext>
                  </a:extLst>
                </p14:cNvPr>
                <p14:cNvContentPartPr/>
                <p14:nvPr/>
              </p14:nvContentPartPr>
              <p14:xfrm>
                <a:off x="8641904" y="5962602"/>
                <a:ext cx="109800" cy="166320"/>
              </p14:xfrm>
            </p:contentPart>
          </mc:Choice>
          <mc:Fallback>
            <p:pic>
              <p:nvPicPr>
                <p:cNvPr id="164" name="Ink 163">
                  <a:extLst>
                    <a:ext uri="{FF2B5EF4-FFF2-40B4-BE49-F238E27FC236}">
                      <a16:creationId xmlns:a16="http://schemas.microsoft.com/office/drawing/2014/main" id="{1D77A5E7-F76C-F7C4-19EE-377B5A35B5D8}"/>
                    </a:ext>
                  </a:extLst>
                </p:cNvPr>
                <p:cNvPicPr/>
                <p:nvPr/>
              </p:nvPicPr>
              <p:blipFill>
                <a:blip r:embed="rId286"/>
                <a:stretch>
                  <a:fillRect/>
                </a:stretch>
              </p:blipFill>
              <p:spPr>
                <a:xfrm>
                  <a:off x="8624264" y="5944602"/>
                  <a:ext cx="145440" cy="20196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87">
              <p14:nvContentPartPr>
                <p14:cNvPr id="165" name="Ink 164">
                  <a:extLst>
                    <a:ext uri="{FF2B5EF4-FFF2-40B4-BE49-F238E27FC236}">
                      <a16:creationId xmlns:a16="http://schemas.microsoft.com/office/drawing/2014/main" id="{6F840D9B-0B3A-324B-51EF-1BB31B3C48AC}"/>
                    </a:ext>
                  </a:extLst>
                </p14:cNvPr>
                <p14:cNvContentPartPr/>
                <p14:nvPr/>
              </p14:nvContentPartPr>
              <p14:xfrm>
                <a:off x="8840984" y="5964042"/>
                <a:ext cx="185040" cy="158400"/>
              </p14:xfrm>
            </p:contentPart>
          </mc:Choice>
          <mc:Fallback>
            <p:pic>
              <p:nvPicPr>
                <p:cNvPr id="165" name="Ink 164">
                  <a:extLst>
                    <a:ext uri="{FF2B5EF4-FFF2-40B4-BE49-F238E27FC236}">
                      <a16:creationId xmlns:a16="http://schemas.microsoft.com/office/drawing/2014/main" id="{6F840D9B-0B3A-324B-51EF-1BB31B3C48AC}"/>
                    </a:ext>
                  </a:extLst>
                </p:cNvPr>
                <p:cNvPicPr/>
                <p:nvPr/>
              </p:nvPicPr>
              <p:blipFill>
                <a:blip r:embed="rId288"/>
                <a:stretch>
                  <a:fillRect/>
                </a:stretch>
              </p:blipFill>
              <p:spPr>
                <a:xfrm>
                  <a:off x="8823344" y="5946042"/>
                  <a:ext cx="220680" cy="194040"/>
                </a:xfrm>
                <a:prstGeom prst="rect">
                  <a:avLst/>
                </a:prstGeom>
              </p:spPr>
            </p:pic>
          </mc:Fallback>
        </mc:AlternateContent>
      </p:grpSp>
    </p:spTree>
    <p:extLst>
      <p:ext uri="{BB962C8B-B14F-4D97-AF65-F5344CB8AC3E}">
        <p14:creationId xmlns:p14="http://schemas.microsoft.com/office/powerpoint/2010/main" val="1168704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Approver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Display the travel request data</a:t>
            </a:r>
            <a:endParaRPr dirty="0"/>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definition</a:t>
            </a:r>
            <a:endParaRPr dirty="0"/>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2" name="Google Shape;1332;p59" descr="A green circle with a white tick in it&#10;&#10;Description automatically generated">
            <a:extLst>
              <a:ext uri="{FF2B5EF4-FFF2-40B4-BE49-F238E27FC236}">
                <a16:creationId xmlns:a16="http://schemas.microsoft.com/office/drawing/2014/main" id="{0429EB48-01CB-8827-1DBD-1E4A285610D4}"/>
              </a:ext>
            </a:extLst>
          </p:cNvPr>
          <p:cNvPicPr preferRelativeResize="0"/>
          <p:nvPr/>
        </p:nvPicPr>
        <p:blipFill rotWithShape="1">
          <a:blip r:embed="rId3">
            <a:alphaModFix/>
          </a:blip>
          <a:srcRect/>
          <a:stretch/>
        </p:blipFill>
        <p:spPr>
          <a:xfrm>
            <a:off x="4248150" y="4774394"/>
            <a:ext cx="457206" cy="457206"/>
          </a:xfrm>
          <a:prstGeom prst="rect">
            <a:avLst/>
          </a:prstGeom>
          <a:noFill/>
          <a:ln>
            <a:noFill/>
          </a:ln>
        </p:spPr>
      </p:pic>
      <p:pic>
        <p:nvPicPr>
          <p:cNvPr id="34" name="Google Shape;1332;p59" descr="A green circle with a white tick in it&#10;&#10;Description automatically generated">
            <a:extLst>
              <a:ext uri="{FF2B5EF4-FFF2-40B4-BE49-F238E27FC236}">
                <a16:creationId xmlns:a16="http://schemas.microsoft.com/office/drawing/2014/main" id="{4FEA52D9-934C-7FDF-FC6B-F4F100E07FAF}"/>
              </a:ext>
            </a:extLst>
          </p:cNvPr>
          <p:cNvPicPr preferRelativeResize="0"/>
          <p:nvPr/>
        </p:nvPicPr>
        <p:blipFill rotWithShape="1">
          <a:blip r:embed="rId3">
            <a:alphaModFix/>
          </a:blip>
          <a:srcRect/>
          <a:stretch/>
        </p:blipFill>
        <p:spPr>
          <a:xfrm>
            <a:off x="249366" y="4774394"/>
            <a:ext cx="457206" cy="457206"/>
          </a:xfrm>
          <a:prstGeom prst="rect">
            <a:avLst/>
          </a:prstGeom>
          <a:noFill/>
          <a:ln>
            <a:noFill/>
          </a:ln>
        </p:spPr>
      </p:pic>
      <p:pic>
        <p:nvPicPr>
          <p:cNvPr id="35" name="Google Shape;1332;p59" descr="A green circle with a white tick in it&#10;&#10;Description automatically generated">
            <a:extLst>
              <a:ext uri="{FF2B5EF4-FFF2-40B4-BE49-F238E27FC236}">
                <a16:creationId xmlns:a16="http://schemas.microsoft.com/office/drawing/2014/main" id="{56805F4A-7F64-AFF5-CA4E-5847D02FBEB7}"/>
              </a:ext>
            </a:extLst>
          </p:cNvPr>
          <p:cNvPicPr preferRelativeResize="0"/>
          <p:nvPr/>
        </p:nvPicPr>
        <p:blipFill rotWithShape="1">
          <a:blip r:embed="rId3">
            <a:alphaModFix/>
          </a:blip>
          <a:srcRect/>
          <a:stretch/>
        </p:blipFill>
        <p:spPr>
          <a:xfrm>
            <a:off x="177177" y="1349779"/>
            <a:ext cx="457206" cy="457206"/>
          </a:xfrm>
          <a:prstGeom prst="rect">
            <a:avLst/>
          </a:prstGeom>
          <a:noFill/>
          <a:ln>
            <a:noFill/>
          </a:ln>
        </p:spPr>
      </p:pic>
      <p:pic>
        <p:nvPicPr>
          <p:cNvPr id="36" name="Google Shape;1332;p59" descr="A green circle with a white tick in it&#10;&#10;Description automatically generated">
            <a:extLst>
              <a:ext uri="{FF2B5EF4-FFF2-40B4-BE49-F238E27FC236}">
                <a16:creationId xmlns:a16="http://schemas.microsoft.com/office/drawing/2014/main" id="{0FDD976C-8BA8-ED6C-121E-AD555C96A284}"/>
              </a:ext>
            </a:extLst>
          </p:cNvPr>
          <p:cNvPicPr preferRelativeResize="0"/>
          <p:nvPr/>
        </p:nvPicPr>
        <p:blipFill rotWithShape="1">
          <a:blip r:embed="rId3">
            <a:alphaModFix/>
          </a:blip>
          <a:srcRect/>
          <a:stretch/>
        </p:blipFill>
        <p:spPr>
          <a:xfrm>
            <a:off x="3345529" y="1265914"/>
            <a:ext cx="457206" cy="4572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2" name="Group 151">
            <a:extLst>
              <a:ext uri="{FF2B5EF4-FFF2-40B4-BE49-F238E27FC236}">
                <a16:creationId xmlns:a16="http://schemas.microsoft.com/office/drawing/2014/main" id="{953A6D98-1144-5B5F-08D8-A9662F54B8F6}"/>
              </a:ext>
            </a:extLst>
          </p:cNvPr>
          <p:cNvGrpSpPr/>
          <p:nvPr/>
        </p:nvGrpSpPr>
        <p:grpSpPr>
          <a:xfrm>
            <a:off x="578264" y="1146882"/>
            <a:ext cx="11968920" cy="5605920"/>
            <a:chOff x="578264" y="1146882"/>
            <a:chExt cx="11968920" cy="560592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B0F24B1-B02B-014D-3152-79E582AAD326}"/>
                    </a:ext>
                  </a:extLst>
                </p14:cNvPr>
                <p14:cNvContentPartPr/>
                <p14:nvPr/>
              </p14:nvContentPartPr>
              <p14:xfrm>
                <a:off x="811904" y="1841682"/>
                <a:ext cx="261720" cy="357480"/>
              </p14:xfrm>
            </p:contentPart>
          </mc:Choice>
          <mc:Fallback>
            <p:pic>
              <p:nvPicPr>
                <p:cNvPr id="4" name="Ink 3">
                  <a:extLst>
                    <a:ext uri="{FF2B5EF4-FFF2-40B4-BE49-F238E27FC236}">
                      <a16:creationId xmlns:a16="http://schemas.microsoft.com/office/drawing/2014/main" id="{7B0F24B1-B02B-014D-3152-79E582AAD326}"/>
                    </a:ext>
                  </a:extLst>
                </p:cNvPr>
                <p:cNvPicPr/>
                <p:nvPr/>
              </p:nvPicPr>
              <p:blipFill>
                <a:blip r:embed="rId3"/>
                <a:stretch>
                  <a:fillRect/>
                </a:stretch>
              </p:blipFill>
              <p:spPr>
                <a:xfrm>
                  <a:off x="802904" y="1833042"/>
                  <a:ext cx="27936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D5B91E9F-C7C6-643B-98AC-9DA5D3626E7A}"/>
                    </a:ext>
                  </a:extLst>
                </p14:cNvPr>
                <p14:cNvContentPartPr/>
                <p14:nvPr/>
              </p14:nvContentPartPr>
              <p14:xfrm>
                <a:off x="1133024" y="1879842"/>
                <a:ext cx="206640" cy="284760"/>
              </p14:xfrm>
            </p:contentPart>
          </mc:Choice>
          <mc:Fallback>
            <p:pic>
              <p:nvPicPr>
                <p:cNvPr id="5" name="Ink 4">
                  <a:extLst>
                    <a:ext uri="{FF2B5EF4-FFF2-40B4-BE49-F238E27FC236}">
                      <a16:creationId xmlns:a16="http://schemas.microsoft.com/office/drawing/2014/main" id="{D5B91E9F-C7C6-643B-98AC-9DA5D3626E7A}"/>
                    </a:ext>
                  </a:extLst>
                </p:cNvPr>
                <p:cNvPicPr/>
                <p:nvPr/>
              </p:nvPicPr>
              <p:blipFill>
                <a:blip r:embed="rId5"/>
                <a:stretch>
                  <a:fillRect/>
                </a:stretch>
              </p:blipFill>
              <p:spPr>
                <a:xfrm>
                  <a:off x="1124024" y="1870842"/>
                  <a:ext cx="22428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E68A193A-83B9-20FB-6982-C50DB91B7E68}"/>
                    </a:ext>
                  </a:extLst>
                </p14:cNvPr>
                <p14:cNvContentPartPr/>
                <p14:nvPr/>
              </p14:nvContentPartPr>
              <p14:xfrm>
                <a:off x="1224104" y="1999002"/>
                <a:ext cx="129240" cy="50760"/>
              </p14:xfrm>
            </p:contentPart>
          </mc:Choice>
          <mc:Fallback>
            <p:pic>
              <p:nvPicPr>
                <p:cNvPr id="6" name="Ink 5">
                  <a:extLst>
                    <a:ext uri="{FF2B5EF4-FFF2-40B4-BE49-F238E27FC236}">
                      <a16:creationId xmlns:a16="http://schemas.microsoft.com/office/drawing/2014/main" id="{E68A193A-83B9-20FB-6982-C50DB91B7E68}"/>
                    </a:ext>
                  </a:extLst>
                </p:cNvPr>
                <p:cNvPicPr/>
                <p:nvPr/>
              </p:nvPicPr>
              <p:blipFill>
                <a:blip r:embed="rId7"/>
                <a:stretch>
                  <a:fillRect/>
                </a:stretch>
              </p:blipFill>
              <p:spPr>
                <a:xfrm>
                  <a:off x="1215464" y="1990362"/>
                  <a:ext cx="1468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FC4CFA9D-F7C3-9DEF-8722-4E4D08581ED9}"/>
                    </a:ext>
                  </a:extLst>
                </p14:cNvPr>
                <p14:cNvContentPartPr/>
                <p14:nvPr/>
              </p14:nvContentPartPr>
              <p14:xfrm>
                <a:off x="1470344" y="1846722"/>
                <a:ext cx="165600" cy="326160"/>
              </p14:xfrm>
            </p:contentPart>
          </mc:Choice>
          <mc:Fallback>
            <p:pic>
              <p:nvPicPr>
                <p:cNvPr id="7" name="Ink 6">
                  <a:extLst>
                    <a:ext uri="{FF2B5EF4-FFF2-40B4-BE49-F238E27FC236}">
                      <a16:creationId xmlns:a16="http://schemas.microsoft.com/office/drawing/2014/main" id="{FC4CFA9D-F7C3-9DEF-8722-4E4D08581ED9}"/>
                    </a:ext>
                  </a:extLst>
                </p:cNvPr>
                <p:cNvPicPr/>
                <p:nvPr/>
              </p:nvPicPr>
              <p:blipFill>
                <a:blip r:embed="rId9"/>
                <a:stretch>
                  <a:fillRect/>
                </a:stretch>
              </p:blipFill>
              <p:spPr>
                <a:xfrm>
                  <a:off x="1461344" y="1837722"/>
                  <a:ext cx="183240" cy="343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34083C13-86D0-1604-E1F2-0A4A79AD02E5}"/>
                    </a:ext>
                  </a:extLst>
                </p14:cNvPr>
                <p14:cNvContentPartPr/>
                <p14:nvPr/>
              </p14:nvContentPartPr>
              <p14:xfrm>
                <a:off x="578264" y="1574922"/>
                <a:ext cx="1436760" cy="931680"/>
              </p14:xfrm>
            </p:contentPart>
          </mc:Choice>
          <mc:Fallback>
            <p:pic>
              <p:nvPicPr>
                <p:cNvPr id="8" name="Ink 7">
                  <a:extLst>
                    <a:ext uri="{FF2B5EF4-FFF2-40B4-BE49-F238E27FC236}">
                      <a16:creationId xmlns:a16="http://schemas.microsoft.com/office/drawing/2014/main" id="{34083C13-86D0-1604-E1F2-0A4A79AD02E5}"/>
                    </a:ext>
                  </a:extLst>
                </p:cNvPr>
                <p:cNvPicPr/>
                <p:nvPr/>
              </p:nvPicPr>
              <p:blipFill>
                <a:blip r:embed="rId11"/>
                <a:stretch>
                  <a:fillRect/>
                </a:stretch>
              </p:blipFill>
              <p:spPr>
                <a:xfrm>
                  <a:off x="569264" y="1566282"/>
                  <a:ext cx="1454400" cy="9493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E3EABBF7-B258-A153-E9F8-B1E39AD22B0E}"/>
                    </a:ext>
                  </a:extLst>
                </p14:cNvPr>
                <p14:cNvContentPartPr/>
                <p14:nvPr/>
              </p14:nvContentPartPr>
              <p14:xfrm>
                <a:off x="874544" y="2692722"/>
                <a:ext cx="232920" cy="255960"/>
              </p14:xfrm>
            </p:contentPart>
          </mc:Choice>
          <mc:Fallback>
            <p:pic>
              <p:nvPicPr>
                <p:cNvPr id="10" name="Ink 9">
                  <a:extLst>
                    <a:ext uri="{FF2B5EF4-FFF2-40B4-BE49-F238E27FC236}">
                      <a16:creationId xmlns:a16="http://schemas.microsoft.com/office/drawing/2014/main" id="{E3EABBF7-B258-A153-E9F8-B1E39AD22B0E}"/>
                    </a:ext>
                  </a:extLst>
                </p:cNvPr>
                <p:cNvPicPr/>
                <p:nvPr/>
              </p:nvPicPr>
              <p:blipFill>
                <a:blip r:embed="rId13"/>
                <a:stretch>
                  <a:fillRect/>
                </a:stretch>
              </p:blipFill>
              <p:spPr>
                <a:xfrm>
                  <a:off x="865544" y="2683722"/>
                  <a:ext cx="25056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70F6B06C-604F-64DC-6206-BB1177427B1A}"/>
                    </a:ext>
                  </a:extLst>
                </p14:cNvPr>
                <p14:cNvContentPartPr/>
                <p14:nvPr/>
              </p14:nvContentPartPr>
              <p14:xfrm>
                <a:off x="1205744" y="2729802"/>
                <a:ext cx="27360" cy="187200"/>
              </p14:xfrm>
            </p:contentPart>
          </mc:Choice>
          <mc:Fallback>
            <p:pic>
              <p:nvPicPr>
                <p:cNvPr id="11" name="Ink 10">
                  <a:extLst>
                    <a:ext uri="{FF2B5EF4-FFF2-40B4-BE49-F238E27FC236}">
                      <a16:creationId xmlns:a16="http://schemas.microsoft.com/office/drawing/2014/main" id="{70F6B06C-604F-64DC-6206-BB1177427B1A}"/>
                    </a:ext>
                  </a:extLst>
                </p:cNvPr>
                <p:cNvPicPr/>
                <p:nvPr/>
              </p:nvPicPr>
              <p:blipFill>
                <a:blip r:embed="rId15"/>
                <a:stretch>
                  <a:fillRect/>
                </a:stretch>
              </p:blipFill>
              <p:spPr>
                <a:xfrm>
                  <a:off x="1197104" y="2720802"/>
                  <a:ext cx="4500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0C53F288-77E1-0C3D-CCC5-0D109F112952}"/>
                    </a:ext>
                  </a:extLst>
                </p14:cNvPr>
                <p14:cNvContentPartPr/>
                <p14:nvPr/>
              </p14:nvContentPartPr>
              <p14:xfrm>
                <a:off x="774464" y="3224082"/>
                <a:ext cx="14400" cy="342720"/>
              </p14:xfrm>
            </p:contentPart>
          </mc:Choice>
          <mc:Fallback>
            <p:pic>
              <p:nvPicPr>
                <p:cNvPr id="13" name="Ink 12">
                  <a:extLst>
                    <a:ext uri="{FF2B5EF4-FFF2-40B4-BE49-F238E27FC236}">
                      <a16:creationId xmlns:a16="http://schemas.microsoft.com/office/drawing/2014/main" id="{0C53F288-77E1-0C3D-CCC5-0D109F112952}"/>
                    </a:ext>
                  </a:extLst>
                </p:cNvPr>
                <p:cNvPicPr/>
                <p:nvPr/>
              </p:nvPicPr>
              <p:blipFill>
                <a:blip r:embed="rId17"/>
                <a:stretch>
                  <a:fillRect/>
                </a:stretch>
              </p:blipFill>
              <p:spPr>
                <a:xfrm>
                  <a:off x="765464" y="3215442"/>
                  <a:ext cx="32040" cy="360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65AD9AD5-79AD-1112-C5D7-D9290771CA94}"/>
                    </a:ext>
                  </a:extLst>
                </p14:cNvPr>
                <p14:cNvContentPartPr/>
                <p14:nvPr/>
              </p14:nvContentPartPr>
              <p14:xfrm>
                <a:off x="900824" y="3219762"/>
                <a:ext cx="47160" cy="258840"/>
              </p14:xfrm>
            </p:contentPart>
          </mc:Choice>
          <mc:Fallback>
            <p:pic>
              <p:nvPicPr>
                <p:cNvPr id="14" name="Ink 13">
                  <a:extLst>
                    <a:ext uri="{FF2B5EF4-FFF2-40B4-BE49-F238E27FC236}">
                      <a16:creationId xmlns:a16="http://schemas.microsoft.com/office/drawing/2014/main" id="{65AD9AD5-79AD-1112-C5D7-D9290771CA94}"/>
                    </a:ext>
                  </a:extLst>
                </p:cNvPr>
                <p:cNvPicPr/>
                <p:nvPr/>
              </p:nvPicPr>
              <p:blipFill>
                <a:blip r:embed="rId19"/>
                <a:stretch>
                  <a:fillRect/>
                </a:stretch>
              </p:blipFill>
              <p:spPr>
                <a:xfrm>
                  <a:off x="891824" y="3211122"/>
                  <a:ext cx="6480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39A9FF47-9DC7-4170-938E-F43B3D6C3EEF}"/>
                    </a:ext>
                  </a:extLst>
                </p14:cNvPr>
                <p14:cNvContentPartPr/>
                <p14:nvPr/>
              </p14:nvContentPartPr>
              <p14:xfrm>
                <a:off x="666104" y="3285642"/>
                <a:ext cx="362160" cy="47160"/>
              </p14:xfrm>
            </p:contentPart>
          </mc:Choice>
          <mc:Fallback>
            <p:pic>
              <p:nvPicPr>
                <p:cNvPr id="15" name="Ink 14">
                  <a:extLst>
                    <a:ext uri="{FF2B5EF4-FFF2-40B4-BE49-F238E27FC236}">
                      <a16:creationId xmlns:a16="http://schemas.microsoft.com/office/drawing/2014/main" id="{39A9FF47-9DC7-4170-938E-F43B3D6C3EEF}"/>
                    </a:ext>
                  </a:extLst>
                </p:cNvPr>
                <p:cNvPicPr/>
                <p:nvPr/>
              </p:nvPicPr>
              <p:blipFill>
                <a:blip r:embed="rId21"/>
                <a:stretch>
                  <a:fillRect/>
                </a:stretch>
              </p:blipFill>
              <p:spPr>
                <a:xfrm>
                  <a:off x="657104" y="3277002"/>
                  <a:ext cx="37980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414F69B0-03BB-A2C5-76C2-966521675860}"/>
                    </a:ext>
                  </a:extLst>
                </p14:cNvPr>
                <p14:cNvContentPartPr/>
                <p14:nvPr/>
              </p14:nvContentPartPr>
              <p14:xfrm>
                <a:off x="719384" y="3403722"/>
                <a:ext cx="260640" cy="40320"/>
              </p14:xfrm>
            </p:contentPart>
          </mc:Choice>
          <mc:Fallback>
            <p:pic>
              <p:nvPicPr>
                <p:cNvPr id="16" name="Ink 15">
                  <a:extLst>
                    <a:ext uri="{FF2B5EF4-FFF2-40B4-BE49-F238E27FC236}">
                      <a16:creationId xmlns:a16="http://schemas.microsoft.com/office/drawing/2014/main" id="{414F69B0-03BB-A2C5-76C2-966521675860}"/>
                    </a:ext>
                  </a:extLst>
                </p:cNvPr>
                <p:cNvPicPr/>
                <p:nvPr/>
              </p:nvPicPr>
              <p:blipFill>
                <a:blip r:embed="rId23"/>
                <a:stretch>
                  <a:fillRect/>
                </a:stretch>
              </p:blipFill>
              <p:spPr>
                <a:xfrm>
                  <a:off x="710744" y="3394722"/>
                  <a:ext cx="27828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7" name="Ink 16">
                  <a:extLst>
                    <a:ext uri="{FF2B5EF4-FFF2-40B4-BE49-F238E27FC236}">
                      <a16:creationId xmlns:a16="http://schemas.microsoft.com/office/drawing/2014/main" id="{D9755D30-C949-7CF3-EF57-1FADD85E5FAC}"/>
                    </a:ext>
                  </a:extLst>
                </p14:cNvPr>
                <p14:cNvContentPartPr/>
                <p14:nvPr/>
              </p14:nvContentPartPr>
              <p14:xfrm>
                <a:off x="1133024" y="3253242"/>
                <a:ext cx="113040" cy="218520"/>
              </p14:xfrm>
            </p:contentPart>
          </mc:Choice>
          <mc:Fallback>
            <p:pic>
              <p:nvPicPr>
                <p:cNvPr id="17" name="Ink 16">
                  <a:extLst>
                    <a:ext uri="{FF2B5EF4-FFF2-40B4-BE49-F238E27FC236}">
                      <a16:creationId xmlns:a16="http://schemas.microsoft.com/office/drawing/2014/main" id="{D9755D30-C949-7CF3-EF57-1FADD85E5FAC}"/>
                    </a:ext>
                  </a:extLst>
                </p:cNvPr>
                <p:cNvPicPr/>
                <p:nvPr/>
              </p:nvPicPr>
              <p:blipFill>
                <a:blip r:embed="rId25"/>
                <a:stretch>
                  <a:fillRect/>
                </a:stretch>
              </p:blipFill>
              <p:spPr>
                <a:xfrm>
                  <a:off x="1124024" y="3244602"/>
                  <a:ext cx="13068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C4CE0654-3109-D6CF-6AE5-20D5A58B44E1}"/>
                    </a:ext>
                  </a:extLst>
                </p14:cNvPr>
                <p14:cNvContentPartPr/>
                <p14:nvPr/>
              </p14:nvContentPartPr>
              <p14:xfrm>
                <a:off x="1345424" y="3258282"/>
                <a:ext cx="132480" cy="186840"/>
              </p14:xfrm>
            </p:contentPart>
          </mc:Choice>
          <mc:Fallback>
            <p:pic>
              <p:nvPicPr>
                <p:cNvPr id="18" name="Ink 17">
                  <a:extLst>
                    <a:ext uri="{FF2B5EF4-FFF2-40B4-BE49-F238E27FC236}">
                      <a16:creationId xmlns:a16="http://schemas.microsoft.com/office/drawing/2014/main" id="{C4CE0654-3109-D6CF-6AE5-20D5A58B44E1}"/>
                    </a:ext>
                  </a:extLst>
                </p:cNvPr>
                <p:cNvPicPr/>
                <p:nvPr/>
              </p:nvPicPr>
              <p:blipFill>
                <a:blip r:embed="rId27"/>
                <a:stretch>
                  <a:fillRect/>
                </a:stretch>
              </p:blipFill>
              <p:spPr>
                <a:xfrm>
                  <a:off x="1336784" y="3249282"/>
                  <a:ext cx="15012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7122EF82-2BE0-DFF7-C887-132A6A945A6E}"/>
                    </a:ext>
                  </a:extLst>
                </p14:cNvPr>
                <p14:cNvContentPartPr/>
                <p14:nvPr/>
              </p14:nvContentPartPr>
              <p14:xfrm>
                <a:off x="1570064" y="3190962"/>
                <a:ext cx="185040" cy="255240"/>
              </p14:xfrm>
            </p:contentPart>
          </mc:Choice>
          <mc:Fallback>
            <p:pic>
              <p:nvPicPr>
                <p:cNvPr id="19" name="Ink 18">
                  <a:extLst>
                    <a:ext uri="{FF2B5EF4-FFF2-40B4-BE49-F238E27FC236}">
                      <a16:creationId xmlns:a16="http://schemas.microsoft.com/office/drawing/2014/main" id="{7122EF82-2BE0-DFF7-C887-132A6A945A6E}"/>
                    </a:ext>
                  </a:extLst>
                </p:cNvPr>
                <p:cNvPicPr/>
                <p:nvPr/>
              </p:nvPicPr>
              <p:blipFill>
                <a:blip r:embed="rId29"/>
                <a:stretch>
                  <a:fillRect/>
                </a:stretch>
              </p:blipFill>
              <p:spPr>
                <a:xfrm>
                  <a:off x="1561424" y="3181962"/>
                  <a:ext cx="2026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0" name="Ink 19">
                  <a:extLst>
                    <a:ext uri="{FF2B5EF4-FFF2-40B4-BE49-F238E27FC236}">
                      <a16:creationId xmlns:a16="http://schemas.microsoft.com/office/drawing/2014/main" id="{5FD418A7-C58A-D2DC-5EFD-30FF5FB9CA03}"/>
                    </a:ext>
                  </a:extLst>
                </p14:cNvPr>
                <p14:cNvContentPartPr/>
                <p14:nvPr/>
              </p14:nvContentPartPr>
              <p14:xfrm>
                <a:off x="1818104" y="3187002"/>
                <a:ext cx="99360" cy="211680"/>
              </p14:xfrm>
            </p:contentPart>
          </mc:Choice>
          <mc:Fallback>
            <p:pic>
              <p:nvPicPr>
                <p:cNvPr id="20" name="Ink 19">
                  <a:extLst>
                    <a:ext uri="{FF2B5EF4-FFF2-40B4-BE49-F238E27FC236}">
                      <a16:creationId xmlns:a16="http://schemas.microsoft.com/office/drawing/2014/main" id="{5FD418A7-C58A-D2DC-5EFD-30FF5FB9CA03}"/>
                    </a:ext>
                  </a:extLst>
                </p:cNvPr>
                <p:cNvPicPr/>
                <p:nvPr/>
              </p:nvPicPr>
              <p:blipFill>
                <a:blip r:embed="rId31"/>
                <a:stretch>
                  <a:fillRect/>
                </a:stretch>
              </p:blipFill>
              <p:spPr>
                <a:xfrm>
                  <a:off x="1809104" y="3178002"/>
                  <a:ext cx="11700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C7DD3324-4A81-8666-C70E-E3401BE3C57E}"/>
                    </a:ext>
                  </a:extLst>
                </p14:cNvPr>
                <p14:cNvContentPartPr/>
                <p14:nvPr/>
              </p14:nvContentPartPr>
              <p14:xfrm>
                <a:off x="1822784" y="3294282"/>
                <a:ext cx="119520" cy="12600"/>
              </p14:xfrm>
            </p:contentPart>
          </mc:Choice>
          <mc:Fallback>
            <p:pic>
              <p:nvPicPr>
                <p:cNvPr id="21" name="Ink 20">
                  <a:extLst>
                    <a:ext uri="{FF2B5EF4-FFF2-40B4-BE49-F238E27FC236}">
                      <a16:creationId xmlns:a16="http://schemas.microsoft.com/office/drawing/2014/main" id="{C7DD3324-4A81-8666-C70E-E3401BE3C57E}"/>
                    </a:ext>
                  </a:extLst>
                </p:cNvPr>
                <p:cNvPicPr/>
                <p:nvPr/>
              </p:nvPicPr>
              <p:blipFill>
                <a:blip r:embed="rId33"/>
                <a:stretch>
                  <a:fillRect/>
                </a:stretch>
              </p:blipFill>
              <p:spPr>
                <a:xfrm>
                  <a:off x="1814144" y="3285642"/>
                  <a:ext cx="13716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F3FCB433-6882-37A4-B5C8-18AE3E6B371F}"/>
                    </a:ext>
                  </a:extLst>
                </p14:cNvPr>
                <p14:cNvContentPartPr/>
                <p14:nvPr/>
              </p14:nvContentPartPr>
              <p14:xfrm>
                <a:off x="2250464" y="2027082"/>
                <a:ext cx="2164320" cy="78840"/>
              </p14:xfrm>
            </p:contentPart>
          </mc:Choice>
          <mc:Fallback>
            <p:pic>
              <p:nvPicPr>
                <p:cNvPr id="23" name="Ink 22">
                  <a:extLst>
                    <a:ext uri="{FF2B5EF4-FFF2-40B4-BE49-F238E27FC236}">
                      <a16:creationId xmlns:a16="http://schemas.microsoft.com/office/drawing/2014/main" id="{F3FCB433-6882-37A4-B5C8-18AE3E6B371F}"/>
                    </a:ext>
                  </a:extLst>
                </p:cNvPr>
                <p:cNvPicPr/>
                <p:nvPr/>
              </p:nvPicPr>
              <p:blipFill>
                <a:blip r:embed="rId35"/>
                <a:stretch>
                  <a:fillRect/>
                </a:stretch>
              </p:blipFill>
              <p:spPr>
                <a:xfrm>
                  <a:off x="2241464" y="2018082"/>
                  <a:ext cx="218196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4" name="Ink 23">
                  <a:extLst>
                    <a:ext uri="{FF2B5EF4-FFF2-40B4-BE49-F238E27FC236}">
                      <a16:creationId xmlns:a16="http://schemas.microsoft.com/office/drawing/2014/main" id="{F0305D7D-A540-1236-1AB0-7FF2F61AB6E5}"/>
                    </a:ext>
                  </a:extLst>
                </p14:cNvPr>
                <p14:cNvContentPartPr/>
                <p14:nvPr/>
              </p14:nvContentPartPr>
              <p14:xfrm>
                <a:off x="4262144" y="1984602"/>
                <a:ext cx="106920" cy="198720"/>
              </p14:xfrm>
            </p:contentPart>
          </mc:Choice>
          <mc:Fallback>
            <p:pic>
              <p:nvPicPr>
                <p:cNvPr id="24" name="Ink 23">
                  <a:extLst>
                    <a:ext uri="{FF2B5EF4-FFF2-40B4-BE49-F238E27FC236}">
                      <a16:creationId xmlns:a16="http://schemas.microsoft.com/office/drawing/2014/main" id="{F0305D7D-A540-1236-1AB0-7FF2F61AB6E5}"/>
                    </a:ext>
                  </a:extLst>
                </p:cNvPr>
                <p:cNvPicPr/>
                <p:nvPr/>
              </p:nvPicPr>
              <p:blipFill>
                <a:blip r:embed="rId37"/>
                <a:stretch>
                  <a:fillRect/>
                </a:stretch>
              </p:blipFill>
              <p:spPr>
                <a:xfrm>
                  <a:off x="4253504" y="1975602"/>
                  <a:ext cx="12456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6" name="Ink 25">
                  <a:extLst>
                    <a:ext uri="{FF2B5EF4-FFF2-40B4-BE49-F238E27FC236}">
                      <a16:creationId xmlns:a16="http://schemas.microsoft.com/office/drawing/2014/main" id="{ED68699C-44EA-306B-06F6-6A3D6F743C39}"/>
                    </a:ext>
                  </a:extLst>
                </p14:cNvPr>
                <p14:cNvContentPartPr/>
                <p14:nvPr/>
              </p14:nvContentPartPr>
              <p14:xfrm>
                <a:off x="4569944" y="1146882"/>
                <a:ext cx="3518280" cy="1834200"/>
              </p14:xfrm>
            </p:contentPart>
          </mc:Choice>
          <mc:Fallback>
            <p:pic>
              <p:nvPicPr>
                <p:cNvPr id="26" name="Ink 25">
                  <a:extLst>
                    <a:ext uri="{FF2B5EF4-FFF2-40B4-BE49-F238E27FC236}">
                      <a16:creationId xmlns:a16="http://schemas.microsoft.com/office/drawing/2014/main" id="{ED68699C-44EA-306B-06F6-6A3D6F743C39}"/>
                    </a:ext>
                  </a:extLst>
                </p:cNvPr>
                <p:cNvPicPr/>
                <p:nvPr/>
              </p:nvPicPr>
              <p:blipFill>
                <a:blip r:embed="rId39"/>
                <a:stretch>
                  <a:fillRect/>
                </a:stretch>
              </p:blipFill>
              <p:spPr>
                <a:xfrm>
                  <a:off x="4561304" y="1138242"/>
                  <a:ext cx="3535920" cy="18518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7" name="Ink 26">
                  <a:extLst>
                    <a:ext uri="{FF2B5EF4-FFF2-40B4-BE49-F238E27FC236}">
                      <a16:creationId xmlns:a16="http://schemas.microsoft.com/office/drawing/2014/main" id="{BE480A16-85B6-12B6-BF6D-8E4B51437CAD}"/>
                    </a:ext>
                  </a:extLst>
                </p14:cNvPr>
                <p14:cNvContentPartPr/>
                <p14:nvPr/>
              </p14:nvContentPartPr>
              <p14:xfrm>
                <a:off x="7957904" y="2146962"/>
                <a:ext cx="1184400" cy="33480"/>
              </p14:xfrm>
            </p:contentPart>
          </mc:Choice>
          <mc:Fallback>
            <p:pic>
              <p:nvPicPr>
                <p:cNvPr id="27" name="Ink 26">
                  <a:extLst>
                    <a:ext uri="{FF2B5EF4-FFF2-40B4-BE49-F238E27FC236}">
                      <a16:creationId xmlns:a16="http://schemas.microsoft.com/office/drawing/2014/main" id="{BE480A16-85B6-12B6-BF6D-8E4B51437CAD}"/>
                    </a:ext>
                  </a:extLst>
                </p:cNvPr>
                <p:cNvPicPr/>
                <p:nvPr/>
              </p:nvPicPr>
              <p:blipFill>
                <a:blip r:embed="rId41"/>
                <a:stretch>
                  <a:fillRect/>
                </a:stretch>
              </p:blipFill>
              <p:spPr>
                <a:xfrm>
                  <a:off x="7949264" y="2138322"/>
                  <a:ext cx="120204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8" name="Ink 27">
                  <a:extLst>
                    <a:ext uri="{FF2B5EF4-FFF2-40B4-BE49-F238E27FC236}">
                      <a16:creationId xmlns:a16="http://schemas.microsoft.com/office/drawing/2014/main" id="{231657BB-000D-29C3-8F83-6DD12194AF26}"/>
                    </a:ext>
                  </a:extLst>
                </p14:cNvPr>
                <p14:cNvContentPartPr/>
                <p14:nvPr/>
              </p14:nvContentPartPr>
              <p14:xfrm>
                <a:off x="8934224" y="2068122"/>
                <a:ext cx="183600" cy="167400"/>
              </p14:xfrm>
            </p:contentPart>
          </mc:Choice>
          <mc:Fallback>
            <p:pic>
              <p:nvPicPr>
                <p:cNvPr id="28" name="Ink 27">
                  <a:extLst>
                    <a:ext uri="{FF2B5EF4-FFF2-40B4-BE49-F238E27FC236}">
                      <a16:creationId xmlns:a16="http://schemas.microsoft.com/office/drawing/2014/main" id="{231657BB-000D-29C3-8F83-6DD12194AF26}"/>
                    </a:ext>
                  </a:extLst>
                </p:cNvPr>
                <p:cNvPicPr/>
                <p:nvPr/>
              </p:nvPicPr>
              <p:blipFill>
                <a:blip r:embed="rId43"/>
                <a:stretch>
                  <a:fillRect/>
                </a:stretch>
              </p:blipFill>
              <p:spPr>
                <a:xfrm>
                  <a:off x="8925224" y="2059122"/>
                  <a:ext cx="20124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9" name="Ink 28">
                  <a:extLst>
                    <a:ext uri="{FF2B5EF4-FFF2-40B4-BE49-F238E27FC236}">
                      <a16:creationId xmlns:a16="http://schemas.microsoft.com/office/drawing/2014/main" id="{20ECAA55-D1DB-CBD4-BC9D-00677DFDEC08}"/>
                    </a:ext>
                  </a:extLst>
                </p14:cNvPr>
                <p14:cNvContentPartPr/>
                <p14:nvPr/>
              </p14:nvContentPartPr>
              <p14:xfrm>
                <a:off x="8991464" y="1413642"/>
                <a:ext cx="3555720" cy="1688760"/>
              </p14:xfrm>
            </p:contentPart>
          </mc:Choice>
          <mc:Fallback>
            <p:pic>
              <p:nvPicPr>
                <p:cNvPr id="29" name="Ink 28">
                  <a:extLst>
                    <a:ext uri="{FF2B5EF4-FFF2-40B4-BE49-F238E27FC236}">
                      <a16:creationId xmlns:a16="http://schemas.microsoft.com/office/drawing/2014/main" id="{20ECAA55-D1DB-CBD4-BC9D-00677DFDEC08}"/>
                    </a:ext>
                  </a:extLst>
                </p:cNvPr>
                <p:cNvPicPr/>
                <p:nvPr/>
              </p:nvPicPr>
              <p:blipFill>
                <a:blip r:embed="rId45"/>
                <a:stretch>
                  <a:fillRect/>
                </a:stretch>
              </p:blipFill>
              <p:spPr>
                <a:xfrm>
                  <a:off x="8982464" y="1405002"/>
                  <a:ext cx="3573360" cy="17064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1" name="Ink 30">
                  <a:extLst>
                    <a:ext uri="{FF2B5EF4-FFF2-40B4-BE49-F238E27FC236}">
                      <a16:creationId xmlns:a16="http://schemas.microsoft.com/office/drawing/2014/main" id="{3AE25006-B614-4F34-C2FB-0866F6D2867F}"/>
                    </a:ext>
                  </a:extLst>
                </p14:cNvPr>
                <p14:cNvContentPartPr/>
                <p14:nvPr/>
              </p14:nvContentPartPr>
              <p14:xfrm>
                <a:off x="9495824" y="1656282"/>
                <a:ext cx="181440" cy="289440"/>
              </p14:xfrm>
            </p:contentPart>
          </mc:Choice>
          <mc:Fallback>
            <p:pic>
              <p:nvPicPr>
                <p:cNvPr id="31" name="Ink 30">
                  <a:extLst>
                    <a:ext uri="{FF2B5EF4-FFF2-40B4-BE49-F238E27FC236}">
                      <a16:creationId xmlns:a16="http://schemas.microsoft.com/office/drawing/2014/main" id="{3AE25006-B614-4F34-C2FB-0866F6D2867F}"/>
                    </a:ext>
                  </a:extLst>
                </p:cNvPr>
                <p:cNvPicPr/>
                <p:nvPr/>
              </p:nvPicPr>
              <p:blipFill>
                <a:blip r:embed="rId47"/>
                <a:stretch>
                  <a:fillRect/>
                </a:stretch>
              </p:blipFill>
              <p:spPr>
                <a:xfrm>
                  <a:off x="9487184" y="1647282"/>
                  <a:ext cx="19908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2" name="Ink 31">
                  <a:extLst>
                    <a:ext uri="{FF2B5EF4-FFF2-40B4-BE49-F238E27FC236}">
                      <a16:creationId xmlns:a16="http://schemas.microsoft.com/office/drawing/2014/main" id="{3035A9C2-DF2D-97A5-C993-1B9551A869CB}"/>
                    </a:ext>
                  </a:extLst>
                </p14:cNvPr>
                <p14:cNvContentPartPr/>
                <p14:nvPr/>
              </p14:nvContentPartPr>
              <p14:xfrm>
                <a:off x="9702104" y="1675722"/>
                <a:ext cx="109080" cy="258480"/>
              </p14:xfrm>
            </p:contentPart>
          </mc:Choice>
          <mc:Fallback>
            <p:pic>
              <p:nvPicPr>
                <p:cNvPr id="32" name="Ink 31">
                  <a:extLst>
                    <a:ext uri="{FF2B5EF4-FFF2-40B4-BE49-F238E27FC236}">
                      <a16:creationId xmlns:a16="http://schemas.microsoft.com/office/drawing/2014/main" id="{3035A9C2-DF2D-97A5-C993-1B9551A869CB}"/>
                    </a:ext>
                  </a:extLst>
                </p:cNvPr>
                <p:cNvPicPr/>
                <p:nvPr/>
              </p:nvPicPr>
              <p:blipFill>
                <a:blip r:embed="rId49"/>
                <a:stretch>
                  <a:fillRect/>
                </a:stretch>
              </p:blipFill>
              <p:spPr>
                <a:xfrm>
                  <a:off x="9693464" y="1667082"/>
                  <a:ext cx="12672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33" name="Ink 32">
                  <a:extLst>
                    <a:ext uri="{FF2B5EF4-FFF2-40B4-BE49-F238E27FC236}">
                      <a16:creationId xmlns:a16="http://schemas.microsoft.com/office/drawing/2014/main" id="{FE025DF2-C973-09C7-DA06-31E7CD60E061}"/>
                    </a:ext>
                  </a:extLst>
                </p14:cNvPr>
                <p14:cNvContentPartPr/>
                <p14:nvPr/>
              </p14:nvContentPartPr>
              <p14:xfrm>
                <a:off x="9850784" y="1778322"/>
                <a:ext cx="482760" cy="302040"/>
              </p14:xfrm>
            </p:contentPart>
          </mc:Choice>
          <mc:Fallback>
            <p:pic>
              <p:nvPicPr>
                <p:cNvPr id="33" name="Ink 32">
                  <a:extLst>
                    <a:ext uri="{FF2B5EF4-FFF2-40B4-BE49-F238E27FC236}">
                      <a16:creationId xmlns:a16="http://schemas.microsoft.com/office/drawing/2014/main" id="{FE025DF2-C973-09C7-DA06-31E7CD60E061}"/>
                    </a:ext>
                  </a:extLst>
                </p:cNvPr>
                <p:cNvPicPr/>
                <p:nvPr/>
              </p:nvPicPr>
              <p:blipFill>
                <a:blip r:embed="rId51"/>
                <a:stretch>
                  <a:fillRect/>
                </a:stretch>
              </p:blipFill>
              <p:spPr>
                <a:xfrm>
                  <a:off x="9841784" y="1769322"/>
                  <a:ext cx="50040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34" name="Ink 33">
                  <a:extLst>
                    <a:ext uri="{FF2B5EF4-FFF2-40B4-BE49-F238E27FC236}">
                      <a16:creationId xmlns:a16="http://schemas.microsoft.com/office/drawing/2014/main" id="{51A54D99-D5BF-D71A-2FB0-9AC01E275BD1}"/>
                    </a:ext>
                  </a:extLst>
                </p14:cNvPr>
                <p14:cNvContentPartPr/>
                <p14:nvPr/>
              </p14:nvContentPartPr>
              <p14:xfrm>
                <a:off x="10391864" y="1756722"/>
                <a:ext cx="281520" cy="199440"/>
              </p14:xfrm>
            </p:contentPart>
          </mc:Choice>
          <mc:Fallback>
            <p:pic>
              <p:nvPicPr>
                <p:cNvPr id="34" name="Ink 33">
                  <a:extLst>
                    <a:ext uri="{FF2B5EF4-FFF2-40B4-BE49-F238E27FC236}">
                      <a16:creationId xmlns:a16="http://schemas.microsoft.com/office/drawing/2014/main" id="{51A54D99-D5BF-D71A-2FB0-9AC01E275BD1}"/>
                    </a:ext>
                  </a:extLst>
                </p:cNvPr>
                <p:cNvPicPr/>
                <p:nvPr/>
              </p:nvPicPr>
              <p:blipFill>
                <a:blip r:embed="rId53"/>
                <a:stretch>
                  <a:fillRect/>
                </a:stretch>
              </p:blipFill>
              <p:spPr>
                <a:xfrm>
                  <a:off x="10383224" y="1748082"/>
                  <a:ext cx="29916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5" name="Ink 34">
                  <a:extLst>
                    <a:ext uri="{FF2B5EF4-FFF2-40B4-BE49-F238E27FC236}">
                      <a16:creationId xmlns:a16="http://schemas.microsoft.com/office/drawing/2014/main" id="{614E5559-C7E7-8C16-EBAA-78DFBAE3BD8E}"/>
                    </a:ext>
                  </a:extLst>
                </p14:cNvPr>
                <p14:cNvContentPartPr/>
                <p14:nvPr/>
              </p14:nvContentPartPr>
              <p14:xfrm>
                <a:off x="9595184" y="2223282"/>
                <a:ext cx="277560" cy="240480"/>
              </p14:xfrm>
            </p:contentPart>
          </mc:Choice>
          <mc:Fallback>
            <p:pic>
              <p:nvPicPr>
                <p:cNvPr id="35" name="Ink 34">
                  <a:extLst>
                    <a:ext uri="{FF2B5EF4-FFF2-40B4-BE49-F238E27FC236}">
                      <a16:creationId xmlns:a16="http://schemas.microsoft.com/office/drawing/2014/main" id="{614E5559-C7E7-8C16-EBAA-78DFBAE3BD8E}"/>
                    </a:ext>
                  </a:extLst>
                </p:cNvPr>
                <p:cNvPicPr/>
                <p:nvPr/>
              </p:nvPicPr>
              <p:blipFill>
                <a:blip r:embed="rId55"/>
                <a:stretch>
                  <a:fillRect/>
                </a:stretch>
              </p:blipFill>
              <p:spPr>
                <a:xfrm>
                  <a:off x="9586184" y="2214642"/>
                  <a:ext cx="29520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6" name="Ink 35">
                  <a:extLst>
                    <a:ext uri="{FF2B5EF4-FFF2-40B4-BE49-F238E27FC236}">
                      <a16:creationId xmlns:a16="http://schemas.microsoft.com/office/drawing/2014/main" id="{65158DA4-C295-C4D2-12BE-F48257BD237D}"/>
                    </a:ext>
                  </a:extLst>
                </p14:cNvPr>
                <p14:cNvContentPartPr/>
                <p14:nvPr/>
              </p14:nvContentPartPr>
              <p14:xfrm>
                <a:off x="9977864" y="2228322"/>
                <a:ext cx="20520" cy="206280"/>
              </p14:xfrm>
            </p:contentPart>
          </mc:Choice>
          <mc:Fallback>
            <p:pic>
              <p:nvPicPr>
                <p:cNvPr id="36" name="Ink 35">
                  <a:extLst>
                    <a:ext uri="{FF2B5EF4-FFF2-40B4-BE49-F238E27FC236}">
                      <a16:creationId xmlns:a16="http://schemas.microsoft.com/office/drawing/2014/main" id="{65158DA4-C295-C4D2-12BE-F48257BD237D}"/>
                    </a:ext>
                  </a:extLst>
                </p:cNvPr>
                <p:cNvPicPr/>
                <p:nvPr/>
              </p:nvPicPr>
              <p:blipFill>
                <a:blip r:embed="rId57"/>
                <a:stretch>
                  <a:fillRect/>
                </a:stretch>
              </p:blipFill>
              <p:spPr>
                <a:xfrm>
                  <a:off x="9969224" y="2219682"/>
                  <a:ext cx="3816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37" name="Ink 36">
                  <a:extLst>
                    <a:ext uri="{FF2B5EF4-FFF2-40B4-BE49-F238E27FC236}">
                      <a16:creationId xmlns:a16="http://schemas.microsoft.com/office/drawing/2014/main" id="{AE893461-123F-EA0D-88E6-BDAF8B18510D}"/>
                    </a:ext>
                  </a:extLst>
                </p14:cNvPr>
                <p14:cNvContentPartPr/>
                <p14:nvPr/>
              </p14:nvContentPartPr>
              <p14:xfrm>
                <a:off x="10064984" y="2188002"/>
                <a:ext cx="411120" cy="456840"/>
              </p14:xfrm>
            </p:contentPart>
          </mc:Choice>
          <mc:Fallback>
            <p:pic>
              <p:nvPicPr>
                <p:cNvPr id="37" name="Ink 36">
                  <a:extLst>
                    <a:ext uri="{FF2B5EF4-FFF2-40B4-BE49-F238E27FC236}">
                      <a16:creationId xmlns:a16="http://schemas.microsoft.com/office/drawing/2014/main" id="{AE893461-123F-EA0D-88E6-BDAF8B18510D}"/>
                    </a:ext>
                  </a:extLst>
                </p:cNvPr>
                <p:cNvPicPr/>
                <p:nvPr/>
              </p:nvPicPr>
              <p:blipFill>
                <a:blip r:embed="rId59"/>
                <a:stretch>
                  <a:fillRect/>
                </a:stretch>
              </p:blipFill>
              <p:spPr>
                <a:xfrm>
                  <a:off x="10056344" y="2179002"/>
                  <a:ext cx="428760" cy="4744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8" name="Ink 37">
                  <a:extLst>
                    <a:ext uri="{FF2B5EF4-FFF2-40B4-BE49-F238E27FC236}">
                      <a16:creationId xmlns:a16="http://schemas.microsoft.com/office/drawing/2014/main" id="{0168EBA5-0F6F-706E-499F-C027F8079B9E}"/>
                    </a:ext>
                  </a:extLst>
                </p14:cNvPr>
                <p14:cNvContentPartPr/>
                <p14:nvPr/>
              </p14:nvContentPartPr>
              <p14:xfrm>
                <a:off x="10462424" y="2280522"/>
                <a:ext cx="165240" cy="144000"/>
              </p14:xfrm>
            </p:contentPart>
          </mc:Choice>
          <mc:Fallback>
            <p:pic>
              <p:nvPicPr>
                <p:cNvPr id="38" name="Ink 37">
                  <a:extLst>
                    <a:ext uri="{FF2B5EF4-FFF2-40B4-BE49-F238E27FC236}">
                      <a16:creationId xmlns:a16="http://schemas.microsoft.com/office/drawing/2014/main" id="{0168EBA5-0F6F-706E-499F-C027F8079B9E}"/>
                    </a:ext>
                  </a:extLst>
                </p:cNvPr>
                <p:cNvPicPr/>
                <p:nvPr/>
              </p:nvPicPr>
              <p:blipFill>
                <a:blip r:embed="rId61"/>
                <a:stretch>
                  <a:fillRect/>
                </a:stretch>
              </p:blipFill>
              <p:spPr>
                <a:xfrm>
                  <a:off x="10453424" y="2271522"/>
                  <a:ext cx="18288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0" name="Ink 39">
                  <a:extLst>
                    <a:ext uri="{FF2B5EF4-FFF2-40B4-BE49-F238E27FC236}">
                      <a16:creationId xmlns:a16="http://schemas.microsoft.com/office/drawing/2014/main" id="{4A4EF37B-4C8C-86E7-1F29-02B37C61016C}"/>
                    </a:ext>
                  </a:extLst>
                </p14:cNvPr>
                <p14:cNvContentPartPr/>
                <p14:nvPr/>
              </p14:nvContentPartPr>
              <p14:xfrm>
                <a:off x="11011424" y="1807482"/>
                <a:ext cx="240480" cy="311400"/>
              </p14:xfrm>
            </p:contentPart>
          </mc:Choice>
          <mc:Fallback>
            <p:pic>
              <p:nvPicPr>
                <p:cNvPr id="40" name="Ink 39">
                  <a:extLst>
                    <a:ext uri="{FF2B5EF4-FFF2-40B4-BE49-F238E27FC236}">
                      <a16:creationId xmlns:a16="http://schemas.microsoft.com/office/drawing/2014/main" id="{4A4EF37B-4C8C-86E7-1F29-02B37C61016C}"/>
                    </a:ext>
                  </a:extLst>
                </p:cNvPr>
                <p:cNvPicPr/>
                <p:nvPr/>
              </p:nvPicPr>
              <p:blipFill>
                <a:blip r:embed="rId63"/>
                <a:stretch>
                  <a:fillRect/>
                </a:stretch>
              </p:blipFill>
              <p:spPr>
                <a:xfrm>
                  <a:off x="11002784" y="1798482"/>
                  <a:ext cx="258120" cy="3290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41" name="Ink 40">
                  <a:extLst>
                    <a:ext uri="{FF2B5EF4-FFF2-40B4-BE49-F238E27FC236}">
                      <a16:creationId xmlns:a16="http://schemas.microsoft.com/office/drawing/2014/main" id="{902FF0FB-E66B-8B50-E324-D2F5FC72CC2D}"/>
                    </a:ext>
                  </a:extLst>
                </p14:cNvPr>
                <p14:cNvContentPartPr/>
                <p14:nvPr/>
              </p14:nvContentPartPr>
              <p14:xfrm>
                <a:off x="11231024" y="1857162"/>
                <a:ext cx="313560" cy="221400"/>
              </p14:xfrm>
            </p:contentPart>
          </mc:Choice>
          <mc:Fallback>
            <p:pic>
              <p:nvPicPr>
                <p:cNvPr id="41" name="Ink 40">
                  <a:extLst>
                    <a:ext uri="{FF2B5EF4-FFF2-40B4-BE49-F238E27FC236}">
                      <a16:creationId xmlns:a16="http://schemas.microsoft.com/office/drawing/2014/main" id="{902FF0FB-E66B-8B50-E324-D2F5FC72CC2D}"/>
                    </a:ext>
                  </a:extLst>
                </p:cNvPr>
                <p:cNvPicPr/>
                <p:nvPr/>
              </p:nvPicPr>
              <p:blipFill>
                <a:blip r:embed="rId65"/>
                <a:stretch>
                  <a:fillRect/>
                </a:stretch>
              </p:blipFill>
              <p:spPr>
                <a:xfrm>
                  <a:off x="11222024" y="1848162"/>
                  <a:ext cx="33120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42" name="Ink 41">
                  <a:extLst>
                    <a:ext uri="{FF2B5EF4-FFF2-40B4-BE49-F238E27FC236}">
                      <a16:creationId xmlns:a16="http://schemas.microsoft.com/office/drawing/2014/main" id="{F9F05061-DFBD-183E-A381-1809625FFC99}"/>
                    </a:ext>
                  </a:extLst>
                </p14:cNvPr>
                <p14:cNvContentPartPr/>
                <p14:nvPr/>
              </p14:nvContentPartPr>
              <p14:xfrm>
                <a:off x="11575184" y="1907922"/>
                <a:ext cx="236160" cy="203760"/>
              </p14:xfrm>
            </p:contentPart>
          </mc:Choice>
          <mc:Fallback>
            <p:pic>
              <p:nvPicPr>
                <p:cNvPr id="42" name="Ink 41">
                  <a:extLst>
                    <a:ext uri="{FF2B5EF4-FFF2-40B4-BE49-F238E27FC236}">
                      <a16:creationId xmlns:a16="http://schemas.microsoft.com/office/drawing/2014/main" id="{F9F05061-DFBD-183E-A381-1809625FFC99}"/>
                    </a:ext>
                  </a:extLst>
                </p:cNvPr>
                <p:cNvPicPr/>
                <p:nvPr/>
              </p:nvPicPr>
              <p:blipFill>
                <a:blip r:embed="rId67"/>
                <a:stretch>
                  <a:fillRect/>
                </a:stretch>
              </p:blipFill>
              <p:spPr>
                <a:xfrm>
                  <a:off x="11566544" y="1898922"/>
                  <a:ext cx="25380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43" name="Ink 42">
                  <a:extLst>
                    <a:ext uri="{FF2B5EF4-FFF2-40B4-BE49-F238E27FC236}">
                      <a16:creationId xmlns:a16="http://schemas.microsoft.com/office/drawing/2014/main" id="{9AD49881-0AB9-258C-F057-13C289AB5975}"/>
                    </a:ext>
                  </a:extLst>
                </p14:cNvPr>
                <p14:cNvContentPartPr/>
                <p14:nvPr/>
              </p14:nvContentPartPr>
              <p14:xfrm>
                <a:off x="11056064" y="2267922"/>
                <a:ext cx="158040" cy="226440"/>
              </p14:xfrm>
            </p:contentPart>
          </mc:Choice>
          <mc:Fallback>
            <p:pic>
              <p:nvPicPr>
                <p:cNvPr id="43" name="Ink 42">
                  <a:extLst>
                    <a:ext uri="{FF2B5EF4-FFF2-40B4-BE49-F238E27FC236}">
                      <a16:creationId xmlns:a16="http://schemas.microsoft.com/office/drawing/2014/main" id="{9AD49881-0AB9-258C-F057-13C289AB5975}"/>
                    </a:ext>
                  </a:extLst>
                </p:cNvPr>
                <p:cNvPicPr/>
                <p:nvPr/>
              </p:nvPicPr>
              <p:blipFill>
                <a:blip r:embed="rId69"/>
                <a:stretch>
                  <a:fillRect/>
                </a:stretch>
              </p:blipFill>
              <p:spPr>
                <a:xfrm>
                  <a:off x="11047064" y="2258922"/>
                  <a:ext cx="17568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4" name="Ink 43">
                  <a:extLst>
                    <a:ext uri="{FF2B5EF4-FFF2-40B4-BE49-F238E27FC236}">
                      <a16:creationId xmlns:a16="http://schemas.microsoft.com/office/drawing/2014/main" id="{81AE4326-EB9D-3C88-7EF7-DF0093E9B8CC}"/>
                    </a:ext>
                  </a:extLst>
                </p14:cNvPr>
                <p14:cNvContentPartPr/>
                <p14:nvPr/>
              </p14:nvContentPartPr>
              <p14:xfrm>
                <a:off x="11271344" y="2288802"/>
                <a:ext cx="256680" cy="185040"/>
              </p14:xfrm>
            </p:contentPart>
          </mc:Choice>
          <mc:Fallback>
            <p:pic>
              <p:nvPicPr>
                <p:cNvPr id="44" name="Ink 43">
                  <a:extLst>
                    <a:ext uri="{FF2B5EF4-FFF2-40B4-BE49-F238E27FC236}">
                      <a16:creationId xmlns:a16="http://schemas.microsoft.com/office/drawing/2014/main" id="{81AE4326-EB9D-3C88-7EF7-DF0093E9B8CC}"/>
                    </a:ext>
                  </a:extLst>
                </p:cNvPr>
                <p:cNvPicPr/>
                <p:nvPr/>
              </p:nvPicPr>
              <p:blipFill>
                <a:blip r:embed="rId71"/>
                <a:stretch>
                  <a:fillRect/>
                </a:stretch>
              </p:blipFill>
              <p:spPr>
                <a:xfrm>
                  <a:off x="11262344" y="2279802"/>
                  <a:ext cx="27432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45" name="Ink 44">
                  <a:extLst>
                    <a:ext uri="{FF2B5EF4-FFF2-40B4-BE49-F238E27FC236}">
                      <a16:creationId xmlns:a16="http://schemas.microsoft.com/office/drawing/2014/main" id="{B457F51F-9674-50F6-8FD7-DDC22F4672A7}"/>
                    </a:ext>
                  </a:extLst>
                </p14:cNvPr>
                <p14:cNvContentPartPr/>
                <p14:nvPr/>
              </p14:nvContentPartPr>
              <p14:xfrm>
                <a:off x="11576264" y="2270802"/>
                <a:ext cx="114840" cy="243360"/>
              </p14:xfrm>
            </p:contentPart>
          </mc:Choice>
          <mc:Fallback>
            <p:pic>
              <p:nvPicPr>
                <p:cNvPr id="45" name="Ink 44">
                  <a:extLst>
                    <a:ext uri="{FF2B5EF4-FFF2-40B4-BE49-F238E27FC236}">
                      <a16:creationId xmlns:a16="http://schemas.microsoft.com/office/drawing/2014/main" id="{B457F51F-9674-50F6-8FD7-DDC22F4672A7}"/>
                    </a:ext>
                  </a:extLst>
                </p:cNvPr>
                <p:cNvPicPr/>
                <p:nvPr/>
              </p:nvPicPr>
              <p:blipFill>
                <a:blip r:embed="rId73"/>
                <a:stretch>
                  <a:fillRect/>
                </a:stretch>
              </p:blipFill>
              <p:spPr>
                <a:xfrm>
                  <a:off x="11567264" y="2261802"/>
                  <a:ext cx="1324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46" name="Ink 45">
                  <a:extLst>
                    <a:ext uri="{FF2B5EF4-FFF2-40B4-BE49-F238E27FC236}">
                      <a16:creationId xmlns:a16="http://schemas.microsoft.com/office/drawing/2014/main" id="{A79C12D7-A179-E0A0-45A7-B12989176B4C}"/>
                    </a:ext>
                  </a:extLst>
                </p14:cNvPr>
                <p14:cNvContentPartPr/>
                <p14:nvPr/>
              </p14:nvContentPartPr>
              <p14:xfrm>
                <a:off x="11746544" y="2302842"/>
                <a:ext cx="108360" cy="234720"/>
              </p14:xfrm>
            </p:contentPart>
          </mc:Choice>
          <mc:Fallback>
            <p:pic>
              <p:nvPicPr>
                <p:cNvPr id="46" name="Ink 45">
                  <a:extLst>
                    <a:ext uri="{FF2B5EF4-FFF2-40B4-BE49-F238E27FC236}">
                      <a16:creationId xmlns:a16="http://schemas.microsoft.com/office/drawing/2014/main" id="{A79C12D7-A179-E0A0-45A7-B12989176B4C}"/>
                    </a:ext>
                  </a:extLst>
                </p:cNvPr>
                <p:cNvPicPr/>
                <p:nvPr/>
              </p:nvPicPr>
              <p:blipFill>
                <a:blip r:embed="rId75"/>
                <a:stretch>
                  <a:fillRect/>
                </a:stretch>
              </p:blipFill>
              <p:spPr>
                <a:xfrm>
                  <a:off x="11737904" y="2293842"/>
                  <a:ext cx="12600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7" name="Ink 46">
                  <a:extLst>
                    <a:ext uri="{FF2B5EF4-FFF2-40B4-BE49-F238E27FC236}">
                      <a16:creationId xmlns:a16="http://schemas.microsoft.com/office/drawing/2014/main" id="{49655E03-ACB8-D14D-92B0-0BAD01379EAB}"/>
                    </a:ext>
                  </a:extLst>
                </p14:cNvPr>
                <p14:cNvContentPartPr/>
                <p14:nvPr/>
              </p14:nvContentPartPr>
              <p14:xfrm>
                <a:off x="10296464" y="2565642"/>
                <a:ext cx="144720" cy="267840"/>
              </p14:xfrm>
            </p:contentPart>
          </mc:Choice>
          <mc:Fallback>
            <p:pic>
              <p:nvPicPr>
                <p:cNvPr id="47" name="Ink 46">
                  <a:extLst>
                    <a:ext uri="{FF2B5EF4-FFF2-40B4-BE49-F238E27FC236}">
                      <a16:creationId xmlns:a16="http://schemas.microsoft.com/office/drawing/2014/main" id="{49655E03-ACB8-D14D-92B0-0BAD01379EAB}"/>
                    </a:ext>
                  </a:extLst>
                </p:cNvPr>
                <p:cNvPicPr/>
                <p:nvPr/>
              </p:nvPicPr>
              <p:blipFill>
                <a:blip r:embed="rId77"/>
                <a:stretch>
                  <a:fillRect/>
                </a:stretch>
              </p:blipFill>
              <p:spPr>
                <a:xfrm>
                  <a:off x="10287464" y="2557002"/>
                  <a:ext cx="162360" cy="2854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8" name="Ink 47">
                  <a:extLst>
                    <a:ext uri="{FF2B5EF4-FFF2-40B4-BE49-F238E27FC236}">
                      <a16:creationId xmlns:a16="http://schemas.microsoft.com/office/drawing/2014/main" id="{556D3CDE-2724-4069-39F8-8DA00412E03D}"/>
                    </a:ext>
                  </a:extLst>
                </p14:cNvPr>
                <p14:cNvContentPartPr/>
                <p14:nvPr/>
              </p14:nvContentPartPr>
              <p14:xfrm>
                <a:off x="10508504" y="2588682"/>
                <a:ext cx="64800" cy="217080"/>
              </p14:xfrm>
            </p:contentPart>
          </mc:Choice>
          <mc:Fallback>
            <p:pic>
              <p:nvPicPr>
                <p:cNvPr id="48" name="Ink 47">
                  <a:extLst>
                    <a:ext uri="{FF2B5EF4-FFF2-40B4-BE49-F238E27FC236}">
                      <a16:creationId xmlns:a16="http://schemas.microsoft.com/office/drawing/2014/main" id="{556D3CDE-2724-4069-39F8-8DA00412E03D}"/>
                    </a:ext>
                  </a:extLst>
                </p:cNvPr>
                <p:cNvPicPr/>
                <p:nvPr/>
              </p:nvPicPr>
              <p:blipFill>
                <a:blip r:embed="rId79"/>
                <a:stretch>
                  <a:fillRect/>
                </a:stretch>
              </p:blipFill>
              <p:spPr>
                <a:xfrm>
                  <a:off x="10499864" y="2579682"/>
                  <a:ext cx="8244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9" name="Ink 48">
                  <a:extLst>
                    <a:ext uri="{FF2B5EF4-FFF2-40B4-BE49-F238E27FC236}">
                      <a16:creationId xmlns:a16="http://schemas.microsoft.com/office/drawing/2014/main" id="{2AAD6FD8-AE1B-1118-78EB-419F58A2A51E}"/>
                    </a:ext>
                  </a:extLst>
                </p14:cNvPr>
                <p14:cNvContentPartPr/>
                <p14:nvPr/>
              </p14:nvContentPartPr>
              <p14:xfrm>
                <a:off x="10682384" y="2643042"/>
                <a:ext cx="141120" cy="181080"/>
              </p14:xfrm>
            </p:contentPart>
          </mc:Choice>
          <mc:Fallback>
            <p:pic>
              <p:nvPicPr>
                <p:cNvPr id="49" name="Ink 48">
                  <a:extLst>
                    <a:ext uri="{FF2B5EF4-FFF2-40B4-BE49-F238E27FC236}">
                      <a16:creationId xmlns:a16="http://schemas.microsoft.com/office/drawing/2014/main" id="{2AAD6FD8-AE1B-1118-78EB-419F58A2A51E}"/>
                    </a:ext>
                  </a:extLst>
                </p:cNvPr>
                <p:cNvPicPr/>
                <p:nvPr/>
              </p:nvPicPr>
              <p:blipFill>
                <a:blip r:embed="rId81"/>
                <a:stretch>
                  <a:fillRect/>
                </a:stretch>
              </p:blipFill>
              <p:spPr>
                <a:xfrm>
                  <a:off x="10673744" y="2634042"/>
                  <a:ext cx="15876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50" name="Ink 49">
                  <a:extLst>
                    <a:ext uri="{FF2B5EF4-FFF2-40B4-BE49-F238E27FC236}">
                      <a16:creationId xmlns:a16="http://schemas.microsoft.com/office/drawing/2014/main" id="{04805460-34C6-BB03-E5FF-D129568BCB42}"/>
                    </a:ext>
                  </a:extLst>
                </p14:cNvPr>
                <p14:cNvContentPartPr/>
                <p14:nvPr/>
              </p14:nvContentPartPr>
              <p14:xfrm>
                <a:off x="11173424" y="2655282"/>
                <a:ext cx="168480" cy="246960"/>
              </p14:xfrm>
            </p:contentPart>
          </mc:Choice>
          <mc:Fallback>
            <p:pic>
              <p:nvPicPr>
                <p:cNvPr id="50" name="Ink 49">
                  <a:extLst>
                    <a:ext uri="{FF2B5EF4-FFF2-40B4-BE49-F238E27FC236}">
                      <a16:creationId xmlns:a16="http://schemas.microsoft.com/office/drawing/2014/main" id="{04805460-34C6-BB03-E5FF-D129568BCB42}"/>
                    </a:ext>
                  </a:extLst>
                </p:cNvPr>
                <p:cNvPicPr/>
                <p:nvPr/>
              </p:nvPicPr>
              <p:blipFill>
                <a:blip r:embed="rId83"/>
                <a:stretch>
                  <a:fillRect/>
                </a:stretch>
              </p:blipFill>
              <p:spPr>
                <a:xfrm>
                  <a:off x="11164784" y="2646282"/>
                  <a:ext cx="1861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1" name="Ink 50">
                  <a:extLst>
                    <a:ext uri="{FF2B5EF4-FFF2-40B4-BE49-F238E27FC236}">
                      <a16:creationId xmlns:a16="http://schemas.microsoft.com/office/drawing/2014/main" id="{267373D7-A545-818D-3D79-52C8F2439416}"/>
                    </a:ext>
                  </a:extLst>
                </p14:cNvPr>
                <p14:cNvContentPartPr/>
                <p14:nvPr/>
              </p14:nvContentPartPr>
              <p14:xfrm>
                <a:off x="11371424" y="2748882"/>
                <a:ext cx="139680" cy="162000"/>
              </p14:xfrm>
            </p:contentPart>
          </mc:Choice>
          <mc:Fallback>
            <p:pic>
              <p:nvPicPr>
                <p:cNvPr id="51" name="Ink 50">
                  <a:extLst>
                    <a:ext uri="{FF2B5EF4-FFF2-40B4-BE49-F238E27FC236}">
                      <a16:creationId xmlns:a16="http://schemas.microsoft.com/office/drawing/2014/main" id="{267373D7-A545-818D-3D79-52C8F2439416}"/>
                    </a:ext>
                  </a:extLst>
                </p:cNvPr>
                <p:cNvPicPr/>
                <p:nvPr/>
              </p:nvPicPr>
              <p:blipFill>
                <a:blip r:embed="rId85"/>
                <a:stretch>
                  <a:fillRect/>
                </a:stretch>
              </p:blipFill>
              <p:spPr>
                <a:xfrm>
                  <a:off x="11362784" y="2740242"/>
                  <a:ext cx="157320" cy="1796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2" name="Ink 51">
                  <a:extLst>
                    <a:ext uri="{FF2B5EF4-FFF2-40B4-BE49-F238E27FC236}">
                      <a16:creationId xmlns:a16="http://schemas.microsoft.com/office/drawing/2014/main" id="{6F86632A-731C-ACED-AD33-09A4D209E67B}"/>
                    </a:ext>
                  </a:extLst>
                </p14:cNvPr>
                <p14:cNvContentPartPr/>
                <p14:nvPr/>
              </p14:nvContentPartPr>
              <p14:xfrm>
                <a:off x="11578424" y="2705322"/>
                <a:ext cx="466920" cy="421920"/>
              </p14:xfrm>
            </p:contentPart>
          </mc:Choice>
          <mc:Fallback>
            <p:pic>
              <p:nvPicPr>
                <p:cNvPr id="52" name="Ink 51">
                  <a:extLst>
                    <a:ext uri="{FF2B5EF4-FFF2-40B4-BE49-F238E27FC236}">
                      <a16:creationId xmlns:a16="http://schemas.microsoft.com/office/drawing/2014/main" id="{6F86632A-731C-ACED-AD33-09A4D209E67B}"/>
                    </a:ext>
                  </a:extLst>
                </p:cNvPr>
                <p:cNvPicPr/>
                <p:nvPr/>
              </p:nvPicPr>
              <p:blipFill>
                <a:blip r:embed="rId87"/>
                <a:stretch>
                  <a:fillRect/>
                </a:stretch>
              </p:blipFill>
              <p:spPr>
                <a:xfrm>
                  <a:off x="11569784" y="2696682"/>
                  <a:ext cx="484560" cy="4395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4" name="Ink 53">
                  <a:extLst>
                    <a:ext uri="{FF2B5EF4-FFF2-40B4-BE49-F238E27FC236}">
                      <a16:creationId xmlns:a16="http://schemas.microsoft.com/office/drawing/2014/main" id="{EFB3485B-9C01-D15E-71D3-69E7C9D2FA81}"/>
                    </a:ext>
                  </a:extLst>
                </p14:cNvPr>
                <p14:cNvContentPartPr/>
                <p14:nvPr/>
              </p14:nvContentPartPr>
              <p14:xfrm>
                <a:off x="4922384" y="1420122"/>
                <a:ext cx="208080" cy="326520"/>
              </p14:xfrm>
            </p:contentPart>
          </mc:Choice>
          <mc:Fallback>
            <p:pic>
              <p:nvPicPr>
                <p:cNvPr id="54" name="Ink 53">
                  <a:extLst>
                    <a:ext uri="{FF2B5EF4-FFF2-40B4-BE49-F238E27FC236}">
                      <a16:creationId xmlns:a16="http://schemas.microsoft.com/office/drawing/2014/main" id="{EFB3485B-9C01-D15E-71D3-69E7C9D2FA81}"/>
                    </a:ext>
                  </a:extLst>
                </p:cNvPr>
                <p:cNvPicPr/>
                <p:nvPr/>
              </p:nvPicPr>
              <p:blipFill>
                <a:blip r:embed="rId89"/>
                <a:stretch>
                  <a:fillRect/>
                </a:stretch>
              </p:blipFill>
              <p:spPr>
                <a:xfrm>
                  <a:off x="4913744" y="1411122"/>
                  <a:ext cx="225720" cy="3441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5" name="Ink 54">
                  <a:extLst>
                    <a:ext uri="{FF2B5EF4-FFF2-40B4-BE49-F238E27FC236}">
                      <a16:creationId xmlns:a16="http://schemas.microsoft.com/office/drawing/2014/main" id="{19E3A6C7-E2F7-855F-A307-3982D926DF35}"/>
                    </a:ext>
                  </a:extLst>
                </p14:cNvPr>
                <p14:cNvContentPartPr/>
                <p14:nvPr/>
              </p14:nvContentPartPr>
              <p14:xfrm>
                <a:off x="4986464" y="1556202"/>
                <a:ext cx="317880" cy="173160"/>
              </p14:xfrm>
            </p:contentPart>
          </mc:Choice>
          <mc:Fallback>
            <p:pic>
              <p:nvPicPr>
                <p:cNvPr id="55" name="Ink 54">
                  <a:extLst>
                    <a:ext uri="{FF2B5EF4-FFF2-40B4-BE49-F238E27FC236}">
                      <a16:creationId xmlns:a16="http://schemas.microsoft.com/office/drawing/2014/main" id="{19E3A6C7-E2F7-855F-A307-3982D926DF35}"/>
                    </a:ext>
                  </a:extLst>
                </p:cNvPr>
                <p:cNvPicPr/>
                <p:nvPr/>
              </p:nvPicPr>
              <p:blipFill>
                <a:blip r:embed="rId91"/>
                <a:stretch>
                  <a:fillRect/>
                </a:stretch>
              </p:blipFill>
              <p:spPr>
                <a:xfrm>
                  <a:off x="4977824" y="1547562"/>
                  <a:ext cx="33552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6" name="Ink 55">
                  <a:extLst>
                    <a:ext uri="{FF2B5EF4-FFF2-40B4-BE49-F238E27FC236}">
                      <a16:creationId xmlns:a16="http://schemas.microsoft.com/office/drawing/2014/main" id="{D313AD9F-3AFB-B36D-6867-47AC61105D5C}"/>
                    </a:ext>
                  </a:extLst>
                </p14:cNvPr>
                <p14:cNvContentPartPr/>
                <p14:nvPr/>
              </p14:nvContentPartPr>
              <p14:xfrm>
                <a:off x="5413784" y="1544322"/>
                <a:ext cx="72000" cy="164880"/>
              </p14:xfrm>
            </p:contentPart>
          </mc:Choice>
          <mc:Fallback>
            <p:pic>
              <p:nvPicPr>
                <p:cNvPr id="56" name="Ink 55">
                  <a:extLst>
                    <a:ext uri="{FF2B5EF4-FFF2-40B4-BE49-F238E27FC236}">
                      <a16:creationId xmlns:a16="http://schemas.microsoft.com/office/drawing/2014/main" id="{D313AD9F-3AFB-B36D-6867-47AC61105D5C}"/>
                    </a:ext>
                  </a:extLst>
                </p:cNvPr>
                <p:cNvPicPr/>
                <p:nvPr/>
              </p:nvPicPr>
              <p:blipFill>
                <a:blip r:embed="rId93"/>
                <a:stretch>
                  <a:fillRect/>
                </a:stretch>
              </p:blipFill>
              <p:spPr>
                <a:xfrm>
                  <a:off x="5405144" y="1535682"/>
                  <a:ext cx="8964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7" name="Ink 56">
                  <a:extLst>
                    <a:ext uri="{FF2B5EF4-FFF2-40B4-BE49-F238E27FC236}">
                      <a16:creationId xmlns:a16="http://schemas.microsoft.com/office/drawing/2014/main" id="{DFB92279-1BAD-0D83-809D-E34374AA072F}"/>
                    </a:ext>
                  </a:extLst>
                </p14:cNvPr>
                <p14:cNvContentPartPr/>
                <p14:nvPr/>
              </p14:nvContentPartPr>
              <p14:xfrm>
                <a:off x="5666504" y="1610202"/>
                <a:ext cx="12600" cy="12960"/>
              </p14:xfrm>
            </p:contentPart>
          </mc:Choice>
          <mc:Fallback>
            <p:pic>
              <p:nvPicPr>
                <p:cNvPr id="57" name="Ink 56">
                  <a:extLst>
                    <a:ext uri="{FF2B5EF4-FFF2-40B4-BE49-F238E27FC236}">
                      <a16:creationId xmlns:a16="http://schemas.microsoft.com/office/drawing/2014/main" id="{DFB92279-1BAD-0D83-809D-E34374AA072F}"/>
                    </a:ext>
                  </a:extLst>
                </p:cNvPr>
                <p:cNvPicPr/>
                <p:nvPr/>
              </p:nvPicPr>
              <p:blipFill>
                <a:blip r:embed="rId95"/>
                <a:stretch>
                  <a:fillRect/>
                </a:stretch>
              </p:blipFill>
              <p:spPr>
                <a:xfrm>
                  <a:off x="5657504" y="1601562"/>
                  <a:ext cx="3024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8" name="Ink 57">
                  <a:extLst>
                    <a:ext uri="{FF2B5EF4-FFF2-40B4-BE49-F238E27FC236}">
                      <a16:creationId xmlns:a16="http://schemas.microsoft.com/office/drawing/2014/main" id="{6F54F8F3-AE28-E0D7-5418-7340DDAFCF63}"/>
                    </a:ext>
                  </a:extLst>
                </p14:cNvPr>
                <p14:cNvContentPartPr/>
                <p14:nvPr/>
              </p14:nvContentPartPr>
              <p14:xfrm>
                <a:off x="6003824" y="1406082"/>
                <a:ext cx="445680" cy="357120"/>
              </p14:xfrm>
            </p:contentPart>
          </mc:Choice>
          <mc:Fallback>
            <p:pic>
              <p:nvPicPr>
                <p:cNvPr id="58" name="Ink 57">
                  <a:extLst>
                    <a:ext uri="{FF2B5EF4-FFF2-40B4-BE49-F238E27FC236}">
                      <a16:creationId xmlns:a16="http://schemas.microsoft.com/office/drawing/2014/main" id="{6F54F8F3-AE28-E0D7-5418-7340DDAFCF63}"/>
                    </a:ext>
                  </a:extLst>
                </p:cNvPr>
                <p:cNvPicPr/>
                <p:nvPr/>
              </p:nvPicPr>
              <p:blipFill>
                <a:blip r:embed="rId97"/>
                <a:stretch>
                  <a:fillRect/>
                </a:stretch>
              </p:blipFill>
              <p:spPr>
                <a:xfrm>
                  <a:off x="5995184" y="1397082"/>
                  <a:ext cx="46332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60" name="Ink 59">
                  <a:extLst>
                    <a:ext uri="{FF2B5EF4-FFF2-40B4-BE49-F238E27FC236}">
                      <a16:creationId xmlns:a16="http://schemas.microsoft.com/office/drawing/2014/main" id="{E7FEE8A8-9C2F-E011-83A1-91D50F772D97}"/>
                    </a:ext>
                  </a:extLst>
                </p14:cNvPr>
                <p14:cNvContentPartPr/>
                <p14:nvPr/>
              </p14:nvContentPartPr>
              <p14:xfrm>
                <a:off x="6924344" y="1503642"/>
                <a:ext cx="12240" cy="223920"/>
              </p14:xfrm>
            </p:contentPart>
          </mc:Choice>
          <mc:Fallback>
            <p:pic>
              <p:nvPicPr>
                <p:cNvPr id="60" name="Ink 59">
                  <a:extLst>
                    <a:ext uri="{FF2B5EF4-FFF2-40B4-BE49-F238E27FC236}">
                      <a16:creationId xmlns:a16="http://schemas.microsoft.com/office/drawing/2014/main" id="{E7FEE8A8-9C2F-E011-83A1-91D50F772D97}"/>
                    </a:ext>
                  </a:extLst>
                </p:cNvPr>
                <p:cNvPicPr/>
                <p:nvPr/>
              </p:nvPicPr>
              <p:blipFill>
                <a:blip r:embed="rId99"/>
                <a:stretch>
                  <a:fillRect/>
                </a:stretch>
              </p:blipFill>
              <p:spPr>
                <a:xfrm>
                  <a:off x="6915344" y="1495002"/>
                  <a:ext cx="29880" cy="2415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61" name="Ink 60">
                  <a:extLst>
                    <a:ext uri="{FF2B5EF4-FFF2-40B4-BE49-F238E27FC236}">
                      <a16:creationId xmlns:a16="http://schemas.microsoft.com/office/drawing/2014/main" id="{75EAB662-ADD9-5EF1-3E5A-AFEABBC623B9}"/>
                    </a:ext>
                  </a:extLst>
                </p14:cNvPr>
                <p14:cNvContentPartPr/>
                <p14:nvPr/>
              </p14:nvContentPartPr>
              <p14:xfrm>
                <a:off x="6940184" y="1506522"/>
                <a:ext cx="156960" cy="220320"/>
              </p14:xfrm>
            </p:contentPart>
          </mc:Choice>
          <mc:Fallback>
            <p:pic>
              <p:nvPicPr>
                <p:cNvPr id="61" name="Ink 60">
                  <a:extLst>
                    <a:ext uri="{FF2B5EF4-FFF2-40B4-BE49-F238E27FC236}">
                      <a16:creationId xmlns:a16="http://schemas.microsoft.com/office/drawing/2014/main" id="{75EAB662-ADD9-5EF1-3E5A-AFEABBC623B9}"/>
                    </a:ext>
                  </a:extLst>
                </p:cNvPr>
                <p:cNvPicPr/>
                <p:nvPr/>
              </p:nvPicPr>
              <p:blipFill>
                <a:blip r:embed="rId101"/>
                <a:stretch>
                  <a:fillRect/>
                </a:stretch>
              </p:blipFill>
              <p:spPr>
                <a:xfrm>
                  <a:off x="6931544" y="1497882"/>
                  <a:ext cx="17460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2" name="Ink 61">
                  <a:extLst>
                    <a:ext uri="{FF2B5EF4-FFF2-40B4-BE49-F238E27FC236}">
                      <a16:creationId xmlns:a16="http://schemas.microsoft.com/office/drawing/2014/main" id="{7F7F3E77-960E-684B-14E7-56E2C6F76889}"/>
                    </a:ext>
                  </a:extLst>
                </p14:cNvPr>
                <p14:cNvContentPartPr/>
                <p14:nvPr/>
              </p14:nvContentPartPr>
              <p14:xfrm>
                <a:off x="7149344" y="1499682"/>
                <a:ext cx="164160" cy="207720"/>
              </p14:xfrm>
            </p:contentPart>
          </mc:Choice>
          <mc:Fallback>
            <p:pic>
              <p:nvPicPr>
                <p:cNvPr id="62" name="Ink 61">
                  <a:extLst>
                    <a:ext uri="{FF2B5EF4-FFF2-40B4-BE49-F238E27FC236}">
                      <a16:creationId xmlns:a16="http://schemas.microsoft.com/office/drawing/2014/main" id="{7F7F3E77-960E-684B-14E7-56E2C6F76889}"/>
                    </a:ext>
                  </a:extLst>
                </p:cNvPr>
                <p:cNvPicPr/>
                <p:nvPr/>
              </p:nvPicPr>
              <p:blipFill>
                <a:blip r:embed="rId103"/>
                <a:stretch>
                  <a:fillRect/>
                </a:stretch>
              </p:blipFill>
              <p:spPr>
                <a:xfrm>
                  <a:off x="7140704" y="1490682"/>
                  <a:ext cx="1818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3" name="Ink 62">
                  <a:extLst>
                    <a:ext uri="{FF2B5EF4-FFF2-40B4-BE49-F238E27FC236}">
                      <a16:creationId xmlns:a16="http://schemas.microsoft.com/office/drawing/2014/main" id="{A567AE9F-E37F-EDBD-4239-050DA4DFAFF9}"/>
                    </a:ext>
                  </a:extLst>
                </p14:cNvPr>
                <p14:cNvContentPartPr/>
                <p14:nvPr/>
              </p14:nvContentPartPr>
              <p14:xfrm>
                <a:off x="7352024" y="1523442"/>
                <a:ext cx="216360" cy="210600"/>
              </p14:xfrm>
            </p:contentPart>
          </mc:Choice>
          <mc:Fallback>
            <p:pic>
              <p:nvPicPr>
                <p:cNvPr id="63" name="Ink 62">
                  <a:extLst>
                    <a:ext uri="{FF2B5EF4-FFF2-40B4-BE49-F238E27FC236}">
                      <a16:creationId xmlns:a16="http://schemas.microsoft.com/office/drawing/2014/main" id="{A567AE9F-E37F-EDBD-4239-050DA4DFAFF9}"/>
                    </a:ext>
                  </a:extLst>
                </p:cNvPr>
                <p:cNvPicPr/>
                <p:nvPr/>
              </p:nvPicPr>
              <p:blipFill>
                <a:blip r:embed="rId105"/>
                <a:stretch>
                  <a:fillRect/>
                </a:stretch>
              </p:blipFill>
              <p:spPr>
                <a:xfrm>
                  <a:off x="7343384" y="1514802"/>
                  <a:ext cx="23400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4" name="Ink 63">
                  <a:extLst>
                    <a:ext uri="{FF2B5EF4-FFF2-40B4-BE49-F238E27FC236}">
                      <a16:creationId xmlns:a16="http://schemas.microsoft.com/office/drawing/2014/main" id="{6993D2D6-5B3E-F480-3AD9-A9DD5461A8F2}"/>
                    </a:ext>
                  </a:extLst>
                </p14:cNvPr>
                <p14:cNvContentPartPr/>
                <p14:nvPr/>
              </p14:nvContentPartPr>
              <p14:xfrm>
                <a:off x="7587104" y="1529922"/>
                <a:ext cx="153360" cy="237240"/>
              </p14:xfrm>
            </p:contentPart>
          </mc:Choice>
          <mc:Fallback>
            <p:pic>
              <p:nvPicPr>
                <p:cNvPr id="64" name="Ink 63">
                  <a:extLst>
                    <a:ext uri="{FF2B5EF4-FFF2-40B4-BE49-F238E27FC236}">
                      <a16:creationId xmlns:a16="http://schemas.microsoft.com/office/drawing/2014/main" id="{6993D2D6-5B3E-F480-3AD9-A9DD5461A8F2}"/>
                    </a:ext>
                  </a:extLst>
                </p:cNvPr>
                <p:cNvPicPr/>
                <p:nvPr/>
              </p:nvPicPr>
              <p:blipFill>
                <a:blip r:embed="rId107"/>
                <a:stretch>
                  <a:fillRect/>
                </a:stretch>
              </p:blipFill>
              <p:spPr>
                <a:xfrm>
                  <a:off x="7578104" y="1521282"/>
                  <a:ext cx="17100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6" name="Ink 65">
                  <a:extLst>
                    <a:ext uri="{FF2B5EF4-FFF2-40B4-BE49-F238E27FC236}">
                      <a16:creationId xmlns:a16="http://schemas.microsoft.com/office/drawing/2014/main" id="{1B6B18ED-1583-7EEC-393F-594BC9746FB1}"/>
                    </a:ext>
                  </a:extLst>
                </p14:cNvPr>
                <p14:cNvContentPartPr/>
                <p14:nvPr/>
              </p14:nvContentPartPr>
              <p14:xfrm>
                <a:off x="5220464" y="2054082"/>
                <a:ext cx="328320" cy="241560"/>
              </p14:xfrm>
            </p:contentPart>
          </mc:Choice>
          <mc:Fallback>
            <p:pic>
              <p:nvPicPr>
                <p:cNvPr id="66" name="Ink 65">
                  <a:extLst>
                    <a:ext uri="{FF2B5EF4-FFF2-40B4-BE49-F238E27FC236}">
                      <a16:creationId xmlns:a16="http://schemas.microsoft.com/office/drawing/2014/main" id="{1B6B18ED-1583-7EEC-393F-594BC9746FB1}"/>
                    </a:ext>
                  </a:extLst>
                </p:cNvPr>
                <p:cNvPicPr/>
                <p:nvPr/>
              </p:nvPicPr>
              <p:blipFill>
                <a:blip r:embed="rId109"/>
                <a:stretch>
                  <a:fillRect/>
                </a:stretch>
              </p:blipFill>
              <p:spPr>
                <a:xfrm>
                  <a:off x="5211464" y="2045442"/>
                  <a:ext cx="34596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7" name="Ink 66">
                  <a:extLst>
                    <a:ext uri="{FF2B5EF4-FFF2-40B4-BE49-F238E27FC236}">
                      <a16:creationId xmlns:a16="http://schemas.microsoft.com/office/drawing/2014/main" id="{770E0D3E-8027-EB91-580F-C6587FFEC950}"/>
                    </a:ext>
                  </a:extLst>
                </p14:cNvPr>
                <p14:cNvContentPartPr/>
                <p14:nvPr/>
              </p14:nvContentPartPr>
              <p14:xfrm>
                <a:off x="5486144" y="2146962"/>
                <a:ext cx="136080" cy="165240"/>
              </p14:xfrm>
            </p:contentPart>
          </mc:Choice>
          <mc:Fallback>
            <p:pic>
              <p:nvPicPr>
                <p:cNvPr id="67" name="Ink 66">
                  <a:extLst>
                    <a:ext uri="{FF2B5EF4-FFF2-40B4-BE49-F238E27FC236}">
                      <a16:creationId xmlns:a16="http://schemas.microsoft.com/office/drawing/2014/main" id="{770E0D3E-8027-EB91-580F-C6587FFEC950}"/>
                    </a:ext>
                  </a:extLst>
                </p:cNvPr>
                <p:cNvPicPr/>
                <p:nvPr/>
              </p:nvPicPr>
              <p:blipFill>
                <a:blip r:embed="rId111"/>
                <a:stretch>
                  <a:fillRect/>
                </a:stretch>
              </p:blipFill>
              <p:spPr>
                <a:xfrm>
                  <a:off x="5477504" y="2137962"/>
                  <a:ext cx="1537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8" name="Ink 67">
                  <a:extLst>
                    <a:ext uri="{FF2B5EF4-FFF2-40B4-BE49-F238E27FC236}">
                      <a16:creationId xmlns:a16="http://schemas.microsoft.com/office/drawing/2014/main" id="{1F5F310D-267B-1FE8-5F63-DBC92AAD2E57}"/>
                    </a:ext>
                  </a:extLst>
                </p14:cNvPr>
                <p14:cNvContentPartPr/>
                <p14:nvPr/>
              </p14:nvContentPartPr>
              <p14:xfrm>
                <a:off x="5735984" y="2108082"/>
                <a:ext cx="145440" cy="157680"/>
              </p14:xfrm>
            </p:contentPart>
          </mc:Choice>
          <mc:Fallback>
            <p:pic>
              <p:nvPicPr>
                <p:cNvPr id="68" name="Ink 67">
                  <a:extLst>
                    <a:ext uri="{FF2B5EF4-FFF2-40B4-BE49-F238E27FC236}">
                      <a16:creationId xmlns:a16="http://schemas.microsoft.com/office/drawing/2014/main" id="{1F5F310D-267B-1FE8-5F63-DBC92AAD2E57}"/>
                    </a:ext>
                  </a:extLst>
                </p:cNvPr>
                <p:cNvPicPr/>
                <p:nvPr/>
              </p:nvPicPr>
              <p:blipFill>
                <a:blip r:embed="rId113"/>
                <a:stretch>
                  <a:fillRect/>
                </a:stretch>
              </p:blipFill>
              <p:spPr>
                <a:xfrm>
                  <a:off x="5727344" y="2099082"/>
                  <a:ext cx="16308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9" name="Ink 68">
                  <a:extLst>
                    <a:ext uri="{FF2B5EF4-FFF2-40B4-BE49-F238E27FC236}">
                      <a16:creationId xmlns:a16="http://schemas.microsoft.com/office/drawing/2014/main" id="{B78986A7-BD25-4199-907F-D9C2162F55E6}"/>
                    </a:ext>
                  </a:extLst>
                </p14:cNvPr>
                <p14:cNvContentPartPr/>
                <p14:nvPr/>
              </p14:nvContentPartPr>
              <p14:xfrm>
                <a:off x="6300104" y="2364042"/>
                <a:ext cx="11520" cy="215640"/>
              </p14:xfrm>
            </p:contentPart>
          </mc:Choice>
          <mc:Fallback>
            <p:pic>
              <p:nvPicPr>
                <p:cNvPr id="69" name="Ink 68">
                  <a:extLst>
                    <a:ext uri="{FF2B5EF4-FFF2-40B4-BE49-F238E27FC236}">
                      <a16:creationId xmlns:a16="http://schemas.microsoft.com/office/drawing/2014/main" id="{B78986A7-BD25-4199-907F-D9C2162F55E6}"/>
                    </a:ext>
                  </a:extLst>
                </p:cNvPr>
                <p:cNvPicPr/>
                <p:nvPr/>
              </p:nvPicPr>
              <p:blipFill>
                <a:blip r:embed="rId115"/>
                <a:stretch>
                  <a:fillRect/>
                </a:stretch>
              </p:blipFill>
              <p:spPr>
                <a:xfrm>
                  <a:off x="6291104" y="2355402"/>
                  <a:ext cx="2916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0" name="Ink 69">
                  <a:extLst>
                    <a:ext uri="{FF2B5EF4-FFF2-40B4-BE49-F238E27FC236}">
                      <a16:creationId xmlns:a16="http://schemas.microsoft.com/office/drawing/2014/main" id="{764604E8-2AF3-9B3F-B425-7F7074FE8E8B}"/>
                    </a:ext>
                  </a:extLst>
                </p14:cNvPr>
                <p14:cNvContentPartPr/>
                <p14:nvPr/>
              </p14:nvContentPartPr>
              <p14:xfrm>
                <a:off x="6218744" y="2559162"/>
                <a:ext cx="174240" cy="45000"/>
              </p14:xfrm>
            </p:contentPart>
          </mc:Choice>
          <mc:Fallback>
            <p:pic>
              <p:nvPicPr>
                <p:cNvPr id="70" name="Ink 69">
                  <a:extLst>
                    <a:ext uri="{FF2B5EF4-FFF2-40B4-BE49-F238E27FC236}">
                      <a16:creationId xmlns:a16="http://schemas.microsoft.com/office/drawing/2014/main" id="{764604E8-2AF3-9B3F-B425-7F7074FE8E8B}"/>
                    </a:ext>
                  </a:extLst>
                </p:cNvPr>
                <p:cNvPicPr/>
                <p:nvPr/>
              </p:nvPicPr>
              <p:blipFill>
                <a:blip r:embed="rId117"/>
                <a:stretch>
                  <a:fillRect/>
                </a:stretch>
              </p:blipFill>
              <p:spPr>
                <a:xfrm>
                  <a:off x="6210104" y="2550522"/>
                  <a:ext cx="19188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1" name="Ink 70">
                  <a:extLst>
                    <a:ext uri="{FF2B5EF4-FFF2-40B4-BE49-F238E27FC236}">
                      <a16:creationId xmlns:a16="http://schemas.microsoft.com/office/drawing/2014/main" id="{1F31515C-4FA7-AA2D-B029-7F14908D87D3}"/>
                    </a:ext>
                  </a:extLst>
                </p14:cNvPr>
                <p14:cNvContentPartPr/>
                <p14:nvPr/>
              </p14:nvContentPartPr>
              <p14:xfrm>
                <a:off x="6284264" y="2290602"/>
                <a:ext cx="149760" cy="187920"/>
              </p14:xfrm>
            </p:contentPart>
          </mc:Choice>
          <mc:Fallback>
            <p:pic>
              <p:nvPicPr>
                <p:cNvPr id="71" name="Ink 70">
                  <a:extLst>
                    <a:ext uri="{FF2B5EF4-FFF2-40B4-BE49-F238E27FC236}">
                      <a16:creationId xmlns:a16="http://schemas.microsoft.com/office/drawing/2014/main" id="{1F31515C-4FA7-AA2D-B029-7F14908D87D3}"/>
                    </a:ext>
                  </a:extLst>
                </p:cNvPr>
                <p:cNvPicPr/>
                <p:nvPr/>
              </p:nvPicPr>
              <p:blipFill>
                <a:blip r:embed="rId119"/>
                <a:stretch>
                  <a:fillRect/>
                </a:stretch>
              </p:blipFill>
              <p:spPr>
                <a:xfrm>
                  <a:off x="6275264" y="2281602"/>
                  <a:ext cx="16740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2" name="Ink 71">
                  <a:extLst>
                    <a:ext uri="{FF2B5EF4-FFF2-40B4-BE49-F238E27FC236}">
                      <a16:creationId xmlns:a16="http://schemas.microsoft.com/office/drawing/2014/main" id="{6C4AF0E9-3969-B051-999B-45102E3B860D}"/>
                    </a:ext>
                  </a:extLst>
                </p14:cNvPr>
                <p14:cNvContentPartPr/>
                <p14:nvPr/>
              </p14:nvContentPartPr>
              <p14:xfrm>
                <a:off x="6448064" y="2398602"/>
                <a:ext cx="222120" cy="111240"/>
              </p14:xfrm>
            </p:contentPart>
          </mc:Choice>
          <mc:Fallback>
            <p:pic>
              <p:nvPicPr>
                <p:cNvPr id="72" name="Ink 71">
                  <a:extLst>
                    <a:ext uri="{FF2B5EF4-FFF2-40B4-BE49-F238E27FC236}">
                      <a16:creationId xmlns:a16="http://schemas.microsoft.com/office/drawing/2014/main" id="{6C4AF0E9-3969-B051-999B-45102E3B860D}"/>
                    </a:ext>
                  </a:extLst>
                </p:cNvPr>
                <p:cNvPicPr/>
                <p:nvPr/>
              </p:nvPicPr>
              <p:blipFill>
                <a:blip r:embed="rId121"/>
                <a:stretch>
                  <a:fillRect/>
                </a:stretch>
              </p:blipFill>
              <p:spPr>
                <a:xfrm>
                  <a:off x="6439424" y="2389602"/>
                  <a:ext cx="23976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3" name="Ink 72">
                  <a:extLst>
                    <a:ext uri="{FF2B5EF4-FFF2-40B4-BE49-F238E27FC236}">
                      <a16:creationId xmlns:a16="http://schemas.microsoft.com/office/drawing/2014/main" id="{4D004B06-AC2A-2B87-BF11-AEC9EECB2F74}"/>
                    </a:ext>
                  </a:extLst>
                </p14:cNvPr>
                <p14:cNvContentPartPr/>
                <p14:nvPr/>
              </p14:nvContentPartPr>
              <p14:xfrm>
                <a:off x="6706544" y="2247042"/>
                <a:ext cx="207720" cy="472320"/>
              </p14:xfrm>
            </p:contentPart>
          </mc:Choice>
          <mc:Fallback>
            <p:pic>
              <p:nvPicPr>
                <p:cNvPr id="73" name="Ink 72">
                  <a:extLst>
                    <a:ext uri="{FF2B5EF4-FFF2-40B4-BE49-F238E27FC236}">
                      <a16:creationId xmlns:a16="http://schemas.microsoft.com/office/drawing/2014/main" id="{4D004B06-AC2A-2B87-BF11-AEC9EECB2F74}"/>
                    </a:ext>
                  </a:extLst>
                </p:cNvPr>
                <p:cNvPicPr/>
                <p:nvPr/>
              </p:nvPicPr>
              <p:blipFill>
                <a:blip r:embed="rId123"/>
                <a:stretch>
                  <a:fillRect/>
                </a:stretch>
              </p:blipFill>
              <p:spPr>
                <a:xfrm>
                  <a:off x="6697544" y="2238402"/>
                  <a:ext cx="225360" cy="4899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4" name="Ink 73">
                  <a:extLst>
                    <a:ext uri="{FF2B5EF4-FFF2-40B4-BE49-F238E27FC236}">
                      <a16:creationId xmlns:a16="http://schemas.microsoft.com/office/drawing/2014/main" id="{979CFF68-7893-E745-F42E-63512410669B}"/>
                    </a:ext>
                  </a:extLst>
                </p14:cNvPr>
                <p14:cNvContentPartPr/>
                <p14:nvPr/>
              </p14:nvContentPartPr>
              <p14:xfrm>
                <a:off x="6963944" y="2506242"/>
                <a:ext cx="26280" cy="9720"/>
              </p14:xfrm>
            </p:contentPart>
          </mc:Choice>
          <mc:Fallback>
            <p:pic>
              <p:nvPicPr>
                <p:cNvPr id="74" name="Ink 73">
                  <a:extLst>
                    <a:ext uri="{FF2B5EF4-FFF2-40B4-BE49-F238E27FC236}">
                      <a16:creationId xmlns:a16="http://schemas.microsoft.com/office/drawing/2014/main" id="{979CFF68-7893-E745-F42E-63512410669B}"/>
                    </a:ext>
                  </a:extLst>
                </p:cNvPr>
                <p:cNvPicPr/>
                <p:nvPr/>
              </p:nvPicPr>
              <p:blipFill>
                <a:blip r:embed="rId125"/>
                <a:stretch>
                  <a:fillRect/>
                </a:stretch>
              </p:blipFill>
              <p:spPr>
                <a:xfrm>
                  <a:off x="6954944" y="2497242"/>
                  <a:ext cx="4392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6" name="Ink 75">
                  <a:extLst>
                    <a:ext uri="{FF2B5EF4-FFF2-40B4-BE49-F238E27FC236}">
                      <a16:creationId xmlns:a16="http://schemas.microsoft.com/office/drawing/2014/main" id="{52711B5E-DF82-6E3E-EC11-BE0BCE284BFC}"/>
                    </a:ext>
                  </a:extLst>
                </p14:cNvPr>
                <p14:cNvContentPartPr/>
                <p14:nvPr/>
              </p14:nvContentPartPr>
              <p14:xfrm>
                <a:off x="5691704" y="3051642"/>
                <a:ext cx="248040" cy="254520"/>
              </p14:xfrm>
            </p:contentPart>
          </mc:Choice>
          <mc:Fallback>
            <p:pic>
              <p:nvPicPr>
                <p:cNvPr id="76" name="Ink 75">
                  <a:extLst>
                    <a:ext uri="{FF2B5EF4-FFF2-40B4-BE49-F238E27FC236}">
                      <a16:creationId xmlns:a16="http://schemas.microsoft.com/office/drawing/2014/main" id="{52711B5E-DF82-6E3E-EC11-BE0BCE284BFC}"/>
                    </a:ext>
                  </a:extLst>
                </p:cNvPr>
                <p:cNvPicPr/>
                <p:nvPr/>
              </p:nvPicPr>
              <p:blipFill>
                <a:blip r:embed="rId127"/>
                <a:stretch>
                  <a:fillRect/>
                </a:stretch>
              </p:blipFill>
              <p:spPr>
                <a:xfrm>
                  <a:off x="5682704" y="3042642"/>
                  <a:ext cx="26568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7" name="Ink 76">
                  <a:extLst>
                    <a:ext uri="{FF2B5EF4-FFF2-40B4-BE49-F238E27FC236}">
                      <a16:creationId xmlns:a16="http://schemas.microsoft.com/office/drawing/2014/main" id="{45862B85-CD85-28ED-2C4D-CE53DE06010E}"/>
                    </a:ext>
                  </a:extLst>
                </p14:cNvPr>
                <p14:cNvContentPartPr/>
                <p14:nvPr/>
              </p14:nvContentPartPr>
              <p14:xfrm>
                <a:off x="6009584" y="3071802"/>
                <a:ext cx="19800" cy="203400"/>
              </p14:xfrm>
            </p:contentPart>
          </mc:Choice>
          <mc:Fallback>
            <p:pic>
              <p:nvPicPr>
                <p:cNvPr id="77" name="Ink 76">
                  <a:extLst>
                    <a:ext uri="{FF2B5EF4-FFF2-40B4-BE49-F238E27FC236}">
                      <a16:creationId xmlns:a16="http://schemas.microsoft.com/office/drawing/2014/main" id="{45862B85-CD85-28ED-2C4D-CE53DE06010E}"/>
                    </a:ext>
                  </a:extLst>
                </p:cNvPr>
                <p:cNvPicPr/>
                <p:nvPr/>
              </p:nvPicPr>
              <p:blipFill>
                <a:blip r:embed="rId129"/>
                <a:stretch>
                  <a:fillRect/>
                </a:stretch>
              </p:blipFill>
              <p:spPr>
                <a:xfrm>
                  <a:off x="6000944" y="3063162"/>
                  <a:ext cx="37440" cy="2210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9" name="Ink 78">
                  <a:extLst>
                    <a:ext uri="{FF2B5EF4-FFF2-40B4-BE49-F238E27FC236}">
                      <a16:creationId xmlns:a16="http://schemas.microsoft.com/office/drawing/2014/main" id="{0D1EEF75-4AE1-26B5-754B-DE14567DC507}"/>
                    </a:ext>
                  </a:extLst>
                </p14:cNvPr>
                <p14:cNvContentPartPr/>
                <p14:nvPr/>
              </p14:nvContentPartPr>
              <p14:xfrm>
                <a:off x="4550504" y="3095922"/>
                <a:ext cx="241560" cy="283680"/>
              </p14:xfrm>
            </p:contentPart>
          </mc:Choice>
          <mc:Fallback>
            <p:pic>
              <p:nvPicPr>
                <p:cNvPr id="79" name="Ink 78">
                  <a:extLst>
                    <a:ext uri="{FF2B5EF4-FFF2-40B4-BE49-F238E27FC236}">
                      <a16:creationId xmlns:a16="http://schemas.microsoft.com/office/drawing/2014/main" id="{0D1EEF75-4AE1-26B5-754B-DE14567DC507}"/>
                    </a:ext>
                  </a:extLst>
                </p:cNvPr>
                <p:cNvPicPr/>
                <p:nvPr/>
              </p:nvPicPr>
              <p:blipFill>
                <a:blip r:embed="rId131"/>
                <a:stretch>
                  <a:fillRect/>
                </a:stretch>
              </p:blipFill>
              <p:spPr>
                <a:xfrm>
                  <a:off x="4541864" y="3086922"/>
                  <a:ext cx="25920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80" name="Ink 79">
                  <a:extLst>
                    <a:ext uri="{FF2B5EF4-FFF2-40B4-BE49-F238E27FC236}">
                      <a16:creationId xmlns:a16="http://schemas.microsoft.com/office/drawing/2014/main" id="{A82EFA21-5008-3D72-AA9D-55BB2E7600B8}"/>
                    </a:ext>
                  </a:extLst>
                </p14:cNvPr>
                <p14:cNvContentPartPr/>
                <p14:nvPr/>
              </p14:nvContentPartPr>
              <p14:xfrm>
                <a:off x="4850024" y="3124362"/>
                <a:ext cx="21240" cy="235440"/>
              </p14:xfrm>
            </p:contentPart>
          </mc:Choice>
          <mc:Fallback>
            <p:pic>
              <p:nvPicPr>
                <p:cNvPr id="80" name="Ink 79">
                  <a:extLst>
                    <a:ext uri="{FF2B5EF4-FFF2-40B4-BE49-F238E27FC236}">
                      <a16:creationId xmlns:a16="http://schemas.microsoft.com/office/drawing/2014/main" id="{A82EFA21-5008-3D72-AA9D-55BB2E7600B8}"/>
                    </a:ext>
                  </a:extLst>
                </p:cNvPr>
                <p:cNvPicPr/>
                <p:nvPr/>
              </p:nvPicPr>
              <p:blipFill>
                <a:blip r:embed="rId133"/>
                <a:stretch>
                  <a:fillRect/>
                </a:stretch>
              </p:blipFill>
              <p:spPr>
                <a:xfrm>
                  <a:off x="4841384" y="3115722"/>
                  <a:ext cx="388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20A29B3D-CD89-9EA9-3109-8ED386F155B0}"/>
                    </a:ext>
                  </a:extLst>
                </p14:cNvPr>
                <p14:cNvContentPartPr/>
                <p14:nvPr/>
              </p14:nvContentPartPr>
              <p14:xfrm>
                <a:off x="4870184" y="3104202"/>
                <a:ext cx="111240" cy="230400"/>
              </p14:xfrm>
            </p:contentPart>
          </mc:Choice>
          <mc:Fallback>
            <p:pic>
              <p:nvPicPr>
                <p:cNvPr id="81" name="Ink 80">
                  <a:extLst>
                    <a:ext uri="{FF2B5EF4-FFF2-40B4-BE49-F238E27FC236}">
                      <a16:creationId xmlns:a16="http://schemas.microsoft.com/office/drawing/2014/main" id="{20A29B3D-CD89-9EA9-3109-8ED386F155B0}"/>
                    </a:ext>
                  </a:extLst>
                </p:cNvPr>
                <p:cNvPicPr/>
                <p:nvPr/>
              </p:nvPicPr>
              <p:blipFill>
                <a:blip r:embed="rId135"/>
                <a:stretch>
                  <a:fillRect/>
                </a:stretch>
              </p:blipFill>
              <p:spPr>
                <a:xfrm>
                  <a:off x="4861184" y="3095202"/>
                  <a:ext cx="12888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FE7C47A3-854B-97EF-D836-7FA302DAB2BF}"/>
                    </a:ext>
                  </a:extLst>
                </p14:cNvPr>
                <p14:cNvContentPartPr/>
                <p14:nvPr/>
              </p14:nvContentPartPr>
              <p14:xfrm>
                <a:off x="5013824" y="3102402"/>
                <a:ext cx="77400" cy="218520"/>
              </p14:xfrm>
            </p:contentPart>
          </mc:Choice>
          <mc:Fallback>
            <p:pic>
              <p:nvPicPr>
                <p:cNvPr id="82" name="Ink 81">
                  <a:extLst>
                    <a:ext uri="{FF2B5EF4-FFF2-40B4-BE49-F238E27FC236}">
                      <a16:creationId xmlns:a16="http://schemas.microsoft.com/office/drawing/2014/main" id="{FE7C47A3-854B-97EF-D836-7FA302DAB2BF}"/>
                    </a:ext>
                  </a:extLst>
                </p:cNvPr>
                <p:cNvPicPr/>
                <p:nvPr/>
              </p:nvPicPr>
              <p:blipFill>
                <a:blip r:embed="rId137"/>
                <a:stretch>
                  <a:fillRect/>
                </a:stretch>
              </p:blipFill>
              <p:spPr>
                <a:xfrm>
                  <a:off x="5005184" y="3093762"/>
                  <a:ext cx="95040" cy="2361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77374645-ED2F-CBF0-10C5-5B9C2ECFE506}"/>
                    </a:ext>
                  </a:extLst>
                </p14:cNvPr>
                <p14:cNvContentPartPr/>
                <p14:nvPr/>
              </p14:nvContentPartPr>
              <p14:xfrm>
                <a:off x="5103824" y="3159282"/>
                <a:ext cx="67680" cy="87840"/>
              </p14:xfrm>
            </p:contentPart>
          </mc:Choice>
          <mc:Fallback>
            <p:pic>
              <p:nvPicPr>
                <p:cNvPr id="83" name="Ink 82">
                  <a:extLst>
                    <a:ext uri="{FF2B5EF4-FFF2-40B4-BE49-F238E27FC236}">
                      <a16:creationId xmlns:a16="http://schemas.microsoft.com/office/drawing/2014/main" id="{77374645-ED2F-CBF0-10C5-5B9C2ECFE506}"/>
                    </a:ext>
                  </a:extLst>
                </p:cNvPr>
                <p:cNvPicPr/>
                <p:nvPr/>
              </p:nvPicPr>
              <p:blipFill>
                <a:blip r:embed="rId139"/>
                <a:stretch>
                  <a:fillRect/>
                </a:stretch>
              </p:blipFill>
              <p:spPr>
                <a:xfrm>
                  <a:off x="5095184" y="3150642"/>
                  <a:ext cx="8532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5" name="Ink 84">
                  <a:extLst>
                    <a:ext uri="{FF2B5EF4-FFF2-40B4-BE49-F238E27FC236}">
                      <a16:creationId xmlns:a16="http://schemas.microsoft.com/office/drawing/2014/main" id="{0A1619F4-A8DD-62DE-1135-10324F0FB2B8}"/>
                    </a:ext>
                  </a:extLst>
                </p14:cNvPr>
                <p14:cNvContentPartPr/>
                <p14:nvPr/>
              </p14:nvContentPartPr>
              <p14:xfrm>
                <a:off x="5553104" y="3503802"/>
                <a:ext cx="45360" cy="321120"/>
              </p14:xfrm>
            </p:contentPart>
          </mc:Choice>
          <mc:Fallback>
            <p:pic>
              <p:nvPicPr>
                <p:cNvPr id="85" name="Ink 84">
                  <a:extLst>
                    <a:ext uri="{FF2B5EF4-FFF2-40B4-BE49-F238E27FC236}">
                      <a16:creationId xmlns:a16="http://schemas.microsoft.com/office/drawing/2014/main" id="{0A1619F4-A8DD-62DE-1135-10324F0FB2B8}"/>
                    </a:ext>
                  </a:extLst>
                </p:cNvPr>
                <p:cNvPicPr/>
                <p:nvPr/>
              </p:nvPicPr>
              <p:blipFill>
                <a:blip r:embed="rId141"/>
                <a:stretch>
                  <a:fillRect/>
                </a:stretch>
              </p:blipFill>
              <p:spPr>
                <a:xfrm>
                  <a:off x="5544464" y="3495162"/>
                  <a:ext cx="63000" cy="33876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6" name="Ink 85">
                  <a:extLst>
                    <a:ext uri="{FF2B5EF4-FFF2-40B4-BE49-F238E27FC236}">
                      <a16:creationId xmlns:a16="http://schemas.microsoft.com/office/drawing/2014/main" id="{28F99B56-9A1C-2608-A1EF-CE0F1B7056A2}"/>
                    </a:ext>
                  </a:extLst>
                </p14:cNvPr>
                <p14:cNvContentPartPr/>
                <p14:nvPr/>
              </p14:nvContentPartPr>
              <p14:xfrm>
                <a:off x="5711504" y="3510282"/>
                <a:ext cx="65520" cy="214560"/>
              </p14:xfrm>
            </p:contentPart>
          </mc:Choice>
          <mc:Fallback>
            <p:pic>
              <p:nvPicPr>
                <p:cNvPr id="86" name="Ink 85">
                  <a:extLst>
                    <a:ext uri="{FF2B5EF4-FFF2-40B4-BE49-F238E27FC236}">
                      <a16:creationId xmlns:a16="http://schemas.microsoft.com/office/drawing/2014/main" id="{28F99B56-9A1C-2608-A1EF-CE0F1B7056A2}"/>
                    </a:ext>
                  </a:extLst>
                </p:cNvPr>
                <p:cNvPicPr/>
                <p:nvPr/>
              </p:nvPicPr>
              <p:blipFill>
                <a:blip r:embed="rId143"/>
                <a:stretch>
                  <a:fillRect/>
                </a:stretch>
              </p:blipFill>
              <p:spPr>
                <a:xfrm>
                  <a:off x="5702504" y="3501282"/>
                  <a:ext cx="8316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7" name="Ink 86">
                  <a:extLst>
                    <a:ext uri="{FF2B5EF4-FFF2-40B4-BE49-F238E27FC236}">
                      <a16:creationId xmlns:a16="http://schemas.microsoft.com/office/drawing/2014/main" id="{CBF01A57-2D50-7221-2158-8C317FDA93AF}"/>
                    </a:ext>
                  </a:extLst>
                </p14:cNvPr>
                <p14:cNvContentPartPr/>
                <p14:nvPr/>
              </p14:nvContentPartPr>
              <p14:xfrm>
                <a:off x="5500184" y="3558162"/>
                <a:ext cx="330480" cy="73080"/>
              </p14:xfrm>
            </p:contentPart>
          </mc:Choice>
          <mc:Fallback>
            <p:pic>
              <p:nvPicPr>
                <p:cNvPr id="87" name="Ink 86">
                  <a:extLst>
                    <a:ext uri="{FF2B5EF4-FFF2-40B4-BE49-F238E27FC236}">
                      <a16:creationId xmlns:a16="http://schemas.microsoft.com/office/drawing/2014/main" id="{CBF01A57-2D50-7221-2158-8C317FDA93AF}"/>
                    </a:ext>
                  </a:extLst>
                </p:cNvPr>
                <p:cNvPicPr/>
                <p:nvPr/>
              </p:nvPicPr>
              <p:blipFill>
                <a:blip r:embed="rId145"/>
                <a:stretch>
                  <a:fillRect/>
                </a:stretch>
              </p:blipFill>
              <p:spPr>
                <a:xfrm>
                  <a:off x="5491184" y="3549522"/>
                  <a:ext cx="34812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88" name="Ink 87">
                  <a:extLst>
                    <a:ext uri="{FF2B5EF4-FFF2-40B4-BE49-F238E27FC236}">
                      <a16:creationId xmlns:a16="http://schemas.microsoft.com/office/drawing/2014/main" id="{FAAC142D-24F5-324B-1554-56A01D97F856}"/>
                    </a:ext>
                  </a:extLst>
                </p14:cNvPr>
                <p14:cNvContentPartPr/>
                <p14:nvPr/>
              </p14:nvContentPartPr>
              <p14:xfrm>
                <a:off x="5493704" y="3657162"/>
                <a:ext cx="299520" cy="34920"/>
              </p14:xfrm>
            </p:contentPart>
          </mc:Choice>
          <mc:Fallback>
            <p:pic>
              <p:nvPicPr>
                <p:cNvPr id="88" name="Ink 87">
                  <a:extLst>
                    <a:ext uri="{FF2B5EF4-FFF2-40B4-BE49-F238E27FC236}">
                      <a16:creationId xmlns:a16="http://schemas.microsoft.com/office/drawing/2014/main" id="{FAAC142D-24F5-324B-1554-56A01D97F856}"/>
                    </a:ext>
                  </a:extLst>
                </p:cNvPr>
                <p:cNvPicPr/>
                <p:nvPr/>
              </p:nvPicPr>
              <p:blipFill>
                <a:blip r:embed="rId147"/>
                <a:stretch>
                  <a:fillRect/>
                </a:stretch>
              </p:blipFill>
              <p:spPr>
                <a:xfrm>
                  <a:off x="5485064" y="3648522"/>
                  <a:ext cx="31716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9" name="Ink 88">
                  <a:extLst>
                    <a:ext uri="{FF2B5EF4-FFF2-40B4-BE49-F238E27FC236}">
                      <a16:creationId xmlns:a16="http://schemas.microsoft.com/office/drawing/2014/main" id="{1A0E0269-501A-DFE6-C3B7-7F2851D926E0}"/>
                    </a:ext>
                  </a:extLst>
                </p14:cNvPr>
                <p14:cNvContentPartPr/>
                <p14:nvPr/>
              </p14:nvContentPartPr>
              <p14:xfrm>
                <a:off x="5962784" y="3538002"/>
                <a:ext cx="7560" cy="204480"/>
              </p14:xfrm>
            </p:contentPart>
          </mc:Choice>
          <mc:Fallback>
            <p:pic>
              <p:nvPicPr>
                <p:cNvPr id="89" name="Ink 88">
                  <a:extLst>
                    <a:ext uri="{FF2B5EF4-FFF2-40B4-BE49-F238E27FC236}">
                      <a16:creationId xmlns:a16="http://schemas.microsoft.com/office/drawing/2014/main" id="{1A0E0269-501A-DFE6-C3B7-7F2851D926E0}"/>
                    </a:ext>
                  </a:extLst>
                </p:cNvPr>
                <p:cNvPicPr/>
                <p:nvPr/>
              </p:nvPicPr>
              <p:blipFill>
                <a:blip r:embed="rId149"/>
                <a:stretch>
                  <a:fillRect/>
                </a:stretch>
              </p:blipFill>
              <p:spPr>
                <a:xfrm>
                  <a:off x="5954144" y="3529362"/>
                  <a:ext cx="252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D659489D-C405-C8D2-0D90-9FCBD3E0E8C8}"/>
                    </a:ext>
                  </a:extLst>
                </p14:cNvPr>
                <p14:cNvContentPartPr/>
                <p14:nvPr/>
              </p14:nvContentPartPr>
              <p14:xfrm>
                <a:off x="5982944" y="3455562"/>
                <a:ext cx="126000" cy="123120"/>
              </p14:xfrm>
            </p:contentPart>
          </mc:Choice>
          <mc:Fallback>
            <p:pic>
              <p:nvPicPr>
                <p:cNvPr id="90" name="Ink 89">
                  <a:extLst>
                    <a:ext uri="{FF2B5EF4-FFF2-40B4-BE49-F238E27FC236}">
                      <a16:creationId xmlns:a16="http://schemas.microsoft.com/office/drawing/2014/main" id="{D659489D-C405-C8D2-0D90-9FCBD3E0E8C8}"/>
                    </a:ext>
                  </a:extLst>
                </p:cNvPr>
                <p:cNvPicPr/>
                <p:nvPr/>
              </p:nvPicPr>
              <p:blipFill>
                <a:blip r:embed="rId151"/>
                <a:stretch>
                  <a:fillRect/>
                </a:stretch>
              </p:blipFill>
              <p:spPr>
                <a:xfrm>
                  <a:off x="5974304" y="3446562"/>
                  <a:ext cx="14364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1" name="Ink 90">
                  <a:extLst>
                    <a:ext uri="{FF2B5EF4-FFF2-40B4-BE49-F238E27FC236}">
                      <a16:creationId xmlns:a16="http://schemas.microsoft.com/office/drawing/2014/main" id="{9ECD70A1-73B2-BAF0-324C-FD462B8F2471}"/>
                    </a:ext>
                  </a:extLst>
                </p14:cNvPr>
                <p14:cNvContentPartPr/>
                <p14:nvPr/>
              </p14:nvContentPartPr>
              <p14:xfrm>
                <a:off x="6142424" y="3471402"/>
                <a:ext cx="173160" cy="255600"/>
              </p14:xfrm>
            </p:contentPart>
          </mc:Choice>
          <mc:Fallback>
            <p:pic>
              <p:nvPicPr>
                <p:cNvPr id="91" name="Ink 90">
                  <a:extLst>
                    <a:ext uri="{FF2B5EF4-FFF2-40B4-BE49-F238E27FC236}">
                      <a16:creationId xmlns:a16="http://schemas.microsoft.com/office/drawing/2014/main" id="{9ECD70A1-73B2-BAF0-324C-FD462B8F2471}"/>
                    </a:ext>
                  </a:extLst>
                </p:cNvPr>
                <p:cNvPicPr/>
                <p:nvPr/>
              </p:nvPicPr>
              <p:blipFill>
                <a:blip r:embed="rId153"/>
                <a:stretch>
                  <a:fillRect/>
                </a:stretch>
              </p:blipFill>
              <p:spPr>
                <a:xfrm>
                  <a:off x="6133784" y="3462402"/>
                  <a:ext cx="190800" cy="2732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2" name="Ink 91">
                  <a:extLst>
                    <a:ext uri="{FF2B5EF4-FFF2-40B4-BE49-F238E27FC236}">
                      <a16:creationId xmlns:a16="http://schemas.microsoft.com/office/drawing/2014/main" id="{3D67E062-0ADB-278B-8DE4-9CBE3E49AFAB}"/>
                    </a:ext>
                  </a:extLst>
                </p14:cNvPr>
                <p14:cNvContentPartPr/>
                <p14:nvPr/>
              </p14:nvContentPartPr>
              <p14:xfrm>
                <a:off x="6264824" y="3527922"/>
                <a:ext cx="10440" cy="246240"/>
              </p14:xfrm>
            </p:contentPart>
          </mc:Choice>
          <mc:Fallback>
            <p:pic>
              <p:nvPicPr>
                <p:cNvPr id="92" name="Ink 91">
                  <a:extLst>
                    <a:ext uri="{FF2B5EF4-FFF2-40B4-BE49-F238E27FC236}">
                      <a16:creationId xmlns:a16="http://schemas.microsoft.com/office/drawing/2014/main" id="{3D67E062-0ADB-278B-8DE4-9CBE3E49AFAB}"/>
                    </a:ext>
                  </a:extLst>
                </p:cNvPr>
                <p:cNvPicPr/>
                <p:nvPr/>
              </p:nvPicPr>
              <p:blipFill>
                <a:blip r:embed="rId155"/>
                <a:stretch>
                  <a:fillRect/>
                </a:stretch>
              </p:blipFill>
              <p:spPr>
                <a:xfrm>
                  <a:off x="6255824" y="3518922"/>
                  <a:ext cx="2808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3" name="Ink 92">
                  <a:extLst>
                    <a:ext uri="{FF2B5EF4-FFF2-40B4-BE49-F238E27FC236}">
                      <a16:creationId xmlns:a16="http://schemas.microsoft.com/office/drawing/2014/main" id="{AC5AF07F-B983-FD7E-6C3A-02BDC37F3685}"/>
                    </a:ext>
                  </a:extLst>
                </p14:cNvPr>
                <p14:cNvContentPartPr/>
                <p14:nvPr/>
              </p14:nvContentPartPr>
              <p14:xfrm>
                <a:off x="6395144" y="3476442"/>
                <a:ext cx="153000" cy="284040"/>
              </p14:xfrm>
            </p:contentPart>
          </mc:Choice>
          <mc:Fallback>
            <p:pic>
              <p:nvPicPr>
                <p:cNvPr id="93" name="Ink 92">
                  <a:extLst>
                    <a:ext uri="{FF2B5EF4-FFF2-40B4-BE49-F238E27FC236}">
                      <a16:creationId xmlns:a16="http://schemas.microsoft.com/office/drawing/2014/main" id="{AC5AF07F-B983-FD7E-6C3A-02BDC37F3685}"/>
                    </a:ext>
                  </a:extLst>
                </p:cNvPr>
                <p:cNvPicPr/>
                <p:nvPr/>
              </p:nvPicPr>
              <p:blipFill>
                <a:blip r:embed="rId157"/>
                <a:stretch>
                  <a:fillRect/>
                </a:stretch>
              </p:blipFill>
              <p:spPr>
                <a:xfrm>
                  <a:off x="6386144" y="3467442"/>
                  <a:ext cx="170640" cy="3016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4" name="Ink 93">
                  <a:extLst>
                    <a:ext uri="{FF2B5EF4-FFF2-40B4-BE49-F238E27FC236}">
                      <a16:creationId xmlns:a16="http://schemas.microsoft.com/office/drawing/2014/main" id="{F566B60C-6B40-93B3-5CFC-01B99D91F475}"/>
                    </a:ext>
                  </a:extLst>
                </p14:cNvPr>
                <p14:cNvContentPartPr/>
                <p14:nvPr/>
              </p14:nvContentPartPr>
              <p14:xfrm>
                <a:off x="6643904" y="3491202"/>
                <a:ext cx="119880" cy="207720"/>
              </p14:xfrm>
            </p:contentPart>
          </mc:Choice>
          <mc:Fallback>
            <p:pic>
              <p:nvPicPr>
                <p:cNvPr id="94" name="Ink 93">
                  <a:extLst>
                    <a:ext uri="{FF2B5EF4-FFF2-40B4-BE49-F238E27FC236}">
                      <a16:creationId xmlns:a16="http://schemas.microsoft.com/office/drawing/2014/main" id="{F566B60C-6B40-93B3-5CFC-01B99D91F475}"/>
                    </a:ext>
                  </a:extLst>
                </p:cNvPr>
                <p:cNvPicPr/>
                <p:nvPr/>
              </p:nvPicPr>
              <p:blipFill>
                <a:blip r:embed="rId159"/>
                <a:stretch>
                  <a:fillRect/>
                </a:stretch>
              </p:blipFill>
              <p:spPr>
                <a:xfrm>
                  <a:off x="6635264" y="3482562"/>
                  <a:ext cx="1375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970AC471-3F9C-57D5-B7A6-E9073B83676B}"/>
                    </a:ext>
                  </a:extLst>
                </p14:cNvPr>
                <p14:cNvContentPartPr/>
                <p14:nvPr/>
              </p14:nvContentPartPr>
              <p14:xfrm>
                <a:off x="6787904" y="3531522"/>
                <a:ext cx="70560" cy="215640"/>
              </p14:xfrm>
            </p:contentPart>
          </mc:Choice>
          <mc:Fallback>
            <p:pic>
              <p:nvPicPr>
                <p:cNvPr id="95" name="Ink 94">
                  <a:extLst>
                    <a:ext uri="{FF2B5EF4-FFF2-40B4-BE49-F238E27FC236}">
                      <a16:creationId xmlns:a16="http://schemas.microsoft.com/office/drawing/2014/main" id="{970AC471-3F9C-57D5-B7A6-E9073B83676B}"/>
                    </a:ext>
                  </a:extLst>
                </p:cNvPr>
                <p:cNvPicPr/>
                <p:nvPr/>
              </p:nvPicPr>
              <p:blipFill>
                <a:blip r:embed="rId161"/>
                <a:stretch>
                  <a:fillRect/>
                </a:stretch>
              </p:blipFill>
              <p:spPr>
                <a:xfrm>
                  <a:off x="6778904" y="3522522"/>
                  <a:ext cx="8820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6" name="Ink 95">
                  <a:extLst>
                    <a:ext uri="{FF2B5EF4-FFF2-40B4-BE49-F238E27FC236}">
                      <a16:creationId xmlns:a16="http://schemas.microsoft.com/office/drawing/2014/main" id="{75B761C7-9BD1-EA3E-D815-D398799CBD6F}"/>
                    </a:ext>
                  </a:extLst>
                </p14:cNvPr>
                <p14:cNvContentPartPr/>
                <p14:nvPr/>
              </p14:nvContentPartPr>
              <p14:xfrm>
                <a:off x="6858104" y="3519642"/>
                <a:ext cx="186480" cy="196920"/>
              </p14:xfrm>
            </p:contentPart>
          </mc:Choice>
          <mc:Fallback>
            <p:pic>
              <p:nvPicPr>
                <p:cNvPr id="96" name="Ink 95">
                  <a:extLst>
                    <a:ext uri="{FF2B5EF4-FFF2-40B4-BE49-F238E27FC236}">
                      <a16:creationId xmlns:a16="http://schemas.microsoft.com/office/drawing/2014/main" id="{75B761C7-9BD1-EA3E-D815-D398799CBD6F}"/>
                    </a:ext>
                  </a:extLst>
                </p:cNvPr>
                <p:cNvPicPr/>
                <p:nvPr/>
              </p:nvPicPr>
              <p:blipFill>
                <a:blip r:embed="rId163"/>
                <a:stretch>
                  <a:fillRect/>
                </a:stretch>
              </p:blipFill>
              <p:spPr>
                <a:xfrm>
                  <a:off x="6849104" y="3510642"/>
                  <a:ext cx="20412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7" name="Ink 96">
                  <a:extLst>
                    <a:ext uri="{FF2B5EF4-FFF2-40B4-BE49-F238E27FC236}">
                      <a16:creationId xmlns:a16="http://schemas.microsoft.com/office/drawing/2014/main" id="{68136540-7AA2-B47D-17E0-95E29013935A}"/>
                    </a:ext>
                  </a:extLst>
                </p14:cNvPr>
                <p14:cNvContentPartPr/>
                <p14:nvPr/>
              </p14:nvContentPartPr>
              <p14:xfrm>
                <a:off x="7094984" y="3514242"/>
                <a:ext cx="101160" cy="188640"/>
              </p14:xfrm>
            </p:contentPart>
          </mc:Choice>
          <mc:Fallback>
            <p:pic>
              <p:nvPicPr>
                <p:cNvPr id="97" name="Ink 96">
                  <a:extLst>
                    <a:ext uri="{FF2B5EF4-FFF2-40B4-BE49-F238E27FC236}">
                      <a16:creationId xmlns:a16="http://schemas.microsoft.com/office/drawing/2014/main" id="{68136540-7AA2-B47D-17E0-95E29013935A}"/>
                    </a:ext>
                  </a:extLst>
                </p:cNvPr>
                <p:cNvPicPr/>
                <p:nvPr/>
              </p:nvPicPr>
              <p:blipFill>
                <a:blip r:embed="rId165"/>
                <a:stretch>
                  <a:fillRect/>
                </a:stretch>
              </p:blipFill>
              <p:spPr>
                <a:xfrm>
                  <a:off x="7086344" y="3505602"/>
                  <a:ext cx="11880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8" name="Ink 97">
                  <a:extLst>
                    <a:ext uri="{FF2B5EF4-FFF2-40B4-BE49-F238E27FC236}">
                      <a16:creationId xmlns:a16="http://schemas.microsoft.com/office/drawing/2014/main" id="{F681144D-8DA3-5B10-8D40-AD58AA063152}"/>
                    </a:ext>
                  </a:extLst>
                </p14:cNvPr>
                <p14:cNvContentPartPr/>
                <p14:nvPr/>
              </p14:nvContentPartPr>
              <p14:xfrm>
                <a:off x="7076984" y="3464922"/>
                <a:ext cx="395280" cy="280080"/>
              </p14:xfrm>
            </p:contentPart>
          </mc:Choice>
          <mc:Fallback>
            <p:pic>
              <p:nvPicPr>
                <p:cNvPr id="98" name="Ink 97">
                  <a:extLst>
                    <a:ext uri="{FF2B5EF4-FFF2-40B4-BE49-F238E27FC236}">
                      <a16:creationId xmlns:a16="http://schemas.microsoft.com/office/drawing/2014/main" id="{F681144D-8DA3-5B10-8D40-AD58AA063152}"/>
                    </a:ext>
                  </a:extLst>
                </p:cNvPr>
                <p:cNvPicPr/>
                <p:nvPr/>
              </p:nvPicPr>
              <p:blipFill>
                <a:blip r:embed="rId167"/>
                <a:stretch>
                  <a:fillRect/>
                </a:stretch>
              </p:blipFill>
              <p:spPr>
                <a:xfrm>
                  <a:off x="7067984" y="3455922"/>
                  <a:ext cx="41292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00" name="Ink 99">
                  <a:extLst>
                    <a:ext uri="{FF2B5EF4-FFF2-40B4-BE49-F238E27FC236}">
                      <a16:creationId xmlns:a16="http://schemas.microsoft.com/office/drawing/2014/main" id="{62167593-E994-C252-6FB3-D034831C8666}"/>
                    </a:ext>
                  </a:extLst>
                </p14:cNvPr>
                <p14:cNvContentPartPr/>
                <p14:nvPr/>
              </p14:nvContentPartPr>
              <p14:xfrm>
                <a:off x="11456384" y="2964162"/>
                <a:ext cx="163800" cy="4320"/>
              </p14:xfrm>
            </p:contentPart>
          </mc:Choice>
          <mc:Fallback>
            <p:pic>
              <p:nvPicPr>
                <p:cNvPr id="100" name="Ink 99">
                  <a:extLst>
                    <a:ext uri="{FF2B5EF4-FFF2-40B4-BE49-F238E27FC236}">
                      <a16:creationId xmlns:a16="http://schemas.microsoft.com/office/drawing/2014/main" id="{62167593-E994-C252-6FB3-D034831C8666}"/>
                    </a:ext>
                  </a:extLst>
                </p:cNvPr>
                <p:cNvPicPr/>
                <p:nvPr/>
              </p:nvPicPr>
              <p:blipFill>
                <a:blip r:embed="rId169"/>
                <a:stretch>
                  <a:fillRect/>
                </a:stretch>
              </p:blipFill>
              <p:spPr>
                <a:xfrm>
                  <a:off x="11447744" y="2955162"/>
                  <a:ext cx="1814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1" name="Ink 100">
                  <a:extLst>
                    <a:ext uri="{FF2B5EF4-FFF2-40B4-BE49-F238E27FC236}">
                      <a16:creationId xmlns:a16="http://schemas.microsoft.com/office/drawing/2014/main" id="{8CFD735B-9210-6314-2C5B-A2785DD130AA}"/>
                    </a:ext>
                  </a:extLst>
                </p14:cNvPr>
                <p14:cNvContentPartPr/>
                <p14:nvPr/>
              </p14:nvContentPartPr>
              <p14:xfrm>
                <a:off x="11443424" y="3027882"/>
                <a:ext cx="133200" cy="18720"/>
              </p14:xfrm>
            </p:contentPart>
          </mc:Choice>
          <mc:Fallback>
            <p:pic>
              <p:nvPicPr>
                <p:cNvPr id="101" name="Ink 100">
                  <a:extLst>
                    <a:ext uri="{FF2B5EF4-FFF2-40B4-BE49-F238E27FC236}">
                      <a16:creationId xmlns:a16="http://schemas.microsoft.com/office/drawing/2014/main" id="{8CFD735B-9210-6314-2C5B-A2785DD130AA}"/>
                    </a:ext>
                  </a:extLst>
                </p:cNvPr>
                <p:cNvPicPr/>
                <p:nvPr/>
              </p:nvPicPr>
              <p:blipFill>
                <a:blip r:embed="rId171"/>
                <a:stretch>
                  <a:fillRect/>
                </a:stretch>
              </p:blipFill>
              <p:spPr>
                <a:xfrm>
                  <a:off x="11434424" y="3019242"/>
                  <a:ext cx="15084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3" name="Ink 102">
                  <a:extLst>
                    <a:ext uri="{FF2B5EF4-FFF2-40B4-BE49-F238E27FC236}">
                      <a16:creationId xmlns:a16="http://schemas.microsoft.com/office/drawing/2014/main" id="{18F82222-BBAD-4EB0-BDB0-05DCDFFFD56A}"/>
                    </a:ext>
                  </a:extLst>
                </p14:cNvPr>
                <p14:cNvContentPartPr/>
                <p14:nvPr/>
              </p14:nvContentPartPr>
              <p14:xfrm>
                <a:off x="9629744" y="3074682"/>
                <a:ext cx="262800" cy="231480"/>
              </p14:xfrm>
            </p:contentPart>
          </mc:Choice>
          <mc:Fallback>
            <p:pic>
              <p:nvPicPr>
                <p:cNvPr id="103" name="Ink 102">
                  <a:extLst>
                    <a:ext uri="{FF2B5EF4-FFF2-40B4-BE49-F238E27FC236}">
                      <a16:creationId xmlns:a16="http://schemas.microsoft.com/office/drawing/2014/main" id="{18F82222-BBAD-4EB0-BDB0-05DCDFFFD56A}"/>
                    </a:ext>
                  </a:extLst>
                </p:cNvPr>
                <p:cNvPicPr/>
                <p:nvPr/>
              </p:nvPicPr>
              <p:blipFill>
                <a:blip r:embed="rId173"/>
                <a:stretch>
                  <a:fillRect/>
                </a:stretch>
              </p:blipFill>
              <p:spPr>
                <a:xfrm>
                  <a:off x="9620744" y="3066042"/>
                  <a:ext cx="2804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4" name="Ink 103">
                  <a:extLst>
                    <a:ext uri="{FF2B5EF4-FFF2-40B4-BE49-F238E27FC236}">
                      <a16:creationId xmlns:a16="http://schemas.microsoft.com/office/drawing/2014/main" id="{E9347CE5-4EB8-F838-6038-D7D85AF347E9}"/>
                    </a:ext>
                  </a:extLst>
                </p14:cNvPr>
                <p14:cNvContentPartPr/>
                <p14:nvPr/>
              </p14:nvContentPartPr>
              <p14:xfrm>
                <a:off x="9958424" y="3092682"/>
                <a:ext cx="7560" cy="200880"/>
              </p14:xfrm>
            </p:contentPart>
          </mc:Choice>
          <mc:Fallback>
            <p:pic>
              <p:nvPicPr>
                <p:cNvPr id="104" name="Ink 103">
                  <a:extLst>
                    <a:ext uri="{FF2B5EF4-FFF2-40B4-BE49-F238E27FC236}">
                      <a16:creationId xmlns:a16="http://schemas.microsoft.com/office/drawing/2014/main" id="{E9347CE5-4EB8-F838-6038-D7D85AF347E9}"/>
                    </a:ext>
                  </a:extLst>
                </p:cNvPr>
                <p:cNvPicPr/>
                <p:nvPr/>
              </p:nvPicPr>
              <p:blipFill>
                <a:blip r:embed="rId175"/>
                <a:stretch>
                  <a:fillRect/>
                </a:stretch>
              </p:blipFill>
              <p:spPr>
                <a:xfrm>
                  <a:off x="9949424" y="3084042"/>
                  <a:ext cx="25200" cy="218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5" name="Ink 104">
                  <a:extLst>
                    <a:ext uri="{FF2B5EF4-FFF2-40B4-BE49-F238E27FC236}">
                      <a16:creationId xmlns:a16="http://schemas.microsoft.com/office/drawing/2014/main" id="{64F28486-BBA7-7357-27FC-4B51BD315801}"/>
                    </a:ext>
                  </a:extLst>
                </p14:cNvPr>
                <p14:cNvContentPartPr/>
                <p14:nvPr/>
              </p14:nvContentPartPr>
              <p14:xfrm>
                <a:off x="9938264" y="3059202"/>
                <a:ext cx="136800" cy="255240"/>
              </p14:xfrm>
            </p:contentPart>
          </mc:Choice>
          <mc:Fallback>
            <p:pic>
              <p:nvPicPr>
                <p:cNvPr id="105" name="Ink 104">
                  <a:extLst>
                    <a:ext uri="{FF2B5EF4-FFF2-40B4-BE49-F238E27FC236}">
                      <a16:creationId xmlns:a16="http://schemas.microsoft.com/office/drawing/2014/main" id="{64F28486-BBA7-7357-27FC-4B51BD315801}"/>
                    </a:ext>
                  </a:extLst>
                </p:cNvPr>
                <p:cNvPicPr/>
                <p:nvPr/>
              </p:nvPicPr>
              <p:blipFill>
                <a:blip r:embed="rId177"/>
                <a:stretch>
                  <a:fillRect/>
                </a:stretch>
              </p:blipFill>
              <p:spPr>
                <a:xfrm>
                  <a:off x="9929264" y="3050202"/>
                  <a:ext cx="15444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6" name="Ink 105">
                  <a:extLst>
                    <a:ext uri="{FF2B5EF4-FFF2-40B4-BE49-F238E27FC236}">
                      <a16:creationId xmlns:a16="http://schemas.microsoft.com/office/drawing/2014/main" id="{843FCE26-2745-B764-EDF1-21495158D5DA}"/>
                    </a:ext>
                  </a:extLst>
                </p14:cNvPr>
                <p14:cNvContentPartPr/>
                <p14:nvPr/>
              </p14:nvContentPartPr>
              <p14:xfrm>
                <a:off x="10098464" y="3070722"/>
                <a:ext cx="96840" cy="214920"/>
              </p14:xfrm>
            </p:contentPart>
          </mc:Choice>
          <mc:Fallback>
            <p:pic>
              <p:nvPicPr>
                <p:cNvPr id="106" name="Ink 105">
                  <a:extLst>
                    <a:ext uri="{FF2B5EF4-FFF2-40B4-BE49-F238E27FC236}">
                      <a16:creationId xmlns:a16="http://schemas.microsoft.com/office/drawing/2014/main" id="{843FCE26-2745-B764-EDF1-21495158D5DA}"/>
                    </a:ext>
                  </a:extLst>
                </p:cNvPr>
                <p:cNvPicPr/>
                <p:nvPr/>
              </p:nvPicPr>
              <p:blipFill>
                <a:blip r:embed="rId179"/>
                <a:stretch>
                  <a:fillRect/>
                </a:stretch>
              </p:blipFill>
              <p:spPr>
                <a:xfrm>
                  <a:off x="10089824" y="3061722"/>
                  <a:ext cx="11448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7" name="Ink 106">
                  <a:extLst>
                    <a:ext uri="{FF2B5EF4-FFF2-40B4-BE49-F238E27FC236}">
                      <a16:creationId xmlns:a16="http://schemas.microsoft.com/office/drawing/2014/main" id="{856B4592-F8B5-4A6E-E043-2B8D60F6B314}"/>
                    </a:ext>
                  </a:extLst>
                </p14:cNvPr>
                <p14:cNvContentPartPr/>
                <p14:nvPr/>
              </p14:nvContentPartPr>
              <p14:xfrm>
                <a:off x="10367744" y="3091962"/>
                <a:ext cx="160920" cy="194040"/>
              </p14:xfrm>
            </p:contentPart>
          </mc:Choice>
          <mc:Fallback>
            <p:pic>
              <p:nvPicPr>
                <p:cNvPr id="107" name="Ink 106">
                  <a:extLst>
                    <a:ext uri="{FF2B5EF4-FFF2-40B4-BE49-F238E27FC236}">
                      <a16:creationId xmlns:a16="http://schemas.microsoft.com/office/drawing/2014/main" id="{856B4592-F8B5-4A6E-E043-2B8D60F6B314}"/>
                    </a:ext>
                  </a:extLst>
                </p:cNvPr>
                <p:cNvPicPr/>
                <p:nvPr/>
              </p:nvPicPr>
              <p:blipFill>
                <a:blip r:embed="rId181"/>
                <a:stretch>
                  <a:fillRect/>
                </a:stretch>
              </p:blipFill>
              <p:spPr>
                <a:xfrm>
                  <a:off x="10359104" y="3082962"/>
                  <a:ext cx="17856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8" name="Ink 107">
                  <a:extLst>
                    <a:ext uri="{FF2B5EF4-FFF2-40B4-BE49-F238E27FC236}">
                      <a16:creationId xmlns:a16="http://schemas.microsoft.com/office/drawing/2014/main" id="{B97D5F5A-F909-B03C-70B9-4059F363DE9D}"/>
                    </a:ext>
                  </a:extLst>
                </p14:cNvPr>
                <p14:cNvContentPartPr/>
                <p14:nvPr/>
              </p14:nvContentPartPr>
              <p14:xfrm>
                <a:off x="10634504" y="3079362"/>
                <a:ext cx="46800" cy="209160"/>
              </p14:xfrm>
            </p:contentPart>
          </mc:Choice>
          <mc:Fallback>
            <p:pic>
              <p:nvPicPr>
                <p:cNvPr id="108" name="Ink 107">
                  <a:extLst>
                    <a:ext uri="{FF2B5EF4-FFF2-40B4-BE49-F238E27FC236}">
                      <a16:creationId xmlns:a16="http://schemas.microsoft.com/office/drawing/2014/main" id="{B97D5F5A-F909-B03C-70B9-4059F363DE9D}"/>
                    </a:ext>
                  </a:extLst>
                </p:cNvPr>
                <p:cNvPicPr/>
                <p:nvPr/>
              </p:nvPicPr>
              <p:blipFill>
                <a:blip r:embed="rId183"/>
                <a:stretch>
                  <a:fillRect/>
                </a:stretch>
              </p:blipFill>
              <p:spPr>
                <a:xfrm>
                  <a:off x="10625864" y="3070722"/>
                  <a:ext cx="64440" cy="2268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9" name="Ink 108">
                  <a:extLst>
                    <a:ext uri="{FF2B5EF4-FFF2-40B4-BE49-F238E27FC236}">
                      <a16:creationId xmlns:a16="http://schemas.microsoft.com/office/drawing/2014/main" id="{32492CF2-D102-CE2B-F4D3-C4E09C97FA1B}"/>
                    </a:ext>
                  </a:extLst>
                </p14:cNvPr>
                <p14:cNvContentPartPr/>
                <p14:nvPr/>
              </p14:nvContentPartPr>
              <p14:xfrm>
                <a:off x="9806864" y="3639522"/>
                <a:ext cx="19800" cy="268920"/>
              </p14:xfrm>
            </p:contentPart>
          </mc:Choice>
          <mc:Fallback>
            <p:pic>
              <p:nvPicPr>
                <p:cNvPr id="109" name="Ink 108">
                  <a:extLst>
                    <a:ext uri="{FF2B5EF4-FFF2-40B4-BE49-F238E27FC236}">
                      <a16:creationId xmlns:a16="http://schemas.microsoft.com/office/drawing/2014/main" id="{32492CF2-D102-CE2B-F4D3-C4E09C97FA1B}"/>
                    </a:ext>
                  </a:extLst>
                </p:cNvPr>
                <p:cNvPicPr/>
                <p:nvPr/>
              </p:nvPicPr>
              <p:blipFill>
                <a:blip r:embed="rId185"/>
                <a:stretch>
                  <a:fillRect/>
                </a:stretch>
              </p:blipFill>
              <p:spPr>
                <a:xfrm>
                  <a:off x="9798224" y="3630882"/>
                  <a:ext cx="3744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10" name="Ink 109">
                  <a:extLst>
                    <a:ext uri="{FF2B5EF4-FFF2-40B4-BE49-F238E27FC236}">
                      <a16:creationId xmlns:a16="http://schemas.microsoft.com/office/drawing/2014/main" id="{545AA003-0637-E62B-FE5E-03815E0A2FC5}"/>
                    </a:ext>
                  </a:extLst>
                </p14:cNvPr>
                <p14:cNvContentPartPr/>
                <p14:nvPr/>
              </p14:nvContentPartPr>
              <p14:xfrm>
                <a:off x="9945104" y="3653202"/>
                <a:ext cx="19080" cy="250920"/>
              </p14:xfrm>
            </p:contentPart>
          </mc:Choice>
          <mc:Fallback>
            <p:pic>
              <p:nvPicPr>
                <p:cNvPr id="110" name="Ink 109">
                  <a:extLst>
                    <a:ext uri="{FF2B5EF4-FFF2-40B4-BE49-F238E27FC236}">
                      <a16:creationId xmlns:a16="http://schemas.microsoft.com/office/drawing/2014/main" id="{545AA003-0637-E62B-FE5E-03815E0A2FC5}"/>
                    </a:ext>
                  </a:extLst>
                </p:cNvPr>
                <p:cNvPicPr/>
                <p:nvPr/>
              </p:nvPicPr>
              <p:blipFill>
                <a:blip r:embed="rId187"/>
                <a:stretch>
                  <a:fillRect/>
                </a:stretch>
              </p:blipFill>
              <p:spPr>
                <a:xfrm>
                  <a:off x="9936104" y="3644202"/>
                  <a:ext cx="3672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1" name="Ink 110">
                  <a:extLst>
                    <a:ext uri="{FF2B5EF4-FFF2-40B4-BE49-F238E27FC236}">
                      <a16:creationId xmlns:a16="http://schemas.microsoft.com/office/drawing/2014/main" id="{582781B5-CAFE-4734-DCFA-43100FC39434}"/>
                    </a:ext>
                  </a:extLst>
                </p14:cNvPr>
                <p14:cNvContentPartPr/>
                <p14:nvPr/>
              </p14:nvContentPartPr>
              <p14:xfrm>
                <a:off x="9735584" y="3716562"/>
                <a:ext cx="249840" cy="47160"/>
              </p14:xfrm>
            </p:contentPart>
          </mc:Choice>
          <mc:Fallback>
            <p:pic>
              <p:nvPicPr>
                <p:cNvPr id="111" name="Ink 110">
                  <a:extLst>
                    <a:ext uri="{FF2B5EF4-FFF2-40B4-BE49-F238E27FC236}">
                      <a16:creationId xmlns:a16="http://schemas.microsoft.com/office/drawing/2014/main" id="{582781B5-CAFE-4734-DCFA-43100FC39434}"/>
                    </a:ext>
                  </a:extLst>
                </p:cNvPr>
                <p:cNvPicPr/>
                <p:nvPr/>
              </p:nvPicPr>
              <p:blipFill>
                <a:blip r:embed="rId189"/>
                <a:stretch>
                  <a:fillRect/>
                </a:stretch>
              </p:blipFill>
              <p:spPr>
                <a:xfrm>
                  <a:off x="9726944" y="3707922"/>
                  <a:ext cx="2674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2" name="Ink 111">
                  <a:extLst>
                    <a:ext uri="{FF2B5EF4-FFF2-40B4-BE49-F238E27FC236}">
                      <a16:creationId xmlns:a16="http://schemas.microsoft.com/office/drawing/2014/main" id="{7B95205D-2F8F-4621-0FE2-735B9F8FFE69}"/>
                    </a:ext>
                  </a:extLst>
                </p14:cNvPr>
                <p14:cNvContentPartPr/>
                <p14:nvPr/>
              </p14:nvContentPartPr>
              <p14:xfrm>
                <a:off x="9708584" y="3788562"/>
                <a:ext cx="235080" cy="51120"/>
              </p14:xfrm>
            </p:contentPart>
          </mc:Choice>
          <mc:Fallback>
            <p:pic>
              <p:nvPicPr>
                <p:cNvPr id="112" name="Ink 111">
                  <a:extLst>
                    <a:ext uri="{FF2B5EF4-FFF2-40B4-BE49-F238E27FC236}">
                      <a16:creationId xmlns:a16="http://schemas.microsoft.com/office/drawing/2014/main" id="{7B95205D-2F8F-4621-0FE2-735B9F8FFE69}"/>
                    </a:ext>
                  </a:extLst>
                </p:cNvPr>
                <p:cNvPicPr/>
                <p:nvPr/>
              </p:nvPicPr>
              <p:blipFill>
                <a:blip r:embed="rId191"/>
                <a:stretch>
                  <a:fillRect/>
                </a:stretch>
              </p:blipFill>
              <p:spPr>
                <a:xfrm>
                  <a:off x="9699944" y="3779922"/>
                  <a:ext cx="25272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3" name="Ink 112">
                  <a:extLst>
                    <a:ext uri="{FF2B5EF4-FFF2-40B4-BE49-F238E27FC236}">
                      <a16:creationId xmlns:a16="http://schemas.microsoft.com/office/drawing/2014/main" id="{CC4AC70B-E12E-F23F-F8FC-4CB8FABDFD78}"/>
                    </a:ext>
                  </a:extLst>
                </p14:cNvPr>
                <p14:cNvContentPartPr/>
                <p14:nvPr/>
              </p14:nvContentPartPr>
              <p14:xfrm>
                <a:off x="10165424" y="3647802"/>
                <a:ext cx="109440" cy="212760"/>
              </p14:xfrm>
            </p:contentPart>
          </mc:Choice>
          <mc:Fallback>
            <p:pic>
              <p:nvPicPr>
                <p:cNvPr id="113" name="Ink 112">
                  <a:extLst>
                    <a:ext uri="{FF2B5EF4-FFF2-40B4-BE49-F238E27FC236}">
                      <a16:creationId xmlns:a16="http://schemas.microsoft.com/office/drawing/2014/main" id="{CC4AC70B-E12E-F23F-F8FC-4CB8FABDFD78}"/>
                    </a:ext>
                  </a:extLst>
                </p:cNvPr>
                <p:cNvPicPr/>
                <p:nvPr/>
              </p:nvPicPr>
              <p:blipFill>
                <a:blip r:embed="rId193"/>
                <a:stretch>
                  <a:fillRect/>
                </a:stretch>
              </p:blipFill>
              <p:spPr>
                <a:xfrm>
                  <a:off x="10156784" y="3639162"/>
                  <a:ext cx="12708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4" name="Ink 113">
                  <a:extLst>
                    <a:ext uri="{FF2B5EF4-FFF2-40B4-BE49-F238E27FC236}">
                      <a16:creationId xmlns:a16="http://schemas.microsoft.com/office/drawing/2014/main" id="{92577BA3-35F4-6693-ABB5-A05A21AA66CC}"/>
                    </a:ext>
                  </a:extLst>
                </p14:cNvPr>
                <p14:cNvContentPartPr/>
                <p14:nvPr/>
              </p14:nvContentPartPr>
              <p14:xfrm>
                <a:off x="10369544" y="3628362"/>
                <a:ext cx="167400" cy="207360"/>
              </p14:xfrm>
            </p:contentPart>
          </mc:Choice>
          <mc:Fallback>
            <p:pic>
              <p:nvPicPr>
                <p:cNvPr id="114" name="Ink 113">
                  <a:extLst>
                    <a:ext uri="{FF2B5EF4-FFF2-40B4-BE49-F238E27FC236}">
                      <a16:creationId xmlns:a16="http://schemas.microsoft.com/office/drawing/2014/main" id="{92577BA3-35F4-6693-ABB5-A05A21AA66CC}"/>
                    </a:ext>
                  </a:extLst>
                </p:cNvPr>
                <p:cNvPicPr/>
                <p:nvPr/>
              </p:nvPicPr>
              <p:blipFill>
                <a:blip r:embed="rId195"/>
                <a:stretch>
                  <a:fillRect/>
                </a:stretch>
              </p:blipFill>
              <p:spPr>
                <a:xfrm>
                  <a:off x="10360544" y="3619722"/>
                  <a:ext cx="18504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5" name="Ink 114">
                  <a:extLst>
                    <a:ext uri="{FF2B5EF4-FFF2-40B4-BE49-F238E27FC236}">
                      <a16:creationId xmlns:a16="http://schemas.microsoft.com/office/drawing/2014/main" id="{9E6A4DDD-A15F-BC96-71AE-30C7972BA584}"/>
                    </a:ext>
                  </a:extLst>
                </p14:cNvPr>
                <p14:cNvContentPartPr/>
                <p14:nvPr/>
              </p14:nvContentPartPr>
              <p14:xfrm>
                <a:off x="10599584" y="3643122"/>
                <a:ext cx="127080" cy="215640"/>
              </p14:xfrm>
            </p:contentPart>
          </mc:Choice>
          <mc:Fallback>
            <p:pic>
              <p:nvPicPr>
                <p:cNvPr id="115" name="Ink 114">
                  <a:extLst>
                    <a:ext uri="{FF2B5EF4-FFF2-40B4-BE49-F238E27FC236}">
                      <a16:creationId xmlns:a16="http://schemas.microsoft.com/office/drawing/2014/main" id="{9E6A4DDD-A15F-BC96-71AE-30C7972BA584}"/>
                    </a:ext>
                  </a:extLst>
                </p:cNvPr>
                <p:cNvPicPr/>
                <p:nvPr/>
              </p:nvPicPr>
              <p:blipFill>
                <a:blip r:embed="rId197"/>
                <a:stretch>
                  <a:fillRect/>
                </a:stretch>
              </p:blipFill>
              <p:spPr>
                <a:xfrm>
                  <a:off x="10590944" y="3634122"/>
                  <a:ext cx="14472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6" name="Ink 115">
                  <a:extLst>
                    <a:ext uri="{FF2B5EF4-FFF2-40B4-BE49-F238E27FC236}">
                      <a16:creationId xmlns:a16="http://schemas.microsoft.com/office/drawing/2014/main" id="{84CFEF26-5218-1720-8844-3AF5434D8669}"/>
                    </a:ext>
                  </a:extLst>
                </p14:cNvPr>
                <p14:cNvContentPartPr/>
                <p14:nvPr/>
              </p14:nvContentPartPr>
              <p14:xfrm>
                <a:off x="10813784" y="3647082"/>
                <a:ext cx="140760" cy="189000"/>
              </p14:xfrm>
            </p:contentPart>
          </mc:Choice>
          <mc:Fallback>
            <p:pic>
              <p:nvPicPr>
                <p:cNvPr id="116" name="Ink 115">
                  <a:extLst>
                    <a:ext uri="{FF2B5EF4-FFF2-40B4-BE49-F238E27FC236}">
                      <a16:creationId xmlns:a16="http://schemas.microsoft.com/office/drawing/2014/main" id="{84CFEF26-5218-1720-8844-3AF5434D8669}"/>
                    </a:ext>
                  </a:extLst>
                </p:cNvPr>
                <p:cNvPicPr/>
                <p:nvPr/>
              </p:nvPicPr>
              <p:blipFill>
                <a:blip r:embed="rId199"/>
                <a:stretch>
                  <a:fillRect/>
                </a:stretch>
              </p:blipFill>
              <p:spPr>
                <a:xfrm>
                  <a:off x="10804784" y="3638082"/>
                  <a:ext cx="158400"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7" name="Ink 116">
                  <a:extLst>
                    <a:ext uri="{FF2B5EF4-FFF2-40B4-BE49-F238E27FC236}">
                      <a16:creationId xmlns:a16="http://schemas.microsoft.com/office/drawing/2014/main" id="{6D4AEB25-E0C5-C17F-D32F-954FF6C23FFF}"/>
                    </a:ext>
                  </a:extLst>
                </p14:cNvPr>
                <p14:cNvContentPartPr/>
                <p14:nvPr/>
              </p14:nvContentPartPr>
              <p14:xfrm>
                <a:off x="11004584" y="3675522"/>
                <a:ext cx="122040" cy="186480"/>
              </p14:xfrm>
            </p:contentPart>
          </mc:Choice>
          <mc:Fallback>
            <p:pic>
              <p:nvPicPr>
                <p:cNvPr id="117" name="Ink 116">
                  <a:extLst>
                    <a:ext uri="{FF2B5EF4-FFF2-40B4-BE49-F238E27FC236}">
                      <a16:creationId xmlns:a16="http://schemas.microsoft.com/office/drawing/2014/main" id="{6D4AEB25-E0C5-C17F-D32F-954FF6C23FFF}"/>
                    </a:ext>
                  </a:extLst>
                </p:cNvPr>
                <p:cNvPicPr/>
                <p:nvPr/>
              </p:nvPicPr>
              <p:blipFill>
                <a:blip r:embed="rId201"/>
                <a:stretch>
                  <a:fillRect/>
                </a:stretch>
              </p:blipFill>
              <p:spPr>
                <a:xfrm>
                  <a:off x="10995584" y="3666522"/>
                  <a:ext cx="139680" cy="2041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8" name="Ink 117">
                  <a:extLst>
                    <a:ext uri="{FF2B5EF4-FFF2-40B4-BE49-F238E27FC236}">
                      <a16:creationId xmlns:a16="http://schemas.microsoft.com/office/drawing/2014/main" id="{50308F61-5152-E4F8-A49C-711A45796148}"/>
                    </a:ext>
                  </a:extLst>
                </p14:cNvPr>
                <p14:cNvContentPartPr/>
                <p14:nvPr/>
              </p14:nvContentPartPr>
              <p14:xfrm>
                <a:off x="11214104" y="3665082"/>
                <a:ext cx="261720" cy="193320"/>
              </p14:xfrm>
            </p:contentPart>
          </mc:Choice>
          <mc:Fallback>
            <p:pic>
              <p:nvPicPr>
                <p:cNvPr id="118" name="Ink 117">
                  <a:extLst>
                    <a:ext uri="{FF2B5EF4-FFF2-40B4-BE49-F238E27FC236}">
                      <a16:creationId xmlns:a16="http://schemas.microsoft.com/office/drawing/2014/main" id="{50308F61-5152-E4F8-A49C-711A45796148}"/>
                    </a:ext>
                  </a:extLst>
                </p:cNvPr>
                <p:cNvPicPr/>
                <p:nvPr/>
              </p:nvPicPr>
              <p:blipFill>
                <a:blip r:embed="rId203"/>
                <a:stretch>
                  <a:fillRect/>
                </a:stretch>
              </p:blipFill>
              <p:spPr>
                <a:xfrm>
                  <a:off x="11205464" y="3656082"/>
                  <a:ext cx="279360" cy="21096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9" name="Ink 118">
                  <a:extLst>
                    <a:ext uri="{FF2B5EF4-FFF2-40B4-BE49-F238E27FC236}">
                      <a16:creationId xmlns:a16="http://schemas.microsoft.com/office/drawing/2014/main" id="{BFEC3353-A181-5BC9-5433-E6E50D55854E}"/>
                    </a:ext>
                  </a:extLst>
                </p14:cNvPr>
                <p14:cNvContentPartPr/>
                <p14:nvPr/>
              </p14:nvContentPartPr>
              <p14:xfrm>
                <a:off x="11501744" y="3703962"/>
                <a:ext cx="142920" cy="210600"/>
              </p14:xfrm>
            </p:contentPart>
          </mc:Choice>
          <mc:Fallback>
            <p:pic>
              <p:nvPicPr>
                <p:cNvPr id="119" name="Ink 118">
                  <a:extLst>
                    <a:ext uri="{FF2B5EF4-FFF2-40B4-BE49-F238E27FC236}">
                      <a16:creationId xmlns:a16="http://schemas.microsoft.com/office/drawing/2014/main" id="{BFEC3353-A181-5BC9-5433-E6E50D55854E}"/>
                    </a:ext>
                  </a:extLst>
                </p:cNvPr>
                <p:cNvPicPr/>
                <p:nvPr/>
              </p:nvPicPr>
              <p:blipFill>
                <a:blip r:embed="rId205"/>
                <a:stretch>
                  <a:fillRect/>
                </a:stretch>
              </p:blipFill>
              <p:spPr>
                <a:xfrm>
                  <a:off x="11493104" y="3694962"/>
                  <a:ext cx="160560" cy="22824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0" name="Ink 119">
                  <a:extLst>
                    <a:ext uri="{FF2B5EF4-FFF2-40B4-BE49-F238E27FC236}">
                      <a16:creationId xmlns:a16="http://schemas.microsoft.com/office/drawing/2014/main" id="{3A81C27A-E31C-2F24-5D0D-11A59AE9D7E3}"/>
                    </a:ext>
                  </a:extLst>
                </p14:cNvPr>
                <p14:cNvContentPartPr/>
                <p14:nvPr/>
              </p14:nvContentPartPr>
              <p14:xfrm>
                <a:off x="11542424" y="3845442"/>
                <a:ext cx="50400" cy="4320"/>
              </p14:xfrm>
            </p:contentPart>
          </mc:Choice>
          <mc:Fallback>
            <p:pic>
              <p:nvPicPr>
                <p:cNvPr id="120" name="Ink 119">
                  <a:extLst>
                    <a:ext uri="{FF2B5EF4-FFF2-40B4-BE49-F238E27FC236}">
                      <a16:creationId xmlns:a16="http://schemas.microsoft.com/office/drawing/2014/main" id="{3A81C27A-E31C-2F24-5D0D-11A59AE9D7E3}"/>
                    </a:ext>
                  </a:extLst>
                </p:cNvPr>
                <p:cNvPicPr/>
                <p:nvPr/>
              </p:nvPicPr>
              <p:blipFill>
                <a:blip r:embed="rId207"/>
                <a:stretch>
                  <a:fillRect/>
                </a:stretch>
              </p:blipFill>
              <p:spPr>
                <a:xfrm>
                  <a:off x="11533784" y="3836442"/>
                  <a:ext cx="6804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1" name="Ink 120">
                  <a:extLst>
                    <a:ext uri="{FF2B5EF4-FFF2-40B4-BE49-F238E27FC236}">
                      <a16:creationId xmlns:a16="http://schemas.microsoft.com/office/drawing/2014/main" id="{2B966F36-47EF-D85A-A0DD-FDE0F221F390}"/>
                    </a:ext>
                  </a:extLst>
                </p14:cNvPr>
                <p14:cNvContentPartPr/>
                <p14:nvPr/>
              </p14:nvContentPartPr>
              <p14:xfrm>
                <a:off x="11585984" y="3726282"/>
                <a:ext cx="75240" cy="30960"/>
              </p14:xfrm>
            </p:contentPart>
          </mc:Choice>
          <mc:Fallback>
            <p:pic>
              <p:nvPicPr>
                <p:cNvPr id="121" name="Ink 120">
                  <a:extLst>
                    <a:ext uri="{FF2B5EF4-FFF2-40B4-BE49-F238E27FC236}">
                      <a16:creationId xmlns:a16="http://schemas.microsoft.com/office/drawing/2014/main" id="{2B966F36-47EF-D85A-A0DD-FDE0F221F390}"/>
                    </a:ext>
                  </a:extLst>
                </p:cNvPr>
                <p:cNvPicPr/>
                <p:nvPr/>
              </p:nvPicPr>
              <p:blipFill>
                <a:blip r:embed="rId209"/>
                <a:stretch>
                  <a:fillRect/>
                </a:stretch>
              </p:blipFill>
              <p:spPr>
                <a:xfrm>
                  <a:off x="11577344" y="3717282"/>
                  <a:ext cx="9288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2" name="Ink 121">
                  <a:extLst>
                    <a:ext uri="{FF2B5EF4-FFF2-40B4-BE49-F238E27FC236}">
                      <a16:creationId xmlns:a16="http://schemas.microsoft.com/office/drawing/2014/main" id="{38E1BECE-E71F-1B64-5D9D-9179E96A1CB8}"/>
                    </a:ext>
                  </a:extLst>
                </p14:cNvPr>
                <p14:cNvContentPartPr/>
                <p14:nvPr/>
              </p14:nvContentPartPr>
              <p14:xfrm>
                <a:off x="11627024" y="3676602"/>
                <a:ext cx="48960" cy="20520"/>
              </p14:xfrm>
            </p:contentPart>
          </mc:Choice>
          <mc:Fallback>
            <p:pic>
              <p:nvPicPr>
                <p:cNvPr id="122" name="Ink 121">
                  <a:extLst>
                    <a:ext uri="{FF2B5EF4-FFF2-40B4-BE49-F238E27FC236}">
                      <a16:creationId xmlns:a16="http://schemas.microsoft.com/office/drawing/2014/main" id="{38E1BECE-E71F-1B64-5D9D-9179E96A1CB8}"/>
                    </a:ext>
                  </a:extLst>
                </p:cNvPr>
                <p:cNvPicPr/>
                <p:nvPr/>
              </p:nvPicPr>
              <p:blipFill>
                <a:blip r:embed="rId211"/>
                <a:stretch>
                  <a:fillRect/>
                </a:stretch>
              </p:blipFill>
              <p:spPr>
                <a:xfrm>
                  <a:off x="11618384" y="3667962"/>
                  <a:ext cx="666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3" name="Ink 122">
                  <a:extLst>
                    <a:ext uri="{FF2B5EF4-FFF2-40B4-BE49-F238E27FC236}">
                      <a16:creationId xmlns:a16="http://schemas.microsoft.com/office/drawing/2014/main" id="{C8E45783-6961-2E4F-EE0F-6FFF95D290B3}"/>
                    </a:ext>
                  </a:extLst>
                </p14:cNvPr>
                <p14:cNvContentPartPr/>
                <p14:nvPr/>
              </p14:nvContentPartPr>
              <p14:xfrm>
                <a:off x="11754824" y="3664722"/>
                <a:ext cx="86040" cy="261000"/>
              </p14:xfrm>
            </p:contentPart>
          </mc:Choice>
          <mc:Fallback>
            <p:pic>
              <p:nvPicPr>
                <p:cNvPr id="123" name="Ink 122">
                  <a:extLst>
                    <a:ext uri="{FF2B5EF4-FFF2-40B4-BE49-F238E27FC236}">
                      <a16:creationId xmlns:a16="http://schemas.microsoft.com/office/drawing/2014/main" id="{C8E45783-6961-2E4F-EE0F-6FFF95D290B3}"/>
                    </a:ext>
                  </a:extLst>
                </p:cNvPr>
                <p:cNvPicPr/>
                <p:nvPr/>
              </p:nvPicPr>
              <p:blipFill>
                <a:blip r:embed="rId213"/>
                <a:stretch>
                  <a:fillRect/>
                </a:stretch>
              </p:blipFill>
              <p:spPr>
                <a:xfrm>
                  <a:off x="11745824" y="3655722"/>
                  <a:ext cx="103680" cy="27864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6" name="Ink 125">
                  <a:extLst>
                    <a:ext uri="{FF2B5EF4-FFF2-40B4-BE49-F238E27FC236}">
                      <a16:creationId xmlns:a16="http://schemas.microsoft.com/office/drawing/2014/main" id="{1C9FE06F-9A90-AB6B-6907-D8CA74B0E9DE}"/>
                    </a:ext>
                  </a:extLst>
                </p14:cNvPr>
                <p14:cNvContentPartPr/>
                <p14:nvPr/>
              </p14:nvContentPartPr>
              <p14:xfrm>
                <a:off x="4698104" y="5359242"/>
                <a:ext cx="1717200" cy="684360"/>
              </p14:xfrm>
            </p:contentPart>
          </mc:Choice>
          <mc:Fallback>
            <p:pic>
              <p:nvPicPr>
                <p:cNvPr id="126" name="Ink 125">
                  <a:extLst>
                    <a:ext uri="{FF2B5EF4-FFF2-40B4-BE49-F238E27FC236}">
                      <a16:creationId xmlns:a16="http://schemas.microsoft.com/office/drawing/2014/main" id="{1C9FE06F-9A90-AB6B-6907-D8CA74B0E9DE}"/>
                    </a:ext>
                  </a:extLst>
                </p:cNvPr>
                <p:cNvPicPr/>
                <p:nvPr/>
              </p:nvPicPr>
              <p:blipFill>
                <a:blip r:embed="rId215"/>
                <a:stretch>
                  <a:fillRect/>
                </a:stretch>
              </p:blipFill>
              <p:spPr>
                <a:xfrm>
                  <a:off x="4689464" y="5350602"/>
                  <a:ext cx="1734840" cy="7020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7" name="Ink 126">
                  <a:extLst>
                    <a:ext uri="{FF2B5EF4-FFF2-40B4-BE49-F238E27FC236}">
                      <a16:creationId xmlns:a16="http://schemas.microsoft.com/office/drawing/2014/main" id="{44FB1167-F1DE-0DEC-E6F9-BB053439F036}"/>
                    </a:ext>
                  </a:extLst>
                </p14:cNvPr>
                <p14:cNvContentPartPr/>
                <p14:nvPr/>
              </p14:nvContentPartPr>
              <p14:xfrm>
                <a:off x="5141624" y="6227562"/>
                <a:ext cx="306000" cy="240840"/>
              </p14:xfrm>
            </p:contentPart>
          </mc:Choice>
          <mc:Fallback>
            <p:pic>
              <p:nvPicPr>
                <p:cNvPr id="127" name="Ink 126">
                  <a:extLst>
                    <a:ext uri="{FF2B5EF4-FFF2-40B4-BE49-F238E27FC236}">
                      <a16:creationId xmlns:a16="http://schemas.microsoft.com/office/drawing/2014/main" id="{44FB1167-F1DE-0DEC-E6F9-BB053439F036}"/>
                    </a:ext>
                  </a:extLst>
                </p:cNvPr>
                <p:cNvPicPr/>
                <p:nvPr/>
              </p:nvPicPr>
              <p:blipFill>
                <a:blip r:embed="rId217"/>
                <a:stretch>
                  <a:fillRect/>
                </a:stretch>
              </p:blipFill>
              <p:spPr>
                <a:xfrm>
                  <a:off x="5132624" y="6218562"/>
                  <a:ext cx="32364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8" name="Ink 127">
                  <a:extLst>
                    <a:ext uri="{FF2B5EF4-FFF2-40B4-BE49-F238E27FC236}">
                      <a16:creationId xmlns:a16="http://schemas.microsoft.com/office/drawing/2014/main" id="{EA2BFE25-C114-3E88-562D-C889CF8F04B1}"/>
                    </a:ext>
                  </a:extLst>
                </p14:cNvPr>
                <p14:cNvContentPartPr/>
                <p14:nvPr/>
              </p14:nvContentPartPr>
              <p14:xfrm>
                <a:off x="5095544" y="6446802"/>
                <a:ext cx="330120" cy="306000"/>
              </p14:xfrm>
            </p:contentPart>
          </mc:Choice>
          <mc:Fallback>
            <p:pic>
              <p:nvPicPr>
                <p:cNvPr id="128" name="Ink 127">
                  <a:extLst>
                    <a:ext uri="{FF2B5EF4-FFF2-40B4-BE49-F238E27FC236}">
                      <a16:creationId xmlns:a16="http://schemas.microsoft.com/office/drawing/2014/main" id="{EA2BFE25-C114-3E88-562D-C889CF8F04B1}"/>
                    </a:ext>
                  </a:extLst>
                </p:cNvPr>
                <p:cNvPicPr/>
                <p:nvPr/>
              </p:nvPicPr>
              <p:blipFill>
                <a:blip r:embed="rId219"/>
                <a:stretch>
                  <a:fillRect/>
                </a:stretch>
              </p:blipFill>
              <p:spPr>
                <a:xfrm>
                  <a:off x="5086904" y="6438162"/>
                  <a:ext cx="347760" cy="32364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9" name="Ink 128">
                  <a:extLst>
                    <a:ext uri="{FF2B5EF4-FFF2-40B4-BE49-F238E27FC236}">
                      <a16:creationId xmlns:a16="http://schemas.microsoft.com/office/drawing/2014/main" id="{9663F31B-0C16-A08F-F334-ECBDEF72C71A}"/>
                    </a:ext>
                  </a:extLst>
                </p14:cNvPr>
                <p14:cNvContentPartPr/>
                <p14:nvPr/>
              </p14:nvContentPartPr>
              <p14:xfrm>
                <a:off x="5288144" y="5984922"/>
                <a:ext cx="13320" cy="215640"/>
              </p14:xfrm>
            </p:contentPart>
          </mc:Choice>
          <mc:Fallback>
            <p:pic>
              <p:nvPicPr>
                <p:cNvPr id="129" name="Ink 128">
                  <a:extLst>
                    <a:ext uri="{FF2B5EF4-FFF2-40B4-BE49-F238E27FC236}">
                      <a16:creationId xmlns:a16="http://schemas.microsoft.com/office/drawing/2014/main" id="{9663F31B-0C16-A08F-F334-ECBDEF72C71A}"/>
                    </a:ext>
                  </a:extLst>
                </p:cNvPr>
                <p:cNvPicPr/>
                <p:nvPr/>
              </p:nvPicPr>
              <p:blipFill>
                <a:blip r:embed="rId221"/>
                <a:stretch>
                  <a:fillRect/>
                </a:stretch>
              </p:blipFill>
              <p:spPr>
                <a:xfrm>
                  <a:off x="5279144" y="5976282"/>
                  <a:ext cx="3096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0" name="Ink 129">
                  <a:extLst>
                    <a:ext uri="{FF2B5EF4-FFF2-40B4-BE49-F238E27FC236}">
                      <a16:creationId xmlns:a16="http://schemas.microsoft.com/office/drawing/2014/main" id="{4208AA24-5527-DD3A-CA81-DCA393AC9C9F}"/>
                    </a:ext>
                  </a:extLst>
                </p14:cNvPr>
                <p14:cNvContentPartPr/>
                <p14:nvPr/>
              </p14:nvContentPartPr>
              <p14:xfrm>
                <a:off x="5263304" y="5953242"/>
                <a:ext cx="146160" cy="73800"/>
              </p14:xfrm>
            </p:contentPart>
          </mc:Choice>
          <mc:Fallback>
            <p:pic>
              <p:nvPicPr>
                <p:cNvPr id="130" name="Ink 129">
                  <a:extLst>
                    <a:ext uri="{FF2B5EF4-FFF2-40B4-BE49-F238E27FC236}">
                      <a16:creationId xmlns:a16="http://schemas.microsoft.com/office/drawing/2014/main" id="{4208AA24-5527-DD3A-CA81-DCA393AC9C9F}"/>
                    </a:ext>
                  </a:extLst>
                </p:cNvPr>
                <p:cNvPicPr/>
                <p:nvPr/>
              </p:nvPicPr>
              <p:blipFill>
                <a:blip r:embed="rId223"/>
                <a:stretch>
                  <a:fillRect/>
                </a:stretch>
              </p:blipFill>
              <p:spPr>
                <a:xfrm>
                  <a:off x="5254304" y="5944242"/>
                  <a:ext cx="16380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2" name="Ink 131">
                  <a:extLst>
                    <a:ext uri="{FF2B5EF4-FFF2-40B4-BE49-F238E27FC236}">
                      <a16:creationId xmlns:a16="http://schemas.microsoft.com/office/drawing/2014/main" id="{CB33C7FB-7262-B711-97B8-D718E8CB491C}"/>
                    </a:ext>
                  </a:extLst>
                </p14:cNvPr>
                <p14:cNvContentPartPr/>
                <p14:nvPr/>
              </p14:nvContentPartPr>
              <p14:xfrm>
                <a:off x="4704224" y="5386242"/>
                <a:ext cx="289800" cy="14040"/>
              </p14:xfrm>
            </p:contentPart>
          </mc:Choice>
          <mc:Fallback>
            <p:pic>
              <p:nvPicPr>
                <p:cNvPr id="132" name="Ink 131">
                  <a:extLst>
                    <a:ext uri="{FF2B5EF4-FFF2-40B4-BE49-F238E27FC236}">
                      <a16:creationId xmlns:a16="http://schemas.microsoft.com/office/drawing/2014/main" id="{CB33C7FB-7262-B711-97B8-D718E8CB491C}"/>
                    </a:ext>
                  </a:extLst>
                </p:cNvPr>
                <p:cNvPicPr/>
                <p:nvPr/>
              </p:nvPicPr>
              <p:blipFill>
                <a:blip r:embed="rId225"/>
                <a:stretch>
                  <a:fillRect/>
                </a:stretch>
              </p:blipFill>
              <p:spPr>
                <a:xfrm>
                  <a:off x="4695584" y="5377602"/>
                  <a:ext cx="3074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3" name="Ink 132">
                  <a:extLst>
                    <a:ext uri="{FF2B5EF4-FFF2-40B4-BE49-F238E27FC236}">
                      <a16:creationId xmlns:a16="http://schemas.microsoft.com/office/drawing/2014/main" id="{579D6F71-4815-D057-00A9-B0563CFBA727}"/>
                    </a:ext>
                  </a:extLst>
                </p14:cNvPr>
                <p14:cNvContentPartPr/>
                <p14:nvPr/>
              </p14:nvContentPartPr>
              <p14:xfrm>
                <a:off x="6049904" y="4196442"/>
                <a:ext cx="4270320" cy="1144440"/>
              </p14:xfrm>
            </p:contentPart>
          </mc:Choice>
          <mc:Fallback>
            <p:pic>
              <p:nvPicPr>
                <p:cNvPr id="133" name="Ink 132">
                  <a:extLst>
                    <a:ext uri="{FF2B5EF4-FFF2-40B4-BE49-F238E27FC236}">
                      <a16:creationId xmlns:a16="http://schemas.microsoft.com/office/drawing/2014/main" id="{579D6F71-4815-D057-00A9-B0563CFBA727}"/>
                    </a:ext>
                  </a:extLst>
                </p:cNvPr>
                <p:cNvPicPr/>
                <p:nvPr/>
              </p:nvPicPr>
              <p:blipFill>
                <a:blip r:embed="rId227"/>
                <a:stretch>
                  <a:fillRect/>
                </a:stretch>
              </p:blipFill>
              <p:spPr>
                <a:xfrm>
                  <a:off x="6040904" y="4187802"/>
                  <a:ext cx="4287960" cy="116208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4" name="Ink 133">
                  <a:extLst>
                    <a:ext uri="{FF2B5EF4-FFF2-40B4-BE49-F238E27FC236}">
                      <a16:creationId xmlns:a16="http://schemas.microsoft.com/office/drawing/2014/main" id="{EAA3C45D-F031-AC1E-B845-8DA5365DEEEE}"/>
                    </a:ext>
                  </a:extLst>
                </p14:cNvPr>
                <p14:cNvContentPartPr/>
                <p14:nvPr/>
              </p14:nvContentPartPr>
              <p14:xfrm>
                <a:off x="10178744" y="4171962"/>
                <a:ext cx="216360" cy="155520"/>
              </p14:xfrm>
            </p:contentPart>
          </mc:Choice>
          <mc:Fallback>
            <p:pic>
              <p:nvPicPr>
                <p:cNvPr id="134" name="Ink 133">
                  <a:extLst>
                    <a:ext uri="{FF2B5EF4-FFF2-40B4-BE49-F238E27FC236}">
                      <a16:creationId xmlns:a16="http://schemas.microsoft.com/office/drawing/2014/main" id="{EAA3C45D-F031-AC1E-B845-8DA5365DEEEE}"/>
                    </a:ext>
                  </a:extLst>
                </p:cNvPr>
                <p:cNvPicPr/>
                <p:nvPr/>
              </p:nvPicPr>
              <p:blipFill>
                <a:blip r:embed="rId229"/>
                <a:stretch>
                  <a:fillRect/>
                </a:stretch>
              </p:blipFill>
              <p:spPr>
                <a:xfrm>
                  <a:off x="10169744" y="4163322"/>
                  <a:ext cx="23400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6" name="Ink 135">
                  <a:extLst>
                    <a:ext uri="{FF2B5EF4-FFF2-40B4-BE49-F238E27FC236}">
                      <a16:creationId xmlns:a16="http://schemas.microsoft.com/office/drawing/2014/main" id="{1631E610-B181-17CC-346B-2A58898FBBE6}"/>
                    </a:ext>
                  </a:extLst>
                </p14:cNvPr>
                <p14:cNvContentPartPr/>
                <p14:nvPr/>
              </p14:nvContentPartPr>
              <p14:xfrm>
                <a:off x="6499544" y="4273842"/>
                <a:ext cx="4135680" cy="1050480"/>
              </p14:xfrm>
            </p:contentPart>
          </mc:Choice>
          <mc:Fallback>
            <p:pic>
              <p:nvPicPr>
                <p:cNvPr id="136" name="Ink 135">
                  <a:extLst>
                    <a:ext uri="{FF2B5EF4-FFF2-40B4-BE49-F238E27FC236}">
                      <a16:creationId xmlns:a16="http://schemas.microsoft.com/office/drawing/2014/main" id="{1631E610-B181-17CC-346B-2A58898FBBE6}"/>
                    </a:ext>
                  </a:extLst>
                </p:cNvPr>
                <p:cNvPicPr/>
                <p:nvPr/>
              </p:nvPicPr>
              <p:blipFill>
                <a:blip r:embed="rId231"/>
                <a:stretch>
                  <a:fillRect/>
                </a:stretch>
              </p:blipFill>
              <p:spPr>
                <a:xfrm>
                  <a:off x="6490544" y="4264842"/>
                  <a:ext cx="4153320" cy="106812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7" name="Ink 136">
                  <a:extLst>
                    <a:ext uri="{FF2B5EF4-FFF2-40B4-BE49-F238E27FC236}">
                      <a16:creationId xmlns:a16="http://schemas.microsoft.com/office/drawing/2014/main" id="{2B596442-50EF-0207-C46D-D52C759C434B}"/>
                    </a:ext>
                  </a:extLst>
                </p14:cNvPr>
                <p14:cNvContentPartPr/>
                <p14:nvPr/>
              </p14:nvContentPartPr>
              <p14:xfrm>
                <a:off x="6426464" y="5148282"/>
                <a:ext cx="169560" cy="219960"/>
              </p14:xfrm>
            </p:contentPart>
          </mc:Choice>
          <mc:Fallback>
            <p:pic>
              <p:nvPicPr>
                <p:cNvPr id="137" name="Ink 136">
                  <a:extLst>
                    <a:ext uri="{FF2B5EF4-FFF2-40B4-BE49-F238E27FC236}">
                      <a16:creationId xmlns:a16="http://schemas.microsoft.com/office/drawing/2014/main" id="{2B596442-50EF-0207-C46D-D52C759C434B}"/>
                    </a:ext>
                  </a:extLst>
                </p:cNvPr>
                <p:cNvPicPr/>
                <p:nvPr/>
              </p:nvPicPr>
              <p:blipFill>
                <a:blip r:embed="rId233"/>
                <a:stretch>
                  <a:fillRect/>
                </a:stretch>
              </p:blipFill>
              <p:spPr>
                <a:xfrm>
                  <a:off x="6417464" y="5139282"/>
                  <a:ext cx="18720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9" name="Ink 138">
                  <a:extLst>
                    <a:ext uri="{FF2B5EF4-FFF2-40B4-BE49-F238E27FC236}">
                      <a16:creationId xmlns:a16="http://schemas.microsoft.com/office/drawing/2014/main" id="{6E0AEB5D-55AF-97C3-596B-25CD3A9DE207}"/>
                    </a:ext>
                  </a:extLst>
                </p14:cNvPr>
                <p14:cNvContentPartPr/>
                <p14:nvPr/>
              </p14:nvContentPartPr>
              <p14:xfrm>
                <a:off x="8149424" y="4417122"/>
                <a:ext cx="999360" cy="1192320"/>
              </p14:xfrm>
            </p:contentPart>
          </mc:Choice>
          <mc:Fallback>
            <p:pic>
              <p:nvPicPr>
                <p:cNvPr id="139" name="Ink 138">
                  <a:extLst>
                    <a:ext uri="{FF2B5EF4-FFF2-40B4-BE49-F238E27FC236}">
                      <a16:creationId xmlns:a16="http://schemas.microsoft.com/office/drawing/2014/main" id="{6E0AEB5D-55AF-97C3-596B-25CD3A9DE207}"/>
                    </a:ext>
                  </a:extLst>
                </p:cNvPr>
                <p:cNvPicPr/>
                <p:nvPr/>
              </p:nvPicPr>
              <p:blipFill>
                <a:blip r:embed="rId235"/>
                <a:stretch>
                  <a:fillRect/>
                </a:stretch>
              </p:blipFill>
              <p:spPr>
                <a:xfrm>
                  <a:off x="8140784" y="4408122"/>
                  <a:ext cx="1017000" cy="120996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40" name="Ink 139">
                  <a:extLst>
                    <a:ext uri="{FF2B5EF4-FFF2-40B4-BE49-F238E27FC236}">
                      <a16:creationId xmlns:a16="http://schemas.microsoft.com/office/drawing/2014/main" id="{536556D5-F0DB-795F-C782-1CBD6269B6C5}"/>
                    </a:ext>
                  </a:extLst>
                </p14:cNvPr>
                <p14:cNvContentPartPr/>
                <p14:nvPr/>
              </p14:nvContentPartPr>
              <p14:xfrm>
                <a:off x="8180024" y="4469682"/>
                <a:ext cx="612720" cy="1102680"/>
              </p14:xfrm>
            </p:contentPart>
          </mc:Choice>
          <mc:Fallback>
            <p:pic>
              <p:nvPicPr>
                <p:cNvPr id="140" name="Ink 139">
                  <a:extLst>
                    <a:ext uri="{FF2B5EF4-FFF2-40B4-BE49-F238E27FC236}">
                      <a16:creationId xmlns:a16="http://schemas.microsoft.com/office/drawing/2014/main" id="{536556D5-F0DB-795F-C782-1CBD6269B6C5}"/>
                    </a:ext>
                  </a:extLst>
                </p:cNvPr>
                <p:cNvPicPr/>
                <p:nvPr/>
              </p:nvPicPr>
              <p:blipFill>
                <a:blip r:embed="rId237"/>
                <a:stretch>
                  <a:fillRect/>
                </a:stretch>
              </p:blipFill>
              <p:spPr>
                <a:xfrm>
                  <a:off x="8171384" y="4461042"/>
                  <a:ext cx="630360" cy="112032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1" name="Ink 140">
                  <a:extLst>
                    <a:ext uri="{FF2B5EF4-FFF2-40B4-BE49-F238E27FC236}">
                      <a16:creationId xmlns:a16="http://schemas.microsoft.com/office/drawing/2014/main" id="{7AD995B7-3871-3878-DE8B-EF71E5B94207}"/>
                    </a:ext>
                  </a:extLst>
                </p14:cNvPr>
                <p14:cNvContentPartPr/>
                <p14:nvPr/>
              </p14:nvContentPartPr>
              <p14:xfrm>
                <a:off x="5242064" y="3791082"/>
                <a:ext cx="290160" cy="1391400"/>
              </p14:xfrm>
            </p:contentPart>
          </mc:Choice>
          <mc:Fallback>
            <p:pic>
              <p:nvPicPr>
                <p:cNvPr id="141" name="Ink 140">
                  <a:extLst>
                    <a:ext uri="{FF2B5EF4-FFF2-40B4-BE49-F238E27FC236}">
                      <a16:creationId xmlns:a16="http://schemas.microsoft.com/office/drawing/2014/main" id="{7AD995B7-3871-3878-DE8B-EF71E5B94207}"/>
                    </a:ext>
                  </a:extLst>
                </p:cNvPr>
                <p:cNvPicPr/>
                <p:nvPr/>
              </p:nvPicPr>
              <p:blipFill>
                <a:blip r:embed="rId239"/>
                <a:stretch>
                  <a:fillRect/>
                </a:stretch>
              </p:blipFill>
              <p:spPr>
                <a:xfrm>
                  <a:off x="5233424" y="3782442"/>
                  <a:ext cx="307800" cy="140904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2" name="Ink 141">
                  <a:extLst>
                    <a:ext uri="{FF2B5EF4-FFF2-40B4-BE49-F238E27FC236}">
                      <a16:creationId xmlns:a16="http://schemas.microsoft.com/office/drawing/2014/main" id="{49E31E8E-6BBD-7602-F18F-4F09D019104B}"/>
                    </a:ext>
                  </a:extLst>
                </p14:cNvPr>
                <p14:cNvContentPartPr/>
                <p14:nvPr/>
              </p14:nvContentPartPr>
              <p14:xfrm>
                <a:off x="5394704" y="3915642"/>
                <a:ext cx="12240" cy="16560"/>
              </p14:xfrm>
            </p:contentPart>
          </mc:Choice>
          <mc:Fallback>
            <p:pic>
              <p:nvPicPr>
                <p:cNvPr id="142" name="Ink 141">
                  <a:extLst>
                    <a:ext uri="{FF2B5EF4-FFF2-40B4-BE49-F238E27FC236}">
                      <a16:creationId xmlns:a16="http://schemas.microsoft.com/office/drawing/2014/main" id="{49E31E8E-6BBD-7602-F18F-4F09D019104B}"/>
                    </a:ext>
                  </a:extLst>
                </p:cNvPr>
                <p:cNvPicPr/>
                <p:nvPr/>
              </p:nvPicPr>
              <p:blipFill>
                <a:blip r:embed="rId241"/>
                <a:stretch>
                  <a:fillRect/>
                </a:stretch>
              </p:blipFill>
              <p:spPr>
                <a:xfrm>
                  <a:off x="5386064" y="3907002"/>
                  <a:ext cx="29880" cy="3420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3" name="Ink 142">
                  <a:extLst>
                    <a:ext uri="{FF2B5EF4-FFF2-40B4-BE49-F238E27FC236}">
                      <a16:creationId xmlns:a16="http://schemas.microsoft.com/office/drawing/2014/main" id="{8D2FE2F4-65EC-6D8A-D9C0-DAB78ABB7F74}"/>
                    </a:ext>
                  </a:extLst>
                </p14:cNvPr>
                <p14:cNvContentPartPr/>
                <p14:nvPr/>
              </p14:nvContentPartPr>
              <p14:xfrm>
                <a:off x="5371304" y="3834282"/>
                <a:ext cx="140400" cy="150840"/>
              </p14:xfrm>
            </p:contentPart>
          </mc:Choice>
          <mc:Fallback>
            <p:pic>
              <p:nvPicPr>
                <p:cNvPr id="143" name="Ink 142">
                  <a:extLst>
                    <a:ext uri="{FF2B5EF4-FFF2-40B4-BE49-F238E27FC236}">
                      <a16:creationId xmlns:a16="http://schemas.microsoft.com/office/drawing/2014/main" id="{8D2FE2F4-65EC-6D8A-D9C0-DAB78ABB7F74}"/>
                    </a:ext>
                  </a:extLst>
                </p:cNvPr>
                <p:cNvPicPr/>
                <p:nvPr/>
              </p:nvPicPr>
              <p:blipFill>
                <a:blip r:embed="rId243"/>
                <a:stretch>
                  <a:fillRect/>
                </a:stretch>
              </p:blipFill>
              <p:spPr>
                <a:xfrm>
                  <a:off x="5362664" y="3825642"/>
                  <a:ext cx="15804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4" name="Ink 143">
                  <a:extLst>
                    <a:ext uri="{FF2B5EF4-FFF2-40B4-BE49-F238E27FC236}">
                      <a16:creationId xmlns:a16="http://schemas.microsoft.com/office/drawing/2014/main" id="{AA1A98DE-6AAC-71D5-3CFD-6E70F227387D}"/>
                    </a:ext>
                  </a:extLst>
                </p14:cNvPr>
                <p14:cNvContentPartPr/>
                <p14:nvPr/>
              </p14:nvContentPartPr>
              <p14:xfrm>
                <a:off x="5711144" y="3915642"/>
                <a:ext cx="126360" cy="1183320"/>
              </p14:xfrm>
            </p:contentPart>
          </mc:Choice>
          <mc:Fallback>
            <p:pic>
              <p:nvPicPr>
                <p:cNvPr id="144" name="Ink 143">
                  <a:extLst>
                    <a:ext uri="{FF2B5EF4-FFF2-40B4-BE49-F238E27FC236}">
                      <a16:creationId xmlns:a16="http://schemas.microsoft.com/office/drawing/2014/main" id="{AA1A98DE-6AAC-71D5-3CFD-6E70F227387D}"/>
                    </a:ext>
                  </a:extLst>
                </p:cNvPr>
                <p:cNvPicPr/>
                <p:nvPr/>
              </p:nvPicPr>
              <p:blipFill>
                <a:blip r:embed="rId245"/>
                <a:stretch>
                  <a:fillRect/>
                </a:stretch>
              </p:blipFill>
              <p:spPr>
                <a:xfrm>
                  <a:off x="5702504" y="3907002"/>
                  <a:ext cx="144000" cy="120096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5" name="Ink 144">
                  <a:extLst>
                    <a:ext uri="{FF2B5EF4-FFF2-40B4-BE49-F238E27FC236}">
                      <a16:creationId xmlns:a16="http://schemas.microsoft.com/office/drawing/2014/main" id="{AC742172-2E47-2252-28F6-8FB6136E8DF6}"/>
                    </a:ext>
                  </a:extLst>
                </p14:cNvPr>
                <p14:cNvContentPartPr/>
                <p14:nvPr/>
              </p14:nvContentPartPr>
              <p14:xfrm>
                <a:off x="5620064" y="5017602"/>
                <a:ext cx="218520" cy="137880"/>
              </p14:xfrm>
            </p:contentPart>
          </mc:Choice>
          <mc:Fallback>
            <p:pic>
              <p:nvPicPr>
                <p:cNvPr id="145" name="Ink 144">
                  <a:extLst>
                    <a:ext uri="{FF2B5EF4-FFF2-40B4-BE49-F238E27FC236}">
                      <a16:creationId xmlns:a16="http://schemas.microsoft.com/office/drawing/2014/main" id="{AC742172-2E47-2252-28F6-8FB6136E8DF6}"/>
                    </a:ext>
                  </a:extLst>
                </p:cNvPr>
                <p:cNvPicPr/>
                <p:nvPr/>
              </p:nvPicPr>
              <p:blipFill>
                <a:blip r:embed="rId247"/>
                <a:stretch>
                  <a:fillRect/>
                </a:stretch>
              </p:blipFill>
              <p:spPr>
                <a:xfrm>
                  <a:off x="5611064" y="5008602"/>
                  <a:ext cx="236160" cy="15552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6" name="Ink 145">
                  <a:extLst>
                    <a:ext uri="{FF2B5EF4-FFF2-40B4-BE49-F238E27FC236}">
                      <a16:creationId xmlns:a16="http://schemas.microsoft.com/office/drawing/2014/main" id="{C0A83490-6D7F-8CB2-58A3-70EC694ACA78}"/>
                    </a:ext>
                  </a:extLst>
                </p14:cNvPr>
                <p14:cNvContentPartPr/>
                <p14:nvPr/>
              </p14:nvContentPartPr>
              <p14:xfrm>
                <a:off x="5255024" y="4194642"/>
                <a:ext cx="833400" cy="484200"/>
              </p14:xfrm>
            </p:contentPart>
          </mc:Choice>
          <mc:Fallback>
            <p:pic>
              <p:nvPicPr>
                <p:cNvPr id="146" name="Ink 145">
                  <a:extLst>
                    <a:ext uri="{FF2B5EF4-FFF2-40B4-BE49-F238E27FC236}">
                      <a16:creationId xmlns:a16="http://schemas.microsoft.com/office/drawing/2014/main" id="{C0A83490-6D7F-8CB2-58A3-70EC694ACA78}"/>
                    </a:ext>
                  </a:extLst>
                </p:cNvPr>
                <p:cNvPicPr/>
                <p:nvPr/>
              </p:nvPicPr>
              <p:blipFill>
                <a:blip r:embed="rId249"/>
                <a:stretch>
                  <a:fillRect/>
                </a:stretch>
              </p:blipFill>
              <p:spPr>
                <a:xfrm>
                  <a:off x="5246024" y="4185642"/>
                  <a:ext cx="851040" cy="50184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7" name="Ink 146">
                  <a:extLst>
                    <a:ext uri="{FF2B5EF4-FFF2-40B4-BE49-F238E27FC236}">
                      <a16:creationId xmlns:a16="http://schemas.microsoft.com/office/drawing/2014/main" id="{55ACF01E-3935-2F1E-C276-104B97B0A8A2}"/>
                    </a:ext>
                  </a:extLst>
                </p14:cNvPr>
                <p14:cNvContentPartPr/>
                <p14:nvPr/>
              </p14:nvContentPartPr>
              <p14:xfrm>
                <a:off x="5201024" y="4293642"/>
                <a:ext cx="802080" cy="508320"/>
              </p14:xfrm>
            </p:contentPart>
          </mc:Choice>
          <mc:Fallback>
            <p:pic>
              <p:nvPicPr>
                <p:cNvPr id="147" name="Ink 146">
                  <a:extLst>
                    <a:ext uri="{FF2B5EF4-FFF2-40B4-BE49-F238E27FC236}">
                      <a16:creationId xmlns:a16="http://schemas.microsoft.com/office/drawing/2014/main" id="{55ACF01E-3935-2F1E-C276-104B97B0A8A2}"/>
                    </a:ext>
                  </a:extLst>
                </p:cNvPr>
                <p:cNvPicPr/>
                <p:nvPr/>
              </p:nvPicPr>
              <p:blipFill>
                <a:blip r:embed="rId251"/>
                <a:stretch>
                  <a:fillRect/>
                </a:stretch>
              </p:blipFill>
              <p:spPr>
                <a:xfrm>
                  <a:off x="5192384" y="4284642"/>
                  <a:ext cx="819720" cy="52596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8" name="Ink 147">
                  <a:extLst>
                    <a:ext uri="{FF2B5EF4-FFF2-40B4-BE49-F238E27FC236}">
                      <a16:creationId xmlns:a16="http://schemas.microsoft.com/office/drawing/2014/main" id="{44E916B6-2D02-28BA-3430-E32EC0DD146F}"/>
                    </a:ext>
                  </a:extLst>
                </p14:cNvPr>
                <p14:cNvContentPartPr/>
                <p14:nvPr/>
              </p14:nvContentPartPr>
              <p14:xfrm>
                <a:off x="2417864" y="3226962"/>
                <a:ext cx="2625120" cy="2226600"/>
              </p14:xfrm>
            </p:contentPart>
          </mc:Choice>
          <mc:Fallback>
            <p:pic>
              <p:nvPicPr>
                <p:cNvPr id="148" name="Ink 147">
                  <a:extLst>
                    <a:ext uri="{FF2B5EF4-FFF2-40B4-BE49-F238E27FC236}">
                      <a16:creationId xmlns:a16="http://schemas.microsoft.com/office/drawing/2014/main" id="{44E916B6-2D02-28BA-3430-E32EC0DD146F}"/>
                    </a:ext>
                  </a:extLst>
                </p:cNvPr>
                <p:cNvPicPr/>
                <p:nvPr/>
              </p:nvPicPr>
              <p:blipFill>
                <a:blip r:embed="rId253"/>
                <a:stretch>
                  <a:fillRect/>
                </a:stretch>
              </p:blipFill>
              <p:spPr>
                <a:xfrm>
                  <a:off x="2409224" y="3217962"/>
                  <a:ext cx="2642760" cy="22442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49" name="Ink 148">
                  <a:extLst>
                    <a:ext uri="{FF2B5EF4-FFF2-40B4-BE49-F238E27FC236}">
                      <a16:creationId xmlns:a16="http://schemas.microsoft.com/office/drawing/2014/main" id="{4603DAF4-7D05-E670-19AF-966CF9114104}"/>
                    </a:ext>
                  </a:extLst>
                </p14:cNvPr>
                <p14:cNvContentPartPr/>
                <p14:nvPr/>
              </p14:nvContentPartPr>
              <p14:xfrm>
                <a:off x="2338304" y="3173682"/>
                <a:ext cx="173160" cy="223200"/>
              </p14:xfrm>
            </p:contentPart>
          </mc:Choice>
          <mc:Fallback>
            <p:pic>
              <p:nvPicPr>
                <p:cNvPr id="149" name="Ink 148">
                  <a:extLst>
                    <a:ext uri="{FF2B5EF4-FFF2-40B4-BE49-F238E27FC236}">
                      <a16:creationId xmlns:a16="http://schemas.microsoft.com/office/drawing/2014/main" id="{4603DAF4-7D05-E670-19AF-966CF9114104}"/>
                    </a:ext>
                  </a:extLst>
                </p:cNvPr>
                <p:cNvPicPr/>
                <p:nvPr/>
              </p:nvPicPr>
              <p:blipFill>
                <a:blip r:embed="rId255"/>
                <a:stretch>
                  <a:fillRect/>
                </a:stretch>
              </p:blipFill>
              <p:spPr>
                <a:xfrm>
                  <a:off x="2329664" y="3165042"/>
                  <a:ext cx="190800"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0" name="Ink 149">
                  <a:extLst>
                    <a:ext uri="{FF2B5EF4-FFF2-40B4-BE49-F238E27FC236}">
                      <a16:creationId xmlns:a16="http://schemas.microsoft.com/office/drawing/2014/main" id="{5D8095B6-4FA3-2699-F2BC-00B8412870B0}"/>
                    </a:ext>
                  </a:extLst>
                </p14:cNvPr>
                <p14:cNvContentPartPr/>
                <p14:nvPr/>
              </p14:nvContentPartPr>
              <p14:xfrm>
                <a:off x="1921424" y="3528642"/>
                <a:ext cx="2823840" cy="1920960"/>
              </p14:xfrm>
            </p:contentPart>
          </mc:Choice>
          <mc:Fallback>
            <p:pic>
              <p:nvPicPr>
                <p:cNvPr id="150" name="Ink 149">
                  <a:extLst>
                    <a:ext uri="{FF2B5EF4-FFF2-40B4-BE49-F238E27FC236}">
                      <a16:creationId xmlns:a16="http://schemas.microsoft.com/office/drawing/2014/main" id="{5D8095B6-4FA3-2699-F2BC-00B8412870B0}"/>
                    </a:ext>
                  </a:extLst>
                </p:cNvPr>
                <p:cNvPicPr/>
                <p:nvPr/>
              </p:nvPicPr>
              <p:blipFill>
                <a:blip r:embed="rId257"/>
                <a:stretch>
                  <a:fillRect/>
                </a:stretch>
              </p:blipFill>
              <p:spPr>
                <a:xfrm>
                  <a:off x="1912784" y="3519642"/>
                  <a:ext cx="2841480" cy="193860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1" name="Ink 150">
                  <a:extLst>
                    <a:ext uri="{FF2B5EF4-FFF2-40B4-BE49-F238E27FC236}">
                      <a16:creationId xmlns:a16="http://schemas.microsoft.com/office/drawing/2014/main" id="{79B92FA8-2317-BE7E-913E-F2CE74B20B3C}"/>
                    </a:ext>
                  </a:extLst>
                </p14:cNvPr>
                <p14:cNvContentPartPr/>
                <p14:nvPr/>
              </p14:nvContentPartPr>
              <p14:xfrm>
                <a:off x="4641224" y="5405322"/>
                <a:ext cx="169560" cy="86040"/>
              </p14:xfrm>
            </p:contentPart>
          </mc:Choice>
          <mc:Fallback>
            <p:pic>
              <p:nvPicPr>
                <p:cNvPr id="151" name="Ink 150">
                  <a:extLst>
                    <a:ext uri="{FF2B5EF4-FFF2-40B4-BE49-F238E27FC236}">
                      <a16:creationId xmlns:a16="http://schemas.microsoft.com/office/drawing/2014/main" id="{79B92FA8-2317-BE7E-913E-F2CE74B20B3C}"/>
                    </a:ext>
                  </a:extLst>
                </p:cNvPr>
                <p:cNvPicPr/>
                <p:nvPr/>
              </p:nvPicPr>
              <p:blipFill>
                <a:blip r:embed="rId259"/>
                <a:stretch>
                  <a:fillRect/>
                </a:stretch>
              </p:blipFill>
              <p:spPr>
                <a:xfrm>
                  <a:off x="4632584" y="5396682"/>
                  <a:ext cx="187200" cy="103680"/>
                </a:xfrm>
                <a:prstGeom prst="rect">
                  <a:avLst/>
                </a:prstGeom>
              </p:spPr>
            </p:pic>
          </mc:Fallback>
        </mc:AlternateContent>
      </p:grpSp>
    </p:spTree>
    <p:extLst>
      <p:ext uri="{BB962C8B-B14F-4D97-AF65-F5344CB8AC3E}">
        <p14:creationId xmlns:p14="http://schemas.microsoft.com/office/powerpoint/2010/main" val="8068177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1"/>
        <p:cNvGrpSpPr/>
        <p:nvPr/>
      </p:nvGrpSpPr>
      <p:grpSpPr>
        <a:xfrm>
          <a:off x="0" y="0"/>
          <a:ext cx="0" cy="0"/>
          <a:chOff x="0" y="0"/>
          <a:chExt cx="0" cy="0"/>
        </a:xfrm>
      </p:grpSpPr>
      <p:sp>
        <p:nvSpPr>
          <p:cNvPr id="1352" name="Google Shape;1352;p60"/>
          <p:cNvSpPr txBox="1"/>
          <p:nvPr/>
        </p:nvSpPr>
        <p:spPr>
          <a:xfrm>
            <a:off x="172422" y="139530"/>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398"/>
              <a:buFont typeface="Corben"/>
              <a:buNone/>
            </a:pPr>
            <a:r>
              <a:rPr lang="en-US" sz="3600" dirty="0">
                <a:solidFill>
                  <a:srgbClr val="FFC000"/>
                </a:solidFill>
                <a:latin typeface="Cooper Black" panose="0208090404030B020404" pitchFamily="18" charset="0"/>
                <a:ea typeface="Corben"/>
                <a:cs typeface="Corben"/>
                <a:sym typeface="Corben"/>
              </a:rPr>
              <a:t>SAP Fiori elements boosts SAP Fiori development efficiency</a:t>
            </a:r>
            <a:endParaRPr sz="2400" dirty="0">
              <a:solidFill>
                <a:srgbClr val="FFC000"/>
              </a:solidFill>
              <a:latin typeface="Cooper Black" panose="0208090404030B020404" pitchFamily="18" charset="0"/>
            </a:endParaRPr>
          </a:p>
        </p:txBody>
      </p:sp>
      <p:pic>
        <p:nvPicPr>
          <p:cNvPr id="1355" name="Google Shape;1355;p60"/>
          <p:cNvPicPr preferRelativeResize="0"/>
          <p:nvPr/>
        </p:nvPicPr>
        <p:blipFill rotWithShape="1">
          <a:blip r:embed="rId3">
            <a:alphaModFix/>
          </a:blip>
          <a:srcRect l="1412"/>
          <a:stretch/>
        </p:blipFill>
        <p:spPr>
          <a:xfrm>
            <a:off x="172421" y="972235"/>
            <a:ext cx="11922501" cy="5319486"/>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9"/>
        <p:cNvGrpSpPr/>
        <p:nvPr/>
      </p:nvGrpSpPr>
      <p:grpSpPr>
        <a:xfrm>
          <a:off x="0" y="0"/>
          <a:ext cx="0" cy="0"/>
          <a:chOff x="0" y="0"/>
          <a:chExt cx="0" cy="0"/>
        </a:xfrm>
      </p:grpSpPr>
      <p:sp>
        <p:nvSpPr>
          <p:cNvPr id="1360" name="Google Shape;1360;p61"/>
          <p:cNvSpPr txBox="1"/>
          <p:nvPr/>
        </p:nvSpPr>
        <p:spPr>
          <a:xfrm>
            <a:off x="172422" y="166826"/>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SAP Fiori elements prioritizes efficiency over flexibility</a:t>
            </a:r>
            <a:endParaRPr sz="2000" dirty="0">
              <a:solidFill>
                <a:srgbClr val="FFC000"/>
              </a:solidFill>
              <a:latin typeface="Cooper Black" panose="0208090404030B020404" pitchFamily="18" charset="0"/>
            </a:endParaRPr>
          </a:p>
        </p:txBody>
      </p:sp>
      <p:pic>
        <p:nvPicPr>
          <p:cNvPr id="1363" name="Google Shape;1363;p61"/>
          <p:cNvPicPr preferRelativeResize="0"/>
          <p:nvPr/>
        </p:nvPicPr>
        <p:blipFill rotWithShape="1">
          <a:blip r:embed="rId3">
            <a:alphaModFix/>
          </a:blip>
          <a:srcRect/>
          <a:stretch/>
        </p:blipFill>
        <p:spPr>
          <a:xfrm>
            <a:off x="1718296" y="1028789"/>
            <a:ext cx="9097273" cy="5240912"/>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7"/>
        <p:cNvGrpSpPr/>
        <p:nvPr/>
      </p:nvGrpSpPr>
      <p:grpSpPr>
        <a:xfrm>
          <a:off x="0" y="0"/>
          <a:ext cx="0" cy="0"/>
          <a:chOff x="0" y="0"/>
          <a:chExt cx="0" cy="0"/>
        </a:xfrm>
      </p:grpSpPr>
      <p:sp>
        <p:nvSpPr>
          <p:cNvPr id="1368" name="Google Shape;1368;p62"/>
          <p:cNvSpPr/>
          <p:nvPr/>
        </p:nvSpPr>
        <p:spPr>
          <a:xfrm>
            <a:off x="7948374" y="5128245"/>
            <a:ext cx="3533838" cy="1235973"/>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69" name="Google Shape;1369;p62"/>
          <p:cNvSpPr txBox="1"/>
          <p:nvPr/>
        </p:nvSpPr>
        <p:spPr>
          <a:xfrm>
            <a:off x="152551" y="103175"/>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dirty="0">
                <a:solidFill>
                  <a:srgbClr val="FFC000"/>
                </a:solidFill>
                <a:latin typeface="Cooper Black" panose="0208090404030B020404" pitchFamily="18" charset="0"/>
                <a:ea typeface="Corben"/>
                <a:cs typeface="Corben"/>
                <a:sym typeface="Corben"/>
              </a:rPr>
              <a:t>Developer Persona – Fiori Elements</a:t>
            </a:r>
            <a:endParaRPr sz="2000" dirty="0">
              <a:solidFill>
                <a:srgbClr val="FFC000"/>
              </a:solidFill>
              <a:latin typeface="Cooper Black" panose="0208090404030B020404" pitchFamily="18" charset="0"/>
            </a:endParaRPr>
          </a:p>
        </p:txBody>
      </p:sp>
      <p:pic>
        <p:nvPicPr>
          <p:cNvPr id="1372" name="Google Shape;1372;p62" descr="Naimul Kabir | Aspiring Mobile Developer"/>
          <p:cNvPicPr preferRelativeResize="0"/>
          <p:nvPr/>
        </p:nvPicPr>
        <p:blipFill rotWithShape="1">
          <a:blip r:embed="rId3">
            <a:alphaModFix/>
          </a:blip>
          <a:srcRect/>
          <a:stretch/>
        </p:blipFill>
        <p:spPr>
          <a:xfrm>
            <a:off x="8596757" y="296555"/>
            <a:ext cx="1830086" cy="1941000"/>
          </a:xfrm>
          <a:prstGeom prst="rect">
            <a:avLst/>
          </a:prstGeom>
          <a:noFill/>
          <a:ln>
            <a:noFill/>
          </a:ln>
        </p:spPr>
      </p:pic>
      <p:sp>
        <p:nvSpPr>
          <p:cNvPr id="1373" name="Google Shape;1373;p62"/>
          <p:cNvSpPr txBox="1"/>
          <p:nvPr/>
        </p:nvSpPr>
        <p:spPr>
          <a:xfrm>
            <a:off x="7810165" y="2291671"/>
            <a:ext cx="3403277" cy="92236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Rob</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S/4HANA Technical consultant</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ABAP Developer</a:t>
            </a:r>
            <a:endParaRPr/>
          </a:p>
        </p:txBody>
      </p:sp>
      <p:pic>
        <p:nvPicPr>
          <p:cNvPr id="1374" name="Google Shape;1374;p62" descr="tjgillweb (Taranjot Gill) · GitHub"/>
          <p:cNvPicPr preferRelativeResize="0"/>
          <p:nvPr/>
        </p:nvPicPr>
        <p:blipFill rotWithShape="1">
          <a:blip r:embed="rId4">
            <a:alphaModFix/>
          </a:blip>
          <a:srcRect/>
          <a:stretch/>
        </p:blipFill>
        <p:spPr>
          <a:xfrm>
            <a:off x="839349" y="805549"/>
            <a:ext cx="1912715" cy="1912715"/>
          </a:xfrm>
          <a:prstGeom prst="rect">
            <a:avLst/>
          </a:prstGeom>
          <a:noFill/>
          <a:ln>
            <a:noFill/>
          </a:ln>
        </p:spPr>
      </p:pic>
      <p:sp>
        <p:nvSpPr>
          <p:cNvPr id="1375" name="Google Shape;1375;p62"/>
          <p:cNvSpPr txBox="1"/>
          <p:nvPr/>
        </p:nvSpPr>
        <p:spPr>
          <a:xfrm>
            <a:off x="368403" y="2571661"/>
            <a:ext cx="3403277" cy="6456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Roxana</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UX Designer | Fiori Developer</a:t>
            </a:r>
            <a:endParaRPr/>
          </a:p>
        </p:txBody>
      </p:sp>
      <p:sp>
        <p:nvSpPr>
          <p:cNvPr id="1376" name="Google Shape;1376;p62"/>
          <p:cNvSpPr/>
          <p:nvPr/>
        </p:nvSpPr>
        <p:spPr>
          <a:xfrm>
            <a:off x="8209493" y="3744775"/>
            <a:ext cx="2767884" cy="1018373"/>
          </a:xfrm>
          <a:prstGeom prst="rect">
            <a:avLst/>
          </a:prstGeom>
          <a:solidFill>
            <a:srgbClr val="FDD16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pic>
        <p:nvPicPr>
          <p:cNvPr id="1377" name="Google Shape;1377;p62"/>
          <p:cNvPicPr preferRelativeResize="0"/>
          <p:nvPr/>
        </p:nvPicPr>
        <p:blipFill rotWithShape="1">
          <a:blip r:embed="rId5">
            <a:alphaModFix/>
          </a:blip>
          <a:srcRect/>
          <a:stretch/>
        </p:blipFill>
        <p:spPr>
          <a:xfrm>
            <a:off x="8315010" y="3930303"/>
            <a:ext cx="703959" cy="730033"/>
          </a:xfrm>
          <a:prstGeom prst="rect">
            <a:avLst/>
          </a:prstGeom>
          <a:noFill/>
          <a:ln>
            <a:noFill/>
          </a:ln>
        </p:spPr>
      </p:pic>
      <p:sp>
        <p:nvSpPr>
          <p:cNvPr id="1378" name="Google Shape;1378;p62"/>
          <p:cNvSpPr txBox="1"/>
          <p:nvPr/>
        </p:nvSpPr>
        <p:spPr>
          <a:xfrm>
            <a:off x="9097305" y="3827493"/>
            <a:ext cx="1784327" cy="92236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ABAP Dev. Tools</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On </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Eclipse</a:t>
            </a:r>
            <a:endParaRPr/>
          </a:p>
        </p:txBody>
      </p:sp>
      <p:sp>
        <p:nvSpPr>
          <p:cNvPr id="1379" name="Google Shape;1379;p62"/>
          <p:cNvSpPr/>
          <p:nvPr/>
        </p:nvSpPr>
        <p:spPr>
          <a:xfrm>
            <a:off x="8205141" y="5587065"/>
            <a:ext cx="1214214" cy="633756"/>
          </a:xfrm>
          <a:prstGeom prst="roundRect">
            <a:avLst>
              <a:gd name="adj" fmla="val 16667"/>
            </a:avLst>
          </a:prstGeom>
          <a:solidFill>
            <a:srgbClr val="BF9000"/>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CDS Views</a:t>
            </a:r>
            <a:endParaRPr/>
          </a:p>
        </p:txBody>
      </p:sp>
      <p:sp>
        <p:nvSpPr>
          <p:cNvPr id="1380" name="Google Shape;1380;p62"/>
          <p:cNvSpPr/>
          <p:nvPr/>
        </p:nvSpPr>
        <p:spPr>
          <a:xfrm>
            <a:off x="9999226" y="5587065"/>
            <a:ext cx="1214214" cy="633756"/>
          </a:xfrm>
          <a:prstGeom prst="roundRect">
            <a:avLst>
              <a:gd name="adj" fmla="val 16667"/>
            </a:avLst>
          </a:prstGeom>
          <a:solidFill>
            <a:srgbClr val="0C0C0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MDE</a:t>
            </a:r>
            <a:endParaRPr/>
          </a:p>
          <a:p>
            <a:pPr marL="0" marR="0" lvl="0" indent="0" algn="ctr" rtl="0">
              <a:spcBef>
                <a:spcPts val="0"/>
              </a:spcBef>
              <a:spcAft>
                <a:spcPts val="0"/>
              </a:spcAft>
              <a:buNone/>
            </a:pPr>
            <a:r>
              <a:rPr lang="en-US" sz="1798">
                <a:solidFill>
                  <a:srgbClr val="FFFFFF"/>
                </a:solidFill>
                <a:latin typeface="Calibri"/>
                <a:ea typeface="Calibri"/>
                <a:cs typeface="Calibri"/>
                <a:sym typeface="Calibri"/>
              </a:rPr>
              <a:t>@</a:t>
            </a:r>
            <a:endParaRPr/>
          </a:p>
        </p:txBody>
      </p:sp>
      <p:cxnSp>
        <p:nvCxnSpPr>
          <p:cNvPr id="1381" name="Google Shape;1381;p62"/>
          <p:cNvCxnSpPr>
            <a:stCxn id="1379" idx="3"/>
            <a:endCxn id="1380" idx="1"/>
          </p:cNvCxnSpPr>
          <p:nvPr/>
        </p:nvCxnSpPr>
        <p:spPr>
          <a:xfrm>
            <a:off x="9419355" y="5903943"/>
            <a:ext cx="579900" cy="0"/>
          </a:xfrm>
          <a:prstGeom prst="straightConnector1">
            <a:avLst/>
          </a:prstGeom>
          <a:noFill/>
          <a:ln w="19050" cap="flat" cmpd="sng">
            <a:solidFill>
              <a:schemeClr val="dk1"/>
            </a:solidFill>
            <a:prstDash val="solid"/>
            <a:miter lim="800000"/>
            <a:headEnd type="none" w="sm" len="sm"/>
            <a:tailEnd type="none" w="sm" len="sm"/>
          </a:ln>
        </p:spPr>
      </p:cxnSp>
      <p:sp>
        <p:nvSpPr>
          <p:cNvPr id="1382" name="Google Shape;1382;p62"/>
          <p:cNvSpPr/>
          <p:nvPr/>
        </p:nvSpPr>
        <p:spPr>
          <a:xfrm>
            <a:off x="8315009" y="5232914"/>
            <a:ext cx="2804627" cy="263791"/>
          </a:xfrm>
          <a:prstGeom prst="rect">
            <a:avLst/>
          </a:prstGeom>
          <a:solidFill>
            <a:srgbClr val="323F4F"/>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OData Service</a:t>
            </a:r>
            <a:endParaRPr/>
          </a:p>
        </p:txBody>
      </p:sp>
      <p:sp>
        <p:nvSpPr>
          <p:cNvPr id="1383" name="Google Shape;1383;p62"/>
          <p:cNvSpPr/>
          <p:nvPr/>
        </p:nvSpPr>
        <p:spPr>
          <a:xfrm>
            <a:off x="623925" y="3744775"/>
            <a:ext cx="2767884" cy="1018373"/>
          </a:xfrm>
          <a:prstGeom prst="rect">
            <a:avLst/>
          </a:prstGeom>
          <a:solidFill>
            <a:srgbClr val="FDD166"/>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84" name="Google Shape;1384;p62"/>
          <p:cNvSpPr txBox="1"/>
          <p:nvPr/>
        </p:nvSpPr>
        <p:spPr>
          <a:xfrm>
            <a:off x="2140605" y="3972324"/>
            <a:ext cx="1222916" cy="64569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98" b="1">
                <a:solidFill>
                  <a:srgbClr val="000000"/>
                </a:solidFill>
                <a:latin typeface="Calibri"/>
                <a:ea typeface="Calibri"/>
                <a:cs typeface="Calibri"/>
                <a:sym typeface="Calibri"/>
              </a:rPr>
              <a:t>VS Code </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BAS</a:t>
            </a:r>
            <a:endParaRPr/>
          </a:p>
        </p:txBody>
      </p:sp>
      <p:pic>
        <p:nvPicPr>
          <p:cNvPr id="1385" name="Google Shape;1385;p62" descr="Install Visual Studio Code on Linux | Snap Store"/>
          <p:cNvPicPr preferRelativeResize="0"/>
          <p:nvPr/>
        </p:nvPicPr>
        <p:blipFill rotWithShape="1">
          <a:blip r:embed="rId6">
            <a:alphaModFix/>
          </a:blip>
          <a:srcRect/>
          <a:stretch/>
        </p:blipFill>
        <p:spPr>
          <a:xfrm>
            <a:off x="704121" y="3972322"/>
            <a:ext cx="611774" cy="611774"/>
          </a:xfrm>
          <a:prstGeom prst="rect">
            <a:avLst/>
          </a:prstGeom>
          <a:noFill/>
          <a:ln>
            <a:noFill/>
          </a:ln>
        </p:spPr>
      </p:pic>
      <p:pic>
        <p:nvPicPr>
          <p:cNvPr id="1386" name="Google Shape;1386;p62" descr="https://www12.lunapic.com/editor/working/161406318813978311?5830121565"/>
          <p:cNvPicPr preferRelativeResize="0"/>
          <p:nvPr/>
        </p:nvPicPr>
        <p:blipFill rotWithShape="1">
          <a:blip r:embed="rId7">
            <a:alphaModFix/>
          </a:blip>
          <a:srcRect/>
          <a:stretch/>
        </p:blipFill>
        <p:spPr>
          <a:xfrm>
            <a:off x="1211447" y="3744773"/>
            <a:ext cx="1296589" cy="1018373"/>
          </a:xfrm>
          <a:prstGeom prst="rect">
            <a:avLst/>
          </a:prstGeom>
          <a:noFill/>
          <a:ln>
            <a:noFill/>
          </a:ln>
        </p:spPr>
      </p:pic>
      <p:sp>
        <p:nvSpPr>
          <p:cNvPr id="1387" name="Google Shape;1387;p62"/>
          <p:cNvSpPr/>
          <p:nvPr/>
        </p:nvSpPr>
        <p:spPr>
          <a:xfrm>
            <a:off x="349749" y="5128245"/>
            <a:ext cx="3890705" cy="1235973"/>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FFFFFF"/>
              </a:solidFill>
              <a:latin typeface="Calibri"/>
              <a:ea typeface="Calibri"/>
              <a:cs typeface="Calibri"/>
              <a:sym typeface="Calibri"/>
            </a:endParaRPr>
          </a:p>
        </p:txBody>
      </p:sp>
      <p:sp>
        <p:nvSpPr>
          <p:cNvPr id="1388" name="Google Shape;1388;p62"/>
          <p:cNvSpPr/>
          <p:nvPr/>
        </p:nvSpPr>
        <p:spPr>
          <a:xfrm>
            <a:off x="457302" y="5470988"/>
            <a:ext cx="1612739" cy="633756"/>
          </a:xfrm>
          <a:prstGeom prst="roundRect">
            <a:avLst>
              <a:gd name="adj" fmla="val 16667"/>
            </a:avLst>
          </a:prstGeom>
          <a:solidFill>
            <a:schemeClr val="accent4"/>
          </a:solidFill>
          <a:ln w="12700" cap="flat" cmpd="sng">
            <a:solidFill>
              <a:srgbClr val="BA8C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Fiori Elements Project</a:t>
            </a:r>
            <a:endParaRPr/>
          </a:p>
        </p:txBody>
      </p:sp>
      <p:sp>
        <p:nvSpPr>
          <p:cNvPr id="1389" name="Google Shape;1389;p62"/>
          <p:cNvSpPr/>
          <p:nvPr/>
        </p:nvSpPr>
        <p:spPr>
          <a:xfrm>
            <a:off x="2326811" y="5470988"/>
            <a:ext cx="1827855" cy="633756"/>
          </a:xfrm>
          <a:prstGeom prst="roundRect">
            <a:avLst>
              <a:gd name="adj" fmla="val 16667"/>
            </a:avLst>
          </a:prstGeom>
          <a:solidFill>
            <a:srgbClr val="0C0C0C"/>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798">
                <a:solidFill>
                  <a:srgbClr val="FFFFFF"/>
                </a:solidFill>
                <a:latin typeface="Calibri"/>
                <a:ea typeface="Calibri"/>
                <a:cs typeface="Calibri"/>
                <a:sym typeface="Calibri"/>
              </a:rPr>
              <a:t>Annotations.xml</a:t>
            </a:r>
            <a:endParaRPr/>
          </a:p>
        </p:txBody>
      </p:sp>
      <p:cxnSp>
        <p:nvCxnSpPr>
          <p:cNvPr id="1390" name="Google Shape;1390;p62"/>
          <p:cNvCxnSpPr>
            <a:stCxn id="1388" idx="3"/>
            <a:endCxn id="1389" idx="1"/>
          </p:cNvCxnSpPr>
          <p:nvPr/>
        </p:nvCxnSpPr>
        <p:spPr>
          <a:xfrm>
            <a:off x="2070041" y="5787866"/>
            <a:ext cx="256800" cy="0"/>
          </a:xfrm>
          <a:prstGeom prst="straightConnector1">
            <a:avLst/>
          </a:prstGeom>
          <a:noFill/>
          <a:ln w="19050" cap="flat" cmpd="sng">
            <a:solidFill>
              <a:schemeClr val="dk1"/>
            </a:solidFill>
            <a:prstDash val="solid"/>
            <a:miter lim="800000"/>
            <a:headEnd type="none" w="sm" len="sm"/>
            <a:tailEnd type="none" w="sm" len="sm"/>
          </a:ln>
        </p:spPr>
      </p:cxnSp>
      <p:cxnSp>
        <p:nvCxnSpPr>
          <p:cNvPr id="1391" name="Google Shape;1391;p62"/>
          <p:cNvCxnSpPr>
            <a:endCxn id="1387" idx="0"/>
          </p:cNvCxnSpPr>
          <p:nvPr/>
        </p:nvCxnSpPr>
        <p:spPr>
          <a:xfrm>
            <a:off x="2295102" y="4756845"/>
            <a:ext cx="0" cy="371400"/>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2" name="Google Shape;1392;p62"/>
          <p:cNvCxnSpPr>
            <a:stCxn id="1375" idx="2"/>
          </p:cNvCxnSpPr>
          <p:nvPr/>
        </p:nvCxnSpPr>
        <p:spPr>
          <a:xfrm>
            <a:off x="2070042" y="3217351"/>
            <a:ext cx="0" cy="527400"/>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3" name="Google Shape;1393;p62"/>
          <p:cNvCxnSpPr/>
          <p:nvPr/>
        </p:nvCxnSpPr>
        <p:spPr>
          <a:xfrm>
            <a:off x="9793627" y="4750343"/>
            <a:ext cx="0" cy="371499"/>
          </a:xfrm>
          <a:prstGeom prst="straightConnector1">
            <a:avLst/>
          </a:prstGeom>
          <a:noFill/>
          <a:ln w="19050" cap="flat" cmpd="sng">
            <a:solidFill>
              <a:schemeClr val="accent4"/>
            </a:solidFill>
            <a:prstDash val="solid"/>
            <a:miter lim="800000"/>
            <a:headEnd type="none" w="sm" len="sm"/>
            <a:tailEnd type="triangle" w="med" len="med"/>
          </a:ln>
        </p:spPr>
      </p:cxnSp>
      <p:cxnSp>
        <p:nvCxnSpPr>
          <p:cNvPr id="1394" name="Google Shape;1394;p62"/>
          <p:cNvCxnSpPr/>
          <p:nvPr/>
        </p:nvCxnSpPr>
        <p:spPr>
          <a:xfrm>
            <a:off x="9568567" y="3211255"/>
            <a:ext cx="0" cy="527117"/>
          </a:xfrm>
          <a:prstGeom prst="straightConnector1">
            <a:avLst/>
          </a:prstGeom>
          <a:noFill/>
          <a:ln w="19050" cap="flat" cmpd="sng">
            <a:solidFill>
              <a:schemeClr val="accent4"/>
            </a:solidFill>
            <a:prstDash val="solid"/>
            <a:miter lim="800000"/>
            <a:headEnd type="none" w="sm" len="sm"/>
            <a:tailEnd type="triangle" w="med" len="med"/>
          </a:ln>
        </p:spPr>
      </p:cxnSp>
      <p:pic>
        <p:nvPicPr>
          <p:cNvPr id="1395" name="Google Shape;1395;p62" descr="Electric Plug Connect Concept Socket. Get Connected Or Disconnect Vector  Power Plug Cable Illustration Stock Vector - Illustration of adapter,  element: 167568132"/>
          <p:cNvPicPr preferRelativeResize="0"/>
          <p:nvPr/>
        </p:nvPicPr>
        <p:blipFill rotWithShape="1">
          <a:blip r:embed="rId8">
            <a:alphaModFix/>
          </a:blip>
          <a:srcRect/>
          <a:stretch/>
        </p:blipFill>
        <p:spPr>
          <a:xfrm>
            <a:off x="4256309" y="5004703"/>
            <a:ext cx="3676209" cy="1359513"/>
          </a:xfrm>
          <a:prstGeom prst="rect">
            <a:avLst/>
          </a:prstGeom>
          <a:noFill/>
          <a:ln>
            <a:noFill/>
          </a:ln>
        </p:spPr>
      </p:pic>
      <p:sp>
        <p:nvSpPr>
          <p:cNvPr id="1396" name="Google Shape;1396;p62"/>
          <p:cNvSpPr/>
          <p:nvPr/>
        </p:nvSpPr>
        <p:spPr>
          <a:xfrm rot="-5400000">
            <a:off x="5834945" y="4551194"/>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sp>
        <p:nvSpPr>
          <p:cNvPr id="1397" name="Google Shape;1397;p62"/>
          <p:cNvSpPr/>
          <p:nvPr/>
        </p:nvSpPr>
        <p:spPr>
          <a:xfrm rot="-5400000">
            <a:off x="5834945" y="4166122"/>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sp>
        <p:nvSpPr>
          <p:cNvPr id="1398" name="Google Shape;1398;p62"/>
          <p:cNvSpPr/>
          <p:nvPr/>
        </p:nvSpPr>
        <p:spPr>
          <a:xfrm rot="-5400000">
            <a:off x="5834945" y="3801105"/>
            <a:ext cx="461315" cy="527117"/>
          </a:xfrm>
          <a:prstGeom prst="chevron">
            <a:avLst>
              <a:gd name="adj" fmla="val 5000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8">
              <a:solidFill>
                <a:srgbClr val="000000"/>
              </a:solidFill>
              <a:latin typeface="Calibri"/>
              <a:ea typeface="Calibri"/>
              <a:cs typeface="Calibri"/>
              <a:sym typeface="Calibri"/>
            </a:endParaRPr>
          </a:p>
        </p:txBody>
      </p:sp>
      <p:pic>
        <p:nvPicPr>
          <p:cNvPr id="1399" name="Google Shape;1399;p62" descr="Happy Images | Free Vectors, Stock Photos &amp;amp; PSD"/>
          <p:cNvPicPr preferRelativeResize="0"/>
          <p:nvPr/>
        </p:nvPicPr>
        <p:blipFill rotWithShape="1">
          <a:blip r:embed="rId9">
            <a:alphaModFix/>
          </a:blip>
          <a:srcRect/>
          <a:stretch/>
        </p:blipFill>
        <p:spPr>
          <a:xfrm>
            <a:off x="3771679" y="1440513"/>
            <a:ext cx="2753669" cy="1834313"/>
          </a:xfrm>
          <a:prstGeom prst="rect">
            <a:avLst/>
          </a:prstGeom>
          <a:noFill/>
          <a:ln>
            <a:noFill/>
          </a:ln>
        </p:spPr>
      </p:pic>
      <p:sp>
        <p:nvSpPr>
          <p:cNvPr id="1400" name="Google Shape;1400;p62"/>
          <p:cNvSpPr txBox="1"/>
          <p:nvPr/>
        </p:nvSpPr>
        <p:spPr>
          <a:xfrm>
            <a:off x="3363523" y="849822"/>
            <a:ext cx="3403277" cy="8611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198" b="1">
                <a:solidFill>
                  <a:srgbClr val="00B050"/>
                </a:solidFill>
                <a:latin typeface="Calibri"/>
                <a:ea typeface="Calibri"/>
                <a:cs typeface="Calibri"/>
                <a:sym typeface="Calibri"/>
              </a:rPr>
              <a:t>Anubhav</a:t>
            </a:r>
            <a:endParaRPr/>
          </a:p>
          <a:p>
            <a:pPr marL="0" marR="0" lvl="0" indent="0" algn="ctr" rtl="0">
              <a:spcBef>
                <a:spcPts val="0"/>
              </a:spcBef>
              <a:spcAft>
                <a:spcPts val="0"/>
              </a:spcAft>
              <a:buNone/>
            </a:pPr>
            <a:r>
              <a:rPr lang="en-US" sz="1798" b="1">
                <a:solidFill>
                  <a:srgbClr val="000000"/>
                </a:solidFill>
                <a:latin typeface="Calibri"/>
                <a:ea typeface="Calibri"/>
                <a:cs typeface="Calibri"/>
                <a:sym typeface="Calibri"/>
              </a:rPr>
              <a:t>Happy User</a:t>
            </a:r>
            <a:endParaRPr/>
          </a:p>
        </p:txBody>
      </p:sp>
      <p:pic>
        <p:nvPicPr>
          <p:cNvPr id="1401" name="Google Shape;1401;p62" descr="Fiori Elements based HR MSS Reporting Dashboards in Action. | SAP Blogs"/>
          <p:cNvPicPr preferRelativeResize="0"/>
          <p:nvPr/>
        </p:nvPicPr>
        <p:blipFill rotWithShape="1">
          <a:blip r:embed="rId10">
            <a:alphaModFix/>
          </a:blip>
          <a:srcRect/>
          <a:stretch/>
        </p:blipFill>
        <p:spPr>
          <a:xfrm>
            <a:off x="6065601" y="1168821"/>
            <a:ext cx="2050110" cy="998361"/>
          </a:xfrm>
          <a:prstGeom prst="rect">
            <a:avLst/>
          </a:prstGeom>
          <a:noFill/>
          <a:ln>
            <a:noFill/>
          </a:ln>
        </p:spPr>
      </p:pic>
      <p:sp>
        <p:nvSpPr>
          <p:cNvPr id="3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394"/>
                                        </p:tgtEl>
                                        <p:attrNameLst>
                                          <p:attrName>style.visibility</p:attrName>
                                        </p:attrNameLst>
                                      </p:cBhvr>
                                      <p:to>
                                        <p:strVal val="visible"/>
                                      </p:to>
                                    </p:set>
                                    <p:animEffect transition="in" filter="fade">
                                      <p:cBhvr>
                                        <p:cTn id="13" dur="1000"/>
                                        <p:tgtEl>
                                          <p:spTgt spid="1394"/>
                                        </p:tgtEl>
                                      </p:cBhvr>
                                    </p:animEffect>
                                  </p:childTnLst>
                                </p:cTn>
                              </p:par>
                              <p:par>
                                <p:cTn id="14" presetID="10" presetClass="entr" presetSubtype="0" fill="hold" nodeType="withEffect">
                                  <p:stCondLst>
                                    <p:cond delay="0"/>
                                  </p:stCondLst>
                                  <p:childTnLst>
                                    <p:set>
                                      <p:cBhvr>
                                        <p:cTn id="15" dur="1" fill="hold">
                                          <p:stCondLst>
                                            <p:cond delay="0"/>
                                          </p:stCondLst>
                                        </p:cTn>
                                        <p:tgtEl>
                                          <p:spTgt spid="1376"/>
                                        </p:tgtEl>
                                        <p:attrNameLst>
                                          <p:attrName>style.visibility</p:attrName>
                                        </p:attrNameLst>
                                      </p:cBhvr>
                                      <p:to>
                                        <p:strVal val="visible"/>
                                      </p:to>
                                    </p:set>
                                    <p:animEffect transition="in" filter="fade">
                                      <p:cBhvr>
                                        <p:cTn id="16" dur="1000"/>
                                        <p:tgtEl>
                                          <p:spTgt spid="1376"/>
                                        </p:tgtEl>
                                      </p:cBhvr>
                                    </p:animEffect>
                                  </p:childTnLst>
                                </p:cTn>
                              </p:par>
                              <p:par>
                                <p:cTn id="17" presetID="10" presetClass="entr" presetSubtype="0" fill="hold" nodeType="withEffect">
                                  <p:stCondLst>
                                    <p:cond delay="0"/>
                                  </p:stCondLst>
                                  <p:childTnLst>
                                    <p:set>
                                      <p:cBhvr>
                                        <p:cTn id="18" dur="1" fill="hold">
                                          <p:stCondLst>
                                            <p:cond delay="0"/>
                                          </p:stCondLst>
                                        </p:cTn>
                                        <p:tgtEl>
                                          <p:spTgt spid="1378"/>
                                        </p:tgtEl>
                                        <p:attrNameLst>
                                          <p:attrName>style.visibility</p:attrName>
                                        </p:attrNameLst>
                                      </p:cBhvr>
                                      <p:to>
                                        <p:strVal val="visible"/>
                                      </p:to>
                                    </p:set>
                                    <p:animEffect transition="in" filter="fade">
                                      <p:cBhvr>
                                        <p:cTn id="19" dur="1000"/>
                                        <p:tgtEl>
                                          <p:spTgt spid="1378"/>
                                        </p:tgtEl>
                                      </p:cBhvr>
                                    </p:animEffect>
                                  </p:childTnLst>
                                </p:cTn>
                              </p:par>
                              <p:par>
                                <p:cTn id="20" presetID="10" presetClass="entr" presetSubtype="0" fill="hold" nodeType="withEffect">
                                  <p:stCondLst>
                                    <p:cond delay="0"/>
                                  </p:stCondLst>
                                  <p:childTnLst>
                                    <p:set>
                                      <p:cBhvr>
                                        <p:cTn id="21" dur="1" fill="hold">
                                          <p:stCondLst>
                                            <p:cond delay="0"/>
                                          </p:stCondLst>
                                        </p:cTn>
                                        <p:tgtEl>
                                          <p:spTgt spid="1377"/>
                                        </p:tgtEl>
                                        <p:attrNameLst>
                                          <p:attrName>style.visibility</p:attrName>
                                        </p:attrNameLst>
                                      </p:cBhvr>
                                      <p:to>
                                        <p:strVal val="visible"/>
                                      </p:to>
                                    </p:set>
                                    <p:animEffect transition="in" filter="fade">
                                      <p:cBhvr>
                                        <p:cTn id="22" dur="1000"/>
                                        <p:tgtEl>
                                          <p:spTgt spid="137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93"/>
                                        </p:tgtEl>
                                        <p:attrNameLst>
                                          <p:attrName>style.visibility</p:attrName>
                                        </p:attrNameLst>
                                      </p:cBhvr>
                                      <p:to>
                                        <p:strVal val="visible"/>
                                      </p:to>
                                    </p:set>
                                    <p:animEffect transition="in" filter="fade">
                                      <p:cBhvr>
                                        <p:cTn id="27" dur="1000"/>
                                        <p:tgtEl>
                                          <p:spTgt spid="1393"/>
                                        </p:tgtEl>
                                      </p:cBhvr>
                                    </p:animEffect>
                                  </p:childTnLst>
                                </p:cTn>
                              </p:par>
                              <p:par>
                                <p:cTn id="28" presetID="10" presetClass="entr" presetSubtype="0" fill="hold" nodeType="withEffect">
                                  <p:stCondLst>
                                    <p:cond delay="0"/>
                                  </p:stCondLst>
                                  <p:childTnLst>
                                    <p:set>
                                      <p:cBhvr>
                                        <p:cTn id="29" dur="1" fill="hold">
                                          <p:stCondLst>
                                            <p:cond delay="0"/>
                                          </p:stCondLst>
                                        </p:cTn>
                                        <p:tgtEl>
                                          <p:spTgt spid="1368"/>
                                        </p:tgtEl>
                                        <p:attrNameLst>
                                          <p:attrName>style.visibility</p:attrName>
                                        </p:attrNameLst>
                                      </p:cBhvr>
                                      <p:to>
                                        <p:strVal val="visible"/>
                                      </p:to>
                                    </p:set>
                                    <p:animEffect transition="in" filter="fade">
                                      <p:cBhvr>
                                        <p:cTn id="30" dur="1000"/>
                                        <p:tgtEl>
                                          <p:spTgt spid="1368"/>
                                        </p:tgtEl>
                                      </p:cBhvr>
                                    </p:animEffect>
                                  </p:childTnLst>
                                </p:cTn>
                              </p:par>
                              <p:par>
                                <p:cTn id="31" presetID="10" presetClass="entr" presetSubtype="0" fill="hold" nodeType="withEffect">
                                  <p:stCondLst>
                                    <p:cond delay="0"/>
                                  </p:stCondLst>
                                  <p:childTnLst>
                                    <p:set>
                                      <p:cBhvr>
                                        <p:cTn id="32" dur="1" fill="hold">
                                          <p:stCondLst>
                                            <p:cond delay="0"/>
                                          </p:stCondLst>
                                        </p:cTn>
                                        <p:tgtEl>
                                          <p:spTgt spid="1382"/>
                                        </p:tgtEl>
                                        <p:attrNameLst>
                                          <p:attrName>style.visibility</p:attrName>
                                        </p:attrNameLst>
                                      </p:cBhvr>
                                      <p:to>
                                        <p:strVal val="visible"/>
                                      </p:to>
                                    </p:set>
                                    <p:animEffect transition="in" filter="fade">
                                      <p:cBhvr>
                                        <p:cTn id="33" dur="1000"/>
                                        <p:tgtEl>
                                          <p:spTgt spid="1382"/>
                                        </p:tgtEl>
                                      </p:cBhvr>
                                    </p:animEffect>
                                  </p:childTnLst>
                                </p:cTn>
                              </p:par>
                              <p:par>
                                <p:cTn id="34" presetID="10" presetClass="entr" presetSubtype="0" fill="hold" nodeType="withEffect">
                                  <p:stCondLst>
                                    <p:cond delay="0"/>
                                  </p:stCondLst>
                                  <p:childTnLst>
                                    <p:set>
                                      <p:cBhvr>
                                        <p:cTn id="35" dur="1" fill="hold">
                                          <p:stCondLst>
                                            <p:cond delay="0"/>
                                          </p:stCondLst>
                                        </p:cTn>
                                        <p:tgtEl>
                                          <p:spTgt spid="1379"/>
                                        </p:tgtEl>
                                        <p:attrNameLst>
                                          <p:attrName>style.visibility</p:attrName>
                                        </p:attrNameLst>
                                      </p:cBhvr>
                                      <p:to>
                                        <p:strVal val="visible"/>
                                      </p:to>
                                    </p:set>
                                    <p:animEffect transition="in" filter="fade">
                                      <p:cBhvr>
                                        <p:cTn id="36" dur="1000"/>
                                        <p:tgtEl>
                                          <p:spTgt spid="1379"/>
                                        </p:tgtEl>
                                      </p:cBhvr>
                                    </p:animEffect>
                                  </p:childTnLst>
                                </p:cTn>
                              </p:par>
                              <p:par>
                                <p:cTn id="37" presetID="10" presetClass="entr" presetSubtype="0" fill="hold" nodeType="withEffect">
                                  <p:stCondLst>
                                    <p:cond delay="0"/>
                                  </p:stCondLst>
                                  <p:childTnLst>
                                    <p:set>
                                      <p:cBhvr>
                                        <p:cTn id="38" dur="1" fill="hold">
                                          <p:stCondLst>
                                            <p:cond delay="0"/>
                                          </p:stCondLst>
                                        </p:cTn>
                                        <p:tgtEl>
                                          <p:spTgt spid="1381"/>
                                        </p:tgtEl>
                                        <p:attrNameLst>
                                          <p:attrName>style.visibility</p:attrName>
                                        </p:attrNameLst>
                                      </p:cBhvr>
                                      <p:to>
                                        <p:strVal val="visible"/>
                                      </p:to>
                                    </p:set>
                                    <p:animEffect transition="in" filter="fade">
                                      <p:cBhvr>
                                        <p:cTn id="39" dur="1000"/>
                                        <p:tgtEl>
                                          <p:spTgt spid="1381"/>
                                        </p:tgtEl>
                                      </p:cBhvr>
                                    </p:animEffect>
                                  </p:childTnLst>
                                </p:cTn>
                              </p:par>
                              <p:par>
                                <p:cTn id="40" presetID="10" presetClass="entr" presetSubtype="0" fill="hold" nodeType="withEffect">
                                  <p:stCondLst>
                                    <p:cond delay="0"/>
                                  </p:stCondLst>
                                  <p:childTnLst>
                                    <p:set>
                                      <p:cBhvr>
                                        <p:cTn id="41" dur="1" fill="hold">
                                          <p:stCondLst>
                                            <p:cond delay="0"/>
                                          </p:stCondLst>
                                        </p:cTn>
                                        <p:tgtEl>
                                          <p:spTgt spid="1380"/>
                                        </p:tgtEl>
                                        <p:attrNameLst>
                                          <p:attrName>style.visibility</p:attrName>
                                        </p:attrNameLst>
                                      </p:cBhvr>
                                      <p:to>
                                        <p:strVal val="visible"/>
                                      </p:to>
                                    </p:set>
                                    <p:animEffect transition="in" filter="fade">
                                      <p:cBhvr>
                                        <p:cTn id="42" dur="1000"/>
                                        <p:tgtEl>
                                          <p:spTgt spid="138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7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7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392"/>
                                        </p:tgtEl>
                                        <p:attrNameLst>
                                          <p:attrName>style.visibility</p:attrName>
                                        </p:attrNameLst>
                                      </p:cBhvr>
                                      <p:to>
                                        <p:strVal val="visible"/>
                                      </p:to>
                                    </p:set>
                                    <p:animEffect transition="in" filter="fade">
                                      <p:cBhvr>
                                        <p:cTn id="53" dur="1000"/>
                                        <p:tgtEl>
                                          <p:spTgt spid="1392"/>
                                        </p:tgtEl>
                                      </p:cBhvr>
                                    </p:animEffect>
                                  </p:childTnLst>
                                </p:cTn>
                              </p:par>
                              <p:par>
                                <p:cTn id="54" presetID="10" presetClass="entr" presetSubtype="0" fill="hold" nodeType="withEffect">
                                  <p:stCondLst>
                                    <p:cond delay="0"/>
                                  </p:stCondLst>
                                  <p:childTnLst>
                                    <p:set>
                                      <p:cBhvr>
                                        <p:cTn id="55" dur="1" fill="hold">
                                          <p:stCondLst>
                                            <p:cond delay="0"/>
                                          </p:stCondLst>
                                        </p:cTn>
                                        <p:tgtEl>
                                          <p:spTgt spid="1383"/>
                                        </p:tgtEl>
                                        <p:attrNameLst>
                                          <p:attrName>style.visibility</p:attrName>
                                        </p:attrNameLst>
                                      </p:cBhvr>
                                      <p:to>
                                        <p:strVal val="visible"/>
                                      </p:to>
                                    </p:set>
                                    <p:animEffect transition="in" filter="fade">
                                      <p:cBhvr>
                                        <p:cTn id="56" dur="1000"/>
                                        <p:tgtEl>
                                          <p:spTgt spid="1383"/>
                                        </p:tgtEl>
                                      </p:cBhvr>
                                    </p:animEffect>
                                  </p:childTnLst>
                                </p:cTn>
                              </p:par>
                              <p:par>
                                <p:cTn id="57" presetID="10" presetClass="entr" presetSubtype="0" fill="hold" nodeType="withEffect">
                                  <p:stCondLst>
                                    <p:cond delay="0"/>
                                  </p:stCondLst>
                                  <p:childTnLst>
                                    <p:set>
                                      <p:cBhvr>
                                        <p:cTn id="58" dur="1" fill="hold">
                                          <p:stCondLst>
                                            <p:cond delay="0"/>
                                          </p:stCondLst>
                                        </p:cTn>
                                        <p:tgtEl>
                                          <p:spTgt spid="1384"/>
                                        </p:tgtEl>
                                        <p:attrNameLst>
                                          <p:attrName>style.visibility</p:attrName>
                                        </p:attrNameLst>
                                      </p:cBhvr>
                                      <p:to>
                                        <p:strVal val="visible"/>
                                      </p:to>
                                    </p:set>
                                    <p:animEffect transition="in" filter="fade">
                                      <p:cBhvr>
                                        <p:cTn id="59" dur="1000"/>
                                        <p:tgtEl>
                                          <p:spTgt spid="1384"/>
                                        </p:tgtEl>
                                      </p:cBhvr>
                                    </p:animEffect>
                                  </p:childTnLst>
                                </p:cTn>
                              </p:par>
                              <p:par>
                                <p:cTn id="60" presetID="10" presetClass="entr" presetSubtype="0" fill="hold" nodeType="withEffect">
                                  <p:stCondLst>
                                    <p:cond delay="0"/>
                                  </p:stCondLst>
                                  <p:childTnLst>
                                    <p:set>
                                      <p:cBhvr>
                                        <p:cTn id="61" dur="1" fill="hold">
                                          <p:stCondLst>
                                            <p:cond delay="0"/>
                                          </p:stCondLst>
                                        </p:cTn>
                                        <p:tgtEl>
                                          <p:spTgt spid="1386"/>
                                        </p:tgtEl>
                                        <p:attrNameLst>
                                          <p:attrName>style.visibility</p:attrName>
                                        </p:attrNameLst>
                                      </p:cBhvr>
                                      <p:to>
                                        <p:strVal val="visible"/>
                                      </p:to>
                                    </p:set>
                                    <p:animEffect transition="in" filter="fade">
                                      <p:cBhvr>
                                        <p:cTn id="62" dur="1000"/>
                                        <p:tgtEl>
                                          <p:spTgt spid="1386"/>
                                        </p:tgtEl>
                                      </p:cBhvr>
                                    </p:animEffect>
                                  </p:childTnLst>
                                </p:cTn>
                              </p:par>
                              <p:par>
                                <p:cTn id="63" presetID="10" presetClass="entr" presetSubtype="0" fill="hold" nodeType="withEffect">
                                  <p:stCondLst>
                                    <p:cond delay="0"/>
                                  </p:stCondLst>
                                  <p:childTnLst>
                                    <p:set>
                                      <p:cBhvr>
                                        <p:cTn id="64" dur="1" fill="hold">
                                          <p:stCondLst>
                                            <p:cond delay="0"/>
                                          </p:stCondLst>
                                        </p:cTn>
                                        <p:tgtEl>
                                          <p:spTgt spid="1385"/>
                                        </p:tgtEl>
                                        <p:attrNameLst>
                                          <p:attrName>style.visibility</p:attrName>
                                        </p:attrNameLst>
                                      </p:cBhvr>
                                      <p:to>
                                        <p:strVal val="visible"/>
                                      </p:to>
                                    </p:set>
                                    <p:animEffect transition="in" filter="fade">
                                      <p:cBhvr>
                                        <p:cTn id="65" dur="1000"/>
                                        <p:tgtEl>
                                          <p:spTgt spid="138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391"/>
                                        </p:tgtEl>
                                        <p:attrNameLst>
                                          <p:attrName>style.visibility</p:attrName>
                                        </p:attrNameLst>
                                      </p:cBhvr>
                                      <p:to>
                                        <p:strVal val="visible"/>
                                      </p:to>
                                    </p:set>
                                    <p:animEffect transition="in" filter="fade">
                                      <p:cBhvr>
                                        <p:cTn id="70" dur="1000"/>
                                        <p:tgtEl>
                                          <p:spTgt spid="1391"/>
                                        </p:tgtEl>
                                      </p:cBhvr>
                                    </p:animEffect>
                                  </p:childTnLst>
                                </p:cTn>
                              </p:par>
                              <p:par>
                                <p:cTn id="71" presetID="10" presetClass="entr" presetSubtype="0" fill="hold" nodeType="withEffect">
                                  <p:stCondLst>
                                    <p:cond delay="0"/>
                                  </p:stCondLst>
                                  <p:childTnLst>
                                    <p:set>
                                      <p:cBhvr>
                                        <p:cTn id="72" dur="1" fill="hold">
                                          <p:stCondLst>
                                            <p:cond delay="0"/>
                                          </p:stCondLst>
                                        </p:cTn>
                                        <p:tgtEl>
                                          <p:spTgt spid="1387"/>
                                        </p:tgtEl>
                                        <p:attrNameLst>
                                          <p:attrName>style.visibility</p:attrName>
                                        </p:attrNameLst>
                                      </p:cBhvr>
                                      <p:to>
                                        <p:strVal val="visible"/>
                                      </p:to>
                                    </p:set>
                                    <p:animEffect transition="in" filter="fade">
                                      <p:cBhvr>
                                        <p:cTn id="73" dur="1000"/>
                                        <p:tgtEl>
                                          <p:spTgt spid="1387"/>
                                        </p:tgtEl>
                                      </p:cBhvr>
                                    </p:animEffect>
                                  </p:childTnLst>
                                </p:cTn>
                              </p:par>
                              <p:par>
                                <p:cTn id="74" presetID="10" presetClass="entr" presetSubtype="0" fill="hold" nodeType="withEffect">
                                  <p:stCondLst>
                                    <p:cond delay="0"/>
                                  </p:stCondLst>
                                  <p:childTnLst>
                                    <p:set>
                                      <p:cBhvr>
                                        <p:cTn id="75" dur="1" fill="hold">
                                          <p:stCondLst>
                                            <p:cond delay="0"/>
                                          </p:stCondLst>
                                        </p:cTn>
                                        <p:tgtEl>
                                          <p:spTgt spid="1389"/>
                                        </p:tgtEl>
                                        <p:attrNameLst>
                                          <p:attrName>style.visibility</p:attrName>
                                        </p:attrNameLst>
                                      </p:cBhvr>
                                      <p:to>
                                        <p:strVal val="visible"/>
                                      </p:to>
                                    </p:set>
                                    <p:animEffect transition="in" filter="fade">
                                      <p:cBhvr>
                                        <p:cTn id="76" dur="1000"/>
                                        <p:tgtEl>
                                          <p:spTgt spid="1389"/>
                                        </p:tgtEl>
                                      </p:cBhvr>
                                    </p:animEffect>
                                  </p:childTnLst>
                                </p:cTn>
                              </p:par>
                              <p:par>
                                <p:cTn id="77" presetID="10" presetClass="entr" presetSubtype="0" fill="hold" nodeType="withEffect">
                                  <p:stCondLst>
                                    <p:cond delay="0"/>
                                  </p:stCondLst>
                                  <p:childTnLst>
                                    <p:set>
                                      <p:cBhvr>
                                        <p:cTn id="78" dur="1" fill="hold">
                                          <p:stCondLst>
                                            <p:cond delay="0"/>
                                          </p:stCondLst>
                                        </p:cTn>
                                        <p:tgtEl>
                                          <p:spTgt spid="1388"/>
                                        </p:tgtEl>
                                        <p:attrNameLst>
                                          <p:attrName>style.visibility</p:attrName>
                                        </p:attrNameLst>
                                      </p:cBhvr>
                                      <p:to>
                                        <p:strVal val="visible"/>
                                      </p:to>
                                    </p:set>
                                    <p:animEffect transition="in" filter="fade">
                                      <p:cBhvr>
                                        <p:cTn id="79" dur="1000"/>
                                        <p:tgtEl>
                                          <p:spTgt spid="1388"/>
                                        </p:tgtEl>
                                      </p:cBhvr>
                                    </p:animEffect>
                                  </p:childTnLst>
                                </p:cTn>
                              </p:par>
                              <p:par>
                                <p:cTn id="80" presetID="10" presetClass="entr" presetSubtype="0" fill="hold" nodeType="withEffect">
                                  <p:stCondLst>
                                    <p:cond delay="0"/>
                                  </p:stCondLst>
                                  <p:childTnLst>
                                    <p:set>
                                      <p:cBhvr>
                                        <p:cTn id="81" dur="1" fill="hold">
                                          <p:stCondLst>
                                            <p:cond delay="0"/>
                                          </p:stCondLst>
                                        </p:cTn>
                                        <p:tgtEl>
                                          <p:spTgt spid="1390"/>
                                        </p:tgtEl>
                                        <p:attrNameLst>
                                          <p:attrName>style.visibility</p:attrName>
                                        </p:attrNameLst>
                                      </p:cBhvr>
                                      <p:to>
                                        <p:strVal val="visible"/>
                                      </p:to>
                                    </p:set>
                                    <p:animEffect transition="in" filter="fade">
                                      <p:cBhvr>
                                        <p:cTn id="82" dur="1000"/>
                                        <p:tgtEl>
                                          <p:spTgt spid="1390"/>
                                        </p:tgtEl>
                                      </p:cBhvr>
                                    </p:animEffect>
                                  </p:childTnLst>
                                </p:cTn>
                              </p:par>
                            </p:childTnLst>
                          </p:cTn>
                        </p:par>
                      </p:childTnLst>
                    </p:cTn>
                  </p:par>
                  <p:par>
                    <p:cTn id="83" fill="hold">
                      <p:stCondLst>
                        <p:cond delay="indefinite"/>
                      </p:stCondLst>
                      <p:childTnLst>
                        <p:par>
                          <p:cTn id="84" fill="hold">
                            <p:stCondLst>
                              <p:cond delay="0"/>
                            </p:stCondLst>
                            <p:childTnLst>
                              <p:par>
                                <p:cTn id="85" presetID="23" presetClass="entr" presetSubtype="16" fill="hold" nodeType="clickEffect">
                                  <p:stCondLst>
                                    <p:cond delay="0"/>
                                  </p:stCondLst>
                                  <p:childTnLst>
                                    <p:set>
                                      <p:cBhvr>
                                        <p:cTn id="86" dur="1" fill="hold">
                                          <p:stCondLst>
                                            <p:cond delay="0"/>
                                          </p:stCondLst>
                                        </p:cTn>
                                        <p:tgtEl>
                                          <p:spTgt spid="1395"/>
                                        </p:tgtEl>
                                        <p:attrNameLst>
                                          <p:attrName>style.visibility</p:attrName>
                                        </p:attrNameLst>
                                      </p:cBhvr>
                                      <p:to>
                                        <p:strVal val="visible"/>
                                      </p:to>
                                    </p:set>
                                    <p:anim calcmode="lin" valueType="num">
                                      <p:cBhvr additive="base">
                                        <p:cTn id="87" dur="500"/>
                                        <p:tgtEl>
                                          <p:spTgt spid="1395"/>
                                        </p:tgtEl>
                                        <p:attrNameLst>
                                          <p:attrName>ppt_w</p:attrName>
                                        </p:attrNameLst>
                                      </p:cBhvr>
                                      <p:tavLst>
                                        <p:tav tm="0">
                                          <p:val>
                                            <p:strVal val="0"/>
                                          </p:val>
                                        </p:tav>
                                        <p:tav tm="100000">
                                          <p:val>
                                            <p:strVal val="#ppt_w"/>
                                          </p:val>
                                        </p:tav>
                                      </p:tavLst>
                                    </p:anim>
                                    <p:anim calcmode="lin" valueType="num">
                                      <p:cBhvr additive="base">
                                        <p:cTn id="88" dur="500"/>
                                        <p:tgtEl>
                                          <p:spTgt spid="1395"/>
                                        </p:tgtEl>
                                        <p:attrNameLst>
                                          <p:attrName>ppt_h</p:attrName>
                                        </p:attrNameLst>
                                      </p:cBhvr>
                                      <p:tavLst>
                                        <p:tav tm="0">
                                          <p:val>
                                            <p:strVal val="0"/>
                                          </p:val>
                                        </p:tav>
                                        <p:tav tm="100000">
                                          <p:val>
                                            <p:strVal val="#ppt_h"/>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396"/>
                                        </p:tgtEl>
                                        <p:attrNameLst>
                                          <p:attrName>style.visibility</p:attrName>
                                        </p:attrNameLst>
                                      </p:cBhvr>
                                      <p:to>
                                        <p:strVal val="visible"/>
                                      </p:to>
                                    </p:set>
                                    <p:anim calcmode="lin" valueType="num">
                                      <p:cBhvr additive="base">
                                        <p:cTn id="93" dur="800"/>
                                        <p:tgtEl>
                                          <p:spTgt spid="1396"/>
                                        </p:tgtEl>
                                        <p:attrNameLst>
                                          <p:attrName>ppt_y</p:attrName>
                                        </p:attrNameLst>
                                      </p:cBhvr>
                                      <p:tavLst>
                                        <p:tav tm="0">
                                          <p:val>
                                            <p:strVal val="#ppt_y+1"/>
                                          </p:val>
                                        </p:tav>
                                        <p:tav tm="100000">
                                          <p:val>
                                            <p:strVal val="#ppt_y"/>
                                          </p:val>
                                        </p:tav>
                                      </p:tavLst>
                                    </p:anim>
                                  </p:childTnLst>
                                </p:cTn>
                              </p:par>
                              <p:par>
                                <p:cTn id="94" presetID="2" presetClass="entr" presetSubtype="4" fill="hold" nodeType="withEffect">
                                  <p:stCondLst>
                                    <p:cond delay="500"/>
                                  </p:stCondLst>
                                  <p:childTnLst>
                                    <p:set>
                                      <p:cBhvr>
                                        <p:cTn id="95" dur="1" fill="hold">
                                          <p:stCondLst>
                                            <p:cond delay="0"/>
                                          </p:stCondLst>
                                        </p:cTn>
                                        <p:tgtEl>
                                          <p:spTgt spid="1397"/>
                                        </p:tgtEl>
                                        <p:attrNameLst>
                                          <p:attrName>style.visibility</p:attrName>
                                        </p:attrNameLst>
                                      </p:cBhvr>
                                      <p:to>
                                        <p:strVal val="visible"/>
                                      </p:to>
                                    </p:set>
                                    <p:anim calcmode="lin" valueType="num">
                                      <p:cBhvr additive="base">
                                        <p:cTn id="96" dur="1000"/>
                                        <p:tgtEl>
                                          <p:spTgt spid="1397"/>
                                        </p:tgtEl>
                                        <p:attrNameLst>
                                          <p:attrName>ppt_y</p:attrName>
                                        </p:attrNameLst>
                                      </p:cBhvr>
                                      <p:tavLst>
                                        <p:tav tm="0">
                                          <p:val>
                                            <p:strVal val="#ppt_y+1"/>
                                          </p:val>
                                        </p:tav>
                                        <p:tav tm="100000">
                                          <p:val>
                                            <p:strVal val="#ppt_y"/>
                                          </p:val>
                                        </p:tav>
                                      </p:tavLst>
                                    </p:anim>
                                  </p:childTnLst>
                                </p:cTn>
                              </p:par>
                              <p:par>
                                <p:cTn id="97" presetID="2" presetClass="entr" presetSubtype="4" fill="hold" nodeType="withEffect">
                                  <p:stCondLst>
                                    <p:cond delay="1300"/>
                                  </p:stCondLst>
                                  <p:childTnLst>
                                    <p:set>
                                      <p:cBhvr>
                                        <p:cTn id="98" dur="1" fill="hold">
                                          <p:stCondLst>
                                            <p:cond delay="0"/>
                                          </p:stCondLst>
                                        </p:cTn>
                                        <p:tgtEl>
                                          <p:spTgt spid="1398"/>
                                        </p:tgtEl>
                                        <p:attrNameLst>
                                          <p:attrName>style.visibility</p:attrName>
                                        </p:attrNameLst>
                                      </p:cBhvr>
                                      <p:to>
                                        <p:strVal val="visible"/>
                                      </p:to>
                                    </p:set>
                                    <p:anim calcmode="lin" valueType="num">
                                      <p:cBhvr additive="base">
                                        <p:cTn id="99" dur="1000"/>
                                        <p:tgtEl>
                                          <p:spTgt spid="1398"/>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1400"/>
                                        </p:tgtEl>
                                        <p:attrNameLst>
                                          <p:attrName>style.visibility</p:attrName>
                                        </p:attrNameLst>
                                      </p:cBhvr>
                                      <p:to>
                                        <p:strVal val="visible"/>
                                      </p:to>
                                    </p:set>
                                    <p:animEffect transition="in" filter="fade">
                                      <p:cBhvr>
                                        <p:cTn id="104" dur="500"/>
                                        <p:tgtEl>
                                          <p:spTgt spid="1400"/>
                                        </p:tgtEl>
                                      </p:cBhvr>
                                    </p:animEffect>
                                  </p:childTnLst>
                                </p:cTn>
                              </p:par>
                              <p:par>
                                <p:cTn id="105" presetID="10" presetClass="entr" presetSubtype="0" fill="hold" nodeType="withEffect">
                                  <p:stCondLst>
                                    <p:cond delay="0"/>
                                  </p:stCondLst>
                                  <p:childTnLst>
                                    <p:set>
                                      <p:cBhvr>
                                        <p:cTn id="106" dur="1" fill="hold">
                                          <p:stCondLst>
                                            <p:cond delay="0"/>
                                          </p:stCondLst>
                                        </p:cTn>
                                        <p:tgtEl>
                                          <p:spTgt spid="1399"/>
                                        </p:tgtEl>
                                        <p:attrNameLst>
                                          <p:attrName>style.visibility</p:attrName>
                                        </p:attrNameLst>
                                      </p:cBhvr>
                                      <p:to>
                                        <p:strVal val="visible"/>
                                      </p:to>
                                    </p:set>
                                    <p:animEffect transition="in" filter="fade">
                                      <p:cBhvr>
                                        <p:cTn id="107" dur="500"/>
                                        <p:tgtEl>
                                          <p:spTgt spid="1399"/>
                                        </p:tgtEl>
                                      </p:cBhvr>
                                    </p:animEffect>
                                  </p:childTnLst>
                                </p:cTn>
                              </p:par>
                              <p:par>
                                <p:cTn id="108" presetID="10" presetClass="entr" presetSubtype="0" fill="hold" nodeType="withEffect">
                                  <p:stCondLst>
                                    <p:cond delay="0"/>
                                  </p:stCondLst>
                                  <p:childTnLst>
                                    <p:set>
                                      <p:cBhvr>
                                        <p:cTn id="109" dur="1" fill="hold">
                                          <p:stCondLst>
                                            <p:cond delay="0"/>
                                          </p:stCondLst>
                                        </p:cTn>
                                        <p:tgtEl>
                                          <p:spTgt spid="1401"/>
                                        </p:tgtEl>
                                        <p:attrNameLst>
                                          <p:attrName>style.visibility</p:attrName>
                                        </p:attrNameLst>
                                      </p:cBhvr>
                                      <p:to>
                                        <p:strVal val="visible"/>
                                      </p:to>
                                    </p:set>
                                    <p:animEffect transition="in" filter="fade">
                                      <p:cBhvr>
                                        <p:cTn id="110" dur="500"/>
                                        <p:tgtEl>
                                          <p:spTgt spid="14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5"/>
        <p:cNvGrpSpPr/>
        <p:nvPr/>
      </p:nvGrpSpPr>
      <p:grpSpPr>
        <a:xfrm>
          <a:off x="0" y="0"/>
          <a:ext cx="0" cy="0"/>
          <a:chOff x="0" y="0"/>
          <a:chExt cx="0" cy="0"/>
        </a:xfrm>
      </p:grpSpPr>
      <p:sp>
        <p:nvSpPr>
          <p:cNvPr id="1406" name="Google Shape;1406;p63"/>
          <p:cNvSpPr txBox="1"/>
          <p:nvPr/>
        </p:nvSpPr>
        <p:spPr>
          <a:xfrm>
            <a:off x="152551" y="130471"/>
            <a:ext cx="10967086" cy="710711"/>
          </a:xfrm>
          <a:prstGeom prst="rect">
            <a:avLst/>
          </a:prstGeom>
          <a:noFill/>
          <a:ln>
            <a:noFill/>
          </a:ln>
        </p:spPr>
        <p:txBody>
          <a:bodyPr spcFirstLastPara="1" wrap="square" lIns="121825" tIns="60900" rIns="121825" bIns="60900" anchor="ctr" anchorCtr="0">
            <a:noAutofit/>
          </a:bodyPr>
          <a:lstStyle/>
          <a:p>
            <a:pPr marL="0" marR="0" lvl="0" indent="0" algn="l" rtl="0">
              <a:spcBef>
                <a:spcPts val="0"/>
              </a:spcBef>
              <a:spcAft>
                <a:spcPts val="0"/>
              </a:spcAft>
              <a:buClr>
                <a:srgbClr val="000000"/>
              </a:buClr>
              <a:buSzPts val="2798"/>
              <a:buFont typeface="Corben"/>
              <a:buNone/>
            </a:pPr>
            <a:r>
              <a:rPr lang="en-US" sz="3600" b="1" dirty="0">
                <a:solidFill>
                  <a:srgbClr val="FFC000"/>
                </a:solidFill>
                <a:latin typeface="Cooper Black" panose="0208090404030B020404" pitchFamily="18" charset="0"/>
                <a:ea typeface="Corben"/>
                <a:cs typeface="Corben"/>
                <a:sym typeface="Corben"/>
              </a:rPr>
              <a:t>Big Picture – Architecture </a:t>
            </a:r>
            <a:endParaRPr sz="2000" b="1" dirty="0">
              <a:solidFill>
                <a:srgbClr val="FFC000"/>
              </a:solidFill>
              <a:latin typeface="Cooper Black" panose="0208090404030B020404" pitchFamily="18" charset="0"/>
            </a:endParaRPr>
          </a:p>
        </p:txBody>
      </p:sp>
      <p:pic>
        <p:nvPicPr>
          <p:cNvPr id="1409" name="Google Shape;1409;p63"/>
          <p:cNvPicPr preferRelativeResize="0"/>
          <p:nvPr/>
        </p:nvPicPr>
        <p:blipFill rotWithShape="1">
          <a:blip r:embed="rId3">
            <a:alphaModFix/>
          </a:blip>
          <a:srcRect/>
          <a:stretch/>
        </p:blipFill>
        <p:spPr>
          <a:xfrm>
            <a:off x="1524398" y="1121213"/>
            <a:ext cx="9140030" cy="5087949"/>
          </a:xfrm>
          <a:prstGeom prst="rect">
            <a:avLst/>
          </a:prstGeom>
          <a:noFill/>
          <a:ln>
            <a:noFill/>
          </a:ln>
        </p:spPr>
      </p:pic>
      <p:sp>
        <p:nvSpPr>
          <p:cNvPr id="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9</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1595</TotalTime>
  <Words>468</Words>
  <Application>Microsoft Office PowerPoint</Application>
  <PresentationFormat>Custom</PresentationFormat>
  <Paragraphs>105</Paragraphs>
  <Slides>13</Slides>
  <Notes>9</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13</vt:i4>
      </vt:variant>
    </vt:vector>
  </HeadingPairs>
  <TitlesOfParts>
    <vt:vector size="26" baseType="lpstr">
      <vt:lpstr>Open Sans</vt:lpstr>
      <vt:lpstr>Calibri</vt:lpstr>
      <vt:lpstr>Corben</vt:lpstr>
      <vt:lpstr>Cooper Black</vt:lpstr>
      <vt:lpstr>Arial Black</vt:lpstr>
      <vt:lpstr>Quattrocento Sans</vt:lpstr>
      <vt:lpstr>Segoe UI</vt:lpstr>
      <vt:lpstr>Cambria</vt:lpstr>
      <vt:lpstr>Segoe UI Light</vt:lpstr>
      <vt:lpstr>Arial</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71</cp:revision>
  <dcterms:created xsi:type="dcterms:W3CDTF">2023-10-03T21:33:12Z</dcterms:created>
  <dcterms:modified xsi:type="dcterms:W3CDTF">2026-02-17T07:11:32Z</dcterms:modified>
</cp:coreProperties>
</file>