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6" r:id="rId2"/>
    <p:sldId id="4122" r:id="rId3"/>
    <p:sldId id="277" r:id="rId4"/>
    <p:sldId id="4763" r:id="rId5"/>
    <p:sldId id="4764" r:id="rId6"/>
    <p:sldId id="4765" r:id="rId7"/>
    <p:sldId id="4766" r:id="rId8"/>
    <p:sldId id="4802" r:id="rId9"/>
    <p:sldId id="4811" r:id="rId10"/>
    <p:sldId id="4803" r:id="rId11"/>
    <p:sldId id="4804" r:id="rId12"/>
    <p:sldId id="4805" r:id="rId13"/>
    <p:sldId id="4806" r:id="rId14"/>
    <p:sldId id="4772" r:id="rId15"/>
    <p:sldId id="4791" r:id="rId16"/>
    <p:sldId id="4767" r:id="rId17"/>
    <p:sldId id="4801" r:id="rId18"/>
    <p:sldId id="4800" r:id="rId19"/>
    <p:sldId id="4768" r:id="rId20"/>
    <p:sldId id="4795" r:id="rId21"/>
    <p:sldId id="4796" r:id="rId22"/>
    <p:sldId id="4797" r:id="rId23"/>
    <p:sldId id="282" r:id="rId24"/>
    <p:sldId id="280" r:id="rId25"/>
    <p:sldId id="4711" r:id="rId26"/>
    <p:sldId id="4786" r:id="rId2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5250" autoAdjust="0"/>
  </p:normalViewPr>
  <p:slideViewPr>
    <p:cSldViewPr>
      <p:cViewPr varScale="1">
        <p:scale>
          <a:sx n="97" d="100"/>
          <a:sy n="97" d="100"/>
        </p:scale>
        <p:origin x="34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5T09:56:26.7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29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2683 467 5973 0 0,'9'-57'398'0'0,"-8"44"-295"0"0,1 0 0 0 0,0 0-1 0 0,1 1 1 0 0,0-1 0 0 0,1 1-1 0 0,0 0 1 0 0,6-12 0 0 0,2 1-156 0 0,-8 15 111 0 0,0-1 0 0 0,1 0-1 0 0,0 1 1 0 0,12-15 0 0 0,-12 17 46 0 0,1 1 156 0 0,0-1 1 0 0,-1 0 0 0 0,7-10 0 0 0,-11 15-219 0 0,-1 0 0 0 0,1 1 1 0 0,-1-1-1 0 0,1 1 1 0 0,-1-1-1 0 0,0 1 1 0 0,1-1-1 0 0,-1 0 0 0 0,0 1 1 0 0,0-1-1 0 0,1 0 1 0 0,-1 1-1 0 0,0-1 0 0 0,0 0 1 0 0,0 1-1 0 0,0-1 1 0 0,0 0-1 0 0,0 0 1 0 0,0 1-1 0 0,0-1 0 0 0,0 0 1 0 0,0 1-1 0 0,0-1 1 0 0,0 0-1 0 0,0 1 1 0 0,-1-1-1 0 0,1 0 0 0 0,0 1 1 0 0,-1-1-1 0 0,1 0 1 0 0,0 1-1 0 0,-1-1 1 0 0,1 1-1 0 0,-1-1 0 0 0,1 0 1 0 0,-1 1-1 0 0,1-1 1 0 0,-1 1-1 0 0,1 0 1 0 0,-1-1-1 0 0,1 1 0 0 0,-1-1 1 0 0,0 1-1 0 0,1 0 1 0 0,-1 0-1 0 0,0-1 0 0 0,1 1 1 0 0,-2 0-1 0 0,-9-3 105 0 0,-1 0-1 0 0,0 1 1 0 0,0 1-1 0 0,0 0 0 0 0,-21 1 1 0 0,-64 10-254 0 0,55-4 141 0 0,-556 87-99 0 0,499-76 76 0 0,-679 132 110 0 0,567-98-66 0 0,-335 130 0 0 0,533-176-56 0 0,-139 63 12 0 0,134-59-6 0 0,1 1 0 0 0,0 1 0 0 0,1 1 0 0 0,0 0 0 0 0,0 1 0 0 0,-15 17 0 0 0,28-26-4 0 0,-1 0 0 0 0,1 0 0 0 0,0 1 1 0 0,0-1-1 0 0,0 1 0 0 0,1-1 0 0 0,0 1 0 0 0,0 0 1 0 0,0 0-1 0 0,0 0 0 0 0,1 0 0 0 0,-1 0 0 0 0,2 0 1 0 0,-1 0-1 0 0,0 0 0 0 0,1 1 0 0 0,0 4 1 0 0,1-3 1 0 0,0-1 0 0 0,1 0 0 0 0,0 1 0 0 0,0-1 0 0 0,0 0 0 0 0,1-1 0 0 0,0 1 0 0 0,0 0 1 0 0,0-1-1 0 0,1 1 0 0 0,0-1 0 0 0,0 0 0 0 0,7 7 0 0 0,10 8 12 0 0,2-1-1 0 0,-1-1 1 0 0,2-1-1 0 0,0-2 1 0 0,1 0 0 0 0,1-1-1 0 0,28 10 1 0 0,197 62 112 0 0,-251-86-127 0 0,472 105 40 0 0,10-41-7 0 0,6-22 77 0 0,525-22 0 0 0,488-134-165 0 0,-263-114 37 0 0,-1060 180 45 0 0,-3-8 0 0 0,175-82 0 0 0,-212 70-30 0 0,-117 56-5 0 0,-1-2 0 0 0,0 1 0 0 0,-1-2 0 0 0,22-21 0 0 0,-37 32 5 0 0,0-1 0 0 0,0 1 0 0 0,-1 0-1 0 0,1-1 1 0 0,-1 0 0 0 0,0 0 0 0 0,0 0 0 0 0,-1 0 0 0 0,1 0-1 0 0,2-11 1 0 0,-4 12 0 0 0,-1 0 0 0 0,0 0 0 0 0,1 0 0 0 0,-2 1 0 0 0,1-1 0 0 0,0 0 0 0 0,-1 0 0 0 0,1 0 0 0 0,-1 1 0 0 0,0-1 0 0 0,0 0 0 0 0,-1 1 0 0 0,1-1 0 0 0,-1 1 0 0 0,0-1 0 0 0,0 1 0 0 0,-3-4 0 0 0,-4-5-5 0 0,0 1-1 0 0,-1 0 0 0 0,-1 1 1 0 0,0 0-1 0 0,0 0 0 0 0,-1 1 0 0 0,0 1 1 0 0,-16-8-1 0 0,-110-49-62 0 0,133 63 68 0 0,-148-57-93 0 0,-200-50 0 0 0,-172-6 33 0 0,211 61 57 0 0,-2 13-1 0 0,-2 14 1 0 0,-350 15-1 0 0,-341 100-769 0 0,342 38-2714 0 0,538-96 2294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0.4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901 9 4312 0 0,'-43'45'160'0'0,"18"-19"134"0"0,-24 32 0 0 0,11-8 31 0 0,3 1-1 0 0,1 3 0 0 0,4 0 0 0 0,1 2 1 0 0,-31 90-1 0 0,-17 142 311 0 0,20 7 66 0 0,-7 34 36 0 0,-53 143-106 0 0,4-19-402 0 0,25 4-161 0 0,76-377-68 0 0,-15 120 38 0 0,25-169-23 0 0,2-1 0 0 0,1 1 1 0 0,1 0-1 0 0,8 44 1 0 0,-9-71-18 0 0,0 0 1 0 0,0 0 0 0 0,0 0 0 0 0,0 0 0 0 0,1 0 0 0 0,0-1 0 0 0,0 1 0 0 0,0-1 0 0 0,0 1 0 0 0,0-1-1 0 0,1 0 1 0 0,-1 0 0 0 0,1 0 0 0 0,4 4 0 0 0,-2-4 2 0 0,-1 0 0 0 0,0-1-1 0 0,1 0 1 0 0,0 1 0 0 0,-1-2 0 0 0,1 1-1 0 0,0-1 1 0 0,0 1 0 0 0,0-1 0 0 0,0-1-1 0 0,7 1 1 0 0,387 6 23 0 0,-289-8 26 0 0,1043-26 1737 0 0,-578 10-1165 0 0,543-16 547 0 0,305-8-225 0 0,-1102 36-869 0 0,446-14 14 0 0,-3-38-19 0 0,-515 19-69 0 0,-198 27-2 0 0,0-2-1 0 0,87-35 1 0 0,-128 43-4 0 0,1 0 1 0 0,-1 0-1 0 0,0-1 0 0 0,0-1 0 0 0,-1 0 0 0 0,0 0 0 0 0,0 0 0 0 0,15-18 0 0 0,-19 19 1 0 0,-1 0 0 0 0,0 0 0 0 0,0-1-1 0 0,0 0 1 0 0,-1 1 0 0 0,0-1 0 0 0,-1-1 0 0 0,1 1 0 0 0,-1 0 0 0 0,-1 0-1 0 0,1-1 1 0 0,-1 1 0 0 0,-1-1 0 0 0,1 1 0 0 0,-1-9 0 0 0,-2-3-15 0 0,-1 0 1 0 0,-1 0 0 0 0,0 0 0 0 0,-1 1-1 0 0,-1-1 1 0 0,-11-21 0 0 0,-58-100-100 0 0,44 91 85 0 0,-2 3-1 0 0,-54-60 1 0 0,-88-73 7 0 0,76 81 53 0 0,78 75-24 0 0,1 0 1 0 0,1-1-1 0 0,1-1 1 0 0,1-1-1 0 0,2 0 1 0 0,-14-31-1 0 0,13 19-18 0 0,2 0-1 0 0,2-1 1 0 0,-15-79-1 0 0,18 50-77 0 0,-1-111-1 0 0,18-69-258 0 0,34-198-216 0 0,-3 46 310 0 0,-38 390 256 0 0,2-37-10 0 0,-3-57 0 0 0,0 91 11 0 0,-2-1-1 0 0,0 0 1 0 0,0 1-1 0 0,-1 0 1 0 0,-1-1-1 0 0,0 1 1 0 0,-1 0-1 0 0,-13-23 1 0 0,16 32-4 0 0,0 0 0 0 0,-1 1 1 0 0,0-1-1 0 0,0 0 0 0 0,0 1 0 0 0,0 0 1 0 0,0 0-1 0 0,-1 0 0 0 0,0 0 0 0 0,1 0 1 0 0,-9-4-1 0 0,9 6-1 0 0,1 0 0 0 0,-1 1-1 0 0,1-1 1 0 0,-1 1 0 0 0,0-1 0 0 0,1 1 0 0 0,-1 0 0 0 0,0 0-1 0 0,1 0 1 0 0,-1 0 0 0 0,0 0 0 0 0,1 0 0 0 0,-1 1 0 0 0,1 0-1 0 0,-1-1 1 0 0,0 1 0 0 0,1 0 0 0 0,-1 0 0 0 0,1 0 0 0 0,0 1-1 0 0,-3 1 1 0 0,-1 0-75 0 0,-3 2-346 0 0,0 1 0 0 0,0-1 0 0 0,1 1 0 0 0,0 1 0 0 0,0 0 0 0 0,0 0 0 0 0,1 0 0 0 0,-11 16 0 0 0,12-4-963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0.8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678 451 9061 0 0,'10'-77'433'0'0,"-4"44"-231"0"0,-2-1 1 0 0,-2 1 0 0 0,-3-58-1 0 0,0 81-165 0 0,0 1-1 0 0,-1 0 1 0 0,0-1 0 0 0,-1 1-1 0 0,0 0 1 0 0,-1 0-1 0 0,0 1 1 0 0,0-1 0 0 0,-1 1-1 0 0,0-1 1 0 0,0 2-1 0 0,-1-1 1 0 0,-9-10 0 0 0,10 13-7 0 0,-1 0 0 0 0,0 1 0 0 0,0-1 0 0 0,0 1 0 0 0,0 0 0 0 0,-1 0 0 0 0,1 1 0 0 0,-1 0 0 0 0,0 0 0 0 0,0 1 0 0 0,0 0 0 0 0,-1 0 0 0 0,1 0 0 0 0,0 1 0 0 0,-1 0 0 0 0,1 1 0 0 0,-14 0 0 0 0,2 2-28 0 0,0 1 0 0 0,-1 1 0 0 0,1 0 0 0 0,1 2-1 0 0,-1 0 1 0 0,1 1 0 0 0,0 1 0 0 0,-33 19 0 0 0,32-15-3 0 0,0 1 1 0 0,0 1 0 0 0,2 1-1 0 0,0 0 1 0 0,0 1-1 0 0,2 1 1 0 0,-19 25-1 0 0,28-34 4 0 0,1 0-1 0 0,0 1 0 0 0,1 0 0 0 0,0 0 0 0 0,0 0 0 0 0,1 0 0 0 0,0 0 1 0 0,1 1-1 0 0,0-1 0 0 0,0 1 0 0 0,1 0 0 0 0,0-1 0 0 0,1 1 1 0 0,0 0-1 0 0,0 0 0 0 0,1-1 0 0 0,1 1 0 0 0,0 0 0 0 0,0-1 1 0 0,0 1-1 0 0,8 16 0 0 0,0-6 4 0 0,0 1 1 0 0,2-2-1 0 0,0 1 1 0 0,1-2-1 0 0,1 0 0 0 0,1 0 1 0 0,1-1-1 0 0,22 19 1 0 0,80 63 26 0 0,-53-46 9 0 0,86 90 1 0 0,-146-138-42 0 0,0 1 0 0 0,0 0 0 0 0,-1 0 0 0 0,0 1 0 0 0,0-1 0 0 0,0 1 0 0 0,-1 0 0 0 0,0 0 0 0 0,3 8 1 0 0,-6-12-3 0 0,1-1 0 0 0,-1 1 1 0 0,0 0-1 0 0,1-1 0 0 0,-1 1 1 0 0,-1 0-1 0 0,1-1 1 0 0,0 1-1 0 0,-1-1 0 0 0,1 1 1 0 0,-1-1-1 0 0,1 1 0 0 0,-1-1 1 0 0,0 1-1 0 0,0-1 1 0 0,-1 1-1 0 0,1-1 0 0 0,0 0 1 0 0,-1 0-1 0 0,1 0 0 0 0,-1 0 1 0 0,0 0-1 0 0,0 0 0 0 0,0 0 1 0 0,0 0-1 0 0,0-1 1 0 0,0 1-1 0 0,0-1 0 0 0,-3 2 1 0 0,-4 2 3 0 0,-1 0 0 0 0,0-1 0 0 0,0-1 0 0 0,0 1 0 0 0,-1-1 0 0 0,1-1 0 0 0,-1 0 0 0 0,0-1 0 0 0,-20 1 0 0 0,3-2 5 0 0,0-2-1 0 0,-45-8 0 0 0,42 4-58 0 0,1-1-1 0 0,1-2 0 0 0,-54-23 1 0 0,68 25-107 0 0,0 0 1 0 0,0-2-1 0 0,1 0 0 0 0,1 0 1 0 0,-1-1-1 0 0,2-1 1 0 0,-1 0-1 0 0,-18-24 1 0 0,25 28-34 0 0,1-1 1 0 0,1 0 0 0 0,0 0 0 0 0,0 0 0 0 0,0 0-1 0 0,1 0 1 0 0,0-1 0 0 0,1 0 0 0 0,0 1 0 0 0,0-1 0 0 0,1 0-1 0 0,0 0 1 0 0,0 0 0 0 0,1 0 0 0 0,1 0 0 0 0,-1 0-1 0 0,1 0 1 0 0,1 0 0 0 0,4-14 0 0 0,9-16-824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1.3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306 310 7453 0 0,'3'-1'39'0'0,"0"-1"0"0"0,0 0 0 0 0,-1 0 0 0 0,1-1 0 0 0,-1 1 0 0 0,1-1 0 0 0,-1 1 0 0 0,0-1 0 0 0,0 0 0 0 0,0 1 0 0 0,2-5 0 0 0,-4 6-17 0 0,0 1 0 0 0,0-1 1 0 0,0 0-1 0 0,0 0 0 0 0,0 0 0 0 0,0 1 1 0 0,1-1-1 0 0,-2 0 0 0 0,1 0 0 0 0,0 0 1 0 0,0 1-1 0 0,0-1 0 0 0,0 0 0 0 0,0 0 1 0 0,-1 1-1 0 0,1-1 0 0 0,0 0 0 0 0,-1 1 1 0 0,0-2-1 0 0,0 0 22 0 0,0 1 0 0 0,-1-1 0 0 0,1 1 0 0 0,-1 0 0 0 0,1-1 0 0 0,-1 1 0 0 0,0 0 0 0 0,1 0 0 0 0,-1 0 0 0 0,-3-1-1 0 0,-7-3 105 0 0,0 0 0 0 0,0 1 0 0 0,0 1 0 0 0,-1 0 0 0 0,0 0 0 0 0,0 1 0 0 0,0 1 0 0 0,1 0 0 0 0,-1 1 0 0 0,-21 2 0 0 0,28-1-107 0 0,-1 0 0 0 0,1 0 0 0 0,0 0 0 0 0,-1 1 0 0 0,1 0 0 0 0,0 0 0 0 0,0 1 0 0 0,0 0 0 0 0,1 0 0 0 0,-1 0 0 0 0,1 0 0 0 0,-1 1 0 0 0,1 0 0 0 0,0 0 0 0 0,1 1 0 0 0,-1-1 0 0 0,1 1 0 0 0,0 0 0 0 0,0 0 0 0 0,0 1-1 0 0,1-1 1 0 0,-1 1 0 0 0,-1 5 0 0 0,-2 7 71 0 0,2 0 0 0 0,0 1-1 0 0,1-1 1 0 0,1 1-1 0 0,0 0 1 0 0,2 0-1 0 0,0 0 1 0 0,2 19 0 0 0,1-13-34 0 0,1 0 1 0 0,1 0 0 0 0,2-1-1 0 0,0 0 1 0 0,16 39 0 0 0,-18-54-74 0 0,0-1 0 0 0,0 1 0 0 0,1-1 0 0 0,0-1 0 0 0,0 1 0 0 0,1-1 0 0 0,0 0 0 0 0,0 0 0 0 0,1 0 0 0 0,0-1 0 0 0,0 0 0 0 0,16 9 0 0 0,-12-9-2 0 0,0 0 1 0 0,1-1 0 0 0,0-1 0 0 0,0 0-1 0 0,0-1 1 0 0,0 0 0 0 0,0-1 0 0 0,1 0-1 0 0,14 0 1 0 0,-8-1-6 0 0,0-1-1 0 0,1-1 1 0 0,-1-1-1 0 0,0 0 1 0 0,0-2 0 0 0,-1 0-1 0 0,1-1 1 0 0,-1 0-1 0 0,26-13 1 0 0,-33 12-43 0 0,0 0 0 0 0,0 0 0 0 0,-1-2 0 0 0,1 1 1 0 0,-2-1-1 0 0,1 0 0 0 0,-1-1 0 0 0,-1 0 0 0 0,0-1 0 0 0,0 1 0 0 0,-1-2 1 0 0,0 1-1 0 0,0-1 0 0 0,-1 0 0 0 0,7-19 0 0 0,-8 14-77 0 0,0-1 0 0 0,-2-1 0 0 0,0 1 0 0 0,0 0 0 0 0,-2-1 0 0 0,0 1-1 0 0,-1-1 1 0 0,-1 1 0 0 0,-1-1 0 0 0,0 1 0 0 0,-1-1 0 0 0,-1 1 0 0 0,-8-22 0 0 0,2 9-17 0 0,-2 0 1 0 0,-2 1 0 0 0,0 0 0 0 0,-2 1-1 0 0,-1 1 1 0 0,-29-36 0 0 0,30 44 77 0 0,0 0 0 0 0,-37-32 0 0 0,48 47 58 0 0,1 0 1 0 0,-1 1 0 0 0,1-1 0 0 0,-1 1 0 0 0,0 0 0 0 0,0 1 0 0 0,0-1 0 0 0,-1 1-1 0 0,1 0 1 0 0,-1 0 0 0 0,1 1 0 0 0,-1 0 0 0 0,1 0 0 0 0,-1 0 0 0 0,0 1 0 0 0,0-1 0 0 0,1 1-1 0 0,-1 1 1 0 0,-6 0 0 0 0,8 1 9 0 0,-1-1 0 0 0,0 1 0 0 0,1 1 0 0 0,0-1 0 0 0,-1 1 0 0 0,1 0 0 0 0,0 0 0 0 0,1 0 0 0 0,-1 0 0 0 0,0 1 0 0 0,1-1 0 0 0,0 1 0 0 0,0 0 0 0 0,0 0 0 0 0,0 0 0 0 0,1 1 0 0 0,-1-1 0 0 0,1 0 0 0 0,0 1 0 0 0,-2 7 0 0 0,-2 6 67 0 0,1 0 0 0 0,1 0 1 0 0,1 0-1 0 0,-2 24 0 0 0,4-12 119 0 0,1-1 0 0 0,2 0 1 0 0,6 35-1 0 0,22 87 718 0 0,39 114 483 0 0,11 46-778 0 0,-74-284-755 0 0,-1 2 1 0 0,-2-1 0 0 0,0 0-1 0 0,-2 1 1 0 0,-4 46-1 0 0,3-73 44 0 0,0 1 0 0 0,-1-1 0 0 0,1 1 0 0 0,-1-1 1 0 0,0 0-1 0 0,0 1 0 0 0,0-1 0 0 0,0 0 0 0 0,0 0 0 0 0,0 0 0 0 0,0 0 0 0 0,-1 0 0 0 0,-2 3 0 0 0,0-1-384 0 0,0-1-1 0 0,0 0 1 0 0,-1 0 0 0 0,1 0-1 0 0,-9 3 1 0 0,-2 2-810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1.6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37 9061 0 0,'-8'-9'-50'0'0,"7"6"67"0"0,-1 1 0 0 0,0-1-1 0 0,-1 1 1 0 0,1-1 0 0 0,0 1 0 0 0,-1 0 0 0 0,1 0 0 0 0,-1 0-1 0 0,0 0 1 0 0,-4-2 0 0 0,9 27 192 0 0,7 42 232 0 0,-2 0 1 0 0,-3 0-1 0 0,-3 1 1 0 0,-2-1-1 0 0,-4 0 1 0 0,-16 84-1 0 0,-17 77-139 0 0,33-192-285 0 0,-3 17-915 0 0,-2 70 1 0 0,11-117-188 0 0,5-6-232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0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103 532 11025 0 0,'-1'-1'39'0'0,"0"-1"0"0"0,0 1 0 0 0,0 0 0 0 0,-1-1 0 0 0,1 1 0 0 0,0 0 0 0 0,-1 0 0 0 0,1 0 0 0 0,-1 0 0 0 0,1 0 0 0 0,-1 1 0 0 0,0-1 0 0 0,1 0 0 0 0,-1 1 0 0 0,0-1 0 0 0,0 1 0 0 0,1 0 0 0 0,-3-1 0 0 0,2 2-10 0 0,1-1 1 0 0,-1 1-1 0 0,1 0 0 0 0,-1-1 1 0 0,1 1-1 0 0,-1 0 1 0 0,1 0-1 0 0,0 0 0 0 0,0 0 1 0 0,0 0-1 0 0,-1 0 1 0 0,1 0-1 0 0,0 1 0 0 0,0-1 1 0 0,0 0-1 0 0,1 1 1 0 0,-1-1-1 0 0,0 1 0 0 0,0-1 1 0 0,1 1-1 0 0,-1 2 0 0 0,-8 13 25 0 0,2 1 0 0 0,0-1 0 0 0,1 1 0 0 0,1 1 0 0 0,1-1 1 0 0,0 1-1 0 0,2 0 0 0 0,-1 32 0 0 0,3-41-46 0 0,1 0 1 0 0,0 0-1 0 0,1 0 1 0 0,0-1 0 0 0,0 1-1 0 0,8 17 1 0 0,-8-23-110 0 0,0 1 1 0 0,0-1-1 0 0,1-1 1 0 0,-1 1-1 0 0,1 0 1 0 0,0-1-1 0 0,0 1 1 0 0,1-1-1 0 0,-1 0 1 0 0,0 0-1 0 0,1 0 1 0 0,0 0-1 0 0,0-1 1 0 0,0 0-1 0 0,0 1 1 0 0,0-2-1 0 0,5 3 1 0 0,-7-3-26 0 0,-1-1-1 0 0,1 1 1 0 0,0-1 0 0 0,-1 0 0 0 0,1 0 0 0 0,0 1 0 0 0,-1-1 0 0 0,1 0-1 0 0,0 0 1 0 0,0-1 0 0 0,-1 1 0 0 0,1 0 0 0 0,0 0 0 0 0,-1-1 0 0 0,4 0 0 0 0,8-7-1181 0 0</inkml:trace>
  <inkml:trace contextRef="#ctx0" brushRef="#br0" timeOffset="1">176 124 8265 0 0,'-30'-91'584'0'0,"29"89"-518"0"0,1 0 0 0 0,-1 0 0 0 0,0 1 0 0 0,0-1 0 0 0,0 0 0 0 0,0 1 0 0 0,0-1 0 0 0,0 0 0 0 0,0 1 0 0 0,-1-1 0 0 0,1 1 0 0 0,-1 0 0 0 0,1 0 0 0 0,-1-1 0 0 0,1 1 0 0 0,-1 0 0 0 0,0 0 0 0 0,1 0 0 0 0,-1 1 0 0 0,0-1 0 0 0,0 0 0 0 0,0 1 0 0 0,0-1 0 0 0,1 1 0 0 0,-1-1 0 0 0,0 1 0 0 0,-3 0 0 0 0,3 0-52 0 0,1 0 1 0 0,0 0-1 0 0,-1 1 1 0 0,1-1-1 0 0,0 0 1 0 0,0 1-1 0 0,0-1 0 0 0,-1 1 1 0 0,1-1-1 0 0,0 1 1 0 0,0 0-1 0 0,0-1 0 0 0,0 1 1 0 0,0 0-1 0 0,0 0 1 0 0,0 0-1 0 0,0 0 1 0 0,0 0-1 0 0,1 0 0 0 0,-1 0 1 0 0,0 0-1 0 0,0 0 1 0 0,1 0-1 0 0,-1 0 0 0 0,1 0 1 0 0,-1 1-1 0 0,1-1 1 0 0,0 0-1 0 0,-1 0 1 0 0,1 1-1 0 0,0-1 0 0 0,0 0 1 0 0,0 0-1 0 0,0 1 1 0 0,0-1-1 0 0,0 0 0 0 0,0 1 1 0 0,0-1-1 0 0,1 3 1 0 0,0 2-250 0 0,0 1-1 0 0,0-1 1 0 0,0 1 0 0 0,1-1 0 0 0,0 0 0 0 0,0 1-1 0 0,1-1 1 0 0,0 0 0 0 0,0 0 0 0 0,6 9 0 0 0,5-2-915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4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36 8961 0 0,'-2'-4'54'0'0,"0"0"-1"0"0,0 0 1 0 0,0-1 0 0 0,0 1 0 0 0,1-1 0 0 0,-2-4 0 0 0,3 9-44 0 0,0 0 1 0 0,0 0 0 0 0,0 0 0 0 0,0 0 0 0 0,0 0 0 0 0,0 0 0 0 0,0 0 0 0 0,0 0 0 0 0,0 0 0 0 0,0 0 0 0 0,0 0 0 0 0,-1 0 0 0 0,1 0 0 0 0,0 0 0 0 0,0 0 0 0 0,0 0 0 0 0,0 0 0 0 0,0 0 0 0 0,0 0 0 0 0,0 0-1 0 0,0 0 1 0 0,0 0 0 0 0,0 0 0 0 0,0 0 0 0 0,0 0 0 0 0,0 0 0 0 0,0 0 0 0 0,-1 0 0 0 0,1 0 0 0 0,0 0 0 0 0,0 0 0 0 0,0 0 0 0 0,0 0 0 0 0,0 0 0 0 0,0 0 0 0 0,0 0 0 0 0,0 0 0 0 0,0 0 0 0 0,0 0 0 0 0,-1 9 163 0 0,3 35 350 0 0,-5 59 1 0 0,-1-10-252 0 0,-1 32-123 0 0,1-65-861 0 0,5 69 0 0 0,8-43-3640 0 0,-9-78 3310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2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5 508 5024 0 0,'-1'-7'86'0'0,"0"1"-1"0"0,0 0 1 0 0,0 0-1 0 0,1 0 1 0 0,0-1-1 0 0,0 1 1 0 0,1 0-1 0 0,1-7 1 0 0,-1 10-21 0 0,-1 0 0 0 0,2 0 0 0 0,-1 0 0 0 0,0 0 0 0 0,1 1 0 0 0,-1-1 0 0 0,1 0 0 0 0,0 1 0 0 0,0-1 0 0 0,0 1 0 0 0,0 0 0 0 0,0 0 0 0 0,0-1 0 0 0,1 1 0 0 0,-1 1 0 0 0,1-1 0 0 0,-1 0 0 0 0,4-1 0 0 0,14-7 5 0 0,1 2-1 0 0,0 0 1 0 0,38-9 0 0 0,72-7 44 0 0,-57 11-76 0 0,-50 8-26 0 0,109-25-95 0 0,-120 26 96 0 0,0 0 0 0 0,-1-1 0 0 0,0-1 0 0 0,0 0 1 0 0,0 0-1 0 0,0-1 0 0 0,19-17 0 0 0,-28 21 23 0 0,0 0 0 0 0,0 0 0 0 0,-1 0 0 0 0,1 0 0 0 0,-1-1 0 0 0,0 1 0 0 0,0-1 0 0 0,0 0 0 0 0,-1 0 0 0 0,1 1 0 0 0,-1-1 0 0 0,0 0 0 0 0,0 0 0 0 0,0-1 0 0 0,0 1 0 0 0,-1 0 0 0 0,0 0 0 0 0,1 0 0 0 0,-2-5 0 0 0,0 3 24 0 0,1 1 0 0 0,-1 0 0 0 0,-1-1 1 0 0,1 1-1 0 0,-1 0 0 0 0,0-1 0 0 0,0 1 0 0 0,-1 0 0 0 0,1 1 1 0 0,-1-1-1 0 0,0 0 0 0 0,-1 1 0 0 0,-6-8 0 0 0,3 4 45 0 0,-1 1 0 0 0,0 1-1 0 0,0 0 1 0 0,0 0 0 0 0,-1 0 0 0 0,1 1 0 0 0,-2 1-1 0 0,-9-5 1 0 0,16 8-51 0 0,-1 0 0 0 0,1 0 1 0 0,-1 0-1 0 0,0 0 0 0 0,0 0 0 0 0,1 1 0 0 0,-1 0 0 0 0,0 0 1 0 0,0 0-1 0 0,0 0 0 0 0,1 0 0 0 0,-1 1 0 0 0,0 0 0 0 0,0-1 0 0 0,1 2 1 0 0,-1-1-1 0 0,0 0 0 0 0,1 1 0 0 0,0-1 0 0 0,-1 1 0 0 0,1 0 1 0 0,0 0-1 0 0,0 1 0 0 0,-6 4 0 0 0,2 1 103 0 0,0 0 0 0 0,1 0 0 0 0,0 1-1 0 0,1 0 1 0 0,0 0 0 0 0,0 0 0 0 0,0 1 0 0 0,2-1 0 0 0,-4 13 0 0 0,-4 17 500 0 0,-5 41 1 0 0,9-41-262 0 0,3-13-137 0 0,1 1 1 0 0,0-1 0 0 0,2 1 0 0 0,4 33-1 0 0,-2-44-188 0 0,1-1 0 0 0,0 0 0 0 0,2 0 0 0 0,0 0-1 0 0,0 0 1 0 0,1-1 0 0 0,1 0 0 0 0,14 26 0 0 0,-15-33-97 0 0,1 0 0 0 0,-1 0 1 0 0,1 0-1 0 0,0-1 0 0 0,0 0 1 0 0,1 0-1 0 0,0 0 0 0 0,0-1 0 0 0,0 0 1 0 0,1-1-1 0 0,0 1 0 0 0,0-1 1 0 0,0-1-1 0 0,0 0 0 0 0,13 4 1 0 0,-9-5-259 0 0,1 1 0 0 0,-1-2 1 0 0,1 0-1 0 0,0 0 1 0 0,-1-2-1 0 0,1 1 1 0 0,0-1-1 0 0,-1-1 1 0 0,1-1-1 0 0,15-4 1 0 0,26-12-1399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3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2167 383 7037 0 0,'0'-3'36'0'0,"-2"-3"54"0"0,1-1 1 0 0,-1 1-1 0 0,0 0 0 0 0,-1 0 1 0 0,1 0-1 0 0,-6-7 1 0 0,6 11-59 0 0,0-1 1 0 0,0 1 0 0 0,-1 0 0 0 0,1 0-1 0 0,-1 0 1 0 0,0 0 0 0 0,0 0-1 0 0,0 0 1 0 0,0 1 0 0 0,0 0-1 0 0,0-1 1 0 0,0 1 0 0 0,0 0-1 0 0,-7-1 1 0 0,-14-2-5 0 0,-1 0 1 0 0,0 2-1 0 0,0 1 1 0 0,0 1-1 0 0,-30 3 0 0 0,-126 26 176 0 0,69-4 232 0 0,1 6 1 0 0,1 4-1 0 0,2 5 0 0 0,2 4 1 0 0,2 6-1 0 0,2 3 0 0 0,-104 74 1 0 0,133-75-189 0 0,2 2-1 0 0,2 4 1 0 0,3 3 0 0 0,2 3 0 0 0,3 2 0 0 0,4 3 0 0 0,2 3 0 0 0,4 1-1 0 0,-69 132 1 0 0,103-171-211 0 0,2 1-1 0 0,1 0 0 0 0,1 2 0 0 0,3-1 0 0 0,-8 42 1 0 0,16-59-16 0 0,0-1 0 0 0,0 1 0 0 0,2 0 1 0 0,0 0-1 0 0,2-1 0 0 0,0 1 0 0 0,1-1 1 0 0,0 1-1 0 0,2-1 0 0 0,0 0 0 0 0,1 0 0 0 0,12 22 1 0 0,-5-15 17 0 0,2-1-1 0 0,1-1 1 0 0,1 0 0 0 0,1-1 0 0 0,1-1 0 0 0,1 0 0 0 0,0-2-1 0 0,2 0 1 0 0,0-2 0 0 0,1 0 0 0 0,34 18 0 0 0,10 0 36 0 0,1-3 1 0 0,2-3 0 0 0,76 20-1 0 0,-2-7 66 0 0,235 35 0 0 0,157-21 112 0 0,275-49 2 0 0,-3-82-156 0 0,-535 35-81 0 0,427-122-1 0 0,-519 105-30 0 0,-3-8-1 0 0,-2-7 1 0 0,203-117 0 0 0,-312 150 11 0 0,-2-2 1 0 0,-1-4 0 0 0,-2-3 0 0 0,-3-2 0 0 0,73-79 0 0 0,-101 94-2 0 0,-2-2 1 0 0,-2-1 0 0 0,-1-2 0 0 0,21-43 0 0 0,-31 51-5 0 0,-2-2 0 0 0,-1 0-1 0 0,-2 0 1 0 0,-1-1 0 0 0,9-66-1 0 0,-14 60-14 0 0,-2 0 0 0 0,-2 1 1 0 0,-7-75-1 0 0,4 95 3 0 0,-2 0 0 0 0,0 0-1 0 0,-2 1 1 0 0,0 0 0 0 0,-1 0 0 0 0,0 0 0 0 0,-2 1 0 0 0,0 0 0 0 0,-20-27-1 0 0,11 23-9 0 0,-1 0-1 0 0,0 2 0 0 0,-2 1 0 0 0,0 0 0 0 0,-1 1 1 0 0,-26-15-1 0 0,-6 0-61 0 0,-96-42 0 0 0,53 36-52 0 0,-143-39 0 0 0,-105-6-123 0 0,-541-64-1194 0 0,611 125 266 0 0,-344 13 1 0 0,184 48-273 0 0,342-23 650 0 0,1 4-1 0 0,-144 51 0 0 0,143-34-72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4.0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439 696 5973 0 0,'-5'0'59'0'0,"0"-1"1"0"0,0 1-1 0 0,1-1 1 0 0,-1 0-1 0 0,0-1 1 0 0,1 1-1 0 0,-1-1 1 0 0,1 0 0 0 0,-7-4-1 0 0,-40-28 600 0 0,8 4-1 0 0,28 21-382 0 0,-1 0 0 0 0,-1 1 0 0 0,0 1 0 0 0,0 1 0 0 0,-26-7 0 0 0,38 12-243 0 0,1 0 1 0 0,0 1-1 0 0,0-1 1 0 0,0 1-1 0 0,-1 0 1 0 0,1 0-1 0 0,0 0 0 0 0,0 1 1 0 0,-1-1-1 0 0,1 1 1 0 0,0 0-1 0 0,0 0 1 0 0,0 1-1 0 0,0-1 1 0 0,0 1-1 0 0,0 0 0 0 0,0 0 1 0 0,1 0-1 0 0,-1 1 1 0 0,1-1-1 0 0,0 1 1 0 0,-1 0-1 0 0,1 0 1 0 0,0 0-1 0 0,1 0 1 0 0,-1 0-1 0 0,0 1 0 0 0,1-1 1 0 0,-3 6-1 0 0,-4 11 11 0 0,0 0-1 0 0,1 1 1 0 0,2 1-1 0 0,0-1 1 0 0,1 1-1 0 0,1 0 0 0 0,1 0 1 0 0,0 0-1 0 0,2 0 1 0 0,1 1-1 0 0,4 28 1 0 0,-3-39-27 0 0,1 1 1 0 0,0-1 0 0 0,0-1-1 0 0,2 1 1 0 0,0 0-1 0 0,0-1 1 0 0,7 15 0 0 0,-9-23-6 0 0,0 0 1 0 0,0 0 0 0 0,0 0 0 0 0,0 0-1 0 0,1-1 1 0 0,-1 1 0 0 0,1 0 0 0 0,-1-1-1 0 0,1 0 1 0 0,0 0 0 0 0,0 0 0 0 0,5 3-1 0 0,-5-4 1 0 0,-1 0 0 0 0,1-1-1 0 0,-1 1 1 0 0,1-1 0 0 0,0 1-1 0 0,-1-1 1 0 0,1 0 0 0 0,-1 0-1 0 0,1 0 1 0 0,0 0 0 0 0,-1-1-1 0 0,1 1 1 0 0,-1-1 0 0 0,1 1-1 0 0,0-1 1 0 0,-1 0 0 0 0,0 0-1 0 0,1 0 1 0 0,2-2 0 0 0,6-4-7 0 0,0-1 0 0 0,-1 0 1 0 0,0 0-1 0 0,0 0 0 0 0,-1-2 0 0 0,0 1 1 0 0,-1-1-1 0 0,0 0 0 0 0,10-18 1 0 0,2-5 13 0 0,27-68 1 0 0,-19 28-24 0 0,23-93-1 0 0,5-81-9 0 0,7-24 5 0 0,-60 261 6 0 0,-2 5-2 0 0,0 0 0 0 0,1 0 0 0 0,0 0 0 0 0,0 0 0 0 0,3-5 0 0 0,-5 31-68 0 0,-8 40 41 0 0,-42 547-126 0 0,50-588 37 0 0,2 53-797 0 0,-2-66 584 0 0,1 0 0 0 0,1-1 0 0 0,-1 1 0 0 0,1 0 1 0 0,0 0-1 0 0,0-1 0 0 0,7 12 0 0 0,0-6-822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5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215 771 7005 0 0,'6'-47'563'0'0,"-6"2"882"0"0,-10-76 0 0 0,9 109-1201 0 0,1 11-189 0 0,0-1 0 0 0,-1 1 1 0 0,1-1-1 0 0,0 1 0 0 0,0-1 1 0 0,-1 1-1 0 0,1 0 0 0 0,-1-1 1 0 0,1 1-1 0 0,-1-1 0 0 0,1 1 0 0 0,-2-2 1 0 0,1 3-47 0 0,0-1 0 0 0,0 1 0 0 0,0 0 0 0 0,1-1 1 0 0,-1 1-1 0 0,0 0 0 0 0,0 0 0 0 0,0 0 0 0 0,0 0 1 0 0,0 0-1 0 0,0 0 0 0 0,0 0 0 0 0,0 0 0 0 0,0 0 1 0 0,0 0-1 0 0,0 1 0 0 0,0-1 0 0 0,0 0 0 0 0,0 0 0 0 0,0 1 1 0 0,1-1-1 0 0,-1 1 0 0 0,0-1 0 0 0,-1 2 0 0 0,-10 4-8 0 0,1 1-1 0 0,0 0 1 0 0,0 1-1 0 0,0 0 1 0 0,1 0-1 0 0,1 1 1 0 0,-1 1-1 0 0,2 0 1 0 0,-1 0-1 0 0,1 1 1 0 0,-10 17-1 0 0,10-15 4 0 0,1 0 0 0 0,1 1 0 0 0,0 0 0 0 0,1 0 0 0 0,0 0 0 0 0,1 1 0 0 0,1-1 0 0 0,0 1 0 0 0,-1 29 0 0 0,3-40-1 0 0,1-1-1 0 0,0 1 0 0 0,1-1 1 0 0,-1 1-1 0 0,1-1 0 0 0,-1 1 0 0 0,1-1 1 0 0,0 0-1 0 0,0 1 0 0 0,1-1 1 0 0,-1 0-1 0 0,1 0 0 0 0,-1 0 1 0 0,1 0-1 0 0,0 0 0 0 0,0 0 0 0 0,0-1 1 0 0,0 1-1 0 0,1-1 0 0 0,3 4 1 0 0,-2-4 2 0 0,-1 0 0 0 0,0-1 0 0 0,0 0 0 0 0,0 0 0 0 0,1 1 1 0 0,-1-2-1 0 0,0 1 0 0 0,1 0 0 0 0,-1-1 0 0 0,1 0 0 0 0,-1 1 1 0 0,1-2-1 0 0,-1 1 0 0 0,1 0 0 0 0,-1-1 0 0 0,1 1 0 0 0,-1-1 1 0 0,0 0-1 0 0,1 0 0 0 0,3-2 0 0 0,0 1 4 0 0,0-1-1 0 0,-1 0 0 0 0,1-1 1 0 0,-1 0-1 0 0,0 0 1 0 0,0 0-1 0 0,0 0 1 0 0,0-1-1 0 0,-1 0 1 0 0,0-1-1 0 0,0 1 1 0 0,0-1-1 0 0,-1 0 0 0 0,0 0 1 0 0,0 0-1 0 0,0 0 1 0 0,-1-1-1 0 0,0 0 1 0 0,0 1-1 0 0,0-1 1 0 0,2-12-1 0 0,-2 6-13 0 0,0 0-1 0 0,2 0 1 0 0,-1 1-1 0 0,13-23 1 0 0,-17 35 1 0 0,0-1-1 0 0,1 0 1 0 0,-1 1 0 0 0,0-1 0 0 0,1 0 0 0 0,-1 1-1 0 0,1-1 1 0 0,-1 0 0 0 0,0 1 0 0 0,1-1 0 0 0,-1 1-1 0 0,1-1 1 0 0,0 1 0 0 0,-1 0 0 0 0,1-1 0 0 0,-1 1-1 0 0,1-1 1 0 0,0 1 0 0 0,-1 0 0 0 0,2-1 0 0 0,-2 1 0 0 0,1 1 0 0 0,-1-1 1 0 0,0 0-1 0 0,1 1 1 0 0,-1-1-1 0 0,0 0 1 0 0,1 1-1 0 0,-1-1 0 0 0,0 0 1 0 0,1 1-1 0 0,-1-1 1 0 0,0 0-1 0 0,0 1 1 0 0,0-1-1 0 0,1 1 0 0 0,-1-1 1 0 0,0 1-1 0 0,0-1 1 0 0,0 1-1 0 0,0-1 1 0 0,0 0-1 0 0,0 2 0 0 0,1 37-95 0 0,-1-32 97 0 0,-2 43-22 0 0,0-39-14 0 0,1 1 1 0 0,0 0 0 0 0,1 0 0 0 0,1-1-1 0 0,0 1 1 0 0,0 0 0 0 0,1-1 0 0 0,7 23-1 0 0,-9-33-33 0 0,1 1-1 0 0,0-1 0 0 0,-1 0 1 0 0,1 1-1 0 0,0-1 0 0 0,0 0 0 0 0,-1 0 1 0 0,1 0-1 0 0,0 0 0 0 0,0 0 1 0 0,0 0-1 0 0,1 0 0 0 0,-1 0 1 0 0,0 0-1 0 0,0-1 0 0 0,0 1 0 0 0,1 0 1 0 0,-1-1-1 0 0,0 1 0 0 0,1-1 1 0 0,-1 1-1 0 0,3 0 0 0 0,-2-1-77 0 0,1 0 0 0 0,0 0-1 0 0,0 0 1 0 0,0-1 0 0 0,0 1 0 0 0,-1-1-1 0 0,1 1 1 0 0,0-1 0 0 0,0 0 0 0 0,4-2-1 0 0,0-1-103 0 0,0 1 0 0 0,-1-1 0 0 0,0-1 0 0 0,0 1 0 0 0,0-1 0 0 0,0 0 1 0 0,-1 0-1 0 0,6-7 0 0 0,-7 5 119 0 0,0 1 1 0 0,0-2 0 0 0,0 1-1 0 0,-1 0 1 0 0,0-1 0 0 0,0 1-1 0 0,-1-1 1 0 0,3-15 0 0 0,-2-2 129 0 0,0-38 0 0 0,-2 5 492 0 0,1 22 453 0 0,-2 0-1 0 0,-7-58 1 0 0,3 77-426 0 0,0-2 553 0 0,4 17-568 0 0,5 11-150 0 0,-2-1-318 0 0,-1 1 0 0 0,0-1 1 0 0,0 1-1 0 0,-1-1 0 0 0,1 11 0 0 0,0 5 47 0 0,20 127 407 0 0,-16-47-332 0 0,-4-89-122 0 0,0-13 3 0 0,-2-10 16 0 0,2-15-94 0 0,1 0-1 0 0,1 1 0 0 0,12-41 0 0 0,-2 7-107 0 0,-12 46 128 0 0,27-99-161 0 0,-26 98 168 0 0,1 1 0 0 0,1 0 0 0 0,-1 0 0 0 0,2 1 0 0 0,-1 0 0 0 0,1-1 0 0 0,1 2-1 0 0,8-11 1 0 0,-14 18 11 0 0,1-1 0 0 0,-1 1 0 0 0,1-1-1 0 0,-1 1 1 0 0,1 0 0 0 0,-1 0-1 0 0,1 0 1 0 0,0 0 0 0 0,0 0 0 0 0,0 0-1 0 0,0 0 1 0 0,0 1 0 0 0,-1-1 0 0 0,1 1-1 0 0,0-1 1 0 0,0 1 0 0 0,0 0-1 0 0,5 0 1 0 0,-6 0 2 0 0,1 1 0 0 0,0-1 0 0 0,-1 1 0 0 0,1-1 0 0 0,0 1 0 0 0,-1 0 0 0 0,1 0-1 0 0,-1 0 1 0 0,1 0 0 0 0,-1 0 0 0 0,1 1 0 0 0,-1-1 0 0 0,0 0 0 0 0,0 0 0 0 0,0 1 0 0 0,1-1 0 0 0,-1 1 0 0 0,-1-1 0 0 0,1 1-1 0 0,0 0 1 0 0,1 2 0 0 0,3 10-1 0 0,0 0-1 0 0,0 0 1 0 0,-1 0-1 0 0,-1 1 1 0 0,2 21-1 0 0,-1 76 0 0 0,-4-98-3 0 0,1-13 95 0 0,3-4-23 0 0,7-13 9 0 0,12-24-45 0 0,1-10-33 0 0,-15 31-10 0 0,0 0 1 0 0,1 1-1 0 0,19-27 1 0 0,-29 45 11 0 0,0 0 1 0 0,0-1-1 0 0,0 1 1 0 0,0 0-1 0 0,1 0 1 0 0,-1-1-1 0 0,0 1 1 0 0,0 0-1 0 0,0 0 1 0 0,0-1-1 0 0,1 1 1 0 0,-1 0-1 0 0,0 0 1 0 0,0 0-1 0 0,1-1 0 0 0,-1 1 1 0 0,0 0-1 0 0,0 0 1 0 0,1 0-1 0 0,-1 0 1 0 0,0-1-1 0 0,0 1 1 0 0,1 0-1 0 0,-1 0 1 0 0,0 0-1 0 0,1 0 1 0 0,-1 0-1 0 0,0 0 1 0 0,1 0-1 0 0,-1 0 0 0 0,0 0 1 0 0,0 0-1 0 0,1 0 1 0 0,-1 0-1 0 0,0 0 1 0 0,1 0-1 0 0,-1 0 1 0 0,0 1-1 0 0,0-1 1 0 0,1 0-1 0 0,-1 0 1 0 0,0 0-1 0 0,1 0 1 0 0,4 18-65 0 0,-4 32 24 0 0,-1-43 44 0 0,-3 67 11 0 0,1-48-3 0 0,1 1-1 0 0,1-1 0 0 0,1 0 0 0 0,8 43 0 0 0,-8-65-2 0 0,0 0 0 0 0,1 0 0 0 0,-1 0 0 0 0,1 0 0 0 0,0 0-1 0 0,0 0 1 0 0,0-1 0 0 0,0 1 0 0 0,1-1 0 0 0,0 1 0 0 0,-1-1 0 0 0,1 0-1 0 0,3 3 1 0 0,-4-5-11 0 0,1 1-1 0 0,-1-1 1 0 0,0 0-1 0 0,0 1 1 0 0,0-1-1 0 0,1-1 1 0 0,-1 1-1 0 0,0 0 1 0 0,1 0 0 0 0,-1-1-1 0 0,0 1 1 0 0,1-1-1 0 0,-1 0 1 0 0,1 0-1 0 0,-1 0 1 0 0,1 0-1 0 0,-1 0 1 0 0,1-1-1 0 0,-1 1 1 0 0,1-1-1 0 0,-1 1 1 0 0,0-1-1 0 0,3-1 1 0 0,8-4-130 0 0,0-1 0 0 0,0 0 0 0 0,-1 0 0 0 0,0-1 0 0 0,0-1 0 0 0,-1 0 0 0 0,18-20 0 0 0,-12 11 70 0 0,-2-1 0 0 0,0-1 0 0 0,22-39 0 0 0,-23 29 60 0 0,18-53 0 0 0,-23 55 160 0 0,1 1 1 0 0,24-43 0 0 0,-48 135 263 0 0,5-19-378 0 0,5-30-28 0 0,2 0 1 0 0,0 1-1 0 0,0-1 1 0 0,2 0-1 0 0,2 32 1 0 0,-1-42-8 0 0,0 0-1 0 0,0 0 1 0 0,0 0 0 0 0,1 0 0 0 0,0 0-1 0 0,0 0 1 0 0,0 0 0 0 0,1 0 0 0 0,0-1-1 0 0,0 1 1 0 0,1-1 0 0 0,-1 0 0 0 0,1 0-1 0 0,0 0 1 0 0,0 0 0 0 0,1-1 0 0 0,0 0 0 0 0,6 5-1 0 0,-9-8-1 0 0,-1 0-1 0 0,1 0 1 0 0,-1 0-1 0 0,1-1 1 0 0,-1 1 0 0 0,1 0-1 0 0,-1-1 1 0 0,1 0-1 0 0,0 1 1 0 0,-1-1-1 0 0,1 0 1 0 0,0 0-1 0 0,-1 0 1 0 0,1 0-1 0 0,0 0 1 0 0,-1 0-1 0 0,1 0 1 0 0,-1-1 0 0 0,1 1-1 0 0,0 0 1 0 0,2-2-1 0 0,-1 0 1 0 0,0 1-1 0 0,0-1 1 0 0,-1 0 0 0 0,1 0-1 0 0,-1-1 1 0 0,1 1-1 0 0,-1 0 1 0 0,1-1 0 0 0,-1 0-1 0 0,2-3 1 0 0,1-2-3 0 0,-1 0 0 0 0,0 0 0 0 0,0 0 0 0 0,0 0 0 0 0,-1-1 0 0 0,-1 0 0 0 0,3-11 0 0 0,-2 0-22 0 0,-1 0 1 0 0,-2-38-1 0 0,-1 49 12 0 0,0 1 1 0 0,0 0-1 0 0,-1 0 0 0 0,0 0 1 0 0,0 0-1 0 0,0 0 0 0 0,-1 0 1 0 0,-1 1-1 0 0,-7-14 1 0 0,10 20 2 0 0,1 0 1 0 0,-1 0 0 0 0,0 0 0 0 0,0-1 0 0 0,-1 1-1 0 0,1 0 1 0 0,0 1 0 0 0,0-1 0 0 0,0 0 0 0 0,-1 0 0 0 0,1 1-1 0 0,0-1 1 0 0,-1 0 0 0 0,1 1 0 0 0,0-1 0 0 0,-1 1-1 0 0,1 0 1 0 0,-1-1 0 0 0,-2 1 0 0 0,1 0-2 0 0,0 0 1 0 0,0 0-1 0 0,0 1 1 0 0,-1-1-1 0 0,1 1 0 0 0,0 0 1 0 0,0 0-1 0 0,-5 2 1 0 0,1 0 11 0 0,1 0 0 0 0,0 1 1 0 0,0 0-1 0 0,1 0 0 0 0,-1 0 0 0 0,1 1 1 0 0,-9 8-1 0 0,14-13-3 0 0,0 1-1 0 0,0-1 1 0 0,0 0 0 0 0,0 0-1 0 0,0 0 1 0 0,0 0 0 0 0,-1 0-1 0 0,1 0 1 0 0,0 1 0 0 0,0-1-1 0 0,0 0 1 0 0,0 0 0 0 0,0 0-1 0 0,0 0 1 0 0,0 0 0 0 0,0 1-1 0 0,0-1 1 0 0,0 0 0 0 0,0 0-1 0 0,0 0 1 0 0,0 0 0 0 0,0 0-1 0 0,0 1 1 0 0,1-1 0 0 0,-1 0-1 0 0,0 0 1 0 0,0 0 0 0 0,0 0-1 0 0,0 0 1 0 0,0 0 0 0 0,0 1-1 0 0,0-1 1 0 0,0 0 0 0 0,0 0-1 0 0,0 0 1 0 0,1 0 0 0 0,-1 0-1 0 0,0 0 1 0 0,0 0 0 0 0,0 0 0 0 0,0 0-1 0 0,0 0 1 0 0,0 0 0 0 0,1 1-1 0 0,-1-1 1 0 0,11 3 34 0 0,10-1-4 0 0,32-5-19 0 0,1-2 0 0 0,-1-3 0 0 0,0-2-1 0 0,53-17 1 0 0,-94 23-1 0 0,1 0 0 0 0,-1 0-1 0 0,-1-1 1 0 0,1 0 0 0 0,20-13-1 0 0,-32 17-11 0 0,1 1-1 0 0,-1 0 1 0 0,0 0-1 0 0,0 0 1 0 0,1 0 0 0 0,-1 0-1 0 0,0-1 1 0 0,1 1-1 0 0,-1 0 1 0 0,0 0-1 0 0,0 0 1 0 0,1-1-1 0 0,-1 1 1 0 0,0 0 0 0 0,0 0-1 0 0,0-1 1 0 0,1 1-1 0 0,-1 0 1 0 0,0-1-1 0 0,0 1 1 0 0,0 0-1 0 0,0-1 1 0 0,0 1 0 0 0,0 0-1 0 0,1-1 1 0 0,-1 1-1 0 0,0 0 1 0 0,0-1-1 0 0,0 1 1 0 0,-10-2-35 0 0,-16 9 9 0 0,13 0 38 0 0,1 2-1 0 0,0 0 0 0 0,0 0 1 0 0,1 1-1 0 0,0 0 0 0 0,1 1 1 0 0,0 0-1 0 0,1 1 0 0 0,0 0 1 0 0,-11 19-1 0 0,16-23-5 0 0,0 0 1 0 0,0 0-1 0 0,1 0 0 0 0,0 1 0 0 0,0-1 0 0 0,1 1 1 0 0,0 0-1 0 0,0 0 0 0 0,1-1 0 0 0,0 1 0 0 0,1 0 1 0 0,0 0-1 0 0,0 0 0 0 0,1 0 0 0 0,0 0 0 0 0,1 0 1 0 0,0 0-1 0 0,5 14 0 0 0,-6-20 1 0 0,1 1 0 0 0,0-1-1 0 0,0 0 1 0 0,0 1 0 0 0,0-1 0 0 0,0 0-1 0 0,0 0 1 0 0,1 0 0 0 0,0-1 0 0 0,0 1 0 0 0,-1-1-1 0 0,1 1 1 0 0,1-1 0 0 0,-1 0 0 0 0,0 0-1 0 0,0 0 1 0 0,1-1 0 0 0,-1 1 0 0 0,1-1 0 0 0,0 0-1 0 0,-1 0 1 0 0,1 0 0 0 0,0 0 0 0 0,-1-1-1 0 0,1 1 1 0 0,0-1 0 0 0,0 0 0 0 0,0 0 0 0 0,0 0-1 0 0,-1-1 1 0 0,8-1 0 0 0,-1 0-20 0 0,-1-1 0 0 0,0 0 0 0 0,0 0 1 0 0,0-1-1 0 0,0 0 0 0 0,-1-1 0 0 0,1 0 0 0 0,-1 0 1 0 0,0-1-1 0 0,-1 0 0 0 0,12-11 0 0 0,-7 3-54 0 0,-1 0 0 0 0,0-1-1 0 0,-1-1 1 0 0,-1 1-1 0 0,-1-2 1 0 0,0 1 0 0 0,-1-1-1 0 0,0 0 1 0 0,-2 0 0 0 0,0-1-1 0 0,3-22 1 0 0,1-24-95 0 0,-1-121 1 0 0,-4 52 108 0 0,1 54-3 0 0,-25 156-236 0 0,3 5 361 0 0,-5 85 0 0 0,20-132-217 0 0,1 0 1 0 0,1 0 0 0 0,2 0-1 0 0,2 0 1 0 0,9 40-1 0 0,-12-70-5 0 0,0-1 0 0 0,0 0-1 0 0,0 0 1 0 0,1 1-1 0 0,-1-1 1 0 0,1 0 0 0 0,0 0-1 0 0,1-1 1 0 0,-1 1-1 0 0,0 0 1 0 0,1-1-1 0 0,0 1 1 0 0,0-1 0 0 0,0 0-1 0 0,0 0 1 0 0,1 0-1 0 0,-1 0 1 0 0,5 2-1 0 0,8-2-580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6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9 636 5208 0 0,'4'-27'574'0'0,"-4"28"-541"0"0,0-1 0 0 0,0 0 0 0 0,0 0 0 0 0,0 1 0 0 0,-1-1 1 0 0,1 0-1 0 0,0 0 0 0 0,0 0 0 0 0,0 1 0 0 0,-1-1 0 0 0,1 0 0 0 0,0 0 0 0 0,0 0 0 0 0,-1 0 0 0 0,1 1 0 0 0,0-1 0 0 0,0 0 0 0 0,-1 0 0 0 0,1 0 0 0 0,0 0 0 0 0,-1 0 0 0 0,1 0 1 0 0,0 0-1 0 0,0 0 0 0 0,-1 0 0 0 0,1 0 0 0 0,0 0 0 0 0,-1 0 0 0 0,1 0 0 0 0,0 0 0 0 0,0 0 0 0 0,-1 0 0 0 0,1 0 0 0 0,0 0 0 0 0,-1 0 0 0 0,1-1 0 0 0,0 1 0 0 0,0 0 0 0 0,-1 0 1 0 0,1 0-1 0 0,0 0 0 0 0,0-1 0 0 0,0 1 0 0 0,-1 0 0 0 0,1 0 0 0 0,0-1 0 0 0,0 1 0 0 0,0 0 0 0 0,-1 0 0 0 0,1-1 0 0 0,0 1 0 0 0,0 0 0 0 0,0 0 0 0 0,0-1 0 0 0,0 1 0 0 0,0 0 1 0 0,0 0-1 0 0,0-1 0 0 0,0 1 0 0 0,0 0 0 0 0,0-1 0 0 0,0 1 0 0 0,0 0 0 0 0,0-1 0 0 0,0 1 0 0 0,59 10 1715 0 0,-47-10-1705 0 0,0 0 0 0 0,-1 0 1 0 0,1-1-1 0 0,21-5 0 0 0,-27 4-42 0 0,1 0 0 0 0,-1 0-1 0 0,0 0 1 0 0,0 0-1 0 0,0-1 1 0 0,-1 0 0 0 0,1-1-1 0 0,-1 1 1 0 0,1-1-1 0 0,5-5 1 0 0,-9 6-2 0 0,0 0-1 0 0,0 0 1 0 0,0 0 0 0 0,0-1-1 0 0,-1 1 1 0 0,1 0 0 0 0,-1-1-1 0 0,0 1 1 0 0,0-1 0 0 0,0 0-1 0 0,0 1 1 0 0,-1-1-1 0 0,1 0 1 0 0,-1 1 0 0 0,0-1-1 0 0,0 0 1 0 0,0 1 0 0 0,-1-1-1 0 0,1 0 1 0 0,-1 1 0 0 0,0-1-1 0 0,-2-4 1 0 0,-2-6-13 0 0,0 1 0 0 0,0 0 1 0 0,-1 0-1 0 0,-12-17 0 0 0,11 18 7 0 0,-1 0 1 0 0,0 0-1 0 0,-1 1 0 0 0,-1 0 1 0 0,1 1-1 0 0,-16-12 0 0 0,25 21 9 0 0,0 1 0 0 0,0 0-1 0 0,0 0 1 0 0,0 0 0 0 0,-1 0-1 0 0,1 0 1 0 0,0 0 0 0 0,0 0-1 0 0,0-1 1 0 0,0 1 0 0 0,-1 0-1 0 0,1 0 1 0 0,0 0 0 0 0,0 0-1 0 0,0 0 1 0 0,0 0 0 0 0,-1 0-1 0 0,1 0 1 0 0,0 0 0 0 0,0 0-1 0 0,0 0 1 0 0,0 0 0 0 0,-1 0-1 0 0,1 0 1 0 0,0 0 0 0 0,0 0-1 0 0,0 0 1 0 0,0 0 0 0 0,-1 1-1 0 0,1-1 1 0 0,0 0 0 0 0,0 0-1 0 0,0 0 1 0 0,0 0 0 0 0,0 0-1 0 0,-1 0 1 0 0,1 0 0 0 0,0 0-1 0 0,0 1 1 0 0,0-1 0 0 0,0 0-1 0 0,0 0 1 0 0,-3 12 66 0 0,3 19 37 0 0,0-24-82 0 0,0 211 643 0 0,0-211-609 0 0,0 0 1 0 0,0 1 0 0 0,1-1 0 0 0,0 0-1 0 0,1 0 1 0 0,0-1 0 0 0,0 1-1 0 0,0 0 1 0 0,0 0 0 0 0,7 10 0 0 0,-7-14-42 0 0,1 1-1 0 0,-1-1 1 0 0,1 0 0 0 0,0 0 0 0 0,0 0 0 0 0,0 0 0 0 0,0 0 0 0 0,1-1 0 0 0,-1 0 0 0 0,1 1-1 0 0,-1-1 1 0 0,1-1 0 0 0,0 1 0 0 0,0 0 0 0 0,0-1 0 0 0,0 0 0 0 0,0 0 0 0 0,0 0 0 0 0,6 0-1 0 0,3 0-54 0 0,1-1-1 0 0,-1 0 0 0 0,1-1 1 0 0,-1-1-1 0 0,0 0 0 0 0,0-1 1 0 0,1 0-1 0 0,-2-1 0 0 0,1-1 1 0 0,23-11-1 0 0,-15 5-149 0 0,-1 0 0 0 0,-1-2-1 0 0,0 0 1 0 0,-1-1 0 0 0,27-27-1 0 0,-27 21 66 0 0,0 0-1 0 0,-2-1 0 0 0,0-1 1 0 0,-1-1-1 0 0,-2 0 0 0 0,0-1 1 0 0,-1 0-1 0 0,-2-1 0 0 0,-1-1 0 0 0,0 1 1 0 0,-2-1-1 0 0,-1 0 0 0 0,4-36 1 0 0,-10 46 128 0 0,1 1 1 0 0,-2-1-1 0 0,0 1 1 0 0,-1-1-1 0 0,-7-28 1 0 0,7 37 15 0 0,0 1 0 0 0,0 0 0 0 0,-1 0-1 0 0,0 0 1 0 0,0 0 0 0 0,-1 0 0 0 0,-4-6 0 0 0,5 10 6 0 0,1-1 0 0 0,-1 0 0 0 0,1 1-1 0 0,-1 0 1 0 0,0-1 0 0 0,0 1 0 0 0,0 0 0 0 0,0 1 0 0 0,0-1-1 0 0,-1 0 1 0 0,1 1 0 0 0,0 0 0 0 0,-8-2 0 0 0,7 2 17 0 0,0 1 0 0 0,-1 0 1 0 0,1 0-1 0 0,0 0 0 0 0,-1 1 0 0 0,1-1 0 0 0,0 1 1 0 0,0 0-1 0 0,-1 0 0 0 0,1 1 0 0 0,0-1 1 0 0,0 1-1 0 0,0 0 0 0 0,1 0 0 0 0,-1 0 0 0 0,0 0 1 0 0,1 1-1 0 0,-1 0 0 0 0,1 0 0 0 0,0-1 1 0 0,0 2-1 0 0,0-1 0 0 0,0 0 0 0 0,-3 6 0 0 0,-1 1 109 0 0,1 0 0 0 0,0 0 0 0 0,0 1 0 0 0,1 0 0 0 0,0 1 0 0 0,1-1 0 0 0,-5 20 0 0 0,4 0 262 0 0,2 0 1 0 0,0 1-1 0 0,2-1 1 0 0,1 0-1 0 0,2 1 1 0 0,10 55-1 0 0,-2-37 13 0 0,3-1-1 0 0,2 0 1 0 0,29 67-1 0 0,-35-98-654 0 0,1 1 1 0 0,0-2-1 0 0,1 1 1 0 0,1-1-1 0 0,1-1 0 0 0,0 0 1 0 0,2-1-1 0 0,-1-1 0 0 0,2 0 1 0 0,0-1-1 0 0,33 21 1 0 0,-9-10-1257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8.8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3574 1 6437 0 0,'-2'1'189'0'0,"1"-1"-166"0"0,0 0 0 0 0,1 0 0 0 0,-1 1 0 0 0,0-1 0 0 0,1 1 1 0 0,-1-1-1 0 0,1 0 0 0 0,-1 1 0 0 0,1-1 0 0 0,-1 1 0 0 0,1-1 1 0 0,-1 1-1 0 0,1 0 0 0 0,-1-1 0 0 0,1 1 0 0 0,0-1 0 0 0,-1 1 1 0 0,1 0-1 0 0,0-1 0 0 0,-1 1 0 0 0,1 0 0 0 0,0-1 0 0 0,0 1 1 0 0,0 0-1 0 0,0 0 0 0 0,0-1 0 0 0,0 1 0 0 0,0 1 0 0 0,-10 59 764 0 0,3 0-1 0 0,2 98 0 0 0,3-43-246 0 0,-4-2-8 0 0,-26 143-1 0 0,23-209-438 0 0,-2 0-1 0 0,-3 0 1 0 0,-2-1 0 0 0,-1-1-1 0 0,-37 67 1 0 0,39-89-22 0 0,-2 0 0 0 0,0-1-1 0 0,-1-2 1 0 0,-1 1 0 0 0,-1-2 0 0 0,-1-1-1 0 0,0 0 1 0 0,-40 25 0 0 0,2-8-3 0 0,-1-3 0 0 0,-91 37 0 0 0,57-33-71 0 0,-1-4 0 0 0,-2-4 0 0 0,-1-5 0 0 0,-1-3 0 0 0,0-5 0 0 0,-153 4-1 0 0,-172-20-86 0 0,219-5 46 0 0,-275-15 139 0 0,479 20-106 0 0,0-1 0 0 0,1 1 1 0 0,-1 0-1 0 0,0 0 0 0 0,1 0 0 0 0,-1 0 0 0 0,0 0 0 0 0,1 0 1 0 0,-1 0-1 0 0,0 1 0 0 0,1-1 0 0 0,-1 0 0 0 0,0 0 0 0 0,1 0 1 0 0,-1 1-1 0 0,1-1 0 0 0,-1 0 0 0 0,0 1 0 0 0,1-1 0 0 0,-1 0 1 0 0,1 1-1 0 0,-1-1 0 0 0,1 1 0 0 0,-1-1 0 0 0,1 1 0 0 0,0-1 1 0 0,-1 1-1 0 0,-2 19-353 0 0,3-6 430 0 0,-4 25-57 0 0,-22 165 69 0 0,-79 247 236 0 0,58-270-83 0 0,-101 454 206 0 0,79-332-389 0 0,7 132 83 0 0,12-58 72 0 0,-143 824 756 0 0,139-325-133 0 0,46-762-695 0 0,-26 135 1 0 0,18-148-24 0 0,-13 75 138 0 0,-23 204 631 0 0,14 148-483 0 0,37-424-377 0 0,5-84 1 0 0,0-9-1228 0 0,-8-31-2160 0 0,0 9 1646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39.2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1 6533 0 0,'-2'9'66'0'0,"1"1"1"0"0,1-1 0 0 0,0 1 0 0 0,0-1 0 0 0,1 1 0 0 0,0-1 0 0 0,1 1-1 0 0,4 14 1 0 0,2 4 345 0 0,20 42 0 0 0,-22-55-336 0 0,2-1-1 0 0,0-1 1 0 0,0 1-1 0 0,1-1 1 0 0,1-1 0 0 0,0 1-1 0 0,1-2 1 0 0,0 0-1 0 0,1 0 1 0 0,0-1 0 0 0,18 12-1 0 0,-19-15-70 0 0,0-1 1 0 0,0 0-1 0 0,1-1 0 0 0,-1 0 0 0 0,1-1 0 0 0,0-1 1 0 0,1 1-1 0 0,-1-2 0 0 0,1 0 0 0 0,-1 0 1 0 0,1-1-1 0 0,-1-1 0 0 0,1 0 0 0 0,21-3 0 0 0,-18 0-6 0 0,0-1 0 0 0,0 0-1 0 0,-1-1 1 0 0,1-1-1 0 0,-1 0 1 0 0,0-2-1 0 0,-1 1 1 0 0,21-15-1 0 0,2-7 481 0 0,55-53 0 0 0,-66 57 170 0 0,-4 9 1 0 0,-19 15-631 0 0,-1-1 0 0 0,0 1 0 0 0,0-1 0 0 0,0 1 0 0 0,1-1 0 0 0,-1 0 0 0 0,-1 0 0 0 0,1 1 0 0 0,0-1 0 0 0,0-1 0 0 0,-1 1 0 0 0,1 0 0 0 0,-1 0 0 0 0,0-1 0 0 0,0 1 0 0 0,2-5 0 0 0,1-12-1509 0 0,-1 5 335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0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510 641 5420 0 0,'0'-1'57'0'0,"0"1"-1"0"0,0-1 0 0 0,0 1 0 0 0,0-1 0 0 0,0 0 0 0 0,0 1 0 0 0,1-1 0 0 0,-1 0 0 0 0,0 1 0 0 0,0-1 0 0 0,0 1 0 0 0,1-1 0 0 0,-1 0 0 0 0,0 1 0 0 0,1-1 0 0 0,-1 1 0 0 0,0-1 0 0 0,1 1 0 0 0,-1-1 0 0 0,1 1 0 0 0,-1-1 0 0 0,1 1 0 0 0,12-17 637 0 0,-13 16-825 0 0,3-3 192 0 0,1 0-1 0 0,-1-1 1 0 0,-1 0-1 0 0,1 1 1 0 0,-1-1-1 0 0,1 0 1 0 0,-1 0-1 0 0,-1-1 1 0 0,1 1 0 0 0,-1 0-1 0 0,1-8 1 0 0,-2 0 98 0 0,0 1 1 0 0,-1-1-1 0 0,-1 1 0 0 0,0 0 1 0 0,-1-1-1 0 0,0 1 1 0 0,-1 0-1 0 0,0 0 1 0 0,-1 1-1 0 0,-12-21 1 0 0,12 23-126 0 0,0-1 0 0 0,-1 1 0 0 0,-1 1 0 0 0,1-1 1 0 0,-1 1-1 0 0,-1 0 0 0 0,0 1 0 0 0,0-1 0 0 0,-13-8 1 0 0,16 13-15 0 0,0 1 0 0 0,1-1 1 0 0,-1 1-1 0 0,0 0 1 0 0,0 0-1 0 0,0 1 0 0 0,-1 0 1 0 0,1 0-1 0 0,0 0 1 0 0,-1 0-1 0 0,1 1 0 0 0,0 0 1 0 0,-1 0-1 0 0,1 0 1 0 0,0 1-1 0 0,-1-1 0 0 0,1 1 1 0 0,0 1-1 0 0,0-1 1 0 0,-10 5-1 0 0,-1 2 60 0 0,0 0 1 0 0,1 2-1 0 0,0 0 1 0 0,0 1-1 0 0,1 0 1 0 0,0 1-1 0 0,1 1 1 0 0,-17 21-1 0 0,-2 6 209 0 0,-45 78 0 0 0,64-97-220 0 0,2 1-1 0 0,-12 28 1 0 0,21-45-40 0 0,0 1 0 0 0,0-1 0 0 0,0 1 1 0 0,1 0-1 0 0,0-1 0 0 0,0 1 0 0 0,0 0 1 0 0,1 0-1 0 0,0 0 0 0 0,0 0 0 0 0,1 0 1 0 0,-1 0-1 0 0,1-1 0 0 0,0 1 0 0 0,3 7 0 0 0,-3-11-8 0 0,0 0-1 0 0,0-1 0 0 0,0 1 0 0 0,0-1 0 0 0,0 1 1 0 0,0-1-1 0 0,0 1 0 0 0,1-1 0 0 0,-1 0 0 0 0,1 0 0 0 0,-1 1 1 0 0,1-1-1 0 0,-1 0 0 0 0,1 0 0 0 0,-1-1 0 0 0,1 1 1 0 0,2 1-1 0 0,0-1 1 0 0,1 0 0 0 0,-1 0 1 0 0,0-1-1 0 0,0 1 0 0 0,0-1 1 0 0,1 0-1 0 0,5-1 0 0 0,4-1-2 0 0,0 0-1 0 0,0-1 1 0 0,19-8-1 0 0,-13 4-24 0 0,-1-1-1 0 0,-1-1 1 0 0,1-1 0 0 0,-1 0 0 0 0,-1-1-1 0 0,0-1 1 0 0,-1-1 0 0 0,29-28 0 0 0,-26 20-61 0 0,-2-1 0 0 0,0 0 0 0 0,-1-1 0 0 0,-1-1 0 0 0,-2 0 0 0 0,11-27 0 0 0,-4 1-23 0 0,-3 0-1 0 0,-3-2 1 0 0,-1 0-1 0 0,-3-1 1 0 0,-2 0-1 0 0,2-77 0 0 0,-10 129 81 0 0,0-13 23 0 0,0 14-14 0 0,0 0 0 0 0,0 0-1 0 0,-1 0 1 0 0,1 0 0 0 0,0 0-1 0 0,0 1 1 0 0,0-1 0 0 0,0 0-1 0 0,0 0 1 0 0,0 0 0 0 0,0 0-1 0 0,0 0 1 0 0,-1 0-1 0 0,1 1 1 0 0,0-1 0 0 0,0 0-1 0 0,0 0 1 0 0,0 0 0 0 0,0 0-1 0 0,-1 0 1 0 0,1 0 0 0 0,0 0-1 0 0,0 0 1 0 0,0 0 0 0 0,0 0-1 0 0,-1 0 1 0 0,1 0 0 0 0,0 0-1 0 0,0 0 1 0 0,0 0 0 0 0,0 0-1 0 0,-1 0 1 0 0,1 0 0 0 0,0 0-1 0 0,0 0 1 0 0,0 0-1 0 0,0 0 1 0 0,-1 0 0 0 0,1 0-1 0 0,0 0 1 0 0,0 0 0 0 0,0 0-1 0 0,0-1 1 0 0,0 1 0 0 0,-1 0-1 0 0,1 0 1 0 0,0 0 0 0 0,0 0-1 0 0,0 0 1 0 0,0 0 0 0 0,0-1-1 0 0,0 1 1 0 0,0 0 0 0 0,0 0-1 0 0,-1 0 1 0 0,1 0 0 0 0,0 0-1 0 0,0-1 1 0 0,0 1 0 0 0,0 0-1 0 0,0 0 1 0 0,0 0-1 0 0,0 0 1 0 0,0-1 0 0 0,0 1-1 0 0,0 0 1 0 0,0 0 0 0 0,-7 9-2 0 0,1 0 0 0 0,0 0 0 0 0,0 1 0 0 0,1 0 1 0 0,0 0-1 0 0,-6 21 0 0 0,-56 196-5 0 0,62-211 8 0 0,0 1 0 0 0,2 0 0 0 0,0 0 0 0 0,-1 33 1 0 0,3-24-7 0 0,-1 7-181 0 0,1-1-1 0 0,2 1 1 0 0,5 39 0 0 0,-5-61-64 0 0,1 0 0 0 0,1-1 1 0 0,0 0-1 0 0,0 1 0 0 0,1-1 0 0 0,0 0 1 0 0,0-1-1 0 0,1 1 0 0 0,1-1 0 0 0,0 0 1 0 0,0 0-1 0 0,0 0 0 0 0,13 11 0 0 0,-14-16 74 0 0,0-1-1 0 0,1 0 0 0 0,-1 0 0 0 0,1 0 1 0 0,-1-1-1 0 0,1 0 0 0 0,0 0 0 0 0,0-1 0 0 0,-1 1 1 0 0,1-1-1 0 0,0 0 0 0 0,1-1 0 0 0,-1 0 1 0 0,0 0-1 0 0,0 0 0 0 0,0 0 0 0 0,10-3 1 0 0,-5 1 117 0 0,0 0 0 0 0,0-1 0 0 0,0-1 0 0 0,0 1 0 0 0,0-2 0 0 0,-1 1 0 0 0,0-1 1 0 0,16-12-1 0 0,-25 17 71 0 0,7-6 371 0 0,0 0-1 0 0,-1-1 1 0 0,8-8-1 0 0,-13 13-191 0 0,-1 1 0 0 0,1-1-1 0 0,-1 0 1 0 0,0 0 0 0 0,0 0 0 0 0,0 0-1 0 0,0 0 1 0 0,0 0 0 0 0,0 0 0 0 0,0 0-1 0 0,-1 0 1 0 0,1-1 0 0 0,-1 1-1 0 0,1 0 1 0 0,-1 0 0 0 0,0-1 0 0 0,0 1-1 0 0,0 0 1 0 0,-1-4 0 0 0,1 3-111 0 0,0-1 0 0 0,0 1 0 0 0,0 0 0 0 0,0 0 0 0 0,1 0 0 0 0,-1 0 0 0 0,1 0 0 0 0,0 0 0 0 0,0 0 0 0 0,0 0 0 0 0,0 0 0 0 0,0 0 0 0 0,1 1 0 0 0,-1-1 0 0 0,1 0 0 0 0,0 1 0 0 0,3-5 0 0 0,6-5-118 0 0,0 0-1 0 0,13-11 1 0 0,-20 20 82 0 0,20-18-35 0 0,-9 8 0 0 0,0 0-1 0 0,-1-1 1 0 0,24-31 0 0 0,-35 41-12 0 0,0 0 1 0 0,0 0 0 0 0,-1-1 0 0 0,0 1-1 0 0,1-1 1 0 0,-2 0 0 0 0,1 0-1 0 0,-1 0 1 0 0,1 1 0 0 0,-1-1-1 0 0,-1 0 1 0 0,1-1 0 0 0,-1 1 0 0 0,0 0-1 0 0,0 0 1 0 0,0 0 0 0 0,-1 0-1 0 0,1 0 1 0 0,-1 0 0 0 0,-3-8 0 0 0,2 10-10 0 0,1-1 0 0 0,-1 1 0 0 0,0 0 1 0 0,0 0-1 0 0,-1 0 0 0 0,1 0 1 0 0,-1 0-1 0 0,0 0 0 0 0,1 0 0 0 0,-1 1 1 0 0,0 0-1 0 0,0-1 0 0 0,-1 1 0 0 0,1 0 1 0 0,0 1-1 0 0,-1-1 0 0 0,1 0 1 0 0,-1 1-1 0 0,0 0 0 0 0,1 0 0 0 0,-1 0 1 0 0,0 0-1 0 0,-6 0 0 0 0,1 1 10 0 0,1-1 0 0 0,0 1 0 0 0,-1 0 0 0 0,1 1 1 0 0,0 0-1 0 0,0 0 0 0 0,-1 1 0 0 0,1 0 0 0 0,0 0 0 0 0,-8 4 0 0 0,8-2 26 0 0,0 1 1 0 0,0 0-1 0 0,1 1 1 0 0,-1 0 0 0 0,1 0-1 0 0,0 0 1 0 0,1 1-1 0 0,-1 0 1 0 0,2 0-1 0 0,-1 1 1 0 0,1-1-1 0 0,0 1 1 0 0,0 0-1 0 0,1 1 1 0 0,-5 14-1 0 0,5-13-8 0 0,1 0 0 0 0,0 0 0 0 0,0 0 1 0 0,2 1-1 0 0,-1-1 0 0 0,1 1 0 0 0,1 0 0 0 0,-1-1 0 0 0,2 1 0 0 0,0 0 0 0 0,0-1 0 0 0,1 1 0 0 0,5 15 0 0 0,-5-19-5 0 0,0-1 0 0 0,1 0 0 0 0,0 0 1 0 0,0 0-1 0 0,1 0 0 0 0,0-1 0 0 0,0 1 1 0 0,0-1-1 0 0,0 0 0 0 0,1 0 0 0 0,0-1 0 0 0,0 1 1 0 0,0-1-1 0 0,10 6 0 0 0,-6-6-7 0 0,-1 0 1 0 0,1 0-1 0 0,0-1 0 0 0,0 0 0 0 0,0-1 0 0 0,0 0 0 0 0,0 0 1 0 0,0-1-1 0 0,16 0 0 0 0,-4-2-88 0 0,0-1 0 0 0,1 0 0 0 0,-2-2-1 0 0,1-1 1 0 0,0 0 0 0 0,-1-1 0 0 0,0-2 0 0 0,31-15 0 0 0,-41 18 25 0 0,1-1-1 0 0,-2-1 1 0 0,1 0-1 0 0,-1 0 1 0 0,0-1 0 0 0,0 0-1 0 0,-1-1 1 0 0,0 0 0 0 0,-1 0-1 0 0,0 0 1 0 0,0-1 0 0 0,-1 0-1 0 0,9-20 1 0 0,-10 17 98 0 0,-1 0 0 0 0,1-1 0 0 0,-2 0-1 0 0,0 0 1 0 0,-1 0 0 0 0,0 0 0 0 0,-1-1 0 0 0,-1 1 0 0 0,0 0 0 0 0,-4-29 0 0 0,2 29 98 0 0,3 10-90 0 0,-1 1 0 0 0,0 0 0 0 0,-1 0 0 0 0,1-1 0 0 0,-1 1 0 0 0,1 0 0 0 0,-1 0 0 0 0,0 0 0 0 0,0 0 0 0 0,0 0 0 0 0,0 0 0 0 0,-1 0 0 0 0,-3-6 0 0 0,4 11-49 0 0,1-1 1 0 0,-1 1-1 0 0,0 0 0 0 0,1-1 1 0 0,-1 1-1 0 0,1-1 1 0 0,0 1-1 0 0,0 0 0 0 0,-1-1 1 0 0,1 1-1 0 0,0 0 0 0 0,0-1 1 0 0,1 3-1 0 0,-5 616 495 0 0,4-416-453 0 0,-2-177-25 0 0,2-25-11 0 0,0-1-1 0 0,0 1 1 0 0,-1-1 0 0 0,1 0-1 0 0,0 1 1 0 0,-1-1 0 0 0,1 1-1 0 0,-1-1 1 0 0,1 0 0 0 0,-1 1-1 0 0,0-1 1 0 0,1 0 0 0 0,-1 1-1 0 0,-2 1 1 0 0,2-3-1 0 0,1 0 0 0 0,-1-1 0 0 0,0 1 0 0 0,1 0 0 0 0,-1 0 0 0 0,0 0 0 0 0,1 0 0 0 0,-1-1 0 0 0,0 1-1 0 0,1 0 1 0 0,-1-1 0 0 0,0 1 0 0 0,1 0 0 0 0,-1-1 0 0 0,1 1 0 0 0,-1-1 0 0 0,1 1 0 0 0,-1-1 0 0 0,1 1 0 0 0,-1-1 0 0 0,1 0 0 0 0,-1 1 0 0 0,1-1 0 0 0,-1 0 0 0 0,-10-16-7 0 0,0-4-6 0 0,1 0 0 0 0,0-2 0 0 0,2 1 0 0 0,0-1 0 0 0,2 0 0 0 0,0 0 0 0 0,2-1 0 0 0,0 0 0 0 0,2 1 1 0 0,1-1-1 0 0,2-43 0 0 0,4 27 5 0 0,0-1 0 0 0,3 1-1 0 0,1 1 1 0 0,2 0 0 0 0,2 0 0 0 0,20-42 0 0 0,-20 55 2 0 0,0 1-1 0 0,2 0 1 0 0,1 1-1 0 0,1 1 1 0 0,1 0-1 0 0,34-33 1 0 0,-47 51 1 0 0,1 0 0 0 0,-1 1 0 0 0,1 0 1 0 0,1 0-1 0 0,-1 1 0 0 0,0-1 1 0 0,1 1-1 0 0,11-3 0 0 0,-16 5 3 0 0,1 0-1 0 0,-1 1 1 0 0,0-1 0 0 0,1 1-1 0 0,-1 0 1 0 0,0 0 0 0 0,1 0-1 0 0,-1 0 1 0 0,0 0 0 0 0,1 0-1 0 0,-1 0 1 0 0,0 1 0 0 0,1-1-1 0 0,-1 1 1 0 0,0 0 0 0 0,0 0-1 0 0,0 0 1 0 0,1 0-1 0 0,-1 0 1 0 0,0 0 0 0 0,0 0-1 0 0,0 1 1 0 0,-1-1 0 0 0,1 1-1 0 0,0-1 1 0 0,-1 1 0 0 0,1 0-1 0 0,-1 0 1 0 0,3 3 0 0 0,0 3-2 0 0,-1-1 1 0 0,0 0 0 0 0,-1 1 0 0 0,0-1 0 0 0,0 1 0 0 0,0 0 0 0 0,-1 0-1 0 0,0-1 1 0 0,-1 1 0 0 0,0 0 0 0 0,0 0 0 0 0,-1 0 0 0 0,0 0 0 0 0,0 0-1 0 0,-4 11 1 0 0,-1 6 16 0 0,-2-1 0 0 0,-1 0 0 0 0,-19 35 0 0 0,26-55-11 0 0,-51 94 70 0 0,43-83-91 0 0,0-1 1 0 0,-1 1-1 0 0,0-2 1 0 0,-17 16-1 0 0,24-25-71 0 0,-1-1 1 0 0,1 1 0 0 0,-1-1-1 0 0,0 0 1 0 0,-9 3-1 0 0,13-5 40 0 0,1-1 0 0 0,-1 1 0 0 0,0-1 0 0 0,1 0-1 0 0,-1 1 1 0 0,0-1 0 0 0,0 0 0 0 0,1 1 0 0 0,-1-1 0 0 0,0 0-1 0 0,0 0 1 0 0,1 0 0 0 0,-1 0 0 0 0,0 0 0 0 0,0 0 0 0 0,1 0 0 0 0,-1 0-1 0 0,0 0 1 0 0,0 0 0 0 0,1 0 0 0 0,-1-1 0 0 0,0 1 0 0 0,0 0 0 0 0,1 0-1 0 0,-1-1 1 0 0,0 1 0 0 0,1-1 0 0 0,-1 1 0 0 0,0 0 0 0 0,1-1-1 0 0,-1 1 1 0 0,1-1 0 0 0,-1 0 0 0 0,1 1 0 0 0,-1-1 0 0 0,1 1 0 0 0,-1-1-1 0 0,1 0 1 0 0,0 1 0 0 0,-1-1 0 0 0,1 0 0 0 0,0 1 0 0 0,-1-1-1 0 0,1 0 1 0 0,0 0 0 0 0,0 1 0 0 0,0-1 0 0 0,0 0 0 0 0,0 0 0 0 0,0 1-1 0 0,0-1 1 0 0,0 0 0 0 0,0-1 0 0 0,1-13-880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0.9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1 7005 0 0,'-30'38'592'0'0,"26"-32"-369"0"0,1 1-1 0 0,-1 0 0 0 0,1 0 0 0 0,1 0 0 0 0,-1 0 0 0 0,1 0 1 0 0,1 1-1 0 0,-3 13 0 0 0,4-5 163 0 0,0-1 0 0 0,1 0-1 0 0,4 23 1 0 0,2 24-77 0 0,-2 70 0 0 0,-4-74-310 0 0,-3 148-1527 0 0,2-200 1157 0 0,1-1 1 0 0,0 1 0 0 0,1-1-1 0 0,-1 1 1 0 0,1-1-1 0 0,2 5 1 0 0,1-2-809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1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1 195 6973 0 0,'46'-71'1550'0'0,"-52"88"-1012"0"0,-1-1-1 0 0,2 1 1 0 0,0 0 0 0 0,-3 22 0 0 0,6-26-495 0 0,1 0 0 0 0,0 0-1 0 0,0-1 1 0 0,1 1 0 0 0,1 0 0 0 0,0 0 0 0 0,1-1 0 0 0,6 25 0 0 0,-6-33-38 0 0,-1 0 1 0 0,1 0 0 0 0,0 0-1 0 0,-1 0 1 0 0,2 0 0 0 0,-1-1-1 0 0,0 1 1 0 0,1-1-1 0 0,0 1 1 0 0,0-1 0 0 0,0 0-1 0 0,0 0 1 0 0,0 0-1 0 0,0-1 1 0 0,1 1 0 0 0,0-1-1 0 0,-1 0 1 0 0,1 0 0 0 0,0 0-1 0 0,0 0 1 0 0,0 0-1 0 0,0-1 1 0 0,0 0 0 0 0,1 0-1 0 0,-1 0 1 0 0,0-1 0 0 0,0 1-1 0 0,1-1 1 0 0,7 0-1 0 0,-3-1-4 0 0,0 1-1 0 0,0-1 0 0 0,0-1 0 0 0,0 0 0 0 0,0 0 1 0 0,0 0-1 0 0,0-1 0 0 0,11-6 0 0 0,-16 6 0 0 0,0 1 0 0 0,0-1 0 0 0,0 1 0 0 0,-1-1 0 0 0,1 0 0 0 0,-1-1-1 0 0,1 1 1 0 0,-1-1 0 0 0,0 1 0 0 0,0-1 0 0 0,-1 0 0 0 0,1 0 0 0 0,-1 0-1 0 0,0-1 1 0 0,0 1 0 0 0,0 0 0 0 0,-1-1 0 0 0,2-5 0 0 0,0-5-2 0 0,-1-1 0 0 0,-1 0 0 0 0,0 0 0 0 0,-1 1 0 0 0,-1-1 0 0 0,0 0 0 0 0,-1 0 0 0 0,-5-19 0 0 0,4 24-5 0 0,0 0 0 0 0,0 0 0 0 0,-1 1 0 0 0,0 0 0 0 0,-1 0 0 0 0,0 0 0 0 0,-1 0 0 0 0,0 1 0 0 0,-1 0 0 0 0,1 0 1 0 0,-2 0-1 0 0,-12-11 0 0 0,16 17 4 0 0,0 0 1 0 0,0 1-1 0 0,-1-1 1 0 0,1 1-1 0 0,-1 0 1 0 0,1 0 0 0 0,-1 0-1 0 0,0 1 1 0 0,0-1-1 0 0,1 1 1 0 0,-1 1-1 0 0,0-1 1 0 0,0 1-1 0 0,0-1 1 0 0,-6 2 0 0 0,9-1 4 0 0,0 0 0 0 0,-1 1 0 0 0,1-1 1 0 0,0 1-1 0 0,-1-1 0 0 0,1 1 0 0 0,0 0 1 0 0,0 0-1 0 0,-1 0 0 0 0,1 0 0 0 0,0 1 1 0 0,0-1-1 0 0,0 1 0 0 0,1-1 0 0 0,-1 1 1 0 0,0-1-1 0 0,0 1 0 0 0,1 0 0 0 0,-1 0 1 0 0,1 0-1 0 0,0 0 0 0 0,0 0 0 0 0,-1 0 1 0 0,1 0-1 0 0,0 0 0 0 0,1 1 1 0 0,-1-1-1 0 0,0 0 0 0 0,1 1 0 0 0,-1-1 1 0 0,1 0-1 0 0,0 5 0 0 0,-1-2 0 0 0,1 1-1 0 0,0-1 0 0 0,0 1 1 0 0,0-1-1 0 0,1 0 1 0 0,0 1-1 0 0,0-1 1 0 0,0 0-1 0 0,1 0 0 0 0,0 1 1 0 0,0-1-1 0 0,0 0 1 0 0,0-1-1 0 0,1 1 1 0 0,0 0-1 0 0,5 6 0 0 0,-3-7 10 0 0,-1 1-1 0 0,1-1 1 0 0,0 0-1 0 0,1 0 0 0 0,-1-1 1 0 0,1 1-1 0 0,-1-1 0 0 0,1-1 1 0 0,0 1-1 0 0,0-1 0 0 0,0 0 1 0 0,1 0-1 0 0,11 1 0 0 0,-6-1 3 0 0,1 0 0 0 0,-1-1 0 0 0,1-1 0 0 0,-1 0 0 0 0,1-1 0 0 0,-1-1 0 0 0,1 1 0 0 0,-1-2-1 0 0,0 0 1 0 0,0 0 0 0 0,0-1 0 0 0,0-1 0 0 0,-1 0 0 0 0,1-1 0 0 0,-1 0 0 0 0,0 0 0 0 0,-1-1-1 0 0,0 0 1 0 0,0-1 0 0 0,-1-1 0 0 0,0 1 0 0 0,0-1 0 0 0,10-14 0 0 0,-8 6 132 0 0,-7 12 7 0 0,-7 21-117 0 0,-1-1 8 0 0,1 0 1 0 0,1 0-1 0 0,0 1 1 0 0,1-1-1 0 0,0 1 1 0 0,3 27-1 0 0,-1-39-39 0 0,-1 0 0 0 0,1 0 0 0 0,0 0 0 0 0,0 0 0 0 0,0 0 0 0 0,1 0 0 0 0,-1-1 0 0 0,1 1 0 0 0,0-1 1 0 0,0 1-1 0 0,0-1 0 0 0,0 1 0 0 0,1-1 0 0 0,0 0 0 0 0,-1 0 0 0 0,1 0 0 0 0,0-1 0 0 0,0 1 0 0 0,0-1 0 0 0,1 0 0 0 0,-1 1 0 0 0,1-1 0 0 0,-1-1 0 0 0,1 1 0 0 0,0-1 0 0 0,-1 1 1 0 0,1-1-1 0 0,0 0 0 0 0,0 0 0 0 0,0-1 0 0 0,5 1 0 0 0,1 0-41 0 0,-1-1 0 0 0,1-1 1 0 0,-1 0-1 0 0,0 0 0 0 0,0-1 0 0 0,0 0 0 0 0,1 0 1 0 0,-2-1-1 0 0,1 0 0 0 0,0-1 0 0 0,-1 0 0 0 0,1 0 1 0 0,-1-1-1 0 0,0 0 0 0 0,-1-1 0 0 0,1 1 1 0 0,-1-2-1 0 0,0 1 0 0 0,-1-1 0 0 0,0 0 0 0 0,10-12 1 0 0,-7 6-4 0 0,-1 0 1 0 0,0 0 0 0 0,0-1 0 0 0,-2 0 0 0 0,1 0 0 0 0,-2-1 0 0 0,0 0-1 0 0,-1 0 1 0 0,0 0 0 0 0,-1 0 0 0 0,-1-1 0 0 0,0-20 0 0 0,-1 36 37 0 0,-1-1 1 0 0,0 1-1 0 0,0-1 0 0 0,0 0 1 0 0,0 1-1 0 0,0-1 1 0 0,0 1-1 0 0,0-1 1 0 0,0 0-1 0 0,0 1 0 0 0,0-1 1 0 0,0 1-1 0 0,0-1 1 0 0,0 1-1 0 0,0-1 0 0 0,-1 0 1 0 0,1 1-1 0 0,0-1 1 0 0,0 1-1 0 0,-1-1 1 0 0,1 1-1 0 0,0-1 0 0 0,-1 1 1 0 0,1-1-1 0 0,0 1 1 0 0,-1 0-1 0 0,1-1 1 0 0,-1 1-1 0 0,1-1 0 0 0,-1 1 1 0 0,0-1-1 0 0,1 2 2 0 0,-1 0-1 0 0,0-1 0 0 0,0 1 0 0 0,1-1 1 0 0,-1 1-1 0 0,1 0 0 0 0,-1 0 0 0 0,1-1 1 0 0,-1 1-1 0 0,1 0 0 0 0,-1 0 0 0 0,1-1 1 0 0,-1 1-1 0 0,1 0 0 0 0,0 0 0 0 0,0 0 1 0 0,-1 0-1 0 0,1 0 0 0 0,0 0 0 0 0,0 1 1 0 0,-4 26 66 0 0,1 1 0 0 0,1 0 0 0 0,2 32 0 0 0,13 89 391 0 0,-10-116-358 0 0,117 604 2034 0 0,-104-548-2059 0 0,-15-79-43 0 0,0 0 0 0 0,-1 1 0 0 0,0-1 1 0 0,-1 0-1 0 0,-4 22 0 0 0,5-31-21 0 0,-1 0 0 0 0,1 0 0 0 0,-1 0 0 0 0,0 0 0 0 0,0 0 0 0 0,1 0 0 0 0,-1 0 0 0 0,0 0 0 0 0,-1-1 0 0 0,1 1 0 0 0,0 0 0 0 0,0-1 0 0 0,-1 1 0 0 0,1-1 0 0 0,-1 1 0 0 0,1-1 0 0 0,-1 0 0 0 0,0 1 0 0 0,1-1 0 0 0,-3 1 0 0 0,1-1 2 0 0,1-1 0 0 0,-1 1 0 0 0,0-1 0 0 0,1 1 0 0 0,-1-1 1 0 0,0 0-1 0 0,1 0 0 0 0,-1 0 0 0 0,0 0 0 0 0,1 0 0 0 0,-1-1 0 0 0,0 1 0 0 0,-3-2 1 0 0,-5-2 3 0 0,2-1 0 0 0,-1 1 1 0 0,0-1-1 0 0,1-1 0 0 0,0 0 1 0 0,-13-11-1 0 0,9 5-14 0 0,0 0-1 0 0,1-1 1 0 0,1-1 0 0 0,0 0-1 0 0,0 0 1 0 0,2-1 0 0 0,0-1-1 0 0,1 1 1 0 0,-9-23-1 0 0,10 17 2 0 0,0 1-1 0 0,1-1 0 0 0,2-1 1 0 0,0 1-1 0 0,1-1 0 0 0,1 1 1 0 0,1-34-1 0 0,2 38 5 0 0,1 0-1 0 0,0 0 0 0 0,1 0 1 0 0,1 0-1 0 0,1 0 1 0 0,0 1-1 0 0,1 0 1 0 0,1 0-1 0 0,14-24 1 0 0,-14 29 4 0 0,1 0 0 0 0,0 0 0 0 0,0 1 0 0 0,1 1 0 0 0,0-1 0 0 0,1 1-1 0 0,0 1 1 0 0,1 0 0 0 0,0 0 0 0 0,0 1 0 0 0,0 1 0 0 0,1 0 0 0 0,17-7 0 0 0,-10 7 4 0 0,-1 1 1 0 0,0 0-1 0 0,1 1 0 0 0,0 1 0 0 0,37-1 0 0 0,-45 4-61 0 0,1 0 1 0 0,0 1-1 0 0,0 1 0 0 0,0 0 1 0 0,-1 0-1 0 0,1 1 1 0 0,-1 1-1 0 0,0-1 0 0 0,0 2 1 0 0,18 9-1 0 0,-27-13-56 0 0,0 0 0 0 0,-1 0 0 0 0,1 0-1 0 0,-1 0 1 0 0,1 0 0 0 0,-1 0 0 0 0,1 0 0 0 0,-1 1 0 0 0,0-1-1 0 0,0 0 1 0 0,1 1 0 0 0,-1-1 0 0 0,0 1 0 0 0,0 0-1 0 0,-1-1 1 0 0,1 1 0 0 0,0-1 0 0 0,0 1 0 0 0,-1 0 0 0 0,1 0-1 0 0,-1 0 1 0 0,0-1 0 0 0,1 1 0 0 0,-1 0 0 0 0,0 0 0 0 0,0 0-1 0 0,0 0 1 0 0,0-1 0 0 0,0 1 0 0 0,-1 0 0 0 0,1 0 0 0 0,-1 2-1 0 0,-7 13-1416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2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170 200 9637 0 0,'10'-118'-405'0'0,"-9"204"668"0"0,-12 263 743 0 0,-3-231-777 0 0,-27 267 135 0 0,36-330-355 0 0,-17 80 0 0 0,18-118-4 0 0,-1 0 0 0 0,0 0 1 0 0,-1 0-1 0 0,-1-1 0 0 0,-1 0 0 0 0,0-1 0 0 0,-1 0 0 0 0,-20 26 0 0 0,23-35 149 0 0,11-15-32 0 0,14-16 5 0 0,-7 14-116 0 0,0 1-1 0 0,1 0 1 0 0,0 1 0 0 0,1 0 0 0 0,0 1-1 0 0,1 0 1 0 0,21-7 0 0 0,-13 7 0 0 0,1 1 0 0 0,0 1 0 0 0,0 2 0 0 0,32-3 0 0 0,14 5 158 0 0,0 3 1 0 0,101 15-1 0 0,24 11 287 0 0,42 5-199 0 0,-179-27-224 0 0,1-2-1 0 0,61-7 1 0 0,-118 4-27 0 0,53-7 16 0 0,-51 7 25 0 0,1-1-1 0 0,0-1 1 0 0,-1 1-1 0 0,1-1 1 0 0,-1 0-1 0 0,1 0 1 0 0,-1 0 0 0 0,0 0-1 0 0,5-5 1 0 0,-9 7-28 0 0,1 0 1 0 0,-1 0 0 0 0,0 0 0 0 0,0-1-1 0 0,1 1 1 0 0,-1 0 0 0 0,0 0-1 0 0,0-1 1 0 0,1 1 0 0 0,-1 0 0 0 0,0-1-1 0 0,0 1 1 0 0,0 0 0 0 0,0-1 0 0 0,0 1-1 0 0,0 0 1 0 0,1-1 0 0 0,-1 1 0 0 0,0 0-1 0 0,0-1 1 0 0,0 1 0 0 0,0 0-1 0 0,0-1 1 0 0,0 1 0 0 0,0 0 0 0 0,0-1-1 0 0,-1 1 1 0 0,1 0 0 0 0,0-1 0 0 0,0 1-1 0 0,0 0 1 0 0,0-1 0 0 0,0 1 0 0 0,0 0-1 0 0,-1-1 1 0 0,1 1 0 0 0,-15-12 186 0 0,-24-4-269 0 0,37 16 84 0 0,-3-2-21 0 0,0 0 0 0 0,0-1 0 0 0,-1 1 0 0 0,1-1-1 0 0,1 0 1 0 0,-1 0 0 0 0,0-1 0 0 0,1 1 0 0 0,-1-1-1 0 0,1 0 1 0 0,0 0 0 0 0,1 0 0 0 0,-1-1 0 0 0,1 0-1 0 0,-4-6 1 0 0,4 4-2 0 0,0 1-1 0 0,0-1 1 0 0,0-1 0 0 0,1 1-1 0 0,0 0 1 0 0,1-1-1 0 0,0 1 1 0 0,0-1 0 0 0,0 1-1 0 0,1-1 1 0 0,1-8-1 0 0,8-51-113 0 0,3 0 0 0 0,30-95 0 0 0,-17 70 62 0 0,142-503-135 0 0,-157 567 189 0 0,-7 22 12 0 0,-1-1 0 0 0,1 0 0 0 0,-1 0 0 0 0,0 0 0 0 0,-1 0 0 0 0,2-11 0 0 0,-3 18-8 0 0,0-1 0 0 0,0 0 0 0 0,0 0-1 0 0,-1 0 1 0 0,1 0 0 0 0,0 0 0 0 0,0 0 0 0 0,0 1 0 0 0,-1-1 0 0 0,1 0 0 0 0,0 0 0 0 0,-1 0-1 0 0,1 1 1 0 0,-1-1 0 0 0,1 0 0 0 0,-1 0 0 0 0,1 1 0 0 0,-1-1 0 0 0,0 0 0 0 0,1 1-1 0 0,-1-1 1 0 0,0 1 0 0 0,-1-2 0 0 0,0 1-2 0 0,0 1 0 0 0,0-1-1 0 0,0 0 1 0 0,0 1 0 0 0,0-1 0 0 0,0 1 0 0 0,0 0-1 0 0,0-1 1 0 0,-5 1 0 0 0,-5 1-15 0 0,1 1 1 0 0,-24 6-1 0 0,25-6 16 0 0,-754 120 150 0 0,658-108-501 0 0,-106 28 1 0 0,204-40 296 0 0,-12 4-2021 0 0,19-1 532 0 0,13 0 56 0 0,-3-3 344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3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362 141 6125 0 0,'-8'0'301'0'0,"-1"0"0"0"0,1 1 0 0 0,-1 0 0 0 0,1 0 0 0 0,0 0 0 0 0,-1 2 0 0 0,1-1 1 0 0,0 1-1 0 0,-7 3 0 0 0,11-4-171 0 0,1 0-1 0 0,-1 0 1 0 0,1 1 0 0 0,0-1 0 0 0,0 1 0 0 0,0 0-1 0 0,0 0 1 0 0,1 0 0 0 0,-1 0 0 0 0,1 0 0 0 0,0 1-1 0 0,-1-1 1 0 0,2 1 0 0 0,-1-1 0 0 0,0 1 0 0 0,1 0 0 0 0,-1-1-1 0 0,1 1 1 0 0,0 0 0 0 0,0 6 0 0 0,-4 44 480 0 0,2 0 0 0 0,6 88 0 0 0,-1 51-85 0 0,-29 31-313 0 0,17-177-197 0 0,-1 0 1 0 0,-29 74-1 0 0,0-35-17 0 0,36-78 0 0 0,-1 0 1 0 0,0-1-1 0 0,0 1 1 0 0,-1-1-1 0 0,0 0 1 0 0,0 0-1 0 0,-1-1 1 0 0,-8 7-1 0 0,14-12 2 0 0,1-1 0 0 0,-1 1 0 0 0,0 0 0 0 0,0-1 0 0 0,0 1-1 0 0,0-1 1 0 0,0 1 0 0 0,0-1 0 0 0,0 1 0 0 0,0-1 0 0 0,0 0-1 0 0,0 1 1 0 0,0-1 0 0 0,0 0 0 0 0,0 0 0 0 0,0 0 0 0 0,0 0 0 0 0,0 0-1 0 0,0 0 1 0 0,-1 0 0 0 0,-1-1 0 0 0,3 1 1 0 0,-1-1 0 0 0,0 1 0 0 0,1-1-1 0 0,-1 0 1 0 0,0 1 0 0 0,1-1 0 0 0,-1 0 0 0 0,1 1 0 0 0,-1-1 0 0 0,1 0-1 0 0,-1 0 1 0 0,1 0 0 0 0,0 1 0 0 0,-1-1 0 0 0,1 0 0 0 0,0 0 0 0 0,0 0 0 0 0,0 0-1 0 0,0 0 1 0 0,-1-1 0 0 0,1-2 1 0 0,0-1-1 0 0,0 0 1 0 0,0 1 0 0 0,1-1-1 0 0,0 1 1 0 0,0-1-1 0 0,0 1 1 0 0,3-9 0 0 0,0 6-4 0 0,0 0 0 0 0,0 1 0 0 0,1 0 0 0 0,0 0 0 0 0,0 0 0 0 0,1 0 0 0 0,-1 1 0 0 0,1 0 0 0 0,1 0 0 0 0,-1 1 1 0 0,0-1-1 0 0,1 1 0 0 0,0 1 0 0 0,0-1 0 0 0,12-3 0 0 0,2 0-2 0 0,0 1 0 0 0,1 1 0 0 0,0 1 0 0 0,27-2 0 0 0,28 2 35 0 0,108 10-1 0 0,-39 1-44 0 0,235-13-12 0 0,-368 6 26 0 0,17 2 35 0 0,-41-9 38 0 0,0 1 0 0 0,1-2 0 0 0,0 1 0 0 0,0-1 1 0 0,0-1-1 0 0,1 0 0 0 0,1 0 0 0 0,-13-16 0 0 0,17 17-75 0 0,0-1-1 0 0,0 1 1 0 0,1-1-1 0 0,0 0 1 0 0,0 0-1 0 0,1 0 1 0 0,0 0-1 0 0,1 0 1 0 0,0 0-1 0 0,0 0 1 0 0,1-1-1 0 0,0 1 1 0 0,1 0-1 0 0,3-16 1 0 0,3-11-15 0 0,3-1 0 0 0,17-46 0 0 0,-13 44 14 0 0,-8 21 4 0 0,98-277-50 0 0,-70 210-15 0 0,64-113 0 0 0,-96 194 67 0 0,0 1-9 0 0,1-1 1 0 0,-2 1-1 0 0,1-1 1 0 0,0 0-1 0 0,-1 0 1 0 0,1 1-1 0 0,0-7 1 0 0,-2 9 2 0 0,0 0-1 0 0,0 0 1 0 0,0 0 0 0 0,-1 0 0 0 0,1-1-1 0 0,0 1 1 0 0,-1 0 0 0 0,1 0-1 0 0,0 0 1 0 0,-1 0 0 0 0,1 0 0 0 0,-1 1-1 0 0,0-1 1 0 0,1 0 0 0 0,-1 0 0 0 0,0 0-1 0 0,0 0 1 0 0,1 1 0 0 0,-1-1 0 0 0,0 0-1 0 0,0 1 1 0 0,0-1 0 0 0,0 1-1 0 0,0-1 1 0 0,0 1 0 0 0,0-1 0 0 0,0 1-1 0 0,0-1 1 0 0,0 1 0 0 0,0 0 0 0 0,-2-1-1 0 0,-12-2-13 0 0,0 1 0 0 0,0 1 0 0 0,0 0-1 0 0,-1 0 1 0 0,1 2 0 0 0,0 0 0 0 0,-24 4 0 0 0,1 0-11 0 0,-506 54 109 0 0,503-55-88 0 0,-1 2-1 0 0,-56 15 1 0 0,94-19-18 0 0,0-1 0 0 0,1 1 0 0 0,-1-1 0 0 0,0 1 0 0 0,1 0 1 0 0,0 0-1 0 0,-7 5 0 0 0,10-6 4 0 0,0-1 1 0 0,-1 0-1 0 0,1 1 1 0 0,0-1-1 0 0,-1 0 1 0 0,1 1-1 0 0,0-1 1 0 0,-1 0-1 0 0,1 1 1 0 0,0-1-1 0 0,0 1 1 0 0,0-1-1 0 0,-1 1 1 0 0,1-1-1 0 0,0 1 1 0 0,0-1-1 0 0,0 1 1 0 0,0-1-1 0 0,0 0 1 0 0,0 1-1 0 0,0-1 1 0 0,0 1-1 0 0,0-1 1 0 0,0 1-1 0 0,0 0 1 0 0,1 0-29 0 0,-1-1 0 0 0,1 1 0 0 0,0 0 1 0 0,-1-1-1 0 0,1 1 0 0 0,0 0 1 0 0,0-1-1 0 0,-1 1 0 0 0,1-1 1 0 0,0 1-1 0 0,0-1 0 0 0,0 0 0 0 0,0 1 1 0 0,0-1-1 0 0,-1 0 0 0 0,1 0 1 0 0,0 1-1 0 0,2-1 0 0 0,19 6-1487 0 0,-17-4 1204 0 0,-1 0-1 0 0,1-1 1 0 0,-1 0 0 0 0,1 0 0 0 0,6 0 0 0 0,10 0-865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4.2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 15 7357 0 0,'6'-9'374'0'0,"-7"7"-84"0"0,-3 12 376 0 0,-7 18 192 0 0,2 0 1 0 0,0 1-1 0 0,-3 30 1 0 0,-5 14-162 0 0,-8 24-24 0 0,-86 287 172 0 0,45-117-782 0 0,35-123-45 0 0,8-73-69 0 0,22-70 58 0 0,5-7 7 0 0,-1 1 1 0 0,1 0-1 0 0,0 0 0 0 0,0 0 0 0 0,0 1 0 0 0,1-1 0 0 0,-1 1 0 0 0,7-4 0 0 0,-7 4-17 0 0,10-7-1 0 0,0 0-1 0 0,1 0 1 0 0,1 2-1 0 0,0 0 0 0 0,0 0 1 0 0,1 2-1 0 0,-1 0 1 0 0,2 1-1 0 0,20-5 0 0 0,-15 6 18 0 0,-1 2 1 0 0,2 0-1 0 0,-1 2 0 0 0,0 0 0 0 0,0 2 0 0 0,42 6 0 0 0,9 5 40 0 0,-13-1 64 0 0,0-3 0 0 0,112 2 0 0 0,-172-10-112 0 0,1 0 1 0 0,0-1-1 0 0,0 1 1 0 0,-1 0-1 0 0,1 0 1 0 0,0-1 0 0 0,-1 1-1 0 0,1-1 1 0 0,0 0-1 0 0,-1 1 1 0 0,1-1-1 0 0,-1 0 1 0 0,1 0 0 0 0,-1 0-1 0 0,1 0 1 0 0,-1 0-1 0 0,0 0 1 0 0,0-1-1 0 0,1 1 1 0 0,-1 0-1 0 0,0-1 1 0 0,0 1 0 0 0,0-1-1 0 0,0 1 1 0 0,0-1-1 0 0,-1 1 1 0 0,2-3-1 0 0,0-4 14 0 0,0 0 0 0 0,-1 0 0 0 0,0 0 0 0 0,1-16 0 0 0,1-11-27 0 0,17-145-43 0 0,-7 42 44 0 0,32-76-89 0 0,-28 148 251 0 0,-2-1 0 0 0,8-106-1 0 0,-23 166-61 0 0,0 0-1 0 0,0 0 0 0 0,-1 0 1 0 0,0 0-1 0 0,0 1 0 0 0,-1-1 1 0 0,1 0-1 0 0,-1 0 0 0 0,-6-11 0 0 0,6 15-34 0 0,1 0 0 0 0,-1 0 0 0 0,-1-1 0 0 0,1 1 0 0 0,0 1 0 0 0,-1-1 0 0 0,0 0 0 0 0,1 1-1 0 0,-1-1 1 0 0,0 1 0 0 0,0 0 0 0 0,-1 0 0 0 0,1 0 0 0 0,0 0 0 0 0,-1 0 0 0 0,1 1 0 0 0,-1 0 0 0 0,1-1-1 0 0,-5 1 1 0 0,-5-1 25 0 0,1 0 1 0 0,-1 1-1 0 0,0 1 0 0 0,1 0 0 0 0,-1 1 0 0 0,0 0 0 0 0,-14 4 1 0 0,-88 27-202 0 0,43-10-107 0 0,25-8-299 0 0,-31 7-1085 0 0,-2-3-838 0 0,36-10 757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535 166 5757 0 0,'8'-19'418'0'0,"0"0"1"0"0,13-22 0 0 0,8-19 1661 0 0,-29 60-2019 0 0,1-1 0 0 0,-1 0-1 0 0,0 1 1 0 0,0-1 0 0 0,1 0 0 0 0,-1 1 0 0 0,0-1 0 0 0,0 0 0 0 0,0 1 0 0 0,0-1-1 0 0,0 0 1 0 0,0 0 0 0 0,0 1 0 0 0,0-1 0 0 0,0 0 0 0 0,0 1 0 0 0,0-1 0 0 0,0 0-1 0 0,0 0 1 0 0,-1 1 0 0 0,1-1 0 0 0,0 0 0 0 0,-1 1 0 0 0,1-1 0 0 0,0 1 0 0 0,-1-1-1 0 0,1 0 1 0 0,-1 1 0 0 0,1-1 0 0 0,-1 1 0 0 0,1-1 0 0 0,-1 1 0 0 0,1-1 0 0 0,-1 1-1 0 0,1 0 1 0 0,-1-1 0 0 0,0 1 0 0 0,1 0 0 0 0,-1-1 0 0 0,0 1 0 0 0,1 0 0 0 0,-1 0-1 0 0,0 0 1 0 0,1-1 0 0 0,-1 1 0 0 0,-1 0 0 0 0,-5-1 96 0 0,-1 1-1 0 0,1 0 1 0 0,-15 1 0 0 0,7 0-4 0 0,-21-1-83 0 0,0 1 0 0 0,0 3 0 0 0,0 0 0 0 0,1 3 0 0 0,-56 16 0 0 0,75-17-55 0 0,0 0 0 0 0,0 1 1 0 0,0 1-1 0 0,1 0 0 0 0,1 1 0 0 0,-1 1 0 0 0,1 0 0 0 0,1 1 0 0 0,0 0 0 0 0,0 1 1 0 0,1 1-1 0 0,1 0 0 0 0,-18 27 0 0 0,22-29 23 0 0,1 0 0 0 0,0 1-1 0 0,1 0 1 0 0,1 0 0 0 0,0 0 0 0 0,0 1 0 0 0,1 0 0 0 0,1-1-1 0 0,0 1 1 0 0,1 0 0 0 0,0 0 0 0 0,1 0 0 0 0,1 0 0 0 0,0 0-1 0 0,0 0 1 0 0,5 17 0 0 0,-3-19-17 0 0,1 0 0 0 0,-1 0 0 0 0,2-1 1 0 0,-1 0-1 0 0,2 0 0 0 0,-1 0 0 0 0,1 0 0 0 0,1-1 0 0 0,0 0 0 0 0,0 0 0 0 0,0-1 0 0 0,1 0 1 0 0,1-1-1 0 0,-1 1 0 0 0,1-1 0 0 0,1-1 0 0 0,-1 0 0 0 0,1 0 0 0 0,10 4 0 0 0,-2-3-178 0 0,0-1 0 0 0,0 0 0 0 0,1-2 0 0 0,-1 0 0 0 0,1-1-1 0 0,0-1 1 0 0,22 0 0 0 0,-8-2-752 0 0,0-2-1 0 0,0-2 1 0 0,41-9-1 0 0,-20-1-545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6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355 237 7069 0 0,'0'-11'211'0'0,"1"0"-1"0"0,1 1 1 0 0,4-17 0 0 0,1-5 949 0 0,-5 18-329 0 0,1 4-488 0 0,-2-1 1 0 0,1 1-1 0 0,-1-1 1 0 0,-1 0 0 0 0,0 1-1 0 0,-2-12 1 0 0,2 20-337 0 0,-1-1-1 0 0,1 1 1 0 0,-1 0 0 0 0,0-1 0 0 0,0 1 0 0 0,0 0 0 0 0,0 0 0 0 0,-1 0-1 0 0,1 0 1 0 0,-1 0 0 0 0,1 0 0 0 0,-1 0 0 0 0,1 0 0 0 0,-1 0 0 0 0,0 1-1 0 0,0-1 1 0 0,0 1 0 0 0,0-1 0 0 0,0 1 0 0 0,0 0 0 0 0,0 0 0 0 0,-1 0-1 0 0,1 0 1 0 0,0 0 0 0 0,-1 1 0 0 0,1-1 0 0 0,0 0 0 0 0,-1 1 0 0 0,1 0-1 0 0,-1 0 1 0 0,-3 0 0 0 0,-5 0-10 0 0,1 0 1 0 0,-1 1-1 0 0,0 0 0 0 0,1 1 0 0 0,0 1 0 0 0,-1-1 1 0 0,-10 5-1 0 0,-2 2-24 0 0,-43 24-1 0 0,55-26 26 0 0,0 0 0 0 0,0 0-1 0 0,0 1 1 0 0,1 0 0 0 0,-16 16-1 0 0,25-22 5 0 0,-1 0 0 0 0,0 0 0 0 0,1-1 0 0 0,0 1-1 0 0,-1 0 1 0 0,1 0 0 0 0,0 0 0 0 0,0 0 0 0 0,0 1 0 0 0,0-1 0 0 0,0 0-1 0 0,1 0 1 0 0,-1 1 0 0 0,1-1 0 0 0,-1 0 0 0 0,1 1 0 0 0,0-1 0 0 0,0 0-1 0 0,0 1 1 0 0,0-1 0 0 0,0 0 0 0 0,1 1 0 0 0,-1-1 0 0 0,1 0 0 0 0,-1 1-1 0 0,1-1 1 0 0,0 0 0 0 0,0 0 0 0 0,0 0 0 0 0,0 0 0 0 0,0 0 0 0 0,1 0-1 0 0,-1 0 1 0 0,1 0 0 0 0,-1 0 0 0 0,1 0 0 0 0,-1-1 0 0 0,1 1 0 0 0,3 1-1 0 0,15 11 15 0 0,0 0 0 0 0,2-2 0 0 0,-1 0 0 0 0,1-1 0 0 0,1-2-1 0 0,33 10 1 0 0,-18-6-6 0 0,45 23-1 0 0,-67-28-18 0 0,0 1-1 0 0,26 20 1 0 0,-38-26 7 0 0,-1 0-1 0 0,0 0 1 0 0,0 0 0 0 0,1 0-1 0 0,-2 1 1 0 0,1-1 0 0 0,0 1-1 0 0,-1 0 1 0 0,0 0 0 0 0,0 0-1 0 0,0 0 1 0 0,0 0 0 0 0,0 0-1 0 0,-1 1 1 0 0,0-1 0 0 0,1 8-1 0 0,-2-9 4 0 0,0 0-1 0 0,0-1 0 0 0,-1 1 0 0 0,1-1 0 0 0,-1 1 0 0 0,0-1 0 0 0,1 1 0 0 0,-1-1 0 0 0,0 1 0 0 0,-1-1 0 0 0,1 0 0 0 0,0 1 0 0 0,-1-1 0 0 0,1 0 0 0 0,-1 0 0 0 0,0 0 0 0 0,1 0 0 0 0,-5 2 0 0 0,1 1-8 0 0,0-1 1 0 0,0 0 0 0 0,-1-1-1 0 0,0 1 1 0 0,-11 4-1 0 0,-6 0-171 0 0,1-1-1 0 0,-1-1 1 0 0,-1-1-1 0 0,1-2 1 0 0,-29 2-1 0 0,33-4-178 0 0,0-1-1 0 0,0 0 0 0 0,0-2 1 0 0,1 0-1 0 0,-1-2 0 0 0,-35-10 1 0 0,48 12 191 0 0,1 0-1 0 0,0 0 1 0 0,0 0 0 0 0,0-1 0 0 0,0 0-1 0 0,0 0 1 0 0,1 0 0 0 0,-1-1 0 0 0,1 1-1 0 0,0-1 1 0 0,0 0 0 0 0,-7-9 0 0 0,-2-8-651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6.9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11 7197 0 0,'0'0'12'0'0,"-1"-1"0"0"0,1 1 0 0 0,0 0 0 0 0,-1 0 0 0 0,1-1 0 0 0,0 1 0 0 0,0 0 0 0 0,-1 0 0 0 0,1 0 0 0 0,-1-1 1 0 0,1 1-1 0 0,0 0 0 0 0,-1 0 0 0 0,1 0 0 0 0,0 0 0 0 0,-1 0 0 0 0,1 0 0 0 0,-1-1 0 0 0,1 1 0 0 0,0 0 0 0 0,-1 0 0 0 0,1 0 0 0 0,-1 1 1 0 0,1-1-1 0 0,-1 0 0 0 0,1 0 0 0 0,0 0 0 0 0,-1 0 0 0 0,1 0 0 0 0,0 0 0 0 0,-1 0 0 0 0,1 1 0 0 0,0-1 0 0 0,-1 0 0 0 0,1 0 0 0 0,0 1 1 0 0,-1-1-1 0 0,1 0 0 0 0,0 0 0 0 0,-1 1 0 0 0,1-1 0 0 0,0 1 0 0 0,-7 9 254 0 0,6-8-234 0 0,0-1-1 0 0,-1 1 1 0 0,1 0 0 0 0,0 0 0 0 0,0 0 0 0 0,0-1 0 0 0,0 1 0 0 0,0 0 0 0 0,1 0 0 0 0,-1 1 0 0 0,1-1-1 0 0,-1 0 1 0 0,1 0 0 0 0,0 0 0 0 0,0 0 0 0 0,0 0 0 0 0,0 0 0 0 0,0 1 0 0 0,0-1 0 0 0,0 0 0 0 0,1 0-1 0 0,-1 0 1 0 0,1 0 0 0 0,0 0 0 0 0,-1 0 0 0 0,1 0 0 0 0,1 2 0 0 0,14 33 395 0 0,140 297 1335 0 0,-124-286-1710 0 0,-29-44-30 0 0,0-1 1 0 0,-1 0 0 0 0,1 0 0 0 0,0 0 0 0 0,1 0 0 0 0,-1 0 0 0 0,0-1 0 0 0,1 1 0 0 0,0-1 0 0 0,-1 0-1 0 0,6 2 1 0 0,-8-4 2 0 0,0 0-1 0 0,0 0 1 0 0,1-1-1 0 0,-1 1 1 0 0,0 0-1 0 0,0-1 1 0 0,0 1-1 0 0,0 0 1 0 0,0-1-1 0 0,0 1 1 0 0,0-1-1 0 0,0 0 1 0 0,0 1-1 0 0,0-1 1 0 0,0 0-1 0 0,-1 1 0 0 0,1-1 1 0 0,0 0-1 0 0,0 0 1 0 0,-1 0-1 0 0,2-1 1 0 0,13-22 271 0 0,-7 7-237 0 0,-2 0 0 0 0,0-1-1 0 0,-1 0 1 0 0,-1 0 0 0 0,0-1 0 0 0,1-20-1 0 0,-1-115 33 0 0,-5 109-6 0 0,1 12-43 0 0,-1 8 30 0 0,2 0 1 0 0,3-27 0 0 0,1 35-129 0 0,5 32-161 0 0,-6-3-120 0 0,0 0 0 0 0,-1 0 0 0 0,-1 1 0 0 0,2 15 0 0 0,3 14-798 0 0,0-5 41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7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58 129 8069 0 0,'10'-57'765'0'0,"-6"43"-162"0"0,-2 0 0 0 0,1 0 0 0 0,-1-16 0 0 0,-4 134-20 0 0,-32 193 0 0 0,25-241-532 0 0,-4 9 37 0 0,4 0-1 0 0,-3 110 0 0 0,12-161 14 0 0,1 0-1 0 0,0 0 1 0 0,1 0 0 0 0,1 0-1 0 0,5 19 1 0 0,-6-29-54 0 0,-1-1 1 0 0,1 1-1 0 0,-1-1 1 0 0,1 1-1 0 0,0-1 0 0 0,0 0 1 0 0,1 0-1 0 0,-1 0 1 0 0,1 0-1 0 0,-1 0 1 0 0,1 0-1 0 0,0-1 0 0 0,0 1 1 0 0,0-1-1 0 0,0 0 1 0 0,1 0-1 0 0,-1 0 1 0 0,1 0-1 0 0,-1-1 0 0 0,1 1 1 0 0,-1-1-1 0 0,1 0 1 0 0,0 0-1 0 0,6 0 1 0 0,4 1 34 0 0,0-2 0 0 0,0 0 0 0 0,1-1 0 0 0,-1 0 0 0 0,0-1 0 0 0,25-7 1 0 0,85-34 49 0 0,-78 25-141 0 0,229-65 22 0 0,-248 75-4 0 0,-21 6-16 0 0,1-1 1 0 0,-1 2-1 0 0,1-1 1 0 0,-1 1 0 0 0,9-1-1 0 0,-36 10-239 0 0,18-7 138 0 0,0 1 0 0 0,1-1-1 0 0,-1 0 1 0 0,0 0 0 0 0,0 0-1 0 0,0 0 1 0 0,0 0 0 0 0,-5 0-1 0 0,-2 0-640 0 0,0 0-1 0 0,0 0 0 0 0,-14 4 1 0 0,14-2-176 0 0,-7 0-498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352 370 4372 0 0,'5'2'108'0'0,"1"-1"-1"0"0,-1 0 0 0 0,1 0 0 0 0,-1-1 0 0 0,1 0 0 0 0,-1 0 0 0 0,1 0 1 0 0,0 0-1 0 0,-1-1 0 0 0,6-2 0 0 0,8 0 817 0 0,29-12 0 0 0,-43 13-781 0 0,-1-1 0 0 0,1 0 0 0 0,-1 0 0 0 0,1 0 0 0 0,-1 0 0 0 0,0-1 0 0 0,-1 0 0 0 0,1 1-1 0 0,-1-1 1 0 0,1-1 0 0 0,-1 1 0 0 0,0 0 0 0 0,-1-1 0 0 0,1 0 0 0 0,-1 1 0 0 0,0-1 0 0 0,3-9-1 0 0,-1 0 57 0 0,0 0 0 0 0,-1 0 0 0 0,0 0-1 0 0,-1 0 1 0 0,0-22 0 0 0,-2 18-66 0 0,-1 0 0 0 0,-6-34 0 0 0,6 47-91 0 0,0 0-1 0 0,0 0 0 0 0,-1 0 0 0 0,0 1 0 0 0,1-1 1 0 0,-2 0-1 0 0,1 1 0 0 0,0-1 0 0 0,-1 1 1 0 0,0-1-1 0 0,0 1 0 0 0,0 0 0 0 0,-1 1 1 0 0,-6-7-1 0 0,8 9-29 0 0,-1 0 0 0 0,1 0 1 0 0,-1 0-1 0 0,1 0 0 0 0,-1 0 1 0 0,0 1-1 0 0,1-1 0 0 0,-1 1 0 0 0,0 0 1 0 0,1 0-1 0 0,-1 0 0 0 0,0 0 1 0 0,1 0-1 0 0,-1 1 0 0 0,0-1 0 0 0,1 1 1 0 0,-1 0-1 0 0,1 0 0 0 0,-1-1 1 0 0,1 2-1 0 0,-1-1 0 0 0,1 0 1 0 0,-4 3-1 0 0,-4 2-16 0 0,0 1 0 0 0,1 0 0 0 0,-17 16 0 0 0,14-11 8 0 0,1 2 0 0 0,1-1-1 0 0,0 2 1 0 0,1-1 0 0 0,0 1 0 0 0,1 1-1 0 0,1 0 1 0 0,0 0 0 0 0,1 0 0 0 0,1 1-1 0 0,0-1 1 0 0,-3 28 0 0 0,1 20 26 0 0,2 0 0 0 0,4 67 0 0 0,1-87-13 0 0,0 30-13 0 0,2-2-8 0 0,-3 0 0 0 0,-22 140 1 0 0,21-201-145 0 0,-1 0 0 0 0,-1 0-1 0 0,0-1 1 0 0,0 1 0 0 0,-1-1 0 0 0,0 0 0 0 0,-1 0 0 0 0,-12 17 0 0 0,16-24 27 0 0,0 0 1 0 0,-1-1-1 0 0,1 0 1 0 0,0 1-1 0 0,-1-1 1 0 0,1 0-1 0 0,-1 0 0 0 0,0-1 1 0 0,0 1-1 0 0,1 0 1 0 0,-1-1-1 0 0,0 0 1 0 0,0 1-1 0 0,-1-1 1 0 0,1-1-1 0 0,0 1 1 0 0,0 0-1 0 0,0-1 1 0 0,-1 1-1 0 0,1-1 1 0 0,0 0-1 0 0,-1 0 1 0 0,1-1-1 0 0,0 1 1 0 0,0-1-1 0 0,-1 1 1 0 0,1-1-1 0 0,0 0 1 0 0,0 0-1 0 0,0 0 1 0 0,0-1-1 0 0,0 1 1 0 0,0-1-1 0 0,-3-2 1 0 0,0 0-70 0 0,0-1 1 0 0,1 0-1 0 0,0 0 1 0 0,0-1-1 0 0,0 1 1 0 0,1-1-1 0 0,-1 0 1 0 0,1 0 0 0 0,1-1-1 0 0,-1 1 1 0 0,1-1-1 0 0,-4-11 1 0 0,-2-10-368 0 0,-9-48 0 0 0,18 74 539 0 0,-4-16-56 0 0,1 0 0 0 0,1 0 0 0 0,1 0 1 0 0,1 0-1 0 0,1-21 0 0 0,0 30 197 0 0,1 0-1 0 0,0 1 1 0 0,0-1 0 0 0,0 1-1 0 0,1 0 1 0 0,0 0 0 0 0,1 0-1 0 0,0 0 1 0 0,0 0 0 0 0,1 1-1 0 0,0 0 1 0 0,10-13 0 0 0,-6 12 32 0 0,-1 0 0 0 0,2 1 0 0 0,-1 0 0 0 0,0 0 0 0 0,1 1 0 0 0,1 0-1 0 0,-1 1 1 0 0,1 0 0 0 0,-1 1 0 0 0,1 0 0 0 0,1 1 0 0 0,14-3 0 0 0,14 0 115 0 0,0 1 0 0 0,52 2 0 0 0,8-1 71 0 0,-53-2-1494 0 0,87-23 0 0 0,-122 25 514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35 294 4400 0 0,'0'-2'137'0'0,"0"-1"0"0"0,-1 1-1 0 0,1-1 1 0 0,-1 1 0 0 0,0 0 0 0 0,0-1-1 0 0,0 1 1 0 0,-1-4 0 0 0,2 6-112 0 0,0 0 0 0 0,0 0 0 0 0,0 0 0 0 0,0 0 0 0 0,0 0 0 0 0,0 0 0 0 0,0 0 0 0 0,0 0 0 0 0,0-1 0 0 0,0 1 0 0 0,-1 0 1 0 0,1 0-1 0 0,0 0 0 0 0,0 0 0 0 0,0 0 0 0 0,0 0 0 0 0,0 0 0 0 0,0 0 0 0 0,0 0 0 0 0,0-1 0 0 0,0 1 0 0 0,0 0 0 0 0,0 0 0 0 0,0 0 1 0 0,0 0-1 0 0,-1 0 0 0 0,1 0 0 0 0,0 0 0 0 0,0 0 0 0 0,0 0 0 0 0,0 0 0 0 0,0 0 0 0 0,0 0 0 0 0,0 0 0 0 0,0 0 0 0 0,-1 0 1 0 0,1 0-1 0 0,0 0 0 0 0,0 0 0 0 0,0 0 0 0 0,0 0 0 0 0,0 0 0 0 0,0 0 0 0 0,0 0 0 0 0,0 0 0 0 0,-1 0 0 0 0,1 0 0 0 0,0 0 0 0 0,0 0 1 0 0,0 0-1 0 0,0 0 0 0 0,0 0 0 0 0,0 0 0 0 0,0 0 0 0 0,0 16 638 0 0,1-5-396 0 0,-1-1 0 0 0,0 1 0 0 0,0-1 0 0 0,-2 1 0 0 0,-1 11 0 0 0,-3 27 242 0 0,-1 10-286 0 0,0 20 32 0 0,7-71-399 0 0,1 0-1 0 0,-1 0 1 0 0,1 0-1 0 0,1 0 1 0 0,-1 0 0 0 0,2 0-1 0 0,3 11 1 0 0,-6-19 120 0 0,0 1-48 0 0,1 0 0 0 0,-1 0 0 0 0,0-1 0 0 0,1 1 0 0 0,-1 0 0 0 0,0 0 0 0 0,1-1 0 0 0,-1 1 0 0 0,1 0 0 0 0,-1-1 0 0 0,1 1 0 0 0,0-1 0 0 0,-1 1 0 0 0,1 0 0 0 0,1 0 0 0 0,4 0-810 0 0</inkml:trace>
  <inkml:trace contextRef="#ctx0" brushRef="#br0" timeOffset="1">177 51 6753 0 0,'1'-8'88'0'0,"0"-19"304"0"0,-1 27-360 0 0,0-1 0 0 0,0 0-1 0 0,0 1 1 0 0,0-1 0 0 0,0 1 0 0 0,0-1-1 0 0,0 0 1 0 0,0 1 0 0 0,0-1-1 0 0,0 1 1 0 0,0-1 0 0 0,0 0 0 0 0,0 1-1 0 0,-1-1 1 0 0,1 1 0 0 0,0-1-1 0 0,0 1 1 0 0,-1-1 0 0 0,1 1 0 0 0,0-1-1 0 0,-1 1 1 0 0,1-1 0 0 0,0 1 0 0 0,-1-1-1 0 0,1 1 1 0 0,-1 0 0 0 0,0-1-1 0 0,0 1 32 0 0,-1 1-1 0 0,1-1 0 0 0,0 1 0 0 0,-1-1 0 0 0,1 1 1 0 0,0 0-1 0 0,-1-1 0 0 0,1 1 0 0 0,0 0 0 0 0,0 0 0 0 0,0 0 1 0 0,0 0-1 0 0,0 0 0 0 0,0 0 0 0 0,0 1 0 0 0,0-1 1 0 0,0 0-1 0 0,0 0 0 0 0,0 2 0 0 0,-15 28-169 0 0,14-26 166 0 0,-2 3-160 0 0,1 0 0 0 0,0 0 0 0 0,1 0 1 0 0,-3 14-1 0 0,4-19-37 0 0,1 0 0 0 0,0 0 0 0 0,-1 0 0 0 0,1 1 0 0 0,1-1 1 0 0,-1 0-1 0 0,0 0 0 0 0,1 0 0 0 0,0 0 0 0 0,-1 0 0 0 0,1 0 1 0 0,0 0-1 0 0,1 0 0 0 0,-1 0 0 0 0,0 0 0 0 0,3 2 0 0 0,4 6-690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8.8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38 6501 0 0,'10'-38'1288'0'0,"-8"48"-1081"0"0,-1 0 0 0 0,-1 0-1 0 0,0-1 1 0 0,-2 18 0 0 0,0 13 62 0 0,3 60-87 0 0,-15 114 0 0 0,14-204-621 0 0,0 0 0 0 0,0 0 0 0 0,1-1 0 0 0,4 19 0 0 0,-3-19-457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9.1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21 154 7549 0 0,'1'0'-2'0'0,"-1"-1"1"0"0,1 1 0 0 0,-1-1 0 0 0,1 1-1 0 0,0 0 1 0 0,0-1 0 0 0,-1 1 0 0 0,1 0-1 0 0,0 0 1 0 0,0 0 0 0 0,-1-1-1 0 0,1 1 1 0 0,0 0 0 0 0,0 0 0 0 0,-1 0-1 0 0,1 0 1 0 0,0 0 0 0 0,0 1 0 0 0,-1-1-1 0 0,1 0 1 0 0,0 0 0 0 0,0 0 0 0 0,-1 1-1 0 0,2-1 1 0 0,13 15 342 0 0,-13-13-269 0 0,-1 0-1 0 0,1-1 1 0 0,-1 1 0 0 0,1 0-1 0 0,0-1 1 0 0,0 1-1 0 0,0-1 1 0 0,0 1-1 0 0,0-1 1 0 0,0 0-1 0 0,4 2 1 0 0,4-2 101 0 0,0-1 1 0 0,0 0 0 0 0,0-1-1 0 0,0 0 1 0 0,0 0 0 0 0,-1-1-1 0 0,1 0 1 0 0,10-4-1 0 0,-4 2-134 0 0,-6 1-26 0 0,0 1-1 0 0,-1-1 0 0 0,1-1 1 0 0,-1 0-1 0 0,12-7 0 0 0,-17 9-9 0 0,0-1 0 0 0,-1 1 0 0 0,0-1 0 0 0,0 0 0 0 0,1 0 0 0 0,-2 0 0 0 0,1 0 0 0 0,0-1 0 0 0,-1 1 0 0 0,1-1 0 0 0,-1 0 0 0 0,0 1-1 0 0,0-1 1 0 0,2-8 0 0 0,-3 8-5 0 0,1-1 1 0 0,-2 0-1 0 0,1 0 0 0 0,0 0 0 0 0,-1 1 0 0 0,0-1 1 0 0,0 0-1 0 0,0 0 0 0 0,-3-9 0 0 0,3 12 1 0 0,0 1-1 0 0,-1-1 0 0 0,1 0 0 0 0,-1 1 1 0 0,0-1-1 0 0,0 1 0 0 0,1 0 0 0 0,-1-1 1 0 0,0 1-1 0 0,0 0 0 0 0,0-1 1 0 0,0 1-1 0 0,0 0 0 0 0,-1 0 0 0 0,1 0 1 0 0,0 0-1 0 0,-1 0 0 0 0,1 0 0 0 0,0 0 1 0 0,-1 0-1 0 0,1 1 0 0 0,-1-1 1 0 0,1 1-1 0 0,-1-1 0 0 0,0 1 0 0 0,1-1 1 0 0,-1 1-1 0 0,1 0 0 0 0,-1 0 1 0 0,0 0-1 0 0,1 0 0 0 0,-1 0 0 0 0,-2 0 1 0 0,-12 3 18 0 0,1 0 1 0 0,0 1-1 0 0,0 0 1 0 0,0 2 0 0 0,0-1-1 0 0,1 2 1 0 0,0 0-1 0 0,0 0 1 0 0,1 2-1 0 0,0-1 1 0 0,1 2 0 0 0,0 0-1 0 0,0 0 1 0 0,1 1-1 0 0,-15 18 1 0 0,22-23-4 0 0,0 1 0 0 0,0-1-1 0 0,0 1 1 0 0,1 0 0 0 0,-1 0 0 0 0,2 1 0 0 0,-1-1-1 0 0,1 0 1 0 0,0 1 0 0 0,1 0 0 0 0,0-1 0 0 0,0 1 0 0 0,1 11-1 0 0,0-14-12 0 0,0-1-1 0 0,1 0 1 0 0,0 1 0 0 0,-1-1-1 0 0,1 0 1 0 0,1 0-1 0 0,-1 0 1 0 0,1 0-1 0 0,0 0 1 0 0,0 0 0 0 0,0 0-1 0 0,0 0 1 0 0,0-1-1 0 0,1 1 1 0 0,0-1-1 0 0,0 0 1 0 0,0 0-1 0 0,0 0 1 0 0,0 0 0 0 0,1 0-1 0 0,-1-1 1 0 0,1 1-1 0 0,-1-1 1 0 0,1 0-1 0 0,5 2 1 0 0,3 0-231 0 0,0-1 1 0 0,1 0-1 0 0,-1 0 0 0 0,1-2 1 0 0,0 1-1 0 0,-1-1 0 0 0,1-1 0 0 0,0-1 1 0 0,0 1-1 0 0,-1-2 0 0 0,17-3 1 0 0,-1-1-759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49.5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280 91 6909 0 0,'5'-24'200'0'0,"-3"20"-59"0"0,-1 0-1 0 0,0 1 1 0 0,-1-1-1 0 0,1 0 1 0 0,-1 0-1 0 0,1 0 1 0 0,-2-7-1 0 0,1 10-57 0 0,-1 0-1 0 0,1-1 1 0 0,-1 1 0 0 0,1-1-1 0 0,-1 1 1 0 0,0 0-1 0 0,0-1 1 0 0,1 1-1 0 0,-1 0 1 0 0,0 0 0 0 0,0 0-1 0 0,0 0 1 0 0,0 0-1 0 0,-1 0 1 0 0,1 0-1 0 0,0 0 1 0 0,0 0 0 0 0,-1 0-1 0 0,1 1 1 0 0,0-1-1 0 0,-1 0 1 0 0,1 1-1 0 0,-1-1 1 0 0,-2 0 0 0 0,-1 0-24 0 0,0 1 0 0 0,0-1 0 0 0,0 1 0 0 0,0 0 1 0 0,0 0-1 0 0,0 0 0 0 0,0 1 0 0 0,0 0 0 0 0,0 0 1 0 0,1 0-1 0 0,-1 1 0 0 0,0-1 0 0 0,0 1 1 0 0,1 0-1 0 0,-1 0 0 0 0,-4 4 0 0 0,2-2-46 0 0,1 0 0 0 0,0 0 0 0 0,0 1 0 0 0,0 0 0 0 0,1 0 0 0 0,-1 0 0 0 0,1 1 0 0 0,1-1 0 0 0,-1 1 0 0 0,-5 10 0 0 0,9-13-16 0 0,0 0 1 0 0,0 0-1 0 0,0 0 0 0 0,0 1 0 0 0,1-1 0 0 0,-1 0 1 0 0,1 1-1 0 0,0-1 0 0 0,0 0 0 0 0,0 1 1 0 0,0-1-1 0 0,1 0 0 0 0,0 1 0 0 0,-1-1 0 0 0,1 0 1 0 0,0 0-1 0 0,0 0 0 0 0,1 0 0 0 0,-1 0 1 0 0,4 6-1 0 0,4 5 5 0 0,0-1-1 0 0,1 0 1 0 0,12 12 0 0 0,-10-12 25 0 0,34 39 175 0 0,-17-21 372 0 0,49 69 0 0 0,-77-99-563 0 0,0 1-1 0 0,1 0 1 0 0,-1 0-1 0 0,0 0 1 0 0,0 0-1 0 0,0 0 0 0 0,0 0 1 0 0,-1 0-1 0 0,1 0 1 0 0,-1 0-1 0 0,1 0 1 0 0,-1 0-1 0 0,0 0 1 0 0,1 1-1 0 0,-1-1 1 0 0,0 0-1 0 0,0 0 1 0 0,-1 0-1 0 0,1 0 1 0 0,0 1-1 0 0,-2 2 1 0 0,1-3 0 0 0,-1 0 1 0 0,1 0-1 0 0,-1-1 1 0 0,0 1-1 0 0,1 0 1 0 0,-1-1-1 0 0,0 1 1 0 0,0-1 0 0 0,0 0-1 0 0,0 1 1 0 0,0-1-1 0 0,-1 0 1 0 0,1 0-1 0 0,0 0 1 0 0,0-1-1 0 0,-1 1 1 0 0,1-1-1 0 0,0 1 1 0 0,-5-1 0 0 0,-20 3-303 0 0,0-2 0 0 0,-48-3 0 0 0,16-1-623 0 0,5 3-176 0 0,1 0-219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0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6565 0 0,'16'65'1724'0'0,"-13"-44"-1581"0"0,33 147 677 0 0,-28-137-1203 0 0,1-1 0 0 0,2 0 0 0 0,20 38 0 0 0,-22-53-304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0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6597 0 0,'0'6'52'0'0,"1"0"0"0"0,-1-1 1 0 0,1 1-1 0 0,0-1 1 0 0,1 1-1 0 0,-1-1 0 0 0,1 0 1 0 0,0 0-1 0 0,1 0 0 0 0,-1 0 1 0 0,4 6-1 0 0,5 3-149 0 0,-1 0 0 0 0,17 16 0 0 0,1 1-390 0 0,-15-16 73 0 0</inkml:trace>
  <inkml:trace contextRef="#ctx0" brushRef="#br0" timeOffset="1">245 553 4904 0 0,'0'5'84'0'0,"2"3"20"0"0,0 1 8 0 0,-2 2-4 0 0,2-7 0 0 0,-2 5-3 0 0,7-5-1 0 0,-1 4-8 0 0,5 2-108 0 0,0-4-64 0 0,4 2-84 0 0,2-2-101 0 0,2-1-103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0 4280 0 0,'-3'9'118'0'0,"0"0"-1"0"0,1 1 1 0 0,0-1-1 0 0,1 0 1 0 0,0 17-1 0 0,1-23-62 0 0,1 0 1 0 0,0-1-1 0 0,0 1 0 0 0,0-1 0 0 0,0 1 0 0 0,1-1 1 0 0,-1 0-1 0 0,0 1 0 0 0,1-1 0 0 0,0 0 1 0 0,0 0-1 0 0,0 0 0 0 0,0 0 0 0 0,3 2 1 0 0,33 26 227 0 0,-19-15-469 0 0,0 1 0 0 0,-1 1 1 0 0,-1 1-1 0 0,24 32 0 0 0,-27-32-198 0 0</inkml:trace>
  <inkml:trace contextRef="#ctx0" brushRef="#br0" timeOffset="1">507 693 4488 0 0,'14'42'66'0'0,"-4"-13"221"0"0,20 42 1 0 0,-25-61-223 0 0,0-1 1 0 0,1 0 0 0 0,1 0-1 0 0,-1 0 1 0 0,1-1 0 0 0,1 0-1 0 0,-1-1 1 0 0,10 8 0 0 0,11 3-157 0 0,0 0 1 0 0,1-3-1 0 0,1 0 1 0 0,53 18 0 0 0,-61-24-174 0 0,7 4-140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5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0 2752 0 0,'-2'12'-1'0'0,"1"-9"3"0"0,1 1 1 0 0,-1-1-1 0 0,0 0 1 0 0,1 0-1 0 0,0 0 1 0 0,0 0-1 0 0,0 1 1 0 0,0-1-1 0 0,1 0 1 0 0,-1 0-1 0 0,1 0 1 0 0,-1 0 0 0 0,1 0-1 0 0,0 0 1 0 0,1 0-1 0 0,-1 0 1 0 0,0 0-1 0 0,1 0 1 0 0,-1 0-1 0 0,1-1 1 0 0,3 5-1 0 0,55 55-24 0 0,23 27 68 0 0,-73-76 141 0 0,-1 1 0 0 0,0-1 0 0 0,0 2 0 0 0,-2-1 0 0 0,10 23 0 0 0,-2 7 532 0 0,24 57 559 0 0,-32-88-1293 0 0,1-1 0 0 0,0 0-1 0 0,19 21 1 0 0,-11-16-268 0 0</inkml:trace>
  <inkml:trace contextRef="#ctx0" brushRef="#br0" timeOffset="1">609 873 6065 0 0,'2'17'117'0'0,"-2"0"1"0"0,0 0 0 0 0,-1 1 0 0 0,-4 21 0 0 0,4-32-105 0 0,0 1 0 0 0,0-1 0 0 0,1 1 0 0 0,-1-1 0 0 0,2 1 0 0 0,-1-1 0 0 0,1 1 0 0 0,0-1 0 0 0,1 1 0 0 0,0-1 0 0 0,0 0 0 0 0,0 0 0 0 0,1 0 0 0 0,0 0 0 0 0,1 0 0 0 0,-1 0 0 0 0,1-1 0 0 0,0 0 0 0 0,1 0 0 0 0,0 0 0 0 0,0 0 0 0 0,0-1 0 0 0,10 9 0 0 0,112 62-209 0 0,-98-61-181 0 0,-1 1 1 0 0,0 1-1 0 0,-1 1 1 0 0,-1 2-1 0 0,33 31 0 0 0,-27-14 90 0 0,-2 1-1 0 0,-2 1 0 0 0,-1 2 0 0 0,-2 1 0 0 0,34 78 1 0 0,-53-106 406 0 0,1-1 1 0 0,0 1 0 0 0,1-1 0 0 0,0-1 0 0 0,1 1 0 0 0,1-1 0 0 0,-1-1 0 0 0,2 0-1 0 0,18 15 1 0 0,-20-18-129 0 0,1 0 0 0 0,-1 1 0 0 0,14 17 0 0 0,-4-3-121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1.8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3752 0 0,'11'22'-4'0'0,"0"1"4"0"0,4 1-20 0 0,-7-4 16 0 0,8-1 4 0 0,-4 3-4 0 0,1-2-4 0 0,2 3-64 0 0</inkml:trace>
  <inkml:trace contextRef="#ctx0" brushRef="#br0" timeOffset="1">501 717 5849 0 0,'4'23'116'0'0,"0"-11"-120"0"0,5 6 224 0 0,-5-2-212 0 0,5 3 216 0 0,-5-7-208 0 0,5 4 208 0 0,4-2-204 0 0,-3 0 96 0 0,5-3-168 0 0,0 1-188 0 0,3-2 44 0 0,-3 4-372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2.1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4936 0 0,'1'10'80'0'0,"0"1"0"0"0,5 19 0 0 0,-3-18-17 0 0,0-3-35 0 0,0-1-1 0 0,1 1 0 0 0,1-1 1 0 0,-1 0-1 0 0,1 0 0 0 0,1 0 1 0 0,-1-1-1 0 0,1 0 1 0 0,1 0-1 0 0,9 8 0 0 0,25 33-80 0 0,-30-32-60 0 0,-1-1-1 0 0,-1 2 0 0 0,0 0 1 0 0,-1 0-1 0 0,-1 0 1 0 0,0 1-1 0 0,-2 0 0 0 0,0 0 1 0 0,4 34-1 0 0,48 286-245 0 0,-47-282 478 0 0,-2 1 1 0 0,-2 0 0 0 0,-3 77-1 0 0,-1-29 625 0 0,0-69-638 0 0,1 0 0 0 0,2 0 0 0 0,1 0 0 0 0,2 0 0 0 0,1-1 0 0 0,3-1 0 0 0,0 0 0 0 0,21 39 0 0 0,-16-34-547 0 0,-8-22-22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2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26 4816 0 0,'-10'5'886'0'0,"16"3"63"0"0,0 0-614 0 0,1-2 0 0 0,-1 1 1 0 0,1-1-1 0 0,9 7 0 0 0,-8-7-267 0 0,14 12-668 0 0,0-1 0 0 0,0-1 0 0 0,45 23 0 0 0,-57-35-235 0 0</inkml:trace>
  <inkml:trace contextRef="#ctx0" brushRef="#br0" timeOffset="1">298 53 6125 0 0,'17'-51'778'0'0,"-16"51"-747"0"0,-1 0 0 0 0,0 0 0 0 0,1 0 0 0 0,-1-1-1 0 0,0 1 1 0 0,0 0 0 0 0,1 0 0 0 0,-1 0 0 0 0,1-1-1 0 0,-1 1 1 0 0,0 0 0 0 0,1 0 0 0 0,-1 0 0 0 0,0 0-1 0 0,1 0 1 0 0,-1 0 0 0 0,0 0 0 0 0,1 0 0 0 0,-1 0 0 0 0,0 0-1 0 0,1 0 1 0 0,-1 0 0 0 0,1 0 0 0 0,-1 0 0 0 0,0 1-1 0 0,1-1 1 0 0,-1 0 0 0 0,0 0 0 0 0,1 0 0 0 0,-1 0-1 0 0,0 1 1 0 0,1-1 0 0 0,-1 0 0 0 0,0 0 0 0 0,0 1 0 0 0,1-1-1 0 0,-1 0 1 0 0,0 0 0 0 0,0 1 0 0 0,0-1 0 0 0,1 0-1 0 0,-1 1 1 0 0,0-1 0 0 0,0 0 0 0 0,0 1 0 0 0,0-1-1 0 0,1 0 1 0 0,-1 1 0 0 0,10 17 640 0 0,36 106 371 0 0,-43-113-1087 0 0,8 25-222 0 0,-10-34 109 0 0,0 1 0 0 0,0-1 0 0 0,0 0-1 0 0,0 0 1 0 0,0 0 0 0 0,1 0 0 0 0,-1 0 0 0 0,0 0 0 0 0,1 0 0 0 0,0 0 0 0 0,2 2 0 0 0,0-4-830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3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39 6249 0 0,'-4'-37'3262'0'0,"5"36"-3233"0"0,0 1 0 0 0,-1 0 0 0 0,1 0 0 0 0,0 0 0 0 0,0-1 0 0 0,0 1 0 0 0,0 0 1 0 0,0 0-1 0 0,0 0 0 0 0,0 0 0 0 0,0 1 0 0 0,0-1 0 0 0,-1 0 0 0 0,1 0 0 0 0,0 0 0 0 0,0 1 0 0 0,0-1 0 0 0,0 0 0 0 0,1 2 1 0 0,22 6 25 0 0,10 5 124 0 0,-1 2 0 0 0,0 2 0 0 0,-1 1 0 0 0,-1 1 0 0 0,0 2 0 0 0,-2 1 0 0 0,46 43 0 0 0,140 182 605 0 0,-138-152-764 0 0,1-11 15 0 0,-52-58-32 0 0,-1 1 1 0 0,-2 1 0 0 0,36 54-1 0 0,23 77 11 0 0,-44-82 51 0 0,55 83-1 0 0,-73-135-48 0 0,1-1 0 0 0,1 0 0 0 0,1-2 0 0 0,1 0 0 0 0,29 19 0 0 0,47 43 12 0 0,-91-76-37 0 0,-6-5 3 0 0,1 0-1 0 0,0 0 1 0 0,-1 0 0 0 0,0 0-1 0 0,0 1 1 0 0,0-1-1 0 0,0 1 1 0 0,-1 0-1 0 0,1 0 1 0 0,3 8-1 0 0,-27-30-5191 0 0,16 14 4005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3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3 4136 0 0,'-29'0'278'0'0,"27"-1"-215"0"0,-1 1 1 0 0,0-1 0 0 0,1 1-1 0 0,-1 0 1 0 0,1 0-1 0 0,-1 0 1 0 0,1 0 0 0 0,-1 0-1 0 0,1 1 1 0 0,-1-1 0 0 0,1 1-1 0 0,-1 0 1 0 0,1-1-1 0 0,-1 1 1 0 0,1 0 0 0 0,-4 3-1 0 0,6-4-42 0 0,0 0 0 0 0,-1 0-1 0 0,1 1 1 0 0,0-1 0 0 0,-1 0 0 0 0,1 1-1 0 0,0-1 1 0 0,-1 1 0 0 0,1-1 0 0 0,0 0-1 0 0,0 1 1 0 0,0-1 0 0 0,-1 1 0 0 0,1-1-1 0 0,0 0 1 0 0,0 1 0 0 0,0-1 0 0 0,0 1-1 0 0,0-1 1 0 0,0 1 0 0 0,0-1-1 0 0,0 0 1 0 0,0 1 0 0 0,0-1 0 0 0,0 1-1 0 0,0-1 1 0 0,0 1 0 0 0,0-1 0 0 0,0 1-1 0 0,1 0 1 0 0,11 10 343 0 0,-7-9-339 0 0,-1-1 1 0 0,0 1-1 0 0,0-1 0 0 0,1 1 1 0 0,6 0-1 0 0,-3-2-30 0 0,-1 0-1 0 0,0 0 1 0 0,1-1 0 0 0,-1 0-1 0 0,11-4 1 0 0,13-1-12 0 0,-21 6-48 0 0,-8 2-291 0 0,6 7-173 0 0,0-4 260 0 0,-5-4 358 0 0,-1 1 0 0 0,1-1 0 0 0,-1 1 0 0 0,1 0 0 0 0,-1-1-1 0 0,0 1 1 0 0,0 0 0 0 0,0 1 0 0 0,3 3 0 0 0,1 0 60 0 0,-1-1 0 0 0,1 0 1 0 0,0 0-1 0 0,1-1 0 0 0,-1 0 1 0 0,1 0-1 0 0,0 0 0 0 0,-1-1 1 0 0,2 0-1 0 0,-1 0 0 0 0,8 1 1 0 0,2 3-7 0 0,-10-5-213 0 0,-1 0 1 0 0,1-1-1 0 0,0 1 0 0 0,-1-1 0 0 0,1-1 0 0 0,0 1 1 0 0,0-1-1 0 0,0 0 0 0 0,-1-1 0 0 0,1 0 1 0 0,0 0-1 0 0,10-3 0 0 0,5-3-199 0 0,0-1-1 0 0,27-13 0 0 0,-41 17 288 0 0,0-2 191 0 0,-11 1-13 0 0,-21-3 49 0 0,-3-1-415 0 0,-2-14-609 0 0,17 13 207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4.0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 1 6033 0 0,'-15'1'269'0'0,"0"0"1"0"0,-21-1 0 0 0,10-1 212 0 0,33 2-480 0 0,1 1 1 0 0,-1 0-1 0 0,1 0 0 0 0,12 6 1 0 0,0 0 1 0 0,144 41 140 0 0,51 19 279 0 0,-51 0 39 0 0,282 163 0 0 0,-267-109-293 0 0,-94-61-140 0 0,138 81-79 0 0,-141-91 30 0 0,9 6 8 0 0,297 175 34 0 0,-343-207-17 0 0,82 62-1 0 0,29 43 51 0 0,17 13 18 0 0,-152-132-71 0 0,-17-11-3 0 0,-12-4-23 0 0,8 4 13 0 0,-1 0 0 0 0,0 0 0 0 0,1 0 0 0 0,-1 0 0 0 0,1 0 0 0 0,-1 0 0 0 0,0 0 0 0 0,1 0 0 0 0,-1 0 0 0 0,1 0 0 0 0,-1 0 0 0 0,0 1 0 0 0,1-1 0 0 0,-1 0 0 0 0,1 0 0 0 0,-1 1 0 0 0,1-1 0 0 0,-1 0 0 0 0,1 1 0 0 0,-1-1 0 0 0,1 1 0 0 0,-1-1 0 0 0,1 0 0 0 0,-1 1 1 0 0,1-1-1 0 0,0 1 0 0 0,-1-1 0 0 0,1 1 0 0 0,0 0 0 0 0,-1-1 0 0 0,1 1 0 0 0,0-1 0 0 0,0 1 0 0 0,0-1 0 0 0,-1 2 0 0 0,-6 23-1601 0 0,6-24 1279 0 0,1 4-413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4.3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1 3988 0 0,'-40'26'68'0'0,"32"-21"401"0"0,0 0-336 0 0,-25 18 3 0 0,25-18 2105 0 0,18 4-2159 0 0,72 48-76 0 0,-66-45-34 0 0,17 9-1 0 0,-32-20 28 0 0,1 0 1 0 0,-1-1-1 0 0,1 1 1 0 0,-1-1-1 0 0,1 1 1 0 0,0-1-1 0 0,-1 1 1 0 0,1-1-1 0 0,0 0 1 0 0,-1 1 0 0 0,1-1-1 0 0,0 0 1 0 0,-1 0-1 0 0,1-1 1 0 0,0 1-1 0 0,5-2 2385 0 0,1-10-1667 0 0,23-36 27 0 0,-23 36 2588 0 0,1 25-3280 0 0,29 42-180 0 0,-29-41-271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9.3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212 100 8133 0 0,'20'-31'66'0'0,"-17"26"46"0"0,0 0 0 0 0,0 0 0 0 0,0 0 0 0 0,1 0 1 0 0,0 0-1 0 0,0 1 0 0 0,0 0 0 0 0,9-8 0 0 0,-8 9-63 0 0,22-12 783 0 0,-27 14-818 0 0,0 1-1 0 0,0 0 0 0 0,1 0 0 0 0,-1 0 1 0 0,0 0-1 0 0,0 0 0 0 0,1 0 1 0 0,-1 0-1 0 0,0 0 0 0 0,0 0 0 0 0,0 0 1 0 0,1 0-1 0 0,-1 0 0 0 0,0 0 1 0 0,0 0-1 0 0,0 1 0 0 0,1-1 0 0 0,-1 0 1 0 0,0 0-1 0 0,0 0 0 0 0,0 0 1 0 0,1 0-1 0 0,-1 0 0 0 0,0 0 0 0 0,0 1 1 0 0,0-1-1 0 0,0 0 0 0 0,1 0 1 0 0,-1 0-1 0 0,0 0 0 0 0,0 1 0 0 0,0-1 1 0 0,0 0-1 0 0,0 0 0 0 0,0 0 1 0 0,0 1-1 0 0,0-1 0 0 0,-2 18 343 0 0,-31 86 175 0 0,-53 159-165 0 0,-22-8-275 0 0,35-88 53 0 0,66-138-80 0 0,7-28-58 0 0,-1-1 0 0 0,1 1 0 0 0,0 0 1 0 0,0-1-1 0 0,0 1 0 0 0,0 0 0 0 0,-1-1 0 0 0,1 1 0 0 0,0 0 1 0 0,0-1-1 0 0,0 1 0 0 0,1 0 0 0 0,-1-1 0 0 0,0 1 0 0 0,0 0 0 0 0,0-1 1 0 0,0 1-1 0 0,1 0 0 0 0,-1-1 0 0 0,0 1 0 0 0,0-1 0 0 0,1 1 1 0 0,-1 0-1 0 0,1-1 0 0 0,-1 1 0 0 0,0-1 0 0 0,1 1 0 0 0,-1-1 1 0 0,1 1-1 0 0,-1-1 0 0 0,1 0 0 0 0,0 1 0 0 0,-1-1 0 0 0,1 1 0 0 0,-1-1 1 0 0,2 0-1 0 0,1-1 23 0 0,0 0 0 0 0,0 0 0 0 0,0-1 0 0 0,0 1 0 0 0,0-1 0 0 0,0 0 0 0 0,0 0 0 0 0,-1 0 1 0 0,5-4-1 0 0,5-3-6 0 0,20-11-842 0 0,0 2 0 0 0,2 2 0 0 0,-1 1 0 0 0,72-21 0 0 0,-75 28-69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6:59.9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252 276 6689 0 0,'-8'-2'-17'0'0,"-227"-89"625"0"0,235 91-593 0 0,0 0 1 0 0,-1 0-1 0 0,1 0 0 0 0,-1 0 1 0 0,1 0-1 0 0,-1 0 0 0 0,1-1 1 0 0,0 1-1 0 0,-1 0 1 0 0,1 0-1 0 0,0 0 0 0 0,-1-1 1 0 0,1 1-1 0 0,0 0 0 0 0,-1 0 1 0 0,1-1-1 0 0,0 1 0 0 0,-1 0 1 0 0,1 0-1 0 0,0-1 0 0 0,0 1 1 0 0,-1 0-1 0 0,1-1 0 0 0,0 1 1 0 0,0-1-1 0 0,0 1 0 0 0,-1 0 1 0 0,1-1-1 0 0,0 1 1 0 0,0-1-1 0 0,11-3 189 0 0,21 2-144 0 0,695 22 210 0 0,-338-5-279 0 0,935-7 48 0 0,0-43 144 0 0,-330 5 722 0 0,-956 29-861 0 0,88-6 139 0 0,-106 5-95 0 0,0-1-1 0 0,-1-1 1 0 0,1 0-1 0 0,19-8 1 0 0,-37 11-71 0 0,0 1 1 0 0,-1-1 0 0 0,1 0-1 0 0,0 1 1 0 0,-1-1-1 0 0,1 0 1 0 0,0 0-1 0 0,-1 0 1 0 0,1 0 0 0 0,-1-1-1 0 0,1 1 1 0 0,-1 0-1 0 0,0 0 1 0 0,0-1-1 0 0,1 1 1 0 0,-1-1-1 0 0,1-2 1 0 0,-2 3-5 0 0,1 0 1 0 0,-1 0-1 0 0,0 0 1 0 0,0 0-1 0 0,0 0 0 0 0,0 0 1 0 0,-1 0-1 0 0,1 0 0 0 0,0 0 1 0 0,0 0-1 0 0,-1 0 1 0 0,1 0-1 0 0,0 0 0 0 0,-1 1 1 0 0,1-1-1 0 0,-1 0 0 0 0,1 0 1 0 0,-1 0-1 0 0,1 0 1 0 0,-1 1-1 0 0,0-1 0 0 0,1 0 1 0 0,-2 0-1 0 0,-4-4 45 0 0,-1 0 0 0 0,0 0 1 0 0,0 1-1 0 0,0 0 0 0 0,-15-5 0 0 0,-3 0-4 0 0,-1 1 0 0 0,0 2 1 0 0,-1 0-1 0 0,1 2 0 0 0,-1 1 0 0 0,0 1 0 0 0,-38 3 0 0 0,62-1-53 0 0,0 0 0 0 0,0 0 0 0 0,1 1 0 0 0,-1-1-1 0 0,0 1 1 0 0,0-1 0 0 0,1 1 0 0 0,-1 0 0 0 0,0 0-1 0 0,1 0 1 0 0,-1 1 0 0 0,1-1 0 0 0,-1 1 0 0 0,1-1-1 0 0,0 1 1 0 0,0 0 0 0 0,-1 0 0 0 0,1 0 0 0 0,1 0-1 0 0,-1 0 1 0 0,-3 4 0 0 0,1 2 6 0 0,1 0-1 0 0,-1 0 1 0 0,1 0-1 0 0,1 0 1 0 0,-3 14-1 0 0,4-17-2 0 0,-16 92 93 0 0,8-31-64 0 0,-61 217 543 0 0,-21-5 24 0 0,61-190-595 0 0,-7 16 26 0 0,11-34-5 0 0,-28 121-1 0 0,47-152-30 0 0,4-16 7 0 0,-2 0 0 0 0,-12 37 0 0 0,17-59-3 0 0,-1 0 1 0 0,1-1-1 0 0,-1 1 0 0 0,1 0 1 0 0,-1-1-1 0 0,0 1 0 0 0,0-1 1 0 0,1 1-1 0 0,-1-1 0 0 0,0 1 0 0 0,0-1 1 0 0,1 0-1 0 0,-1 1 0 0 0,0-1 1 0 0,0 0-1 0 0,0 0 0 0 0,0 0 1 0 0,0 1-1 0 0,1-1 0 0 0,-1 0 0 0 0,0 0 1 0 0,0 0-1 0 0,0 0 0 0 0,0-1 1 0 0,0 1-1 0 0,-1 0 0 0 0,-33-7 8 0 0,21 3 5 0 0,-750-91-5 0 0,458 65 1 0 0,-1497-117 11 0 0,1438 139-35 0 0,2 31-4 0 0,330-20 9 0 0,-1 3 0 0 0,1 0 1 0 0,-36 14-1 0 0,65-19-8 0 0,1 0 0 0 0,0 0-1 0 0,0 1 1 0 0,0-1 0 0 0,1 1 0 0 0,-1 0 0 0 0,0 0 0 0 0,1 0 0 0 0,-1 0-1 0 0,1 0 1 0 0,-4 5 0 0 0,5-7-1 0 0,1 1 1 0 0,-1 0-1 0 0,1 0 1 0 0,-1 0-1 0 0,1 0 0 0 0,0 0 1 0 0,0 0-1 0 0,-1 0 0 0 0,1 0 1 0 0,0 0-1 0 0,0 0 1 0 0,0 0-1 0 0,0 0 0 0 0,0 0 1 0 0,0 0-1 0 0,0 0 0 0 0,0 0 1 0 0,1 0-1 0 0,-1 0 1 0 0,0 0-1 0 0,1 0 0 0 0,-1 0 1 0 0,1 0-1 0 0,-1 0 0 0 0,1 0 1 0 0,-1 0-1 0 0,1 0 1 0 0,-1-1-1 0 0,1 1 0 0 0,0 0 1 0 0,-1 0-1 0 0,1-1 0 0 0,0 1 1 0 0,0 0-1 0 0,0-1 1 0 0,0 1-1 0 0,-1-1 0 0 0,1 1 1 0 0,1 0-1 0 0,8 4-252 0 0,0 0 0 0 0,0-1 1 0 0,0 0-1 0 0,0 0 0 0 0,1-1 0 0 0,-1 0 0 0 0,1-1 0 0 0,0 0 0 0 0,0-1 1 0 0,-1 0-1 0 0,13-1 0 0 0,20-1-704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1.9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14797 2405 5088 0 0,'3'-4'27'0'0,"0"1"-1"0"0,-1 0 1 0 0,1 0-1 0 0,-1-1 0 0 0,1 1 1 0 0,-1-1-1 0 0,0 0 0 0 0,-1 0 1 0 0,1 0-1 0 0,1-7 0 0 0,-2 9 35 0 0,0 0 0 0 0,-1 0 0 0 0,1 0 0 0 0,-1 0 1 0 0,1 0-1 0 0,-1 0 0 0 0,0 0 0 0 0,0 0 0 0 0,0 0 0 0 0,0 0 0 0 0,0 0 0 0 0,0 0 0 0 0,-1 0 0 0 0,1 0 0 0 0,-1 0 0 0 0,1 0 0 0 0,-1 0 0 0 0,0 0 0 0 0,0 0 0 0 0,0 0 0 0 0,0 0 0 0 0,0 0 0 0 0,-1-1 0 0 0,-1 1-41 0 0,1 1 0 0 0,0-1 0 0 0,-1 1 0 0 0,1 0 0 0 0,-1 0 0 0 0,1 0 0 0 0,-1 0 0 0 0,0 0 0 0 0,1 1 0 0 0,-1-1 0 0 0,0 1 0 0 0,0-1 0 0 0,1 1 0 0 0,-1 0 0 0 0,0 0 0 0 0,-4 1 0 0 0,-5 1-98 0 0,0 1 1 0 0,-18 6 0 0 0,9-3 137 0 0,-766 185 3 0 0,519-139-73 0 0,-351 23-1 0 0,-277-32-21 0 0,871-42 36 0 0,-296 9 1 0 0,-1531 41 52 0 0,4-62-44 0 0,1695 6-3 0 0,-1032-49-5 0 0,12-92-25 0 0,587 18 489 0 0,6-26 0 0 0,-679-277-1 0 0,951 300 112 0 0,-453-264 1 0 0,579 289-555 0 0,-752-467 392 0 0,368 151 286 0 0,439 327-634 0 0,73 56 32 0 0,11 13 40 0 0,42 30-202 0 0,7 7-8 0 0,6 9-10 0 0,5 11 81 0 0,-14-24 5 0 0,0-1-1 0 0,1 1 1 0 0,0 0 0 0 0,0-1 0 0 0,0 0-1 0 0,1 0 1 0 0,0 0 0 0 0,0-1 0 0 0,10 8-1 0 0,-61-62 247 0 0,36 42-272 0 0,0 0-1 0 0,-1 1 0 0 0,0 0 0 0 0,-19-7 0 0 0,19 8 29 0 0,1 1 0 0 0,-1-2 0 0 0,1 1-1 0 0,0-2 1 0 0,-11-8 0 0 0,20 15-6 0 0,0-1-1 0 0,1 0 1 0 0,-1 1-1 0 0,1-1 1 0 0,-1 0-1 0 0,0 0 1 0 0,1 0 0 0 0,0 0-1 0 0,-1 0 1 0 0,1 1-1 0 0,-1-1 1 0 0,1 0-1 0 0,0 0 1 0 0,0 0 0 0 0,0 0-1 0 0,0 0 1 0 0,-1 0-1 0 0,1 0 1 0 0,0 0-1 0 0,1 0 1 0 0,-1 0 0 0 0,0 0-1 0 0,0 0 1 0 0,0 0-1 0 0,1 0 1 0 0,-1 0-1 0 0,1-1 1 0 0,-1 2-9 0 0,0 0 0 0 0,0-1-1 0 0,0 1 1 0 0,0 0 0 0 0,0 0 0 0 0,0 0 0 0 0,1 0-1 0 0,-1 0 1 0 0,0 0 0 0 0,0-1 0 0 0,0 1 0 0 0,0 0-1 0 0,0 0 1 0 0,1 0 0 0 0,-1 0 0 0 0,0 0 0 0 0,0 0-1 0 0,0 0 1 0 0,0 0 0 0 0,1 0 0 0 0,-1 0 0 0 0,0 0-1 0 0,0 0 1 0 0,0 0 0 0 0,0 0 0 0 0,1 0 0 0 0,-1 0-1 0 0,0 0 1 0 0,0 0 0 0 0,0 0 0 0 0,0 0 0 0 0,1 0-1 0 0,-1 0 1 0 0,0 0 0 0 0,0 0 0 0 0,0 0 0 0 0,0 0-1 0 0,1 0 1 0 0,-1 0 0 0 0,0 0 0 0 0,0 1 0 0 0,0-1-13 0 0,0 0 1 0 0,1 1-1 0 0,-1-1 1 0 0,0 0-1 0 0,0 0 0 0 0,0 1 1 0 0,0-1-1 0 0,0 0 1 0 0,0 1-1 0 0,0-1 1 0 0,0 0-1 0 0,0 0 1 0 0,0 1-1 0 0,0-1 1 0 0,0 0-1 0 0,0 0 1 0 0,0 1-1 0 0,-1-1 1 0 0,1 0-1 0 0,0 1 1 0 0,0-1-1 0 0,0 0 1 0 0,0 0-1 0 0,0 1 0 0 0,-1-1 1 0 0,1 0-1 0 0,0 0 1 0 0,0 0-1 0 0,0 1 1 0 0,-1-1-1 0 0,1 0 1 0 0,0 0-1 0 0,-11 9-622 0 0,1-1 0 0 0,-16 9 0 0 0,25-16 431 0 0,1-1 159 0 0,0 0 0 0 0,-1 1-1 0 0,1-1 1 0 0,0 0 0 0 0,0 0 0 0 0,-1 0 0 0 0,1 1 0 0 0,0-1 0 0 0,0 0-1 0 0,-1 0 1 0 0,1 0 0 0 0,0 0 0 0 0,0 0 0 0 0,-1 0 0 0 0,1 0-1 0 0,0 1 1 0 0,-1-1 0 0 0,1 0 0 0 0,0 0 0 0 0,-1 0 0 0 0,1 0 0 0 0,0 0-1 0 0,-1 0 1 0 0,1 0 0 0 0,0-1 0 0 0,0 1 0 0 0,-1 0 0 0 0,-3-2-672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2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756 54 8297 0 0,'2'-15'26'0'0,"-2"-6"270"0"0,0 20-281 0 0,-1 0-1 0 0,1 1 1 0 0,-1-1-1 0 0,1 0 1 0 0,-1 0-1 0 0,1 1 1 0 0,-1-1-1 0 0,0 0 0 0 0,1 1 1 0 0,-1-1-1 0 0,0 0 1 0 0,1 1-1 0 0,-1-1 1 0 0,0 1-1 0 0,0-1 1 0 0,0 1-1 0 0,1 0 1 0 0,-1-1-1 0 0,0 1 1 0 0,0 0-1 0 0,0 0 1 0 0,-1-1-1 0 0,-16-1 32 0 0,0 0 0 0 0,0 1 0 0 0,0 1-1 0 0,0 1 1 0 0,0 0 0 0 0,-30 7 0 0 0,22-4-19 0 0,-220 42 9 0 0,-20 2-24 0 0,257-48-30 0 0,-15 3 17 0 0,23-3-3 0 0,1 0 0 0 0,-1 0 0 0 0,0 0 0 0 0,1 0 0 0 0,-1 0 0 0 0,0 0 0 0 0,1 0-1 0 0,-1 1 1 0 0,1-1 0 0 0,-1 0 0 0 0,0 0 0 0 0,1 1 0 0 0,-1-1 0 0 0,1 0 0 0 0,-1 1 0 0 0,0-1 0 0 0,1 0 0 0 0,-1 1 0 0 0,1-1 0 0 0,0 1 0 0 0,-1 0 0 0 0,2 1-15 0 0,0 0 1 0 0,0 0 0 0 0,1 0 0 0 0,-1 0-1 0 0,1-1 1 0 0,-1 1 0 0 0,1 0 0 0 0,0-1 0 0 0,3 3-1 0 0,2 2-15 0 0,105 110 227 0 0,-53-58-85 0 0,92 119 1 0 0,-134-150-389 0 0,-1 0 0 0 0,-1 1 0 0 0,-2 1-1 0 0,-1 0 1 0 0,-1 0 0 0 0,-2 1 0 0 0,10 50 0 0 0,-17-64-303 0 0,1 0-1 0 0,-1 20 1 0 0,-2-20 57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2.7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10 8297 0 0,'-7'-3'110'0'0,"0"2"0"0"0,0-1 1 0 0,0 1-1 0 0,-15-1 0 0 0,21 2-82 0 0,0 0 0 0 0,-1 0-1 0 0,1 0 1 0 0,0 0 0 0 0,0 0-1 0 0,0 1 1 0 0,-1-1 0 0 0,1 0 0 0 0,0 1-1 0 0,0-1 1 0 0,0 1 0 0 0,-1-1 0 0 0,1 1-1 0 0,0-1 1 0 0,0 1 0 0 0,0 0 0 0 0,0 0-1 0 0,0 0 1 0 0,0-1 0 0 0,0 1-1 0 0,1 0 1 0 0,-1 0 0 0 0,0 0 0 0 0,0 0-1 0 0,1 0 1 0 0,-1 0 0 0 0,1 1 0 0 0,-1-1-1 0 0,1 0 1 0 0,-1 0 0 0 0,1 0 0 0 0,0 1-1 0 0,-1-1 1 0 0,1 0 0 0 0,0 0-1 0 0,0 2 1 0 0,-1 25 179 0 0,2 0 0 0 0,1-1 0 0 0,1 1 0 0 0,11 44 0 0 0,-2-26 120 0 0,35 82-1 0 0,-16-60 24 0 0,53 82-1 0 0,51 57 76 0 0,-120-185-382 0 0,585 766-1606 0 0,-597-785 1447 0 0,-2-2-1 0 0,0 0 0 0 0,0 1 0 0 0,0-1 0 0 0,1 0 0 0 0,-1 1 1 0 0,0-1-1 0 0,1 0 0 0 0,-1 0 0 0 0,1 0 0 0 0,-1 0 0 0 0,1 0 0 0 0,0-1 0 0 0,1 2 1 0 0,2-3-953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03.1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1501 97 8037 0 0,'-3'-83'843'0'0,"4"83"-810"0"0,-1-1 1 0 0,0 0-1 0 0,0 1 0 0 0,0-1 1 0 0,0 0-1 0 0,0 1 0 0 0,0-1 1 0 0,-1 0-1 0 0,1 1 0 0 0,0-1 0 0 0,0 0 1 0 0,0 1-1 0 0,-1-1 0 0 0,1 1 1 0 0,0-1-1 0 0,-1 0 0 0 0,1 1 0 0 0,0-1 1 0 0,-1 1-1 0 0,0-1 0 0 0,1 1-6 0 0,-1 0 0 0 0,1-1-1 0 0,-1 1 1 0 0,1 0-1 0 0,0 0 1 0 0,-1 0 0 0 0,1 0-1 0 0,-1 0 1 0 0,1 0-1 0 0,-1 0 1 0 0,1 0 0 0 0,-1 0-1 0 0,1 0 1 0 0,-1 1-1 0 0,1-1 1 0 0,0 0 0 0 0,-1 0-1 0 0,1 0 1 0 0,-1 0-1 0 0,1 1 1 0 0,0-1 0 0 0,-1 0-1 0 0,-25 24 821 0 0,18-17-694 0 0,-324 302 2787 0 0,-160 147-981 0 0,-8-8-3828 0 0,374-341 437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0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14 3844 0 0,'25'-1'1234'0'0,"-25"1"-1215"0"0,0 0-1 0 0,0 0 1 0 0,0 0 0 0 0,0 0 0 0 0,0 0 0 0 0,1 0-1 0 0,-1 0 1 0 0,0 0 0 0 0,0 0 0 0 0,0 0 0 0 0,0 0-1 0 0,0 0 1 0 0,0 0 0 0 0,0 0 0 0 0,1 0 0 0 0,-1 0-1 0 0,0 0 1 0 0,0 0 0 0 0,0 0 0 0 0,0 0 0 0 0,0 0 0 0 0,0 0-1 0 0,0 0 1 0 0,0 0 0 0 0,1 0 0 0 0,-1 0 0 0 0,0 0-1 0 0,0 0 1 0 0,0-1 0 0 0,0 1 0 0 0,0 0 0 0 0,0 0-1 0 0,0 0 1 0 0,0 0 0 0 0,0 0 0 0 0,0 0 0 0 0,0 0-1 0 0,0 0 1 0 0,0-1 0 0 0,0 1 0 0 0,0 0 0 0 0,0 0-1 0 0,0 0 1 0 0,0 0 0 0 0,0 0 0 0 0,0 0 0 0 0,0 0-1 0 0,0-1 1 0 0,0 1 0 0 0,0 0 0 0 0,0 0 0 0 0,0 0-1 0 0,0 0 1 0 0,0 0 0 0 0,0 0 0 0 0,0 0 0 0 0,0 0 0 0 0,0-1-1 0 0,0 1 1 0 0,0 0 0 0 0,-10-4 642 0 0,-9 0 1257 0 0,20 4-1882 0 0,-1 0 0 0 0,1 0 0 0 0,0 0 0 0 0,0 0 0 0 0,0 0 1 0 0,-1 1-1 0 0,1-1 0 0 0,0 0 0 0 0,0 1 0 0 0,0-1 0 0 0,-1 0 0 0 0,1 1 0 0 0,0-1 0 0 0,-1 1 0 0 0,1-1 0 0 0,0 1 0 0 0,-1 0 0 0 0,1-1 0 0 0,-1 1 0 0 0,1-1 0 0 0,0 2 0 0 0,8 21 443 0 0,-7-7-229 0 0,2 30 0 0 0,-3-27-75 0 0,4 209 877 0 0,-5-212-1025 0 0,0 14 25 0 0,7 182 74 0 0,2-87-788 0 0,-9-118 489 0 0,0-1-1 0 0,0 1 1 0 0,0 0 0 0 0,-1-1 0 0 0,0 1 0 0 0,-1-1 0 0 0,1 1 0 0 0,-1-1-1 0 0,0 0 1 0 0,-1 0 0 0 0,0 1 0 0 0,-6 9 0 0 0,-2 6-906 0 0,10-20 943 0 0,0 0 0 0 0,0 0 0 0 0,0 0 0 0 0,0 0 0 0 0,0 0 0 0 0,0-1 0 0 0,0 1 0 0 0,-1 0 0 0 0,1 0 0 0 0,-1-1 0 0 0,1 1 0 0 0,-1-1 0 0 0,1 1 0 0 0,-1-1 0 0 0,0 0 0 0 0,0 0 0 0 0,0 0 0 0 0,0 0 0 0 0,0 0 0 0 0,-3 1 0 0 0,-1 1-344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0.8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 1119 6657 0 0,'-5'-2'77'0'0,"2"1"-32"0"0,0-1 1 0 0,1 1-1 0 0,-1 0 0 0 0,0-1 1 0 0,1 1-1 0 0,0-1 0 0 0,-1 0 1 0 0,1 1-1 0 0,-3-4 0 0 0,29-1 1079 0 0,326-39 831 0 0,-179 29-2505 0 0,-140 11-324 0 0,-30 5 808 0 0,0 0 0 0 0,0-1 1 0 0,0 1-1 0 0,0 0 0 0 0,1-1 1 0 0,-1 1-1 0 0,0-1 0 0 0,0 0 1 0 0,0 1-1 0 0,0-1 0 0 0,-1 0 1 0 0,1 1-1 0 0,0-1 0 0 0,0 0 1 0 0,0 0-1 0 0,0 0 0 0 0,-1 1 0 0 0,1-1 1 0 0,0 0-1 0 0,-1 0 0 0 0,1 0 1 0 0,-1 0-1 0 0,1-2 0 0 0,-1 2-6 0 0,0 0 0 0 0,0 0-1 0 0,-1 0 1 0 0,1 0 0 0 0,0 0-1 0 0,-1 0 1 0 0,1 0 0 0 0,-1 0-1 0 0,1 0 1 0 0,-1 0 0 0 0,0 0-1 0 0,1 0 1 0 0,-1 0 0 0 0,0 0-1 0 0,0 0 1 0 0,1 1 0 0 0,-1-1-1 0 0,0 0 1 0 0,-2-1 0 0 0,-20-13-635 0 0,21 14 608 0 0,-16-8-137 0 0,0 1-1 0 0,-1 1 0 0 0,0 1 1 0 0,-19-4-1 0 0,-17-5 16 0 0,23 3 226 0 0,0 0-1 0 0,1-2 1 0 0,0-2 0 0 0,1-1-1 0 0,1-1 1 0 0,1-1-1 0 0,-37-33 1 0 0,49 38 107 0 0,1-1 0 0 0,1 0 0 0 0,1-1 0 0 0,0 0 0 0 0,1-2 0 0 0,1 1 0 0 0,1-1 0 0 0,0-1-1 0 0,1 0 1 0 0,1 0 0 0 0,1 0 0 0 0,1-1 0 0 0,-5-28 0 0 0,7 26 0 0 0,1-1-1 0 0,1 0 1 0 0,2 0-1 0 0,0 0 1 0 0,1 0 0 0 0,2 0-1 0 0,0 1 1 0 0,10-36-1 0 0,-9 44-78 0 0,1 1-1 0 0,0 0 1 0 0,1 0 0 0 0,1 0-1 0 0,0 1 1 0 0,0 0-1 0 0,2 0 1 0 0,-1 1 0 0 0,1 0-1 0 0,1 0 1 0 0,0 1-1 0 0,0 1 1 0 0,1-1-1 0 0,24-14 1 0 0,-21 16 3 0 0,1 0-1 0 0,0 1 1 0 0,0 0 0 0 0,0 1 0 0 0,1 1-1 0 0,0 1 1 0 0,30-5 0 0 0,-35 8-39 0 0,1 0 1 0 0,-1 1 0 0 0,0 0-1 0 0,0 1 1 0 0,0 0-1 0 0,0 1 1 0 0,0 0 0 0 0,0 1-1 0 0,0 0 1 0 0,0 0-1 0 0,-1 1 1 0 0,15 8 0 0 0,-4 0-150 0 0,-1 1 1 0 0,0 0-1 0 0,-1 2 1 0 0,-1 0-1 0 0,0 1 1 0 0,0 1 0 0 0,27 35-1 0 0,-25-21-357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1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0 343 5665 0 0,'6'-1'48'0'0,"30"0"299"0"0,-36 1-324 0 0,1 0 1 0 0,0 0 0 0 0,0 0 0 0 0,0 0-1 0 0,0 0 1 0 0,0 0 0 0 0,0 0-1 0 0,0 1 1 0 0,0-1 0 0 0,0 0-1 0 0,0 1 1 0 0,-1-1 0 0 0,1 1 0 0 0,0-1-1 0 0,0 1 1 0 0,0-1 0 0 0,-1 1-1 0 0,1-1 1 0 0,0 1 0 0 0,0 0 0 0 0,-1-1-1 0 0,1 1 1 0 0,-1 0 0 0 0,1 0-1 0 0,-1-1 1 0 0,1 1 0 0 0,-1 0 0 0 0,1 2-1 0 0,0 8 131 0 0,0 0-1 0 0,-1 0 0 0 0,-1 0 1 0 0,-2 20-1 0 0,3-25-96 0 0,0 0 1 0 0,0 0-1 0 0,0-1 1 0 0,1 1-1 0 0,0-1 1 0 0,3 10-1 0 0,3 25 99 0 0,-7-27-141 0 0,-1 0 0 0 0,0 1-1 0 0,-1-1 1 0 0,0 0 0 0 0,-5 16 0 0 0,5-27 50 0 0,0-9-17 0 0,0-8 11 0 0,3-13-67 0 0,0 1-1 0 0,2 0 0 0 0,1 0 0 0 0,8-27 0 0 0,-7 38 37 0 0,0 0 0 0 0,0 1-1 0 0,2 0 1 0 0,0 0 0 0 0,0 0-1 0 0,2 1 1 0 0,19-26 0 0 0,-27 39-22 0 0,0 0 0 0 0,0 0 1 0 0,0 0-1 0 0,0 0 0 0 0,0 0 0 0 0,0 0 1 0 0,1 0-1 0 0,-1 0 0 0 0,0 0 0 0 0,1 1 1 0 0,-1-1-1 0 0,2 0 0 0 0,-2 1-2 0 0,0-1 0 0 0,-1 1 0 0 0,1 0 0 0 0,0 0 0 0 0,0 0 0 0 0,-1 0 0 0 0,1 0-1 0 0,0 1 1 0 0,-1-1 0 0 0,1 0 0 0 0,0 0 0 0 0,-1 0 0 0 0,1 1 0 0 0,0-1 0 0 0,-1 0 0 0 0,1 0 0 0 0,-1 1 0 0 0,1-1 0 0 0,1 1-1 0 0,0 2 11 0 0,1 0 0 0 0,-1 0 0 0 0,0 0 0 0 0,0 0 0 0 0,0 1 0 0 0,0-1 0 0 0,-1 0 0 0 0,3 7 0 0 0,6 15 71 0 0,47 135 267 0 0,-52-145-323 0 0,1 1 0 0 0,1-1 0 0 0,16 29 0 0 0,-19-38-19 0 0,0 0 0 0 0,1 0 0 0 0,-1 0 0 0 0,1 0 0 0 0,0-1 0 0 0,1 0 0 0 0,-1 0 0 0 0,1 0-1 0 0,0-1 1 0 0,1 1 0 0 0,7 3 0 0 0,-11-7-7 0 0,0 0 1 0 0,-1 0-1 0 0,1 0 0 0 0,0 0 0 0 0,0 0 1 0 0,0-1-1 0 0,0 1 0 0 0,0-1 0 0 0,0 0 0 0 0,0 0 1 0 0,0 0-1 0 0,0 0 0 0 0,0-1 0 0 0,0 1 0 0 0,0-1 1 0 0,0 0-1 0 0,0 1 0 0 0,3-3 0 0 0,-2 1-38 0 0,0 0-1 0 0,0-1 1 0 0,-1 1-1 0 0,1-1 0 0 0,0 0 1 0 0,-1 0-1 0 0,0-1 1 0 0,0 1-1 0 0,0-1 0 0 0,4-6 1 0 0,1-5-119 0 0,0 0 0 0 0,-1 0 0 0 0,-1 0 0 0 0,-1-1 0 0 0,6-24 0 0 0,-3 4 108 0 0,-2 0 0 0 0,-2-1 0 0 0,-1 0 1 0 0,-2 0-1 0 0,-6-62 0 0 0,0 53 113 0 0,5 46-66 0 0,-6 38-189 0 0,12 10 180 0 0,-4-35 16 0 0,0-7-2 0 0,-1-7-4 0 0,-1 1-1 0 0,-9-19 16 0 0,-1 2-12 0 0,1-1 1 0 0,1 1-1 0 0,0-1 1 0 0,1-1-1 0 0,-6-30 1 0 0,-13-34-25 0 0,24 79 13 0 0,1-1 6 0 0,-1 1-1 0 0,0 0 0 0 0,0 0 1 0 0,0 0-1 0 0,-5-6 0 0 0,7 9-10 0 0,4 27-124 0 0,2-1 165 0 0,-4-22-24 0 0,-1 1-1 0 0,0 0 1 0 0,0 0-1 0 0,0 0 1 0 0,0 7-1 0 0,0-5-5 0 0,1-7 1 0 0,-2 1-1 0 0,0 0 0 0 0,0 0 0 0 0,0 0 0 0 0,0 0 0 0 0,1 0 0 0 0,-1-1 0 0 0,0 1 1 0 0,0 0-1 0 0,0 0 0 0 0,0 0 0 0 0,0 0 0 0 0,0 0 0 0 0,0-1 0 0 0,0 1 0 0 0,0 0 1 0 0,0 0-1 0 0,0 0 0 0 0,0 0 0 0 0,0 0 0 0 0,0-1 0 0 0,0 1 0 0 0,0 0 0 0 0,0 0 1 0 0,0 0-1 0 0,0 0 0 0 0,0 0 0 0 0,0 0 0 0 0,0-1 0 0 0,0 1 0 0 0,-1 0 1 0 0,1 0-1 0 0,0 0 0 0 0,0 0 0 0 0,0 0 0 0 0,0 0 0 0 0,0-1 0 0 0,0 1 0 0 0,0 0 1 0 0,0 0-1 0 0,-1 0 0 0 0,1 0 0 0 0,0 0 0 0 0,0 0 25 0 0,3 0 37 0 0,-10-46-40 0 0,18 145-56 0 0,-8-48 97 0 0,2 0 0 0 0,3-1 0 0 0,2 0 0 0 0,2 0-1 0 0,34 89 1 0 0,-33-110-79 0 0,1-1-1 0 0,1-1 1 0 0,2 0 0 0 0,0-1-1 0 0,2-1 1 0 0,26 27-1 0 0,-14-27-669 0 0,-18-17 196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2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51 239 6881 0 0,'-16'-11'84'0'0,"12"9"-75"0"0,0-1 0 0 0,0 0 0 0 0,0 0 1 0 0,0 0-1 0 0,1 0 0 0 0,-5-5 0 0 0,8 7-8 0 0,-1 0-1 0 0,1 0 0 0 0,-1 1 1 0 0,1-1-1 0 0,0 0 0 0 0,0 0 1 0 0,-1 0-1 0 0,1 0 0 0 0,0 1 0 0 0,0-1 1 0 0,0 0-1 0 0,0 0 0 0 0,0 0 1 0 0,0 0-1 0 0,0 0 0 0 0,0 0 1 0 0,0 0-1 0 0,1 1 0 0 0,-1-1 1 0 0,0 0-1 0 0,1 0 0 0 0,-1 0 1 0 0,0 0-1 0 0,1 1 0 0 0,-1-1 1 0 0,1 0-1 0 0,-1 1 0 0 0,1-1 1 0 0,-1 0-1 0 0,1 1 0 0 0,0-1 1 0 0,-1 0-1 0 0,1 1 0 0 0,0-1 1 0 0,-1 1-1 0 0,1-1 0 0 0,0 1 1 0 0,1-1-1 0 0,9-6-30 0 0,0 0 1 0 0,0 1-1 0 0,0 1 0 0 0,1 0 0 0 0,23-7 1 0 0,68-11 33 0 0,-65 16-49 0 0,217-37-1038 0 0,-248 43 1010 0 0,5-1-276 0 0,-12 0 213 0 0,-7-3 116 0 0,-22-12 450 0 0,20 11-212 0 0,1 1-1 0 0,-1 1 0 0 0,0-1 0 0 0,-11-3 1 0 0,4 7 11 0 0,16 1-223 0 0,0 0 1 0 0,0 0-1 0 0,-1 1 1 0 0,1-1 0 0 0,0 0-1 0 0,0 0 1 0 0,-1 0-1 0 0,1 1 1 0 0,0-1-1 0 0,0 0 1 0 0,0 0-1 0 0,0 0 1 0 0,-1 1-1 0 0,1-1 1 0 0,0 0 0 0 0,0 1-1 0 0,0-1 1 0 0,0 0-1 0 0,0 0 1 0 0,0 1-1 0 0,0-1 1 0 0,0 0-1 0 0,0 0 1 0 0,0 1-1 0 0,0-1 1 0 0,0 0 0 0 0,0 1-1 0 0,0-1 1 0 0,0 1-1 0 0,12 27 299 0 0,-9-23-262 0 0,27 53 327 0 0,-4-7-298 0 0,37 54 1 0 0,-56-95-172 0 0,-4-5-45 0 0,0 0 0 0 0,0-1 1 0 0,1 1-1 0 0,0-1 0 0 0,0 0 0 0 0,0 0 0 0 0,0 0 1 0 0,7 4-1 0 0,-1-4-389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2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 4816 0 0,'5'-5'12'0'0,"-1"3"-8"0"0,-2 2 8 0 0,4 3-12 0 0,-6 4-4 0 0,5 3 16 0 0,1 1-8 0 0,-2 4-8 0 0,3 1-12 0 0,4 4 16 0 0,-1 4-16 0 0,1-2-48 0 0,2 2-64 0 0,-2 0-72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3.0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258 837 5665 0 0,'16'-22'342'0'0,"0"3"-92"0"0,-11 10-110 0 0,1 0 0 0 0,-2-1 1 0 0,1 0-1 0 0,-2 0 1 0 0,6-21-1 0 0,-7 23-112 0 0,-1-1 1 0 0,0 1-1 0 0,0-1 0 0 0,-1 1 0 0 0,0-1 0 0 0,0 1 0 0 0,-1-1 1 0 0,-3-15-1 0 0,3 22-16 0 0,0-1 0 0 0,1 1 0 0 0,-1 0 0 0 0,0 0 0 0 0,0 0 0 0 0,0 0 0 0 0,-1 0 0 0 0,1 0 0 0 0,0 0 0 0 0,-1 1 0 0 0,0-1 0 0 0,1 0 0 0 0,-1 1 0 0 0,0-1 1 0 0,1 1-1 0 0,-1 0 0 0 0,0-1 0 0 0,0 1 0 0 0,0 0 0 0 0,0 0 0 0 0,-1 0 0 0 0,1 0 0 0 0,0 1 0 0 0,0-1 0 0 0,0 1 0 0 0,-1-1 0 0 0,1 1 0 0 0,0 0 0 0 0,0 0 0 0 0,-1 0 0 0 0,1 0 0 0 0,0 0 0 0 0,-1 0 1 0 0,1 1-1 0 0,0-1 0 0 0,0 1 0 0 0,-3 1 0 0 0,-11 2 3 0 0,1 1 0 0 0,0 0 0 0 0,0 2 0 0 0,1 0 0 0 0,-1 0 0 0 0,2 1-1 0 0,-1 1 1 0 0,-18 16 0 0 0,22-17 8 0 0,0 1-1 0 0,0 1 0 0 0,1 0 0 0 0,1 0 1 0 0,0 1-1 0 0,0 0 0 0 0,1 0 0 0 0,0 0 1 0 0,1 1-1 0 0,-8 21 0 0 0,13-30-7 0 0,0 0 0 0 0,0 1-1 0 0,1-1 1 0 0,-1 0 0 0 0,1 1 0 0 0,-1-1-1 0 0,1 1 1 0 0,0-1 0 0 0,0 1 0 0 0,1-1 0 0 0,-1 0-1 0 0,1 1 1 0 0,-1-1 0 0 0,1 0 0 0 0,0 1-1 0 0,0-1 1 0 0,1 0 0 0 0,-1 0 0 0 0,1 0-1 0 0,0 0 1 0 0,-1 0 0 0 0,1 0 0 0 0,0 0-1 0 0,1-1 1 0 0,-1 1 0 0 0,0-1 0 0 0,1 1 0 0 0,0-1-1 0 0,-1 0 1 0 0,1 0 0 0 0,0 0 0 0 0,0-1-1 0 0,4 3 1 0 0,0-1 2 0 0,-1 0 0 0 0,1-1 0 0 0,0 0-1 0 0,0 0 1 0 0,0-1 0 0 0,0 1 0 0 0,0-2 0 0 0,0 1 0 0 0,0-1-1 0 0,0 0 1 0 0,0 0 0 0 0,0-1 0 0 0,1 0 0 0 0,-1 0 0 0 0,8-3-1 0 0,-9 2-12 0 0,0 0-1 0 0,0-1 0 0 0,-1 1 0 0 0,1-1 0 0 0,-1 0 1 0 0,1-1-1 0 0,-1 0 0 0 0,0 1 0 0 0,0-2 0 0 0,-1 1 1 0 0,1 0-1 0 0,-1-1 0 0 0,0 0 0 0 0,0 0 0 0 0,-1 0 1 0 0,1-1-1 0 0,-1 1 0 0 0,0-1 0 0 0,-1 1 0 0 0,1-1 1 0 0,-1 0-1 0 0,0 0 0 0 0,-1 0 0 0 0,0-1 0 0 0,0 1 1 0 0,0 0-1 0 0,0 0 0 0 0,-1-12 0 0 0,-1 10-76 0 0,1 8 40 0 0,-1 19 54 0 0,-1 31 142 0 0,2-36-113 0 0,1 0 1 0 0,0 0-1 0 0,1-1 0 0 0,0 1 0 0 0,1 0 1 0 0,1-1-1 0 0,0 0 0 0 0,1 0 0 0 0,0 0 1 0 0,8 13-1 0 0,-9-19-34 0 0,1 0 1 0 0,-1-1-1 0 0,2 1 1 0 0,-1-1-1 0 0,0 0 1 0 0,1 0-1 0 0,0-1 1 0 0,0 0-1 0 0,1 0 1 0 0,0-1-1 0 0,0 1 1 0 0,0-1-1 0 0,0-1 1 0 0,0 1-1 0 0,1-1 1 0 0,-1-1-1 0 0,1 1 1 0 0,13 1-1 0 0,-19-3-10 0 0,1-1-1 0 0,0 0 1 0 0,-1 0 0 0 0,1 0-1 0 0,-1 0 1 0 0,1 0 0 0 0,-1 0-1 0 0,1-1 1 0 0,0 1-1 0 0,-1-1 1 0 0,1 0 0 0 0,-1 0-1 0 0,0 0 1 0 0,1 0 0 0 0,-1 0-1 0 0,0 0 1 0 0,0-1-1 0 0,1 1 1 0 0,-1-1 0 0 0,0 1-1 0 0,-1-1 1 0 0,1 0 0 0 0,0 0-1 0 0,0 0 1 0 0,-1 0-1 0 0,1 0 1 0 0,-1 0 0 0 0,3-5-1 0 0,1-5-21 0 0,0 0 0 0 0,-1 0 0 0 0,0-1 0 0 0,3-20-1 0 0,-2 11-31 0 0,4-20-128 0 0,-3 0 0 0 0,-1-1 0 0 0,-1-61 0 0 0,-16-131-470 0 0,0 57 350 0 0,-5-114 71 0 0,16 289 216 0 0,0 4-3 0 0,-3 12-14 0 0,-1 23 12 0 0,-1 66 205 0 0,14 205 0 0 0,1-250-63 0 0,2 0-1 0 0,2 0 0 0 0,3-2 1 0 0,2 1-1 0 0,2-2 1 0 0,38 70-1 0 0,7 36-594 0 0,-49-116-133 0 0,-2-13-2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57:13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265 281 7325 0 0,'-66'4'579'0'0,"-133"-8"0"0"0,256-6 360 0 0,552-74 1386 0 0,6 27-467 0 0,-98 11-343 0 0,286-21 625 0 0,1 50-661 0 0,-675 19-1257 0 0,208 10 497 0 0,-303-12-642 0 0,-27 0-25 0 0,0 0 0 0 0,0 0 0 0 0,0 0 0 0 0,0 1 0 0 0,0 0 0 0 0,-1 0 0 0 0,8 3 0 0 0,-15-2 766 0 0,-9 0-399 0 0,-12 0-52 0 0,-62-4-465 0 0,52 2-808 0 0,-35-4-1 0 0,57 4 294 0 0,0 0-1 0 0,-1 0 0 0 0,1 2 0 0 0,0-1 0 0 0,1 1 0 0 0,-1 0 0 0 0,-15 7 0 0 0,21-8 353 0 0,-24 7-1764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5T09:33:00.2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24575,'0'3'0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3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103 346 7453 0 0,'-11'-10'-72'0'0,"11"10"89"0"0,-1 0 0 0 0,0-1 0 0 0,1 1 0 0 0,-1 0 1 0 0,1-1-1 0 0,-1 1 0 0 0,1-1 0 0 0,-1 1 0 0 0,1-1 0 0 0,-1 1 1 0 0,1-1-1 0 0,-1 1 0 0 0,1-1 0 0 0,0 1 0 0 0,-1-1 0 0 0,1 1 1 0 0,0-1-1 0 0,0 0 0 0 0,-1 1 0 0 0,1-1 0 0 0,0 0 0 0 0,0 1 1 0 0,0-2-1 0 0,0 1 34 0 0,0 1 0 0 0,0 0 0 0 0,0-1 0 0 0,0 1 0 0 0,0 0 0 0 0,0-1 1 0 0,0 1-1 0 0,0-1 0 0 0,-1 1 0 0 0,1 0 0 0 0,0-1 0 0 0,0 1 0 0 0,0 0 0 0 0,0-1 0 0 0,-1 1 1 0 0,1 0-1 0 0,0-1 0 0 0,0 1 0 0 0,0 0 0 0 0,-1-1 0 0 0,1 1 0 0 0,0 0 0 0 0,-1 0 0 0 0,1-1 1 0 0,0 1-1 0 0,-1 0 0 0 0,1 0 0 0 0,0 0 0 0 0,-1-1 0 0 0,1 1 0 0 0,0 0 0 0 0,-2-1 739 0 0,8-3-565 0 0,-5 4-201 0 0,-1 0-1 0 0,0 0 1 0 0,1 0 0 0 0,-1-1-1 0 0,0 1 1 0 0,0 0 0 0 0,1 0 0 0 0,-1 0-1 0 0,0-1 1 0 0,0 1 0 0 0,1 0-1 0 0,-1 0 1 0 0,0-1 0 0 0,0 1-1 0 0,0 0 1 0 0,0 0 0 0 0,1-1-1 0 0,-1 1 1 0 0,0 0 0 0 0,0-1 0 0 0,0 1-1 0 0,0 0 1 0 0,0-1 0 0 0,0 1-1 0 0,0 0 1 0 0,0-1 0 0 0,0 1-1 0 0,0 0 1 0 0,0-1 0 0 0,0 1-1 0 0,0 0 1 0 0,0 0 0 0 0,0-1 0 0 0,0 1-1 0 0,0 0 1 0 0,0-1 0 0 0,-1 1-1 0 0,-10-13 528 0 0,8 10-437 0 0,0 1-1 0 0,0 0 1 0 0,0 0 0 0 0,-1 0 0 0 0,1 0 0 0 0,-8-2 0 0 0,-33 0 1160 0 0,79 1-1419 0 0,55-14-1 0 0,-31 6 103 0 0,732-101-90 0 0,-775 111 134 0 0,246-24 41 0 0,-181 14 11 0 0,97-28 0 0 0,-137 29-19 0 0,50-16 198 0 0,-93 26-153 0 0,-1 0-173 0 0,1 1 0 0 0,-1-1 0 0 0,1 0-1 0 0,0 0 1 0 0,-1 0 0 0 0,1 0 0 0 0,0 0 0 0 0,-1 0 0 0 0,1-1-1 0 0,0 1 1 0 0,-1-1 0 0 0,-1-1 0 0 0,-7 3-2395 0 0,6-7 1395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4.4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83 988 6597 0 0,'-10'-5'144'0'0,"9"5"-140"0"0,0-1 1 0 0,1 1 0 0 0,-1-1 0 0 0,0 1 0 0 0,1 0 0 0 0,-1-1 0 0 0,0 1 0 0 0,0 0 0 0 0,1-1 0 0 0,-1 1 0 0 0,0 0 0 0 0,0 0 0 0 0,0 0 0 0 0,1 0 0 0 0,-1 0 0 0 0,0 0-1 0 0,0 0 1 0 0,0 0 0 0 0,-1 0 0 0 0,1 0 42 0 0,-1 1 0 0 0,0-1 0 0 0,0 0 0 0 0,1 0-1 0 0,-1 0 1 0 0,0 0 0 0 0,1-1 0 0 0,-1 1 0 0 0,0 0 0 0 0,0-1-1 0 0,1 1 1 0 0,-1-1 0 0 0,1 0 0 0 0,-1 1 0 0 0,1-1-1 0 0,-1 0 1 0 0,1 0 0 0 0,-1 0 0 0 0,1 0 0 0 0,-1 0 0 0 0,1 0-1 0 0,0 0 1 0 0,-2-2 0 0 0,1-1 106 0 0,0 0 0 0 0,0 0-1 0 0,0 0 1 0 0,0-1 0 0 0,1 1 0 0 0,0 0 0 0 0,0 0-1 0 0,-1-9 1 0 0,1 6-68 0 0,1 0 1 0 0,0-1-1 0 0,0 1 0 0 0,1 0 1 0 0,-1-1-1 0 0,2 1 0 0 0,-1 0 1 0 0,1 0-1 0 0,4-11 0 0 0,5-8-39 0 0,17-30 0 0 0,-8 17-6 0 0,-2 2-40 0 0,133-255 91 0 0,-129 256-95 0 0,2 0 0 0 0,2 1-1 0 0,1 1 1 0 0,2 2 0 0 0,50-45 0 0 0,-58 60-22 0 0,1 1 1 0 0,1 1 0 0 0,0 1-1 0 0,1 1 1 0 0,1 1-1 0 0,26-10 1 0 0,-33 16 11 0 0,-1 1-1 0 0,1 0 1 0 0,0 2 0 0 0,0 0 0 0 0,0 0 0 0 0,1 2 0 0 0,-1 1 0 0 0,0 0 0 0 0,36 5 0 0 0,-44-3 9 0 0,-1 1 0 0 0,-1 0 0 0 0,1 1 0 0 0,0-1 0 0 0,-1 2 0 0 0,1-1 0 0 0,-1 1 0 0 0,-1 0 0 0 0,1 1 0 0 0,-1 0 0 0 0,0 0 0 0 0,10 10 0 0 0,5 11-9 0 0,0 0 1 0 0,18 31-1 0 0,-18-24 2 0 0,63 100 167 0 0,109 237-1 0 0,-171-325-126 0 0,138 320 165 0 0,-160-357-514 0 0,-6-17-889 0 0,1-1 408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4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9 112 5148 0 0,'-1'0'21'0'0,"1"-1"-1"0"0,-1 1 0 0 0,1-1 0 0 0,-1 1 0 0 0,1-1 0 0 0,-1 1 0 0 0,1-1 1 0 0,-1 1-1 0 0,1-1 0 0 0,-1 0 0 0 0,1 1 0 0 0,0-1 0 0 0,-1 1 1 0 0,1-1-1 0 0,0 0 0 0 0,0 0 0 0 0,-1 1 0 0 0,1-1 0 0 0,0 0 0 0 0,0 1 1 0 0,0-1-1 0 0,0 0 0 0 0,0 0 0 0 0,0 1 0 0 0,0-1 0 0 0,0 0 0 0 0,0 1 1 0 0,0-1-1 0 0,1 0 0 0 0,-1 0 0 0 0,0 0 0 0 0,0-1 40 0 0,1 0-1 0 0,-1 0 1 0 0,0 0-1 0 0,1 0 0 0 0,-1 0 1 0 0,1 0-1 0 0,0 0 1 0 0,0 0-1 0 0,-1 1 1 0 0,1-1-1 0 0,2-3 1 0 0,4 2-48 0 0,-1 0 1 0 0,0 0 0 0 0,1 1 0 0 0,-1 0 0 0 0,1 0 0 0 0,0 1 0 0 0,8-1-1 0 0,6-3 8 0 0,17-2-4 0 0,0 0 0 0 0,48-1 0 0 0,79 6 111 0 0,-66 2-87 0 0,113-4-27 0 0,888-9 16 0 0,-1099 12-28 0 0,0 1 1 0 0,0 0-1 0 0,0 0 0 0 0,-1 0 1 0 0,1 0-1 0 0,0 0 0 0 0,0 0 1 0 0,0 0-1 0 0,0 1 1 0 0,0-1-1 0 0,-1 0 0 0 0,1 0 1 0 0,0 1-1 0 0,0-1 0 0 0,0 0 1 0 0,-1 1-1 0 0,1-1 0 0 0,0 1 1 0 0,0-1-1 0 0,-1 1 1 0 0,1-1-1 0 0,1 2 0 0 0,-2-2 2 0 0,0 1 1 0 0,0 0-1 0 0,0-1 0 0 0,0 1 0 0 0,-1-1 0 0 0,1 1 1 0 0,0 0-1 0 0,0-1 0 0 0,0 1 0 0 0,0-1 0 0 0,-1 1 1 0 0,1 0-1 0 0,0-1 0 0 0,0 1 0 0 0,-1-1 0 0 0,1 1 1 0 0,-1-1-1 0 0,1 1 0 0 0,0-1 0 0 0,-1 1 0 0 0,1-1 1 0 0,-2 1-1 0 0,0 2-5 0 0,-1-1-1 0 0,-1 1 1 0 0,1-1 0 0 0,0 0 0 0 0,0 0-1 0 0,-1 0 1 0 0,1 0 0 0 0,-1-1 0 0 0,-4 2 0 0 0,2-2-7 0 0,0-1 1 0 0,0 1-1 0 0,0-1 1 0 0,1 0 0 0 0,-1-1-1 0 0,0 0 1 0 0,0 0 0 0 0,0 0-1 0 0,1 0 1 0 0,-1-1-1 0 0,1 0 1 0 0,-1 0 0 0 0,-5-4-1 0 0,2 3-228 0 0,-2 0-184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5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1 714 5148 0 0,'0'-8'85'0'0,"1"0"-1"0"0,1 0 0 0 0,-1 0 0 0 0,1 0 1 0 0,1 0-1 0 0,-1 1 0 0 0,1-1 0 0 0,1 1 0 0 0,-1 0 1 0 0,9-12-1 0 0,8-9 105 0 0,27-32 0 0 0,-24 34-189 0 0,25-32 62 0 0,3 1 0 0 0,2 4 0 0 0,2 1 0 0 0,94-66 0 0 0,-117 96-16 0 0,1 1 1 0 0,1 2-1 0 0,1 2 0 0 0,0 0 0 0 0,1 3 1 0 0,1 1-1 0 0,0 2 0 0 0,1 1 0 0 0,0 2 1 0 0,64-5-1 0 0,-55 13 79 0 0,1 2 1 0 0,-1 2-1 0 0,0 2 1 0 0,-1 3-1 0 0,0 1 1 0 0,78 28-1 0 0,-93-26-124 0 0,0 1 0 0 0,0 1 0 0 0,-2 1 0 0 0,51 37-1 0 0,-61-38 43 0 0,-1 1 0 0 0,0 1 0 0 0,-1 1-1 0 0,-1 1 1 0 0,-1 0 0 0 0,-1 1-1 0 0,20 33 1 0 0,-9-6 206 0 0,-3 2 0 0 0,-2 1 0 0 0,18 62 0 0 0,-15-24-60 0 0,12 95-1 0 0,-7 19-53 0 0,-25-188-331 0 0,0-11-463 0 0,4-21-946 0 0,-5 14 1372 0 0,0-4-577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6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6576 3062 3988 0 0,'15'2'2208'0'0,"324"7"-1717"0"0,-339-9-491 0 0,93 7 342 0 0,132 26 1 0 0,-100-12-110 0 0,475 38 480 0 0,-487-51-713 0 0,994 28 103 0 0,-1020-37 3 0 0,97 2 2996 0 0,-175-3-2791 0 0,25-5-34 0 0,-25 5 400 0 0,-3-8-620 0 0,4-3-60 0 0,-5 5-4 0 0,1 0 0 0 0,-1 0 0 0 0,-1 0 0 0 0,5-9 0 0 0,66-131-350 0 0,-57 119 231 0 0,-1-2-1 0 0,-1 0 0 0 0,-2 0 0 0 0,15-51 1 0 0,-26 72 120 0 0,0 0 0 0 0,-1 0 0 0 0,-1 0 0 0 0,0 0 0 0 0,0-1 0 0 0,-1 1 0 0 0,0 0 0 0 0,0 0 0 0 0,-2-1 0 0 0,1 1 1 0 0,-1 0-1 0 0,0 0 0 0 0,-1 0 0 0 0,0 1 0 0 0,-1-1 0 0 0,0 1 0 0 0,-1-1 0 0 0,0 1 0 0 0,-10-14 0 0 0,2 8 4 0 0,1 1-1 0 0,-2 1 0 0 0,0 0 0 0 0,-1 1 0 0 0,0 1 0 0 0,-19-12 0 0 0,-108-51 29 0 0,77 43-28 0 0,-44-24-8 0 0,-301-171-38 0 0,324 170 86 0 0,-1 3 0 0 0,-151-65 0 0 0,50 51-59 0 0,108 42 28 0 0,-130-62 1 0 0,199 81-10 0 0,0 2 0 0 0,-1-1 1 0 0,1 2-1 0 0,-1-1 0 0 0,0 2 1 0 0,-12-2-1 0 0,-73-1-20 0 0,-1-1 82 0 0,96 5-55 0 0,-1 1 0 0 0,0-1 0 0 0,1 0-1 0 0,-1 0 1 0 0,1 0 0 0 0,-1-1-1 0 0,1 1 1 0 0,-1-1 0 0 0,1 1 0 0 0,0-1-1 0 0,0 0 1 0 0,0 0 0 0 0,0 0-1 0 0,0 0 1 0 0,0 0 0 0 0,1 0 0 0 0,-1-1-1 0 0,0 1 1 0 0,1 0 0 0 0,0-1-1 0 0,0 0 1 0 0,0 1 0 0 0,0-1 0 0 0,0 1-1 0 0,-1-6 1 0 0,1 1 8 0 0,-1 0 0 0 0,1-1-1 0 0,0 1 1 0 0,1-1 0 0 0,0 1 0 0 0,0-1 0 0 0,1 1 0 0 0,2-14-1 0 0,53-298-108 0 0,-48 268 87 0 0,0-12 9 0 0,-2 0 0 0 0,-4-107 0 0 0,-4 149-4 0 0,-1 1 1 0 0,-1 0-1 0 0,0 0 1 0 0,-2 0-1 0 0,0 0 0 0 0,-2 1 1 0 0,0 0-1 0 0,-1 0 1 0 0,-1 1-1 0 0,0 0 0 0 0,-2 1 1 0 0,0 0-1 0 0,-25-26 0 0 0,32 37-1 0 0,-21-23-20 0 0,0 1-1 0 0,-2 2 1 0 0,-34-26 0 0 0,22 24 2 0 0,-1 2 0 0 0,-1 2 0 0 0,-1 2 1 0 0,-1 2-1 0 0,-78-25 0 0 0,-278-42 15 0 0,-5 33-50 0 0,118 18 47 0 0,-523-48 58 0 0,-3 85 69 0 0,-197 113 4 0 0,350 28-211 0 0,502-98 127 0 0,2 8 1 0 0,-164 78-1 0 0,-102 90-73 0 0,10 19-96 0 0,38-21 174 0 0,24 5-30 0 0,299-184-3 0 0,2 2 0 0 0,1 3 0 0 0,3 1 0 0 0,-58 75-1 0 0,71-76 9 0 0,2 1 0 0 0,2 1-1 0 0,-37 83 1 0 0,52-96-15 0 0,1 0 1 0 0,2 1-1 0 0,1 0 0 0 0,1 0 1 0 0,2 1-1 0 0,-2 59 0 0 0,8 413 87 0 0,1-470-87 0 0,1-1 0 0 0,2 0 0 0 0,2-1 1 0 0,1 1-1 0 0,1-1 0 0 0,2-1 0 0 0,2 1 0 0 0,1-2 1 0 0,20 37-1 0 0,-24-54-13 0 0,59 103-282 0 0,-37-53-1731 0 0,-23-49 1105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7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325 361 5513 0 0,'13'-17'89'0'0,"1"0"1"0"0,29-26 0 0 0,3-3 105 0 0,-4 3 28 0 0,-27 29 17 0 0,-1 0-1 0 0,0-2 1 0 0,18-27 0 0 0,-31 43-215 0 0,0-1 1 0 0,-1 0 0 0 0,1 1 0 0 0,-1-1-1 0 0,1 0 1 0 0,-1 0 0 0 0,1 1 0 0 0,-1-1 0 0 0,1 0-1 0 0,-1 0 1 0 0,0 0 0 0 0,1 0 0 0 0,-1 0-1 0 0,0 0 1 0 0,0 1 0 0 0,0-1 0 0 0,0 0-1 0 0,0 0 1 0 0,0 0 0 0 0,0 0 0 0 0,0 0 0 0 0,0 0-1 0 0,0 0 1 0 0,-1 0 0 0 0,1 1 0 0 0,0-1-1 0 0,0 0 1 0 0,-1 0 0 0 0,1 0 0 0 0,-1 0-1 0 0,1 1 1 0 0,-1-1 0 0 0,1 0 0 0 0,-1 0-1 0 0,1 1 1 0 0,-1-1 0 0 0,0 0 0 0 0,1 1 0 0 0,-1-1-1 0 0,0 1 1 0 0,0-1 0 0 0,1 1 0 0 0,-1-1-1 0 0,0 1 1 0 0,0 0 0 0 0,0-1 0 0 0,0 1-1 0 0,1 0 1 0 0,-1-1 0 0 0,0 1 0 0 0,0 0 0 0 0,0 0-1 0 0,0 0 1 0 0,-1 0 0 0 0,-6-1 27 0 0,0 1 1 0 0,0-1 0 0 0,1 2-1 0 0,-1-1 1 0 0,-8 2-1 0 0,-10 4-30 0 0,0 1-1 0 0,1 2 0 0 0,-1 0 1 0 0,2 1-1 0 0,0 2 0 0 0,0 0 0 0 0,1 2 1 0 0,0 0-1 0 0,2 2 0 0 0,-1 0 0 0 0,2 2 1 0 0,-34 37-1 0 0,38-36 58 0 0,1 1 0 0 0,0 1 0 0 0,2 1 0 0 0,1 0 0 0 0,0 0 0 0 0,-14 44 0 0 0,16-36-28 0 0,2 0 0 0 0,1 1 1 0 0,1 1-1 0 0,-3 62 0 0 0,9-84-45 0 0,0 1-1 0 0,0-1 1 0 0,1 0-1 0 0,1 1 1 0 0,-1-1-1 0 0,2 0 1 0 0,-1 0-1 0 0,1 0 1 0 0,1 0-1 0 0,0-1 1 0 0,0 1-1 0 0,1-1 1 0 0,1 0-1 0 0,-1 0 1 0 0,1-1-1 0 0,0 1 1 0 0,1-2-1 0 0,0 1 1 0 0,1-1-1 0 0,-1 0 1 0 0,1 0-1 0 0,0-1 1 0 0,1 0-1 0 0,0 0 1 0 0,0-1-1 0 0,0 0 1 0 0,0-1-1 0 0,1 0 1 0 0,0 0-1 0 0,0-1 1 0 0,14 3-1 0 0,-1-3 7 0 0,1 0 0 0 0,0-1-1 0 0,-1-2 1 0 0,1 0 0 0 0,0-1-1 0 0,-1-2 1 0 0,1 0 0 0 0,-1-2-1 0 0,0 0 1 0 0,0-2 0 0 0,28-11 0 0 0,-15 3-2 0 0,-1-2 1 0 0,0-2 0 0 0,-1-1 0 0 0,-1-2 0 0 0,-1-1 0 0 0,30-28 0 0 0,-45 36-28 0 0,-1-1 0 0 0,-1-1 0 0 0,-1 0 0 0 0,0-1-1 0 0,-1 0 1 0 0,-1-1 0 0 0,-1 0 0 0 0,-1-1 0 0 0,0 0 0 0 0,8-29-1 0 0,-13 31-2 0 0,0 1-1 0 0,-2-1 0 0 0,0 0 0 0 0,-1 0 1 0 0,-1 0-1 0 0,0 0 0 0 0,-2 0 0 0 0,0 0 0 0 0,-1 0 1 0 0,0 1-1 0 0,-2-1 0 0 0,0 0 0 0 0,-9-21 1 0 0,7 23 13 0 0,-1 0 1 0 0,0 0 0 0 0,-1 1-1 0 0,-1 0 1 0 0,-1 1 0 0 0,0 0-1 0 0,-1 0 1 0 0,0 1 0 0 0,-15-13-1 0 0,17 18 4 0 0,-1 1 0 0 0,1 0 0 0 0,-1 0 0 0 0,0 1 0 0 0,-1 1-1 0 0,1-1 1 0 0,-1 2 0 0 0,0-1 0 0 0,-1 2 0 0 0,1-1 0 0 0,-1 2 0 0 0,1-1 0 0 0,-1 2-1 0 0,-14-1 1 0 0,6 2-47 0 0,-1 1 0 0 0,0 1-1 0 0,0 1 1 0 0,1 0 0 0 0,-1 2 0 0 0,1 1-1 0 0,0 0 1 0 0,1 1 0 0 0,-1 1 0 0 0,1 1-1 0 0,1 1 1 0 0,0 0 0 0 0,0 2 0 0 0,1 0-1 0 0,-17 16 1 0 0,31-25-39 0 0,0 0 1 0 0,0 0-1 0 0,0 0 0 0 0,1 0 0 0 0,-1 0 1 0 0,1 1-1 0 0,0-1 0 0 0,0 1 1 0 0,0 0-1 0 0,1 0 0 0 0,-1-1 0 0 0,1 1 1 0 0,0 0-1 0 0,0 0 0 0 0,0 0 0 0 0,1 1 1 0 0,-1-1-1 0 0,1 0 0 0 0,0 0 0 0 0,0 0 1 0 0,1 6-1 0 0,8 11-653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7.6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959 68 5236 0 0,'-10'-6'211'0'0,"0"0"0"0"0,0 0 0 0 0,-10-10-1 0 0,15 12-133 0 0,0 0 1 0 0,-1 1-1 0 0,1-1 0 0 0,-1 1 0 0 0,1 1 1 0 0,-1-1-1 0 0,0 1 0 0 0,0 0 0 0 0,0 0 1 0 0,-1 0-1 0 0,1 1 0 0 0,0 0 0 0 0,-1 1 0 0 0,1-1 1 0 0,0 1-1 0 0,-1 0 0 0 0,1 1 0 0 0,-8 1 1 0 0,2 0 6 0 0,0 0 0 0 0,0 1 1 0 0,0 1-1 0 0,1 0 1 0 0,0 0-1 0 0,0 1 0 0 0,0 1 1 0 0,-17 11-1 0 0,-75 62 1097 0 0,-108 110 0 0 0,142-121-905 0 0,4 3-1 0 0,-67 92 0 0 0,121-147-209 0 0,0 0 0 0 0,1 1 0 0 0,0 0 0 0 0,1 1 0 0 0,1-1 0 0 0,1 2 0 0 0,1-1 0 0 0,-6 27 0 0 0,11-36-30 0 0,-1-1 0 0 0,2 0 0 0 0,-1 1 0 0 0,1-1 0 0 0,0 1 0 0 0,1-1 0 0 0,0 1 0 0 0,1-1 0 0 0,-1 1 0 0 0,1-1 0 0 0,1 0 0 0 0,0 0 0 0 0,0 0 0 0 0,0 0 0 0 0,1-1 0 0 0,0 1 0 0 0,1-1 0 0 0,0 0 0 0 0,0 0 0 0 0,0-1 0 0 0,11 11 0 0 0,-3-7 27 0 0,0 0-1 0 0,0-1 1 0 0,1-1 0 0 0,0 0 0 0 0,1 0-1 0 0,-1-2 1 0 0,2 0 0 0 0,-1 0 0 0 0,0-2 0 0 0,1 0-1 0 0,0 0 1 0 0,28 1 0 0 0,-11-3-18 0 0,0-1 0 0 0,0-1 0 0 0,0-2 0 0 0,0-2 0 0 0,43-9 1 0 0,-27 0-55 0 0,0-1 1 0 0,-2-3-1 0 0,0-2 1 0 0,0-2-1 0 0,58-36 1 0 0,-86 45 8 0 0,26-14 6 0 0,-1-2-1 0 0,70-59 1 0 0,-102 76-5 0 0,-1 0-1 0 0,0-1 1 0 0,-1 0 0 0 0,0-1 0 0 0,-1 0 0 0 0,0 0 0 0 0,-1-1 0 0 0,-1 0 0 0 0,0-1 0 0 0,-1 1 0 0 0,0-1-1 0 0,-1-1 1 0 0,4-22 0 0 0,-7 21-3 0 0,0-1 0 0 0,-1 1 0 0 0,0-1 0 0 0,-2 1 0 0 0,0-1 0 0 0,-1 1 0 0 0,-1-1 0 0 0,0 1 0 0 0,-1 0 0 0 0,-1 1 0 0 0,-1-1 0 0 0,-1 1 0 0 0,0 0 0 0 0,-1 0 0 0 0,0 1 0 0 0,-1 0 0 0 0,-1 0 0 0 0,0 1 0 0 0,-1 0 0 0 0,-1 1 0 0 0,0 1 0 0 0,-1 0 0 0 0,0 0 0 0 0,-1 1 0 0 0,0 1 0 0 0,-1 0 0 0 0,-18-9 0 0 0,1 6-58 0 0,0 0 1 0 0,-1 2-1 0 0,-1 2 1 0 0,0 1 0 0 0,0 2-1 0 0,0 1 1 0 0,-1 1-1 0 0,-37 2 1 0 0,55 3-347 0 0,0 0 1 0 0,-1 1-1 0 0,1 1 1 0 0,1 1-1 0 0,-1 1 0 0 0,0 0 1 0 0,1 1-1 0 0,-18 9 1 0 0,11-2-878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8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499 221 6845 0 0,'-1'1'8'0'0,"1"-1"1"0"0,-1 0-1 0 0,0 1 1 0 0,0-1 0 0 0,1 1-1 0 0,-1-1 1 0 0,1 1 0 0 0,-1-1-1 0 0,0 1 1 0 0,1-1-1 0 0,-1 1 1 0 0,1-1 0 0 0,-1 1-1 0 0,1 0 1 0 0,-1-1 0 0 0,1 1-1 0 0,0 0 1 0 0,-1 0-1 0 0,1-1 1 0 0,0 1 0 0 0,0 0-1 0 0,-1 0 1 0 0,1 1 0 0 0,-6 26 39 0 0,4-20 38 0 0,-34 250 883 0 0,19 5 108 0 0,11-139-784 0 0,-67 553 436 0 0,-47-100 286 0 0,115-553-978 0 0,-175 601 205 0 0,175-609-237 0 0,-3 5 5 0 0,1 0 0 0 0,0 1 0 0 0,2 0 1 0 0,1 1-1 0 0,-1 22 0 0 0,5-44-10 0 0,0 0 1 0 0,0 0 0 0 0,0-1-1 0 0,0 1 1 0 0,1 0 0 0 0,-1-1-1 0 0,0 1 1 0 0,0 0-1 0 0,1-1 1 0 0,-1 1 0 0 0,1-1-1 0 0,-1 1 1 0 0,0-1 0 0 0,1 1-1 0 0,-1 0 1 0 0,1-1 0 0 0,-1 1-1 0 0,1-1 1 0 0,0 0 0 0 0,-1 1-1 0 0,1-1 1 0 0,-1 0-1 0 0,1 1 1 0 0,0-1 0 0 0,-1 0-1 0 0,1 1 1 0 0,0-1 0 0 0,-1 0-1 0 0,1 0 1 0 0,0 0 0 0 0,-1 0-1 0 0,1 0 1 0 0,0 0 0 0 0,0 0-1 0 0,-1 0 1 0 0,1 0-1 0 0,0 0 1 0 0,-1 0 0 0 0,1 0-1 0 0,0-1 1 0 0,37-7 25 0 0,-30 6-22 0 0,131-34 5 0 0,240-58-105 0 0,7 26 265 0 0,106 34 446 0 0,1 29-376 0 0,-483 5-242 0 0,287-11 80 0 0,-297 12-66 0 0,1-1 1 0 0,-1 0-1 0 0,1 0 1 0 0,-1 0-1 0 0,1 0 1 0 0,-1 0-1 0 0,1 0 1 0 0,-1 0-1 0 0,1 0 1 0 0,0 0 0 0 0,-1 0-1 0 0,1 0 1 0 0,-1-1-1 0 0,1 1 1 0 0,-1 0-1 0 0,1 0 1 0 0,-1 0-1 0 0,1-1 1 0 0,-1 1-1 0 0,1 0 1 0 0,-1-1-1 0 0,0 1 1 0 0,1 0-1 0 0,-1-1 1 0 0,1 1-1 0 0,-1 0 1 0 0,0-1-1 0 0,1 1 1 0 0,-1-1-1 0 0,0 1 1 0 0,1-1-1 0 0,-1 1 1 0 0,0-1-1 0 0,0 1 1 0 0,1-1-1 0 0,-11-17 641 0 0,1 5-567 0 0,-2-13-54 0 0,0-1 0 0 0,2 0-1 0 0,1-1 1 0 0,1 0 0 0 0,2 0 0 0 0,-4-51 0 0 0,6 29-51 0 0,2 0-1 0 0,2 0 0 0 0,3 0 1 0 0,2 0-1 0 0,17-68 0 0 0,1 29-98 0 0,4 2-1 0 0,42-89 0 0 0,35-57-248 0 0,61-147-19 0 0,-120 261 369 0 0,38-156 1 0 0,-58 164 14 0 0,-5-1 0 0 0,6-115 0 0 0,-26 210 5 0 0,0 1-1 0 0,-2-1 1 0 0,0 1-1 0 0,0 0 1 0 0,-2 0 0 0 0,0 0-1 0 0,-1 0 1 0 0,-1 0-1 0 0,0 0 1 0 0,-1 1-1 0 0,-9-17 1 0 0,11 26-6 0 0,0 1 0 0 0,0-1 1 0 0,-1 1-1 0 0,0 0 0 0 0,0 0 0 0 0,0 1 1 0 0,0-1-1 0 0,-1 1 0 0 0,0 0 0 0 0,0 1 0 0 0,0-1 1 0 0,0 1-1 0 0,0 0 0 0 0,-1 1 0 0 0,1-1 1 0 0,-1 2-1 0 0,0-1 0 0 0,-11-1 0 0 0,-12 0 4 0 0,1 1-1 0 0,-1 1 0 0 0,-33 4 0 0 0,27-1 0 0 0,-304 34 51 0 0,1 28-72 0 0,122-22-6 0 0,-17-5 48 0 0,-24 5-5 0 0,176-25-12 0 0,-88 30-1 0 0,141-37 3 0 0,1 2-1 0 0,-47 26 1 0 0,60-29-97 0 0,0 0 0 0 0,1 1 0 0 0,0 1 0 0 0,1 1 0 0 0,0 0 0 0 0,-13 16 0 0 0,25-26-26 0 0,-1 0 1 0 0,0 0-1 0 0,1 1 0 0 0,0-1 1 0 0,-1 0-1 0 0,1 1 1 0 0,0-1-1 0 0,0 1 0 0 0,-1 4 1 0 0,2-5-35 0 0,0-1 0 0 0,0 1-1 0 0,0-1 1 0 0,0 1 0 0 0,0-1 0 0 0,0 1 0 0 0,1-1 0 0 0,-1 1 0 0 0,1-1-1 0 0,-1 1 1 0 0,1-1 0 0 0,-1 1 0 0 0,1-1 0 0 0,0 0 0 0 0,0 1 0 0 0,0-1 0 0 0,1 2-1 0 0,3 5-781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09.5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24 6249 0 0,'3'-11'205'0'0,"0"0"237"0"0,-3 11-430 0 0,0-1 0 0 0,-1 1 0 0 0,1 0 0 0 0,0 0 0 0 0,0 0 0 0 0,-1 0 0 0 0,1 0 0 0 0,0 0 0 0 0,-1 0 0 0 0,1-1 0 0 0,0 1 0 0 0,-1 0 0 0 0,1 0 0 0 0,0 0 0 0 0,-1 0 0 0 0,1 0 0 0 0,0 0 0 0 0,-1 1 1 0 0,1-1-1 0 0,0 0 0 0 0,-1 0 0 0 0,1 0 0 0 0,0 0 0 0 0,-1 0 0 0 0,1 0 0 0 0,0 1 0 0 0,0-1 0 0 0,-1 0 0 0 0,1 0 0 0 0,0 0 0 0 0,0 1 0 0 0,-1-1 0 0 0,1 0 0 0 0,0 0 0 0 0,0 1 0 0 0,0-1 0 0 0,-1 1 0 0 0,-49 26 193 0 0,38-22-76 0 0,-1 2 0 0 0,1-1 0 0 0,1 2 0 0 0,-1 0-1 0 0,1 0 1 0 0,-11 11 0 0 0,15-11-10 0 0,1-1 0 0 0,0 1-1 0 0,1 0 1 0 0,0 0 0 0 0,-8 17 0 0 0,11-20-85 0 0,0-1 0 0 0,0 1 0 0 0,1-1 1 0 0,0 1-1 0 0,0-1 0 0 0,0 1 1 0 0,0 0-1 0 0,1-1 0 0 0,0 1 0 0 0,0 0 1 0 0,0 0-1 0 0,1-1 0 0 0,-1 1 1 0 0,3 5-1 0 0,-3-9-19 0 0,0 0 0 0 0,1 1 0 0 0,0-1 0 0 0,-1 0 0 0 0,1 0 0 0 0,0 1 0 0 0,-1-1 0 0 0,1 0 0 0 0,0 0 0 0 0,0 0 0 0 0,0 0 0 0 0,0 0 0 0 0,0 0 0 0 0,0 0 0 0 0,0-1 0 0 0,1 1 0 0 0,-1 0 0 0 0,0-1 0 0 0,0 1 0 0 0,1-1 0 0 0,0 1 0 0 0,2 0 30 0 0,-1 0 0 0 0,1-1 0 0 0,-1 1 0 0 0,1-1-1 0 0,-1 0 1 0 0,1 0 0 0 0,-1 0 0 0 0,5-2 0 0 0,3 0 70 0 0,-1-1 1 0 0,0 0-1 0 0,1 0 0 0 0,16-10 0 0 0,-13 6-83 0 0,0-2 0 0 0,0 0 0 0 0,-1-1 0 0 0,0 0 0 0 0,-1-1 0 0 0,0 0 0 0 0,-1-1-1 0 0,0 0 1 0 0,16-23 0 0 0,-25 31-5 0 0,0 0-1 0 0,0 0 1 0 0,-1 0 0 0 0,1-1-1 0 0,-1 1 1 0 0,0-1-1 0 0,1-4 1 0 0,-2 8-5 0 0,1 0 1 0 0,-1 0-1 0 0,0 0 1 0 0,0 0-1 0 0,0-1 1 0 0,0 1-1 0 0,0 0 1 0 0,0 0-1 0 0,0 0 0 0 0,0 0 1 0 0,0-1-1 0 0,0 1 1 0 0,-1 0-1 0 0,1 0 1 0 0,-1 0-1 0 0,1 0 1 0 0,-1 0-1 0 0,1 0 1 0 0,-1 0-1 0 0,1 0 1 0 0,-1 0-1 0 0,0 0 1 0 0,0 0-1 0 0,1 0 1 0 0,-1 0-1 0 0,0 1 1 0 0,0-1-1 0 0,0 0 1 0 0,-1 0-1 0 0,-5-1 4 0 0,1 1 0 0 0,0 0 0 0 0,0 0 0 0 0,0 1 0 0 0,-1-1 0 0 0,1 1 0 0 0,0 1-1 0 0,-1-1 1 0 0,1 1 0 0 0,0 1 0 0 0,0-1 0 0 0,0 1 0 0 0,-6 2 0 0 0,-7 3-165 0 0,0 1 0 0 0,-31 17 1 0 0,40-19-59 0 0,5-4-95 0 0,0 1 0 0 0,1 0 1 0 0,-1 0-1 0 0,1 0 0 0 0,0 1 0 0 0,0-1 0 0 0,-4 5 0 0 0,4-2-789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1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263 119 6409 0 0,'13'-24'-9'0'0,"-3"8"21"0"0,-6 8-7 0 0,-1 2 0 0 0,0 0-1 0 0,0 0 1 0 0,-1 0-1 0 0,0 0 1 0 0,0-1-1 0 0,0 1 1 0 0,1-13-1 0 0,-4 18-6 0 0,1 0-1 0 0,-1 1 1 0 0,0-1-1 0 0,1 0 0 0 0,-1 1 1 0 0,0-1-1 0 0,0 1 1 0 0,0-1-1 0 0,0 1 1 0 0,0-1-1 0 0,0 1 0 0 0,0-1 1 0 0,1 1-1 0 0,-1 0 1 0 0,0 0-1 0 0,0 0 1 0 0,0-1-1 0 0,0 1 1 0 0,0 0-1 0 0,-1 0 0 0 0,1 0 1 0 0,-2 1-1 0 0,3-1-2 0 0,-4 0-4 0 0,0 0-1 0 0,1 1 0 0 0,-1 0 0 0 0,1-1 1 0 0,-1 1-1 0 0,1 1 0 0 0,-1-1 1 0 0,1 0-1 0 0,0 1 0 0 0,0 0 0 0 0,0 0 1 0 0,0 0-1 0 0,0 0 0 0 0,-4 4 1 0 0,-2 0-18 0 0,7-5 34 0 0,0 1 0 0 0,1-1 0 0 0,-1 1 0 0 0,0-1 0 0 0,1 1 0 0 0,0 0 0 0 0,-1 0 0 0 0,1 0 0 0 0,0 0 0 0 0,-1 2 0 0 0,0-1 9 0 0,1-1 0 0 0,-1 1 0 0 0,0-1 0 0 0,1 1 0 0 0,-1-1 0 0 0,0 0 0 0 0,-3 3 1 0 0,-25 20 344 0 0,-50 57 0 0 0,68-68-286 0 0,2 0 0 0 0,0 0 0 0 0,1 1 0 0 0,0 0 0 0 0,1 1 1 0 0,-10 26-1 0 0,17-36-27 0 0,0-1 0 0 0,0 1 0 0 0,1 0 0 0 0,-1 0 1 0 0,1-1-1 0 0,0 1 0 0 0,1 0 0 0 0,-1 0 0 0 0,1-1 0 0 0,0 1 1 0 0,1-1-1 0 0,-1 1 0 0 0,5 8 0 0 0,-3-5 10 0 0,1-1-1 0 0,1 1 1 0 0,-1-1 0 0 0,1 0-1 0 0,1-1 1 0 0,-1 1-1 0 0,12 10 1 0 0,-10-12-36 0 0,1-1-1 0 0,-1 0 1 0 0,1 0-1 0 0,0 0 1 0 0,0-1-1 0 0,1-1 1 0 0,-1 1 0 0 0,1-1-1 0 0,0-1 1 0 0,-1 1-1 0 0,1-2 1 0 0,0 1-1 0 0,1-1 1 0 0,-1 0-1 0 0,0-1 1 0 0,0 0 0 0 0,0-1-1 0 0,16-3 1 0 0,-17 3-16 0 0,0 0 0 0 0,-1-1 0 0 0,1 0 0 0 0,0-1 1 0 0,-1 1-1 0 0,0-2 0 0 0,0 1 0 0 0,1-1 0 0 0,-2 0 1 0 0,1 0-1 0 0,-1-1 0 0 0,1 0 0 0 0,-1 0 1 0 0,0-1-1 0 0,-1 1 0 0 0,0-1 0 0 0,0 0 0 0 0,0-1 1 0 0,0 1-1 0 0,-1-1 0 0 0,6-12 0 0 0,-8 12 1 0 0,1 1 0 0 0,-1-1 0 0 0,0 0 0 0 0,0 1-1 0 0,0-1 1 0 0,-1 0 0 0 0,0 0 0 0 0,-1-1 0 0 0,0 1 0 0 0,0 0-1 0 0,-1-11 1 0 0,-2 19-128 0 0,0 8 44 0 0,-2 13-30 0 0,0 4-167 0 0,4-25 219 0 0,0 1 0 0 0,0 0 0 0 0,0 0 0 0 0,1 0 0 0 0,-1 0 0 0 0,1 0 0 0 0,-1 0-1 0 0,1 0 1 0 0,0 0 0 0 0,0 0 0 0 0,0 0 0 0 0,0 0 0 0 0,0 0 0 0 0,0 0 0 0 0,0 0 0 0 0,1 0 0 0 0,-1 0 0 0 0,1 0 0 0 0,0 0 0 0 0,-1 0 0 0 0,1 0 0 0 0,1 2 0 0 0,3 4-461 0 0,0-1-108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75 6281 0 0,'1'0'3'0'0,"-1"0"0"0"0,1 0 1 0 0,0 0-1 0 0,-1-1 0 0 0,1 2 1 0 0,-1-1-1 0 0,1 0 0 0 0,-1 0 1 0 0,1 0-1 0 0,-1 0 1 0 0,1 0-1 0 0,-1 0 0 0 0,1 0 1 0 0,-1 1-1 0 0,1-1 0 0 0,-1 0 1 0 0,1 0-1 0 0,-1 1 0 0 0,1-1 1 0 0,0 1-1 0 0,0 13 95 0 0,-1-6-72 0 0,-7 87 196 0 0,3-64 59 0 0,1 55 0 0 0,4-59-286 0 0,-1-6-102 0 0,1 0-1 0 0,1 1 1 0 0,8 33-1 0 0,-10-55 117 0 0,0 0 1 0 0,0 0-1 0 0,0 0 0 0 0,1 0 0 0 0,-1 0 1 0 0,0 0-1 0 0,0 0 0 0 0,0 0 0 0 0,0 0 1 0 0,0 0-1 0 0,0 0 0 0 0,0 0 1 0 0,0 0-1 0 0,0 0 0 0 0,0 0 0 0 0,0 0 1 0 0,1 0-1 0 0,-1 0 0 0 0,0 0 0 0 0,0 0 1 0 0,0 0-1 0 0,0 0 0 0 0,0 0 1 0 0,0 0-1 0 0,0 0 0 0 0,0 0 0 0 0,0 0 1 0 0,0 0-1 0 0,0 0 0 0 0,0 0 1 0 0,1 1-1 0 0,-1-1 0 0 0,0 0 0 0 0,0 0 1 0 0,0 0-1 0 0,0 0 0 0 0,0 0 0 0 0,0 0 1 0 0,0 0-1 0 0,0 0 0 0 0,0 0 1 0 0,0 0-1 0 0,0 0 0 0 0,2-16 325 0 0,-1-41 53 0 0,0 24-392 0 0,1-15-8 0 0,4-64-2 0 0,-5 97 13 0 0,2 0 0 0 0,0 0 0 0 0,1 1 0 0 0,0-1-1 0 0,7-15 1 0 0,-5 22-69 0 0,-2 8 14 0 0,1 20-20 0 0,-3 30 70 0 0,-2-36 15 0 0,0 0 0 0 0,0-1 0 0 0,1 1 0 0 0,1 0 0 0 0,0-1 0 0 0,1 1 0 0 0,1-1 0 0 0,6 16 0 0 0,-10-29-6 0 0,0 0 0 0 0,0 0 0 0 0,0 1-1 0 0,1-1 1 0 0,-1 0 0 0 0,0 0 0 0 0,0 0 0 0 0,0 1 0 0 0,1-1 0 0 0,-1 0 0 0 0,0 0 0 0 0,1 0 0 0 0,-1 0 0 0 0,0 0 0 0 0,0 1 0 0 0,1-1 0 0 0,-1 0 0 0 0,0 0 0 0 0,1 0 0 0 0,-1 0 0 0 0,0 0 0 0 0,0 0-1 0 0,1 0 1 0 0,-1 0 0 0 0,0 0 0 0 0,1 0 0 0 0,-1 0 0 0 0,0 0 0 0 0,0 0 0 0 0,1 0 0 0 0,-1-1 0 0 0,0 1 0 0 0,1 0 0 0 0,-1 0 0 0 0,0 0 0 0 0,0 0 0 0 0,1 0 0 0 0,-1-1 0 0 0,0 1 0 0 0,0 0-1 0 0,0 0 1 0 0,1 0 0 0 0,-1-1 0 0 0,0 1 0 0 0,0 0 0 0 0,0 0 0 0 0,1-1 0 0 0,-1 1 0 0 0,0 0 0 0 0,0 0 0 0 0,0-1 0 0 0,0 1 0 0 0,0-1 0 0 0,11-17 79 0 0,-10 17-79 0 0,53-122 132 0 0,-6 10 222 0 0,-47 111-348 0 0,1-1 0 0 0,-1 1-1 0 0,0-1 1 0 0,1 1 0 0 0,-1 0 0 0 0,1 0 0 0 0,0 0 0 0 0,0 0 0 0 0,-1 0 0 0 0,1 0 0 0 0,1 0 0 0 0,2-1-1 0 0,-5 3-5 0 0,0-1 0 0 0,1 1-1 0 0,-1 0 1 0 0,1 0-1 0 0,-1 0 1 0 0,1 0 0 0 0,-1 0-1 0 0,1 0 1 0 0,-1 0-1 0 0,1 0 1 0 0,-1 0 0 0 0,1 0-1 0 0,-1 0 1 0 0,1 0 0 0 0,-1 0-1 0 0,1 1 1 0 0,-1-1-1 0 0,1 0 1 0 0,-1 0 0 0 0,0 0-1 0 0,1 1 1 0 0,-1-1-1 0 0,1 0 1 0 0,-1 0 0 0 0,1 1-1 0 0,0 1 1 0 0,0-1 0 0 0,1 1-1 0 0,-1-1 1 0 0,0 1 0 0 0,0 0-1 0 0,0 0 1 0 0,-1-1 0 0 0,1 1-1 0 0,1 3 1 0 0,6 30-25 0 0,0 1 1 0 0,-3-1-1 0 0,-1 1 0 0 0,-1 54 1 0 0,3 15-133 0 0,-6-104 99 0 0,0 0-1 0 0,0 0 1 0 0,0 0-1 0 0,0 0 1 0 0,0 0-1 0 0,0 0 1 0 0,0-1-1 0 0,1 1 0 0 0,-1 0 1 0 0,0 0-1 0 0,1 0 1 0 0,-1 0-1 0 0,1 0 1 0 0,-1-1-1 0 0,1 1 1 0 0,-1 0-1 0 0,1 0 1 0 0,0-1-1 0 0,-1 1 1 0 0,2 0-1 0 0,-1 1-537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5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73 7069 0 0,'-2'58'-100'0'0,"0"-24"310"0"0,2 1 0 0 0,1 0-1 0 0,2-1 1 0 0,10 50-1 0 0,-3-44-199 0 0,-5-55 154 0 0,-4-4-255 0 0,1 0 0 0 0,1 1 0 0 0,1-1 0 0 0,7-20 0 0 0,6-38-122 0 0,-13 47 144 0 0,2 1 1 0 0,0 0-1 0 0,2 1 1 0 0,17-43 0 0 0,-25 72 65 0 0,0-1 1 0 0,1 0 0 0 0,-1 1 0 0 0,0-1 0 0 0,0 0-1 0 0,0 1 1 0 0,0-1 0 0 0,0 0 0 0 0,0 1-1 0 0,0-1 1 0 0,1 0 0 0 0,-1 1 0 0 0,0-1-1 0 0,0 0 1 0 0,0 1 0 0 0,1-1 0 0 0,-1 0 0 0 0,0 0-1 0 0,0 0 1 0 0,1 1 0 0 0,-1-1 0 0 0,0 0-1 0 0,0 0 1 0 0,1 0 0 0 0,-1 1 0 0 0,0-1-1 0 0,1 0 1 0 0,-1 0 0 0 0,0 0 0 0 0,1 0 0 0 0,-1 0-1 0 0,0 0 1 0 0,1 0 0 0 0,-1 0 0 0 0,0 0-1 0 0,1 0 1 0 0,-1 0 0 0 0,0 0 0 0 0,1 0-1 0 0,-1 0 1 0 0,0 0 0 0 0,1 0 0 0 0,-1 0-1 0 0,0 0 1 0 0,1 0 0 0 0,-1-1 0 0 0,0 1 0 0 0,1 0-1 0 0,-1 0 1 0 0,0 0 0 0 0,0-1 0 0 0,1 1-1 0 0,-1 0 1 0 0,0 0 0 0 0,0-1 0 0 0,1 1-1 0 0,-1 0 1 0 0,0 0 0 0 0,0-1 0 0 0,0 1 0 0 0,1 0-1 0 0,-1-1 1 0 0,0 1 0 0 0,0 0 0 0 0,0-1-1 0 0,0 1 1 0 0,0 0 0 0 0,0-1 0 0 0,0 0 0 0 0,11 34 177 0 0,-9-24-116 0 0,8 23 98 0 0,-2 1 0 0 0,-2-1-1 0 0,-1 1 1 0 0,1 56 0 0 0,-3-40-80 0 0,11 53 0 0 0,-14-98-71 0 0,1-1-79 0 0,-1 1 0 0 0,1-1-1 0 0,0 0 1 0 0,0 0 0 0 0,0 1 0 0 0,0-1 0 0 0,0 0 0 0 0,1 0 0 0 0,-1 0 0 0 0,1 0 0 0 0,0-1 0 0 0,4 6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2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1 228 5725 0 0,'26'11'862'0'0,"-21"-9"-820"0"0,-1 1 0 0 0,1-1 0 0 0,0 0 1 0 0,0-1-1 0 0,0 1 0 0 0,9 1 0 0 0,-2-3-84 0 0,1-1-1 0 0,-1 0 1 0 0,0 0-1 0 0,1-1 1 0 0,-1-1-1 0 0,0 0 1 0 0,0 0-1 0 0,16-8 1 0 0,-6 1-357 0 0</inkml:trace>
  <inkml:trace contextRef="#ctx0" brushRef="#br0" timeOffset="1">336 33 6065 0 0,'-4'-6'236'0'0,"3"4"-102"0"0,0 0-1 0 0,-1-1 1 0 0,1 1 0 0 0,-1 0 0 0 0,0 0 0 0 0,0 0 0 0 0,0 0 0 0 0,0 0 0 0 0,0 0 0 0 0,0 1-1 0 0,-5-3 1 0 0,16 33 9 0 0,-2 2-131 0 0,5 28-1 0 0,8 103-47 0 0,-19-151 27 0 0,1 16-418 0 0,7 35 1 0 0,-5-48-20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2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 6001 0 0,'0'0'15'0'0,"-1"0"1"0"0,1 0-1 0 0,0 0 0 0 0,0 0 1 0 0,0 0-1 0 0,0 0 1 0 0,0 0-1 0 0,0 0 1 0 0,-1 0-1 0 0,1 0 1 0 0,0 0-1 0 0,0 0 1 0 0,0 0-1 0 0,0 0 1 0 0,0 0-1 0 0,-1 0 1 0 0,1 0-1 0 0,0 0 1 0 0,0 0-1 0 0,0 0 1 0 0,0 0-1 0 0,0 0 1 0 0,-1 0-1 0 0,1 1 0 0 0,0-1 1 0 0,0 0-1 0 0,0 0 1 0 0,0 0-1 0 0,0 0 1 0 0,0 0-1 0 0,0 0 1 0 0,0 0-1 0 0,0 0 1 0 0,-1 1-1 0 0,1-1 1 0 0,0 0-1 0 0,0 0 1 0 0,0 0-1 0 0,0 0 1 0 0,0 0-1 0 0,0 0 1 0 0,0 1-1 0 0,0-1 1 0 0,0 0-1 0 0,0 0 1 0 0,0 0-1 0 0,0 0 0 0 0,0 0 1 0 0,0 1-1 0 0,0-1 1 0 0,0 0-1 0 0,0 0 1 0 0,0 0-1 0 0,0 1 1 0 0,-3 17 126 0 0,0 23-163 0 0,3-11 356 0 0,0 1-1 0 0,3 0 1 0 0,0-1 0 0 0,2 0 0 0 0,16 54 0 0 0,-16-69-252 0 0,-4-11-59 0 0,0 1 0 0 0,1 0 0 0 0,0-1 0 0 0,0 0 0 0 0,4 9 0 0 0,-5-12-21 0 0,0-1 0 0 0,0 1 0 0 0,0 0 0 0 0,-1 0-1 0 0,1 0 1 0 0,0 0 0 0 0,0-1 0 0 0,1 1 0 0 0,-1 0 0 0 0,0-1 0 0 0,0 1 0 0 0,0-1 0 0 0,0 1 0 0 0,0-1-1 0 0,1 1 1 0 0,-1-1 0 0 0,0 0 0 0 0,0 0 0 0 0,1 0 0 0 0,-1 0 0 0 0,0 0 0 0 0,0 0 0 0 0,1 0 0 0 0,-1 0-1 0 0,0 0 1 0 0,0-1 0 0 0,2 1 0 0 0,11-3-117 0 0,0-1 1 0 0,-1 0-1 0 0,1-1 0 0 0,-1 0 0 0 0,0-1 1 0 0,0-1-1 0 0,13-9 0 0 0,0 0-441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5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0 257 8793 0 0,'12'-27'757'0'0,"-11"23"-648"0"0,1 0 0 0 0,-1 0 1 0 0,1 0-1 0 0,0 1 0 0 0,0-1 0 0 0,0 1 1 0 0,0-1-1 0 0,4-4 0 0 0,9-6 14 0 0,1 0 0 0 0,1 1-1 0 0,0 1 1 0 0,1 1 0 0 0,0 0 0 0 0,0 1 0 0 0,27-10-1 0 0,144-42-1350 0 0,-178 59 1093 0 0,33-9-666 0 0,-2 3-117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3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107 112 5693 0 0,'0'8'260'0'0,"0"-2"-112"0"0,5-6 12 0 0,12 0-12 0 0,-13-1 8 0 0,9 1-4 0 0,0-5-8 0 0,4 1 16 0 0,7-6-264 0 0,-1 4 104 0 0,10-5-20 0 0,1-5-16 0 0,2 4 128 0 0,7-3-308 0 0,-2 1 80 0 0,0 2-132 0 0,-4 2-100 0 0,-7 0-177 0 0</inkml:trace>
  <inkml:trace contextRef="#ctx0" brushRef="#br0" timeOffset="1">0 459 6657 0 0,'0'4'128'0'0,"4"-5"-116"0"0,11 1 12 0 0,0-4 4 0 0,3-1 4 0 0,5-2 8 0 0,5-1-12 0 0,4-6 4 0 0,7 5-124 0 0,2-7 120 0 0,6 0 8 0 0,0 0-24 0 0,3-4-20 0 0,1 5-72 0 0,-4-5 40 0 0,-8 6-196 0 0,-4 2-192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4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0 134 6249 0 0,'5'6'324'0'0,"5"-5"-148"0"0,7-2 36 0 0,-1-3 0 0 0,1 2 4 0 0,6-3-4 0 0,3 2 4 0 0,4-7-4 0 0,9 0-312 0 0,-3-5 140 0 0,3 3-104 0 0,4-4-96 0 0,-2-5-152 0 0,2 6-8 0 0,-3 0-200 0 0,-1 3-196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6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9 224 3900 0 0,'-3'0'126'0'0,"-2"0"674"0"0,8-5 51 0 0,0 3-392 0 0,-3 4-274 0 0,-2 4 1536 0 0,28-11-1585 0 0,79-16 15 0 0,-35 6 7 0 0,118-26 12 0 0,83-23 523 0 0,-189 45-577 0 0,159-39-12 0 0,-238 57-239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18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305 201 3408 0 0,'-41'-7'151'0'0,"32"6"996"0"0,2-1-979 0 0,-23-4-42 0 0,22 4 1219 0 0,9 13-1366 0 0,2 33 106 0 0,-2-33 316 0 0,-1 35-282 0 0,1 142-21 0 0,-1-173-89 0 0,0-1 1 0 0,0 1-1 0 0,-6 28 0 0 0,2-25 81 0 0,-8 45 25 0 0,6-38-112 0 0,1 1-1 0 0,1-1 1 0 0,2 1-1 0 0,0 0 1 0 0,3 28 0 0 0,2-39-94 0 0,-3-14 99 0 0,0-1-1 0 0,0 0 1 0 0,0 0 0 0 0,0 0 0 0 0,0 0-1 0 0,1 1 1 0 0,-1-1 0 0 0,0 0 0 0 0,0 0 0 0 0,0 0-1 0 0,0 0 1 0 0,1 0 0 0 0,-1 0 0 0 0,0 0-1 0 0,0 1 1 0 0,0-1 0 0 0,1 0 0 0 0,-1 0-1 0 0,0 0 1 0 0,0 0 0 0 0,0 0 0 0 0,1 0 0 0 0,-1 0-1 0 0,0 0 1 0 0,0 0 0 0 0,0 0 0 0 0,1 0-1 0 0,-1 0 1 0 0,0 0 0 0 0,0 0 0 0 0,1 0-1 0 0,-1-1 1 0 0,0 1 0 0 0,0 0 0 0 0,0 0 0 0 0,0 0-1 0 0,1 0 1 0 0,-1 0 0 0 0,0 0 0 0 0,0 0-1 0 0,0-1 1 0 0,0 1 0 0 0,1 0 0 0 0,-1 0-1 0 0,0 0 1 0 0,0 0 0 0 0,0-1 0 0 0,0 1 0 0 0,0 0-1 0 0,0 0 1 0 0,0 0 0 0 0,0-1 0 0 0,1 1-1 0 0,-1 0 1 0 0,0 0 0 0 0,0-1 0 0 0,12-28 366 0 0,-5 18-364 0 0,0 1 0 0 0,1 0-1 0 0,0 0 1 0 0,0 1 0 0 0,1 0 0 0 0,1 0-1 0 0,-1 1 1 0 0,1 0 0 0 0,11-6-1 0 0,-2 3-20 0 0,0 2-1 0 0,1 0 1 0 0,0 1-1 0 0,30-9 1 0 0,-18 6 12 0 0,0-2 0 0 0,-1-1 0 0 0,34-21 0 0 0,-17 10 11 0 0,-48 25-5 0 0,1 0 0 0 0,-1 0 1 0 0,0 0-1 0 0,1-1 0 0 0,-1 1 1 0 0,1 0-1 0 0,-1 0 0 0 0,1 0 1 0 0,-1 0-1 0 0,0 0 0 0 0,1-1 1 0 0,-1 1-1 0 0,0 0 0 0 0,1-1 1 0 0,-1 1-1 0 0,1 0 0 0 0,-1 0 1 0 0,0-1-1 0 0,0 1 0 0 0,1 0 1 0 0,-1-1-1 0 0,0 1 0 0 0,0-1 1 0 0,1 1-1 0 0,-1 0 0 0 0,0-1 1 0 0,0 1-1 0 0,0-1 0 0 0,0 1 1 0 0,0-1-1 0 0,1 1 0 0 0,-1 0 1 0 0,0-1-1 0 0,0 1 0 0 0,0-2 1 0 0,-1 2 100 0 0,-16 9 532 0 0,1 21-633 0 0,2 0 1 0 0,0 1-1 0 0,2 0 1 0 0,-9 40-1 0 0,-5 11 9 0 0,-172 407 233 0 0,178-442-202 0 0,-136 297 270 0 0,81-170 309 0 0,64-142-429 0 0,1 0-1 0 0,2 1 0 0 0,-6 54 0 0 0,-12 86 140 0 0,25-168-328 0 0,0 1-1 0 0,0-1 0 0 0,1 1 1 0 0,-1-1-1 0 0,1 1 0 0 0,1 0 1 0 0,-1-1-1 0 0,1 1 0 0 0,1 5 1 0 0,2-15 885 0 0,3-12-688 0 0,4-24-263 0 0,-8 30 51 0 0,1 0 1 0 0,0 0-1 0 0,0 1 1 0 0,1 0-1 0 0,0-1 1 0 0,10-13-1 0 0,-4 6-7 0 0,291-475-1077 0 0,-256 425 1071 0 0,2 3 0 0 0,4 1-1 0 0,2 3 1 0 0,2 2 0 0 0,92-71 0 0 0,-113 100 17 0 0,62-67 1 0 0,-83 79 4 0 0,0-1 1 0 0,-1-1-1 0 0,-1 0 1 0 0,-1 0-1 0 0,17-42 1 0 0,-24 51-4 0 0,-1 4 0 0 0,0-1 1 0 0,-1 0-1 0 0,0 0 1 0 0,0 0 0 0 0,-1 0-1 0 0,1-9 1 0 0,-2 15 2 0 0,0 1-6 0 0,0 1 1 0 0,0-1-1 0 0,-1 0 0 0 0,1 0 1 0 0,0 0-1 0 0,0 0 1 0 0,-1 0-1 0 0,1 0 1 0 0,0 0-1 0 0,0 1 0 0 0,0-1 1 0 0,0 0-1 0 0,-1 0 1 0 0,1 0-1 0 0,0 1 1 0 0,0-1-1 0 0,0 0 0 0 0,0 0 1 0 0,0 0-1 0 0,-1 1 1 0 0,1-1-1 0 0,0 0 1 0 0,0 0-1 0 0,0 1 0 0 0,0-1 1 0 0,0 0-1 0 0,0 0 1 0 0,0 0-1 0 0,0 1 1 0 0,0-1-1 0 0,0 3-49 0 0,0-5 75 0 0,0 2-18 0 0,-3 3-37 0 0,1 0 27 0 0,0 1-1 0 0,0-1 0 0 0,0 0 1 0 0,0 1-1 0 0,0 0 1 0 0,1-1-1 0 0,-3 8 0 0 0,-6 14-15 0 0,10-25 22 0 0,-10 13 31 0 0,10-13-29 0 0,0 0-1 0 0,-1 0 0 0 0,1 0 0 0 0,0 0 1 0 0,-1 1-1 0 0,1-1 0 0 0,0 0 1 0 0,-1 0-1 0 0,1 0 0 0 0,-1 0 1 0 0,1 0-1 0 0,0 0 0 0 0,-1 0 0 0 0,1 0 1 0 0,0-1-1 0 0,-1 1 0 0 0,1 0 1 0 0,-1 0-1 0 0,1 0 0 0 0,0 0 1 0 0,-1 0-1 0 0,1 0 0 0 0,0-1 0 0 0,-1 1 1 0 0,1 0-1 0 0,-1-1 0 0 0,-1-1 8 0 0,1 1-1 0 0,-1-1 1 0 0,0 0 0 0 0,1 0-1 0 0,0 0 1 0 0,-1 0-1 0 0,1 0 1 0 0,0 0-1 0 0,0-1 1 0 0,0 1 0 0 0,0 0-1 0 0,-1-4 1 0 0,-7-34-40 0 0,8 35 20 0 0,-3-23-97 0 0,1 0-1 0 0,1 1 0 0 0,1-1 0 0 0,5-46 1 0 0,3 20-50 0 0,20-75 1 0 0,0 3 120 0 0,-13 51 2 0 0,-12 67 30 0 0,2-12-13 0 0,3-30-1 0 0,-7 46 13 0 0,1-1 0 0 0,-1 1 0 0 0,-1-1 0 0 0,1 1 0 0 0,0-1 0 0 0,-1 1 0 0 0,0-1 0 0 0,0 1-1 0 0,0-1 1 0 0,-1 1 0 0 0,0 0 0 0 0,-3-7 0 0 0,-2 2-15 0 0,6 8 18 0 0,0 0 0 0 0,0-1 0 0 0,0 1 0 0 0,0-1 0 0 0,0 1 0 0 0,0-1 0 0 0,0 1 1 0 0,0-1-1 0 0,1 0 0 0 0,-1 1 0 0 0,0-1 0 0 0,1 0 0 0 0,-1-3 0 0 0,2 4-7 0 0,-1 0-1 0 0,1 0 1 0 0,-1 0-1 0 0,1 0 1 0 0,0-1 0 0 0,-1 1-1 0 0,1 1 1 0 0,0-1 0 0 0,0 0-1 0 0,0 0 1 0 0,0 0-1 0 0,0 0 1 0 0,0 1 0 0 0,0-1-1 0 0,0 0 1 0 0,0 1 0 0 0,0-1-1 0 0,2 0 1 0 0,24-11-89 0 0,-23 10 82 0 0,-2 1 20 0 0,1 0 1 0 0,0 0-1 0 0,-1-1 0 0 0,0 1 0 0 0,1-1 0 0 0,-1 0 1 0 0,0 0-1 0 0,0 0 0 0 0,0 0 0 0 0,0 0 0 0 0,0 0 1 0 0,0 0-1 0 0,0-1 0 0 0,-1 1 0 0 0,1-1 0 0 0,-1 1 1 0 0,0-1-1 0 0,0 0 0 0 0,0 1 0 0 0,0-1 0 0 0,0 0 0 0 0,-1 0 1 0 0,1 0-1 0 0,-1 1 0 0 0,0-1 0 0 0,0 0 0 0 0,0 0 1 0 0,0 0-1 0 0,0 0 0 0 0,0 0 0 0 0,-1 1 0 0 0,-1-5 1 0 0,2 6-8 0 0,0 0 1 0 0,-1-1 0 0 0,1 1 0 0 0,-1 0-1 0 0,0 0 1 0 0,0 0 0 0 0,1-1 0 0 0,-1 1-1 0 0,0 0 1 0 0,0 0 0 0 0,0 0 0 0 0,0 0-1 0 0,0 0 1 0 0,0 0 0 0 0,0 1 0 0 0,0-1-1 0 0,0 0 1 0 0,-1 0 0 0 0,1 1 0 0 0,0-1-1 0 0,-1 1 1 0 0,1-1 0 0 0,0 1 0 0 0,-1 0 0 0 0,1-1-1 0 0,-2 1 1 0 0,0 0-40 0 0,1 1-1 0 0,-1-1 1 0 0,1 1-1 0 0,0-1 1 0 0,-1 1-1 0 0,1 0 1 0 0,0 0-1 0 0,-1 0 1 0 0,1 0 0 0 0,0 0-1 0 0,0 1 1 0 0,0-1-1 0 0,0 0 1 0 0,0 1-1 0 0,-2 2 1 0 0,-29 17-1421 0 0,17-8 612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6.4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1306 15 2980 0 0,'-112'-14'168'0'0,"96"13"-135"0"0,0 1 0 0 0,0 1-1 0 0,0 1 1 0 0,0 0 0 0 0,-16 5-1 0 0,-60 22 485 0 0,-122 55 0 0 0,191-74-398 0 0,-43 19 323 0 0,2 2 0 0 0,2 3 1 0 0,-79 57-1 0 0,109-67-332 0 0,1 2 0 0 0,1 1 0 0 0,1 1 0 0 0,2 1 0 0 0,1 2 0 0 0,1 0 1 0 0,-31 53-1 0 0,29-34-14 0 0,2 0 1 0 0,2 1 0 0 0,3 1-1 0 0,-15 56 1 0 0,25-64-45 0 0,1 0 0 0 0,2 0 0 0 0,2 0 0 0 0,2 1 0 0 0,4 69-1 0 0,2-88-48 0 0,0 0-1 0 0,2 0 1 0 0,0-1-1 0 0,2 1 1 0 0,1-1-1 0 0,12 26 1 0 0,-12-34-3 0 0,0-1 1 0 0,1 1 0 0 0,1-2-1 0 0,1 1 1 0 0,1-1 0 0 0,0-1-1 0 0,0 0 1 0 0,1-1 0 0 0,19 15-1 0 0,-12-13 4 0 0,0-2 0 0 0,1 0 0 0 0,0-1 0 0 0,1-1 1 0 0,0-1-1 0 0,36 10 0 0 0,-27-12 2 0 0,-1-1 1 0 0,1-2 0 0 0,0-1 0 0 0,50-1 0 0 0,-75-3-6 0 0,149-4 14 0 0,-129 1-13 0 0,-1-1 0 0 0,1-1 0 0 0,48-16 0 0 0,-6-7-135 0 0,-2-2 1 0 0,-2-3-1 0 0,-1-3 0 0 0,-2-2 1 0 0,-1-3-1 0 0,-2-3 0 0 0,-2-2 1 0 0,-2-3-1 0 0,70-81 0 0 0,-100 101-59 0 0,-2 0-1 0 0,0-1 1 0 0,-2-2 0 0 0,-2 0-1 0 0,0 0 1 0 0,18-52-1 0 0,-26 54 48 0 0,-1 0-1 0 0,-2 0 0 0 0,-1-1 0 0 0,-1 0 0 0 0,-2 0 0 0 0,-1 0 0 0 0,-3-63 0 0 0,-2 63 66 0 0,-1 0-1 0 0,-2 0 1 0 0,-1 0 0 0 0,-1 1 0 0 0,-1 0-1 0 0,-21-43 1 0 0,23 58 84 0 0,-1 1 0 0 0,0 0-1 0 0,-2 0 1 0 0,1 1 0 0 0,-2 0 0 0 0,1 1-1 0 0,-2 0 1 0 0,0 1 0 0 0,0 0 0 0 0,-1 1 0 0 0,0 0-1 0 0,-1 1 1 0 0,0 1 0 0 0,-17-8 0 0 0,12 8 5 0 0,-1 1-1 0 0,1 2 1 0 0,-1 0 0 0 0,0 1 0 0 0,0 0 0 0 0,0 2 0 0 0,-1 1-1 0 0,1 0 1 0 0,0 1 0 0 0,-38 6 0 0 0,-39 10-100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5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88 7069 0 0,'0'0'-2'0'0,"0"0"0"0"0,0 0 0 0 0,0 0 0 0 0,0 0 0 0 0,0 0 0 0 0,0-1 0 0 0,0 1 0 0 0,0 0 0 0 0,0 0 0 0 0,0 0 0 0 0,0 0 0 0 0,0 0 0 0 0,0 0 0 0 0,0 0 0 0 0,0 0 0 0 0,0 0 0 0 0,0 0 0 0 0,0-1 0 0 0,0 1 0 0 0,0 0 0 0 0,0 0 0 0 0,0 0 0 0 0,0 0 0 0 0,0 0 0 0 0,0 0 0 0 0,0 0 0 0 0,0 0 0 0 0,-1 0 0 0 0,1 0 0 0 0,0 0 0 0 0,0 0 0 0 0,0 0 0 0 0,0 0 0 0 0,0-1 0 0 0,0 1 0 0 0,0 0 0 0 0,0 0 0 0 0,0 0 0 0 0,0 0 0 0 0,0 0 0 0 0,-1 0 0 0 0,1 0 0 0 0,0 0 0 0 0,0 0 0 0 0,0 0 0 0 0,0 0 0 0 0,0 0 0 0 0,0 0 0 0 0,0 0 0 0 0,0 0 0 0 0,0 0 0 0 0,0 0 0 0 0,-1 0 0 0 0,1 0 0 0 0,0 0 0 0 0,0 0 0 0 0,0 1 0 0 0,0-1 0 0 0,0 0 0 0 0,0 0 0 0 0,0 0 0 0 0,0 0 0 0 0,0 0 0 0 0,0 0 0 0 0,0 0 0 0 0,0 0 0 0 0,-8 8-6 0 0,-5 10 114 0 0,-27 46-140 0 0,-3 5-22 0 0,42-67 64 0 0,1 0-1 0 0,-1-1 0 0 0,0 1 1 0 0,0 0-1 0 0,1-1 0 0 0,-1 1 0 0 0,1 0 1 0 0,0 0-1 0 0,-1 0 0 0 0,1-1 1 0 0,0 1-1 0 0,0 0 0 0 0,0 0 1 0 0,0 0-1 0 0,1-1 0 0 0,-1 1 1 0 0,0 0-1 0 0,1 0 0 0 0,-1 0 0 0 0,1-1 1 0 0,1 4-1 0 0,0-3 8 0 0,0 1-1 0 0,0 0 1 0 0,0-1 0 0 0,1 1-1 0 0,-1-1 1 0 0,1 0 0 0 0,-1 0-1 0 0,1 0 1 0 0,0 0-1 0 0,-1 0 1 0 0,5 1 0 0 0,6 2 53 0 0,1 1 0 0 0,0-2 0 0 0,0 0 0 0 0,17 3 0 0 0,30 1 51 0 0,1-3 0 0 0,93-4 1 0 0,-123-1-106 0 0,1232-46 140 0 0,-844 25-129 0 0,713-32 548 0 0,2102-76 990 0 0,-2205 100-1509 0 0,-779 11 154 0 0,-251 18-203 0 0,1 0 0 0 0,-1 0-1 0 0,0 0 1 0 0,1 0 0 0 0,-1 0 0 0 0,0 0-1 0 0,1 0 1 0 0,-1 0 0 0 0,0 0 0 0 0,1 0 0 0 0,-1 0-1 0 0,0 0 1 0 0,1 0 0 0 0,-1-1 0 0 0,0 1-1 0 0,0 0 1 0 0,1 0 0 0 0,-1 0 0 0 0,0 0 0 0 0,0 0-1 0 0,1-1 1 0 0,-1 1 0 0 0,0 0 0 0 0,0 0-1 0 0,1-1 1 0 0,-1 1 0 0 0,0 0 0 0 0,0 0 0 0 0,0-1-1 0 0,0 1 1 0 0,1 0 0 0 0,-1-1 0 0 0,-8-5 88 0 0,-18-3-13 0 0,-88-9-893 0 0,31 7-599 0 0,38 2 494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5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43 7069 0 0,'1'-2'14'0'0,"0"-1"-1"0"0,1 0 1 0 0,-1 1 0 0 0,0-1 0 0 0,1 1 0 0 0,0-1 0 0 0,0 1 0 0 0,0 0 0 0 0,0-1 0 0 0,0 1 0 0 0,0 0-1 0 0,0 0 1 0 0,1 1 0 0 0,-1-1 0 0 0,6-2 0 0 0,-5 3-22 0 0,1 0 0 0 0,0 0 0 0 0,-1 1 0 0 0,1-1 0 0 0,0 1 0 0 0,-1 0 0 0 0,1 0 0 0 0,0 0 0 0 0,-1 1 0 0 0,1-1 0 0 0,0 1 0 0 0,5 2 0 0 0,48 15 376 0 0,-2 3-1 0 0,74 39 0 0 0,-57-26-44 0 0,1 2-96 0 0,91 59 0 0 0,-124-68-200 0 0,-2 1 0 0 0,-1 2-1 0 0,57 59 1 0 0,-74-67-16 0 0,-1 2 1 0 0,31 48-1 0 0,-45-63 0 0 0,1 1-1 0 0,-2 0 1 0 0,1 0 0 0 0,-1 0-1 0 0,-1 1 1 0 0,1-1 0 0 0,-2 1-1 0 0,0 0 1 0 0,0 0 0 0 0,-1 0-1 0 0,0 12 1 0 0,-2-14-7 0 0,-1 0 1 0 0,0 0-1 0 0,0 1 1 0 0,0-2-1 0 0,-2 1 1 0 0,1 0 0 0 0,-1-1-1 0 0,0 1 1 0 0,-1-1-1 0 0,0 0 1 0 0,0-1-1 0 0,0 1 1 0 0,-1-1-1 0 0,0 0 1 0 0,-1 0-1 0 0,-12 9 1 0 0,2-2-142 0 0,-1-1-1 0 0,0-1 1 0 0,-1-1 0 0 0,-1-1-1 0 0,-39 16 1 0 0,-14-2-425 0 0,-12-1-195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6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725 501 5665 0 0,'19'-19'171'0'0,"1"1"0"0"0,29-19 0 0 0,-49 39 96 0 0,-4 7-115 0 0,-5 7-71 0 0,-180 290 420 0 0,135-208-573 0 0,-46 116-1 0 0,-24 113 123 0 0,-138 337 797 0 0,214-536-684 0 0,42-108-156 0 0,1 0 0 0 0,1 1 0 0 0,1-1 1 0 0,-1 32-1 0 0,4-48 0 0 0,0-1 1 0 0,0 1-1 0 0,0-1 1 0 0,0 1-1 0 0,1-1 1 0 0,0 1-1 0 0,-1-1 0 0 0,1 1 1 0 0,1-1-1 0 0,-1 0 1 0 0,0 0-1 0 0,1 1 1 0 0,0-1-1 0 0,-1 0 0 0 0,1 0 1 0 0,0 0-1 0 0,1-1 1 0 0,2 4-1 0 0,-2-4 10 0 0,1 1-1 0 0,0-1 1 0 0,0 0-1 0 0,0 0 1 0 0,0 0-1 0 0,0 0 1 0 0,1-1-1 0 0,-1 0 1 0 0,1 0-1 0 0,-1 0 1 0 0,0 0-1 0 0,1-1 1 0 0,-1 0-1 0 0,6 0 1 0 0,68-2 131 0 0,109-17 0 0 0,-81 5-120 0 0,780-31 275 0 0,4 57 286 0 0,-574-5-350 0 0,175 6 236 0 0,254 3 200 0 0,-686-15-634 0 0,67 0 17 0 0,-105-3 42 0 0,0 0 1 0 0,0-1 0 0 0,37-10-1 0 0,-56 12-70 0 0,-1 1 0 0 0,1-1 0 0 0,0 0-1 0 0,0 0 1 0 0,0 0 0 0 0,-1 0 0 0 0,1 0 0 0 0,0 0 0 0 0,-1 0-1 0 0,1-1 1 0 0,-1 1 0 0 0,1 0 0 0 0,-1-1 0 0 0,0 0 0 0 0,0 1-1 0 0,0-1 1 0 0,0 0 0 0 0,0 1 0 0 0,0-1 0 0 0,0 0 0 0 0,0 0-1 0 0,-1 0 1 0 0,1 0 0 0 0,-1 0 0 0 0,1 0 0 0 0,-1 0 0 0 0,0 0 0 0 0,1-2-1 0 0,-2-6 46 0 0,1 0 0 0 0,-1-1 0 0 0,-1 1 0 0 0,-4-15-1 0 0,0-7-87 0 0,3-5 5 0 0,1 0 0 0 0,2 0-1 0 0,2 0 1 0 0,10-60 0 0 0,42-146-59 0 0,-40 189 55 0 0,43-154-108 0 0,126-304 1 0 0,-139 416 76 0 0,4 2-1 0 0,4 2 0 0 0,4 2 0 0 0,4 3 0 0 0,73-81 0 0 0,-98 128 49 0 0,-11 13-1 0 0,0-1 1 0 0,32-52-1 0 0,-54 77-4 0 0,0 0 0 0 0,0 0 0 0 0,-1 0 0 0 0,1 0-1 0 0,-1-1 1 0 0,0 1 0 0 0,0 0 0 0 0,0-1 0 0 0,-1 1 0 0 0,1-1 0 0 0,-1 1-1 0 0,1-1 1 0 0,-1 1 0 0 0,-1-1 0 0 0,1 1 0 0 0,0-1 0 0 0,-1 1 0 0 0,1-1-1 0 0,-2-3 1 0 0,0 4-4 0 0,0 1 0 0 0,1-1 0 0 0,-1 0 1 0 0,0 1-1 0 0,0-1 0 0 0,-1 1 0 0 0,1-1 0 0 0,0 1 0 0 0,-1 0 0 0 0,0 0 0 0 0,1 0 0 0 0,-1 1 0 0 0,0-1 0 0 0,0 0 0 0 0,0 1 0 0 0,0 0 0 0 0,0 0 1 0 0,0 0-1 0 0,0 0 0 0 0,-5 0 0 0 0,-65-11-46 0 0,0 3 0 0 0,-110 2 0 0 0,72 4 53 0 0,-253-6 84 0 0,-691 73 1 0 0,-278 160-82 0 0,1260-210-20 0 0,-880 188-888 0 0,891-185 442 0 0,41-10-424 0 0,-41 8-1 0 0,45-12-5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7.3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762 534 4576 0 0,'19'-13'217'0'0,"-1"0"-1"0"0,-1-2 1 0 0,0 0-1 0 0,-1 0 1 0 0,-1-2 0 0 0,-1 0-1 0 0,14-19 1 0 0,-16 17 233 0 0,-8 12-313 0 0,-5 7 72 0 0,-47 69-244 0 0,-179 270-127 0 0,175-267 156 0 0,-3-3 1 0 0,-3-2 0 0 0,-4-3-1 0 0,-108 89 1 0 0,140-128 23 0 0,-1-2 1 0 0,-1-1-1 0 0,-1-1 1 0 0,-1-2-1 0 0,-55 23 1 0 0,195-51-12 0 0,323-42-32 0 0,23-2 69 0 0,317 27 816 0 0,109 13-511 0 0,-854 12-323 0 0,104-6 65 0 0,-103 4 77 0 0,0-1 1 0 0,-1 0-1 0 0,25-9 0 0 0,-48 12-139 0 0,0 1 0 0 0,1-1 0 0 0,-1 1-1 0 0,0-1 1 0 0,0 1 0 0 0,1-1-1 0 0,-1 1 1 0 0,0-1 0 0 0,0 0-1 0 0,0 0 1 0 0,0 0 0 0 0,0 0-1 0 0,0 0 1 0 0,0 0 0 0 0,0 0-1 0 0,-1 0 1 0 0,1 0 0 0 0,0 0-1 0 0,-1 0 1 0 0,1 0 0 0 0,0-1-1 0 0,-1 1 1 0 0,1 0 0 0 0,-1 0-1 0 0,0-1 1 0 0,1 1 0 0 0,-1 0-1 0 0,0-1 1 0 0,0 1 0 0 0,0 0-1 0 0,0-1 1 0 0,0 1 0 0 0,0 0-1 0 0,0-1 1 0 0,-1 1 0 0 0,1 0-1 0 0,0 0 1 0 0,-1-1 0 0 0,0-1-1 0 0,-2-5-1 0 0,-1-1 0 0 0,-1 1 0 0 0,1 0 0 0 0,-11-13-1 0 0,10 14-53 0 0,-28-46-2 0 0,2 0 0 0 0,-40-98 0 0 0,-30-123-41 0 0,46 118 55 0 0,24 58-27 0 0,-28-157 1 0 0,59 255 41 0 0,-3-13 10 0 0,1 4-144 0 0,7 20-222 0 0,-1 0-181 0 0,1 0 0 0 0,1 0 0 0 0,7 12-1 0 0,-3-8-352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29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803 179 4136 0 0,'-4'2'96'0'0,"-18"5"2963"0"0,76-12-3014 0 0,181-17-87 0 0,44-2-23 0 0,528-15-36 0 0,5 26 323 0 0,-641 11-150 0 0,2263-26 775 0 0,-2374 27-773 0 0,581-6 827 0 0,-648 0-851 0 0,5 5-48 0 0,-1-1-1 0 0,-1-1-1 0 0,1 1 1 0 0,-1 0 0 0 0,0 0-1 0 0,0 0 1 0 0,0 0-1 0 0,0 1 1 0 0,0-1-1 0 0,-1 1 1 0 0,1 0 0 0 0,-1 1-1 0 0,0-1 1 0 0,1 1-1 0 0,-11-2 1 0 0,-52 6-279 0 0,74 18 262 0 0,18 66 23 0 0,-22-80-4 0 0,-2 0-1 0 0,1 1 0 0 0,-1-1 1 0 0,-1 0-1 0 0,1 0 1 0 0,-1 1-1 0 0,0-1 0 0 0,-1 8 1 0 0,-1 3 1 0 0,-35 531 98 0 0,36-538-102 0 0,-8 62 25 0 0,8-66-16 0 0,0-1 0 0 0,-1 0 1 0 0,0 0-1 0 0,0 1 0 0 0,0-1 0 0 0,-1 0 1 0 0,0-1-1 0 0,-6 10 0 0 0,7-13-3 0 0,0 0-1 0 0,1-1 1 0 0,-1 1-1 0 0,0-1 1 0 0,0 0-1 0 0,0 1 1 0 0,0-1-1 0 0,0 0 0 0 0,-1 0 1 0 0,1 0-1 0 0,0-1 1 0 0,0 1-1 0 0,-1 0 1 0 0,1-1-1 0 0,-5 1 1 0 0,-42-1 1 0 0,20-1-23 0 0,-58 8 39 0 0,-96 20 0 0 0,64-7 5 0 0,-796 55-529 0 0,-3-69-276 0 0,515-9 657 0 0,-771 0 72 0 0,3 34 434 0 0,671 4-418 0 0,232-15 24 0 0,160-16 16 0 0,92-4-5 0 0,-1-1 0 0 0,0-1 0 0 0,1 0 0 0 0,-23-7 0 0 0,38 8-2 0 0,-1 1 0 0 0,1 0-1 0 0,0 0 1 0 0,0-1 0 0 0,0 1 0 0 0,0-1-1 0 0,0 1 1 0 0,0-1 0 0 0,0 1 0 0 0,0-1-1 0 0,1 0 1 0 0,-1 1 0 0 0,0-1 0 0 0,0 0 0 0 0,0 0-1 0 0,1 1 1 0 0,-1-1 0 0 0,0 0 0 0 0,1 0-1 0 0,-2-2 1 0 0,2 2-3 0 0,0 1 0 0 0,0-1 0 0 0,0 0-1 0 0,0 0 1 0 0,0 0 0 0 0,0 0 0 0 0,1 0 0 0 0,-1 0-1 0 0,0 1 1 0 0,0-1 0 0 0,1 0 0 0 0,-1 0 0 0 0,1 0-1 0 0,-1 0 1 0 0,0 1 0 0 0,1-1 0 0 0,0 0 0 0 0,-1 1-1 0 0,2-2 1 0 0,4-4-61 0 0,1 0-1 0 0,0 1 1 0 0,0 0 0 0 0,9-5 0 0 0,-12 7-6 0 0,40-24-316 0 0,-9 7 168 0 0,-1-3 1 0 0,33-27-1 0 0,-56 41 209 0 0,-2 0 1 0 0,1-1-1 0 0,-1-1 1 0 0,0 1-1 0 0,-1-1 1 0 0,-1-1-1 0 0,0 1 1 0 0,0-1-1 0 0,-1-1 1 0 0,6-15-1 0 0,13-62-3 0 0,-4-1 0 0 0,15-136 1 0 0,0-1-30 0 0,-35 222 41 0 0,14-55 49 0 0,-14 58-33 0 0,0-1 0 0 0,1 0 0 0 0,-1 0 0 0 0,1 1 0 0 0,0-1 0 0 0,0 1 0 0 0,0-1 0 0 0,1 1 0 0 0,-1 0 0 0 0,1 0 0 0 0,0 0 0 0 0,5-5 0 0 0,-6 7-12 0 0,0 1 0 0 0,-1-1 0 0 0,1 0 0 0 0,-1 1 0 0 0,1-1 0 0 0,0 1 0 0 0,0 0 0 0 0,-1-1 0 0 0,1 1 0 0 0,0 0 0 0 0,0 0 0 0 0,0 0 0 0 0,-1 0 1 0 0,1 0-1 0 0,0 1 0 0 0,0-1 0 0 0,-1 0 0 0 0,1 1 0 0 0,0-1 0 0 0,-1 1 0 0 0,1 0 0 0 0,0 0 0 0 0,-1 0 0 0 0,1-1 0 0 0,-1 1 0 0 0,1 1 0 0 0,-1-1 0 0 0,0 0 1 0 0,0 0-1 0 0,1 0 0 0 0,0 2 0 0 0,5 5-11 0 0,-1 0 1 0 0,0 0-1 0 0,10 17 1 0 0,-15-24 7 0 0,43 84 59 0 0,-29-54-150 0 0,2 0-1 0 0,40 56 1 0 0,-36-60-205 0 0,1-3-281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0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250 36 7101 0 0,'0'-4'1'0'0,"0"2"13"0"0,0-1-1 0 0,0 0 0 0 0,0 0 0 0 0,0 1 0 0 0,-1-1 0 0 0,1 0 0 0 0,-2-4 0 0 0,2 7-13 0 0,-1 0 1 0 0,1-1-1 0 0,0 1 0 0 0,-1-1 0 0 0,1 1 1 0 0,-1-1-1 0 0,1 1 0 0 0,-1 0 0 0 0,1 0 1 0 0,-1-1-1 0 0,0 1 0 0 0,1 0 0 0 0,-1 0 1 0 0,1-1-1 0 0,-1 1 0 0 0,1 0 0 0 0,-1 0 1 0 0,0 0-1 0 0,1 0 0 0 0,-1 0 0 0 0,1 0 1 0 0,-1 0-1 0 0,0 0 0 0 0,1 0 0 0 0,-1 0 1 0 0,1 0-1 0 0,-1 0 0 0 0,0 1 0 0 0,1-1 0 0 0,-1 0 1 0 0,1 0-1 0 0,-1 1 0 0 0,1-1 0 0 0,-1 0 1 0 0,1 1-1 0 0,-1-1 0 0 0,1 0 0 0 0,-1 1 1 0 0,-9 5-25 0 0,0 0 1 0 0,1 0-1 0 0,0 1 1 0 0,1 0-1 0 0,-1 1 1 0 0,-9 11 0 0 0,1 2 1 0 0,-23 35 0 0 0,25-33 30 0 0,2 1 1 0 0,0 1-1 0 0,2 0 1 0 0,1 1-1 0 0,-10 36 1 0 0,16-47 1 0 0,1 1 0 0 0,0-1 0 0 0,1 1 0 0 0,1 0 0 0 0,0 0 0 0 0,2 0 0 0 0,-1 0 0 0 0,2 0 0 0 0,0 0 0 0 0,7 25 0 0 0,-7-34-4 0 0,0-1 1 0 0,1 0-1 0 0,0 0 0 0 0,0 0 0 0 0,0 0 1 0 0,1-1-1 0 0,0 1 0 0 0,0-1 0 0 0,0 0 1 0 0,0 0-1 0 0,8 6 0 0 0,-9-9 5 0 0,0 0 0 0 0,0 0 0 0 0,0 0 0 0 0,1 0 0 0 0,-1-1 0 0 0,0 1 0 0 0,1-1 0 0 0,-1 0 0 0 0,1 0 0 0 0,-1 0 0 0 0,1-1 0 0 0,0 1 0 0 0,-1-1 0 0 0,1 0 0 0 0,0 0 0 0 0,-1 0 0 0 0,1 0 0 0 0,0-1-1 0 0,-1 1 1 0 0,1-1 0 0 0,0 0 0 0 0,3-1 0 0 0,2-2-27 0 0,0 1-1 0 0,0-2 0 0 0,-1 1 1 0 0,1-1-1 0 0,-1 0 0 0 0,0-1 1 0 0,0 0-1 0 0,-1 0 0 0 0,0-1 1 0 0,0 0-1 0 0,12-15 1 0 0,-9 7-27 0 0,-1 0 1 0 0,-1 0 0 0 0,0-1-1 0 0,-1 0 1 0 0,9-32 0 0 0,2-2 41 0 0,27-55 1 0 0,-48 162-108 0 0,0-23 119 0 0,-8 95 30 0 0,10-122-78 0 0,2 0 1 0 0,-1 1-1 0 0,1-1 1 0 0,-1 1 0 0 0,2-1-1 0 0,-1 0 1 0 0,1 0-1 0 0,1 0 1 0 0,-1 0 0 0 0,1 0-1 0 0,0 0 1 0 0,6 8-1 0 0,3-2-331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1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86 139 5909 0 0,'-1'-11'115'0'0,"-4"18"11"0"0,-7 32 74 0 0,4-15-178 0 0,-6 16-6 0 0,2 2 0 0 0,2-1-1 0 0,-5 49 1 0 0,11-59 17 0 0,0 46 0 0 0,15-106 168 0 0,52-162-580 0 0,15-35 324 0 0,-72 212 49 0 0,-5 9-2 0 0,1-1 1 0 0,1 1-1 0 0,-1 0 0 0 0,1 0 1 0 0,-1 0-1 0 0,1 0 0 0 0,1 0 0 0 0,-1 1 1 0 0,1 0-1 0 0,4-5 0 0 0,-8 9 7 0 0,0 0 0 0 0,1 0 0 0 0,-1 0 0 0 0,0 0-1 0 0,0 0 1 0 0,1 0 0 0 0,-1 0 0 0 0,0 0 0 0 0,0 0 0 0 0,1 0 0 0 0,-1 0-1 0 0,0 0 1 0 0,0 0 0 0 0,1 0 0 0 0,-1 0 0 0 0,0 0 0 0 0,0 0 0 0 0,1 0-1 0 0,-1 0 1 0 0,0 0 0 0 0,0 0 0 0 0,1 1 0 0 0,-1-1 0 0 0,0 0-1 0 0,0 0 1 0 0,0 0 0 0 0,1 0 0 0 0,-1 1 0 0 0,0-1 0 0 0,0 0 0 0 0,0 0-1 0 0,0 0 1 0 0,1 1 0 0 0,-1-1 0 0 0,0 0 0 0 0,0 0 0 0 0,0 1-1 0 0,0-1 1 0 0,0 0 0 0 0,0 0 0 0 0,0 1 0 0 0,0-1 0 0 0,0 0 0 0 0,0 0-1 0 0,0 1 1 0 0,0-1 0 0 0,0 1 0 0 0,2 15-22 0 0,-2-14 24 0 0,2 60 100 0 0,-11 101 1 0 0,7-130-108 0 0,-1-11 26 0 0,2 1 1 0 0,1-1 0 0 0,4 29-1 0 0,-4-49-18 0 0,0 0-1 0 0,1 0 1 0 0,-1 0-1 0 0,1 0 1 0 0,-1 0 0 0 0,1 0-1 0 0,0-1 1 0 0,0 1-1 0 0,0 0 1 0 0,0 0-1 0 0,2 2 1 0 0,-3-4-2 0 0,0 0 0 0 0,1 1 0 0 0,-1-1 0 0 0,0 0 0 0 0,0 0 0 0 0,1 0 0 0 0,-1 0 0 0 0,0 0 0 0 0,1 1 0 0 0,-1-1 0 0 0,0 0 0 0 0,1 0 0 0 0,-1 0 0 0 0,0 0 0 0 0,1 0 0 0 0,-1 0-1 0 0,0 0 1 0 0,1 0 0 0 0,-1 0 0 0 0,0 0 0 0 0,1 0 0 0 0,-1 0 0 0 0,0 0 0 0 0,1 0 0 0 0,-1-1 0 0 0,12-10-53 0 0,64-121-280 0 0,-52 87 305 0 0,49-70 0 0 0,-61 98 16 0 0,-8 11 7 0 0,0-1 0 0 0,1 1-1 0 0,0 0 1 0 0,0 0 0 0 0,0 0 0 0 0,1 1 0 0 0,0-1-1 0 0,0 1 1 0 0,0 1 0 0 0,9-6 0 0 0,-15 10 12 0 0,1 0 0 0 0,0 0 0 0 0,0-1 0 0 0,0 1 0 0 0,0 0-1 0 0,0 0 1 0 0,-1 0 0 0 0,1 0 0 0 0,0 0 0 0 0,0 0 0 0 0,0 0 0 0 0,0 0 0 0 0,0 0 0 0 0,0 0 0 0 0,-1 0 0 0 0,1 1 0 0 0,0-1 0 0 0,0 0 0 0 0,0 1 0 0 0,0-1 0 0 0,-1 1-1 0 0,1-1 1 0 0,1 1 0 0 0,-1 1-3 0 0,1 0 1 0 0,-1-1-1 0 0,1 1 0 0 0,-1 0 0 0 0,0-1 0 0 0,0 1 0 0 0,0 0 0 0 0,0 0 0 0 0,1 4 0 0 0,1 4 6 0 0,0 0 0 0 0,-1 0 0 0 0,1 13-1 0 0,-2-18 22 0 0,1 32-52 0 0,-1 0 1 0 0,-2 0 0 0 0,-7 52 0 0 0,0-7 2 0 0,4-43-1065 0 0,4-36 598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1.7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58 175 4224 0 0,'1'0'7'0'0,"-1"0"-1"0"0,1 0 0 0 0,-1 0 0 0 0,0 0 0 0 0,1 0 0 0 0,-1 0 0 0 0,0 1 1 0 0,1-1-1 0 0,-1 0 0 0 0,1 0 0 0 0,-1 0 0 0 0,0 0 0 0 0,1 0 1 0 0,-1 1-1 0 0,0-1 0 0 0,1 0 0 0 0,-1 0 0 0 0,0 0 0 0 0,0 1 0 0 0,1-1 1 0 0,-1 0-1 0 0,0 0 0 0 0,0 1 0 0 0,1-1 0 0 0,-1 0 0 0 0,0 1 1 0 0,0-1-1 0 0,0 0 0 0 0,1 1 0 0 0,-1-1 0 0 0,0 0 0 0 0,0 1 0 0 0,0-1 1 0 0,0 1-1 0 0,0-1 0 0 0,0 0 0 0 0,0 1 0 0 0,0-1 0 0 0,0 0 1 0 0,0 1-1 0 0,0-1 0 0 0,0 1 0 0 0,0-1 0 0 0,0 0 0 0 0,0 1 0 0 0,0-1 1 0 0,0 0-1 0 0,-1 1 0 0 0,-3 25 162 0 0,3-22-130 0 0,-21 130 276 0 0,-18 73-225 0 0,73-347-554 0 0,-14 58 356 0 0,17-65 55 0 0,-28 124 136 0 0,0 0-1 0 0,1 1 0 0 0,2 0 0 0 0,14-23 0 0 0,-21 38-17 0 0,0 1 0 0 0,1 1 0 0 0,-1-1 0 0 0,1 1 0 0 0,9-8 0 0 0,-12 11-46 0 0,-1 1-1 0 0,1 0 1 0 0,-1 0-1 0 0,1 0 1 0 0,-1 0-1 0 0,1 0 1 0 0,0 0-1 0 0,0 1 1 0 0,-1-1-1 0 0,1 0 1 0 0,0 1-1 0 0,0-1 1 0 0,0 1-1 0 0,-1 0 1 0 0,1-1-1 0 0,0 1 1 0 0,0 0-1 0 0,0 0 1 0 0,0 1-1 0 0,0-1 1 0 0,-1 0-1 0 0,1 0 1 0 0,0 1-1 0 0,0-1 1 0 0,0 1-1 0 0,-1 0 1 0 0,3 1-1 0 0,-2-1-7 0 0,0 1-1 0 0,0 0 1 0 0,-1 0 0 0 0,1 0-1 0 0,-1-1 1 0 0,0 2-1 0 0,1-1 1 0 0,-1 0 0 0 0,0 0-1 0 0,0 0 1 0 0,0 1-1 0 0,0-1 1 0 0,0 4-1 0 0,6 33 102 0 0,-3 30 109 0 0,-9 129 0 0 0,0-1-353 0 0,3-141-409 0 0,2-32 129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2.0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1 318 5817 0 0,'2'3'116'0'0,"0"-1"-192"0"0,3-4 204 0 0,10 6-188 0 0,-5 0 196 0 0,7 2-176 0 0,1-2 176 0 0,7 4-196 0 0,1-3 76 0 0,4 0 16 0 0,5-2-12 0 0,-3 2 20 0 0,2-5-36 0 0,3 0-84 0 0,-1-2-128 0 0,-4-2 44 0 0,1-2-317 0 0</inkml:trace>
  <inkml:trace contextRef="#ctx0" brushRef="#br0" timeOffset="1">495 55 5360 0 0,'-36'-55'763'0'0,"48"110"-773"0"0,-8 127 81 0 0,-4-66-46 0 0,1-22-475 0 0,-1-68 63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2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2 4936 0 0,'12'-1'199'0'0,"-9"1"-60"0"0,-7 1 67 0 0,3-1-157 0 0,1 24 475 0 0,0 17-429 0 0,-2 0 0 0 0,-2 0-1 0 0,-2 0 1 0 0,-2 0 0 0 0,-14 42-1 0 0,15-61 22 0 0,2-8-59 0 0,0 0 1 0 0,1 1-1 0 0,1 0 1 0 0,0-1-1 0 0,-1 17 1 0 0,4-29-35 0 0,0 1 0 0 0,1-1 0 0 0,-1 0 0 0 0,0 0 0 0 0,1 1 1 0 0,-1-1-1 0 0,1 0 0 0 0,-1 0 0 0 0,1 0 0 0 0,0 0 0 0 0,0 0 0 0 0,0 0 0 0 0,0 0 0 0 0,0 0 0 0 0,1 0 0 0 0,-1 0 1 0 0,1 0-1 0 0,-1-1 0 0 0,3 3 0 0 0,-1-2 35 0 0,1 0 1 0 0,-1 0-1 0 0,0 0 0 0 0,1-1 1 0 0,-1 1-1 0 0,1-1 1 0 0,-1 0-1 0 0,1 0 0 0 0,0 0 1 0 0,6 0-1 0 0,1 0-40 0 0,-1-1-1 0 0,1-1 1 0 0,-1 1 0 0 0,0-2-1 0 0,1 1 1 0 0,-1-2-1 0 0,17-5 1 0 0,13-8-896 0 0,-22 7 218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8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 6249 0 0,'1'-16'1155'0'0,"2"38"-491"0"0,0 8-431 0 0,8 57 124 0 0,-4 1-1 0 0,-10 175 1 0 0,-7-131-1415 0 0,7-105 485 0 0,1-1-170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9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9 392 5148 0 0,'-4'-21'89'0'0,"2"0"0"0"0,0 0 0 0 0,1 0 0 0 0,1-1-1 0 0,1 1 1 0 0,6-33 0 0 0,-5 45-51 0 0,1-1 0 0 0,0 1 0 0 0,0-1 0 0 0,1 1 0 0 0,0 0 0 0 0,1 1 0 0 0,0-1 0 0 0,0 1 0 0 0,1 0 0 0 0,0 0 0 0 0,0 0 0 0 0,1 1 0 0 0,0 0 0 0 0,0 1 0 0 0,1-1 1 0 0,11-7-1 0 0,-4 5-6 0 0,0 0 1 0 0,0 1 0 0 0,0 1-1 0 0,1 0 1 0 0,0 1 0 0 0,1 1 0 0 0,29-6-1 0 0,-33 10 10 0 0,0 0 0 0 0,-1 0 0 0 0,1 1-1 0 0,-1 1 1 0 0,1 0 0 0 0,0 0 0 0 0,-1 2 0 0 0,0-1 0 0 0,0 2-1 0 0,0 0 1 0 0,16 6 0 0 0,8 7-37 0 0,57 34-1 0 0,-80-42-13 0 0,1 1-1 0 0,-2 0 0 0 0,1 1 0 0 0,-1 1 1 0 0,-1 0-1 0 0,18 24 0 0 0,-16-15 29 0 0,0 0 0 0 0,-2 1-1 0 0,0 1 1 0 0,-2-1-1 0 0,0 1 1 0 0,-2 1 0 0 0,-1 0-1 0 0,0 0 1 0 0,-2 0-1 0 0,0 1 1 0 0,-2-1 0 0 0,-1 1-1 0 0,-1 0 1 0 0,-1-1-1 0 0,-1 1 1 0 0,-1-1 0 0 0,-2 1-1 0 0,0-1 1 0 0,-14 37-1 0 0,13-47-1 0 0,-1-1-1 0 0,0 0 0 0 0,-1 0 0 0 0,-1-1 0 0 0,0 0 1 0 0,-1 0-1 0 0,0-1 0 0 0,-1 0 0 0 0,0-1 0 0 0,0-1 1 0 0,-1 1-1 0 0,-1-2 0 0 0,1 0 0 0 0,-1 0 1 0 0,-1-1-1 0 0,1-1 0 0 0,-1 0 0 0 0,0-1 0 0 0,-19 4 1 0 0,14-4-81 0 0,1-1 1 0 0,-1-1 0 0 0,0-1-1 0 0,0 0 1 0 0,-1-2-1 0 0,1 0 1 0 0,0-1 0 0 0,0-1-1 0 0,0-1 1 0 0,0 0 0 0 0,1-2-1 0 0,-1 0 1 0 0,1-1 0 0 0,-31-15-1 0 0,32 12-143 0 0,1-1-1 0 0,0 0 1 0 0,1-1-1 0 0,-27-26 1 0 0,15 7-259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39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4904 0 0,'11'-14'426'0'0,"6"-5"258"0"0,-17 19-676 0 0,1-1 1 0 0,0 1-1 0 0,0 0 0 0 0,0-1 1 0 0,0 1-1 0 0,-1 0 0 0 0,1 0 1 0 0,0 0-1 0 0,0 0 0 0 0,0 0 1 0 0,0 0-1 0 0,0 0 0 0 0,-1 0 1 0 0,1 0-1 0 0,0 0 0 0 0,0 0 1 0 0,0 0-1 0 0,0 0 0 0 0,0 1 1 0 0,-1-1-1 0 0,1 0 0 0 0,0 1 1 0 0,0-1-1 0 0,0 1 0 0 0,-1-1 1 0 0,1 1-1 0 0,1 0 0 0 0,3 4-6 0 0,1 0-1 0 0,-1 1 1 0 0,0 0 0 0 0,0-1-1 0 0,-1 1 1 0 0,0 1 0 0 0,0-1-1 0 0,0 1 1 0 0,-1 0 0 0 0,0-1-1 0 0,0 1 1 0 0,-1 1-1 0 0,0-1 1 0 0,0 0 0 0 0,1 15-1 0 0,0-1 15 0 0,-2 0 1 0 0,-1-1-1 0 0,0 1 0 0 0,-5 33 0 0 0,3-43 0 0 0,0 0 0 0 0,0 0 0 0 0,-7 15 1 0 0,8-22-6 0 0,-1 0 1 0 0,0-1-1 0 0,0 1 1 0 0,0 0 0 0 0,0-1-1 0 0,-1 0 1 0 0,1 1-1 0 0,-1-1 1 0 0,0 0 0 0 0,0 0-1 0 0,0-1 1 0 0,-5 5-1 0 0,8-7-9 0 0,-1 0-1 0 0,1 0 1 0 0,0 1-1 0 0,-1-1 0 0 0,1 0 1 0 0,-1 0-1 0 0,1 1 1 0 0,0-1-1 0 0,-1 0 1 0 0,1 0-1 0 0,-1 0 1 0 0,1 0-1 0 0,0 0 0 0 0,-1 0 1 0 0,1 0-1 0 0,-1 0 1 0 0,1 0-1 0 0,-1 0 1 0 0,1 0-1 0 0,-1 0 0 0 0,1 0 1 0 0,0 0-1 0 0,-1 0 1 0 0,1 0-1 0 0,-1 0 1 0 0,1 0-1 0 0,-1-1 1 0 0,1 1-1 0 0,0 0 0 0 0,-1 0 1 0 0,1-1-1 0 0,0 1 1 0 0,-1 0-1 0 0,1 0 1 0 0,0-1-1 0 0,-1 1 0 0 0,1 0 1 0 0,0-1-1 0 0,-1 1 1 0 0,1 0-1 0 0,0-1 1 0 0,0 1-1 0 0,0-1 1 0 0,-1 1-1 0 0,1 0 0 0 0,0-1 1 0 0,0 1-1 0 0,0-1 1 0 0,0 1-1 0 0,0-1 1 0 0,0 1-1 0 0,0-1 1 0 0,0 1-1 0 0,0 0 0 0 0,0-1 1 0 0,0 1-1 0 0,0-1 1 0 0,0 1-1 0 0,0-1 1 0 0,0 0-1 0 0,3-28 20 0 0,4 3-32 0 0,0 0-1 0 0,2 0 1 0 0,17-36-1 0 0,44-71-48 0 0,-55 107 41 0 0,-12 20 0 0 0,8-14 17 0 0,25-33 0 0 0,-33 48-31 0 0,0 1 0 0 0,0 1 0 0 0,1-1-1 0 0,-1 0 1 0 0,1 1 0 0 0,0 0-1 0 0,0 0 1 0 0,0 0 0 0 0,0 0 0 0 0,1 1-1 0 0,-1-1 1 0 0,1 1 0 0 0,0 0 0 0 0,6-1-1 0 0,-11 3 10 0 0,1 0-1 0 0,-1 0 0 0 0,1 0 1 0 0,-1 0-1 0 0,1 0 0 0 0,-1 0 0 0 0,1 0 1 0 0,-1 0-1 0 0,0 0 0 0 0,1 0 1 0 0,-1 1-1 0 0,1-1 0 0 0,-1 0 1 0 0,1 0-1 0 0,-1 0 0 0 0,1 1 1 0 0,-1-1-1 0 0,1 0 0 0 0,-1 1 1 0 0,0-1-1 0 0,1 0 0 0 0,-1 1 1 0 0,0-1-1 0 0,1 0 0 0 0,-1 2 1 0 0,3 0-252 0 0,4 5-250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295 191 2980 0 0,'10'-6'105'0'0,"-1"0"-1"0"0,0-1 1 0 0,0 0-1 0 0,10-10 1 0 0,-17 15-48 0 0,0 0 1 0 0,0-1-1 0 0,0 1 1 0 0,0-1-1 0 0,-1 0 1 0 0,1 0-1 0 0,-1 1 1 0 0,1-1-1 0 0,-1 0 1 0 0,0 0-1 0 0,0 0 1 0 0,0-1-1 0 0,-1 1 1 0 0,1 0-1 0 0,-1 0 1 0 0,0 0-1 0 0,0 0 0 0 0,0-1 1 0 0,0-5-1 0 0,-3 3 68 0 0,0 0-1 0 0,0 0 1 0 0,0 1-1 0 0,-1-1 1 0 0,0 1-1 0 0,0-1 1 0 0,0 1-1 0 0,-6-5 1 0 0,6 7-106 0 0,0 0 0 0 0,-1 0 0 0 0,1 0 0 0 0,0 1 0 0 0,-1-1 1 0 0,0 1-1 0 0,0 0 0 0 0,1 1 0 0 0,-1-1 0 0 0,0 1 0 0 0,-1 0 0 0 0,1 0 1 0 0,0 0-1 0 0,0 1 0 0 0,0 0 0 0 0,0 0 0 0 0,0 0 0 0 0,-1 1 1 0 0,-8 1-1 0 0,0 1 51 0 0,0 1-1 0 0,1 0 1 0 0,-1 1 0 0 0,1 0-1 0 0,0 1 1 0 0,-13 8 0 0 0,17-7-33 0 0,-1 0 0 0 0,1 1 0 0 0,0 0-1 0 0,0 0 1 0 0,1 1 0 0 0,1 0 0 0 0,-1 0 0 0 0,1 1 0 0 0,1 0 0 0 0,0 0 0 0 0,0 1-1 0 0,1 0 1 0 0,0 0 0 0 0,-5 21 0 0 0,8-25-47 0 0,0 1 1 0 0,1-1-1 0 0,0 1 1 0 0,1-1-1 0 0,-1 1 1 0 0,1-1-1 0 0,1 1 1 0 0,0 0-1 0 0,0-1 0 0 0,3 13 1 0 0,-2-14 11 0 0,0-1 0 0 0,0 0 0 0 0,1 1 0 0 0,0-1 0 0 0,0 0 0 0 0,0-1 0 0 0,1 1 0 0 0,-1-1 0 0 0,1 1 0 0 0,0-1 0 0 0,0 0 0 0 0,1 0 0 0 0,-1-1 0 0 0,1 1 0 0 0,7 3 0 0 0,-8-5-2 0 0,-1 0-1 0 0,1 0 1 0 0,0-1 0 0 0,0 1 0 0 0,0-1-1 0 0,0 0 1 0 0,1 0 0 0 0,-1-1-1 0 0,0 1 1 0 0,0-1 0 0 0,0 0 0 0 0,1 0-1 0 0,-1 0 1 0 0,0-1 0 0 0,0 1 0 0 0,1-1-1 0 0,-1 0 1 0 0,0 0 0 0 0,0 0-1 0 0,0-1 1 0 0,0 0 0 0 0,-1 1 0 0 0,7-5-1 0 0,-5 2-3 0 0,0 1-1 0 0,0-1 1 0 0,0 0-1 0 0,-1 0 1 0 0,0-1-1 0 0,0 1 1 0 0,0-1-1 0 0,0 0 1 0 0,-1 0-1 0 0,1-1 1 0 0,-1 1-1 0 0,-1-1 1 0 0,1 1-1 0 0,-1-1 1 0 0,3-10-1 0 0,1-17-15 0 0,-1 0-1 0 0,1-64 0 0 0,-6 96 21 0 0,0 1-1 0 0,0-1 1 0 0,0 0 0 0 0,0 0-1 0 0,0 0 1 0 0,0 0-1 0 0,0 0 1 0 0,0 1-1 0 0,0-1 1 0 0,0 0-1 0 0,0 0 1 0 0,1 0-1 0 0,-1 0 1 0 0,0 1 0 0 0,1-1-1 0 0,-1 0 1 0 0,1 0-1 0 0,-1 1 1 0 0,1-2-1 0 0,0 2 0 0 0,-1 1-1 0 0,1-1 1 0 0,-1 1-1 0 0,1-1 1 0 0,-1 1-1 0 0,1-1 1 0 0,-1 1-1 0 0,1 0 1 0 0,-1-1 0 0 0,0 1-1 0 0,0-1 1 0 0,1 1-1 0 0,-1 0 1 0 0,0-1-1 0 0,0 1 1 0 0,0 0-1 0 0,1-1 1 0 0,-1 1-1 0 0,0 0 1 0 0,0-1-1 0 0,0 1 1 0 0,0 0-1 0 0,0-1 1 0 0,-1 2-1 0 0,2 23 15 0 0,-2-1 0 0 0,-1 1 0 0 0,-6 31 0 0 0,2-11 22 0 0,2-20-65 0 0,0 3 66 0 0,1 0 0 0 0,1 34 0 0 0,2-56-63 0 0,1 1-1 0 0,-1 0 1 0 0,1-1 0 0 0,0 1 0 0 0,1-1-1 0 0,0 1 1 0 0,0-1 0 0 0,0 0-1 0 0,0 0 1 0 0,1 0 0 0 0,0 0-1 0 0,1 0 1 0 0,-1 0 0 0 0,9 9 0 0 0,-10-13-32 0 0,0-1 0 0 0,-1 1 0 0 0,1-1 0 0 0,0 1 0 0 0,0-1 0 0 0,0 0 0 0 0,0 0 0 0 0,0 0 0 0 0,0 0 0 0 0,3 1 0 0 0,10-1-436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443 108 5909 0 0,'7'-20'84'0'0,"-4"12"-1"0"0,-1-1 1 0 0,1 1-1 0 0,1-12 1 0 0,-4 17-45 0 0,0 1 0 0 0,0 0 0 0 0,0 0 0 0 0,0 0 1 0 0,0 0-1 0 0,0-1 0 0 0,0 1 0 0 0,-1 0 0 0 0,1 0 0 0 0,-1 0 0 0 0,0 0 0 0 0,0 0 0 0 0,0 0 0 0 0,0 0 1 0 0,0 0-1 0 0,0 0 0 0 0,0 1 0 0 0,-2-3 0 0 0,2 4-34 0 0,1-1 1 0 0,0 1 0 0 0,-1 0-1 0 0,0 0 1 0 0,1 0-1 0 0,-1 0 1 0 0,1 0-1 0 0,-1 0 1 0 0,1 0-1 0 0,-1 0 1 0 0,1 0-1 0 0,-1 0 1 0 0,1 0-1 0 0,-1 0 1 0 0,1 1-1 0 0,-1-1 1 0 0,1 0-1 0 0,-1 0 1 0 0,1 0-1 0 0,0 1 1 0 0,-1-1-1 0 0,0 1 1 0 0,-2 0 7 0 0,-8 3-37 0 0,0 0 1 0 0,1 1-1 0 0,0 0 1 0 0,0 1-1 0 0,0 0 1 0 0,1 0-1 0 0,0 1 1 0 0,-15 15-1 0 0,12-10 45 0 0,1 0 0 0 0,1 1-1 0 0,0 0 1 0 0,0 0 0 0 0,-12 26 0 0 0,15-23 81 0 0,1 0 1 0 0,0 1-1 0 0,1 0 1 0 0,1 0-1 0 0,1 0 1 0 0,-2 27-1 0 0,3 110 571 0 0,3-84-451 0 0,0 21 14 0 0,-3 119 158 0 0,-1-163-366 0 0,-2 0 0 0 0,-16 67 1 0 0,18-103-80 0 0,0 0 1 0 0,-1 0 0 0 0,0-1-1 0 0,-1 1 1 0 0,0-1 0 0 0,-11 14-1 0 0,13-19-33 0 0,0-1 0 0 0,0 1 0 0 0,-1-1 0 0 0,0 0 1 0 0,0-1-1 0 0,0 1 0 0 0,-1-1 0 0 0,1 1 0 0 0,-1-1 0 0 0,1-1 0 0 0,-1 1 0 0 0,0-1 0 0 0,0 0 0 0 0,0 0 0 0 0,-8 2 0 0 0,8-3-96 0 0,-1 0 1 0 0,0 0-1 0 0,0 0 1 0 0,0-1-1 0 0,0 0 0 0 0,-6-1 1 0 0,-14-4-597 0 0</inkml:trace>
  <inkml:trace contextRef="#ctx0" brushRef="#br0" timeOffset="1">114 640 4252 0 0,'23'-21'219'0'0,"5"-3"363"0"0,-22 20-539 0 0,0 1 0 0 0,0 0 1 0 0,0 0-1 0 0,1 1 0 0 0,-1 0 0 0 0,1 0 0 0 0,-1 0 0 0 0,1 1 1 0 0,-1 0-1 0 0,1 0 0 0 0,0 1 0 0 0,0 0 0 0 0,-1 0 0 0 0,1 0 1 0 0,0 1-1 0 0,0 0 0 0 0,-1 0 0 0 0,9 3 0 0 0,13 0-502 0 0,-13-2-51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0.8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66 58 4340 0 0,'1'-4'25'0'0,"0"0"0"0"0,0 0 0 0 0,0-1-1 0 0,-1 1 1 0 0,1-7 0 0 0,0-10 173 0 0,-1 20-192 0 0,0 1-1 0 0,0 0 1 0 0,0 0-1 0 0,1 0 1 0 0,-1 0-1 0 0,0-1 1 0 0,0 1-1 0 0,0 0 1 0 0,0 0-1 0 0,0 0 1 0 0,0 0-1 0 0,0-1 1 0 0,0 1-1 0 0,0 0 1 0 0,0 0-1 0 0,1 0 1 0 0,-1 0-1 0 0,0 0 1 0 0,0 0-1 0 0,0-1 1 0 0,0 1-1 0 0,0 0 1 0 0,0 0-1 0 0,1 0 1 0 0,-1 0-1 0 0,0 0 1 0 0,0 0-1 0 0,0 0 1 0 0,0 0-1 0 0,1 0 1 0 0,-1 0-1 0 0,0 0 1 0 0,0 0-1 0 0,0 0 1 0 0,0 0-1 0 0,1 0 1 0 0,-1 0-1 0 0,0 0 1 0 0,0 0-1 0 0,0 0 1 0 0,1 0-1 0 0,7 5 220 0 0,6 10 149 0 0,-10-9-281 0 0,0 0 0 0 0,0 0 0 0 0,-1 1 0 0 0,0-1 0 0 0,0 1 0 0 0,-1 0 0 0 0,0-1 0 0 0,0 1 0 0 0,0 0 0 0 0,-1 0 0 0 0,0 0 1 0 0,0 1-1 0 0,-1-1 0 0 0,0 0 0 0 0,0 0 0 0 0,-1 0 0 0 0,-3 14 0 0 0,-3 8-30 0 0,-1 0 0 0 0,-1 0 1 0 0,-14 26-1 0 0,9-21 10 0 0,-2 5 39 0 0,2 1 0 0 0,-15 68-1 0 0,26-89-91 0 0,1 0 0 0 0,0 0 0 0 0,2 22-1 0 0,0-35-16 0 0,1-1 0 0 0,-1 1 0 0 0,1 0 0 0 0,0-1 0 0 0,0 1 0 0 0,1-1 0 0 0,0 1 0 0 0,0-1 0 0 0,0 0 0 0 0,1 0 0 0 0,-1 0 0 0 0,1 0 0 0 0,1 0-1 0 0,-1 0 1 0 0,5 4 0 0 0,-7-8-31 0 0,1 0 0 0 0,-1 0 0 0 0,1 0 0 0 0,-1 0 0 0 0,1 0 0 0 0,-1 0 0 0 0,1 0 0 0 0,-1-1 0 0 0,1 1 0 0 0,0-1 0 0 0,0 1 0 0 0,-1-1 0 0 0,1 0 0 0 0,0 0 0 0 0,0 0 0 0 0,-1 0 0 0 0,1 0 0 0 0,0 0 0 0 0,0 0 0 0 0,-1 0 0 0 0,1-1 0 0 0,0 1 0 0 0,-1-1 0 0 0,1 1 0 0 0,0-1 0 0 0,-1 0 0 0 0,1 0 0 0 0,-1 0 0 0 0,1 1 0 0 0,-1-1-1 0 0,1-1 1 0 0,1 0 0 0 0,5-5-362 0 0,1 0 0 0 0,-1-1 1 0 0,13-16-1 0 0,-19 21 284 0 0,14-17-563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1.1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48 5665 0 0,'-3'-1'44'0'0,"-1"0"1"0"0,1 0 0 0 0,0 0 0 0 0,0-1 0 0 0,0 0 0 0 0,-5-2 0 0 0,-11-6 592 0 0,23 10-491 0 0,0 0 0 0 0,-1-1 0 0 0,1 1 0 0 0,-1-1 0 0 0,1 0 0 0 0,7-2 0 0 0,2-1-25 0 0,59-4-283 0 0,141 0 0 0 0,-195 8 49 0 0,19 1-256 0 0,-3-1-163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2.6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241 172 5693 0 0,'-5'-25'193'0'0,"-15"-74"124"0"0,15 74 513 0 0,12 22-718 0 0,22-13-180 0 0,-22 13 809 0 0,-7 26-635 0 0,1 0 0 0 0,5 26 0 0 0,-3-19-39 0 0,-2-17-18 0 0,0 0-1 0 0,-1 0 1 0 0,-3 19-1 0 0,-15 163 118 0 0,15-167-126 0 0,-1-1-1 0 0,-2 0 0 0 0,-11 35 0 0 0,4-22 10 0 0,-101 399 246 0 0,37 8-144 0 0,66-224 21 0 0,13-160-76 0 0,4-66-50 0 0,16-8-55 0 0,24-18 0 0 0,-21 14 2 0 0,48-25 0 0 0,142-45-10 0 0,-199 78 17 0 0,1 2 0 0 0,0 0 1 0 0,0 0-1 0 0,1 2 0 0 0,23-2 0 0 0,-10 2 1 0 0,107-8 16 0 0,206 10 0 0 0,-272 2-14 0 0,547 40 116 0 0,-469-29-53 0 0,-54-4 102 0 0,-136-15 1032 0 0,-14 2-1096 0 0,54 4-95 0 0,0 1-6 0 0,0 0 0 0 0,1-1 0 0 0,-1 1 0 0 0,0 0 0 0 0,0-1 0 0 0,1 1 0 0 0,-1 0 0 0 0,0-1 0 0 0,1 1 0 0 0,-1 0 0 0 0,0 0 0 0 0,1-1 0 0 0,-1 1 0 0 0,1 0-1 0 0,-1 0 1 0 0,0 0 0 0 0,1-1 0 0 0,-1 1 0 0 0,1 0 0 0 0,-1 0 0 0 0,1 0 0 0 0,0 0 0 0 0,-1 0-21 0 0,1 0 0 0 0,-1 0 1 0 0,1 0-1 0 0,-1 0 0 0 0,1 0 0 0 0,-1 0 0 0 0,1 0 0 0 0,-1 0 0 0 0,1 0 0 0 0,-1-1 0 0 0,0 1 1 0 0,1 0-1 0 0,-1 0 0 0 0,1 0 0 0 0,-1-1 0 0 0,1 1 0 0 0,-1 0 0 0 0,0-1 0 0 0,1 1 1 0 0,-1 0-1 0 0,0-1 0 0 0,1 1 0 0 0,-1 0 0 0 0,0-1 0 0 0,1 1 0 0 0,-1 0 0 0 0,0-1 1 0 0,0 1-1 0 0,0-1 0 0 0,1 1 0 0 0,-1-1 0 0 0,0 1 0 0 0,0-1 0 0 0,0 1 0 0 0,0-1 0 0 0,0 1 1 0 0,0-1-1 0 0,0 1 0 0 0,0-1 0 0 0,0 1 0 0 0,0-1 0 0 0,0 0 0 0 0,-11-18-1721 0 0,5 11 975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3.3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1 127 4964 0 0,'0'-1'5'0'0,"0"0"0"0"0,1 0-1 0 0,-1 0 1 0 0,0 0 0 0 0,1 0-1 0 0,-1 0 1 0 0,1-1 0 0 0,-1 1 0 0 0,1 0-1 0 0,0 0 1 0 0,-1 1 0 0 0,1-1-1 0 0,0 0 1 0 0,0 0 0 0 0,0 0-1 0 0,0 0 1 0 0,0 1 0 0 0,-1-1-1 0 0,1 0 1 0 0,0 1 0 0 0,1-1-1 0 0,-1 1 1 0 0,0-1 0 0 0,0 1-1 0 0,1-1 1 0 0,35-9 189 0 0,-29 8-163 0 0,32-5 114 0 0,39-1-1 0 0,-31 3-81 0 0,355-17-13 0 0,-273 18-66 0 0,572-11 366 0 0,-379 11 147 0 0,-133-2 326 0 0,-181 5-780 0 0,-7 2 9 0 0,1-1 0 0 0,-1 0 0 0 0,1 0 0 0 0,-1 0 0 0 0,1 0 0 0 0,-1-1 0 0 0,0 1 0 0 0,1-1 0 0 0,-1 1 0 0 0,1-1-1 0 0,-1 0 1 0 0,0 0 0 0 0,0 0 0 0 0,1 0 0 0 0,-1 0 0 0 0,0 0 0 0 0,0-1 0 0 0,0 1 0 0 0,2-3 0 0 0,-1-2 513 0 0,-4 8-339 0 0,-4 13-202 0 0,-16 651 2890 0 0,0-458-2376 0 0,-11 157-326 0 0,28-272-86 0 0,17 178-1 0 0,-8-234-37 0 0,-1 1 1 0 0,-4 70-1 0 0,3-75 527 0 0,-2-37-577 0 0,0 0 1 0 0,0 1 0 0 0,0 0 0 0 0,1-1-1 0 0,0 1 1 0 0,-1 0 0 0 0,1 0 0 0 0,1 0-1 0 0,2-5 1 0 0,7-9-48 0 0,-10 14 9 0 0,0-1 0 0 0,0 1 0 0 0,-1-1 0 0 0,0 1 0 0 0,1-1 0 0 0,-1 0-1 0 0,0 1 1 0 0,0-6 0 0 0,-1 8 1 0 0,0 0 1 0 0,0 0-1 0 0,0 0 0 0 0,-1 0 1 0 0,1 0-1 0 0,0 1 0 0 0,-1-1 0 0 0,1 0 1 0 0,0 0-1 0 0,-1 0 0 0 0,1 0 1 0 0,-1 0-1 0 0,1 1 0 0 0,-1-1 1 0 0,1 0-1 0 0,-1 1 0 0 0,0-1 0 0 0,1 0 1 0 0,-1 1-1 0 0,0-1 0 0 0,0 1 1 0 0,0-1-1 0 0,1 1 0 0 0,-1-1 0 0 0,0 1 1 0 0,0-1-1 0 0,0 1 0 0 0,0 0 1 0 0,0 0-1 0 0,0-1 0 0 0,0 1 0 0 0,1 0 1 0 0,-1 0-1 0 0,0 0 0 0 0,-2 0 1 0 0,-14-2-718 0 0,-1-1 0 0 0,1 0 0 0 0,0-1 0 0 0,-32-13 1 0 0,36 10-540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3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14 6157 0 0,'-2'0'944'0'0,"16"3"-75"0"0,-7-2-823 0 0,0 0 0 0 0,0 0 0 0 0,0-1 0 0 0,0-1 0 0 0,0 1 0 0 0,0-1 0 0 0,13-3 0 0 0,3 0-47 0 0,33-2-47 0 0,0 3-1 0 0,1 3 1 0 0,69 7-1 0 0,-21-5-1345 0 0,-89-1 762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4.0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 6249 0 0,'-6'3'284'0'0,"9"-1"122"0"0,14 1 292 0 0,-8-2-654 0 0,7 0 62 0 0,1 0-1 0 0,-1-1 1 0 0,0-1 0 0 0,24-3 0 0 0,24-2-66 0 0,136 2-1075 0 0,-175 4 517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4.4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 6565 0 0,'0'-1'9'0'0,"1"1"1"0"0,-1-1-1 0 0,0 1 1 0 0,1-1 0 0 0,-1 1-1 0 0,1-1 1 0 0,-1 1 0 0 0,0-1-1 0 0,1 1 1 0 0,-1 0-1 0 0,1-1 1 0 0,0 1 0 0 0,-1 0-1 0 0,1 0 1 0 0,-1-1 0 0 0,1 1-1 0 0,-1 0 1 0 0,1 0-1 0 0,-1 0 1 0 0,1 0 0 0 0,0 0-1 0 0,-1 0 1 0 0,1-1 0 0 0,1 2-1 0 0,23-7 211 0 0,-21 6-240 0 0,66-13-189 0 0,0 4 0 0 0,86-1-1 0 0,-134 11-163 0 0,-1 1-102 0 0</inkml:trace>
  <inkml:trace contextRef="#ctx0" brushRef="#br0" timeOffset="1">35 265 5849 0 0,'69'4'1161'0'0,"89"0"-1088"0"0,61 5-930 0 0,-179-3 392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9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1117 6785 0 0,'-3'7'51'0'0,"2"-6"-41"0"0,0 0-1 0 0,0 0 1 0 0,1 0-1 0 0,-1 0 1 0 0,0 0-1 0 0,1 1 0 0 0,-1-1 1 0 0,1 0-1 0 0,0 1 1 0 0,-1-1-1 0 0,1 0 1 0 0,0 1-1 0 0,0-1 1 0 0,0 0-1 0 0,0 1 1 0 0,0-1-1 0 0,0 0 1 0 0,0 1-1 0 0,0-1 0 0 0,1 0 1 0 0,-1 1-1 0 0,0-1 1 0 0,1 0-1 0 0,-1 0 1 0 0,1 1-1 0 0,0-1 1 0 0,-1 0-1 0 0,2 2 1 0 0,2 3 32 0 0,0 0 1 0 0,1 0 0 0 0,0-1 0 0 0,0 1-1 0 0,0-1 1 0 0,0-1 0 0 0,1 1 0 0 0,0-1 0 0 0,0 1-1 0 0,0-2 1 0 0,0 1 0 0 0,9 3 0 0 0,9 3 201 0 0,0-1 1 0 0,29 7 0 0 0,3-3-6 0 0,0-3 0 0 0,0-2 0 0 0,1-2 1 0 0,83-3-1 0 0,-31-8-194 0 0,148-27 0 0 0,-176 17-52 0 0,-1-3 0 0 0,147-54 0 0 0,-176 51 14 0 0,-2-2 1 0 0,0-2 0 0 0,-1-3-1 0 0,-2-2 1 0 0,56-46 0 0 0,-50 29-7 0 0,-2-2 1 0 0,-2-2 0 0 0,-3-2 0 0 0,45-68 0 0 0,131-250 22 0 0,-120 165-3 0 0,-100 204-21 0 0,12-27 14 0 0,-12 27-17 0 0,0 1 1 0 0,-1-1 0 0 0,1 0-1 0 0,-1 0 1 0 0,1 0 0 0 0,-1 0-1 0 0,0 0 1 0 0,0 0 0 0 0,0 0-1 0 0,0 1 1 0 0,0-1 0 0 0,0 0-1 0 0,-1-2 1 0 0,1 4-3 0 0,-1 0 0 0 0,1 0 0 0 0,-1 0 0 0 0,1 0 1 0 0,-1 0-1 0 0,1 0 0 0 0,0 0 0 0 0,-1 0 0 0 0,1 0 0 0 0,-1 0 0 0 0,1 1 0 0 0,-1-1 0 0 0,1 0 1 0 0,-1 0-1 0 0,1 1 0 0 0,0-1 0 0 0,-1 0 0 0 0,1 1 0 0 0,0-1 0 0 0,-1 0 0 0 0,1 1 1 0 0,0-1-1 0 0,-1 0 0 0 0,1 1 0 0 0,0-1 0 0 0,0 1 0 0 0,-1-1 0 0 0,1 0 0 0 0,0 1 1 0 0,-12 15-66 0 0,8-9-245 0 0,0 2 0 0 0,0-1 0 0 0,1 0 0 0 0,0 1 0 0 0,0 0-1 0 0,1 0 1 0 0,0-1 0 0 0,-1 19 0 0 0,4-25-306 0 0,2-1-105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49.6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62 172 4996 0 0,'-35'-8'317'0'0,"33"7"-276"0"0,1 1 1 0 0,-1-1-1 0 0,0 0 1 0 0,1 1-1 0 0,-1-1 1 0 0,1 0-1 0 0,-1 0 1 0 0,1 0-1 0 0,-1 0 1 0 0,1 0-1 0 0,0 0 1 0 0,-1 0-1 0 0,1 0 1 0 0,0-1-1 0 0,0 1 1 0 0,0-1-1 0 0,-2-1 1 0 0,5 4 31 0 0,0 0 0 0 0,-1 0 0 0 0,1 0 1 0 0,-1 0-1 0 0,1-1 0 0 0,0 1 0 0 0,0 0 0 0 0,-1-1 1 0 0,1 0-1 0 0,0 1 0 0 0,0-1 0 0 0,0 0 0 0 0,3 0 1 0 0,31 1-50 0 0,-28-2-59 0 0,44-5 33 0 0,1-2 1 0 0,-1-2-1 0 0,62-21 0 0 0,-104 27 123 0 0,0 0-1 0 0,0-1 1 0 0,15-9-1 0 0,-21 12 13 0 0,-1-1 0 0 0,1 1 0 0 0,-1-1 0 0 0,0 0 0 0 0,0 0 0 0 0,0-1 0 0 0,0 1 0 0 0,0-1 0 0 0,-1 1 0 0 0,1-1 0 0 0,2-7 1 0 0,-2-13 2110 0 0,1 77-2108 0 0,-4 387-2115 0 0,0-405 1069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0.5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1508 56 6941 0 0,'0'-3'31'0'0,"-1"1"1"0"0,1-1 0 0 0,0 0 0 0 0,0 1-1 0 0,0-1 1 0 0,0 0 0 0 0,0 1 0 0 0,2-6-1 0 0,0-11 445 0 0,-2 19-446 0 0,0 0 0 0 0,0-1 0 0 0,0 1 0 0 0,0 0 0 0 0,0 0 0 0 0,0-1 0 0 0,0 1 0 0 0,0 0 0 0 0,0 0 0 0 0,0-1 0 0 0,0 1 0 0 0,0 0 0 0 0,0 0 0 0 0,0-1 0 0 0,0 1 0 0 0,0 0 0 0 0,1-1 0 0 0,-1 1 0 0 0,0 0 0 0 0,0 0 0 0 0,0 0 0 0 0,0-1 0 0 0,0 1 0 0 0,1 0 0 0 0,-1 0 0 0 0,0 0-1 0 0,0-1 1 0 0,0 1 0 0 0,1 0 0 0 0,-1 0 0 0 0,0 0 0 0 0,0 0 0 0 0,1 0 0 0 0,-1-1 0 0 0,0 1 0 0 0,0 0 0 0 0,1 0 0 0 0,-1 0 0 0 0,0 0 0 0 0,0 0 0 0 0,1 0 0 0 0,12 7 464 0 0,10 14-215 0 0,-16-9-139 0 0,-1 0 1 0 0,0 0-1 0 0,-1 0 1 0 0,0 0-1 0 0,-1 1 1 0 0,0 0-1 0 0,-1 0 1 0 0,-1 0-1 0 0,0 0 1 0 0,0 0-1 0 0,-2 0 1 0 0,0 25-1 0 0,-5 13 371 0 0,-19 96 0 0 0,22-139-483 0 0,-28 108 647 0 0,-81 203 0 0 0,-33-2-296 0 0,115-266-310 0 0,-2-2 0 0 0,-2-1-1 0 0,-76 85 1 0 0,50-74 52 0 0,-2-4 0 0 0,-134 94 0 0 0,89-76-66 0 0,-83 54-31 0 0,136-95-53 0 0,-93 41 1 0 0,110-57 25 0 0,-162 62-92 0 0,198-77 91 0 0,-1-1 0 0 0,0 1 0 0 0,0-1 0 0 0,0 0 0 0 0,0 1 0 0 0,0-1 0 0 0,0 0 0 0 0,0 1 0 0 0,0-1 0 0 0,0 0 0 0 0,0 0 0 0 0,0 0 0 0 0,0 0 0 0 0,0 0 0 0 0,0 0 0 0 0,0 0 0 0 0,0 0 0 0 0,0-1 0 0 0,0 1 0 0 0,0 0 0 0 0,0-1 0 0 0,0 1 0 0 0,1 0 0 0 0,-1-1 0 0 0,0 1 0 0 0,0-1 0 0 0,0 1 0 0 0,0-1 0 0 0,1 0 0 0 0,-1 1 0 0 0,0-1 0 0 0,0 0 0 0 0,1 0 0 0 0,-1 1 0 0 0,1-1 0 0 0,-1 0 0 0 0,1 0 0 0 0,-1 0 0 0 0,1 0 0 0 0,-1 0 0 0 0,1-1 0 0 0,-1-4-220 0 0,0 0 0 0 0,0 0 0 0 0,1 0 0 0 0,0 0 0 0 0,1-11 0 0 0,0-2-663 0 0,-1 15 660 0 0,0-27-2584 0 0,5-39 0 0 0,-1 51 1819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0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202 22 5024 0 0,'7'-7'171'0'0,"6"-6"569"0"0,-13 13-724 0 0,0 0-1 0 0,0 0 1 0 0,0 0 0 0 0,0-1-1 0 0,1 1 1 0 0,-1 0 0 0 0,0 0-1 0 0,0 0 1 0 0,0 0 0 0 0,0 0 0 0 0,0 0-1 0 0,1 0 1 0 0,-1 0 0 0 0,0 0-1 0 0,0 0 1 0 0,0 0 0 0 0,0 0-1 0 0,1 0 1 0 0,-1 0 0 0 0,0 0-1 0 0,0 0 1 0 0,0 0 0 0 0,0 0-1 0 0,1 0 1 0 0,-1 0 0 0 0,0 0-1 0 0,0 0 1 0 0,0 0 0 0 0,0 0-1 0 0,0 0 1 0 0,1 0 0 0 0,-1 0-1 0 0,0 0 1 0 0,0 0 0 0 0,0 0-1 0 0,0 1 1 0 0,0-1 0 0 0,1 0-1 0 0,-1 0 1 0 0,0 0 0 0 0,0 0-1 0 0,0 0 1 0 0,0 0 0 0 0,0 1-1 0 0,0-1 1 0 0,0 0 0 0 0,0 0-1 0 0,0 0 1 0 0,0 0 0 0 0,1 0-1 0 0,-1 1 1 0 0,0-1 0 0 0,0 0 0 0 0,0 0-1 0 0,0 0 1 0 0,0 0 0 0 0,0 1-1 0 0,0-1 1 0 0,0 0 0 0 0,0 0-1 0 0,0 0 1 0 0,0 0 0 0 0,-1 1-1 0 0,1-1 1 0 0,0 0 0 0 0,0 0-1 0 0,0 0 1 0 0,0 0 0 0 0,0 7 166 0 0,-1 0 0 0 0,0 0 1 0 0,-1-1-1 0 0,1 1 0 0 0,-1-1 0 0 0,0 1 1 0 0,-1-1-1 0 0,1 0 0 0 0,-5 7 1 0 0,-37 55 104 0 0,19-32-199 0 0,1 1-79 0 0,4-9-5 0 0,2 0-1 0 0,1 2 0 0 0,1 0 0 0 0,2 0 0 0 0,-14 43 0 0 0,28-72 19 0 0,0 0 1 0 0,0 0-1 0 0,0 0 0 0 0,0 0 1 0 0,0-1-1 0 0,0 1 1 0 0,0 0-1 0 0,0 0 0 0 0,0 0 1 0 0,0-1-1 0 0,1 1 0 0 0,-1 0 1 0 0,0 0-1 0 0,0 0 1 0 0,1-1-1 0 0,-1 1 0 0 0,1 0 1 0 0,-1-1-1 0 0,1 1 1 0 0,-1 0-1 0 0,1-1 0 0 0,-1 1 1 0 0,1 0-1 0 0,-1-1 1 0 0,1 1-1 0 0,0-1 0 0 0,-1 1 1 0 0,1-1-1 0 0,0 0 0 0 0,0 1 1 0 0,-1-1-1 0 0,2 1 1 0 0,32 10 1024 0 0,-16-7-783 0 0,23 11 160 0 0,103 38-137 0 0,-139-50-476 0 0,-1-1 0 0 0,0 1 0 0 0,0-1 0 0 0,0 1 0 0 0,-1 0 0 0 0,5 5 0 0 0,0 0-847 0 0,-4-3-80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1.5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373 289 3960 0 0,'3'-5'116'0'0,"-1"1"1"0"0,0-1-1 0 0,0 0 0 0 0,0 1 0 0 0,-1-1 0 0 0,1 0 0 0 0,-1 0 0 0 0,0 0 1 0 0,-1 0-1 0 0,1-1 0 0 0,-1 1 0 0 0,0 0 0 0 0,0 0 0 0 0,-1 0 0 0 0,1 0 0 0 0,-1 0 1 0 0,0 0-1 0 0,-1 0 0 0 0,1 0 0 0 0,-1 0 0 0 0,-3-6 0 0 0,4 9-56 0 0,-1 1-1 0 0,1-1 1 0 0,-1 1-1 0 0,1-1 1 0 0,-1 1-1 0 0,0-1 0 0 0,0 1 1 0 0,1 0-1 0 0,-1 0 1 0 0,0 0-1 0 0,0 0 1 0 0,0 0-1 0 0,0 1 1 0 0,0-1-1 0 0,-3 0 0 0 0,-37-5 532 0 0,25 5-379 0 0,6-1-63 0 0,0 1 0 0 0,0 1-1 0 0,0 0 1 0 0,0 1-1 0 0,0 0 1 0 0,0 0 0 0 0,0 1-1 0 0,0 1 1 0 0,-11 3-1 0 0,14-3-70 0 0,1 0-1 0 0,0 0 1 0 0,0 1-1 0 0,0 0 0 0 0,1 0 1 0 0,-1 1-1 0 0,1-1 1 0 0,0 1-1 0 0,0 1 0 0 0,1-1 1 0 0,0 1-1 0 0,0 0 1 0 0,-8 12-1 0 0,2 1 74 0 0,1 1-1 0 0,1 0 1 0 0,1 1 0 0 0,0 0 0 0 0,2 0 0 0 0,-7 36-1 0 0,11-45-78 0 0,0 1 0 0 0,1 0 0 0 0,1 0 0 0 0,0 0 0 0 0,0-1 0 0 0,1 1 0 0 0,1 0 0 0 0,0 0 0 0 0,1-1 0 0 0,1 0 0 0 0,-1 1 0 0 0,12 21 1 0 0,-11-26-62 0 0,1-1 1 0 0,0 0-1 0 0,0 0 1 0 0,0-1 0 0 0,1 1-1 0 0,0-1 1 0 0,1-1 0 0 0,-1 1-1 0 0,1-1 1 0 0,10 6 0 0 0,-6-5-10 0 0,0 0 1 0 0,1-1 0 0 0,0 0 0 0 0,1-1 0 0 0,-1 0-1 0 0,17 2 1 0 0,-6-3-3 0 0,-1-1 0 0 0,1-1 0 0 0,0-1 0 0 0,0-1 0 0 0,-1-1 0 0 0,1 0 0 0 0,31-9 1 0 0,-30 3-39 0 0,0 0 0 0 0,-1-1 0 0 0,0-1 0 0 0,-1-1 1 0 0,0-1-1 0 0,-1-1 0 0 0,0-1 0 0 0,-1-1 0 0 0,-1 0 1 0 0,0-2-1 0 0,-1 0 0 0 0,-1-1 0 0 0,25-35 0 0 0,-31 37-42 0 0,-1 0-1 0 0,-1 0 0 0 0,0-1 1 0 0,-2 0-1 0 0,0 0 1 0 0,0-1-1 0 0,-2 0 0 0 0,4-22 1 0 0,-7 25 16 0 0,0 0 0 0 0,-1-1 1 0 0,-1 1-1 0 0,0 0 0 0 0,-1 0 1 0 0,-1-1-1 0 0,-1 1 1 0 0,0 0-1 0 0,0 0 0 0 0,-11-25 1 0 0,11 33 19 0 0,-1 0 0 0 0,1 0 1 0 0,-1 1-1 0 0,0-1 1 0 0,0 1-1 0 0,-1 0 0 0 0,0 0 1 0 0,0 1-1 0 0,0-1 0 0 0,-1 1 1 0 0,0 0-1 0 0,0 1 0 0 0,0-1 1 0 0,-1 1-1 0 0,-9-4 1 0 0,7 4-42 0 0,0 1 0 0 0,0 0 1 0 0,0 0-1 0 0,-1 1 1 0 0,1 0-1 0 0,-1 1 1 0 0,0 0-1 0 0,1 0 1 0 0,-1 1-1 0 0,0 1 0 0 0,-14 1 1 0 0,6 1-212 0 0,-1 0-1 0 0,1 1 1 0 0,0 0 0 0 0,0 2 0 0 0,1 0-1 0 0,-1 1 1 0 0,1 1 0 0 0,-23 14 0 0 0,11 1-528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1446 11 4964 0 0,'-2'-11'1062'0'0,"-2"22"654"0"0,0-1-1539 0 0,-4 9 99 0 0,-1-1 0 0 0,-1 0 0 0 0,-1-1-1 0 0,-1 0 1 0 0,-24 28 0 0 0,-80 69 170 0 0,104-103-382 0 0,-28 24 4 0 0,-2-3 0 0 0,-1-1 0 0 0,-1-2 0 0 0,-76 37 0 0 0,57-37-41 0 0,0-3 1 0 0,-2-3-1 0 0,-73 15 0 0 0,97-28-8 0 0,-1-3 0 0 0,0-2 0 0 0,0-1 1 0 0,-75-3-1 0 0,90-3 53 0 0,0-2 0 0 0,1 0 0 0 0,0-1 0 0 0,0-2 0 0 0,0-1 0 0 0,1 0 0 0 0,0-2 0 0 0,-39-22 0 0 0,59 29-102 0 0,0 0-1 0 0,0-1 0 0 0,0 0 1 0 0,0 0-1 0 0,1 0 1 0 0,-1 0-1 0 0,1-1 1 0 0,-6-8-1 0 0,12 14-285 0 0,0-1 0 0 0,0 1 0 0 0,0-1 0 0 0,0 0 0 0 0,0 0-1 0 0,0 0 1 0 0,0 0 0 0 0,0 0 0 0 0,0 0 0 0 0,0 0 0 0 0,0-1-1 0 0,0 1 1 0 0,0-1 0 0 0,2 0 0 0 0,10-2-560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346 6 6533 0 0,'-3'-5'35'0'0,"2"5"-30"0"0,1 0-1 0 0,0 1 0 0 0,0-1 0 0 0,0 0 0 0 0,0 0 0 0 0,0 0 0 0 0,0 0 0 0 0,0 1 1 0 0,0-1-1 0 0,-1 0 0 0 0,1 0 0 0 0,0 0 0 0 0,0 0 0 0 0,0 0 0 0 0,0 0 0 0 0,0 0 1 0 0,-1 1-1 0 0,1-1 0 0 0,0 0 0 0 0,0 0 0 0 0,0 0 0 0 0,0 0 0 0 0,-1 0 0 0 0,1 0 0 0 0,0 0 1 0 0,0 0-1 0 0,0 0 0 0 0,0 0 0 0 0,-1 0 0 0 0,1 0 0 0 0,0 0 0 0 0,0 0 0 0 0,0 0 1 0 0,0 0-1 0 0,-1 0 0 0 0,1 0 0 0 0,0 0 0 0 0,0 0 0 0 0,0-1 0 0 0,0 1 0 0 0,-1 0 1 0 0,1 0-1 0 0,0 0 0 0 0,0 0 0 0 0,0 0 0 0 0,0 0 0 0 0,0 0 0 0 0,-1-1 0 0 0,1 1 1 0 0,0 0-1 0 0,0 0 0 0 0,0 0 0 0 0,0 0 0 0 0,0-1 0 0 0,0 1 0 0 0,0 0 0 0 0,0 0 0 0 0,0 0 1 0 0,0 0-1 0 0,0-1 0 0 0,0 1 0 0 0,-4 4 28 0 0,1 0 0 0 0,0 0 0 0 0,-1 0 0 0 0,0-1 0 0 0,1 1 0 0 0,-1-1 0 0 0,-1 0 0 0 0,-5 4 0 0 0,-14 10 40 0 0,-46 44-154 0 0,-94 91-68 0 0,160-147 225 0 0,-1 1 1 0 0,0-1-1 0 0,1 0 1 0 0,0 1-1 0 0,0 0 1 0 0,-4 11-1 0 0,7-16-47 0 0,1 1 0 0 0,-1-1 0 0 0,1 1 0 0 0,0 0 0 0 0,0-1 0 0 0,-1 1 0 0 0,1 0 0 0 0,1-1 0 0 0,-1 1 0 0 0,0 0 0 0 0,0-1 0 0 0,0 1 0 0 0,1 0 0 0 0,-1-1 0 0 0,1 1 0 0 0,0 0 0 0 0,-1-1-1 0 0,1 1 1 0 0,0-1 0 0 0,0 0 0 0 0,0 1 0 0 0,0-1 0 0 0,0 0 0 0 0,0 1 0 0 0,0-1 0 0 0,0 0 0 0 0,1 0 0 0 0,-1 0 0 0 0,0 0 0 0 0,1 0 0 0 0,1 1 0 0 0,33 20-263 0 0,49 22 0 0 0,-65-34-334 0 0,-7-2-86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2.9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482 180 6125 0 0,'2'-4'70'0'0,"-1"-1"0"0"0,1 1 0 0 0,-1-1 0 0 0,0 0 0 0 0,0 1 0 0 0,0-1 0 0 0,0 0 0 0 0,-1 0 1 0 0,0 0-1 0 0,0 1 0 0 0,-1-1 0 0 0,1 0 0 0 0,-1 0 0 0 0,0 0 0 0 0,0 1 0 0 0,0-1 0 0 0,-1 1 0 0 0,0-1 1 0 0,0 1-1 0 0,-3-7 0 0 0,1 6 9 0 0,0 0 0 0 0,-1 0 1 0 0,1 0-1 0 0,-1 1 0 0 0,1 0 1 0 0,-1 0-1 0 0,-1 0 0 0 0,1 0 0 0 0,-1 1 1 0 0,1 0-1 0 0,-1 0 0 0 0,0 0 1 0 0,0 1-1 0 0,-12-4 0 0 0,-4 1 10 0 0,0 1-1 0 0,0 1 1 0 0,0 1 0 0 0,0 1-1 0 0,0 0 1 0 0,-1 2-1 0 0,1 1 1 0 0,0 0 0 0 0,0 2-1 0 0,0 1 1 0 0,-38 13 0 0 0,53-16-56 0 0,1 1 0 0 0,0 0 0 0 0,0 0 0 0 0,0 1 0 0 0,0 0 1 0 0,1 0-1 0 0,0 0 0 0 0,-1 0 0 0 0,1 1 0 0 0,1 0 0 0 0,-5 6 1 0 0,7-9-10 0 0,0 1 0 0 0,1-1 0 0 0,0 1 0 0 0,0 0 0 0 0,-1-1 0 0 0,1 1 0 0 0,1 0 0 0 0,-1 0 0 0 0,0 0 0 0 0,1 0 0 0 0,0 0 0 0 0,-1 0 0 0 0,1 0 0 0 0,0 0 0 0 0,0 0 0 0 0,1-1 0 0 0,-1 1 0 0 0,1 0 0 0 0,0 0 0 0 0,-1 0 0 0 0,1 0 0 0 0,0 0 0 0 0,0-1 0 0 0,1 1 0 0 0,-1 0 0 0 0,4 3 0 0 0,0 1 6 0 0,0-1 0 0 0,0 1-1 0 0,1-1 1 0 0,0-1 0 0 0,0 1 0 0 0,0-1 0 0 0,1 0 0 0 0,-1-1 0 0 0,1 0 0 0 0,1 0 0 0 0,-1 0 0 0 0,11 4 0 0 0,11 1-19 0 0,61 13 1 0 0,-77-19 1 0 0,121 22-2 0 0,-49-11-16 0 0,105 33 0 0 0,-185-46 3 0 0,24 9 0 0 0,-28-9 2 0 0,1-1-1 0 0,-1 1 1 0 0,0-1-1 0 0,1 1 1 0 0,-1 0-1 0 0,0-1 1 0 0,0 1-1 0 0,0 0 1 0 0,1 0-1 0 0,-1 0 1 0 0,0 0-1 0 0,0 0 1 0 0,0 0-1 0 0,-1 0 1 0 0,3 2-1 0 0,-4-2 2 0 0,1-1 1 0 0,0 1-1 0 0,0 0 0 0 0,0-1 0 0 0,-1 1 0 0 0,1-1 0 0 0,0 1 0 0 0,-1-1 0 0 0,1 1 0 0 0,0-1 1 0 0,-1 1-1 0 0,1-1 0 0 0,-1 1 0 0 0,1-1 0 0 0,-1 1 0 0 0,1-1 0 0 0,-1 1 0 0 0,1-1 0 0 0,-1 0 1 0 0,1 0-1 0 0,-1 1 0 0 0,0-1 0 0 0,1 0 0 0 0,-1 0 0 0 0,1 1 0 0 0,-2-1 0 0 0,-20 6 33 0 0,20-5-29 0 0,-49 9 13 0 0,-1-3 1 0 0,1-1-1 0 0,-1-3 0 0 0,-53-4 0 0 0,68-1-290 0 0,-1-1 0 0 0,1-2-1 0 0,0-2 1 0 0,-66-21-1 0 0,103 28 243 0 0,-1 0 0 0 0,1 0 1 0 0,0 0-1 0 0,0 0 0 0 0,-1 0 0 0 0,1 0 0 0 0,0 0 0 0 0,-1 0 0 0 0,1-1 0 0 0,0 1 0 0 0,0 0 0 0 0,-1 0 1 0 0,1 0-1 0 0,0 0 0 0 0,0 0 0 0 0,-1 0 0 0 0,1-1 0 0 0,0 1 0 0 0,0 0 0 0 0,0 0 0 0 0,-1 0 0 0 0,1 0 1 0 0,0-1-1 0 0,0 1 0 0 0,0 0 0 0 0,-1 0 0 0 0,1-1 0 0 0,0 1 0 0 0,0 0 0 0 0,0 0 0 0 0,0-1 0 0 0,0 1 0 0 0,0 0 1 0 0,0 0-1 0 0,0-1 0 0 0,-1 1 0 0 0,1 0 0 0 0,0-1 0 0 0,0 1 0 0 0,0 0 0 0 0,0 0 0 0 0,0-1 0 0 0,1 1 1 0 0,-1 0-1 0 0,0-1 0 0 0,0 1 0 0 0,0 0 0 0 0,0 0 0 0 0,0-1 0 0 0,0 1 0 0 0,0 0 0 0 0,0 0 0 0 0,1-1 1 0 0,-1 1-1 0 0,0 0 0 0 0,0 0 0 0 0,0 0 0 0 0,1-1 0 0 0,-1 1 0 0 0,0 0 0 0 0,18-12-1758 0 0,-16 11 1577 0 0,12-5-734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3.4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1306 123 5268 0 0,'1'-4'18'0'0,"0"-1"-1"0"0,0 1 0 0 0,-1-1 1 0 0,0 1-1 0 0,0-1 0 0 0,0 1 1 0 0,0-1-1 0 0,-1 1 0 0 0,0-1 1 0 0,-2-8-1 0 0,1 10 2 0 0,1 0 0 0 0,-1 0 0 0 0,0 1 0 0 0,0-1 0 0 0,0 0 0 0 0,0 1 0 0 0,-1-1 0 0 0,1 1 0 0 0,-1 0 0 0 0,1-1 0 0 0,-1 1 0 0 0,0 0 0 0 0,0 1 0 0 0,0-1 0 0 0,-3-1 0 0 0,-7-2 48 0 0,0 0 0 0 0,0 1 0 0 0,0 1 0 0 0,0 0 0 0 0,0 1 0 0 0,-1 0 0 0 0,1 1 0 0 0,-24 1 0 0 0,-8 2 140 0 0,-56 11-1 0 0,19 2 41 0 0,1 4 0 0 0,1 3-1 0 0,0 4 1 0 0,2 3-1 0 0,1 3 1 0 0,2 4 0 0 0,-96 60-1 0 0,147-80-93 0 0,0 2 0 0 0,1 0 0 0 0,1 1 0 0 0,0 1 0 0 0,2 1 0 0 0,-29 38 0 0 0,40-47-78 0 0,1 0 0 0 0,1 1-1 0 0,0 0 1 0 0,1 0 0 0 0,0 0-1 0 0,1 1 1 0 0,1 0 0 0 0,0 0-1 0 0,1 0 1 0 0,0 0-1 0 0,1 1 1 0 0,1-1 0 0 0,0 1-1 0 0,1-1 1 0 0,2 17 0 0 0,0-15-29 0 0,1 1 0 0 0,1-1 1 0 0,0 0-1 0 0,1 0 0 0 0,1-1 1 0 0,1 0-1 0 0,0 0 0 0 0,1 0 1 0 0,0-1-1 0 0,17 21 0 0 0,-9-16-34 0 0,0-1 0 0 0,2-1 0 0 0,0 0 0 0 0,1-1 0 0 0,0-1 0 0 0,34 18 0 0 0,-6-7-13 0 0,1-2 0 0 0,1-2 0 0 0,0-3 0 0 0,55 14 0 0 0,-31-15-6 0 0,1-3 0 0 0,99 8 0 0 0,-111-19 2 0 0,1-2 0 0 0,0-3 0 0 0,0-2-1 0 0,77-15 1 0 0,-105 10-59 0 0,-1-1-1 0 0,-1-1 0 0 0,53-24 0 0 0,-65 24-46 0 0,1-2-1 0 0,-1-1 1 0 0,-1 0-1 0 0,0-1 1 0 0,34-33-1 0 0,-43 35 17 0 0,-1 0 0 0 0,0-1 0 0 0,-1 0 0 0 0,0 0-1 0 0,-1-1 1 0 0,0 0 0 0 0,-1-1 0 0 0,-1 1 0 0 0,-1-1 0 0 0,0 0 0 0 0,0-1 0 0 0,-2 1 0 0 0,0-1 0 0 0,-1 0-1 0 0,0 0 1 0 0,-1-28 0 0 0,-3 16 14 0 0,-1 0 0 0 0,-1 0 0 0 0,-1 0 0 0 0,-2 1 0 0 0,-1-1-1 0 0,-1 2 1 0 0,-1-1 0 0 0,-22-41 0 0 0,23 53 77 0 0,0-1-1 0 0,-1 2 1 0 0,-1-1-1 0 0,0 1 1 0 0,-1 1-1 0 0,-1 0 1 0 0,0 1-1 0 0,-23-17 1 0 0,16 15 7 0 0,-1 2 1 0 0,0 0-1 0 0,0 2 1 0 0,-1 0-1 0 0,-40-12 1 0 0,6 9-39 0 0,0 3-1 0 0,-1 1 1 0 0,0 4 0 0 0,-93 2 0 0 0,56 5-588 0 0,1 5-1 0 0,-166 33 1 0 0,177-22-164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3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149 316 3960 0 0,'-79'-47'59'0'0,"63"38"1461"0"0,7-2-1100 0 0,-1-2-278 0 0,-24-28 1220 0 0,34 37-1090 0 0,3-12-40 0 0,-2 12 178 0 0,40-11-323 0 0,122-46-13 0 0,-146 55-49 0 0,1 0-1 0 0,28-6 1 0 0,131-26 49 0 0,-112 26 10 0 0,129-6 0 0 0,-155 16-59 0 0,193 1 161 0 0,-196 4-134 0 0,-1 1 1 0 0,0 2-1 0 0,0 1 0 0 0,50 17 1 0 0,-72-19-24 0 0,0 0 0 0 0,-1 0 0 0 0,0 2 0 0 0,0-1 0 0 0,0 1-1 0 0,-1 1 1 0 0,0 0 0 0 0,0 1 0 0 0,-1 0 0 0 0,0 1 0 0 0,-1 0 0 0 0,0 0 0 0 0,0 1 0 0 0,-1 0 0 0 0,-1 0 0 0 0,0 1 0 0 0,0 0 0 0 0,-1 0 0 0 0,-1 1 0 0 0,0 0 0 0 0,-1 0 0 0 0,0 0-1 0 0,-1 0 1 0 0,0 1 0 0 0,-1-1 0 0 0,0 24 0 0 0,-3-16-2 0 0,0 0 0 0 0,-2-1 0 0 0,0 1 0 0 0,-1 0 0 0 0,-1-1 0 0 0,-1 0 0 0 0,-13 29-1 0 0,0-8 15 0 0,-2-1 0 0 0,-35 52 0 0 0,14-34 113 0 0,-2-2 1 0 0,-3-2-1 0 0,-64 58 1 0 0,-171 127 320 0 0,272-231-475 0 0,-130 113 39 0 0,120-102-30 0 0,0 2-1 0 0,2 0 1 0 0,1 0-1 0 0,-23 39 1 0 0,36-54-4 0 0,1 1-1 0 0,0-1 1 0 0,0 1 0 0 0,0 0-1 0 0,1-1 1 0 0,0 1-1 0 0,0 0 1 0 0,1 1 0 0 0,0-1-1 0 0,0 0 1 0 0,0 0 0 0 0,1 0-1 0 0,0 1 1 0 0,1-1 0 0 0,0 0-1 0 0,0 0 1 0 0,0 0-1 0 0,1 0 1 0 0,0 0 0 0 0,0 0-1 0 0,1 0 1 0 0,0 0 0 0 0,0-1-1 0 0,1 0 1 0 0,-1 1-1 0 0,1-1 1 0 0,1-1 0 0 0,-1 1-1 0 0,1 0 1 0 0,0-1 0 0 0,0 0-1 0 0,1 0 1 0 0,-1-1 0 0 0,1 0-1 0 0,0 0 1 0 0,0 0-1 0 0,10 4 1 0 0,5 0 1 0 0,0-1 1 0 0,0 0-1 0 0,1-2 0 0 0,0 0 1 0 0,0-2-1 0 0,0 0 0 0 0,1-2 1 0 0,22 0-1 0 0,26-5 23 0 0,83-14 0 0 0,155-40 36 0 0,-177 31-98 0 0,-130 26 25 0 0,1 1 1 0 0,0-1-1 0 0,0 1 1 0 0,0-1-1 0 0,0 1 1 0 0,0 0 0 0 0,0 0-1 0 0,0 1 1 0 0,0-1-1 0 0,5 2 1 0 0,-7-2 5 0 0,-1 0 0 0 0,1 0-1 0 0,-1 0 1 0 0,0 1 0 0 0,1-1 0 0 0,-1 0 0 0 0,1 1 0 0 0,-1-1 0 0 0,0 0 0 0 0,1 1 0 0 0,-1-1 0 0 0,0 1-1 0 0,0-1 1 0 0,1 1 0 0 0,-1-1 0 0 0,0 0 0 0 0,0 1 0 0 0,0-1 0 0 0,1 1 0 0 0,-1-1 0 0 0,0 1 0 0 0,0-1-1 0 0,0 2 1 0 0,0 0 1 0 0,0-1-1 0 0,0 1 0 0 0,-1 0 1 0 0,1 0-1 0 0,-1 0 1 0 0,1-1-1 0 0,-1 1 0 0 0,1 0 1 0 0,-3 2-1 0 0,-25 44 37 0 0,-1-1 0 0 0,-46 54 0 0 0,-12 18 36 0 0,70-94-55 0 0,2 0 0 0 0,-22 55-1 0 0,29-60 8 0 0,1 0 0 0 0,1 0-1 0 0,1 1 1 0 0,1 0 0 0 0,1 0-1 0 0,1 0 1 0 0,0 0-1 0 0,2 1 1 0 0,1-1 0 0 0,0 0-1 0 0,1 1 1 0 0,2-1 0 0 0,9 35-1 0 0,16 23 137 0 0,65 131-1 0 0,-56-134-56 0 0,46 131-1 0 0,-80-194-91 0 0,-1-1 0 0 0,0 1-1 0 0,-1 0 1 0 0,-1 0 0 0 0,1 1 0 0 0,-2 19-1 0 0,-1-25 21 0 0,0 0-1 0 0,0 0 0 0 0,-1 0 0 0 0,0 0 0 0 0,-1-1 0 0 0,1 1 0 0 0,-1 0 0 0 0,-1-1 0 0 0,0 0 0 0 0,0 0 0 0 0,-8 12 1 0 0,-2-3 43 0 0,-1 0 0 0 0,-1-1 0 0 0,0-1 0 0 0,0 0 0 0 0,-2-1 0 0 0,0-1 0 0 0,0-1 0 0 0,-22 10 0 0 0,-15 4-31 0 0,-94 29 1 0 0,141-51-48 0 0,-96 26-52 0 0,91-26-21 0 0,-1 0 0 0 0,0-1 0 0 0,0-1 0 0 0,0-1 1 0 0,-21-1-1 0 0,32 1 8 0 0,0-1-1 0 0,0 1 1 0 0,1-1 0 0 0,-1 0 0 0 0,0 0 0 0 0,1 0-1 0 0,-1 0 1 0 0,0 0 0 0 0,1 0 0 0 0,0-1 0 0 0,-1 1-1 0 0,1-1 1 0 0,0 0 0 0 0,0 0 0 0 0,0 0-1 0 0,0 0 1 0 0,0 0 0 0 0,0 0 0 0 0,0 0 0 0 0,1-1-1 0 0,-1 1 1 0 0,1-1 0 0 0,0 1 0 0 0,-2-5-1 0 0,1 2-148 0 0,1-1 0 0 0,0 1-1 0 0,0-1 1 0 0,0 0 0 0 0,0 0-1 0 0,1 0 1 0 0,0 1 0 0 0,0-1-1 0 0,1 0 1 0 0,0 0 0 0 0,1-6-1 0 0,6-22-893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3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160 304 6813 0 0,'-49'3'-57'0'0,"24"-2"167"0"0,0 1 1 0 0,-36 8 0 0 0,309-74 699 0 0,183-44 761 0 0,6 21-300 0 0,-346 72-1052 0 0,223-28 434 0 0,-302 42-685 0 0,5 0 53 0 0,-16 3-683 0 0,-8 3-897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3:59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834 15 4728 0 0,'0'-1'0'0'0,"0"0"0"0"0,0 1-1 0 0,1-1 1 0 0,-1 0-1 0 0,0 1 1 0 0,0-1-1 0 0,0 0 1 0 0,1 1-1 0 0,-1-1 1 0 0,0 0 0 0 0,1 1-1 0 0,-1-1 1 0 0,0 0-1 0 0,1 1 1 0 0,-1-1-1 0 0,1 1 1 0 0,-1-1-1 0 0,1 0 1 0 0,0 1 2 0 0,-1 0 0 0 0,0 0 0 0 0,0 0 0 0 0,0 0 0 0 0,0 0 0 0 0,0-1 0 0 0,0 1 0 0 0,0 0 0 0 0,1 0-1 0 0,-1 0 1 0 0,0 0 0 0 0,0 0 0 0 0,0 0 0 0 0,0 0 0 0 0,0 0 0 0 0,1 0 0 0 0,-1 0 0 0 0,0 0 0 0 0,0 0 0 0 0,0 0 0 0 0,0-1 0 0 0,1 1 0 0 0,-1 0 0 0 0,0 0 0 0 0,0 0 0 0 0,0 1 0 0 0,0-1 0 0 0,1 0-1 0 0,-1 0 1 0 0,0 0 0 0 0,0 0 0 0 0,0 0 0 0 0,0 0 0 0 0,1 0 0 0 0,-1 0 0 0 0,0 0 0 0 0,0 0 0 0 0,0 0 0 0 0,0 0 0 0 0,0 1 0 0 0,0-1 0 0 0,1 0 0 0 0,-1 0 0 0 0,0 0 0 0 0,0 0 0 0 0,0 0 0 0 0,0 0-1 0 0,0 1 1 0 0,0-1 0 0 0,0 0 0 0 0,0 0 0 0 0,0 0 0 0 0,0 0 0 0 0,1 1 0 0 0,-1 6 61 0 0,0 1 1 0 0,-1-1-1 0 0,0 0 0 0 0,-2 12 1 0 0,-2 9 106 0 0,-48 272 1094 0 0,45-264-1152 0 0,-77 379 1059 0 0,57-263-649 0 0,-50 157 0 0 0,-77 137-64 0 0,79-245-354 0 0,-87 209-30 0 0,150-383-75 0 0,-1 0 0 0 0,-1-2 0 0 0,-22 30 1 0 0,25-40 21 0 0,0 0 1 0 0,-1-1-1 0 0,-1-1 1 0 0,0 0-1 0 0,-1-1 1 0 0,-18 12-1 0 0,41-26-13 0 0,0 1-1 0 0,0 0 0 0 0,0 0 0 0 0,-1 0 1 0 0,13 2-1 0 0,-5-1 3 0 0,36-5-12 0 0,-1-2 1 0 0,93-26-1 0 0,-82 18-23 0 0,2283-407-374 0 0,-2275 414 413 0 0,374-52 287 0 0,-438 58 305 0 0,-7-1-197 0 0,-18-3-109 0 0,-29-3-1291 0 0,25-1-362 0 0,9 3 467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0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106 486 5268 0 0,'-16'-8'191'0'0,"0"-1"-1"0"0,1 0 0 0 0,0-1 0 0 0,-24-20 0 0 0,38 29-183 0 0,1 1-1 0 0,0 0 1 0 0,-1 0-1 0 0,1 0 0 0 0,0-1 1 0 0,0 1-1 0 0,-1 0 1 0 0,1 0-1 0 0,0-1 1 0 0,0 1-1 0 0,-1 0 0 0 0,1-1 1 0 0,0 1-1 0 0,0 0 1 0 0,0-1-1 0 0,0 1 1 0 0,0 0-1 0 0,-1-1 0 0 0,1 1 1 0 0,0 0-1 0 0,0-1 1 0 0,0 1-1 0 0,0 0 1 0 0,0-1-1 0 0,0 1 1 0 0,0 0-1 0 0,0-1 0 0 0,0 1 1 0 0,0-1-1 0 0,0 1 1 0 0,0 0-1 0 0,1-1 1 0 0,-1 1-1 0 0,0 0 0 0 0,0-1 1 0 0,0 1-1 0 0,0 0 1 0 0,1 0-1 0 0,-1-1 1 0 0,0 1-1 0 0,0 0 0 0 0,0-1 1 0 0,1 1-1 0 0,-1 0 1 0 0,0 0-1 0 0,1-1 1 0 0,-1 1-1 0 0,0 0 0 0 0,0 0 1 0 0,1 0-1 0 0,-1 0 1 0 0,0-1-1 0 0,1 1 1 0 0,-1 0-1 0 0,0 0 1 0 0,1 0-1 0 0,-1 0 0 0 0,1 0 1 0 0,-1 0-1 0 0,0 0 1 0 0,1 0-1 0 0,31-5 2 0 0,-23 4 19 0 0,974-122 117 0 0,193-9 84 0 0,-294 37-459 0 0,-533 57 565 0 0,-327 35-337 0 0,-18 2 125 0 0,-15 0 134 0 0,-27-1 461 0 0,28 1-592 0 0,0 0-1 0 0,0 1 1 0 0,-1 0-1 0 0,1 0 1 0 0,-12 3-1 0 0,19-2-103 0 0,0 0 0 0 0,0 0 0 0 0,0 0 1 0 0,-1 1-1 0 0,1-1 0 0 0,0 1 0 0 0,1-1 0 0 0,-1 1 0 0 0,0 0 0 0 0,1 0 0 0 0,-1 1 0 0 0,1-1 0 0 0,-1 0 1 0 0,1 1-1 0 0,0 0 0 0 0,0-1 0 0 0,0 1 0 0 0,0 0 0 0 0,1 0 0 0 0,-2 4 0 0 0,-2 4 39 0 0,1 1-1 0 0,0 0 1 0 0,1 0-1 0 0,1 1 1 0 0,0-1-1 0 0,0 1 1 0 0,1 16-1 0 0,8 90 282 0 0,-3-74-240 0 0,3 42 72 0 0,21 295 286 0 0,-20 2-192 0 0,-36-81-108 0 0,-21-4-104 0 0,31-198-37 0 0,-22 68 22 0 0,22-104 160 0 0,-9 69-1 0 0,25-108 83 0 0,1 43 0 0 0,2-34-273 0 0,-5-51-2542 0 0,3 6 1356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0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66 5881 0 0,'-14'-10'293'0'0,"13"9"-252"0"0,0 0-1 0 0,0 0 1 0 0,0 0-1 0 0,-1 1 1 0 0,1-1 0 0 0,0 0-1 0 0,-1 0 1 0 0,1 1-1 0 0,0-1 1 0 0,-1 1-1 0 0,1-1 1 0 0,-1 1-1 0 0,1 0 1 0 0,-1 0-1 0 0,1-1 1 0 0,-1 1 0 0 0,1 0-1 0 0,-1 0 1 0 0,1 1-1 0 0,-1-1 1 0 0,1 0-1 0 0,-1 0 1 0 0,1 1-1 0 0,-3 0 1 0 0,-9 2 186 0 0,0 1 0 0 0,0 0 0 0 0,0 0 0 0 0,1 1 0 0 0,-15 9 0 0 0,23-12-147 0 0,0 0-1 0 0,1 1 0 0 0,-1 0 1 0 0,0 0-1 0 0,1 0 0 0 0,0 0 1 0 0,-1 0-1 0 0,1 1 1 0 0,1-1-1 0 0,-1 1 0 0 0,0 0 1 0 0,1 0-1 0 0,0 0 0 0 0,0 0 1 0 0,0 0-1 0 0,0 1 1 0 0,1-1-1 0 0,-2 6 0 0 0,2-5-7 0 0,1 0-1 0 0,-1 1 1 0 0,1-1-1 0 0,0 0 1 0 0,0 1-1 0 0,0-1 1 0 0,1 0-1 0 0,-1 0 1 0 0,1 1-1 0 0,1-1 1 0 0,-1 0-1 0 0,1 0 1 0 0,0 0-1 0 0,5 9 1 0 0,-5-11-60 0 0,0 0 0 0 0,1 0 0 0 0,-1-1 1 0 0,1 1-1 0 0,0-1 0 0 0,0 1 0 0 0,0-1 1 0 0,0 0-1 0 0,0 0 0 0 0,0 0 1 0 0,1 0-1 0 0,-1-1 0 0 0,1 1 0 0 0,-1-1 1 0 0,1 0-1 0 0,0 0 0 0 0,-1 0 0 0 0,1-1 1 0 0,0 1-1 0 0,-1-1 0 0 0,8 0 0 0 0,0-1-4 0 0,1 0 0 0 0,0-1 0 0 0,0 0 0 0 0,-1-1 0 0 0,1 0 0 0 0,-1-1 0 0 0,0 0 0 0 0,0 0 0 0 0,20-13 0 0 0,-25 14-15 0 0,1-1 0 0 0,-1-1 1 0 0,0 1-1 0 0,-1-1 0 0 0,1 0 1 0 0,-1 0-1 0 0,0 0 0 0 0,0-1 1 0 0,0 0-1 0 0,-1 0 0 0 0,0 0 1 0 0,0 0-1 0 0,-1-1 0 0 0,1 1 1 0 0,-1-1-1 0 0,3-13 0 0 0,-4 13 0 0 0,-1-1 0 0 0,-1 1-1 0 0,1 0 1 0 0,-1-1 0 0 0,-1 1 0 0 0,1 0-1 0 0,-1 0 1 0 0,0-1 0 0 0,-4-9-1 0 0,4 14 2 0 0,1 0 0 0 0,-2 0 0 0 0,1 1 0 0 0,0-1 0 0 0,-1 1 0 0 0,1-1 0 0 0,-1 1 0 0 0,0 0 0 0 0,1-1 0 0 0,-1 1 0 0 0,0 0 0 0 0,0 0 0 0 0,-1 0 0 0 0,1 0 0 0 0,0 1 0 0 0,-1-1 0 0 0,1 1 0 0 0,-1-1 0 0 0,0 1 0 0 0,1 0 0 0 0,-1 0 0 0 0,0 0 0 0 0,1 0 0 0 0,-1 1 0 0 0,0-1 0 0 0,-5 0 0 0 0,-3 1-118 0 0,0 1 1 0 0,0-1-1 0 0,0 2 0 0 0,0-1 1 0 0,1 2-1 0 0,-1-1 0 0 0,1 1 0 0 0,-1 1 1 0 0,1 0-1 0 0,0 0 0 0 0,1 1 1 0 0,-1 1-1 0 0,1-1 0 0 0,0 2 1 0 0,0-1-1 0 0,1 1 0 0 0,-1 0 1 0 0,2 1-1 0 0,-1 0 0 0 0,1 0 1 0 0,0 1-1 0 0,1-1 0 0 0,0 2 0 0 0,-6 10 1 0 0,1 2-967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1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505 102 5360 0 0,'-1'0'4'0'0,"0"-1"0"0"0,-1 1 0 0 0,1-1-1 0 0,0 0 1 0 0,-1 0 0 0 0,1 1 0 0 0,0-1-1 0 0,0 0 1 0 0,0 0 0 0 0,-1 0 0 0 0,1 0-1 0 0,-1-3 1 0 0,5-4 87 0 0,0-1 38 0 0,-4 8-118 0 0,1 0 0 0 0,-1 0 1 0 0,1 0-1 0 0,-1 0 0 0 0,0 1 0 0 0,1-1 0 0 0,-1 0 0 0 0,0 0 0 0 0,0 0 0 0 0,0 1 0 0 0,1-1 0 0 0,-1 0 0 0 0,0 1 0 0 0,0-1 0 0 0,-1 0 1 0 0,-95-53 1463 0 0,89 51-1278 0 0,6 1 101 0 0,2 4 23 0 0,9 14 116 0 0,-3 19 168 0 0,2 46 1 0 0,-5-49-360 0 0,34 529 933 0 0,-37-431-1165 0 0,-4 1-1 0 0,-30 171 0 0 0,8-168 39 0 0,-7-2-1 0 0,-51 134 1 0 0,-134 242 93 0 0,211-494-135 0 0,1-3 11 0 0,0 1 0 0 0,1-1 0 0 0,1 1 0 0 0,-5 18 0 0 0,12-27 36 0 0,5-5-40 0 0,13-8-36 0 0,-17 7 16 0 0,66-29-96 0 0,1 2-1 0 0,2 3 1 0 0,0 4 0 0 0,123-22 0 0 0,311-20 144 0 0,-307 46 5 0 0,85-20 58 0 0,-31 5 517 0 0,-242 33-526 0 0,4 0 76 0 0,-16 1-157 0 0,1 0 0 0 0,-1 0 1 0 0,0 0-1 0 0,0 0 0 0 0,0 0 1 0 0,1 0-1 0 0,-1 0 0 0 0,0 0 0 0 0,0 0 1 0 0,0 0-1 0 0,1 0 0 0 0,-1 0 0 0 0,0 0 1 0 0,0 0-1 0 0,0 0 0 0 0,1 0 0 0 0,-1-1 1 0 0,0 1-1 0 0,0 0 0 0 0,0 0 1 0 0,0 0-1 0 0,1 0 0 0 0,-1 0 0 0 0,0 0 1 0 0,0 0-1 0 0,0-1 0 0 0,0 1 0 0 0,0 0 1 0 0,1 0-1 0 0,-1 0 0 0 0,0 0 1 0 0,0-1-1 0 0,0 1 0 0 0,0 0 0 0 0,0 0 1 0 0,0 0-1 0 0,0-1 0 0 0,0 1 0 0 0,0 0 1 0 0,0 0-1 0 0,0-1 0 0 0,-5-11 37 0 0,-1 0 1 0 0,2-1-1 0 0,0 0 0 0 0,0 0 1 0 0,1 0-1 0 0,1 0 0 0 0,-1-21 0 0 0,4-98-192 0 0,0 115 150 0 0,9-190-49 0 0,28-511-322 0 0,35 2 103 0 0,-72 709 254 0 0,2-6-8 0 0,-2-1 0 0 0,1 0-1 0 0,-2 0 1 0 0,-2-24-1 0 0,2 35 9 0 0,0 0-1 0 0,-1 0 1 0 0,1 0-1 0 0,-1 1 1 0 0,0-1-1 0 0,0 0 1 0 0,0 1-1 0 0,0-1 1 0 0,-1 1-1 0 0,1-1 1 0 0,0 1-1 0 0,-1-1 1 0 0,0 1-1 0 0,0 0 0 0 0,0 0 1 0 0,0 0-1 0 0,0 0 1 0 0,0 0-1 0 0,0 0 1 0 0,0 1-1 0 0,-1-1 1 0 0,1 1-1 0 0,-1 0 1 0 0,1-1-1 0 0,-1 1 1 0 0,0 0-1 0 0,1 1 1 0 0,-1-1-1 0 0,-5-1 0 0 0,-42-2-12 0 0,-1 1-1 0 0,-102 9 1 0 0,105-3 7 0 0,-27 1-2 0 0,-446 39-194 0 0,475-37-190 0 0,0 3 0 0 0,-83 27 0 0 0,103-26-137 0 0,0 1 0 0 0,0 1-1 0 0,1 1 1 0 0,0 2 0 0 0,-43 33-1 0 0,58-39 112 0 0,-1 1 0 0 0,1 0 0 0 0,-10 15 0 0 0,0 3-556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2.4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53 5481 0 0,'0'-13'16'0'0,"1"9"213"0"0,-1 1 0 0 0,1 0-1 0 0,-1 0 1 0 0,0-1-1 0 0,-1 1 1 0 0,1 0-1 0 0,-2-6 1 0 0,2 9-187 0 0,0-1 1 0 0,0 1-1 0 0,-1-1 1 0 0,1 1-1 0 0,0-1 0 0 0,0 1 1 0 0,-1 0-1 0 0,1-1 1 0 0,0 1-1 0 0,-1 0 0 0 0,1-1 1 0 0,-1 1-1 0 0,1 0 1 0 0,0-1-1 0 0,-1 1 0 0 0,1 0 1 0 0,-1 0-1 0 0,1-1 1 0 0,-1 1-1 0 0,1 0 0 0 0,-2 0 1 0 0,1 0-17 0 0,-1-1 0 0 0,1 2 1 0 0,-1-1-1 0 0,1 0 0 0 0,0 0 0 0 0,-1 0 1 0 0,1 1-1 0 0,-1-1 0 0 0,1 1 1 0 0,0-1-1 0 0,-3 2 0 0 0,1 0 44 0 0,-1 0 1 0 0,0 1-1 0 0,1 0 0 0 0,-1 0 1 0 0,1 0-1 0 0,0 0 0 0 0,0 1 1 0 0,0-1-1 0 0,1 1 0 0 0,-1-1 1 0 0,1 1-1 0 0,0 0 0 0 0,0 0 0 0 0,0 0 1 0 0,0 0-1 0 0,-1 7 0 0 0,-1 3 106 0 0,1-1-1 0 0,0 1 1 0 0,1-1-1 0 0,-1 16 1 0 0,3-18-92 0 0,1-1-1 0 0,-1 1 1 0 0,2 0-1 0 0,-1-1 1 0 0,1 1 0 0 0,1-1-1 0 0,0 0 1 0 0,1 0 0 0 0,0 0-1 0 0,0 0 1 0 0,11 17-1 0 0,-12-23-65 0 0,-1-1 0 0 0,0 1 0 0 0,1-1 0 0 0,0 0 1 0 0,0 0-1 0 0,0 0 0 0 0,0 0 0 0 0,1 0 0 0 0,-1-1 0 0 0,1 1 0 0 0,-1-1 0 0 0,1 0 0 0 0,0 0 0 0 0,0 0 0 0 0,0-1 0 0 0,0 0 0 0 0,0 1 0 0 0,0-1 0 0 0,0-1 0 0 0,1 1 0 0 0,-1 0 0 0 0,0-1 0 0 0,0 0 0 0 0,1 0 0 0 0,-1 0 0 0 0,0-1 0 0 0,0 0 0 0 0,1 1 0 0 0,-1-1 0 0 0,0-1 0 0 0,0 1 0 0 0,4-3 0 0 0,-2 2-37 0 0,-2-1-1 0 0,1 1 1 0 0,0-1 0 0 0,0 0-1 0 0,-1-1 1 0 0,0 1 0 0 0,1-1-1 0 0,-1 0 1 0 0,-1 0 0 0 0,1 0-1 0 0,-1-1 1 0 0,1 1 0 0 0,-1-1-1 0 0,0 0 1 0 0,-1 0 0 0 0,3-6-1 0 0,-2 3-19 0 0,0 0-1 0 0,-1 0 1 0 0,0-1-1 0 0,0 1 1 0 0,-1-1-1 0 0,0 1 0 0 0,-1-1 1 0 0,0 1-1 0 0,0-1 1 0 0,-2-10-1 0 0,0 11-14 0 0,1 0 0 0 0,-1 1 0 0 0,0-1 0 0 0,-1 1 0 0 0,0-1-1 0 0,0 1 1 0 0,0 0 0 0 0,-1 0 0 0 0,0 1 0 0 0,-1-1 0 0 0,-5-6 0 0 0,7 9 0 0 0,-1 0-1 0 0,0 1 1 0 0,0 0 0 0 0,0 0 0 0 0,0 0 0 0 0,0 0 0 0 0,-1 0 0 0 0,1 1 0 0 0,-1 0 0 0 0,0 0 0 0 0,1 0 0 0 0,-1 0 0 0 0,0 1 0 0 0,0 0 0 0 0,0 0 0 0 0,0 0 0 0 0,-9 1 0 0 0,8 0-62 0 0,1 0-1 0 0,0 1 1 0 0,-1 0 0 0 0,1 0-1 0 0,0 1 1 0 0,0-1 0 0 0,0 1-1 0 0,0 0 1 0 0,0 1 0 0 0,1-1-1 0 0,-6 5 1 0 0,2-2-176 0 0,0 1 0 0 0,1 0 0 0 0,0 1 0 0 0,0-1 0 0 0,-8 12 0 0 0,-1 5-526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03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117 224 5024 0 0,'-23'2'339'0'0,"-1"0"-1"0"0,-46-5 0 0 0,139-10 825 0 0,511-90-1376 0 0,-363 60 578 0 0,-97 18-80 0 0,72-12 94 0 0,-178 34 136 0 0,-24 3-78 0 0,-25 4-154 0 0,33-3-354 0 0,0-1 1 0 0,0 0 0 0 0,0 1-1 0 0,0-1 1 0 0,0 1 0 0 0,0 0-1 0 0,0 0 1 0 0,0 0 0 0 0,0 0-1 0 0,0 0 1 0 0,0 0 0 0 0,0 0-1 0 0,0 0 1 0 0,1 1-1 0 0,-1-1 1 0 0,-2 4 0 0 0,5 2-1822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8.7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29 109 6845 0 0,'-1'1'21'0'0,"0"-1"0"0"0,0 0 0 0 0,0-1 1 0 0,0 1-1 0 0,0 0 0 0 0,0 0 0 0 0,0 0 1 0 0,0 0-1 0 0,1-1 0 0 0,-1 1 1 0 0,0-1-1 0 0,0 1 0 0 0,0 0 0 0 0,0-1 1 0 0,1 1-1 0 0,-2-2 0 0 0,-10-3 2731 0 0,38-6-2704 0 0,77-30-92 0 0,-58 26-50 0 0,-19 7 38 0 0,5-1-131 0 0,34-4-1 0 0,-60 12-198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9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 0 4936 0 0,'0'0'300'0'0,"-64"60"1453"0"0,117-56-1741 0 0,130-34-88 0 0,-151 17-132 0 0,0 4 16 0 0,-8 0-320 0 0,-1 6 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19.4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77 6001 0 0,'0'0'9'0'0,"1"-1"1"0"0,-1 0 0 0 0,0 0-1 0 0,0 0 1 0 0,1 0 0 0 0,-1 0-1 0 0,1 0 1 0 0,-1 0 0 0 0,1 1-1 0 0,-1-1 1 0 0,1 0 0 0 0,-1 0-1 0 0,1 1 1 0 0,0-1 0 0 0,-1 0-1 0 0,1 1 1 0 0,0-1 0 0 0,0 1-1 0 0,-1-1 1 0 0,1 1 0 0 0,0-1-1 0 0,0 1 1 0 0,0-1 0 0 0,0 1-1 0 0,0 0 1 0 0,1-1 0 0 0,31-6 191 0 0,-24 5-113 0 0,77-18 276 0 0,-56 12-491 0 0,0 1 0 0 0,0 1 0 0 0,51-2 0 0 0,-69 9-281 0 0,-1 3-175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1.7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63 5176 0 0,'-32'21'3998'0'0,"39"-25"-3867"0"0,32-13-491 0 0,1 1 1 0 0,1 1-1 0 0,51-10 1 0 0,-71 20-334 0 0,-18 4 28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55 4576 0 0,'0'0'2149'0'0,"14"2"-2073"0"0,0 0-64 0 0,-1 0 1 0 0,0-1 0 0 0,1 0 0 0 0,-1-1-1 0 0,1-1 1 0 0,-1 0 0 0 0,17-4 0 0 0,34-14-23 0 0,-35 9-182 0 0,1 2 0 0 0,61-9 0 0 0,-88 16 28 0 0,1 1 0 0 0,0 0 0 0 0,0 0 0 0 0,-1 0 0 0 0,1 1 0 0 0,0-1 0 0 0,4 2 0 0 0,-1 2-429 0 0</inkml:trace>
  <inkml:trace contextRef="#ctx0" brushRef="#br0" timeOffset="1">1 322 4164 0 0,'3'-2'109'0'0,"0"0"0"0"0,1 0 0 0 0,-1 0-1 0 0,1 0 1 0 0,0 1 0 0 0,0 0 0 0 0,7-2-1 0 0,-5 1 90 0 0,20-6 482 0 0,51-7 0 0 0,3-1-413 0 0,51-19-717 0 0,-116 33 66 0 0,-2 1-197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4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32 6125 0 0,'82'-20'716'0'0,"-47"15"-816"0"0,64 0-1 0 0,-54 3-776 0 0,-31 2 254 0 0</inkml:trace>
  <inkml:trace contextRef="#ctx0" brushRef="#br0" timeOffset="1">3 341 5328 0 0,'-2'3'128'0'0,"8"-9"41"0"0,7 5 71 0 0,-4-2-148 0 0,4 6 184 0 0,4-7-140 0 0,7 4 156 0 0,-1-9-136 0 0,12 2 20 0 0,-1-7-188 0 0,7 0 76 0 0,2-4-20 0 0,2-5-40 0 0,-2 3-156 0 0,2-7-128 0 0,2-2-40 0 0,-4-3-340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2.7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 6065 0 0,'0'1'300'0'0,"4"-11"-220"0"0,11 6 4 0 0,-6 0-20 0 0,6 0 140 0 0,2 1-264 0 0,0-5 72 0 0,9 0-356 0 0,0 1-20 0 0,4 0-88 0 0,0-2-101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3.0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62 5633 0 0,'-2'8'72'0'0,"-5"-8"28"0"0,16-4 12 0 0,-9 6 56 0 0,4-4-148 0 0,11 4 204 0 0,-4-4-196 0 0,8 2 188 0 0,-2-4-268 0 0,9 0 172 0 0,2 2-224 0 0,0-6 108 0 0,4-2-56 0 0,-2-1-156 0 0,5 2 92 0 0,-5-2-352 0 0,4 5 59 0 0</inkml:trace>
  <inkml:trace contextRef="#ctx0" brushRef="#br0" timeOffset="1">67 406 6657 0 0,'8'3'276'0'0,"5"-7"-184"0"0,7-3 16 0 0,-5 3-4 0 0,2 0 8 0 0,6-7-16 0 0,3 6 8 0 0,-2-5 0 0 0,8 1-272 0 0,0-2 176 0 0,0 2-56 0 0,3-1-40 0 0,-5 1-100 0 0,6 2 68 0 0,-8-3-156 0 0,0 3-160 0 0,-6 4-192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4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6 807 8629 0 0,'-4'-5'-230'0'0,"5"3"189"0"0,0-2-50 0 0,-5 7-29 0 0,5 0 97 0 0,-1-1 0 0 0,1 1 0 0 0,0-1 1 0 0,0 1-1 0 0,0-1 0 0 0,0 0 0 0 0,0 0 1 0 0,1 1-1 0 0,-1-1 0 0 0,4 3 0 0 0,4 11 14 0 0,70 182 503 0 0,-62-152-334 0 0,5 8-9 0 0,1-1 0 0 0,3-2 0 0 0,3 0 0 0 0,1-1 0 0 0,3-2 0 0 0,1-2-1 0 0,3-1 1 0 0,2-1 0 0 0,1-3 0 0 0,2-1 0 0 0,2-2 0 0 0,2-2-1 0 0,1-2 1 0 0,1-2 0 0 0,2-2 0 0 0,1-3 0 0 0,1-1 0 0 0,1-3 0 0 0,89 25-1 0 0,-35-22-32 0 0,1-5 1 0 0,211 15-1 0 0,227-34 147 0 0,830-117-63 0 0,-8-84-312 0 0,-1350 197 109 0 0,1510-241-190 0 0,-911 150 92 0 0,1492-241-440 0 0,-849 90-143 0 0,-668 126 333 0 0,-403 81 226 0 0,727-147-218 0 0,-7-35-419 0 0,-819 196 531 0 0,-4 1-546 0 0,-2-3 0 0 0,106-47 0 0 0,-188 71 732 0 0,2 0-87 0 0,1-1 1 0 0,-1 0-1 0 0,0 0 0 0 0,0 0 1 0 0,-1 0-1 0 0,1-1 0 0 0,0 1 1 0 0,-1-1-1 0 0,1 0 0 0 0,-1 0 0 0 0,0 0 1 0 0,0-1-1 0 0,0 1 0 0 0,-1-1 1 0 0,3-3-1 0 0,2-5-599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5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89 4340 0 0,'-15'-21'81'0'0,"-18"-22"577"0"0,32 43-625 0 0,1-1 0 0 0,-1 1 0 0 0,1 0 0 0 0,0-1 0 0 0,-1 1 0 0 0,1 0 0 0 0,0-1-1 0 0,-1 1 1 0 0,1 0 0 0 0,0-1 0 0 0,-1 1 0 0 0,1-1 0 0 0,0 1 0 0 0,0-1 0 0 0,-1 1 0 0 0,1-1 0 0 0,0 1 0 0 0,0-1-1 0 0,0 1 1 0 0,0-1 0 0 0,0 1 0 0 0,0-1 0 0 0,0 1 0 0 0,0-1 0 0 0,0 1 0 0 0,0-1 0 0 0,0 1 0 0 0,0-1 0 0 0,0 1-1 0 0,0-1 1 0 0,0 1 0 0 0,1-2 0 0 0,0 2 11 0 0,0-1-1 0 0,-1 0 1 0 0,1 1 0 0 0,0-1-1 0 0,0 0 1 0 0,0 1-1 0 0,1-1 1 0 0,-1 1 0 0 0,0 0-1 0 0,0-1 1 0 0,0 1-1 0 0,0 0 1 0 0,2-1-1 0 0,3 1 97 0 0,-1-1 0 0 0,1 1 0 0 0,-1 0 0 0 0,1 0 0 0 0,9 2 0 0 0,-2 3 105 0 0,-1 0 0 0 0,0 0 0 0 0,0 1 0 0 0,0 1 0 0 0,17 12-1 0 0,56 50 508 0 0,-51-40-598 0 0,44 31 45 0 0,-48-39-177 0 0,-1 2-1 0 0,0 1 1 0 0,-2 1-1 0 0,34 41 1 0 0,-57-61-21 0 0,0 0 1 0 0,-1 1-1 0 0,1-1 1 0 0,-1 1-1 0 0,0 0 1 0 0,-1 0-1 0 0,1 0 1 0 0,-1 1-1 0 0,-1-1 1 0 0,1 0-1 0 0,-1 1 0 0 0,0-1 1 0 0,0 1-1 0 0,-1-1 1 0 0,0 1-1 0 0,0 0 1 0 0,-1-1-1 0 0,0 1 1 0 0,0-1-1 0 0,0 1 1 0 0,-1-1-1 0 0,0 0 1 0 0,-4 11-1 0 0,-1-4-36 0 0,0 0-1 0 0,-1-1 1 0 0,-1 0-1 0 0,1 0 1 0 0,-2-1-1 0 0,0 0 1 0 0,0 0-1 0 0,-1-1 1 0 0,-19 13 0 0 0,-30 17-1257 0 0,-124 63 1 0 0,93-56-189 0 0,55-28 665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6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229 324 7325 0 0,'-2'-3'33'0'0,"1"0"1"0"0,0 0 0 0 0,0-1-1 0 0,1 1 1 0 0,-1-1 0 0 0,1 1-1 0 0,-1 0 1 0 0,1-1 0 0 0,0 1 0 0 0,0-1-1 0 0,1 1 1 0 0,-1-1 0 0 0,1 1-1 0 0,0 0 1 0 0,0-1 0 0 0,2-5-1 0 0,-3 8-21 0 0,1 1 0 0 0,-1 0-1 0 0,0 0 1 0 0,0-1-1 0 0,0 1 1 0 0,0 0-1 0 0,1-1 1 0 0,-1 1 0 0 0,0 0-1 0 0,0 0 1 0 0,1-1-1 0 0,-1 1 1 0 0,0 0 0 0 0,0 0-1 0 0,1 0 1 0 0,-1-1-1 0 0,0 1 1 0 0,1 0-1 0 0,-1 0 1 0 0,0 0 0 0 0,1 0-1 0 0,-1 0 1 0 0,0 0-1 0 0,1-1 1 0 0,-1 1 0 0 0,0 0-1 0 0,1 0 1 0 0,-1 0-1 0 0,0 0 1 0 0,1 0 0 0 0,-1 1-1 0 0,1-1 1 0 0,-1 0-1 0 0,0 0 1 0 0,1 0-1 0 0,-1 0 1 0 0,0 0 0 0 0,1 0-1 0 0,-1 0 1 0 0,0 1-1 0 0,0-1 1 0 0,1 0 0 0 0,-1 0-1 0 0,0 0 1 0 0,1 1-1 0 0,-1-1 1 0 0,0 0-1 0 0,0 0 1 0 0,0 1 0 0 0,1-1-1 0 0,-1 1 1 0 0,13 15 218 0 0,2 11-164 0 0,-1 0 0 0 0,-2 1-1 0 0,0 1 1 0 0,-3 0 0 0 0,0 0 0 0 0,-1 1 0 0 0,-2 0-1 0 0,-1 1 1 0 0,-2-1 0 0 0,0 32 0 0 0,-5 22-31 0 0,-3-1 0 0 0,-23 121 1 0 0,-115 356 52 0 0,63-288-38 0 0,49-165-27 0 0,12-44-17 0 0,2 1 0 0 0,-9 68 1 0 0,25-127-11 0 0,1 0 0 0 0,-1 0 0 0 0,1 0 0 0 0,0-1 0 0 0,0 1 0 0 0,1 0 0 0 0,0 0 0 0 0,-1-1 1 0 0,2 1-1 0 0,-1 0 0 0 0,0-1 0 0 0,1 1 0 0 0,2 4 0 0 0,-1-6-6 0 0,-1 0 0 0 0,0 0 0 0 0,0-1 0 0 0,1 1 0 0 0,-1-1 0 0 0,1 0 0 0 0,0 0 0 0 0,0 0 0 0 0,0 0 0 0 0,0 0 0 0 0,0-1 0 0 0,0 1 0 0 0,0-1 0 0 0,0 0 0 0 0,1 0 0 0 0,-1 0 0 0 0,0 0 0 0 0,7 0 0 0 0,27 2-89 0 0,-1-2 0 0 0,1-2 0 0 0,37-4 0 0 0,-22 1 31 0 0,735-32-56 0 0,-80 26 365 0 0,367-13 1170 0 0,-855 16-973 0 0,-47 3-90 0 0,195-29 1 0 0,-361 33-322 0 0,-1-1 1 0 0,1 0 0 0 0,-1-1-1 0 0,0 1 1 0 0,1-1-1 0 0,-1 0 1 0 0,0 0 0 0 0,0-1-1 0 0,7-4 1 0 0,-11 6-15 0 0,0 0 0 0 0,0 0 0 0 0,0 0 0 0 0,0 0 0 0 0,0 0 0 0 0,0 0 0 0 0,-1 0 0 0 0,1-1 0 0 0,0 1 0 0 0,-1 0 0 0 0,1 0 0 0 0,-1-1 0 0 0,1 1 0 0 0,-1 0 0 0 0,1-1 0 0 0,-1-1 0 0 0,0 1 1 0 0,0-1 0 0 0,0 1 1 0 0,0-1-1 0 0,-1 1 0 0 0,1 0 0 0 0,-1-1 1 0 0,0 1-1 0 0,1-1 0 0 0,-1 1 1 0 0,0 0-1 0 0,0 0 0 0 0,-2-3 0 0 0,-107-159 73 0 0,72 111-145 0 0,-40-70 1 0 0,58 81 10 0 0,1-1 1 0 0,2-1 0 0 0,1 0-1 0 0,3-1 1 0 0,2-1 0 0 0,2 1-1 0 0,2-2 1 0 0,1 1-1 0 0,3-84 1 0 0,7 52 12 0 0,4 1 0 0 0,3 0 0 0 0,3 1 0 0 0,4 0 0 0 0,31-81 0 0 0,-18 73 31 0 0,4 1-1 0 0,4 2 1 0 0,4 2 0 0 0,95-136 0 0 0,-121 192 4 0 0,44-66 92 0 0,-60 89-88 0 0,-1-1 1 0 0,1 0 0 0 0,-1 0-1 0 0,1 1 1 0 0,-1-1 0 0 0,1 0-1 0 0,-1 1 1 0 0,0-1 0 0 0,1 0-1 0 0,-1 0 1 0 0,0 0-1 0 0,0 0 1 0 0,0 1 0 0 0,1-1-1 0 0,-1 0 1 0 0,0 0 0 0 0,0 0-1 0 0,0 0 1 0 0,0 1 0 0 0,-1-1-1 0 0,1 0 1 0 0,0 0 0 0 0,0 0-1 0 0,0 0 1 0 0,-1 1 0 0 0,1-1-1 0 0,0 0 1 0 0,-1 0-1 0 0,1 1 1 0 0,-1-1 0 0 0,1 0-1 0 0,-1 1 1 0 0,1-1 0 0 0,-1 0-1 0 0,1 1 1 0 0,-1-1 0 0 0,0 1-1 0 0,1-1 1 0 0,-1 1 0 0 0,0-1-1 0 0,1 1 1 0 0,-1-1-1 0 0,0 1 1 0 0,0 0 0 0 0,0-1-1 0 0,1 1 1 0 0,-3 0 0 0 0,-4-2 5 0 0,-1 0 0 0 0,0 1 0 0 0,1 0 0 0 0,-12 0 0 0 0,11 1-11 0 0,-112-2-83 0 0,-144 18 0 0 0,185-9 69 0 0,-1066 82-1308 0 0,659-41 422 0 0,5 32 273 0 0,252-23 75 0 0,181-43 144 0 0,1 3 0 0 0,-74 37 0 0 0,72-24-254 0 0,6 4-146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6.7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853 369 3784 0 0,'0'-1'7'0'0,"1"0"-1"0"0,-1 1 0 0 0,1-1 0 0 0,-1 0 1 0 0,1 0-1 0 0,-1 1 0 0 0,1-1 0 0 0,-1 0 1 0 0,0 0-1 0 0,1 0 0 0 0,-1 0 0 0 0,0 1 1 0 0,0-1-1 0 0,0 0 0 0 0,0 0 0 0 0,1-1 1 0 0,3-14 154 0 0,3 8 220 0 0,-1 0 0 0 0,1 1 0 0 0,0 0 0 0 0,14-11 0 0 0,-20 16 270 0 0,-6 1-283 0 0,-6 3-33 0 0,-23 23 183 0 0,1 0 0 0 0,-55 57 0 0 0,9-8-288 0 0,-84 87-75 0 0,103-98-169 0 0,-83 68-1 0 0,107-103 4 0 0,-2-3 0 0 0,0 0 0 0 0,-1-3 0 0 0,-2-1 0 0 0,-44 16 1 0 0,68-29 54 0 0,16-4-1 0 0,11-2-23 0 0,665 36 80 0 0,2-39-178 0 0,-258-2 119 0 0,-389 3-23 0 0,46 1 102 0 0,1-4 0 0 0,77-13 0 0 0,-154 16-120 0 0,36-10 266 0 0,-35 10-257 0 0,0 0 1 0 0,0 0-1 0 0,-1 0 1 0 0,1-1 0 0 0,0 1-1 0 0,-1 0 1 0 0,1-1 0 0 0,0 1-1 0 0,-1 0 1 0 0,1-1 0 0 0,0 1-1 0 0,-1-1 1 0 0,1 1-1 0 0,-1-1 1 0 0,1 1 0 0 0,-1-1-1 0 0,1 1 1 0 0,-1-1 0 0 0,0 1-1 0 0,1-1 1 0 0,-1 0-1 0 0,0 1 1 0 0,1-1 0 0 0,-1 0-1 0 0,0 1 1 0 0,0-1 0 0 0,1 0-1 0 0,-1 0 1 0 0,0 1 0 0 0,0-1-1 0 0,0 0 1 0 0,0 0-1 0 0,0 1 1 0 0,0-1 0 0 0,0 0-1 0 0,0 1 1 0 0,0-1 0 0 0,-1 0-1 0 0,1 0 1 0 0,0 1-1 0 0,0-1 1 0 0,-1 0 0 0 0,1 1-1 0 0,0-1 1 0 0,-1 0 0 0 0,0 0-1 0 0,-14-16 14 0 0,0 1 0 0 0,-2 1-1 0 0,0 0 1 0 0,-1 1-1 0 0,-35-21 1 0 0,-1-2-55 0 0,-96-80-14 0 0,123 94 43 0 0,2-2 0 0 0,0-1 0 0 0,-28-40 0 0 0,23 22-4 0 0,2-1 1 0 0,2-1 0 0 0,2-1 0 0 0,2-2 0 0 0,3 0 0 0 0,1-1-1 0 0,-17-83 1 0 0,27 99-15 0 0,5 26 24 0 0,1 0-1 0 0,0 0 0 0 0,0 0 0 0 0,1 0 1 0 0,0-1-1 0 0,0 1 0 0 0,1 0 0 0 0,0-1 0 0 0,2-11 1 0 0,-2 20-4 0 0,1 0 1 0 0,-1-1 0 0 0,0 1 0 0 0,0 0 0 0 0,1 0-1 0 0,-1-1 1 0 0,0 1 0 0 0,1 0 0 0 0,-1 0-1 0 0,0-1 1 0 0,1 1 0 0 0,-1 0 0 0 0,0 0-1 0 0,1 0 1 0 0,-1 0 0 0 0,0-1 0 0 0,1 1 0 0 0,-1 0-1 0 0,0 0 1 0 0,1 0 0 0 0,-1 0 0 0 0,1 0-1 0 0,-1 0 1 0 0,0 0 0 0 0,1 0 0 0 0,-1 0 0 0 0,0 0-1 0 0,1 0 1 0 0,-1 0 0 0 0,1 1 0 0 0,-1-1-1 0 0,0 0 1 0 0,1 0 0 0 0,-1 0 0 0 0,0 0 0 0 0,1 1-1 0 0,-1-1 1 0 0,0 0 0 0 0,1 1 0 0 0,14 8-33 0 0,55 54-2044 0 0,-57-49 1253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7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1 128 6001 0 0,'0'-22'1640'0'0,"0"21"-1616"0"0,0-1 0 0 0,1 0 0 0 0,-1 1 0 0 0,1-1 0 0 0,-1 1-1 0 0,1-1 1 0 0,0 1 0 0 0,-1-1 0 0 0,1 1 0 0 0,0-1 0 0 0,0 1 0 0 0,0 0 0 0 0,0 0 0 0 0,0-1 0 0 0,1 1 0 0 0,-1 0 0 0 0,0 0 0 0 0,0 0 0 0 0,1 0 0 0 0,-1 0 0 0 0,1 1 0 0 0,-1-1 0 0 0,1 0 0 0 0,-1 1 0 0 0,1-1 0 0 0,1 0 0 0 0,8-3-46 0 0,1 1 0 0 0,19-3 0 0 0,-18 4 46 0 0,299-51-1945 0 0,-265 47 1193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8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25 5601 0 0,'-15'9'116'0'0,"11"-5"16"0"0,2-8 28 0 0,4 4-160 0 0,4 4 132 0 0,1-7 28 0 0,10 6-156 0 0,0-6 152 0 0,7 2-264 0 0,2 0 124 0 0,4-1-164 0 0,6-3 284 0 0,5 2-300 0 0,2-2 28 0 0,0 0 68 0 0,4 1-300 0 0,-6 0 19 0 0,0 0-311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28.6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116 70 4548 0 0,'-4'3'68'0'0,"8"-6"20"0"0,2-5 28 0 0,5 6 8 0 0,-2-2 20 0 0,8 0-12 0 0,7-3 4 0 0,-1 2-3 0 0,5 1-73 0 0,0-2 0 0 0,4 1-40 0 0,0-1-24 0 0,3 2-20 0 0,-3 0-40 0 0,-2 2-81 0 0,0-2-87 0 0,-2 0-116 0 0,-2 4-172 0 0</inkml:trace>
  <inkml:trace contextRef="#ctx0" brushRef="#br0" timeOffset="1">13 509 8729 0 0,'-6'4'-152'0'0,"1"6"76"0"0,3-18 28 0 0,9 8-8 0 0,3 0-8 0 0,3 2 8 0 0,0-3-20 0 0,13 1 16 0 0,2-3 144 0 0,8-1-80 0 0,7 0-52 0 0,-2 0-100 0 0,4-1-44 0 0,2-2-132 0 0,5 0 20 0 0,-5 1-184 0 0,2 0-176 0 0,-3-2-157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1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934 141 6689 0 0,'6'-20'-62'0'0,"1"-4"159"0"0,-7 23-88 0 0,-1 0 0 0 0,1 0 1 0 0,0 1-1 0 0,0-1 0 0 0,0 0 1 0 0,-1 0-1 0 0,1 0 0 0 0,-1 0 1 0 0,1 0-1 0 0,0 0 0 0 0,-1 0 0 0 0,1 1 1 0 0,-1-1-1 0 0,0 0 0 0 0,1 0 1 0 0,-1 1-1 0 0,0-1 0 0 0,1 0 1 0 0,-1 1-1 0 0,0-1 0 0 0,0 1 1 0 0,0-1-1 0 0,1 1 0 0 0,-2-1 1 0 0,-5-3 26 0 0,-1 0 0 0 0,1 1 0 0 0,0 0 0 0 0,-1 0 0 0 0,0 1 0 0 0,0 0 0 0 0,0 1 0 0 0,1-1 0 0 0,-1 1 0 0 0,-1 1 0 0 0,-12 0 0 0 0,-27 2 263 0 0,0 3-1 0 0,0 2 1 0 0,0 1 0 0 0,-85 28-1 0 0,24 1-4 0 0,-37 14-40 0 0,123-41-207 0 0,0 0 1 0 0,1 2-1 0 0,1 1 0 0 0,-39 29 0 0 0,51-34-27 0 0,0-1 1 0 0,1 1-1 0 0,0 1 0 0 0,0 0 0 0 0,1 0 1 0 0,0 0-1 0 0,1 1 0 0 0,0 0 1 0 0,0 0-1 0 0,1 1 0 0 0,0 0 0 0 0,-5 18 1 0 0,9-24-4 0 0,0-1 0 0 0,0 1 1 0 0,1-1-1 0 0,-1 1 0 0 0,1 0 1 0 0,0-1-1 0 0,0 1 0 0 0,1-1 1 0 0,-1 1-1 0 0,1-1 0 0 0,0 1 1 0 0,0-1-1 0 0,1 1 1 0 0,-1-1-1 0 0,1 0 0 0 0,0 1 1 0 0,0-1-1 0 0,0 0 0 0 0,1-1 1 0 0,-1 1-1 0 0,1 0 0 0 0,0-1 1 0 0,0 1-1 0 0,1-1 0 0 0,4 4 1 0 0,1 0 37 0 0,1-1 0 0 0,0 0-1 0 0,0-1 1 0 0,1 0 0 0 0,-1 0 0 0 0,1-1 0 0 0,0-1 0 0 0,1 0 0 0 0,10 2 0 0 0,31 3 96 0 0,0-2 1 0 0,1-2-1 0 0,103-7 0 0 0,160-38-125 0 0,268-80-69 0 0,-18-64 73 0 0,-558 182-30 0 0,86-40 23 0 0,-86 38-20 0 0,-1 0 1 0 0,1-1 0 0 0,-1 1 0 0 0,0-2 0 0 0,-1 1 0 0 0,0-1-1 0 0,0 0 1 0 0,7-9 0 0 0,-12 14-4 0 0,-1 0-1 0 0,0 0 1 0 0,0 0-1 0 0,0 0 1 0 0,0 0 0 0 0,0 0-1 0 0,0 0 1 0 0,0 0-1 0 0,-1 0 1 0 0,1 0 0 0 0,-1-1-1 0 0,1 1 1 0 0,-1 0-1 0 0,0 0 1 0 0,0-1-1 0 0,0 1 1 0 0,0 0 0 0 0,0 0-1 0 0,-1-4 1 0 0,0 3-7 0 0,-1 0 1 0 0,1 0 0 0 0,-1 0-1 0 0,1 1 1 0 0,-1-1 0 0 0,0 1-1 0 0,0-1 1 0 0,0 1 0 0 0,0 0-1 0 0,0-1 1 0 0,0 1 0 0 0,-5-3-1 0 0,-3-1-40 0 0,1 1 1 0 0,-2-1-1 0 0,1 1 0 0 0,0 1 1 0 0,-1 0-1 0 0,-19-4 0 0 0,-18-2-183 0 0,0 3 0 0 0,-58-1 0 0 0,-101 7-390 0 0,132 2 449 0 0,-714 38-2868 0 0,785-39 2997 0 0,-28 3-525 0 0,-40 9-1 0 0,63-10 411 0 0,1 0-1 0 0,0 0 1 0 0,0 1 0 0 0,1 0 0 0 0,-1 1-1 0 0,1 0 1 0 0,0 0 0 0 0,-1 0-1 0 0,2 1 1 0 0,-9 7 0 0 0,3-1-271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1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197 0 3580 0 0,'-7'1'153'0'0,"-1"1"-1"0"0,0-1 0 0 0,1 1 1 0 0,-1 1-1 0 0,1 0 1 0 0,-1-1-1 0 0,-8 6 0 0 0,13-5-53 0 0,-1 0-1 0 0,0 0 1 0 0,1 0-1 0 0,0 0 0 0 0,-1 1 1 0 0,1-1-1 0 0,0 1 1 0 0,1-1-1 0 0,-1 1 1 0 0,1 0-1 0 0,0 0 0 0 0,0 1 1 0 0,-3 6-1 0 0,-2 10 83 0 0,1 1 0 0 0,1 1 0 0 0,1-1 0 0 0,-2 41 0 0 0,6 97 402 0 0,1-105-441 0 0,-44 761 611 0 0,42-804-746 0 0,-7 56 9 0 0,2 0 0 0 0,8 129 0 0 0,-2-192-16 0 0,1-1-1 0 0,0 0 1 0 0,0 0 0 0 0,0 0 0 0 0,1 0 0 0 0,-1 0 0 0 0,1 0-1 0 0,3 6 1 0 0,-4-9 0 0 0,0 0 1 0 0,0 0-1 0 0,0 1 0 0 0,0-1 0 0 0,0 0 0 0 0,0 0 1 0 0,0 0-1 0 0,0 0 0 0 0,0 0 0 0 0,1 0 0 0 0,-1-1 1 0 0,0 1-1 0 0,1 0 0 0 0,-1-1 0 0 0,0 1 0 0 0,1-1 1 0 0,-1 1-1 0 0,1-1 0 0 0,-1 0 0 0 0,1 1 0 0 0,-1-1 1 0 0,1 0-1 0 0,-1 0 0 0 0,1 0 0 0 0,-1 0 0 0 0,1 0 1 0 0,1-1-1 0 0,25-7 3 0 0,-1-1 0 0 0,30-13 0 0 0,-28 9-29 0 0,49-13-1 0 0,308-50-152 0 0,3 21 547 0 0,-319 46-206 0 0,55-8 78 0 0,290-36 514 0 0,-396 51-742 0 0,73-7 72 0 0,174-43 0 0 0,-264 52-82 0 0,0 0 1 0 0,0-1 0 0 0,0 0 0 0 0,0 0 0 0 0,0 1-1 0 0,-1-1 1 0 0,1 0 0 0 0,0 0 0 0 0,0-1-1 0 0,3-2 1 0 0,-5 4-4 0 0,0 0 0 0 0,0 0 0 0 0,0 0 0 0 0,0-1 0 0 0,0 1 0 0 0,0 0 0 0 0,0 0 1 0 0,0 0-1 0 0,0-1 0 0 0,0 1 0 0 0,1 0 0 0 0,-1 0 0 0 0,0 0 0 0 0,-1-1 0 0 0,1 1 0 0 0,0 0 0 0 0,0 0 0 0 0,0 0 0 0 0,0-1 0 0 0,0 1 0 0 0,0 0 0 0 0,0 0 0 0 0,0 0 0 0 0,0-1 0 0 0,0 1 0 0 0,0 0 0 0 0,0 0 0 0 0,-1 0 0 0 0,1 0 0 0 0,0-1 0 0 0,0 1 0 0 0,0 0 0 0 0,0 0 0 0 0,-1 0 0 0 0,-14-7-137 0 0,-37-1-707 0 0,41 7 575 0 0,0-1 0 0 0,0 0 0 0 0,0 0 0 0 0,-11-4 0 0 0,14 3 38 0 0,1 0 0 0 0,0-1 1 0 0,-1 0-1 0 0,1 0 0 0 0,1 0 1 0 0,-1-1-1 0 0,0 0 1 0 0,-8-10-1 0 0,1-2-406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2.2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1 377 4428 0 0,'30'-284'1871'0'0,"-13"192"460"0"0,-24 141-1487 0 0,2 1-1 0 0,2 86 1 0 0,18 116-334 0 0,17-53-783 0 0,-12-91-1467 0 0,-14-75 771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2.6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6409 0 0,'1'2'52'0'0,"0"0"-1"0"0,1 0 1 0 0,-1-1 0 0 0,0 1 0 0 0,1 0 0 0 0,0 0 0 0 0,-1-1 0 0 0,1 1 0 0 0,2 1 0 0 0,7 7 65 0 0,13 21-87 0 0,-3 1 0 0 0,0 2 0 0 0,24 54 0 0 0,35 112-153 0 0,-68-167 49 0 0,5 22-379 0 0,-12-29 47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6813 0 0,'6'-1'-158'0'0,"49"-17"-60"0"0,139-8 276 0 0,-50 9-7 0 0,-131 15-49 0 0,277-52-140 0 0,-284 53 128 0 0,-1 0-10 0 0,0 0 0 0 0,0 0 0 0 0,-1 0 0 0 0,1-1 0 0 0,0 0-1 0 0,0 0 1 0 0,-1 0 0 0 0,1-1 0 0 0,-1 1 0 0 0,7-6 0 0 0,-11 7 17 0 0,1 0 1 0 0,-1 0-1 0 0,0 0 1 0 0,0 0-1 0 0,1 0 1 0 0,-1 0-1 0 0,0 0 1 0 0,0 0-1 0 0,0 0 1 0 0,0 0-1 0 0,-1 0 1 0 0,1 0-1 0 0,0 0 1 0 0,0 0-1 0 0,0 0 1 0 0,-1 0-1 0 0,1 1 1 0 0,-1-1-1 0 0,1 0 1 0 0,-1 0-1 0 0,1 0 1 0 0,-1 0 0 0 0,1 1-1 0 0,-1-1 1 0 0,1 0-1 0 0,-1 0 1 0 0,0 1-1 0 0,-1-2 1 0 0,-24-21 6 0 0,24 22 12 0 0,-13-10 54 0 0,-1 1 0 0 0,0 0 0 0 0,-1 1 0 0 0,1 1 0 0 0,-2 1 0 0 0,1 0 0 0 0,-1 2-1 0 0,0 0 1 0 0,0 0 0 0 0,0 2 0 0 0,-1 0 0 0 0,-36 0 0 0 0,54 3-61 0 0,0 0-1 0 0,0 1 1 0 0,0-1-1 0 0,1 0 1 0 0,-1 0-1 0 0,0 0 1 0 0,0 1-1 0 0,0-1 1 0 0,1 0 0 0 0,-1 0-1 0 0,0 1 1 0 0,1-1-1 0 0,-1 1 1 0 0,0-1-1 0 0,1 1 1 0 0,-1-1-1 0 0,0 1 1 0 0,1-1 0 0 0,-1 1-1 0 0,1 0 1 0 0,-1-1-1 0 0,1 1 1 0 0,-1 0-1 0 0,1 0 1 0 0,-1 1-1 0 0,0 0-3 0 0,1 0-1 0 0,-1 1 0 0 0,1-1 1 0 0,-1 1-1 0 0,1-1 0 0 0,0 0 1 0 0,0 1-1 0 0,0-1 0 0 0,1 3 1 0 0,1 9 12 0 0,1-1 1 0 0,8 20-1 0 0,-9-26 42 0 0,6 13-23 0 0,1 0 0 0 0,1-1 1 0 0,1 0-1 0 0,0 0 1 0 0,1-1-1 0 0,1-1 0 0 0,1 0 1 0 0,1-1-1 0 0,0 0 0 0 0,32 24 1 0 0,-40-35-111 0 0,0-1 0 0 0,0 0 0 0 0,0-1-1 0 0,0 1 1 0 0,1-1 0 0 0,-1-1 0 0 0,10 2 0 0 0,8 4-445 0 0,-5-1-69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3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6941 0 0,'3'-20'-44'0'0,"-3"14"82"0"0,1 1 1 0 0,0 0-1 0 0,-1 0 1 0 0,2 0-1 0 0,-1 0 1 0 0,0 1-1 0 0,1-1 1 0 0,5-9-1 0 0,-7 14-19 0 0,1-1 1 0 0,0 1-1 0 0,-1 0 0 0 0,1-1 0 0 0,0 1 0 0 0,-1 0 0 0 0,1 0 0 0 0,0 0 0 0 0,-1 0 1 0 0,1 0-1 0 0,0 0 0 0 0,-1 0 0 0 0,1 0 0 0 0,0 0 0 0 0,-1 0 0 0 0,1 0 0 0 0,0 0 0 0 0,0 0 1 0 0,-1 0-1 0 0,1 1 0 0 0,-1-1 0 0 0,1 0 0 0 0,0 0 0 0 0,-1 1 0 0 0,1-1 0 0 0,0 1 1 0 0,-1-1-1 0 0,2 1 0 0 0,21 17 166 0 0,-16-13-91 0 0,8 7-47 0 0,0 0 0 0 0,-1 1 0 0 0,0 1 0 0 0,-1 1 0 0 0,22 31 0 0 0,-27-34-50 0 0,-1 0 0 0 0,0 0 1 0 0,-1 1-1 0 0,0 0 1 0 0,-1 1-1 0 0,0-1 1 0 0,-1 1-1 0 0,4 27 0 0 0,-8-23 3 0 0,0-17 1 0 0,0-1 1 0 0,0 0-1 0 0,0 1 0 0 0,0-1 1 0 0,0 1-1 0 0,0-1 0 0 0,0 0 0 0 0,0 1 1 0 0,0-1-1 0 0,0 1 0 0 0,0-1 1 0 0,0 0-1 0 0,0 1 0 0 0,0-1 0 0 0,0 1 1 0 0,-1-1-1 0 0,1 0 0 0 0,0 1 1 0 0,0-1-1 0 0,0 0 0 0 0,-1 1 0 0 0,1-1 1 0 0,0 0-1 0 0,0 1 0 0 0,-1-1 1 0 0,1 0-1 0 0,0 1 0 0 0,-1-1 0 0 0,1 0 1 0 0,0 0-1 0 0,-1 0 0 0 0,1 1 1 0 0,0-1-1 0 0,-1 0 0 0 0,0-1-23 0 0,0 1-1 0 0,0-1 1 0 0,0 0-1 0 0,0 0 1 0 0,0 0 0 0 0,1 0-1 0 0,-1 0 1 0 0,0 0-1 0 0,1 0 1 0 0,-1 0 0 0 0,1 0-1 0 0,-1 0 1 0 0,1 0-1 0 0,0-1 1 0 0,-1 1-1 0 0,1 0 1 0 0,0-2 0 0 0,-5-24-320 0 0,5 24 309 0 0,-3-13-10 0 0,1 0 1 0 0,0 0-1 0 0,1 0 0 0 0,1-1 1 0 0,1 1-1 0 0,0 0 0 0 0,1 0 1 0 0,1 0-1 0 0,1 0 0 0 0,6-21 1 0 0,-8 35 38 0 0,-1-1 1 0 0,0 0-1 0 0,1 1 1 0 0,0-1-1 0 0,-1 1 1 0 0,1-1-1 0 0,0 1 1 0 0,0 0 0 0 0,0 0-1 0 0,1 0 1 0 0,-1 0-1 0 0,0 0 1 0 0,1 0-1 0 0,-1 1 1 0 0,5-2-1 0 0,-6 2 4 0 0,0 1-1 0 0,1-1 0 0 0,-1 1 0 0 0,0 0 0 0 0,1-1 1 0 0,-1 1-1 0 0,1 0 0 0 0,-1 0 0 0 0,1 0 0 0 0,-1 0 1 0 0,0 0-1 0 0,1 1 0 0 0,-1-1 0 0 0,1 0 1 0 0,-1 1-1 0 0,0-1 0 0 0,1 1 0 0 0,-1-1 0 0 0,0 1 1 0 0,0 0-1 0 0,1-1 0 0 0,-1 1 0 0 0,0 0 1 0 0,0 0-1 0 0,0 0 0 0 0,0 0 0 0 0,0 0 0 0 0,0 0 1 0 0,0 0-1 0 0,0 0 0 0 0,0 0 0 0 0,-1 1 1 0 0,1-1-1 0 0,0 2 0 0 0,81 148 112 0 0,-81-149-113 0 0,1 1-1 0 0,-1-1 0 0 0,1 0 0 0 0,0 1 1 0 0,0-1-1 0 0,0 0 0 0 0,0 0 0 0 0,0 0 1 0 0,1 0-1 0 0,-1 0 0 0 0,4 2 0 0 0,-5-4 5 0 0,0 1-1 0 0,0-1 0 0 0,0 0 0 0 0,0 0 0 0 0,1 1 0 0 0,-1-1 1 0 0,0 0-1 0 0,0 0 0 0 0,0 0 0 0 0,0 0 0 0 0,0 0 0 0 0,0 0 0 0 0,0 0 1 0 0,0-1-1 0 0,0 1 0 0 0,0 0 0 0 0,0 0 0 0 0,0-1 0 0 0,0 1 0 0 0,0-1 1 0 0,0 1-1 0 0,0-1 0 0 0,0 1 0 0 0,0-1 0 0 0,-1 0 0 0 0,1 1 0 0 0,0-1 1 0 0,0 0-1 0 0,-1 0 0 0 0,1 1 0 0 0,0-1 0 0 0,-1 0 0 0 0,1 0 1 0 0,0-1-1 0 0,36-57 15 0 0,-24 36-19 0 0,1 0-1 0 0,0 2 1 0 0,2 0-1 0 0,29-30 1 0 0,-43 49 2 0 0,0 0 1 0 0,0 0-1 0 0,1 0 0 0 0,-1 0 1 0 0,1 1-1 0 0,-1-1 1 0 0,1 1-1 0 0,-1-1 0 0 0,1 1 1 0 0,0 0-1 0 0,0 0 0 0 0,0 0 1 0 0,0 0-1 0 0,0 1 0 0 0,0-1 1 0 0,0 1-1 0 0,0 0 0 0 0,4 0 1 0 0,-5 1-1 0 0,1-1 1 0 0,-1 1-1 0 0,1 0 1 0 0,-1 0-1 0 0,1 0 1 0 0,-1 1-1 0 0,0-1 1 0 0,0 0-1 0 0,0 1 1 0 0,1 0-1 0 0,-1-1 0 0 0,-1 1 1 0 0,1 0-1 0 0,0 0 1 0 0,0 0-1 0 0,-1 0 1 0 0,1 1-1 0 0,-1-1 1 0 0,0 0-1 0 0,2 5 1 0 0,3 7-133 0 0,-1 0 0 0 0,-1 0 1 0 0,0 1-1 0 0,-1-1 1 0 0,2 30-1 0 0,4 19-368 0 0,-6-54 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3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48 259 5789 0 0,'7'-88'788'0'0,"-8"88"-781"0"0,1-1-1 0 0,0 1 1 0 0,0 0 0 0 0,0 0-1 0 0,0 0 1 0 0,0 0-1 0 0,0 0 1 0 0,0 0-1 0 0,0 0 1 0 0,0 0-1 0 0,0-1 1 0 0,0 1 0 0 0,0 0-1 0 0,0 0 1 0 0,0 0-1 0 0,0 0 1 0 0,0 0-1 0 0,0 0 1 0 0,0 0 0 0 0,0-1-1 0 0,0 1 1 0 0,0 0-1 0 0,0 0 1 0 0,0 0-1 0 0,0 0 1 0 0,0 0 0 0 0,0 0-1 0 0,0 0 1 0 0,0-1-1 0 0,0 1 1 0 0,0 0-1 0 0,0 0 1 0 0,0 0 0 0 0,0 0-1 0 0,0 0 1 0 0,0 0-1 0 0,1 0 1 0 0,-1 0-1 0 0,0 0 1 0 0,0-1-1 0 0,0 1 1 0 0,0 0 0 0 0,0 0-1 0 0,0 0 1 0 0,0 0-1 0 0,0 0 1 0 0,1 0-1 0 0,-1 0 1 0 0,0 0 0 0 0,0 0-1 0 0,0 0 1 0 0,0 0-1 0 0,0 0 1 0 0,0 0-1 0 0,0 0 1 0 0,1 0 0 0 0,-1 0-1 0 0,0 0 1 0 0,0 0-1 0 0,0 0 1 0 0,0 0-1 0 0,4 10 114 0 0,1 14-93 0 0,-4-16-7 0 0,31 177-167 0 0,-23-146 112 0 0,2 1 0 0 0,25 59 0 0 0,-26-74 51 0 0,9 18 36 0 0,-28-62-54 0 0,1 0 0 0 0,1-1 1 0 0,0 0-1 0 0,-4-25 1 0 0,-11-31-10 0 0,-2 5-22 0 0,-60-193 357 0 0,83 261-318 0 0,-2-6-9 0 0,1 0-1 0 0,0 0 1 0 0,0 0 0 0 0,1 0-1 0 0,0-10 1 0 0,1 17 3 0 0,0 1 0 0 0,0-1 0 0 0,0 1 0 0 0,1-1 0 0 0,-1 1 0 0 0,0-1 0 0 0,1 1 0 0 0,-1-1 0 0 0,1 1 0 0 0,-1-1 0 0 0,1 1 0 0 0,0 0 0 0 0,0-1 0 0 0,-1 1 0 0 0,1 0 0 0 0,0 0 0 0 0,0-1 1 0 0,0 1-1 0 0,0 0 0 0 0,0 0 0 0 0,1 0 0 0 0,-1 0 0 0 0,0 0 0 0 0,0 1 0 0 0,1-1 0 0 0,-1 0 0 0 0,1 0 0 0 0,-1 1 0 0 0,0-1 0 0 0,1 1 0 0 0,-1 0 0 0 0,1-1 0 0 0,-1 1 0 0 0,1 0 0 0 0,0 0 1 0 0,-1 0-1 0 0,1 0 0 0 0,1 0 0 0 0,8 1 8 0 0,1 0 1 0 0,-1 1-1 0 0,0 0 0 0 0,0 1 1 0 0,0 0-1 0 0,0 0 1 0 0,0 2-1 0 0,-1-1 1 0 0,1 1-1 0 0,-1 1 1 0 0,11 8-1 0 0,-7-5-29 0 0,-2 1 0 0 0,1 0 0 0 0,-1 1 0 0 0,-1 1 0 0 0,0-1 0 0 0,0 2-1 0 0,12 18 1 0 0,-21-26 19 0 0,1-1 1 0 0,-1 1-1 0 0,1 0 0 0 0,-1-1 0 0 0,-1 1 0 0 0,1 0 0 0 0,-1 0 0 0 0,0 0 0 0 0,0 0 0 0 0,0 1 1 0 0,0-1-1 0 0,-1 0 0 0 0,0 0 0 0 0,0 0 0 0 0,-1 0 0 0 0,1 1 0 0 0,-1-1 0 0 0,0 0 0 0 0,-3 7 1 0 0,1-6 1 0 0,0 0 0 0 0,0 1-1 0 0,-1-1 1 0 0,1 0 0 0 0,-2 0 0 0 0,1-1 0 0 0,-1 0 0 0 0,1 1 0 0 0,-1-1 0 0 0,-1-1 0 0 0,1 1 0 0 0,-1-1 0 0 0,-9 6 0 0 0,-4 0-165 0 0,1-1-1 0 0,-29 9 1 0 0,17-6-283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1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75 8229 0 0,'-2'1'62'0'0,"-1"-1"0"0"0,0 1 0 0 0,0-1 0 0 0,1 0 0 0 0,-1 1 0 0 0,0-1 1 0 0,0 0-1 0 0,0-1 0 0 0,1 1 0 0 0,-1 0 0 0 0,0-1 0 0 0,0 0 0 0 0,1 1 0 0 0,-1-1 1 0 0,0 0-1 0 0,1 0 0 0 0,-4-2 0 0 0,57-13 836 0 0,293-32-3445 0 0,-306 44 1702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4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67 46 5973 0 0,'-67'63'752'0'0,"102"-71"-504"0"0,162-53-324 0 0,-100 31 64 0 0,-71 25-132 0 0,-5 1-40 0 0,-4 4-188 0 0,-6 0 104 0 0</inkml:trace>
  <inkml:trace contextRef="#ctx0" brushRef="#br0" timeOffset="1">39 253 4548 0 0,'74'-19'1807'0'0,"131"-38"-1244"0"0,-175 50-799 0 0,-24 6 70 0 0,-1 0 0 0 0,0 0 1 0 0,1 0-1 0 0,-1 1 0 0 0,0 0 1 0 0,10 1-1 0 0,-6 2-532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4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69 6157 0 0,'0'0'76'0'0,"4"-4"-100"0"0,2 4 264 0 0,5-2-148 0 0,0 0 24 0 0,2 2 4 0 0,8-2-12 0 0,3-1 8 0 0,4-1-60 0 0,4 1 100 0 0,0-5-260 0 0,7 3 140 0 0,0-3-72 0 0,-1-2-124 0 0,5 4 0 0 0,-4 0-232 0 0,-3 1-272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7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199 233 7357 0 0,'10'-10'112'0'0,"-1"-1"0"0"0,-1 0 0 0 0,1 0 0 0 0,-2-1 0 0 0,0 0 0 0 0,0-1 0 0 0,-1 1 0 0 0,8-26 0 0 0,-11 31 25 0 0,-1 0-1 0 0,0 1 0 0 0,0-1 0 0 0,-1 0 0 0 0,0 0 0 0 0,1-9 1 0 0,-2 14-102 0 0,0 1 0 0 0,0-1 0 0 0,0 0 1 0 0,-1 1-1 0 0,1-1 0 0 0,0 0 1 0 0,0 1-1 0 0,-1-1 0 0 0,1 1 0 0 0,-1-1 1 0 0,0 1-1 0 0,1-1 0 0 0,-1 1 1 0 0,0-1-1 0 0,0 1 0 0 0,0-1 0 0 0,0 1 1 0 0,0 0-1 0 0,0 0 0 0 0,-1-1 0 0 0,1 1 1 0 0,0 0-1 0 0,0 0 0 0 0,-1 0 1 0 0,1 0-1 0 0,-1 1 0 0 0,1-1 0 0 0,-1 0 1 0 0,1 1-1 0 0,-1-1 0 0 0,-1 0 1 0 0,-8-1-33 0 0,1 1 1 0 0,-1 0-1 0 0,1 0 1 0 0,-1 1 0 0 0,1 0-1 0 0,-1 1 1 0 0,-14 3-1 0 0,17-2-9 0 0,0 0-1 0 0,-1 0 0 0 0,1 0 0 0 0,0 1 1 0 0,0 0-1 0 0,1 1 0 0 0,-1 0 0 0 0,1 0 1 0 0,-12 9-1 0 0,16-11 3 0 0,1 1 0 0 0,-1-1 0 0 0,1 1 1 0 0,-1 0-1 0 0,1-1 0 0 0,0 1 0 0 0,0 0 0 0 0,0 0 0 0 0,0 1 1 0 0,0-1-1 0 0,1 0 0 0 0,0 1 0 0 0,-1-1 0 0 0,1 0 0 0 0,0 1 0 0 0,1-1 1 0 0,-1 1-1 0 0,1 0 0 0 0,-1 5 0 0 0,2-4 7 0 0,0 0 0 0 0,0-1 0 0 0,0 1-1 0 0,1 0 1 0 0,0-1 0 0 0,0 1 0 0 0,0-1 0 0 0,0 0-1 0 0,1 1 1 0 0,-1-1 0 0 0,1 0 0 0 0,0-1 0 0 0,1 1-1 0 0,3 4 1 0 0,20 16 0 0 0,1-1 0 0 0,1 0-1 0 0,54 29 1 0 0,-48-31 5 0 0,-2 1-1 0 0,51 43 1 0 0,-80-62-10 0 0,-1 1 1 0 0,1 0 0 0 0,-1 0 0 0 0,1 0 0 0 0,-1 0-1 0 0,-1 0 1 0 0,1 0 0 0 0,0 1 0 0 0,-1-1-1 0 0,2 7 1 0 0,-3-9 1 0 0,-1 0-1 0 0,0 1 1 0 0,1-1-1 0 0,-1 0 1 0 0,0 0-1 0 0,0 0 1 0 0,-1 0-1 0 0,1 0 1 0 0,0 0 0 0 0,-1 0-1 0 0,1 0 1 0 0,-1 0-1 0 0,1 0 1 0 0,-1 0-1 0 0,0-1 1 0 0,0 1-1 0 0,0 0 1 0 0,0 0-1 0 0,0-1 1 0 0,-1 1-1 0 0,1 0 1 0 0,0-1-1 0 0,-1 1 1 0 0,1-1-1 0 0,-1 0 1 0 0,0 1-1 0 0,-3 1 1 0 0,-4 3-9 0 0,-1-1 1 0 0,0 0 0 0 0,-1 0-1 0 0,1-1 1 0 0,-1 0-1 0 0,0-1 1 0 0,-13 3-1 0 0,-6-1-47 0 0,-44 2-1 0 0,-18-6-296 0 0,82-1 208 0 0,1-1 0 0 0,0-1 1 0 0,0 1-1 0 0,0-1 0 0 0,0-1 0 0 0,0 0 0 0 0,-15-7 0 0 0,23 9 60 0 0,-1 0 1 0 0,0 0-1 0 0,1-1 1 0 0,-1 1-1 0 0,0-1 0 0 0,1 1 1 0 0,0-1-1 0 0,-1 1 0 0 0,1-1 1 0 0,0 0-1 0 0,0 0 0 0 0,0 0 1 0 0,0 0-1 0 0,0 1 0 0 0,0-1 1 0 0,1 0-1 0 0,-1 0 1 0 0,1-1-1 0 0,-1 1 0 0 0,1 0 1 0 0,-1-2-1 0 0,3-13-800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8.0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198 150 5481 0 0,'2'0'39'0'0,"-1"0"1"0"0,1-1 0 0 0,0 1-1 0 0,-1 0 1 0 0,1 0 0 0 0,0-1 0 0 0,-1 1-1 0 0,1-1 1 0 0,-1 0 0 0 0,1 1 0 0 0,0-1-1 0 0,-1 0 1 0 0,0 0 0 0 0,1 0 0 0 0,-1 0-1 0 0,1 0 1 0 0,-1 0 0 0 0,0 0 0 0 0,2-2-1 0 0,-1 0 30 0 0,-1 0 0 0 0,1 0-1 0 0,0 0 1 0 0,-1 0-1 0 0,0 0 1 0 0,0 0-1 0 0,0 0 1 0 0,0 0-1 0 0,1-6 1 0 0,-2 2-57 0 0,1 1 0 0 0,-1-1 1 0 0,0 1-1 0 0,0-1 0 0 0,-1 1 0 0 0,0-1 1 0 0,0 1-1 0 0,0-1 0 0 0,-1 1 1 0 0,-3-7-1 0 0,4 11-15 0 0,1 1 1 0 0,-1 0-1 0 0,0 0 1 0 0,0-1-1 0 0,0 1 1 0 0,1 0-1 0 0,-1 0 1 0 0,0 0-1 0 0,-1 0 1 0 0,1 0-1 0 0,0 0 1 0 0,0 1-1 0 0,0-1 1 0 0,-1 0-1 0 0,1 0 0 0 0,0 1 1 0 0,-1-1-1 0 0,1 1 1 0 0,-3-1-1 0 0,1 0 1 0 0,0 1 0 0 0,0 0-1 0 0,0 0 1 0 0,0 0-1 0 0,0 0 1 0 0,0 0-1 0 0,0 1 1 0 0,-6 1 0 0 0,1 0 0 0 0,0 1 1 0 0,0 1-1 0 0,1-1 0 0 0,-1 1 1 0 0,1 0-1 0 0,-7 6 1 0 0,2 0 41 0 0,1 0 0 0 0,0 0 0 0 0,1 1 0 0 0,0 1 0 0 0,1 0 0 0 0,0 0 0 0 0,1 1 1 0 0,-13 25-1 0 0,18-31-6 0 0,0 0 0 0 0,1 0 0 0 0,0 0 0 0 0,0 0 0 0 0,1 0 0 0 0,0 0 0 0 0,0 0 0 0 0,1 0 0 0 0,0 8 0 0 0,0-10-15 0 0,1 0 1 0 0,0 0-1 0 0,0-1 1 0 0,0 1-1 0 0,1-1 1 0 0,-1 1 0 0 0,1-1-1 0 0,0 0 1 0 0,1 0-1 0 0,-1 0 1 0 0,1 0 0 0 0,-1 0-1 0 0,1 0 1 0 0,7 6-1 0 0,-5-6-11 0 0,0 0-1 0 0,0-1 1 0 0,0 1 0 0 0,0-1-1 0 0,1 0 1 0 0,-1-1-1 0 0,1 0 1 0 0,0 0-1 0 0,0 0 1 0 0,0 0-1 0 0,0-1 1 0 0,0 0-1 0 0,0 0 1 0 0,0-1-1 0 0,0 1 1 0 0,0-1 0 0 0,9-2-1 0 0,-11 2-4 0 0,1 0 0 0 0,-1-1 0 0 0,0 0 0 0 0,0 0 0 0 0,0 0 0 0 0,-1 0 0 0 0,1-1 0 0 0,0 1 0 0 0,0-1 0 0 0,-1 0 0 0 0,1 0 0 0 0,-1-1 0 0 0,1 1 0 0 0,-1-1 0 0 0,0 1 0 0 0,0-1 0 0 0,0 0 0 0 0,-1 0 0 0 0,1-1 0 0 0,-1 1 0 0 0,1 0 0 0 0,-1-1 0 0 0,0 1-1 0 0,0-1 1 0 0,-1 0 0 0 0,3-5 0 0 0,8-58 8 0 0,-8 43-28 0 0,11-41 0 0 0,-14 64 12 0 0,-1 0 1 0 0,0 0-1 0 0,0 0 0 0 0,0 0 0 0 0,0 0 1 0 0,1 0-1 0 0,-1 0 0 0 0,0 0 0 0 0,1 1 1 0 0,-1-1-1 0 0,1 0 0 0 0,-1 0 0 0 0,1 0 1 0 0,-1 1-1 0 0,1-1 0 0 0,-1 0 0 0 0,1 1 0 0 0,0-1 1 0 0,0 0-1 0 0,-1 1 0 0 0,1-1 0 0 0,0 1 1 0 0,0-1-1 0 0,0 1 0 0 0,-1-1 0 0 0,1 1 1 0 0,0 0-1 0 0,0-1 0 0 0,0 1 0 0 0,1 0 1 0 0,-1 0-11 0 0,0 1-1 0 0,0 0 1 0 0,0 0 0 0 0,0 0 0 0 0,0-1 0 0 0,0 1 0 0 0,0 0-1 0 0,0 0 1 0 0,0 0 0 0 0,-1 0 0 0 0,1 1 0 0 0,0-1 0 0 0,-1 0 0 0 0,1 0-1 0 0,-1 0 1 0 0,1 0 0 0 0,-1 1 0 0 0,0-1 0 0 0,1 0 0 0 0,-1 0 0 0 0,0 2-1 0 0,7 51-534 0 0,2 8-1018 0 0,-7-57 1075 0 0,0 2-199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8.7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1 191 4372 0 0,'0'-14'178'0'0,"0"0"0"0"0,1 0 0 0 0,1 0 0 0 0,0 0-1 0 0,4-14 1 0 0,-6 28-163 0 0,0 0-1 0 0,0 0 0 0 0,0 0 1 0 0,0-1-1 0 0,0 1 0 0 0,0 0 1 0 0,0 0-1 0 0,0-1 0 0 0,0 1 1 0 0,1 0-1 0 0,-1 0 1 0 0,0 0-1 0 0,0-1 0 0 0,0 1 1 0 0,0 0-1 0 0,0 0 0 0 0,0 0 1 0 0,1 0-1 0 0,-1-1 0 0 0,0 1 1 0 0,0 0-1 0 0,0 0 1 0 0,1 0-1 0 0,-1 0 0 0 0,0 0 1 0 0,0 0-1 0 0,0 0 0 0 0,1-1 1 0 0,-1 1-1 0 0,0 0 1 0 0,0 0-1 0 0,0 0 0 0 0,1 0 1 0 0,-1 0-1 0 0,0 0 0 0 0,0 0 1 0 0,1 0-1 0 0,-1 0 0 0 0,0 0 1 0 0,8 8 200 0 0,2 14-144 0 0,14 89 351 0 0,-18-77-313 0 0,1-2 1 0 0,1 1 0 0 0,17 40 0 0 0,-24-71-107 0 0,-1-1 1 0 0,1 1-1 0 0,0-1 1 0 0,-1 1-1 0 0,1-1 1 0 0,0 0-1 0 0,0 1 1 0 0,0-1-1 0 0,0 0 1 0 0,1 1-1 0 0,-1-1 1 0 0,0 0-1 0 0,0 0 1 0 0,1 0-1 0 0,-1 0 1 0 0,0 0-1 0 0,1-1 1 0 0,1 2-1 0 0,-2-2 0 0 0,0 0-1 0 0,0 0 1 0 0,0 0 0 0 0,0-1-1 0 0,0 1 1 0 0,0 0-1 0 0,0-1 1 0 0,-1 1 0 0 0,1 0-1 0 0,0-1 1 0 0,0 1-1 0 0,0-1 1 0 0,-1 1 0 0 0,1-1-1 0 0,0 1 1 0 0,0-1-1 0 0,-1 0 1 0 0,1 1-1 0 0,-1-1 1 0 0,1 0 0 0 0,0 0-1 0 0,-1 1 1 0 0,1-1-1 0 0,-1 0 1 0 0,0 0 0 0 0,1 0-1 0 0,-1 0 1 0 0,0 0-1 0 0,1 1 1 0 0,-1-1 0 0 0,0 0-1 0 0,0 0 1 0 0,0-1-1 0 0,10-28 22 0 0,-6 20-17 0 0,0-1-1 0 0,-1 1 1 0 0,3-15-1 0 0,9-144 19 0 0,-15 161-23 0 0,0 4-4 0 0,-1-1 0 0 0,1 1 0 0 0,1-1 0 0 0,-1 1 0 0 0,1 0 0 0 0,0-1 0 0 0,0 1 1 0 0,0 0-1 0 0,0-1 0 0 0,4-5 0 0 0,-5 10-16 0 0,1-1 0 0 0,-1 1 0 0 0,1 0 0 0 0,-1 0 0 0 0,0 0 0 0 0,1 0 1 0 0,-1 0-1 0 0,1 0 0 0 0,-1 0 0 0 0,1 0 0 0 0,-1 0 0 0 0,0 0 0 0 0,1 0 1 0 0,-1 0-1 0 0,1 1 0 0 0,-1-1 0 0 0,0 0 0 0 0,1 0 0 0 0,-1 0 0 0 0,1 0 0 0 0,-1 1 1 0 0,0-1-1 0 0,1 0 0 0 0,-1 0 0 0 0,0 1 0 0 0,1-1 0 0 0,-1 0 0 0 0,0 1 1 0 0,0-1-1 0 0,1 0 0 0 0,-1 1 0 0 0,0-1 0 0 0,0 1 0 0 0,0-1 0 0 0,1 0 0 0 0,-1 1 1 0 0,0-1-1 0 0,0 1 0 0 0,0-1 0 0 0,0 0 0 0 0,0 1 0 0 0,0-1 0 0 0,0 1 1 0 0,9 25-326 0 0,-7-21 267 0 0,-1 0 56 0 0,2 6-226 0 0,1 0 0 0 0,0 0 0 0 0,1 0 0 0 0,10 18 0 0 0,-13-27 166 0 0,0 1-1 0 0,0 0 1 0 0,1-1-1 0 0,-1 1 1 0 0,0-1-1 0 0,1 0 1 0 0,0 0-1 0 0,-1 0 1 0 0,1 0-1 0 0,0 0 1 0 0,0-1-1 0 0,0 1 1 0 0,0-1-1 0 0,0 0 1 0 0,0 1-1 0 0,1-2 1 0 0,-1 1 0 0 0,0 0-1 0 0,1-1 1 0 0,-1 1-1 0 0,5-1 1 0 0,-6 0 119 0 0,0 0 0 0 0,0-1 0 0 0,-1 1 0 0 0,1 0-1 0 0,0-1 1 0 0,-1 1 0 0 0,1-1 0 0 0,-1 0 0 0 0,1 0 0 0 0,-1 1 0 0 0,1-1 0 0 0,-1 0 0 0 0,1 0 0 0 0,-1 0 0 0 0,0 0 0 0 0,0-1 0 0 0,1 1 0 0 0,-1 0 0 0 0,0 0 0 0 0,0-1 0 0 0,0 1 0 0 0,0-1 0 0 0,-1 1 0 0 0,2-3 0 0 0,6-8 1331 0 0,-8 12-1345 0 0,1-1 1 0 0,-1 1-1 0 0,1 0 1 0 0,0-1 0 0 0,-1 1-1 0 0,1 0 1 0 0,0 0-1 0 0,-1 0 1 0 0,1-1-1 0 0,0 1 1 0 0,-1 0-1 0 0,1 0 1 0 0,0 0 0 0 0,-1 0-1 0 0,1 0 1 0 0,0 0-1 0 0,-1 0 1 0 0,1 0-1 0 0,0 0 1 0 0,-1 1-1 0 0,1-1 1 0 0,0 0-1 0 0,-1 0 1 0 0,1 0 0 0 0,0 1-1 0 0,9 1-54 0 0,-10-2 51 0 0,19-9 22 0 0,-15 7-42 0 0,0 1 0 0 0,1-1 0 0 0,-1 0 0 0 0,0 0-1 0 0,0 0 1 0 0,0-1 0 0 0,-1 1 0 0 0,1-1 0 0 0,-1 0-1 0 0,1 0 1 0 0,-1 0 0 0 0,0 0 0 0 0,4-6 0 0 0,-5 7 11 0 0,0-1 0 0 0,0 0 0 0 0,0 0 0 0 0,0 0 0 0 0,0-1 1 0 0,-1 1-1 0 0,1 0 0 0 0,-1-1 0 0 0,0 1 0 0 0,0 0 0 0 0,0-1 0 0 0,-1 0 0 0 0,1 1 1 0 0,-1-1-1 0 0,0 1 0 0 0,0-7 0 0 0,-1 7 14 0 0,-1 1 1 0 0,1-1-1 0 0,-1 0 1 0 0,1 1-1 0 0,-1 0 1 0 0,0-1-1 0 0,0 1 1 0 0,0 0-1 0 0,0 0 1 0 0,-1 0-1 0 0,1 0 1 0 0,-1 0-1 0 0,-3-2 1 0 0,-10-8 54 0 0,-27-35 24 0 0,30 97 494 0 0,11-31-451 0 0,0-1-1 0 0,1 0 1 0 0,1 0-1 0 0,1 1 0 0 0,0-1 1 0 0,2 0-1 0 0,0 0 1 0 0,1 0-1 0 0,0 0 0 0 0,2-1 1 0 0,0 0-1 0 0,1 0 1 0 0,0 0-1 0 0,20 30 1 0 0,-23-41-219 0 0,1-1 0 0 0,-1 1 0 0 0,1-1 0 0 0,0-1 0 0 0,0 1 0 0 0,0 0 0 0 0,1-1 0 0 0,0 0 0 0 0,0-1 0 0 0,0 1 0 0 0,0-1 0 0 0,0 0 0 0 0,1-1 0 0 0,-1 1 0 0 0,1-1 0 0 0,0 0 0 0 0,8 0 0 0 0,1 1-737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9.3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5 289 6313 0 0,'-4'0'800'0'0,"18"0"-359"0"0,27 0-48 0 0,406-63 479 0 0,-214 26-692 0 0,-76 15-130 0 0,340-62-49 0 0,-483 81-23 0 0,0 0-34 0 0,0 0-1 0 0,0 0 1 0 0,-1-2-1 0 0,0 0 1 0 0,0 0 0 0 0,0-1-1 0 0,16-10 1 0 0,-29 15 22 0 0,1 1 0 0 0,-1 0-1 0 0,1-1 1 0 0,0 1 0 0 0,-1-1 0 0 0,0 1 0 0 0,1-1 0 0 0,-1 1 0 0 0,1-1 0 0 0,-1 1-1 0 0,0-1 1 0 0,1 0 0 0 0,-1 1 0 0 0,0-1 0 0 0,0 1 0 0 0,1-1 0 0 0,-1 0 0 0 0,0 1 0 0 0,0-1-1 0 0,0 0 1 0 0,0 1 0 0 0,0-1 0 0 0,0 0 0 0 0,0 1 0 0 0,0-1 0 0 0,0 0 0 0 0,0 1-1 0 0,0-1 1 0 0,0 0 0 0 0,0 1 0 0 0,-1-1 0 0 0,1 0 0 0 0,0 1 0 0 0,-1-1 0 0 0,1 1 0 0 0,0-1-1 0 0,-1 1 1 0 0,1-1 0 0 0,0 0 0 0 0,-1 1 0 0 0,1 0 0 0 0,-1-1 0 0 0,1 1 0 0 0,-1-1-1 0 0,1 1 1 0 0,-1-1 0 0 0,0 1 0 0 0,1 0 0 0 0,-1 0 0 0 0,1-1 0 0 0,-2 1 0 0 0,-8-6-712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39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16 6157 0 0,'-1'0'17'0'0,"1"0"0"0"0,-1 0-1 0 0,1-1 1 0 0,0 1 0 0 0,-1 0 0 0 0,1-1 0 0 0,-1 1 0 0 0,1 0 0 0 0,0-1 0 0 0,-1 1 0 0 0,1-1 0 0 0,0 1 0 0 0,-1 0 0 0 0,1-1 0 0 0,0 1 0 0 0,0-1 0 0 0,0 1 0 0 0,-1-1 0 0 0,1 1 0 0 0,0-2 0 0 0,0 2 5 0 0,0 0-1 0 0,0 0 1 0 0,0 0-1 0 0,0-1 1 0 0,0 1-1 0 0,0 0 1 0 0,0 0-1 0 0,-1 0 1 0 0,1 0-1 0 0,0-1 1 0 0,0 1 0 0 0,0 0-1 0 0,0 0 1 0 0,1 0-1 0 0,-1-1 1 0 0,0 1-1 0 0,0 0 1 0 0,0 0-1 0 0,0 0 1 0 0,0 0-1 0 0,0-1 1 0 0,0 1-1 0 0,0 0 1 0 0,0 0 0 0 0,0 0-1 0 0,0 0 1 0 0,1-1-1 0 0,-1 1 1 0 0,0 0-1 0 0,0 0 1 0 0,0 0-1 0 0,0 0 1 0 0,0 0-1 0 0,1 0 1 0 0,-1-1 0 0 0,0 1-1 0 0,0 0 1 0 0,0 0-1 0 0,0 0 1 0 0,1 0-1 0 0,-1 0 1 0 0,0 0-1 0 0,0 0 1 0 0,0 0-1 0 0,1 0 1 0 0,-1 0-1 0 0,0 0 1 0 0,0 0 0 0 0,0 0-1 0 0,0 0 1 0 0,1 0-1 0 0,-1 0 1 0 0,0 0-1 0 0,0 0 1 0 0,0 0-1 0 0,1 0 1 0 0,-1 0-1 0 0,0 1 1 0 0,0-1-1 0 0,0 0 1 0 0,0 0 0 0 0,1 0-1 0 0,-1 0 1 0 0,0 0-1 0 0,0 0 1 0 0,25 5 566 0 0,161 59-478 0 0,-180-62-111 0 0,-1 1 0 0 0,0-1 1 0 0,1 1-1 0 0,-1 0 0 0 0,0 1 1 0 0,0-1-1 0 0,0 1 0 0 0,-1 0 0 0 0,1 0 1 0 0,-1 0-1 0 0,0 1 0 0 0,0-1 1 0 0,5 10-1 0 0,-7-9 3 0 0,1 1-1 0 0,-1 0 1 0 0,0 0 0 0 0,-1 0-1 0 0,1 0 1 0 0,-1 0-1 0 0,0 0 1 0 0,-1 0 0 0 0,1 11-1 0 0,-2-10 10 0 0,0 0 0 0 0,0 1 0 0 0,-1-1-1 0 0,0 0 1 0 0,0 0 0 0 0,0 0-1 0 0,-1 0 1 0 0,0 0 0 0 0,0-1-1 0 0,-1 1 1 0 0,0-1 0 0 0,0 0-1 0 0,-7 8 1 0 0,-4 3-328 0 0,0-2 0 0 0,-1 0 0 0 0,-21 16 0 0 0,26-21-383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 92 6753 0 0,'-4'-3'53'0'0,"1"-1"0"0"0,0 1 0 0 0,0-1 0 0 0,1 1 0 0 0,-1-1 0 0 0,1 0 0 0 0,0 0 0 0 0,0 0 0 0 0,0 0 0 0 0,-1-5 0 0 0,1 4 43 0 0,-3-4 203 0 0,-5-8 352 0 0,10 17-619 0 0,-1-1 0 0 0,1 1 1 0 0,0 0-1 0 0,0-1 0 0 0,0 1 1 0 0,-1 0-1 0 0,1-1 0 0 0,0 1 0 0 0,0-1 1 0 0,0 1-1 0 0,0 0 0 0 0,0-1 1 0 0,0 1-1 0 0,0-1 0 0 0,0 1 1 0 0,0-1-1 0 0,0 1 0 0 0,0 0 0 0 0,0-1 1 0 0,0 1-1 0 0,0-1 0 0 0,0 1 1 0 0,1 0-1 0 0,-1-1 0 0 0,0 1 0 0 0,0 0 1 0 0,0-1-1 0 0,1 1 0 0 0,-1-1 1 0 0,0 1-1 0 0,21 18 313 0 0,-12-7-347 0 0,-1 0 0 0 0,0 1 0 0 0,0 0 0 0 0,-1 0 0 0 0,6 16 0 0 0,24 69 52 0 0,-29-75-39 0 0,35 112 40 0 0,-43-133-47 0 0,0-1-1 0 0,0 1 1 0 0,0 0 0 0 0,0-1-1 0 0,0 1 1 0 0,0-1-1 0 0,0 1 1 0 0,1-1 0 0 0,-1 1-1 0 0,0 0 1 0 0,0-1-1 0 0,1 1 1 0 0,-1-1-1 0 0,0 1 1 0 0,1-1 0 0 0,-1 1-1 0 0,1-1 1 0 0,-1 0-1 0 0,1 1 1 0 0,-1-1 0 0 0,0 1-1 0 0,1-1 1 0 0,-1 0-1 0 0,1 1 1 0 0,0-1 0 0 0,-1 0-1 0 0,1 0 1 0 0,-1 0-1 0 0,1 1 1 0 0,-1-1 0 0 0,2 0-1 0 0,-1 0 5 0 0,0-1-1 0 0,0 1 1 0 0,1-1 0 0 0,-1 1-1 0 0,0-1 1 0 0,0 1 0 0 0,0-1-1 0 0,0 0 1 0 0,0 1 0 0 0,0-1-1 0 0,0 0 1 0 0,0 0 0 0 0,1-2-1 0 0,3-3 19 0 0,0 0-1 0 0,0-1 0 0 0,6-12 1 0 0,2-14-30 0 0,-2 0 1 0 0,14-60-1 0 0,-15 51-4 0 0,16-45 0 0 0,-22 77-17 0 0,5-16-259 0 0,-11 31-319 0 0,2-5 546 0 0,-1 1 0 0 0,1 0 0 0 0,-1 0 1 0 0,1-1-1 0 0,-1 1 0 0 0,1 0 1 0 0,0 0-1 0 0,0 0 0 0 0,0 0 1 0 0,-1-1-1 0 0,1 1 0 0 0,0 0 1 0 0,0 0-1 0 0,0 0 0 0 0,0 1 0 0 0,13 56-2990 0 0,-9-50 2401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4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844 204 3724 0 0,'-20'-44'213'0'0,"17"36"-110"0"0,-1-1 0 0 0,1 1 0 0 0,-2-1 0 0 0,1 1 0 0 0,-1 0 0 0 0,-9-10 0 0 0,6 9 59 0 0,-2 0 1 0 0,1 0-1 0 0,-1 1 1 0 0,0 0-1 0 0,-1 0 1 0 0,0 1-1 0 0,-22-10 1 0 0,25 14-125 0 0,0 0 0 0 0,-1 0 0 0 0,1 1 0 0 0,-1 0 0 0 0,0 0 0 0 0,0 1 0 0 0,0 0 0 0 0,0 1 0 0 0,0 0 0 0 0,0 0 0 0 0,1 1 1 0 0,-12 2-1 0 0,-15 5 29 0 0,1 1 1 0 0,-1 2 0 0 0,1 2-1 0 0,1 1 1 0 0,0 1 0 0 0,1 1-1 0 0,1 3 1 0 0,1 0 0 0 0,-44 37-1 0 0,56-41 9 0 0,2 1 0 0 0,0 0 0 0 0,1 1 0 0 0,0 1-1 0 0,2 1 1 0 0,0 0 0 0 0,1 0 0 0 0,1 1 0 0 0,0 1-1 0 0,2 0 1 0 0,1 0 0 0 0,0 1 0 0 0,2 0 0 0 0,0 0 0 0 0,2 1-1 0 0,-3 23 1 0 0,7-31 21 0 0,-1 1 0 0 0,2-1-1 0 0,0 0 1 0 0,1 0 0 0 0,0 1 0 0 0,2-2 0 0 0,-1 1-1 0 0,2 0 1 0 0,0-1 0 0 0,1 1 0 0 0,0-2-1 0 0,1 1 1 0 0,0-1 0 0 0,18 24 0 0 0,-11-21-28 0 0,0 1 1 0 0,1-2 0 0 0,1 0-1 0 0,0-1 1 0 0,1-1 0 0 0,0 0 0 0 0,1-2-1 0 0,1 0 1 0 0,0 0 0 0 0,20 7-1 0 0,-7-5-36 0 0,0-2-1 0 0,1-1 0 0 0,1-1 0 0 0,-1-2 1 0 0,51 5-1 0 0,-63-11-101 0 0,-1 0 0 0 0,1-2-1 0 0,-1 0 1 0 0,0-1 0 0 0,1-2 0 0 0,-1 0 0 0 0,0-1 0 0 0,-1 0 0 0 0,1-2 0 0 0,29-14 0 0 0,-28 9-152 0 0,0-1 0 0 0,-1-1 1 0 0,0 0-1 0 0,-1-2 0 0 0,0 0 1 0 0,-2-1-1 0 0,0-1 0 0 0,-1 0 1 0 0,0-2-1 0 0,-2 1 0 0 0,0-2 1 0 0,13-27-1 0 0,-16 24 116 0 0,0 0-1 0 0,-2-1 1 0 0,0 0 0 0 0,-2-1 0 0 0,-1 0 0 0 0,-1 0 0 0 0,-1 0-1 0 0,-1-1 1 0 0,-2 0 0 0 0,0 1 0 0 0,-4-33 0 0 0,0 33 120 0 0,0 0 0 0 0,-2 1 0 0 0,-1-1 0 0 0,-14-39 0 0 0,18 59-6 0 0,-1-1 0 0 0,0 1 1 0 0,0 0-1 0 0,-1 0 0 0 0,1 0 0 0 0,-1 0 1 0 0,0 1-1 0 0,-1 0 0 0 0,0 0 1 0 0,0 0-1 0 0,0 0 0 0 0,0 1 0 0 0,0-1 1 0 0,-1 2-1 0 0,0-1 0 0 0,0 0 1 0 0,0 1-1 0 0,0 0 0 0 0,-1 1 0 0 0,1-1 1 0 0,-1 1-1 0 0,-9-1 0 0 0,-12-1-38 0 0,0 1-1 0 0,0 2 1 0 0,0 1-1 0 0,0 1 1 0 0,-50 9 0 0 0,70-8 22 0 0,0 0 0 0 0,0 1 0 0 0,0-1 0 0 0,0 2 0 0 0,0-1 0 0 0,-10 8 0 0 0,14-9-47 0 0,1 0 1 0 0,0 1-1 0 0,-1 0 1 0 0,1-1-1 0 0,1 1 1 0 0,-1 0-1 0 0,0 1 1 0 0,1-1-1 0 0,-1 0 1 0 0,1 1-1 0 0,0-1 1 0 0,0 1-1 0 0,1 0 1 0 0,-1 0-1 0 0,-1 4 1 0 0,-1 15-361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0.9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8 203 4996 0 0,'-8'-1'270'0'0,"13"-1"279"0"0,15-2-101 0 0,776-103-260 0 0,-765 101-178 0 0,23-3 39 0 0,78-24 0 0 0,-125 31-52 0 0,-4 1-6 0 0,-1 1 0 0 0,0-1-1 0 0,0 0 1 0 0,1 0 0 0 0,-1 1 0 0 0,0-1 0 0 0,0-1 0 0 0,0 1 0 0 0,0 0-1 0 0,0 0 1 0 0,0-1 0 0 0,0 1 0 0 0,2-4 0 0 0,-3 4-17 0 0,-1 1 0 0 0,0-1 0 0 0,0 1 0 0 0,0-1-1 0 0,0 1 1 0 0,0-1 0 0 0,0 1 0 0 0,0-1 0 0 0,0 1 0 0 0,0-1 0 0 0,0 1 0 0 0,0-1 0 0 0,-1 1 0 0 0,1-1 0 0 0,0 1-1 0 0,0-1 1 0 0,0 1 0 0 0,-1-1 0 0 0,1 1 0 0 0,0 0 0 0 0,0-1 0 0 0,-1 1 0 0 0,1-1 0 0 0,0 1 0 0 0,-1 0 0 0 0,1-1-1 0 0,-1 1 1 0 0,1 0 0 0 0,0-1 0 0 0,-1 1 0 0 0,1 0 0 0 0,-1 0 0 0 0,1 0 0 0 0,-1-1 0 0 0,1 1 0 0 0,-1 0 0 0 0,0 0-1 0 0,-11-6-521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1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6 6001 0 0,'0'0'4'0'0,"0"1"1"0"0,0-1 0 0 0,0 0 0 0 0,-1 0-1 0 0,1 0 1 0 0,0 0 0 0 0,0 1 0 0 0,-1-1 0 0 0,1 0-1 0 0,0 0 1 0 0,0 0 0 0 0,-1 0 0 0 0,1 0 0 0 0,0 0-1 0 0,0 0 1 0 0,-1 0 0 0 0,1 0 0 0 0,0 0 0 0 0,-1 0-1 0 0,1 0 1 0 0,0 0 0 0 0,0 0 0 0 0,-1 0-1 0 0,1 0 1 0 0,0 0 0 0 0,0 0 0 0 0,-1-1 0 0 0,1 1-1 0 0,0 0 1 0 0,0 0 0 0 0,-1 0 0 0 0,1 0 0 0 0,0 0-1 0 0,0-1 1 0 0,0 1 0 0 0,-1 0 0 0 0,1 0 0 0 0,0 0-1 0 0,0-1 1 0 0,0 1 0 0 0,0 0 0 0 0,-1 0-1 0 0,1-1 1 0 0,0 1 0 0 0,0 0 0 0 0,0 0 0 0 0,0-1-1 0 0,0 1 1 0 0,0 0 0 0 0,0 0 0 0 0,0-1 0 0 0,0 1-1 0 0,0 0 1 0 0,0-1 0 0 0,28 11 863 0 0,-5 2-567 0 0,35 15 1 0 0,8 4 55 0 0,-51-23-314 0 0,-1 1 0 0 0,0 0 0 0 0,0 1-1 0 0,-1 1 1 0 0,-1 0 0 0 0,0 1 0 0 0,0 0 0 0 0,13 19 0 0 0,-22-27-44 0 0,0 0 1 0 0,0 1-1 0 0,-1-1 1 0 0,1 1-1 0 0,-1 0 1 0 0,0 0-1 0 0,0 0 1 0 0,-1 0-1 0 0,1 0 1 0 0,-1 0 0 0 0,0 0-1 0 0,-1 0 1 0 0,1 1-1 0 0,-1-1 1 0 0,0 0-1 0 0,0 0 1 0 0,-1 1-1 0 0,1-1 1 0 0,-1 0-1 0 0,0 0 1 0 0,-1 0 0 0 0,1 0-1 0 0,-1 0 1 0 0,0 0-1 0 0,0 0 1 0 0,-1 0-1 0 0,1-1 1 0 0,-1 1-1 0 0,0-1 1 0 0,-4 4-1 0 0,1-1-147 0 0,-1 0 0 0 0,0 0 0 0 0,0-1 0 0 0,-1 0-1 0 0,0 0 1 0 0,-16 8 0 0 0,-9 4-521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2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15 5116 0 0,'6'-6'29'0'0,"-6"6"-19"0"0,0-1 0 0 0,0 0-1 0 0,1 1 1 0 0,-1-1 0 0 0,0 1-1 0 0,1-1 1 0 0,-1 1 0 0 0,0 0-1 0 0,1-1 1 0 0,-1 1 0 0 0,1-1-1 0 0,-1 1 1 0 0,0 0 0 0 0,1-1-1 0 0,-1 1 1 0 0,1 0 0 0 0,0-1-1 0 0,-1 1 1 0 0,1 0 0 0 0,-1 0-1 0 0,1 0 1 0 0,-1 0 0 0 0,1-1-1 0 0,-1 1 1 0 0,1 0-1 0 0,0 0 1 0 0,-1 0 0 0 0,1 0-1 0 0,-1 0 1 0 0,1 0 0 0 0,0 0-1 0 0,-1 1 1 0 0,1-1 0 0 0,-1 0-1 0 0,1 0 1 0 0,-1 0 0 0 0,1 1-1 0 0,-1-1 1 0 0,1 0 0 0 0,-1 0-1 0 0,1 1 1 0 0,-1-1 0 0 0,1 0-1 0 0,-1 1 1 0 0,1-1 0 0 0,-1 1-1 0 0,0-1 1 0 0,1 1 0 0 0,-1-1-1 0 0,1 0 1 0 0,-1 1 0 0 0,0-1-1 0 0,0 1 1 0 0,1 0 0 0 0,-1-1-1 0 0,0 2 1 0 0,9 13 114 0 0,-1 1-1 0 0,0 0 1 0 0,-1 1 0 0 0,-1 0-1 0 0,-1 0 1 0 0,0 0 0 0 0,2 22-1 0 0,2 21 120 0 0,-3 0 0 0 0,-1 100 0 0 0,-23 123 277 0 0,0 16-199 0 0,18-183-305 0 0,20 141 0 0 0,-9-181-5 0 0,3-1 0 0 0,46 139 1 0 0,-45-167-8 0 0,-7-22 5 0 0,1 0 0 0 0,13 27 0 0 0,-18-45-1 0 0,-4-11-16 0 0,0 3 8 0 0,0 0 0 0 0,0-1-1 0 0,0 1 1 0 0,0 0-1 0 0,0-1 1 0 0,0 1-1 0 0,0 0 1 0 0,0-1 0 0 0,0 1-1 0 0,1-1 1 0 0,-1 1-1 0 0,0 0 1 0 0,1 0 0 0 0,0-3-1 0 0,3 1 0 0 0,0-1-1 0 0,0 0 1 0 0,0 1-1 0 0,1 0 1 0 0,-1 0-1 0 0,1 0 1 0 0,-1 0-1 0 0,1 1 1 0 0,0 0-1 0 0,8-3 1 0 0,56-12 14 0 0,-53 13-9 0 0,318-54-708 0 0,-10 3-106 0 0,-183 25 244 0 0,-77 19 184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2.8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92 295 4252 0 0,'-18'-11'41'0'0,"11"8"12"0"0,0 0 1 0 0,1-1-1 0 0,-1 0 0 0 0,1-1 0 0 0,0 1 1 0 0,0-1-1 0 0,0 0 0 0 0,1-1 1 0 0,-9-10-1 0 0,14 16-41 0 0,-1-1 0 0 0,1 0 1 0 0,0 0-1 0 0,-1 1 0 0 0,1-1 1 0 0,0 0-1 0 0,-1 0 0 0 0,1 0 1 0 0,0 0-1 0 0,0 1 0 0 0,0-1 1 0 0,-1 0-1 0 0,1 0 0 0 0,0 0 1 0 0,0 0-1 0 0,0 0 0 0 0,1 1 1 0 0,-1-1-1 0 0,0 0 0 0 0,0 0 1 0 0,0 0-1 0 0,1 0 0 0 0,-1 1 1 0 0,0-1-1 0 0,1 0 0 0 0,-1 0 1 0 0,1 0-1 0 0,-1 1 0 0 0,1-1 1 0 0,-1 0-1 0 0,1 1 0 0 0,-1-1 0 0 0,1 0 1 0 0,0 1-1 0 0,-1-1 0 0 0,1 1 1 0 0,0-1-1 0 0,-1 1 0 0 0,1 0 1 0 0,0-1-1 0 0,0 1 0 0 0,0 0 1 0 0,0-1-1 0 0,6-2 53 0 0,1 1-1 0 0,-1-1 1 0 0,16-2 0 0 0,-16 4-48 0 0,92-14 2 0 0,169-5 0 0 0,-159 15-38 0 0,529-24-16 0 0,-7 0 218 0 0,-2-20-105 0 0,-518 36 13 0 0,114-10 458 0 0,-225 23-535 0 0,1 0 0 0 0,-1 1 0 0 0,0-1 1 0 0,0 0-1 0 0,0 1 0 0 0,0-1 0 0 0,1 0 0 0 0,-1 1 0 0 0,0-1 0 0 0,0 0 0 0 0,0 1 0 0 0,0-1 0 0 0,0 0 0 0 0,0 1 0 0 0,0-1 0 0 0,0 1 0 0 0,0-1 0 0 0,0 0 1 0 0,0 1-1 0 0,0-1 0 0 0,0 0 0 0 0,0 1 0 0 0,-1-1 0 0 0,1 0 0 0 0,0 1 0 0 0,0-1 0 0 0,0 0 0 0 0,0 1 0 0 0,-1-1 0 0 0,1 0 0 0 0,0 0 0 0 0,0 1 0 0 0,-1-1 1 0 0,1 1-1 0 0,-14 24 13 0 0,1 0-111 0 0,6-5 106 0 0,0 0-1 0 0,2 1 1 0 0,0 0-1 0 0,1 1 0 0 0,-1 41 1 0 0,9 110 181 0 0,-3-157-168 0 0,21 408 742 0 0,25 244-530 0 0,-26-423-182 0 0,-10-143-23 0 0,-5-52-15 0 0,-1-1 1 0 0,-3 1-1 0 0,-5 67 1 0 0,2-113-27 0 0,-8 48 65 0 0,9-49-62 0 0,-1 0 1 0 0,0-1 0 0 0,0 1 0 0 0,0 0 0 0 0,0-1-1 0 0,0 1 1 0 0,-1-1 0 0 0,1 1 0 0 0,-1-1-1 0 0,1 0 1 0 0,-1 0 0 0 0,0 0 0 0 0,0 0 0 0 0,0 0-1 0 0,-4 3 1 0 0,5-4-2 0 0,-1-1 0 0 0,1 0 0 0 0,0 0 0 0 0,-1 0 0 0 0,1 0 0 0 0,-1 0 0 0 0,1 0 0 0 0,0 0 0 0 0,-1 0 0 0 0,1 0 0 0 0,0-1 0 0 0,-1 1 0 0 0,1 0 0 0 0,0-1 0 0 0,0 0 1 0 0,-1 1-1 0 0,1-1 0 0 0,0 1 0 0 0,0-1 0 0 0,0 0 0 0 0,0 0 0 0 0,0 0 0 0 0,0 0 0 0 0,0 0 0 0 0,-1-1 0 0 0,-23-28 29 0 0,5-2-41 0 0,14 23-2 0 0,1 0-1 0 0,-1 0 1 0 0,-11-12-1 0 0,14 18 1 0 0,0 0 0 0 0,0 1 0 0 0,0 0 0 0 0,0-1-1 0 0,-1 1 1 0 0,1 0 0 0 0,-1 0 0 0 0,1 1 0 0 0,-1-1-1 0 0,0 1 1 0 0,1 0 0 0 0,-1 0 0 0 0,-6-1-1 0 0,-95-8-372 0 0,-110 4 0 0 0,-33-2-196 0 0,-20-21-619 0 0,198 22 688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3.2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1 137 4192 0 0,'51'32'756'0'0,"72"34"85"0"0,192 71-1 0 0,-278-122-706 0 0,107 41 151 0 0,2-6 0 0 0,2-7 0 0 0,2-7 0 0 0,224 27 0 0 0,-364-62-262 0 0,172 14 309 0 0,-135-13-229 0 0,89-8 0 0 0,-112 3-89 0 0,0-2-1 0 0,0 0 1 0 0,0-1-1 0 0,-1-2 1 0 0,28-12-1 0 0,-34 12-18 0 0,0-1-1 0 0,-1-1 1 0 0,-1-1-1 0 0,0 0 1 0 0,0 0-1 0 0,-1-2 1 0 0,23-25-1 0 0,-24 20 5 0 0,0 0 0 0 0,-1-1 0 0 0,-1 0-1 0 0,-1-1 1 0 0,0 0 0 0 0,-2-1 0 0 0,-1 0 0 0 0,8-34-1 0 0,-3 1-6 0 0,-3-1 0 0 0,2-69 0 0 0,-11 119 3 0 0,1 2-6 0 0,-1 0 0 0 0,0-1 0 0 0,0 1-1 0 0,0 0 1 0 0,0 0 0 0 0,0 0 0 0 0,-1 0 0 0 0,1 0 0 0 0,-1 0 0 0 0,-2-6-1 0 0,0 14-99 0 0,1-1 0 0 0,-1 1 0 0 0,1-1 0 0 0,0 1 0 0 0,-3 9 0 0 0,-12 47-1039 0 0,10-36 512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3.8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 18 5601 0 0,'0'0'12'0'0,"-1"-1"0"0"0,1 1 0 0 0,0-1 0 0 0,0 0 0 0 0,-1 1 1 0 0,1-1-1 0 0,0 1 0 0 0,0-1 0 0 0,0 1 0 0 0,-1-1 1 0 0,1 0-1 0 0,0 1 0 0 0,0-1 0 0 0,0 1 0 0 0,0-1 0 0 0,0 0 1 0 0,0 1-1 0 0,1-1 0 0 0,-1 1 0 0 0,0-1 0 0 0,0 1 0 0 0,0-1 1 0 0,0 0-1 0 0,1 1 0 0 0,-1-1 0 0 0,0 1 0 0 0,1-1 1 0 0,5-1 253 0 0,0 13-65 0 0,-5-2-139 0 0,0 1 0 0 0,0 0-1 0 0,-1 0 1 0 0,0 0-1 0 0,-1 0 1 0 0,-3 18 0 0 0,0 8 108 0 0,-1 43-120 0 0,3 1 0 0 0,4-1 0 0 0,13 80 0 0 0,6-87-971 0 0,-17-53 484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2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174 166 4192 0 0,'-14'-31'166'0'0,"7"19"5"0"0,2 1 0 0 0,0-2 0 0 0,0 1 0 0 0,-3-15 0 0 0,8 26-142 0 0,0-1-1 0 0,0 0 1 0 0,0 0-1 0 0,0 0 1 0 0,0 0-1 0 0,0 1 1 0 0,0-1 0 0 0,1 0-1 0 0,-1 0 1 0 0,1 0-1 0 0,0 1 1 0 0,-1-1-1 0 0,1 0 1 0 0,0 1-1 0 0,0-1 1 0 0,0 1-1 0 0,0-1 1 0 0,0 1 0 0 0,0-1-1 0 0,1 1 1 0 0,-1-1-1 0 0,0 1 1 0 0,1 0-1 0 0,-1 0 1 0 0,1 0-1 0 0,-1 0 1 0 0,1 0-1 0 0,0 0 1 0 0,-1 0 0 0 0,1 1-1 0 0,2-2 1 0 0,3 0 10 0 0,1-1 1 0 0,-1 1 0 0 0,0 1-1 0 0,0-1 1 0 0,1 1 0 0 0,12 0 0 0 0,-3 2-35 0 0,0 1 1 0 0,0 0-1 0 0,0 2 1 0 0,-1 0-1 0 0,1 0 1 0 0,-1 2-1 0 0,0 0 1 0 0,0 1-1 0 0,25 14 1 0 0,-39-19-5 0 0,1-1-1 0 0,-1 1 1 0 0,0-1 0 0 0,0 1 0 0 0,1 0-1 0 0,-1 0 1 0 0,0 0 0 0 0,-1 0 0 0 0,1 0 0 0 0,0 0-1 0 0,0 1 1 0 0,-1-1 0 0 0,0 1 0 0 0,1-1-1 0 0,-1 1 1 0 0,0-1 0 0 0,0 1 0 0 0,0 0-1 0 0,-1-1 1 0 0,1 1 0 0 0,0 5 0 0 0,-1-3 3 0 0,-1 0 0 0 0,0 0 0 0 0,0 0 0 0 0,0 0 0 0 0,0-1 0 0 0,-1 1 0 0 0,0 0 0 0 0,0-1 0 0 0,0 1 0 0 0,-1-1 0 0 0,-4 7 0 0 0,-1 0-35 0 0,-1-1 1 0 0,1 0 0 0 0,-2-1-1 0 0,0 0 1 0 0,0 0 0 0 0,0-1 0 0 0,-1-1-1 0 0,-1 1 1 0 0,-21 9 0 0 0,-11 3-113 0 0,-61 18 0 0 0,62-24-119 0 0,-55 9-1 0 0,82-21-148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5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111 174 4076 0 0,'0'0'268'0'0,"-10"15"-174"0"0,-3 1-25 0 0,6-6 321 0 0,0-1 0 0 0,0 1 0 0 0,-9 20 0 0 0,38-37-307 0 0,72-22-166 0 0,-89 27 77 0 0,0 0 1 0 0,1 0 0 0 0,-1 0 0 0 0,0 0 0 0 0,-1-1 0 0 0,1 0 0 0 0,0 0-1 0 0,-1 0 1 0 0,0-1 0 0 0,1 1 0 0 0,-1-1 0 0 0,-1 0 0 0 0,1 0 0 0 0,0 0-1 0 0,-1-1 1 0 0,0 1 0 0 0,0-1 0 0 0,-1 0 0 0 0,1 0 0 0 0,1-6 0 0 0,-3 9 2 0 0,1-2 6 0 0,-1 0 0 0 0,1 0 1 0 0,-1 0-1 0 0,-1 0 0 0 0,1 0 0 0 0,0 0 1 0 0,-1 0-1 0 0,0-1 0 0 0,0 1 0 0 0,0 0 1 0 0,-1 0-1 0 0,1 0 0 0 0,-1 0 0 0 0,0-1 1 0 0,0 1-1 0 0,0 0 0 0 0,-1 0 0 0 0,1 1 1 0 0,-1-1-1 0 0,0 0 0 0 0,0 0 0 0 0,-1 1 1 0 0,1-1-1 0 0,-1 1 0 0 0,1 0 0 0 0,-1 0 1 0 0,0 0-1 0 0,0 0 0 0 0,-4-2 0 0 0,3 1 1 0 0,0 1-1 0 0,0 0 1 0 0,0 1-1 0 0,-1-1 0 0 0,1 1 1 0 0,-1-1-1 0 0,1 1 1 0 0,-1 1-1 0 0,0-1 0 0 0,0 1 1 0 0,0 0-1 0 0,0 0 1 0 0,1 0-1 0 0,-1 0 0 0 0,-1 1 1 0 0,1 0-1 0 0,0 0 1 0 0,0 1-1 0 0,0-1 1 0 0,0 1-1 0 0,1 0 0 0 0,-1 0 1 0 0,0 1-1 0 0,-6 2 1 0 0,4 0 11 0 0,1 0 1 0 0,-1 1-1 0 0,1 0 1 0 0,0 0-1 0 0,0 0 1 0 0,0 1 0 0 0,1-1-1 0 0,-1 2 1 0 0,1-1-1 0 0,1 0 1 0 0,0 1 0 0 0,0 0-1 0 0,0 0 1 0 0,0 0-1 0 0,1 1 1 0 0,1-1-1 0 0,-1 1 1 0 0,1-1 0 0 0,-2 16-1 0 0,2-8 53 0 0,1 0-1 0 0,0 0 1 0 0,1 0 0 0 0,1 0-1 0 0,0 0 1 0 0,1-1-1 0 0,1 1 1 0 0,0 0-1 0 0,10 24 1 0 0,-9-29-95 0 0,1 0 1 0 0,0 0-1 0 0,0-1 1 0 0,1 0-1 0 0,1 0 0 0 0,-1-1 1 0 0,1 1-1 0 0,1-1 0 0 0,0-1 1 0 0,0 0-1 0 0,0 0 1 0 0,1 0-1 0 0,0-1 0 0 0,0 0 1 0 0,1-1-1 0 0,-1 0 1 0 0,1 0-1 0 0,0-1 0 0 0,1-1 1 0 0,-1 0-1 0 0,1 0 1 0 0,13 2-1 0 0,7-1-554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4.8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82 5513 0 0,'-5'-11'71'0'0,"3"9"756"0"0,6 5-763 0 0,9 7-69 0 0,-10-7-60 0 0,10 16 5 0 0,43 60 52 0 0,-51-72-4 0 0,-1-1 0 0 0,0 1-1 0 0,0 0 1 0 0,-1 0 0 0 0,1 1-1 0 0,2 8 1 0 0,0 4-66 0 0,-3-13 85 0 0,0 0 1 0 0,-1 0-1 0 0,0 0 1 0 0,0 1-1 0 0,-1-1 1 0 0,0 1-1 0 0,0 0 1 0 0,0-1-1 0 0,-2 16 1 0 0,1-22-5 0 0,0 0-1 0 0,0-1 1 0 0,0 1 0 0 0,-1 0 0 0 0,1 0-1 0 0,0 0 1 0 0,0 0 0 0 0,0-1-1 0 0,-1 1 1 0 0,1 0 0 0 0,0 0 0 0 0,-1 0-1 0 0,1-1 1 0 0,-1 1 0 0 0,1 0-1 0 0,-1-1 1 0 0,1 1 0 0 0,-1 0 0 0 0,1-1-1 0 0,-2 2 1 0 0,1-2-3 0 0,1 0 1 0 0,-1 0-1 0 0,0 0 0 0 0,1 0 1 0 0,-1 0-1 0 0,1 0 0 0 0,-1 0 1 0 0,0 0-1 0 0,1 0 0 0 0,-1 0 0 0 0,1 0 1 0 0,-1 0-1 0 0,0 0 0 0 0,1-1 1 0 0,-1 1-1 0 0,1 0 0 0 0,-1 0 1 0 0,1-1-1 0 0,-1 1 0 0 0,1 0 1 0 0,-2-1-1 0 0,0-1-4 0 0,-1-1 0 0 0,0 1 1 0 0,1-1-1 0 0,-1 1 0 0 0,1-1 0 0 0,0 0 1 0 0,-4-6-1 0 0,2 0-2 0 0,0-1 1 0 0,1 0-1 0 0,0 0 1 0 0,1 0-1 0 0,0 0 1 0 0,0-1 0 0 0,1 1-1 0 0,0 0 1 0 0,1-1-1 0 0,1 1 1 0 0,1-16-1 0 0,0 12-10 0 0,1 0 1 0 0,0 0-1 0 0,1 1 1 0 0,1-1-1 0 0,0 1 0 0 0,1 0 1 0 0,13-22-1 0 0,-16 31 8 0 0,0 0 0 0 0,0 0 0 0 0,0 1 0 0 0,0 0 0 0 0,1 0 0 0 0,-1 0 0 0 0,1 0 0 0 0,0 0 0 0 0,0 1 0 0 0,0-1 0 0 0,0 1 0 0 0,6-2 0 0 0,6-1-157 0 0,0 0 0 0 0,18-3 0 0 0,-9 3-310 0 0,-7-1-18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5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73 132 3608 0 0,'2'-7'128'0'0,"0"-1"-1"0"0,0 0 0 0 0,-1 0 1 0 0,0 0-1 0 0,-1 0 1 0 0,0 0-1 0 0,0 0 0 0 0,-1 0 1 0 0,0 0-1 0 0,0 0 1 0 0,-1 0-1 0 0,0 1 0 0 0,0-1 1 0 0,-5-9-1 0 0,7 17-118 0 0,0-1 0 0 0,0 1 0 0 0,0 0 0 0 0,0 0 0 0 0,0 0 0 0 0,0-1 0 0 0,0 1 0 0 0,-1 0 0 0 0,1 0 0 0 0,0 0 0 0 0,0 0 0 0 0,0-1 0 0 0,0 1 0 0 0,0 0 0 0 0,0 0 1 0 0,-1 0-1 0 0,1 0 0 0 0,0 0 0 0 0,0-1 0 0 0,0 1 0 0 0,-1 0 0 0 0,1 0 0 0 0,0 0 0 0 0,0 0 0 0 0,0 0 0 0 0,0 0 0 0 0,-1 0 0 0 0,1 0 0 0 0,0 0 0 0 0,0 0 0 0 0,-1 0 0 0 0,1 0 0 0 0,0 0 0 0 0,0 0 0 0 0,0 0 0 0 0,-1 0 0 0 0,1 0 0 0 0,-7 8 115 0 0,-5 17-88 0 0,11-20 15 0 0,-7 17-2 0 0,1 0 0 0 0,1 0 0 0 0,2 0 0 0 0,0 1 0 0 0,1 0 0 0 0,1 44 0 0 0,4-1 182 0 0,13 73 1 0 0,8 16 107 0 0,-3-37-223 0 0,6 192 0 0 0,-26-307-126 0 0,0-1 0 0 0,0 0-1 0 0,0 1 1 0 0,0-1 0 0 0,-1 0 0 0 0,1 1 0 0 0,-1-1-1 0 0,1 0 1 0 0,-2 4 0 0 0,2-6 6 0 0,0 0-1 0 0,0 0 1 0 0,-1 0-1 0 0,1 0 1 0 0,0 0-1 0 0,0 0 1 0 0,0 1-1 0 0,0-1 1 0 0,-1 0-1 0 0,1 0 1 0 0,0 0-1 0 0,0 0 1 0 0,0 0 0 0 0,-1 0-1 0 0,1 0 1 0 0,0 0-1 0 0,0 0 1 0 0,0 0-1 0 0,0 0 1 0 0,-1 0-1 0 0,1 0 1 0 0,0 0-1 0 0,0 0 1 0 0,0 0-1 0 0,-1 0 1 0 0,1 0-1 0 0,0 0 1 0 0,0 0-1 0 0,0 0 1 0 0,-1-1 0 0 0,1 1-1 0 0,0 0 1 0 0,0 0-1 0 0,0 0 1 0 0,0 0-1 0 0,-12-12-129 0 0,4-1 76 0 0,0 0 0 0 0,1-1 0 0 0,0 1 0 0 0,1-1 0 0 0,0 0 0 0 0,1-1 0 0 0,1 1 0 0 0,1-1 0 0 0,-3-16 0 0 0,2-10-54 0 0,0 0 1 0 0,4-45-1 0 0,7-50 147 0 0,50-259 0 0 0,-57 392 13 0 0,1-1 0 0 0,0 0 0 0 0,1 1-1 0 0,-1-1 1 0 0,1 0 0 0 0,-1 1 0 0 0,1 0 0 0 0,0-1 0 0 0,5-5 0 0 0,-5 10-30 0 0,0 0 1 0 0,0-1 0 0 0,1 1 0 0 0,-1 0 0 0 0,0 0 0 0 0,0 0-1 0 0,0 0 1 0 0,0 1 0 0 0,0-1 0 0 0,0 0 0 0 0,2 3 0 0 0,-3-3-3 0 0,8 7-32 0 0,0 0 1 0 0,-1 0 0 0 0,0 1 0 0 0,0 0 0 0 0,-1 1 0 0 0,0-1-1 0 0,-1 1 1 0 0,0 1 0 0 0,-1-1 0 0 0,0 1 0 0 0,0 0 0 0 0,-1 0-1 0 0,-1 0 1 0 0,0 1 0 0 0,2 11 0 0 0,-4-18 3 0 0,-1 1 0 0 0,0-1 0 0 0,0 0 0 0 0,-1 0 0 0 0,1 0 0 0 0,-1 0-1 0 0,0 1 1 0 0,0-1 0 0 0,-1-1 0 0 0,0 1 0 0 0,0 0 0 0 0,0 0 0 0 0,0 0 0 0 0,-1-1 0 0 0,1 0 0 0 0,-1 1 0 0 0,0-1 0 0 0,-7 6 0 0 0,-15 10-696 0 0,16-14 91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5.6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39 143 6881 0 0,'-31'18'19'0'0,"30"-18"-14"0"0,1 0 1 0 0,-1 1 0 0 0,1-1 0 0 0,-1 0-1 0 0,1 1 1 0 0,-1-1 0 0 0,1 1 0 0 0,0-1-1 0 0,-1 1 1 0 0,1-1 0 0 0,-1 1 0 0 0,1-1-1 0 0,0 1 1 0 0,0-1 0 0 0,-1 1 0 0 0,1-1-1 0 0,0 1 1 0 0,0 0 0 0 0,-1 0 0 0 0,2 0 3 0 0,-1-1 1 0 0,1 1 0 0 0,-1-1 0 0 0,0 1 0 0 0,1-1-1 0 0,-1 1 1 0 0,1-1 0 0 0,0 0 0 0 0,-1 1-1 0 0,1-1 1 0 0,-1 0 0 0 0,1 1 0 0 0,-1-1-1 0 0,1 0 1 0 0,0 0 0 0 0,-1 1 0 0 0,1-1-1 0 0,0 0 1 0 0,-1 0 0 0 0,1 0 0 0 0,0 0-1 0 0,-1 0 1 0 0,1 0 0 0 0,1 0 0 0 0,24 1 123 0 0,48-4 1 0 0,-30 0-66 0 0,444-36 141 0 0,-267 18-197 0 0,101-8-21 0 0,495-40-673 0 0,-582 55 151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7.5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1207 1 4696 0 0,'-23'0'48'0'0,"0"0"-1"0"0,0 2 1 0 0,1 1-1 0 0,-1 1 1 0 0,1 1-1 0 0,-1 1 1 0 0,1 1-1 0 0,1 0 0 0 0,0 2 1 0 0,0 1-1 0 0,0 0 1 0 0,-36 27-1 0 0,22-10 48 0 0,2 1-1 0 0,1 2 1 0 0,2 2-1 0 0,-40 51 1 0 0,-88 156 118 0 0,67-70-141 0 0,-74 196 1 0 0,-18 136-65 0 0,159-412 40 0 0,3 1 0 0 0,4 0 0 0 0,-8 166 0 0 0,26-100 166 0 0,7 0 0 0 0,7-1-1 0 0,42 182 1 0 0,54 155-298 0 0,-60-272 143 0 0,4 14-34 0 0,-36-169-33 0 0,40 95-1 0 0,-47-135 7 0 0,0-1-1 0 0,2-1 1 0 0,0 0 0 0 0,2-1 0 0 0,0 0-1 0 0,2-2 1 0 0,0 0 0 0 0,29 24 0 0 0,-31-30 0 0 0,1-2 1 0 0,1 0-1 0 0,0 0 1 0 0,0-2-1 0 0,1-1 0 0 0,0 0 1 0 0,1-1-1 0 0,0-1 1 0 0,0-1-1 0 0,0-1 1 0 0,27 4-1 0 0,4-6 2 0 0,-35-2-2 0 0,0 0 0 0 0,0 0 0 0 0,18 6 0 0 0,-32-7 2 0 0,-1 0 0 0 0,1 1 0 0 0,0-1 0 0 0,-1 1 0 0 0,1 0 0 0 0,0 0 0 0 0,-1-1-1 0 0,1 1 1 0 0,-1 0 0 0 0,1 0 0 0 0,-1 1 0 0 0,0-1 0 0 0,1 0 0 0 0,-1 0 0 0 0,0 1 0 0 0,0-1 0 0 0,0 0-1 0 0,0 1 1 0 0,0-1 0 0 0,1 4 0 0 0,-1-3 2 0 0,0 1-1 0 0,-1-1 1 0 0,0 1-1 0 0,0-1 1 0 0,1 1 0 0 0,-1-1-1 0 0,-1 1 1 0 0,1-1-1 0 0,0 1 1 0 0,-1-1 0 0 0,1 1-1 0 0,-1-1 1 0 0,-1 3-1 0 0,-2 6-3 0 0,-1-1-1 0 0,-1 0 0 0 0,1 0 0 0 0,-2-1 0 0 0,-8 12 1 0 0,-46 51 7 0 0,-2-2-1 0 0,-74 61 1 0 0,69-77 40 0 0,-102 62-1 0 0,75-54-103 0 0,91-59 49 0 0,-19 10-58 0 0,22-12 65 0 0,0-1 0 0 0,0 0 1 0 0,0 1-1 0 0,0-1 0 0 0,0 0 0 0 0,0 0 0 0 0,0 0 0 0 0,0 0 0 0 0,0 0 0 0 0,0 0 0 0 0,0 0 0 0 0,-1 0 0 0 0,1 0 0 0 0,0-1 1 0 0,0 1-1 0 0,0 0 0 0 0,0-1 0 0 0,0 1 0 0 0,0 0 0 0 0,-1-1 0 0 0,2 1 2 0 0,0-1 1 0 0,0 1-1 0 0,0 0 0 0 0,0 0 0 0 0,0 0 1 0 0,0 0-1 0 0,0 0 0 0 0,-1 0 0 0 0,1 0 1 0 0,0 0-1 0 0,0 0 0 0 0,0 0 1 0 0,0 0-1 0 0,0 0 0 0 0,0 0 0 0 0,0 0 1 0 0,0-1-1 0 0,0 1 0 0 0,-1 0 0 0 0,1 0 1 0 0,0 0-1 0 0,0 0 0 0 0,0 0 1 0 0,0 0-1 0 0,0 0 0 0 0,0 0 0 0 0,0-1 1 0 0,0 1-1 0 0,0 0 0 0 0,0 0 0 0 0,0 0 1 0 0,0 0-1 0 0,0 0 0 0 0,0 0 1 0 0,0-1-1 0 0,0 1 0 0 0,0 0 0 0 0,0 0 1 0 0,0 0-1 0 0,0 0 0 0 0,0 0 0 0 0,0 0 1 0 0,0 0-1 0 0,0-1 0 0 0,0 1 1 0 0,1 0-1 0 0,-1 0 0 0 0,0 0 0 0 0,7-3-18 0 0,8 0-95 0 0,15 5-759 0 0,-19 0 380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4-25T09:34:48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3784 0 0,'0'-3'36'0'0,"1"0"-1"0"0,-1 0 0 0 0,0 1 0 0 0,1-1 0 0 0,0 0 1 0 0,0 1-1 0 0,0-1 0 0 0,0 0 0 0 0,0 1 0 0 0,0-1 1 0 0,1 1-1 0 0,-1 0 0 0 0,1-1 0 0 0,-1 1 0 0 0,4-3 1 0 0,-3 4-3 0 0,1-1 1 0 0,-1 1 0 0 0,1 0-1 0 0,-1 0 1 0 0,1 0-1 0 0,0 0 1 0 0,-1 1 0 0 0,1-1-1 0 0,0 1 1 0 0,-1-1 0 0 0,1 1-1 0 0,0 0 1 0 0,0 0 0 0 0,0 0-1 0 0,4 1 1 0 0,44 5 126 0 0,1 2 0 0 0,-1 2 0 0 0,55 20 0 0 0,144 67 325 0 0,-213-79-400 0 0,0 2 0 0 0,-1 2 1 0 0,-1 1-1 0 0,-1 1 1 0 0,-2 3-1 0 0,0 0 0 0 0,-2 2 1 0 0,28 34-1 0 0,-19-15 3 0 0,-2 2 0 0 0,-2 1 1 0 0,-3 1-1 0 0,48 105 0 0 0,130 409 235 0 0,-168-420 79 0 0,42 299 0 0 0,-69-317-215 0 0,-6 0 0 0 0,-6 1 1 0 0,-17 172-1 0 0,6-238-83 0 0,-2-1 0 0 0,-3 0 0 0 0,-2-1-1 0 0,-4 0 1 0 0,-2-2 0 0 0,-2 0 0 0 0,-3-1-1 0 0,-61 98 1 0 0,30-74 23 0 0,-3-3 0 0 0,-126 129-1 0 0,147-171-121 0 0,-3-2 0 0 0,0-2-1 0 0,-3-2 1 0 0,0-2 0 0 0,-2-2-1 0 0,-1-1 1 0 0,-67 24 0 0 0,77-33 1 0 0,-28 9 138 0 0,61-25-92 0 0,-1 1 0 0 0,-1-1 0 0 0,1 0 0 0 0,0 0 0 0 0,0-1 0 0 0,0 0 0 0 0,0 0 0 0 0,0 0 0 0 0,-8-2 0 0 0,13 2-41 0 0,-1-1 1 0 0,1 1-1 0 0,-1-1 0 0 0,1 1 0 0 0,-1-1 0 0 0,1 0 0 0 0,0 0 0 0 0,-1 0 0 0 0,1 1 0 0 0,0-1 0 0 0,0 0 0 0 0,0-1 1 0 0,0 1-1 0 0,0 0 0 0 0,0 0 0 0 0,0 0 0 0 0,0-1 0 0 0,0 1 0 0 0,0 0 0 0 0,0-1 0 0 0,1 1 0 0 0,-1-1 1 0 0,1 1-1 0 0,-1-1 0 0 0,1 1 0 0 0,0-1 0 0 0,-1 1 0 0 0,1-1 0 0 0,0 1 0 0 0,0-1 0 0 0,0 1 0 0 0,0-1 0 0 0,0 1 1 0 0,1-1-1 0 0,0-2 0 0 0,0 0-29 0 0,0 4-117 0 0,-1-1 1 0 0,0 0-1 0 0,1 1 1 0 0,-1-1-1 0 0,0 0 1 0 0,0 1-1 0 0,1-1 1 0 0,-1 0-1 0 0,0 1 1 0 0,0-1-1 0 0,0 0 1 0 0,0 0-1 0 0,0 1 1 0 0,0-1-1 0 0,0 0 1 0 0,0-1 0 0 0,-4-4-787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21" Type="http://schemas.openxmlformats.org/officeDocument/2006/relationships/image" Target="../media/image2230.png"/><Relationship Id="rId42" Type="http://schemas.openxmlformats.org/officeDocument/2006/relationships/customXml" Target="../ink/ink22.xml"/><Relationship Id="rId47" Type="http://schemas.openxmlformats.org/officeDocument/2006/relationships/image" Target="../media/image2360.png"/><Relationship Id="rId63" Type="http://schemas.openxmlformats.org/officeDocument/2006/relationships/image" Target="../media/image2440.png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2570.png"/><Relationship Id="rId16" Type="http://schemas.openxmlformats.org/officeDocument/2006/relationships/customXml" Target="../ink/ink9.xml"/><Relationship Id="rId107" Type="http://schemas.openxmlformats.org/officeDocument/2006/relationships/image" Target="../media/image2660.png"/><Relationship Id="rId11" Type="http://schemas.openxmlformats.org/officeDocument/2006/relationships/image" Target="../media/image2180.png"/><Relationship Id="rId32" Type="http://schemas.openxmlformats.org/officeDocument/2006/relationships/customXml" Target="../ink/ink17.xml"/><Relationship Id="rId37" Type="http://schemas.openxmlformats.org/officeDocument/2006/relationships/image" Target="../media/image2310.png"/><Relationship Id="rId53" Type="http://schemas.openxmlformats.org/officeDocument/2006/relationships/image" Target="../media/image2390.png"/><Relationship Id="rId58" Type="http://schemas.openxmlformats.org/officeDocument/2006/relationships/customXml" Target="../ink/ink30.xml"/><Relationship Id="rId74" Type="http://schemas.openxmlformats.org/officeDocument/2006/relationships/customXml" Target="../ink/ink38.xml"/><Relationship Id="rId79" Type="http://schemas.openxmlformats.org/officeDocument/2006/relationships/image" Target="../media/image2520.png"/><Relationship Id="rId102" Type="http://schemas.openxmlformats.org/officeDocument/2006/relationships/customXml" Target="../ink/ink52.xml"/><Relationship Id="rId5" Type="http://schemas.openxmlformats.org/officeDocument/2006/relationships/image" Target="../media/image2150.png"/><Relationship Id="rId90" Type="http://schemas.openxmlformats.org/officeDocument/2006/relationships/customXml" Target="../ink/ink46.xml"/><Relationship Id="rId95" Type="http://schemas.openxmlformats.org/officeDocument/2006/relationships/image" Target="../media/image2600.png"/><Relationship Id="rId22" Type="http://schemas.openxmlformats.org/officeDocument/2006/relationships/customXml" Target="../ink/ink12.xml"/><Relationship Id="rId27" Type="http://schemas.openxmlformats.org/officeDocument/2006/relationships/image" Target="../media/image2260.png"/><Relationship Id="rId43" Type="http://schemas.openxmlformats.org/officeDocument/2006/relationships/image" Target="../media/image2340.png"/><Relationship Id="rId48" Type="http://schemas.openxmlformats.org/officeDocument/2006/relationships/customXml" Target="../ink/ink25.xml"/><Relationship Id="rId64" Type="http://schemas.openxmlformats.org/officeDocument/2006/relationships/customXml" Target="../ink/ink33.xml"/><Relationship Id="rId69" Type="http://schemas.openxmlformats.org/officeDocument/2006/relationships/image" Target="../media/image2470.png"/><Relationship Id="rId80" Type="http://schemas.openxmlformats.org/officeDocument/2006/relationships/customXml" Target="../ink/ink41.xml"/><Relationship Id="rId85" Type="http://schemas.openxmlformats.org/officeDocument/2006/relationships/image" Target="../media/image2550.png"/><Relationship Id="rId12" Type="http://schemas.openxmlformats.org/officeDocument/2006/relationships/customXml" Target="../ink/ink7.xml"/><Relationship Id="rId17" Type="http://schemas.openxmlformats.org/officeDocument/2006/relationships/image" Target="../media/image2210.png"/><Relationship Id="rId33" Type="http://schemas.openxmlformats.org/officeDocument/2006/relationships/image" Target="../media/image2290.png"/><Relationship Id="rId38" Type="http://schemas.openxmlformats.org/officeDocument/2006/relationships/customXml" Target="../ink/ink20.xml"/><Relationship Id="rId59" Type="http://schemas.openxmlformats.org/officeDocument/2006/relationships/image" Target="../media/image2420.png"/><Relationship Id="rId103" Type="http://schemas.openxmlformats.org/officeDocument/2006/relationships/image" Target="../media/image2640.png"/><Relationship Id="rId108" Type="http://schemas.openxmlformats.org/officeDocument/2006/relationships/customXml" Target="../ink/ink55.xml"/><Relationship Id="rId54" Type="http://schemas.openxmlformats.org/officeDocument/2006/relationships/customXml" Target="../ink/ink28.xml"/><Relationship Id="rId70" Type="http://schemas.openxmlformats.org/officeDocument/2006/relationships/customXml" Target="../ink/ink36.xml"/><Relationship Id="rId75" Type="http://schemas.openxmlformats.org/officeDocument/2006/relationships/image" Target="../media/image2500.png"/><Relationship Id="rId91" Type="http://schemas.openxmlformats.org/officeDocument/2006/relationships/image" Target="../media/image2580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5" Type="http://schemas.openxmlformats.org/officeDocument/2006/relationships/image" Target="../media/image2200.png"/><Relationship Id="rId23" Type="http://schemas.openxmlformats.org/officeDocument/2006/relationships/image" Target="../media/image2240.png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370.png"/><Relationship Id="rId57" Type="http://schemas.openxmlformats.org/officeDocument/2006/relationships/image" Target="../media/image2410.png"/><Relationship Id="rId106" Type="http://schemas.openxmlformats.org/officeDocument/2006/relationships/customXml" Target="../ink/ink54.xml"/><Relationship Id="rId10" Type="http://schemas.openxmlformats.org/officeDocument/2006/relationships/customXml" Target="../ink/ink6.xml"/><Relationship Id="rId31" Type="http://schemas.openxmlformats.org/officeDocument/2006/relationships/image" Target="../media/image2280.png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image" Target="../media/image2450.png"/><Relationship Id="rId73" Type="http://schemas.openxmlformats.org/officeDocument/2006/relationships/image" Target="../media/image2490.png"/><Relationship Id="rId78" Type="http://schemas.openxmlformats.org/officeDocument/2006/relationships/customXml" Target="../ink/ink40.xml"/><Relationship Id="rId81" Type="http://schemas.openxmlformats.org/officeDocument/2006/relationships/image" Target="../media/image2530.png"/><Relationship Id="rId86" Type="http://schemas.openxmlformats.org/officeDocument/2006/relationships/customXml" Target="../ink/ink44.xml"/><Relationship Id="rId94" Type="http://schemas.openxmlformats.org/officeDocument/2006/relationships/customXml" Target="../ink/ink48.xml"/><Relationship Id="rId99" Type="http://schemas.openxmlformats.org/officeDocument/2006/relationships/image" Target="../media/image2620.png"/><Relationship Id="rId101" Type="http://schemas.openxmlformats.org/officeDocument/2006/relationships/image" Target="../media/image2630.png"/><Relationship Id="rId4" Type="http://schemas.openxmlformats.org/officeDocument/2006/relationships/customXml" Target="../ink/ink3.xml"/><Relationship Id="rId9" Type="http://schemas.openxmlformats.org/officeDocument/2006/relationships/image" Target="../media/image2170.png"/><Relationship Id="rId13" Type="http://schemas.openxmlformats.org/officeDocument/2006/relationships/image" Target="../media/image2190.png"/><Relationship Id="rId18" Type="http://schemas.openxmlformats.org/officeDocument/2006/relationships/customXml" Target="../ink/ink10.xml"/><Relationship Id="rId39" Type="http://schemas.openxmlformats.org/officeDocument/2006/relationships/image" Target="../media/image2320.png"/><Relationship Id="rId109" Type="http://schemas.openxmlformats.org/officeDocument/2006/relationships/image" Target="../media/image2670.png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2400.png"/><Relationship Id="rId76" Type="http://schemas.openxmlformats.org/officeDocument/2006/relationships/customXml" Target="../ink/ink39.xml"/><Relationship Id="rId97" Type="http://schemas.openxmlformats.org/officeDocument/2006/relationships/image" Target="../media/image2610.png"/><Relationship Id="rId104" Type="http://schemas.openxmlformats.org/officeDocument/2006/relationships/customXml" Target="../ink/ink53.xml"/><Relationship Id="rId7" Type="http://schemas.openxmlformats.org/officeDocument/2006/relationships/image" Target="../media/image2160.png"/><Relationship Id="rId71" Type="http://schemas.openxmlformats.org/officeDocument/2006/relationships/image" Target="../media/image2480.png"/><Relationship Id="rId92" Type="http://schemas.openxmlformats.org/officeDocument/2006/relationships/customXml" Target="../ink/ink47.xml"/><Relationship Id="rId2" Type="http://schemas.openxmlformats.org/officeDocument/2006/relationships/customXml" Target="../ink/ink2.xml"/><Relationship Id="rId29" Type="http://schemas.openxmlformats.org/officeDocument/2006/relationships/image" Target="../media/image2270.png"/><Relationship Id="rId24" Type="http://schemas.openxmlformats.org/officeDocument/2006/relationships/customXml" Target="../ink/ink13.xml"/><Relationship Id="rId40" Type="http://schemas.openxmlformats.org/officeDocument/2006/relationships/customXml" Target="../ink/ink21.xml"/><Relationship Id="rId45" Type="http://schemas.openxmlformats.org/officeDocument/2006/relationships/image" Target="../media/image2350.png"/><Relationship Id="rId66" Type="http://schemas.openxmlformats.org/officeDocument/2006/relationships/customXml" Target="../ink/ink34.xml"/><Relationship Id="rId87" Type="http://schemas.openxmlformats.org/officeDocument/2006/relationships/image" Target="../media/image2560.png"/><Relationship Id="rId61" Type="http://schemas.openxmlformats.org/officeDocument/2006/relationships/image" Target="../media/image2430.png"/><Relationship Id="rId82" Type="http://schemas.openxmlformats.org/officeDocument/2006/relationships/customXml" Target="../ink/ink42.xml"/><Relationship Id="rId19" Type="http://schemas.openxmlformats.org/officeDocument/2006/relationships/image" Target="../media/image2220.png"/><Relationship Id="rId14" Type="http://schemas.openxmlformats.org/officeDocument/2006/relationships/customXml" Target="../ink/ink8.xml"/><Relationship Id="rId30" Type="http://schemas.openxmlformats.org/officeDocument/2006/relationships/customXml" Target="../ink/ink16.xml"/><Relationship Id="rId35" Type="http://schemas.openxmlformats.org/officeDocument/2006/relationships/image" Target="../media/image2300.png"/><Relationship Id="rId56" Type="http://schemas.openxmlformats.org/officeDocument/2006/relationships/customXml" Target="../ink/ink29.xml"/><Relationship Id="rId77" Type="http://schemas.openxmlformats.org/officeDocument/2006/relationships/image" Target="../media/image2510.png"/><Relationship Id="rId100" Type="http://schemas.openxmlformats.org/officeDocument/2006/relationships/customXml" Target="../ink/ink51.xml"/><Relationship Id="rId105" Type="http://schemas.openxmlformats.org/officeDocument/2006/relationships/image" Target="../media/image2650.png"/><Relationship Id="rId8" Type="http://schemas.openxmlformats.org/officeDocument/2006/relationships/customXml" Target="../ink/ink5.xml"/><Relationship Id="rId51" Type="http://schemas.openxmlformats.org/officeDocument/2006/relationships/image" Target="../media/image2380.png"/><Relationship Id="rId72" Type="http://schemas.openxmlformats.org/officeDocument/2006/relationships/customXml" Target="../ink/ink37.xml"/><Relationship Id="rId93" Type="http://schemas.openxmlformats.org/officeDocument/2006/relationships/image" Target="../media/image2590.png"/><Relationship Id="rId98" Type="http://schemas.openxmlformats.org/officeDocument/2006/relationships/customXml" Target="../ink/ink50.xml"/><Relationship Id="rId3" Type="http://schemas.openxmlformats.org/officeDocument/2006/relationships/image" Target="../media/image650.png"/><Relationship Id="rId25" Type="http://schemas.openxmlformats.org/officeDocument/2006/relationships/image" Target="../media/image2250.png"/><Relationship Id="rId46" Type="http://schemas.openxmlformats.org/officeDocument/2006/relationships/customXml" Target="../ink/ink24.xml"/><Relationship Id="rId67" Type="http://schemas.openxmlformats.org/officeDocument/2006/relationships/image" Target="../media/image2460.png"/><Relationship Id="rId20" Type="http://schemas.openxmlformats.org/officeDocument/2006/relationships/customXml" Target="../ink/ink11.xml"/><Relationship Id="rId41" Type="http://schemas.openxmlformats.org/officeDocument/2006/relationships/image" Target="../media/image2330.png"/><Relationship Id="rId62" Type="http://schemas.openxmlformats.org/officeDocument/2006/relationships/customXml" Target="../ink/ink32.xml"/><Relationship Id="rId83" Type="http://schemas.openxmlformats.org/officeDocument/2006/relationships/image" Target="../media/image2540.png"/><Relationship Id="rId88" Type="http://schemas.openxmlformats.org/officeDocument/2006/relationships/customXml" Target="../ink/ink45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50.png"/><Relationship Id="rId21" Type="http://schemas.openxmlformats.org/officeDocument/2006/relationships/image" Target="../media/image2770.png"/><Relationship Id="rId42" Type="http://schemas.openxmlformats.org/officeDocument/2006/relationships/customXml" Target="../ink/ink76.xml"/><Relationship Id="rId63" Type="http://schemas.openxmlformats.org/officeDocument/2006/relationships/image" Target="../media/image2980.png"/><Relationship Id="rId84" Type="http://schemas.openxmlformats.org/officeDocument/2006/relationships/customXml" Target="../ink/ink97.xml"/><Relationship Id="rId138" Type="http://schemas.openxmlformats.org/officeDocument/2006/relationships/customXml" Target="../ink/ink124.xml"/><Relationship Id="rId159" Type="http://schemas.openxmlformats.org/officeDocument/2006/relationships/image" Target="../media/image3460.png"/><Relationship Id="rId170" Type="http://schemas.openxmlformats.org/officeDocument/2006/relationships/customXml" Target="../ink/ink140.xml"/><Relationship Id="rId191" Type="http://schemas.openxmlformats.org/officeDocument/2006/relationships/image" Target="../media/image3620.png"/><Relationship Id="rId205" Type="http://schemas.openxmlformats.org/officeDocument/2006/relationships/image" Target="../media/image3690.png"/><Relationship Id="rId107" Type="http://schemas.openxmlformats.org/officeDocument/2006/relationships/image" Target="../media/image3200.png"/><Relationship Id="rId11" Type="http://schemas.openxmlformats.org/officeDocument/2006/relationships/image" Target="../media/image2720.png"/><Relationship Id="rId32" Type="http://schemas.openxmlformats.org/officeDocument/2006/relationships/customXml" Target="../ink/ink71.xml"/><Relationship Id="rId53" Type="http://schemas.openxmlformats.org/officeDocument/2006/relationships/image" Target="../media/image2930.png"/><Relationship Id="rId74" Type="http://schemas.openxmlformats.org/officeDocument/2006/relationships/customXml" Target="../ink/ink92.xml"/><Relationship Id="rId128" Type="http://schemas.openxmlformats.org/officeDocument/2006/relationships/customXml" Target="../ink/ink119.xml"/><Relationship Id="rId149" Type="http://schemas.openxmlformats.org/officeDocument/2006/relationships/image" Target="../media/image3410.png"/><Relationship Id="rId5" Type="http://schemas.openxmlformats.org/officeDocument/2006/relationships/image" Target="../media/image2690.png"/><Relationship Id="rId95" Type="http://schemas.openxmlformats.org/officeDocument/2006/relationships/image" Target="../media/image3140.png"/><Relationship Id="rId160" Type="http://schemas.openxmlformats.org/officeDocument/2006/relationships/customXml" Target="../ink/ink135.xml"/><Relationship Id="rId181" Type="http://schemas.openxmlformats.org/officeDocument/2006/relationships/image" Target="../media/image3570.png"/><Relationship Id="rId22" Type="http://schemas.openxmlformats.org/officeDocument/2006/relationships/customXml" Target="../ink/ink66.xml"/><Relationship Id="rId43" Type="http://schemas.openxmlformats.org/officeDocument/2006/relationships/image" Target="../media/image2880.png"/><Relationship Id="rId64" Type="http://schemas.openxmlformats.org/officeDocument/2006/relationships/customXml" Target="../ink/ink87.xml"/><Relationship Id="rId118" Type="http://schemas.openxmlformats.org/officeDocument/2006/relationships/customXml" Target="../ink/ink114.xml"/><Relationship Id="rId139" Type="http://schemas.openxmlformats.org/officeDocument/2006/relationships/image" Target="../media/image3360.png"/><Relationship Id="rId85" Type="http://schemas.openxmlformats.org/officeDocument/2006/relationships/image" Target="../media/image3090.png"/><Relationship Id="rId150" Type="http://schemas.openxmlformats.org/officeDocument/2006/relationships/customXml" Target="../ink/ink130.xml"/><Relationship Id="rId171" Type="http://schemas.openxmlformats.org/officeDocument/2006/relationships/image" Target="../media/image3520.png"/><Relationship Id="rId192" Type="http://schemas.openxmlformats.org/officeDocument/2006/relationships/customXml" Target="../ink/ink151.xml"/><Relationship Id="rId206" Type="http://schemas.openxmlformats.org/officeDocument/2006/relationships/customXml" Target="../ink/ink158.xml"/><Relationship Id="rId12" Type="http://schemas.openxmlformats.org/officeDocument/2006/relationships/customXml" Target="../ink/ink61.xml"/><Relationship Id="rId33" Type="http://schemas.openxmlformats.org/officeDocument/2006/relationships/image" Target="../media/image2830.png"/><Relationship Id="rId108" Type="http://schemas.openxmlformats.org/officeDocument/2006/relationships/customXml" Target="../ink/ink109.xml"/><Relationship Id="rId129" Type="http://schemas.openxmlformats.org/officeDocument/2006/relationships/image" Target="../media/image3310.png"/><Relationship Id="rId54" Type="http://schemas.openxmlformats.org/officeDocument/2006/relationships/customXml" Target="../ink/ink82.xml"/><Relationship Id="rId75" Type="http://schemas.openxmlformats.org/officeDocument/2006/relationships/image" Target="../media/image3040.png"/><Relationship Id="rId96" Type="http://schemas.openxmlformats.org/officeDocument/2006/relationships/customXml" Target="../ink/ink103.xml"/><Relationship Id="rId140" Type="http://schemas.openxmlformats.org/officeDocument/2006/relationships/customXml" Target="../ink/ink125.xml"/><Relationship Id="rId161" Type="http://schemas.openxmlformats.org/officeDocument/2006/relationships/image" Target="../media/image3470.png"/><Relationship Id="rId182" Type="http://schemas.openxmlformats.org/officeDocument/2006/relationships/customXml" Target="../ink/ink146.xml"/><Relationship Id="rId6" Type="http://schemas.openxmlformats.org/officeDocument/2006/relationships/customXml" Target="../ink/ink58.xml"/><Relationship Id="rId23" Type="http://schemas.openxmlformats.org/officeDocument/2006/relationships/image" Target="../media/image2780.png"/><Relationship Id="rId119" Type="http://schemas.openxmlformats.org/officeDocument/2006/relationships/image" Target="../media/image3260.png"/><Relationship Id="rId44" Type="http://schemas.openxmlformats.org/officeDocument/2006/relationships/customXml" Target="../ink/ink77.xml"/><Relationship Id="rId65" Type="http://schemas.openxmlformats.org/officeDocument/2006/relationships/image" Target="../media/image2990.png"/><Relationship Id="rId86" Type="http://schemas.openxmlformats.org/officeDocument/2006/relationships/customXml" Target="../ink/ink98.xml"/><Relationship Id="rId130" Type="http://schemas.openxmlformats.org/officeDocument/2006/relationships/customXml" Target="../ink/ink120.xml"/><Relationship Id="rId151" Type="http://schemas.openxmlformats.org/officeDocument/2006/relationships/image" Target="../media/image3420.png"/><Relationship Id="rId172" Type="http://schemas.openxmlformats.org/officeDocument/2006/relationships/customXml" Target="../ink/ink141.xml"/><Relationship Id="rId193" Type="http://schemas.openxmlformats.org/officeDocument/2006/relationships/image" Target="../media/image3630.png"/><Relationship Id="rId207" Type="http://schemas.openxmlformats.org/officeDocument/2006/relationships/image" Target="../media/image3700.png"/><Relationship Id="rId13" Type="http://schemas.openxmlformats.org/officeDocument/2006/relationships/image" Target="../media/image2730.png"/><Relationship Id="rId109" Type="http://schemas.openxmlformats.org/officeDocument/2006/relationships/image" Target="../media/image3210.png"/><Relationship Id="rId34" Type="http://schemas.openxmlformats.org/officeDocument/2006/relationships/customXml" Target="../ink/ink72.xml"/><Relationship Id="rId55" Type="http://schemas.openxmlformats.org/officeDocument/2006/relationships/image" Target="../media/image2940.png"/><Relationship Id="rId76" Type="http://schemas.openxmlformats.org/officeDocument/2006/relationships/customXml" Target="../ink/ink93.xml"/><Relationship Id="rId97" Type="http://schemas.openxmlformats.org/officeDocument/2006/relationships/image" Target="../media/image3150.png"/><Relationship Id="rId120" Type="http://schemas.openxmlformats.org/officeDocument/2006/relationships/customXml" Target="../ink/ink115.xml"/><Relationship Id="rId141" Type="http://schemas.openxmlformats.org/officeDocument/2006/relationships/image" Target="../media/image3370.png"/><Relationship Id="rId7" Type="http://schemas.openxmlformats.org/officeDocument/2006/relationships/image" Target="../media/image2700.png"/><Relationship Id="rId162" Type="http://schemas.openxmlformats.org/officeDocument/2006/relationships/customXml" Target="../ink/ink136.xml"/><Relationship Id="rId183" Type="http://schemas.openxmlformats.org/officeDocument/2006/relationships/image" Target="../media/image3580.png"/><Relationship Id="rId24" Type="http://schemas.openxmlformats.org/officeDocument/2006/relationships/customXml" Target="../ink/ink67.xml"/><Relationship Id="rId45" Type="http://schemas.openxmlformats.org/officeDocument/2006/relationships/image" Target="../media/image2890.png"/><Relationship Id="rId66" Type="http://schemas.openxmlformats.org/officeDocument/2006/relationships/customXml" Target="../ink/ink88.xml"/><Relationship Id="rId87" Type="http://schemas.openxmlformats.org/officeDocument/2006/relationships/image" Target="../media/image3100.png"/><Relationship Id="rId110" Type="http://schemas.openxmlformats.org/officeDocument/2006/relationships/customXml" Target="../ink/ink110.xml"/><Relationship Id="rId131" Type="http://schemas.openxmlformats.org/officeDocument/2006/relationships/image" Target="../media/image3320.png"/><Relationship Id="rId61" Type="http://schemas.openxmlformats.org/officeDocument/2006/relationships/image" Target="../media/image2970.png"/><Relationship Id="rId82" Type="http://schemas.openxmlformats.org/officeDocument/2006/relationships/customXml" Target="../ink/ink96.xml"/><Relationship Id="rId152" Type="http://schemas.openxmlformats.org/officeDocument/2006/relationships/customXml" Target="../ink/ink131.xml"/><Relationship Id="rId173" Type="http://schemas.openxmlformats.org/officeDocument/2006/relationships/image" Target="../media/image3530.png"/><Relationship Id="rId194" Type="http://schemas.openxmlformats.org/officeDocument/2006/relationships/customXml" Target="../ink/ink152.xml"/><Relationship Id="rId199" Type="http://schemas.openxmlformats.org/officeDocument/2006/relationships/image" Target="../media/image3660.png"/><Relationship Id="rId203" Type="http://schemas.openxmlformats.org/officeDocument/2006/relationships/image" Target="../media/image3680.png"/><Relationship Id="rId208" Type="http://schemas.openxmlformats.org/officeDocument/2006/relationships/customXml" Target="../ink/ink159.xml"/><Relationship Id="rId19" Type="http://schemas.openxmlformats.org/officeDocument/2006/relationships/image" Target="../media/image2760.png"/><Relationship Id="rId14" Type="http://schemas.openxmlformats.org/officeDocument/2006/relationships/customXml" Target="../ink/ink62.xml"/><Relationship Id="rId30" Type="http://schemas.openxmlformats.org/officeDocument/2006/relationships/customXml" Target="../ink/ink70.xml"/><Relationship Id="rId35" Type="http://schemas.openxmlformats.org/officeDocument/2006/relationships/image" Target="../media/image2840.png"/><Relationship Id="rId56" Type="http://schemas.openxmlformats.org/officeDocument/2006/relationships/customXml" Target="../ink/ink83.xml"/><Relationship Id="rId77" Type="http://schemas.openxmlformats.org/officeDocument/2006/relationships/image" Target="../media/image3050.png"/><Relationship Id="rId100" Type="http://schemas.openxmlformats.org/officeDocument/2006/relationships/customXml" Target="../ink/ink105.xml"/><Relationship Id="rId105" Type="http://schemas.openxmlformats.org/officeDocument/2006/relationships/image" Target="../media/image3190.png"/><Relationship Id="rId126" Type="http://schemas.openxmlformats.org/officeDocument/2006/relationships/customXml" Target="../ink/ink118.xml"/><Relationship Id="rId147" Type="http://schemas.openxmlformats.org/officeDocument/2006/relationships/image" Target="../media/image3400.png"/><Relationship Id="rId168" Type="http://schemas.openxmlformats.org/officeDocument/2006/relationships/customXml" Target="../ink/ink139.xml"/><Relationship Id="rId8" Type="http://schemas.openxmlformats.org/officeDocument/2006/relationships/customXml" Target="../ink/ink59.xml"/><Relationship Id="rId51" Type="http://schemas.openxmlformats.org/officeDocument/2006/relationships/image" Target="../media/image2920.png"/><Relationship Id="rId72" Type="http://schemas.openxmlformats.org/officeDocument/2006/relationships/customXml" Target="../ink/ink91.xml"/><Relationship Id="rId93" Type="http://schemas.openxmlformats.org/officeDocument/2006/relationships/image" Target="../media/image3130.png"/><Relationship Id="rId98" Type="http://schemas.openxmlformats.org/officeDocument/2006/relationships/customXml" Target="../ink/ink104.xml"/><Relationship Id="rId121" Type="http://schemas.openxmlformats.org/officeDocument/2006/relationships/image" Target="../media/image3270.png"/><Relationship Id="rId142" Type="http://schemas.openxmlformats.org/officeDocument/2006/relationships/customXml" Target="../ink/ink126.xml"/><Relationship Id="rId163" Type="http://schemas.openxmlformats.org/officeDocument/2006/relationships/image" Target="../media/image3480.png"/><Relationship Id="rId184" Type="http://schemas.openxmlformats.org/officeDocument/2006/relationships/customXml" Target="../ink/ink147.xml"/><Relationship Id="rId189" Type="http://schemas.openxmlformats.org/officeDocument/2006/relationships/image" Target="../media/image3610.png"/><Relationship Id="rId3" Type="http://schemas.openxmlformats.org/officeDocument/2006/relationships/image" Target="../media/image2680.png"/><Relationship Id="rId25" Type="http://schemas.openxmlformats.org/officeDocument/2006/relationships/image" Target="../media/image2790.png"/><Relationship Id="rId46" Type="http://schemas.openxmlformats.org/officeDocument/2006/relationships/customXml" Target="../ink/ink78.xml"/><Relationship Id="rId67" Type="http://schemas.openxmlformats.org/officeDocument/2006/relationships/image" Target="../media/image3000.png"/><Relationship Id="rId116" Type="http://schemas.openxmlformats.org/officeDocument/2006/relationships/customXml" Target="../ink/ink113.xml"/><Relationship Id="rId137" Type="http://schemas.openxmlformats.org/officeDocument/2006/relationships/image" Target="../media/image3350.png"/><Relationship Id="rId158" Type="http://schemas.openxmlformats.org/officeDocument/2006/relationships/customXml" Target="../ink/ink134.xml"/><Relationship Id="rId20" Type="http://schemas.openxmlformats.org/officeDocument/2006/relationships/customXml" Target="../ink/ink65.xml"/><Relationship Id="rId41" Type="http://schemas.openxmlformats.org/officeDocument/2006/relationships/image" Target="../media/image2870.png"/><Relationship Id="rId62" Type="http://schemas.openxmlformats.org/officeDocument/2006/relationships/customXml" Target="../ink/ink86.xml"/><Relationship Id="rId83" Type="http://schemas.openxmlformats.org/officeDocument/2006/relationships/image" Target="../media/image3080.png"/><Relationship Id="rId88" Type="http://schemas.openxmlformats.org/officeDocument/2006/relationships/customXml" Target="../ink/ink99.xml"/><Relationship Id="rId111" Type="http://schemas.openxmlformats.org/officeDocument/2006/relationships/image" Target="../media/image3220.png"/><Relationship Id="rId132" Type="http://schemas.openxmlformats.org/officeDocument/2006/relationships/customXml" Target="../ink/ink121.xml"/><Relationship Id="rId153" Type="http://schemas.openxmlformats.org/officeDocument/2006/relationships/image" Target="../media/image3430.png"/><Relationship Id="rId174" Type="http://schemas.openxmlformats.org/officeDocument/2006/relationships/customXml" Target="../ink/ink142.xml"/><Relationship Id="rId179" Type="http://schemas.openxmlformats.org/officeDocument/2006/relationships/image" Target="../media/image3560.png"/><Relationship Id="rId195" Type="http://schemas.openxmlformats.org/officeDocument/2006/relationships/image" Target="../media/image3640.png"/><Relationship Id="rId209" Type="http://schemas.openxmlformats.org/officeDocument/2006/relationships/image" Target="../media/image3710.png"/><Relationship Id="rId190" Type="http://schemas.openxmlformats.org/officeDocument/2006/relationships/customXml" Target="../ink/ink150.xml"/><Relationship Id="rId204" Type="http://schemas.openxmlformats.org/officeDocument/2006/relationships/customXml" Target="../ink/ink157.xml"/><Relationship Id="rId15" Type="http://schemas.openxmlformats.org/officeDocument/2006/relationships/image" Target="../media/image2740.png"/><Relationship Id="rId36" Type="http://schemas.openxmlformats.org/officeDocument/2006/relationships/customXml" Target="../ink/ink73.xml"/><Relationship Id="rId57" Type="http://schemas.openxmlformats.org/officeDocument/2006/relationships/image" Target="../media/image2950.png"/><Relationship Id="rId106" Type="http://schemas.openxmlformats.org/officeDocument/2006/relationships/customXml" Target="../ink/ink108.xml"/><Relationship Id="rId127" Type="http://schemas.openxmlformats.org/officeDocument/2006/relationships/image" Target="../media/image3300.png"/><Relationship Id="rId10" Type="http://schemas.openxmlformats.org/officeDocument/2006/relationships/customXml" Target="../ink/ink60.xml"/><Relationship Id="rId31" Type="http://schemas.openxmlformats.org/officeDocument/2006/relationships/image" Target="../media/image2820.png"/><Relationship Id="rId52" Type="http://schemas.openxmlformats.org/officeDocument/2006/relationships/customXml" Target="../ink/ink81.xml"/><Relationship Id="rId73" Type="http://schemas.openxmlformats.org/officeDocument/2006/relationships/image" Target="../media/image3030.png"/><Relationship Id="rId78" Type="http://schemas.openxmlformats.org/officeDocument/2006/relationships/customXml" Target="../ink/ink94.xml"/><Relationship Id="rId94" Type="http://schemas.openxmlformats.org/officeDocument/2006/relationships/customXml" Target="../ink/ink102.xml"/><Relationship Id="rId99" Type="http://schemas.openxmlformats.org/officeDocument/2006/relationships/image" Target="../media/image3160.png"/><Relationship Id="rId101" Type="http://schemas.openxmlformats.org/officeDocument/2006/relationships/image" Target="../media/image3170.png"/><Relationship Id="rId122" Type="http://schemas.openxmlformats.org/officeDocument/2006/relationships/customXml" Target="../ink/ink116.xml"/><Relationship Id="rId143" Type="http://schemas.openxmlformats.org/officeDocument/2006/relationships/image" Target="../media/image3380.png"/><Relationship Id="rId148" Type="http://schemas.openxmlformats.org/officeDocument/2006/relationships/customXml" Target="../ink/ink129.xml"/><Relationship Id="rId164" Type="http://schemas.openxmlformats.org/officeDocument/2006/relationships/customXml" Target="../ink/ink137.xml"/><Relationship Id="rId169" Type="http://schemas.openxmlformats.org/officeDocument/2006/relationships/image" Target="../media/image3510.png"/><Relationship Id="rId185" Type="http://schemas.openxmlformats.org/officeDocument/2006/relationships/image" Target="../media/image3590.png"/><Relationship Id="rId4" Type="http://schemas.openxmlformats.org/officeDocument/2006/relationships/customXml" Target="../ink/ink57.xml"/><Relationship Id="rId9" Type="http://schemas.openxmlformats.org/officeDocument/2006/relationships/image" Target="../media/image2710.png"/><Relationship Id="rId180" Type="http://schemas.openxmlformats.org/officeDocument/2006/relationships/customXml" Target="../ink/ink145.xml"/><Relationship Id="rId210" Type="http://schemas.openxmlformats.org/officeDocument/2006/relationships/customXml" Target="../ink/ink160.xml"/><Relationship Id="rId26" Type="http://schemas.openxmlformats.org/officeDocument/2006/relationships/customXml" Target="../ink/ink68.xml"/><Relationship Id="rId47" Type="http://schemas.openxmlformats.org/officeDocument/2006/relationships/image" Target="../media/image2900.png"/><Relationship Id="rId68" Type="http://schemas.openxmlformats.org/officeDocument/2006/relationships/customXml" Target="../ink/ink89.xml"/><Relationship Id="rId89" Type="http://schemas.openxmlformats.org/officeDocument/2006/relationships/image" Target="../media/image3110.png"/><Relationship Id="rId112" Type="http://schemas.openxmlformats.org/officeDocument/2006/relationships/customXml" Target="../ink/ink111.xml"/><Relationship Id="rId133" Type="http://schemas.openxmlformats.org/officeDocument/2006/relationships/image" Target="../media/image3330.png"/><Relationship Id="rId154" Type="http://schemas.openxmlformats.org/officeDocument/2006/relationships/customXml" Target="../ink/ink132.xml"/><Relationship Id="rId175" Type="http://schemas.openxmlformats.org/officeDocument/2006/relationships/image" Target="../media/image3540.png"/><Relationship Id="rId196" Type="http://schemas.openxmlformats.org/officeDocument/2006/relationships/customXml" Target="../ink/ink153.xml"/><Relationship Id="rId200" Type="http://schemas.openxmlformats.org/officeDocument/2006/relationships/customXml" Target="../ink/ink155.xml"/><Relationship Id="rId16" Type="http://schemas.openxmlformats.org/officeDocument/2006/relationships/customXml" Target="../ink/ink63.xml"/><Relationship Id="rId37" Type="http://schemas.openxmlformats.org/officeDocument/2006/relationships/image" Target="../media/image2850.png"/><Relationship Id="rId58" Type="http://schemas.openxmlformats.org/officeDocument/2006/relationships/customXml" Target="../ink/ink84.xml"/><Relationship Id="rId79" Type="http://schemas.openxmlformats.org/officeDocument/2006/relationships/image" Target="../media/image3060.png"/><Relationship Id="rId102" Type="http://schemas.openxmlformats.org/officeDocument/2006/relationships/customXml" Target="../ink/ink106.xml"/><Relationship Id="rId123" Type="http://schemas.openxmlformats.org/officeDocument/2006/relationships/image" Target="../media/image3280.png"/><Relationship Id="rId144" Type="http://schemas.openxmlformats.org/officeDocument/2006/relationships/customXml" Target="../ink/ink127.xml"/><Relationship Id="rId90" Type="http://schemas.openxmlformats.org/officeDocument/2006/relationships/customXml" Target="../ink/ink100.xml"/><Relationship Id="rId165" Type="http://schemas.openxmlformats.org/officeDocument/2006/relationships/image" Target="../media/image3490.png"/><Relationship Id="rId186" Type="http://schemas.openxmlformats.org/officeDocument/2006/relationships/customXml" Target="../ink/ink148.xml"/><Relationship Id="rId211" Type="http://schemas.openxmlformats.org/officeDocument/2006/relationships/image" Target="../media/image3720.png"/><Relationship Id="rId27" Type="http://schemas.openxmlformats.org/officeDocument/2006/relationships/image" Target="../media/image2800.png"/><Relationship Id="rId48" Type="http://schemas.openxmlformats.org/officeDocument/2006/relationships/customXml" Target="../ink/ink79.xml"/><Relationship Id="rId69" Type="http://schemas.openxmlformats.org/officeDocument/2006/relationships/image" Target="../media/image3010.png"/><Relationship Id="rId113" Type="http://schemas.openxmlformats.org/officeDocument/2006/relationships/image" Target="../media/image3230.png"/><Relationship Id="rId134" Type="http://schemas.openxmlformats.org/officeDocument/2006/relationships/customXml" Target="../ink/ink122.xml"/><Relationship Id="rId80" Type="http://schemas.openxmlformats.org/officeDocument/2006/relationships/customXml" Target="../ink/ink95.xml"/><Relationship Id="rId155" Type="http://schemas.openxmlformats.org/officeDocument/2006/relationships/image" Target="../media/image3440.png"/><Relationship Id="rId176" Type="http://schemas.openxmlformats.org/officeDocument/2006/relationships/customXml" Target="../ink/ink143.xml"/><Relationship Id="rId197" Type="http://schemas.openxmlformats.org/officeDocument/2006/relationships/image" Target="../media/image3650.png"/><Relationship Id="rId201" Type="http://schemas.openxmlformats.org/officeDocument/2006/relationships/image" Target="../media/image3670.png"/><Relationship Id="rId17" Type="http://schemas.openxmlformats.org/officeDocument/2006/relationships/image" Target="../media/image2750.png"/><Relationship Id="rId38" Type="http://schemas.openxmlformats.org/officeDocument/2006/relationships/customXml" Target="../ink/ink74.xml"/><Relationship Id="rId59" Type="http://schemas.openxmlformats.org/officeDocument/2006/relationships/image" Target="../media/image2960.png"/><Relationship Id="rId103" Type="http://schemas.openxmlformats.org/officeDocument/2006/relationships/image" Target="../media/image3180.png"/><Relationship Id="rId124" Type="http://schemas.openxmlformats.org/officeDocument/2006/relationships/customXml" Target="../ink/ink117.xml"/><Relationship Id="rId70" Type="http://schemas.openxmlformats.org/officeDocument/2006/relationships/customXml" Target="../ink/ink90.xml"/><Relationship Id="rId91" Type="http://schemas.openxmlformats.org/officeDocument/2006/relationships/image" Target="../media/image3120.png"/><Relationship Id="rId145" Type="http://schemas.openxmlformats.org/officeDocument/2006/relationships/image" Target="../media/image3390.png"/><Relationship Id="rId166" Type="http://schemas.openxmlformats.org/officeDocument/2006/relationships/customXml" Target="../ink/ink138.xml"/><Relationship Id="rId187" Type="http://schemas.openxmlformats.org/officeDocument/2006/relationships/image" Target="../media/image3600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9.xml"/><Relationship Id="rId49" Type="http://schemas.openxmlformats.org/officeDocument/2006/relationships/image" Target="../media/image2910.png"/><Relationship Id="rId114" Type="http://schemas.openxmlformats.org/officeDocument/2006/relationships/customXml" Target="../ink/ink112.xml"/><Relationship Id="rId60" Type="http://schemas.openxmlformats.org/officeDocument/2006/relationships/customXml" Target="../ink/ink85.xml"/><Relationship Id="rId81" Type="http://schemas.openxmlformats.org/officeDocument/2006/relationships/image" Target="../media/image3070.png"/><Relationship Id="rId135" Type="http://schemas.openxmlformats.org/officeDocument/2006/relationships/image" Target="../media/image3340.png"/><Relationship Id="rId156" Type="http://schemas.openxmlformats.org/officeDocument/2006/relationships/customXml" Target="../ink/ink133.xml"/><Relationship Id="rId177" Type="http://schemas.openxmlformats.org/officeDocument/2006/relationships/image" Target="../media/image3550.png"/><Relationship Id="rId198" Type="http://schemas.openxmlformats.org/officeDocument/2006/relationships/customXml" Target="../ink/ink154.xml"/><Relationship Id="rId202" Type="http://schemas.openxmlformats.org/officeDocument/2006/relationships/customXml" Target="../ink/ink156.xml"/><Relationship Id="rId18" Type="http://schemas.openxmlformats.org/officeDocument/2006/relationships/customXml" Target="../ink/ink64.xml"/><Relationship Id="rId39" Type="http://schemas.openxmlformats.org/officeDocument/2006/relationships/image" Target="../media/image2860.png"/><Relationship Id="rId50" Type="http://schemas.openxmlformats.org/officeDocument/2006/relationships/customXml" Target="../ink/ink80.xml"/><Relationship Id="rId104" Type="http://schemas.openxmlformats.org/officeDocument/2006/relationships/customXml" Target="../ink/ink107.xml"/><Relationship Id="rId125" Type="http://schemas.openxmlformats.org/officeDocument/2006/relationships/image" Target="../media/image3290.png"/><Relationship Id="rId146" Type="http://schemas.openxmlformats.org/officeDocument/2006/relationships/customXml" Target="../ink/ink128.xml"/><Relationship Id="rId167" Type="http://schemas.openxmlformats.org/officeDocument/2006/relationships/image" Target="../media/image3500.png"/><Relationship Id="rId188" Type="http://schemas.openxmlformats.org/officeDocument/2006/relationships/customXml" Target="../ink/ink149.xml"/><Relationship Id="rId71" Type="http://schemas.openxmlformats.org/officeDocument/2006/relationships/image" Target="../media/image3020.png"/><Relationship Id="rId92" Type="http://schemas.openxmlformats.org/officeDocument/2006/relationships/customXml" Target="../ink/ink101.xml"/><Relationship Id="rId2" Type="http://schemas.openxmlformats.org/officeDocument/2006/relationships/customXml" Target="../ink/ink56.xml"/><Relationship Id="rId29" Type="http://schemas.openxmlformats.org/officeDocument/2006/relationships/image" Target="../media/image2810.png"/><Relationship Id="rId40" Type="http://schemas.openxmlformats.org/officeDocument/2006/relationships/customXml" Target="../ink/ink75.xml"/><Relationship Id="rId115" Type="http://schemas.openxmlformats.org/officeDocument/2006/relationships/image" Target="../media/image3240.png"/><Relationship Id="rId136" Type="http://schemas.openxmlformats.org/officeDocument/2006/relationships/customXml" Target="../ink/ink123.xml"/><Relationship Id="rId157" Type="http://schemas.openxmlformats.org/officeDocument/2006/relationships/image" Target="../media/image3450.png"/><Relationship Id="rId178" Type="http://schemas.openxmlformats.org/officeDocument/2006/relationships/customXml" Target="../ink/ink14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hyperlink" Target="http://www.dribbble.com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tiff"/><Relationship Id="rId5" Type="http://schemas.openxmlformats.org/officeDocument/2006/relationships/image" Target="../media/image14.tiff"/><Relationship Id="rId4" Type="http://schemas.openxmlformats.org/officeDocument/2006/relationships/image" Target="../media/image13.tiff"/><Relationship Id="rId9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9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070076" y="128570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070076" y="3041429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070076" y="4797152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3734762" y="1538720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Fiori Elements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3734762" y="3294439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Adding Fiori App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3734762" y="5050162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9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692696"/>
            <a:ext cx="10969943" cy="711081"/>
          </a:xfrm>
        </p:spPr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SAP Fiori elements boosts SAP Fiori development efficiency</a:t>
            </a:r>
            <a:br>
              <a:rPr lang="en-US" sz="3600" dirty="0">
                <a:latin typeface="Cooper Black" panose="0208090404030B020404" pitchFamily="18" charset="0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5EF6AB-0B4F-0C0E-ADD1-58A4A2E88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53" y="1415190"/>
            <a:ext cx="11558318" cy="532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80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48" y="188640"/>
            <a:ext cx="10969943" cy="711081"/>
          </a:xfrm>
        </p:spPr>
        <p:txBody>
          <a:bodyPr/>
          <a:lstStyle/>
          <a:p>
            <a:r>
              <a:rPr lang="en-US" sz="2800" dirty="0">
                <a:latin typeface="Cooper Black" panose="0208090404030B020404" pitchFamily="18" charset="0"/>
              </a:rPr>
              <a:t>SAP Fiori elements provides enterprise-ready apps out of the box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917B0-ED00-185A-4D26-8C3196EB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09" y="1059591"/>
            <a:ext cx="10201407" cy="502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6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48" y="188640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application architecture provides flexibility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F17BDA-EA53-ABAB-BE6A-D9F94C5B9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234" y="1223394"/>
            <a:ext cx="10262357" cy="441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476672"/>
            <a:ext cx="10969943" cy="711081"/>
          </a:xfrm>
        </p:spPr>
        <p:txBody>
          <a:bodyPr/>
          <a:lstStyle/>
          <a:p>
            <a:r>
              <a:rPr lang="en-US" sz="3200" dirty="0">
                <a:latin typeface="Cooper Black" panose="0208090404030B020404" pitchFamily="18" charset="0"/>
              </a:rPr>
              <a:t>SAP Fiori elements prioritizes efficiency over flexibility</a:t>
            </a:r>
            <a:br>
              <a:rPr lang="en-US" sz="3200" dirty="0">
                <a:latin typeface="Cooper Black" panose="0208090404030B020404" pitchFamily="18" charset="0"/>
              </a:rPr>
            </a:b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E32852-A140-A7FC-63E9-0A4E6DB8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199452"/>
            <a:ext cx="9099643" cy="5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463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31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BD17-8CB5-B496-E321-82F57EC65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606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A1E3-1061-9152-3664-B5853A32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Annotations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DECE2-D25A-FF88-8E92-CC3FD5BA41F0}"/>
              </a:ext>
            </a:extLst>
          </p:cNvPr>
          <p:cNvSpPr txBox="1"/>
          <p:nvPr/>
        </p:nvSpPr>
        <p:spPr>
          <a:xfrm>
            <a:off x="189756" y="1124744"/>
            <a:ext cx="11881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@UI.SelectionField – selection fields</a:t>
            </a:r>
          </a:p>
          <a:p>
            <a:r>
              <a:rPr lang="en-IN" b="1" dirty="0">
                <a:solidFill>
                  <a:schemeClr val="bg1"/>
                </a:solidFill>
              </a:rPr>
              <a:t>@UI.HeaderInfo – for title of the table</a:t>
            </a:r>
          </a:p>
          <a:p>
            <a:r>
              <a:rPr lang="en-IN" b="1" dirty="0">
                <a:solidFill>
                  <a:schemeClr val="bg1"/>
                </a:solidFill>
              </a:rPr>
              <a:t>@UI.LineItem – Create columns of the table</a:t>
            </a:r>
          </a:p>
        </p:txBody>
      </p:sp>
    </p:spTree>
    <p:extLst>
      <p:ext uri="{BB962C8B-B14F-4D97-AF65-F5344CB8AC3E}">
        <p14:creationId xmlns:p14="http://schemas.microsoft.com/office/powerpoint/2010/main" val="2549067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4649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394C-02D6-961A-12AE-A53DB19C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5851135-43BA-C846-CB6F-075204CE917E}"/>
              </a:ext>
            </a:extLst>
          </p:cNvPr>
          <p:cNvGrpSpPr/>
          <p:nvPr/>
        </p:nvGrpSpPr>
        <p:grpSpPr>
          <a:xfrm>
            <a:off x="1736217" y="1006154"/>
            <a:ext cx="9057960" cy="5128200"/>
            <a:chOff x="1736217" y="1006154"/>
            <a:chExt cx="9057960" cy="51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07F0CE0-F4ED-D072-CE42-CB7889E52D1C}"/>
                    </a:ext>
                  </a:extLst>
                </p14:cNvPr>
                <p14:cNvContentPartPr/>
                <p14:nvPr/>
              </p14:nvContentPartPr>
              <p14:xfrm>
                <a:off x="2982177" y="2442194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07F0CE0-F4ED-D072-CE42-CB7889E52D1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64537" y="242419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1A0507-F1C7-5DE5-1CEC-7EEBDD6B0D1B}"/>
                    </a:ext>
                  </a:extLst>
                </p14:cNvPr>
                <p14:cNvContentPartPr/>
                <p14:nvPr/>
              </p14:nvContentPartPr>
              <p14:xfrm>
                <a:off x="3679137" y="4619474"/>
                <a:ext cx="2416320" cy="524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1A0507-F1C7-5DE5-1CEC-7EEBDD6B0D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61497" y="4601474"/>
                  <a:ext cx="2451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378E29-6949-F690-23A2-C68AD00B1962}"/>
                    </a:ext>
                  </a:extLst>
                </p14:cNvPr>
                <p14:cNvContentPartPr/>
                <p14:nvPr/>
              </p14:nvContentPartPr>
              <p14:xfrm>
                <a:off x="3618657" y="4907834"/>
                <a:ext cx="2653200" cy="12265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378E29-6949-F690-23A2-C68AD00B196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1017" y="4890194"/>
                  <a:ext cx="2688840" cy="12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F355A6A-1954-2DA6-DED9-FACA6AC5DC9D}"/>
                    </a:ext>
                  </a:extLst>
                </p14:cNvPr>
                <p14:cNvContentPartPr/>
                <p14:nvPr/>
              </p14:nvContentPartPr>
              <p14:xfrm>
                <a:off x="6346017" y="5123114"/>
                <a:ext cx="252360" cy="391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F355A6A-1954-2DA6-DED9-FACA6AC5DC9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328017" y="5105474"/>
                  <a:ext cx="2880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718342-8311-B9E7-38E9-B0D33CBAFC7E}"/>
                    </a:ext>
                  </a:extLst>
                </p14:cNvPr>
                <p14:cNvContentPartPr/>
                <p14:nvPr/>
              </p14:nvContentPartPr>
              <p14:xfrm>
                <a:off x="6637617" y="5172434"/>
                <a:ext cx="233640" cy="487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718342-8311-B9E7-38E9-B0D33CBAFC7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19977" y="5154434"/>
                  <a:ext cx="26928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948C8E-15EC-9FE8-1D1D-0236ACA335B4}"/>
                    </a:ext>
                  </a:extLst>
                </p14:cNvPr>
                <p14:cNvContentPartPr/>
                <p14:nvPr/>
              </p14:nvContentPartPr>
              <p14:xfrm>
                <a:off x="6934977" y="5098274"/>
                <a:ext cx="37440" cy="360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948C8E-15EC-9FE8-1D1D-0236ACA335B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6977" y="5080634"/>
                  <a:ext cx="73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6993E0-9979-6494-216B-0BC820B7689E}"/>
                    </a:ext>
                  </a:extLst>
                </p14:cNvPr>
                <p14:cNvContentPartPr/>
                <p14:nvPr/>
              </p14:nvContentPartPr>
              <p14:xfrm>
                <a:off x="7071777" y="5070914"/>
                <a:ext cx="63720" cy="318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6993E0-9979-6494-216B-0BC820B768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054137" y="5053274"/>
                  <a:ext cx="993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B7C4C2-5C1D-2217-33E2-FF26477A1D56}"/>
                    </a:ext>
                  </a:extLst>
                </p14:cNvPr>
                <p14:cNvContentPartPr/>
                <p14:nvPr/>
              </p14:nvContentPartPr>
              <p14:xfrm>
                <a:off x="7197417" y="5104394"/>
                <a:ext cx="11520" cy="23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B7C4C2-5C1D-2217-33E2-FF26477A1D5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79417" y="5086754"/>
                  <a:ext cx="4716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58A5E1F-C440-5B5F-245D-328B8C868E45}"/>
                    </a:ext>
                  </a:extLst>
                </p14:cNvPr>
                <p14:cNvContentPartPr/>
                <p14:nvPr/>
              </p14:nvContentPartPr>
              <p14:xfrm>
                <a:off x="7174377" y="5113034"/>
                <a:ext cx="265680" cy="25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58A5E1F-C440-5B5F-245D-328B8C868E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56737" y="5095394"/>
                  <a:ext cx="301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560147-6C89-A1E8-4565-DA3F666714ED}"/>
                    </a:ext>
                  </a:extLst>
                </p14:cNvPr>
                <p14:cNvContentPartPr/>
                <p14:nvPr/>
              </p14:nvContentPartPr>
              <p14:xfrm>
                <a:off x="5213097" y="1006154"/>
                <a:ext cx="2132640" cy="940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560147-6C89-A1E8-4565-DA3F666714E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95097" y="988514"/>
                  <a:ext cx="2168280" cy="9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F6DA24-3304-4A47-817C-0295F8281F56}"/>
                    </a:ext>
                  </a:extLst>
                </p14:cNvPr>
                <p14:cNvContentPartPr/>
                <p14:nvPr/>
              </p14:nvContentPartPr>
              <p14:xfrm>
                <a:off x="5690817" y="1256354"/>
                <a:ext cx="183600" cy="378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F6DA24-3304-4A47-817C-0295F8281F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72817" y="1238714"/>
                  <a:ext cx="2192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36FFC9-BBB7-2811-1E87-F7DEB91DEBA3}"/>
                    </a:ext>
                  </a:extLst>
                </p14:cNvPr>
                <p14:cNvContentPartPr/>
                <p14:nvPr/>
              </p14:nvContentPartPr>
              <p14:xfrm>
                <a:off x="5912217" y="1205234"/>
                <a:ext cx="666720" cy="333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536FFC9-BBB7-2811-1E87-F7DEB91DEB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94217" y="1187594"/>
                  <a:ext cx="70236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14B56DC-5C80-2A35-27C5-37977EB545D4}"/>
                    </a:ext>
                  </a:extLst>
                </p14:cNvPr>
                <p14:cNvContentPartPr/>
                <p14:nvPr/>
              </p14:nvContentPartPr>
              <p14:xfrm>
                <a:off x="6620337" y="1172114"/>
                <a:ext cx="271440" cy="334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14B56DC-5C80-2A35-27C5-37977EB545D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02697" y="1154474"/>
                  <a:ext cx="3070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79D1A7E-370A-FFDE-D421-8819D1A21B7F}"/>
                    </a:ext>
                  </a:extLst>
                </p14:cNvPr>
                <p14:cNvContentPartPr/>
                <p14:nvPr/>
              </p14:nvContentPartPr>
              <p14:xfrm>
                <a:off x="5147577" y="1890314"/>
                <a:ext cx="1287000" cy="2905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79D1A7E-370A-FFDE-D421-8819D1A21B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29577" y="1872674"/>
                  <a:ext cx="1322640" cy="29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BF6C20-8782-3598-0161-4363D7B1BD59}"/>
                    </a:ext>
                  </a:extLst>
                </p14:cNvPr>
                <p14:cNvContentPartPr/>
                <p14:nvPr/>
              </p14:nvContentPartPr>
              <p14:xfrm>
                <a:off x="5003217" y="4612274"/>
                <a:ext cx="272880" cy="146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BF6C20-8782-3598-0161-4363D7B1BD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85577" y="4594634"/>
                  <a:ext cx="308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49F6C55-7EB8-371A-3E9F-38EAC1FD2950}"/>
                    </a:ext>
                  </a:extLst>
                </p14:cNvPr>
                <p14:cNvContentPartPr/>
                <p14:nvPr/>
              </p14:nvContentPartPr>
              <p14:xfrm>
                <a:off x="5510457" y="3735674"/>
                <a:ext cx="524160" cy="42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49F6C55-7EB8-371A-3E9F-38EAC1FD29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92817" y="3718034"/>
                  <a:ext cx="5598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4D4AA8-F9C0-52C8-1E1E-42B29344CF42}"/>
                    </a:ext>
                  </a:extLst>
                </p14:cNvPr>
                <p14:cNvContentPartPr/>
                <p14:nvPr/>
              </p14:nvContentPartPr>
              <p14:xfrm>
                <a:off x="6097257" y="3739634"/>
                <a:ext cx="20520" cy="25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4D4AA8-F9C0-52C8-1E1E-42B29344CF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79617" y="3721994"/>
                  <a:ext cx="561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E94C02-15CD-8E66-962B-E112DDD39233}"/>
                    </a:ext>
                  </a:extLst>
                </p14:cNvPr>
                <p14:cNvContentPartPr/>
                <p14:nvPr/>
              </p14:nvContentPartPr>
              <p14:xfrm>
                <a:off x="6199497" y="3797594"/>
                <a:ext cx="420480" cy="434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E94C02-15CD-8E66-962B-E112DDD3923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181857" y="3779594"/>
                  <a:ext cx="4561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109D50-1080-6802-877F-58EF2ADC340F}"/>
                    </a:ext>
                  </a:extLst>
                </p14:cNvPr>
                <p14:cNvContentPartPr/>
                <p14:nvPr/>
              </p14:nvContentPartPr>
              <p14:xfrm>
                <a:off x="4586337" y="5361794"/>
                <a:ext cx="549000" cy="49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109D50-1080-6802-877F-58EF2ADC34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68697" y="5343794"/>
                  <a:ext cx="5846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DBAFCC4-B7AB-71F8-B90B-0170D81293B9}"/>
                    </a:ext>
                  </a:extLst>
                </p14:cNvPr>
                <p14:cNvContentPartPr/>
                <p14:nvPr/>
              </p14:nvContentPartPr>
              <p14:xfrm>
                <a:off x="5185017" y="5417954"/>
                <a:ext cx="458280" cy="46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DBAFCC4-B7AB-71F8-B90B-0170D81293B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67017" y="5399954"/>
                  <a:ext cx="4939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337C53D-4A13-4832-DAD7-6BE77C4D4203}"/>
                    </a:ext>
                  </a:extLst>
                </p14:cNvPr>
                <p14:cNvContentPartPr/>
                <p14:nvPr/>
              </p14:nvContentPartPr>
              <p14:xfrm>
                <a:off x="5689377" y="5484554"/>
                <a:ext cx="353520" cy="43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337C53D-4A13-4832-DAD7-6BE77C4D42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71377" y="5466914"/>
                  <a:ext cx="3891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8F0DBE-0D11-E86B-4EAD-25160C1AF1C7}"/>
                    </a:ext>
                  </a:extLst>
                </p14:cNvPr>
                <p14:cNvContentPartPr/>
                <p14:nvPr/>
              </p14:nvContentPartPr>
              <p14:xfrm>
                <a:off x="2269017" y="1253834"/>
                <a:ext cx="217440" cy="232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8F0DBE-0D11-E86B-4EAD-25160C1AF1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1017" y="1236194"/>
                  <a:ext cx="253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198CF3-FF92-AC97-189A-6D200DF4AC97}"/>
                    </a:ext>
                  </a:extLst>
                </p14:cNvPr>
                <p14:cNvContentPartPr/>
                <p14:nvPr/>
              </p14:nvContentPartPr>
              <p14:xfrm>
                <a:off x="2491857" y="1272554"/>
                <a:ext cx="173880" cy="206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198CF3-FF92-AC97-189A-6D200DF4AC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73857" y="1254914"/>
                  <a:ext cx="209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F73B7CB-39CB-B848-B1E2-C77AC678BBB9}"/>
                    </a:ext>
                  </a:extLst>
                </p14:cNvPr>
                <p14:cNvContentPartPr/>
                <p14:nvPr/>
              </p14:nvContentPartPr>
              <p14:xfrm>
                <a:off x="2687337" y="1258514"/>
                <a:ext cx="137880" cy="192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F73B7CB-39CB-B848-B1E2-C77AC678BB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69697" y="1240514"/>
                  <a:ext cx="1735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2C76F50-3F8C-4825-517C-0418DD51BAFA}"/>
                    </a:ext>
                  </a:extLst>
                </p14:cNvPr>
                <p14:cNvContentPartPr/>
                <p14:nvPr/>
              </p14:nvContentPartPr>
              <p14:xfrm>
                <a:off x="2521377" y="1541114"/>
                <a:ext cx="264600" cy="334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2C76F50-3F8C-4825-517C-0418DD51BA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03377" y="1523114"/>
                  <a:ext cx="30024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8970D6-6252-8868-76F1-D93DE452597F}"/>
                    </a:ext>
                  </a:extLst>
                </p14:cNvPr>
                <p14:cNvContentPartPr/>
                <p14:nvPr/>
              </p14:nvContentPartPr>
              <p14:xfrm>
                <a:off x="2829897" y="1609514"/>
                <a:ext cx="239760" cy="416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8970D6-6252-8868-76F1-D93DE45259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812257" y="1591874"/>
                  <a:ext cx="2754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8F9C6E-C5D6-46A8-7E45-EB52BAD17C18}"/>
                    </a:ext>
                  </a:extLst>
                </p14:cNvPr>
                <p14:cNvContentPartPr/>
                <p14:nvPr/>
              </p14:nvContentPartPr>
              <p14:xfrm>
                <a:off x="3072177" y="1693394"/>
                <a:ext cx="64800" cy="227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8F9C6E-C5D6-46A8-7E45-EB52BAD17C1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54177" y="1675754"/>
                  <a:ext cx="1004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A70EA1-67D5-04A8-250E-F70136995A4F}"/>
                    </a:ext>
                  </a:extLst>
                </p14:cNvPr>
                <p14:cNvContentPartPr/>
                <p14:nvPr/>
              </p14:nvContentPartPr>
              <p14:xfrm>
                <a:off x="3170817" y="1730114"/>
                <a:ext cx="6480" cy="17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A70EA1-67D5-04A8-250E-F70136995A4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152817" y="1712114"/>
                  <a:ext cx="42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D5E511E-B960-EBB0-046C-79FCEDD63918}"/>
                    </a:ext>
                  </a:extLst>
                </p14:cNvPr>
                <p14:cNvContentPartPr/>
                <p14:nvPr/>
              </p14:nvContentPartPr>
              <p14:xfrm>
                <a:off x="3211137" y="1761794"/>
                <a:ext cx="113040" cy="127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D5E511E-B960-EBB0-046C-79FCEDD639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93497" y="1744154"/>
                  <a:ext cx="148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28BB72-F33E-93E9-F331-10C31D5BEF4E}"/>
                    </a:ext>
                  </a:extLst>
                </p14:cNvPr>
                <p14:cNvContentPartPr/>
                <p14:nvPr/>
              </p14:nvContentPartPr>
              <p14:xfrm>
                <a:off x="3364497" y="1709954"/>
                <a:ext cx="123480" cy="178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28BB72-F33E-93E9-F331-10C31D5BEF4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46857" y="1692314"/>
                  <a:ext cx="1591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514CBCE-180E-8884-3C3C-851217C054D1}"/>
                    </a:ext>
                  </a:extLst>
                </p14:cNvPr>
                <p14:cNvContentPartPr/>
                <p14:nvPr/>
              </p14:nvContentPartPr>
              <p14:xfrm>
                <a:off x="3146697" y="2080034"/>
                <a:ext cx="44280" cy="1544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514CBCE-180E-8884-3C3C-851217C054D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28697" y="2062034"/>
                  <a:ext cx="79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1290D15-7CFD-D203-BD42-BC4D6D6EA803}"/>
                    </a:ext>
                  </a:extLst>
                </p14:cNvPr>
                <p14:cNvContentPartPr/>
                <p14:nvPr/>
              </p14:nvContentPartPr>
              <p14:xfrm>
                <a:off x="3224817" y="2335994"/>
                <a:ext cx="121680" cy="23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1290D15-7CFD-D203-BD42-BC4D6D6EA8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6817" y="2317994"/>
                  <a:ext cx="157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05BDEB-3940-21B4-67E2-0D0F95EB694D}"/>
                    </a:ext>
                  </a:extLst>
                </p14:cNvPr>
                <p14:cNvContentPartPr/>
                <p14:nvPr/>
              </p14:nvContentPartPr>
              <p14:xfrm>
                <a:off x="3407337" y="2683034"/>
                <a:ext cx="316440" cy="37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05BDEB-3940-21B4-67E2-0D0F95EB69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89697" y="2665034"/>
                  <a:ext cx="35208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876B6F-B9AA-4A50-C0D6-51B2D488BA5B}"/>
                    </a:ext>
                  </a:extLst>
                </p14:cNvPr>
                <p14:cNvContentPartPr/>
                <p14:nvPr/>
              </p14:nvContentPartPr>
              <p14:xfrm>
                <a:off x="3771657" y="3149234"/>
                <a:ext cx="492120" cy="683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876B6F-B9AA-4A50-C0D6-51B2D488BA5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54017" y="3131234"/>
                  <a:ext cx="52776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04C660-BE2B-861E-E1EC-7F5EEDD865B5}"/>
                    </a:ext>
                  </a:extLst>
                </p14:cNvPr>
                <p14:cNvContentPartPr/>
                <p14:nvPr/>
              </p14:nvContentPartPr>
              <p14:xfrm>
                <a:off x="4405257" y="4115114"/>
                <a:ext cx="226800" cy="326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04C660-BE2B-861E-E1EC-7F5EEDD865B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387257" y="4097474"/>
                  <a:ext cx="2624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4B3B39-A144-6916-CCA9-1C394B61899B}"/>
                    </a:ext>
                  </a:extLst>
                </p14:cNvPr>
                <p14:cNvContentPartPr/>
                <p14:nvPr/>
              </p14:nvContentPartPr>
              <p14:xfrm>
                <a:off x="4666617" y="4682834"/>
                <a:ext cx="143280" cy="565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4B3B39-A144-6916-CCA9-1C394B6189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648617" y="4665194"/>
                  <a:ext cx="17892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FE7172-6D0E-9263-2C46-12CE6056EDED}"/>
                    </a:ext>
                  </a:extLst>
                </p14:cNvPr>
                <p14:cNvContentPartPr/>
                <p14:nvPr/>
              </p14:nvContentPartPr>
              <p14:xfrm>
                <a:off x="4697217" y="5227874"/>
                <a:ext cx="152280" cy="80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FE7172-6D0E-9263-2C46-12CE6056EDE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79217" y="5209874"/>
                  <a:ext cx="18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B145758-E4EF-E3A6-58D3-706B183B4E27}"/>
                    </a:ext>
                  </a:extLst>
                </p14:cNvPr>
                <p14:cNvContentPartPr/>
                <p14:nvPr/>
              </p14:nvContentPartPr>
              <p14:xfrm>
                <a:off x="4816377" y="4835834"/>
                <a:ext cx="492120" cy="533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B145758-E4EF-E3A6-58D3-706B183B4E2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98737" y="4817834"/>
                  <a:ext cx="5277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08FB15-C13C-6625-BC6F-7CB3594B879C}"/>
                    </a:ext>
                  </a:extLst>
                </p14:cNvPr>
                <p14:cNvContentPartPr/>
                <p14:nvPr/>
              </p14:nvContentPartPr>
              <p14:xfrm>
                <a:off x="5206257" y="5375474"/>
                <a:ext cx="178920" cy="4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08FB15-C13C-6625-BC6F-7CB3594B879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88617" y="5357834"/>
                  <a:ext cx="2145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B2CAF68-0267-B9F7-363C-43BBAD66FE10}"/>
                    </a:ext>
                  </a:extLst>
                </p14:cNvPr>
                <p14:cNvContentPartPr/>
                <p14:nvPr/>
              </p14:nvContentPartPr>
              <p14:xfrm>
                <a:off x="4855257" y="4828634"/>
                <a:ext cx="948600" cy="554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B2CAF68-0267-B9F7-363C-43BBAD66FE1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37617" y="4810994"/>
                  <a:ext cx="9842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F5B9B2-95D2-7FA1-D058-FDDE7A414C58}"/>
                    </a:ext>
                  </a:extLst>
                </p14:cNvPr>
                <p14:cNvContentPartPr/>
                <p14:nvPr/>
              </p14:nvContentPartPr>
              <p14:xfrm>
                <a:off x="5759577" y="5384834"/>
                <a:ext cx="100080" cy="63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F5B9B2-95D2-7FA1-D058-FDDE7A414C5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41937" y="5367194"/>
                  <a:ext cx="135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769BBE-0D95-26CB-3EDD-FAE6CF6F07A9}"/>
                    </a:ext>
                  </a:extLst>
                </p14:cNvPr>
                <p14:cNvContentPartPr/>
                <p14:nvPr/>
              </p14:nvContentPartPr>
              <p14:xfrm>
                <a:off x="9007137" y="2815154"/>
                <a:ext cx="115920" cy="310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769BBE-0D95-26CB-3EDD-FAE6CF6F07A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89137" y="2797154"/>
                  <a:ext cx="15156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B6F55D0-6E9A-97B1-6496-3930BA12BC21}"/>
                    </a:ext>
                  </a:extLst>
                </p14:cNvPr>
                <p14:cNvContentPartPr/>
                <p14:nvPr/>
              </p14:nvContentPartPr>
              <p14:xfrm>
                <a:off x="8953497" y="2768714"/>
                <a:ext cx="1840680" cy="514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B6F55D0-6E9A-97B1-6496-3930BA12BC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35497" y="2750714"/>
                  <a:ext cx="187632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1B0C01C-1F1A-B074-2430-0D1076FEF839}"/>
                    </a:ext>
                  </a:extLst>
                </p14:cNvPr>
                <p14:cNvContentPartPr/>
                <p14:nvPr/>
              </p14:nvContentPartPr>
              <p14:xfrm>
                <a:off x="3728817" y="2197754"/>
                <a:ext cx="5338080" cy="98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1B0C01C-1F1A-B074-2430-0D1076FEF83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710817" y="2180114"/>
                  <a:ext cx="537372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5280FA8-CC1F-3711-8705-54287EC49B38}"/>
                    </a:ext>
                  </a:extLst>
                </p14:cNvPr>
                <p14:cNvContentPartPr/>
                <p14:nvPr/>
              </p14:nvContentPartPr>
              <p14:xfrm>
                <a:off x="3557097" y="2058074"/>
                <a:ext cx="272880" cy="308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5280FA8-CC1F-3711-8705-54287EC49B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39457" y="2040074"/>
                  <a:ext cx="30852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D76924C-CA78-C477-1B0F-A21840773E68}"/>
                    </a:ext>
                  </a:extLst>
                </p14:cNvPr>
                <p14:cNvContentPartPr/>
                <p14:nvPr/>
              </p14:nvContentPartPr>
              <p14:xfrm>
                <a:off x="4264497" y="2279114"/>
                <a:ext cx="350640" cy="59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D76924C-CA78-C477-1B0F-A21840773E6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46497" y="2261474"/>
                  <a:ext cx="3862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5F9D71-3813-BC87-52E7-43DEE81FD5D4}"/>
                    </a:ext>
                  </a:extLst>
                </p14:cNvPr>
                <p14:cNvContentPartPr/>
                <p14:nvPr/>
              </p14:nvContentPartPr>
              <p14:xfrm>
                <a:off x="4048137" y="2379554"/>
                <a:ext cx="540720" cy="487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5F9D71-3813-BC87-52E7-43DEE81FD5D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030137" y="2361554"/>
                  <a:ext cx="5763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8345C9-59B5-FDA4-9382-D8EF1DDF14E8}"/>
                    </a:ext>
                  </a:extLst>
                </p14:cNvPr>
                <p14:cNvContentPartPr/>
                <p14:nvPr/>
              </p14:nvContentPartPr>
              <p14:xfrm>
                <a:off x="1986777" y="2049074"/>
                <a:ext cx="27720" cy="315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8345C9-59B5-FDA4-9382-D8EF1DDF14E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69137" y="2031434"/>
                  <a:ext cx="633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1C34713-4FEE-7C07-AF42-94DF0C930BFA}"/>
                    </a:ext>
                  </a:extLst>
                </p14:cNvPr>
                <p14:cNvContentPartPr/>
                <p14:nvPr/>
              </p14:nvContentPartPr>
              <p14:xfrm>
                <a:off x="1845657" y="1927034"/>
                <a:ext cx="241920" cy="402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1C34713-4FEE-7C07-AF42-94DF0C930BF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828017" y="1909394"/>
                  <a:ext cx="27756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D3E6D9-6758-685E-6D00-776F05CD5927}"/>
                    </a:ext>
                  </a:extLst>
                </p14:cNvPr>
                <p14:cNvContentPartPr/>
                <p14:nvPr/>
              </p14:nvContentPartPr>
              <p14:xfrm>
                <a:off x="2088297" y="2056274"/>
                <a:ext cx="263160" cy="278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D3E6D9-6758-685E-6D00-776F05CD592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70297" y="2038274"/>
                  <a:ext cx="2988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4203885-54C9-B975-40C0-9040BD9E2586}"/>
                    </a:ext>
                  </a:extLst>
                </p14:cNvPr>
                <p14:cNvContentPartPr/>
                <p14:nvPr/>
              </p14:nvContentPartPr>
              <p14:xfrm>
                <a:off x="2220057" y="2167514"/>
                <a:ext cx="216360" cy="11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4203885-54C9-B975-40C0-9040BD9E25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02417" y="2149874"/>
                  <a:ext cx="252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07884A4-C061-84CC-E395-0D24560B55B2}"/>
                    </a:ext>
                  </a:extLst>
                </p14:cNvPr>
                <p14:cNvContentPartPr/>
                <p14:nvPr/>
              </p14:nvContentPartPr>
              <p14:xfrm>
                <a:off x="2382057" y="2064554"/>
                <a:ext cx="34200" cy="637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07884A4-C061-84CC-E395-0D24560B55B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364057" y="2046554"/>
                  <a:ext cx="69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46AD79-DEA9-F20E-1055-3449F7090BFA}"/>
                    </a:ext>
                  </a:extLst>
                </p14:cNvPr>
                <p14:cNvContentPartPr/>
                <p14:nvPr/>
              </p14:nvContentPartPr>
              <p14:xfrm>
                <a:off x="2464857" y="1915514"/>
                <a:ext cx="270000" cy="415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46AD79-DEA9-F20E-1055-3449F7090BF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46857" y="1897874"/>
                  <a:ext cx="3056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1E1005-CFDA-C58F-1323-FF19A72341F8}"/>
                    </a:ext>
                  </a:extLst>
                </p14:cNvPr>
                <p14:cNvContentPartPr/>
                <p14:nvPr/>
              </p14:nvContentPartPr>
              <p14:xfrm>
                <a:off x="1736217" y="2463074"/>
                <a:ext cx="1428480" cy="102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1E1005-CFDA-C58F-1323-FF19A72341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18217" y="2445074"/>
                  <a:ext cx="1464120" cy="13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2106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DD29-DCD4-6465-0DD6-A4261A35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74D1A5-C8FC-E942-69D5-7859B8CDA6B2}"/>
                  </a:ext>
                </a:extLst>
              </p14:cNvPr>
              <p14:cNvContentPartPr/>
              <p14:nvPr/>
            </p14:nvContentPartPr>
            <p14:xfrm>
              <a:off x="2822697" y="2332034"/>
              <a:ext cx="360" cy="1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974D1A5-C8FC-E942-69D5-7859B8CDA6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04697" y="2314034"/>
                <a:ext cx="36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C73C5149-E483-174D-5CB8-F22D929DEFFA}"/>
              </a:ext>
            </a:extLst>
          </p:cNvPr>
          <p:cNvGrpSpPr/>
          <p:nvPr/>
        </p:nvGrpSpPr>
        <p:grpSpPr>
          <a:xfrm>
            <a:off x="551817" y="1342394"/>
            <a:ext cx="10847160" cy="4749120"/>
            <a:chOff x="551817" y="1342394"/>
            <a:chExt cx="10847160" cy="47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A5B265C-9F15-6BFB-6435-1EBC824F6134}"/>
                    </a:ext>
                  </a:extLst>
                </p14:cNvPr>
                <p14:cNvContentPartPr/>
                <p14:nvPr/>
              </p14:nvContentPartPr>
              <p14:xfrm>
                <a:off x="1378737" y="2486114"/>
                <a:ext cx="591840" cy="124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A5B265C-9F15-6BFB-6435-1EBC824F613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737" y="2468474"/>
                  <a:ext cx="627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711670C-E9A9-60D5-5240-85BB01D1D793}"/>
                    </a:ext>
                  </a:extLst>
                </p14:cNvPr>
                <p14:cNvContentPartPr/>
                <p14:nvPr/>
              </p14:nvContentPartPr>
              <p14:xfrm>
                <a:off x="1899297" y="2114234"/>
                <a:ext cx="554040" cy="412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711670C-E9A9-60D5-5240-85BB01D1D79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81657" y="2096594"/>
                  <a:ext cx="58968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6181666-DF37-CA5D-A174-C42F2D1B8FA9}"/>
                    </a:ext>
                  </a:extLst>
                </p14:cNvPr>
                <p14:cNvContentPartPr/>
                <p14:nvPr/>
              </p14:nvContentPartPr>
              <p14:xfrm>
                <a:off x="2471697" y="2416634"/>
                <a:ext cx="666360" cy="4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6181666-DF37-CA5D-A174-C42F2D1B8F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54057" y="2398634"/>
                  <a:ext cx="702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A988039-D23E-A9A6-E83C-2EE9D8026ABC}"/>
                    </a:ext>
                  </a:extLst>
                </p14:cNvPr>
                <p14:cNvContentPartPr/>
                <p14:nvPr/>
              </p14:nvContentPartPr>
              <p14:xfrm>
                <a:off x="2986497" y="2134754"/>
                <a:ext cx="685440" cy="390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A988039-D23E-A9A6-E83C-2EE9D8026A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8857" y="2117114"/>
                  <a:ext cx="7210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CB5F59-5357-4C3A-7EDB-7190BB04A415}"/>
                    </a:ext>
                  </a:extLst>
                </p14:cNvPr>
                <p14:cNvContentPartPr/>
                <p14:nvPr/>
              </p14:nvContentPartPr>
              <p14:xfrm>
                <a:off x="1310697" y="1342394"/>
                <a:ext cx="3507120" cy="1204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CB5F59-5357-4C3A-7EDB-7190BB04A4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2697" y="1324754"/>
                  <a:ext cx="3542760" cy="12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F8E991F-0AE5-8479-2583-F1F834B1D249}"/>
                    </a:ext>
                  </a:extLst>
                </p14:cNvPr>
                <p14:cNvContentPartPr/>
                <p14:nvPr/>
              </p14:nvContentPartPr>
              <p14:xfrm>
                <a:off x="2075697" y="2299994"/>
                <a:ext cx="339480" cy="338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F8E991F-0AE5-8479-2583-F1F834B1D24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8057" y="2282354"/>
                  <a:ext cx="37512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13676DA-2DC6-08FC-B1AF-CB136541067B}"/>
                    </a:ext>
                  </a:extLst>
                </p14:cNvPr>
                <p14:cNvContentPartPr/>
                <p14:nvPr/>
              </p14:nvContentPartPr>
              <p14:xfrm>
                <a:off x="3080457" y="2260034"/>
                <a:ext cx="437400" cy="388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13676DA-2DC6-08FC-B1AF-CB13654106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62457" y="2242034"/>
                  <a:ext cx="4730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B102C1-2620-BACD-84BE-70EE49DC18D5}"/>
                    </a:ext>
                  </a:extLst>
                </p14:cNvPr>
                <p14:cNvContentPartPr/>
                <p14:nvPr/>
              </p14:nvContentPartPr>
              <p14:xfrm>
                <a:off x="1310337" y="3082274"/>
                <a:ext cx="1018800" cy="1082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B102C1-2620-BACD-84BE-70EE49DC18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92697" y="3064274"/>
                  <a:ext cx="1054440" cy="11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38FEABB-C000-F44B-63C7-3746C1D87AEA}"/>
                    </a:ext>
                  </a:extLst>
                </p14:cNvPr>
                <p14:cNvContentPartPr/>
                <p14:nvPr/>
              </p14:nvContentPartPr>
              <p14:xfrm>
                <a:off x="1657017" y="3921434"/>
                <a:ext cx="102960" cy="92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38FEABB-C000-F44B-63C7-3746C1D87A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639377" y="3903434"/>
                  <a:ext cx="1386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75D372-D870-F47A-C40F-16FEE7131316}"/>
                    </a:ext>
                  </a:extLst>
                </p14:cNvPr>
                <p14:cNvContentPartPr/>
                <p14:nvPr/>
              </p14:nvContentPartPr>
              <p14:xfrm>
                <a:off x="1426257" y="2948714"/>
                <a:ext cx="144000" cy="188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75D372-D870-F47A-C40F-16FEE71313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08257" y="2930714"/>
                  <a:ext cx="179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8E6E5F-B2F8-E530-E854-C5CA0B0C5507}"/>
                    </a:ext>
                  </a:extLst>
                </p14:cNvPr>
                <p14:cNvContentPartPr/>
                <p14:nvPr/>
              </p14:nvContentPartPr>
              <p14:xfrm>
                <a:off x="1642977" y="2923874"/>
                <a:ext cx="112320" cy="165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8E6E5F-B2F8-E530-E854-C5CA0B0C55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25337" y="2906234"/>
                  <a:ext cx="1479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58CB57-C851-1ED1-1E32-B381E644FAA9}"/>
                    </a:ext>
                  </a:extLst>
                </p14:cNvPr>
                <p14:cNvContentPartPr/>
                <p14:nvPr/>
              </p14:nvContentPartPr>
              <p14:xfrm>
                <a:off x="1791297" y="2911994"/>
                <a:ext cx="79560" cy="166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58CB57-C851-1ED1-1E32-B381E644FA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73657" y="2893994"/>
                  <a:ext cx="1152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23774C-2D4B-2A75-0689-1A4B44E9A323}"/>
                    </a:ext>
                  </a:extLst>
                </p14:cNvPr>
                <p14:cNvContentPartPr/>
                <p14:nvPr/>
              </p14:nvContentPartPr>
              <p14:xfrm>
                <a:off x="1792737" y="2887874"/>
                <a:ext cx="133200" cy="14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23774C-2D4B-2A75-0689-1A4B44E9A32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75097" y="2870234"/>
                  <a:ext cx="1688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A76580-E95D-CB9C-179D-A6B4C31C77A8}"/>
                    </a:ext>
                  </a:extLst>
                </p14:cNvPr>
                <p14:cNvContentPartPr/>
                <p14:nvPr/>
              </p14:nvContentPartPr>
              <p14:xfrm>
                <a:off x="1961217" y="2883194"/>
                <a:ext cx="83160" cy="130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A76580-E95D-CB9C-179D-A6B4C31C77A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43577" y="2865554"/>
                  <a:ext cx="1188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B57FD9-05F3-3563-6291-2867E2516B7C}"/>
                    </a:ext>
                  </a:extLst>
                </p14:cNvPr>
                <p14:cNvContentPartPr/>
                <p14:nvPr/>
              </p14:nvContentPartPr>
              <p14:xfrm>
                <a:off x="1759617" y="3335714"/>
                <a:ext cx="173520" cy="92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B57FD9-05F3-3563-6291-2867E2516B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41617" y="3318074"/>
                  <a:ext cx="20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76CC225-0288-2ABF-90F3-E1315929B15E}"/>
                    </a:ext>
                  </a:extLst>
                </p14:cNvPr>
                <p14:cNvContentPartPr/>
                <p14:nvPr/>
              </p14:nvContentPartPr>
              <p14:xfrm>
                <a:off x="1762857" y="3430034"/>
                <a:ext cx="191160" cy="167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76CC225-0288-2ABF-90F3-E1315929B1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44857" y="3412034"/>
                  <a:ext cx="2268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DB5AE20-2CF6-791A-A6B0-C3C1BDCF78A9}"/>
                    </a:ext>
                  </a:extLst>
                </p14:cNvPr>
                <p14:cNvContentPartPr/>
                <p14:nvPr/>
              </p14:nvContentPartPr>
              <p14:xfrm>
                <a:off x="1748097" y="3637394"/>
                <a:ext cx="167400" cy="5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DB5AE20-2CF6-791A-A6B0-C3C1BDCF78A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30097" y="3619394"/>
                  <a:ext cx="2030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D5924B-9E1C-BB0C-0929-1F2AE06D675E}"/>
                    </a:ext>
                  </a:extLst>
                </p14:cNvPr>
                <p14:cNvContentPartPr/>
                <p14:nvPr/>
              </p14:nvContentPartPr>
              <p14:xfrm>
                <a:off x="2651697" y="3533714"/>
                <a:ext cx="356760" cy="81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D5924B-9E1C-BB0C-0929-1F2AE06D675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34057" y="3516074"/>
                  <a:ext cx="3924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184DF6-DBF2-15BF-7179-A0568DC5EBBD}"/>
                    </a:ext>
                  </a:extLst>
                </p14:cNvPr>
                <p14:cNvContentPartPr/>
                <p14:nvPr/>
              </p14:nvContentPartPr>
              <p14:xfrm>
                <a:off x="2636577" y="3556034"/>
                <a:ext cx="390600" cy="832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184DF6-DBF2-15BF-7179-A0568DC5EBB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18577" y="3538034"/>
                  <a:ext cx="426240" cy="86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79054DF-D924-CD43-AE5C-A924A34F1794}"/>
                    </a:ext>
                  </a:extLst>
                </p14:cNvPr>
                <p14:cNvContentPartPr/>
                <p14:nvPr/>
              </p14:nvContentPartPr>
              <p14:xfrm>
                <a:off x="1581057" y="3185954"/>
                <a:ext cx="632160" cy="625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79054DF-D924-CD43-AE5C-A924A34F179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63057" y="3167954"/>
                  <a:ext cx="6678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D2CAEB-1960-5DDE-3A39-24A88ABB0216}"/>
                    </a:ext>
                  </a:extLst>
                </p14:cNvPr>
                <p14:cNvContentPartPr/>
                <p14:nvPr/>
              </p14:nvContentPartPr>
              <p14:xfrm>
                <a:off x="4524777" y="2788154"/>
                <a:ext cx="2799720" cy="127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D2CAEB-1960-5DDE-3A39-24A88ABB021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06777" y="2770514"/>
                  <a:ext cx="2835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27563D-BE60-6FC6-8F8F-595B335409E4}"/>
                    </a:ext>
                  </a:extLst>
                </p14:cNvPr>
                <p14:cNvContentPartPr/>
                <p14:nvPr/>
              </p14:nvContentPartPr>
              <p14:xfrm>
                <a:off x="7054857" y="2626874"/>
                <a:ext cx="351360" cy="35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27563D-BE60-6FC6-8F8F-595B335409E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36857" y="2609234"/>
                  <a:ext cx="3870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41C917-14A9-E88C-EEF3-869C09B476A4}"/>
                    </a:ext>
                  </a:extLst>
                </p14:cNvPr>
                <p14:cNvContentPartPr/>
                <p14:nvPr/>
              </p14:nvContentPartPr>
              <p14:xfrm>
                <a:off x="8044137" y="2252474"/>
                <a:ext cx="1792800" cy="867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41C917-14A9-E88C-EEF3-869C09B476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26497" y="2234834"/>
                  <a:ext cx="1828440" cy="9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EF15570-CF8E-3183-8326-5D985FB15272}"/>
                    </a:ext>
                  </a:extLst>
                </p14:cNvPr>
                <p14:cNvContentPartPr/>
                <p14:nvPr/>
              </p14:nvContentPartPr>
              <p14:xfrm>
                <a:off x="8076177" y="3083354"/>
                <a:ext cx="1056240" cy="486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EF15570-CF8E-3183-8326-5D985FB152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58177" y="3065714"/>
                  <a:ext cx="109188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B7EC078-8B48-10B0-C363-5FC814F75293}"/>
                    </a:ext>
                  </a:extLst>
                </p14:cNvPr>
                <p14:cNvContentPartPr/>
                <p14:nvPr/>
              </p14:nvContentPartPr>
              <p14:xfrm>
                <a:off x="7508817" y="3783194"/>
                <a:ext cx="2257560" cy="40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B7EC078-8B48-10B0-C363-5FC814F752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90817" y="3765194"/>
                  <a:ext cx="229320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23E05D0-AB6B-E492-704C-C2CF617C3E0F}"/>
                    </a:ext>
                  </a:extLst>
                </p14:cNvPr>
                <p14:cNvContentPartPr/>
                <p14:nvPr/>
              </p14:nvContentPartPr>
              <p14:xfrm>
                <a:off x="8552817" y="2586194"/>
                <a:ext cx="142920" cy="222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23E05D0-AB6B-E492-704C-C2CF617C3E0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34817" y="2568554"/>
                  <a:ext cx="1785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EF66CB0-697F-0F34-2B71-B9FB9EB18005}"/>
                    </a:ext>
                  </a:extLst>
                </p14:cNvPr>
                <p14:cNvContentPartPr/>
                <p14:nvPr/>
              </p14:nvContentPartPr>
              <p14:xfrm>
                <a:off x="8797257" y="2554154"/>
                <a:ext cx="189720" cy="18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EF66CB0-697F-0F34-2B71-B9FB9EB1800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779617" y="2536514"/>
                  <a:ext cx="22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1E164B-6B20-DC9D-BACA-DC3D641D4CB4}"/>
                    </a:ext>
                  </a:extLst>
                </p14:cNvPr>
                <p14:cNvContentPartPr/>
                <p14:nvPr/>
              </p14:nvContentPartPr>
              <p14:xfrm>
                <a:off x="9032337" y="2521394"/>
                <a:ext cx="96120" cy="223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1E164B-6B20-DC9D-BACA-DC3D641D4C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14337" y="2503394"/>
                  <a:ext cx="131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0B55352-937A-DA05-550E-9104D6AECB78}"/>
                    </a:ext>
                  </a:extLst>
                </p14:cNvPr>
                <p14:cNvContentPartPr/>
                <p14:nvPr/>
              </p14:nvContentPartPr>
              <p14:xfrm>
                <a:off x="9045297" y="2510954"/>
                <a:ext cx="178200" cy="170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0B55352-937A-DA05-550E-9104D6AECB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027657" y="2492954"/>
                  <a:ext cx="213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776F7A8-E114-F844-E71A-62B3B646C8C3}"/>
                    </a:ext>
                  </a:extLst>
                </p14:cNvPr>
                <p14:cNvContentPartPr/>
                <p14:nvPr/>
              </p14:nvContentPartPr>
              <p14:xfrm>
                <a:off x="9273537" y="2526434"/>
                <a:ext cx="79920" cy="179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776F7A8-E114-F844-E71A-62B3B646C8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55537" y="2508794"/>
                  <a:ext cx="115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B9FB4B-DA99-89C9-7A08-4D3F8C3BAF1E}"/>
                    </a:ext>
                  </a:extLst>
                </p14:cNvPr>
                <p14:cNvContentPartPr/>
                <p14:nvPr/>
              </p14:nvContentPartPr>
              <p14:xfrm>
                <a:off x="10001817" y="2537954"/>
                <a:ext cx="9000" cy="24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B9FB4B-DA99-89C9-7A08-4D3F8C3BAF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983817" y="2520314"/>
                  <a:ext cx="446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575E7FD-0222-2217-C3B0-EEF355509AAB}"/>
                    </a:ext>
                  </a:extLst>
                </p14:cNvPr>
                <p14:cNvContentPartPr/>
                <p14:nvPr/>
              </p14:nvContentPartPr>
              <p14:xfrm>
                <a:off x="9885177" y="2478554"/>
                <a:ext cx="272880" cy="330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575E7FD-0222-2217-C3B0-EEF355509AA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67177" y="2460554"/>
                  <a:ext cx="3085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9CC15D-936E-F7A9-55F2-19D5C08ECF1B}"/>
                    </a:ext>
                  </a:extLst>
                </p14:cNvPr>
                <p14:cNvContentPartPr/>
                <p14:nvPr/>
              </p14:nvContentPartPr>
              <p14:xfrm>
                <a:off x="10222137" y="2550194"/>
                <a:ext cx="114840" cy="169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9CC15D-936E-F7A9-55F2-19D5C08ECF1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04497" y="2532554"/>
                  <a:ext cx="1504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9C13264-8A55-7A3A-074E-652A6B92E872}"/>
                    </a:ext>
                  </a:extLst>
                </p14:cNvPr>
                <p14:cNvContentPartPr/>
                <p14:nvPr/>
              </p14:nvContentPartPr>
              <p14:xfrm>
                <a:off x="10348857" y="2536514"/>
                <a:ext cx="134280" cy="201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9C13264-8A55-7A3A-074E-652A6B92E8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330857" y="2518874"/>
                  <a:ext cx="169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9E3F88-15C6-88F5-A333-748725E16B11}"/>
                    </a:ext>
                  </a:extLst>
                </p14:cNvPr>
                <p14:cNvContentPartPr/>
                <p14:nvPr/>
              </p14:nvContentPartPr>
              <p14:xfrm>
                <a:off x="10515177" y="2427434"/>
                <a:ext cx="166680" cy="430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9E3F88-15C6-88F5-A333-748725E16B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97177" y="2409794"/>
                  <a:ext cx="20232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B27E5E1-1110-DF07-ED23-DCAB3CB5776F}"/>
                    </a:ext>
                  </a:extLst>
                </p14:cNvPr>
                <p14:cNvContentPartPr/>
                <p14:nvPr/>
              </p14:nvContentPartPr>
              <p14:xfrm>
                <a:off x="10758177" y="2482154"/>
                <a:ext cx="55800" cy="258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B27E5E1-1110-DF07-ED23-DCAB3CB5776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40177" y="2464514"/>
                  <a:ext cx="914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4C960E9-7E17-A1C0-CACB-B5209FDBFBA3}"/>
                    </a:ext>
                  </a:extLst>
                </p14:cNvPr>
                <p14:cNvContentPartPr/>
                <p14:nvPr/>
              </p14:nvContentPartPr>
              <p14:xfrm>
                <a:off x="10768617" y="2552714"/>
                <a:ext cx="151200" cy="17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4C960E9-7E17-A1C0-CACB-B5209FDBFB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50617" y="2534714"/>
                  <a:ext cx="186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268EDD1-E0CD-EA38-728C-C5AA421548D7}"/>
                    </a:ext>
                  </a:extLst>
                </p14:cNvPr>
                <p14:cNvContentPartPr/>
                <p14:nvPr/>
              </p14:nvContentPartPr>
              <p14:xfrm>
                <a:off x="10619577" y="2989754"/>
                <a:ext cx="707400" cy="629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268EDD1-E0CD-EA38-728C-C5AA421548D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601577" y="2972114"/>
                  <a:ext cx="7430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6C0236-56C5-375A-9439-38E6FD78EA64}"/>
                    </a:ext>
                  </a:extLst>
                </p14:cNvPr>
                <p14:cNvContentPartPr/>
                <p14:nvPr/>
              </p14:nvContentPartPr>
              <p14:xfrm>
                <a:off x="10664217" y="2936834"/>
                <a:ext cx="734760" cy="660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6C0236-56C5-375A-9439-38E6FD78EA6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46577" y="2918834"/>
                  <a:ext cx="77040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63379DE-2960-8861-3EFD-6067384EC1A2}"/>
                    </a:ext>
                  </a:extLst>
                </p14:cNvPr>
                <p14:cNvContentPartPr/>
                <p14:nvPr/>
              </p14:nvContentPartPr>
              <p14:xfrm>
                <a:off x="10838817" y="3085874"/>
                <a:ext cx="188280" cy="7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63379DE-2960-8861-3EFD-6067384EC1A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21177" y="3068234"/>
                  <a:ext cx="223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F928A0-2846-8F1F-BAA3-7784CD67B143}"/>
                    </a:ext>
                  </a:extLst>
                </p14:cNvPr>
                <p14:cNvContentPartPr/>
                <p14:nvPr/>
              </p14:nvContentPartPr>
              <p14:xfrm>
                <a:off x="10867257" y="3162914"/>
                <a:ext cx="1522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F928A0-2846-8F1F-BAA3-7784CD67B14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49257" y="3144914"/>
                  <a:ext cx="1879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8E6843-21F9-E658-A0D6-C53B60C21AEB}"/>
                    </a:ext>
                  </a:extLst>
                </p14:cNvPr>
                <p14:cNvContentPartPr/>
                <p14:nvPr/>
              </p14:nvContentPartPr>
              <p14:xfrm>
                <a:off x="10884537" y="3212594"/>
                <a:ext cx="187560" cy="10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8E6843-21F9-E658-A0D6-C53B60C21AE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6897" y="3194594"/>
                  <a:ext cx="223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8CF55A9-DF21-6BDA-D5F3-FF1168CD0A1D}"/>
                    </a:ext>
                  </a:extLst>
                </p14:cNvPr>
                <p14:cNvContentPartPr/>
                <p14:nvPr/>
              </p14:nvContentPartPr>
              <p14:xfrm>
                <a:off x="9792297" y="3610754"/>
                <a:ext cx="819360" cy="469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8CF55A9-DF21-6BDA-D5F3-FF1168CD0A1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74657" y="3593114"/>
                  <a:ext cx="8550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E2C736D-0F2E-9CE0-A3C2-08AF79C583AA}"/>
                    </a:ext>
                  </a:extLst>
                </p14:cNvPr>
                <p14:cNvContentPartPr/>
                <p14:nvPr/>
              </p14:nvContentPartPr>
              <p14:xfrm>
                <a:off x="10504737" y="3569714"/>
                <a:ext cx="159840" cy="190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E2C736D-0F2E-9CE0-A3C2-08AF79C583A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86737" y="3552074"/>
                  <a:ext cx="195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B0619BA-5384-4513-25E8-6C465633DAAE}"/>
                    </a:ext>
                  </a:extLst>
                </p14:cNvPr>
                <p14:cNvContentPartPr/>
                <p14:nvPr/>
              </p14:nvContentPartPr>
              <p14:xfrm>
                <a:off x="10480257" y="3563594"/>
                <a:ext cx="576000" cy="764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B0619BA-5384-4513-25E8-6C465633DAA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462617" y="3545594"/>
                  <a:ext cx="611640" cy="79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3A4062-7E45-5193-AD60-2442ABB48427}"/>
                    </a:ext>
                  </a:extLst>
                </p14:cNvPr>
                <p14:cNvContentPartPr/>
                <p14:nvPr/>
              </p14:nvContentPartPr>
              <p14:xfrm>
                <a:off x="10436337" y="4133834"/>
                <a:ext cx="106200" cy="209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3A4062-7E45-5193-AD60-2442ABB4842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418697" y="4116194"/>
                  <a:ext cx="141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4B37B3-5247-980C-D3D3-7DA286C7E0D6}"/>
                    </a:ext>
                  </a:extLst>
                </p14:cNvPr>
                <p14:cNvContentPartPr/>
                <p14:nvPr/>
              </p14:nvContentPartPr>
              <p14:xfrm>
                <a:off x="9985977" y="4291154"/>
                <a:ext cx="292320" cy="258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4B37B3-5247-980C-D3D3-7DA286C7E0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968337" y="4273154"/>
                  <a:ext cx="327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4CC48EE-4EFC-4C31-A62B-2F5A70D359D7}"/>
                    </a:ext>
                  </a:extLst>
                </p14:cNvPr>
                <p14:cNvContentPartPr/>
                <p14:nvPr/>
              </p14:nvContentPartPr>
              <p14:xfrm>
                <a:off x="9478377" y="4558634"/>
                <a:ext cx="520920" cy="221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4CC48EE-4EFC-4C31-A62B-2F5A70D359D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460377" y="4540634"/>
                  <a:ext cx="55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D70284-789C-75A5-E51F-CDE76591E902}"/>
                    </a:ext>
                  </a:extLst>
                </p14:cNvPr>
                <p14:cNvContentPartPr/>
                <p14:nvPr/>
              </p14:nvContentPartPr>
              <p14:xfrm>
                <a:off x="9450657" y="4663394"/>
                <a:ext cx="124920" cy="161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D70284-789C-75A5-E51F-CDE76591E9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32657" y="4645394"/>
                  <a:ext cx="160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D6DE67-C38E-520F-A2ED-E44EEB98021B}"/>
                    </a:ext>
                  </a:extLst>
                </p14:cNvPr>
                <p14:cNvContentPartPr/>
                <p14:nvPr/>
              </p14:nvContentPartPr>
              <p14:xfrm>
                <a:off x="8761617" y="4749074"/>
                <a:ext cx="252360" cy="153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D6DE67-C38E-520F-A2ED-E44EEB98021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743617" y="4731074"/>
                  <a:ext cx="288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D14D62-4F38-2124-92B6-1E7793CF79F5}"/>
                    </a:ext>
                  </a:extLst>
                </p14:cNvPr>
                <p14:cNvContentPartPr/>
                <p14:nvPr/>
              </p14:nvContentPartPr>
              <p14:xfrm>
                <a:off x="8682777" y="4560434"/>
                <a:ext cx="611640" cy="43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D14D62-4F38-2124-92B6-1E7793CF79F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65137" y="4542794"/>
                  <a:ext cx="64728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A5A6850-5887-5317-011D-1D13B27BA675}"/>
                    </a:ext>
                  </a:extLst>
                </p14:cNvPr>
                <p14:cNvContentPartPr/>
                <p14:nvPr/>
              </p14:nvContentPartPr>
              <p14:xfrm>
                <a:off x="3322017" y="4221314"/>
                <a:ext cx="544680" cy="126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A5A6850-5887-5317-011D-1D13B27BA6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04377" y="4203314"/>
                  <a:ext cx="580320" cy="13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E8D0E18-C926-9590-5773-0D85C6E8A8D9}"/>
                    </a:ext>
                  </a:extLst>
                </p14:cNvPr>
                <p14:cNvContentPartPr/>
                <p14:nvPr/>
              </p14:nvContentPartPr>
              <p14:xfrm>
                <a:off x="3927897" y="4734674"/>
                <a:ext cx="558720" cy="115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E8D0E18-C926-9590-5773-0D85C6E8A8D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09897" y="4717034"/>
                  <a:ext cx="594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DDD72B1-1D14-9B3E-CD6D-8EEAFD2EC909}"/>
                    </a:ext>
                  </a:extLst>
                </p14:cNvPr>
                <p14:cNvContentPartPr/>
                <p14:nvPr/>
              </p14:nvContentPartPr>
              <p14:xfrm>
                <a:off x="551817" y="4649714"/>
                <a:ext cx="1166760" cy="932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DDD72B1-1D14-9B3E-CD6D-8EEAFD2EC90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3817" y="4631714"/>
                  <a:ext cx="1202400" cy="9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7F43B69-4969-FD32-5FDF-D813888015BC}"/>
                    </a:ext>
                  </a:extLst>
                </p14:cNvPr>
                <p14:cNvContentPartPr/>
                <p14:nvPr/>
              </p14:nvContentPartPr>
              <p14:xfrm>
                <a:off x="850977" y="4520834"/>
                <a:ext cx="1248120" cy="858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7F43B69-4969-FD32-5FDF-D813888015B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2977" y="4503194"/>
                  <a:ext cx="128376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AEDA8DE-EBB7-9770-3A9B-62E83EC82CBC}"/>
                    </a:ext>
                  </a:extLst>
                </p14:cNvPr>
                <p14:cNvContentPartPr/>
                <p14:nvPr/>
              </p14:nvContentPartPr>
              <p14:xfrm>
                <a:off x="1197297" y="5352794"/>
                <a:ext cx="113760" cy="10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AEDA8DE-EBB7-9770-3A9B-62E83EC82CB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79657" y="5334794"/>
                  <a:ext cx="149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13B284-44FA-5D2C-13C1-FE6568DA7E55}"/>
                    </a:ext>
                  </a:extLst>
                </p14:cNvPr>
                <p14:cNvContentPartPr/>
                <p14:nvPr/>
              </p14:nvContentPartPr>
              <p14:xfrm>
                <a:off x="2373417" y="4553954"/>
                <a:ext cx="683640" cy="872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13B284-44FA-5D2C-13C1-FE6568DA7E5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55777" y="4535954"/>
                  <a:ext cx="719280" cy="90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5F03FDE-C699-675A-C3C4-770468D23DDE}"/>
                    </a:ext>
                  </a:extLst>
                </p14:cNvPr>
                <p14:cNvContentPartPr/>
                <p14:nvPr/>
              </p14:nvContentPartPr>
              <p14:xfrm>
                <a:off x="2711457" y="5228954"/>
                <a:ext cx="96480" cy="123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5F03FDE-C699-675A-C3C4-770468D23DD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693457" y="5210954"/>
                  <a:ext cx="132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9725F0-0A3E-87FE-77C9-44EA72D8F556}"/>
                    </a:ext>
                  </a:extLst>
                </p14:cNvPr>
                <p14:cNvContentPartPr/>
                <p14:nvPr/>
              </p14:nvContentPartPr>
              <p14:xfrm>
                <a:off x="1620297" y="5368634"/>
                <a:ext cx="429480" cy="82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9725F0-0A3E-87FE-77C9-44EA72D8F5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02297" y="5350994"/>
                  <a:ext cx="4651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20625E9-F784-C854-80CE-8997F4C4085F}"/>
                    </a:ext>
                  </a:extLst>
                </p14:cNvPr>
                <p14:cNvContentPartPr/>
                <p14:nvPr/>
              </p14:nvContentPartPr>
              <p14:xfrm>
                <a:off x="2663217" y="4708394"/>
                <a:ext cx="108720" cy="39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20625E9-F784-C854-80CE-8997F4C4085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45577" y="4690754"/>
                  <a:ext cx="144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72F8585-3904-7CFF-17FD-28317B042AF4}"/>
                    </a:ext>
                  </a:extLst>
                </p14:cNvPr>
                <p14:cNvContentPartPr/>
                <p14:nvPr/>
              </p14:nvContentPartPr>
              <p14:xfrm>
                <a:off x="2708217" y="4812074"/>
                <a:ext cx="125640" cy="23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72F8585-3904-7CFF-17FD-28317B042AF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690577" y="4794074"/>
                  <a:ext cx="161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57FF2B-BC76-5179-FC3F-F6A256ED3CF7}"/>
                    </a:ext>
                  </a:extLst>
                </p14:cNvPr>
                <p14:cNvContentPartPr/>
                <p14:nvPr/>
              </p14:nvContentPartPr>
              <p14:xfrm>
                <a:off x="2691297" y="4900634"/>
                <a:ext cx="122400" cy="28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57FF2B-BC76-5179-FC3F-F6A256ED3CF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73297" y="4882994"/>
                  <a:ext cx="158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8963CD2-FA71-F70A-F81C-F7C84717F40A}"/>
                    </a:ext>
                  </a:extLst>
                </p14:cNvPr>
                <p14:cNvContentPartPr/>
                <p14:nvPr/>
              </p14:nvContentPartPr>
              <p14:xfrm>
                <a:off x="1108017" y="4756634"/>
                <a:ext cx="87840" cy="30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8963CD2-FA71-F70A-F81C-F7C84717F4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0017" y="4738994"/>
                  <a:ext cx="1234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4D2BE5-34B9-70B1-298A-1072D0550AA9}"/>
                    </a:ext>
                  </a:extLst>
                </p14:cNvPr>
                <p14:cNvContentPartPr/>
                <p14:nvPr/>
              </p14:nvContentPartPr>
              <p14:xfrm>
                <a:off x="1089297" y="4861394"/>
                <a:ext cx="145800" cy="115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4D2BE5-34B9-70B1-298A-1072D0550AA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1657" y="4843754"/>
                  <a:ext cx="181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A4ED8EA-9DD3-FAA0-DF3D-E9789152D955}"/>
                    </a:ext>
                  </a:extLst>
                </p14:cNvPr>
                <p14:cNvContentPartPr/>
                <p14:nvPr/>
              </p14:nvContentPartPr>
              <p14:xfrm>
                <a:off x="1091457" y="5069114"/>
                <a:ext cx="173520" cy="124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A4ED8EA-9DD3-FAA0-DF3D-E9789152D9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3817" y="5051114"/>
                  <a:ext cx="209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B24AB54-E067-8481-227E-2C958A2F4634}"/>
                    </a:ext>
                  </a:extLst>
                </p14:cNvPr>
                <p14:cNvContentPartPr/>
                <p14:nvPr/>
              </p14:nvContentPartPr>
              <p14:xfrm>
                <a:off x="1448217" y="4758434"/>
                <a:ext cx="68400" cy="23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B24AB54-E067-8481-227E-2C958A2F463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30217" y="4740434"/>
                  <a:ext cx="1040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C47094F-0B0F-D1C9-56DF-E6ADD952447A}"/>
                    </a:ext>
                  </a:extLst>
                </p14:cNvPr>
                <p14:cNvContentPartPr/>
                <p14:nvPr/>
              </p14:nvContentPartPr>
              <p14:xfrm>
                <a:off x="1428057" y="4877594"/>
                <a:ext cx="175680" cy="1472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C47094F-0B0F-D1C9-56DF-E6ADD952447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410057" y="4859954"/>
                  <a:ext cx="211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052DE07-2734-CD38-5D29-253CF5A61924}"/>
                    </a:ext>
                  </a:extLst>
                </p14:cNvPr>
                <p14:cNvContentPartPr/>
                <p14:nvPr/>
              </p14:nvContentPartPr>
              <p14:xfrm>
                <a:off x="1531737" y="5246234"/>
                <a:ext cx="4855320" cy="716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052DE07-2734-CD38-5D29-253CF5A6192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13737" y="5228594"/>
                  <a:ext cx="489096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1243818-3C34-36D7-6CC0-318D60FF2C5B}"/>
                    </a:ext>
                  </a:extLst>
                </p14:cNvPr>
                <p14:cNvContentPartPr/>
                <p14:nvPr/>
              </p14:nvContentPartPr>
              <p14:xfrm>
                <a:off x="6158457" y="5127074"/>
                <a:ext cx="200880" cy="310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1243818-3C34-36D7-6CC0-318D60FF2C5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40817" y="5109434"/>
                  <a:ext cx="2365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C481E65-FFC5-635C-6C16-2F4F89116A38}"/>
                    </a:ext>
                  </a:extLst>
                </p14:cNvPr>
                <p14:cNvContentPartPr/>
                <p14:nvPr/>
              </p14:nvContentPartPr>
              <p14:xfrm>
                <a:off x="6446097" y="4858154"/>
                <a:ext cx="1377360" cy="830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C481E65-FFC5-635C-6C16-2F4F89116A3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28097" y="4840154"/>
                  <a:ext cx="14130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00428AC-DF81-5685-0498-D665016D0543}"/>
                    </a:ext>
                  </a:extLst>
                </p14:cNvPr>
                <p14:cNvContentPartPr/>
                <p14:nvPr/>
              </p14:nvContentPartPr>
              <p14:xfrm>
                <a:off x="6499737" y="5709554"/>
                <a:ext cx="781200" cy="38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00428AC-DF81-5685-0498-D665016D05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82097" y="5691554"/>
                  <a:ext cx="8168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DAA462E-69E5-F774-684E-30683F2EDC6B}"/>
                    </a:ext>
                  </a:extLst>
                </p14:cNvPr>
                <p14:cNvContentPartPr/>
                <p14:nvPr/>
              </p14:nvContentPartPr>
              <p14:xfrm>
                <a:off x="6817257" y="5108714"/>
                <a:ext cx="164160" cy="46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DAA462E-69E5-F774-684E-30683F2EDC6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9617" y="5090714"/>
                  <a:ext cx="1998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07448C0-8C1E-2300-C180-BBEF6F1168F7}"/>
                    </a:ext>
                  </a:extLst>
                </p14:cNvPr>
                <p14:cNvContentPartPr/>
                <p14:nvPr/>
              </p14:nvContentPartPr>
              <p14:xfrm>
                <a:off x="6801777" y="5278634"/>
                <a:ext cx="151920" cy="14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07448C0-8C1E-2300-C180-BBEF6F1168F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84137" y="5260994"/>
                  <a:ext cx="1875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8EF17CC-266A-B89F-D7D7-D12F9DC60FC3}"/>
                    </a:ext>
                  </a:extLst>
                </p14:cNvPr>
                <p14:cNvContentPartPr/>
                <p14:nvPr/>
              </p14:nvContentPartPr>
              <p14:xfrm>
                <a:off x="6803577" y="5333714"/>
                <a:ext cx="182880" cy="188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8EF17CC-266A-B89F-D7D7-D12F9DC60F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85577" y="5316074"/>
                  <a:ext cx="2185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A3656E-C59D-8C01-A452-4EF87557FF0C}"/>
                    </a:ext>
                  </a:extLst>
                </p14:cNvPr>
                <p14:cNvContentPartPr/>
                <p14:nvPr/>
              </p14:nvContentPartPr>
              <p14:xfrm>
                <a:off x="4495257" y="3726314"/>
                <a:ext cx="769320" cy="218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A3656E-C59D-8C01-A452-4EF87557FF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477257" y="3708314"/>
                  <a:ext cx="804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35C1EFF-CC64-790E-0AE2-92E87B346E4F}"/>
                    </a:ext>
                  </a:extLst>
                </p14:cNvPr>
                <p14:cNvContentPartPr/>
                <p14:nvPr/>
              </p14:nvContentPartPr>
              <p14:xfrm>
                <a:off x="4575537" y="3801554"/>
                <a:ext cx="741600" cy="600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35C1EFF-CC64-790E-0AE2-92E87B346E4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57537" y="3783554"/>
                  <a:ext cx="77724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B7DCE8-3209-C4E7-084A-7845EE457F9F}"/>
                    </a:ext>
                  </a:extLst>
                </p14:cNvPr>
                <p14:cNvContentPartPr/>
                <p14:nvPr/>
              </p14:nvContentPartPr>
              <p14:xfrm>
                <a:off x="5209137" y="3864554"/>
                <a:ext cx="38160" cy="298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B7DCE8-3209-C4E7-084A-7845EE457F9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191497" y="3846914"/>
                  <a:ext cx="73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8CF6CD2-582C-4C4E-3072-7E40C2C66685}"/>
                    </a:ext>
                  </a:extLst>
                </p14:cNvPr>
                <p14:cNvContentPartPr/>
                <p14:nvPr/>
              </p14:nvContentPartPr>
              <p14:xfrm>
                <a:off x="4517217" y="3375314"/>
                <a:ext cx="91440" cy="19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8CF6CD2-582C-4C4E-3072-7E40C2C6668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99577" y="3357674"/>
                  <a:ext cx="1270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D2DA49B-50CE-285A-7F1C-A445FE05DF84}"/>
                    </a:ext>
                  </a:extLst>
                </p14:cNvPr>
                <p14:cNvContentPartPr/>
                <p14:nvPr/>
              </p14:nvContentPartPr>
              <p14:xfrm>
                <a:off x="4489497" y="3441194"/>
                <a:ext cx="276480" cy="133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D2DA49B-50CE-285A-7F1C-A445FE05DF8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71497" y="3423194"/>
                  <a:ext cx="312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A28B719-1FB4-036D-485D-1E4F0FCAB234}"/>
                    </a:ext>
                  </a:extLst>
                </p14:cNvPr>
                <p14:cNvContentPartPr/>
                <p14:nvPr/>
              </p14:nvContentPartPr>
              <p14:xfrm>
                <a:off x="4802697" y="3429314"/>
                <a:ext cx="258480" cy="115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A28B719-1FB4-036D-485D-1E4F0FCAB23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84697" y="3411674"/>
                  <a:ext cx="2941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5353623-67E5-C88E-1202-BEFEA5EF910F}"/>
                    </a:ext>
                  </a:extLst>
                </p14:cNvPr>
                <p14:cNvContentPartPr/>
                <p14:nvPr/>
              </p14:nvContentPartPr>
              <p14:xfrm>
                <a:off x="5102577" y="3369914"/>
                <a:ext cx="111240" cy="230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5353623-67E5-C88E-1202-BEFEA5EF910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84577" y="3352274"/>
                  <a:ext cx="1468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3A39B6E-8B84-F619-30AC-0C4BC0D2495A}"/>
                    </a:ext>
                  </a:extLst>
                </p14:cNvPr>
                <p14:cNvContentPartPr/>
                <p14:nvPr/>
              </p14:nvContentPartPr>
              <p14:xfrm>
                <a:off x="4790097" y="3994154"/>
                <a:ext cx="155880" cy="28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3A39B6E-8B84-F619-30AC-0C4BC0D2495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2097" y="3976514"/>
                  <a:ext cx="191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8555B18-52A1-5802-D53E-24528B92296F}"/>
                    </a:ext>
                  </a:extLst>
                </p14:cNvPr>
                <p14:cNvContentPartPr/>
                <p14:nvPr/>
              </p14:nvContentPartPr>
              <p14:xfrm>
                <a:off x="4835097" y="4065794"/>
                <a:ext cx="145800" cy="91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8555B18-52A1-5802-D53E-24528B92296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17097" y="4048154"/>
                  <a:ext cx="1814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E1DD107-77CD-4032-8ACC-763DA5B45544}"/>
                    </a:ext>
                  </a:extLst>
                </p14:cNvPr>
                <p14:cNvContentPartPr/>
                <p14:nvPr/>
              </p14:nvContentPartPr>
              <p14:xfrm>
                <a:off x="4852017" y="4210154"/>
                <a:ext cx="150480" cy="24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E1DD107-77CD-4032-8ACC-763DA5B4554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34377" y="4192514"/>
                  <a:ext cx="186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9CE384D-73E7-40C5-133D-EB82A0B2A919}"/>
                    </a:ext>
                  </a:extLst>
                </p14:cNvPr>
                <p14:cNvContentPartPr/>
                <p14:nvPr/>
              </p14:nvContentPartPr>
              <p14:xfrm>
                <a:off x="5542857" y="3161114"/>
                <a:ext cx="154440" cy="204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9CE384D-73E7-40C5-133D-EB82A0B2A9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24857" y="3143114"/>
                  <a:ext cx="1900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27E163D-05DD-C585-2D3E-E0E7B2937BB1}"/>
                    </a:ext>
                  </a:extLst>
                </p14:cNvPr>
                <p14:cNvContentPartPr/>
                <p14:nvPr/>
              </p14:nvContentPartPr>
              <p14:xfrm>
                <a:off x="5714937" y="3193154"/>
                <a:ext cx="114480" cy="124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27E163D-05DD-C585-2D3E-E0E7B2937BB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97297" y="3175514"/>
                  <a:ext cx="150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C58D5EA-D430-18AE-13BB-4E778D90CCC5}"/>
                    </a:ext>
                  </a:extLst>
                </p14:cNvPr>
                <p14:cNvContentPartPr/>
                <p14:nvPr/>
              </p14:nvContentPartPr>
              <p14:xfrm>
                <a:off x="5845257" y="3131954"/>
                <a:ext cx="207720" cy="153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C58D5EA-D430-18AE-13BB-4E778D90CC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827617" y="3113954"/>
                  <a:ext cx="243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5C7AB03-CEFB-05D3-E8FC-0F08585DF4B0}"/>
                    </a:ext>
                  </a:extLst>
                </p14:cNvPr>
                <p14:cNvContentPartPr/>
                <p14:nvPr/>
              </p14:nvContentPartPr>
              <p14:xfrm>
                <a:off x="5182137" y="4000274"/>
                <a:ext cx="552600" cy="104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5C7AB03-CEFB-05D3-E8FC-0F08585DF4B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164497" y="3982274"/>
                  <a:ext cx="588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1B2A1D9-077B-A613-045D-D33F36C3F998}"/>
                    </a:ext>
                  </a:extLst>
                </p14:cNvPr>
                <p14:cNvContentPartPr/>
                <p14:nvPr/>
              </p14:nvContentPartPr>
              <p14:xfrm>
                <a:off x="5635737" y="3918554"/>
                <a:ext cx="110160" cy="140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1B2A1D9-077B-A613-045D-D33F36C3F99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17737" y="3900914"/>
                  <a:ext cx="145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5940253-7274-8605-B866-9747D73F7657}"/>
                    </a:ext>
                  </a:extLst>
                </p14:cNvPr>
                <p14:cNvContentPartPr/>
                <p14:nvPr/>
              </p14:nvContentPartPr>
              <p14:xfrm>
                <a:off x="5929497" y="3889034"/>
                <a:ext cx="118080" cy="134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5940253-7274-8605-B866-9747D73F765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11857" y="3871394"/>
                  <a:ext cx="153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91C645-E4E1-F088-A2BE-5A06A006ECD0}"/>
                    </a:ext>
                  </a:extLst>
                </p14:cNvPr>
                <p14:cNvContentPartPr/>
                <p14:nvPr/>
              </p14:nvContentPartPr>
              <p14:xfrm>
                <a:off x="5776137" y="3766994"/>
                <a:ext cx="390600" cy="360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91C645-E4E1-F088-A2BE-5A06A006ECD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58137" y="3748994"/>
                  <a:ext cx="4262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F76D4C-CF40-0C52-99EA-FD08DF5D20BA}"/>
                    </a:ext>
                  </a:extLst>
                </p14:cNvPr>
                <p14:cNvContentPartPr/>
                <p14:nvPr/>
              </p14:nvContentPartPr>
              <p14:xfrm>
                <a:off x="6220017" y="3874994"/>
                <a:ext cx="388440" cy="73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F76D4C-CF40-0C52-99EA-FD08DF5D20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02017" y="3856994"/>
                  <a:ext cx="424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0D8087C-52C9-B572-6C86-21B7DC5B8F01}"/>
                    </a:ext>
                  </a:extLst>
                </p14:cNvPr>
                <p14:cNvContentPartPr/>
                <p14:nvPr/>
              </p14:nvContentPartPr>
              <p14:xfrm>
                <a:off x="6492537" y="3827474"/>
                <a:ext cx="119880" cy="151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0D8087C-52C9-B572-6C86-21B7DC5B8F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74897" y="3809834"/>
                  <a:ext cx="1555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1610DF4-1496-1BE8-D363-1416E1E1A839}"/>
                    </a:ext>
                  </a:extLst>
                </p14:cNvPr>
                <p14:cNvContentPartPr/>
                <p14:nvPr/>
              </p14:nvContentPartPr>
              <p14:xfrm>
                <a:off x="6660297" y="3575474"/>
                <a:ext cx="447120" cy="691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1610DF4-1496-1BE8-D363-1416E1E1A83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642657" y="3557474"/>
                  <a:ext cx="48276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210AEF1-C345-8E81-5C79-D15C3F7FB248}"/>
                    </a:ext>
                  </a:extLst>
                </p14:cNvPr>
                <p14:cNvContentPartPr/>
                <p14:nvPr/>
              </p14:nvContentPartPr>
              <p14:xfrm>
                <a:off x="6560937" y="3465674"/>
                <a:ext cx="1020960" cy="800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210AEF1-C345-8E81-5C79-D15C3F7FB2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542937" y="3448034"/>
                  <a:ext cx="1056600" cy="8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B6ABF4-0133-1021-7726-7BA8E3610CFD}"/>
                    </a:ext>
                  </a:extLst>
                </p14:cNvPr>
                <p14:cNvContentPartPr/>
                <p14:nvPr/>
              </p14:nvContentPartPr>
              <p14:xfrm>
                <a:off x="6654177" y="3525434"/>
                <a:ext cx="832680" cy="235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B6ABF4-0133-1021-7726-7BA8E3610CF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36537" y="3507434"/>
                  <a:ext cx="8683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3723448-6AF0-D1A0-2B16-CDD918295737}"/>
                    </a:ext>
                  </a:extLst>
                </p14:cNvPr>
                <p14:cNvContentPartPr/>
                <p14:nvPr/>
              </p14:nvContentPartPr>
              <p14:xfrm>
                <a:off x="6823377" y="3191714"/>
                <a:ext cx="16200" cy="2242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3723448-6AF0-D1A0-2B16-CDD91829573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05377" y="3173714"/>
                  <a:ext cx="518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580720A-8A94-1D04-6D3A-75653CE7DC51}"/>
                    </a:ext>
                  </a:extLst>
                </p14:cNvPr>
                <p14:cNvContentPartPr/>
                <p14:nvPr/>
              </p14:nvContentPartPr>
              <p14:xfrm>
                <a:off x="6753177" y="3135194"/>
                <a:ext cx="162360" cy="133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580720A-8A94-1D04-6D3A-75653CE7DC5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35177" y="3117554"/>
                  <a:ext cx="1980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7C93240-A567-CBCB-EDED-38F6A6590069}"/>
                    </a:ext>
                  </a:extLst>
                </p14:cNvPr>
                <p14:cNvContentPartPr/>
                <p14:nvPr/>
              </p14:nvContentPartPr>
              <p14:xfrm>
                <a:off x="6950817" y="3205754"/>
                <a:ext cx="94680" cy="173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7C93240-A567-CBCB-EDED-38F6A659006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32817" y="3187754"/>
                  <a:ext cx="130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915E179-7B1F-8C86-2401-09FA613EB2EC}"/>
                    </a:ext>
                  </a:extLst>
                </p14:cNvPr>
                <p14:cNvContentPartPr/>
                <p14:nvPr/>
              </p14:nvContentPartPr>
              <p14:xfrm>
                <a:off x="7104177" y="3218354"/>
                <a:ext cx="102240" cy="132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915E179-7B1F-8C86-2401-09FA613EB2E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086177" y="3200354"/>
                  <a:ext cx="137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0B0DCCB-4781-1CBA-E4AA-D384AF9407FF}"/>
                    </a:ext>
                  </a:extLst>
                </p14:cNvPr>
                <p14:cNvContentPartPr/>
                <p14:nvPr/>
              </p14:nvContentPartPr>
              <p14:xfrm>
                <a:off x="7292097" y="3109994"/>
                <a:ext cx="75960" cy="380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0B0DCCB-4781-1CBA-E4AA-D384AF9407F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74457" y="3092354"/>
                  <a:ext cx="1116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E6E8904-12F7-9C97-DCD0-DDB162698EDE}"/>
                    </a:ext>
                  </a:extLst>
                </p14:cNvPr>
                <p14:cNvContentPartPr/>
                <p14:nvPr/>
              </p14:nvContentPartPr>
              <p14:xfrm>
                <a:off x="6627897" y="3444794"/>
                <a:ext cx="807480" cy="64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E6E8904-12F7-9C97-DCD0-DDB162698ED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09897" y="3427154"/>
                  <a:ext cx="843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CD51E90-1A8E-4FE2-F828-D3B3821C424E}"/>
                    </a:ext>
                  </a:extLst>
                </p14:cNvPr>
                <p14:cNvContentPartPr/>
                <p14:nvPr/>
              </p14:nvContentPartPr>
              <p14:xfrm>
                <a:off x="3874977" y="3157874"/>
                <a:ext cx="434880" cy="1828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CD51E90-1A8E-4FE2-F828-D3B3821C424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57337" y="3140234"/>
                  <a:ext cx="470520" cy="18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177AA36-74AA-96B6-498E-5A49EE3A6836}"/>
                    </a:ext>
                  </a:extLst>
                </p14:cNvPr>
                <p14:cNvContentPartPr/>
                <p14:nvPr/>
              </p14:nvContentPartPr>
              <p14:xfrm>
                <a:off x="6987537" y="3064994"/>
                <a:ext cx="537840" cy="1416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177AA36-74AA-96B6-498E-5A49EE3A683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69537" y="3047354"/>
                  <a:ext cx="573480" cy="1451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66498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7535</TotalTime>
  <Words>553</Words>
  <Application>Microsoft Office PowerPoint</Application>
  <PresentationFormat>Custom</PresentationFormat>
  <Paragraphs>80</Paragraphs>
  <Slides>26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9</vt:lpstr>
      <vt:lpstr>SAP Fiori elements boosts SAP Fiori development efficiency </vt:lpstr>
      <vt:lpstr>SAP Fiori elements provides enterprise-ready apps out of the box</vt:lpstr>
      <vt:lpstr>SAP Fiori elements application architecture provides flexibility</vt:lpstr>
      <vt:lpstr>SAP Fiori elements prioritizes efficiency over flexibility </vt:lpstr>
      <vt:lpstr>Hands on : Fiori App</vt:lpstr>
      <vt:lpstr>PowerPoint Presentation</vt:lpstr>
      <vt:lpstr>Annotations</vt:lpstr>
      <vt:lpstr>Create Fiori App using Annotation</vt:lpstr>
      <vt:lpstr>Association v.s Composition</vt:lpstr>
      <vt:lpstr>Hands on: Create &amp; F4 Enablement for app</vt:lpstr>
      <vt:lpstr>Hands on : Fiori App</vt:lpstr>
      <vt:lpstr>Create Fiori App using Annotation</vt:lpstr>
      <vt:lpstr>Association v.s Composition</vt:lpstr>
      <vt:lpstr>PowerPoint Presentation</vt:lpstr>
      <vt:lpstr>PowerPoint Presentation</vt:lpstr>
      <vt:lpstr>Hands on: Create &amp; F4 Enablement for app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273</cp:revision>
  <dcterms:created xsi:type="dcterms:W3CDTF">2013-09-12T13:05:01Z</dcterms:created>
  <dcterms:modified xsi:type="dcterms:W3CDTF">2026-01-23T07:55:34Z</dcterms:modified>
</cp:coreProperties>
</file>