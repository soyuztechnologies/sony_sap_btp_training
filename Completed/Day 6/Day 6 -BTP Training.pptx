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6" r:id="rId2"/>
    <p:sldId id="4122" r:id="rId3"/>
    <p:sldId id="277" r:id="rId4"/>
    <p:sldId id="4777" r:id="rId5"/>
    <p:sldId id="4769" r:id="rId6"/>
    <p:sldId id="4800" r:id="rId7"/>
    <p:sldId id="4757" r:id="rId8"/>
    <p:sldId id="4787" r:id="rId9"/>
    <p:sldId id="4759" r:id="rId10"/>
    <p:sldId id="4788" r:id="rId11"/>
    <p:sldId id="4799" r:id="rId12"/>
    <p:sldId id="282" r:id="rId13"/>
    <p:sldId id="280" r:id="rId14"/>
    <p:sldId id="4711" r:id="rId15"/>
    <p:sldId id="4773" r:id="rId16"/>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817DAF-671E-40FA-9B34-C817E16E6842}">
          <p14:sldIdLst>
            <p14:sldId id="276"/>
            <p14:sldId id="4122"/>
            <p14:sldId id="277"/>
            <p14:sldId id="4777"/>
            <p14:sldId id="4769"/>
            <p14:sldId id="4800"/>
            <p14:sldId id="4757"/>
            <p14:sldId id="4787"/>
            <p14:sldId id="4759"/>
            <p14:sldId id="4788"/>
            <p14:sldId id="4799"/>
          </p14:sldIdLst>
        </p14:section>
        <p14:section name="Untitled Section" id="{3D25B6DE-2864-4657-B43E-6916E185213C}">
          <p14:sldIdLst>
            <p14:sldId id="282"/>
            <p14:sldId id="280"/>
            <p14:sldId id="4711"/>
            <p14:sldId id="4773"/>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5250" autoAdjust="0"/>
  </p:normalViewPr>
  <p:slideViewPr>
    <p:cSldViewPr>
      <p:cViewPr varScale="1">
        <p:scale>
          <a:sx n="97" d="100"/>
          <a:sy n="97" d="100"/>
        </p:scale>
        <p:origin x="688" y="28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7.218"/>
    </inkml:context>
    <inkml:brush xml:id="br0">
      <inkml:brushProperty name="width" value="0.05" units="cm"/>
      <inkml:brushProperty name="height" value="0.05" units="cm"/>
      <inkml:brushProperty name="color" value="#FFFFFF"/>
    </inkml:brush>
  </inkml:definitions>
  <inkml:trace contextRef="#ctx0" brushRef="#br0">94 261 24575,'-2'-1'0,"0"1"0,0-1 0,0 0 0,0 0 0,0 0 0,0 0 0,0 0 0,0 0 0,1 0 0,-1-1 0,-2-2 0,2 2 0,0 0 0,-1 0 0,1 1 0,-1-1 0,1 0 0,-1 1 0,-4-2 0,7 3 0,-1 0 0,0 0 0,0 0 0,1 0 0,-1 0 0,0 0 0,0 0 0,0 0 0,1 0 0,-1 1 0,0-1 0,1 0 0,-1 0 0,0 1 0,1-1 0,-1 1 0,0-1 0,1 0 0,-1 1 0,0-1 0,1 1 0,-1 0 0,1-1 0,-1 1 0,1-1 0,0 1 0,-1 0 0,1-1 0,-1 1 0,1 0 0,0-1 0,0 1 0,-1 0 0,1 1 0,-2 4 0,0 1 0,0 0 0,1 0 0,0 0 0,0 0 0,0 0 0,2 11 0,5 50 0,-6-68 0,5 32 0,0-1 0,1 56 0,-9-72 0,3-15 0,0 1 0,0-1 0,0 0 0,0 0 0,0 0 0,-1 0 0,1 0 0,0 0 0,0 0 0,0 0 0,0 0 0,-1 0 0,1 0 0,0 0 0,0 0 0,0 0 0,0 0 0,0 0 0,-1 0 0,1 0 0,0 0 0,0 0 0,0 0 0,0 0 0,-1 0 0,1 0 0,0 0 0,0-1 0,0 1 0,0 0 0,0 0 0,0 0 0,-1 0 0,1 0 0,0 0 0,0 0 0,0-1 0,0 1 0,0 0 0,0 0 0,0 0 0,0-1 0,-12-25 0,6 1 0,1 0 0,2 0 0,-1-29 0,5-77 0,-1 118 0,7-95 0,-5 97 0,0 0 0,0 0 0,1 1 0,0-1 0,1 1 0,0 0 0,9-16 0,-12 23 0,1 1 0,0-1 0,0 1 0,-1-1 0,2 1 0,-1 0 0,0 0 0,0 0 0,1 0 0,-1 1 0,1-1 0,-1 1 0,1-1 0,0 1 0,-1 0 0,1 0 0,0 0 0,6-1 0,-5 2 0,0 0 0,1 0 0,-1 0 0,0 1 0,1 0 0,-1 0 0,0 0 0,0 0 0,0 1 0,0-1 0,7 5 0,2 2 0,0 1 0,-1 0 0,0 1 0,0 0 0,-1 1 0,12 15 0,58 82 342,-71-92-627,0 0 1,-2 0-1,0 1 1,-1 0-1,6 24 1,-7-15-6542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7.421"/>
    </inkml:context>
    <inkml:brush xml:id="br0">
      <inkml:brushProperty name="width" value="0.05" units="cm"/>
      <inkml:brushProperty name="height" value="0.05" units="cm"/>
      <inkml:brushProperty name="color" value="#FFFFFF"/>
    </inkml:brush>
  </inkml:definitions>
  <inkml:trace contextRef="#ctx0" brushRef="#br0">9 172 24575,'-3'-3'0,"-1"-4"0,3-1 0,5 1 0,8-2 0,8-2 0,7 1 0,8-1 0,8-2 0,5-2 0,4-1 0,3-4 0,-2-3 0,-10 4-8191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7.670"/>
    </inkml:context>
    <inkml:brush xml:id="br0">
      <inkml:brushProperty name="width" value="0.05" units="cm"/>
      <inkml:brushProperty name="height" value="0.05" units="cm"/>
      <inkml:brushProperty name="color" value="#FFFFFF"/>
    </inkml:brush>
  </inkml:definitions>
  <inkml:trace contextRef="#ctx0" brushRef="#br0">12 1 24575,'-6'0'0,"0"0"0,8 0 0,24 4 0,-22-3 15,0 0 1,0 1-1,0 0 0,0 0 0,0 0 0,0 0 1,-1 1-1,1 0 0,-1 0 0,1-1 0,-1 2 1,0-1-1,0 0 0,-1 1 0,1-1 0,-1 1 1,0 0-1,1 0 0,-2 0 0,1 0 0,2 8 1,-1 3-197,-1 0 0,0 0 0,-1 0 0,-1 0 0,-2 15 0,2-10-433,-1-4-6212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8.137"/>
    </inkml:context>
    <inkml:brush xml:id="br0">
      <inkml:brushProperty name="width" value="0.05" units="cm"/>
      <inkml:brushProperty name="height" value="0.05" units="cm"/>
      <inkml:brushProperty name="color" value="#FFFFFF"/>
    </inkml:brush>
  </inkml:definitions>
  <inkml:trace contextRef="#ctx0" brushRef="#br0">1 95 24575,'3'0'0,"4"0"0,4 0 0,7-3 0,6-1 0,8-2 0,5-5 0,3 1 0,3-2 0,1-1 0,-4 1 0,-5-1 0,-10 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8.618"/>
    </inkml:context>
    <inkml:brush xml:id="br0">
      <inkml:brushProperty name="width" value="0.05" units="cm"/>
      <inkml:brushProperty name="height" value="0.05" units="cm"/>
      <inkml:brushProperty name="color" value="#FFFFFF"/>
    </inkml:brush>
  </inkml:definitions>
  <inkml:trace contextRef="#ctx0" brushRef="#br0">152 89 24575,'2'-1'0,"-1"-1"0,0 1 0,0-1 0,0 0 0,0 0 0,0 1 0,0-1 0,0 0 0,-1 0 0,1 0 0,-1 0 0,1 0 0,-1 0 0,0 0 0,0 0 0,1 0 0,-2 1 0,1-1 0,0 0 0,0 0 0,-1 0 0,1 0 0,-1 0 0,1 0 0,-1 0 0,0 0 0,0 0 0,1 1 0,-2-1 0,-1-2 0,2 1 0,-1 1 0,1 0 0,-1 0 0,0 0 0,1 0 0,-1 1 0,0-1 0,0 0 0,-1 1 0,1-1 0,0 1 0,0 0 0,-1 0 0,1 0 0,0 0 0,-1 0 0,1 0 0,-1 1 0,0-1 0,1 1 0,-1 0 0,1 0 0,-4 0 0,2 1 0,0 0 0,0 0 0,1 1 0,-1-1 0,0 1 0,1 0 0,-1 0 0,1 0 0,0 0 0,0 1 0,0-1 0,0 1 0,0 0 0,0 0 0,1 0 0,-1 0 0,1 1 0,0-1 0,0 0 0,0 1 0,1 0 0,-1-1 0,1 1 0,0 0 0,0 0 0,0 0 0,0 0 0,1 0 0,-1 0 0,1 0 0,0 0 0,1 0 0,-1 0 0,0 0 0,1 0 0,0-1 0,0 1 0,0 0 0,1 0 0,-1-1 0,1 1 0,0 0 0,4 4 0,0 0 0,0-1 0,1 0 0,0 0 0,1-1 0,-1 0 0,1 0 0,1 0 0,-1-1 0,1-1 0,-1 1 0,13 3 0,10 2 0,63 14 0,-91-23 0,0-1 0,0 1 0,-1 0 0,1 0 0,0 0 0,-1 0 0,1 0 0,2 3 0,-5-4 0,1 0 0,-1 1 0,0-1 0,1 0 0,-1 1 0,0-1 0,0 1 0,1-1 0,-1 1 0,0-1 0,0 1 0,1-1 0,-1 1 0,0-1 0,0 1 0,0-1 0,0 1 0,0-1 0,0 1 0,0-1 0,0 1 0,0-1 0,0 1 0,0-1 0,0 1 0,-1-1 0,1 1 0,0-1 0,0 1 0,0-1 0,-1 1 0,1-1 0,0 1 0,0-1 0,-1 1 0,1-1 0,-1 0 0,1 1 0,0-1 0,-1 0 0,1 1 0,-1-1 0,1 0 0,0 1 0,-1-1 0,1 0 0,-1 0 0,0 1 0,-18 9 0,0 0 0,-1-1 0,0-1 0,0-1 0,-31 7 0,45-12 0,-21 4-455,0-1 0,-30 3 0,29-6-6371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9.616"/>
    </inkml:context>
    <inkml:brush xml:id="br0">
      <inkml:brushProperty name="width" value="0.05" units="cm"/>
      <inkml:brushProperty name="height" value="0.05" units="cm"/>
      <inkml:brushProperty name="color" value="#FFFFFF"/>
    </inkml:brush>
  </inkml:definitions>
  <inkml:trace contextRef="#ctx0" brushRef="#br0">4450 0 24575,'-10'1'0,"0"0"0,1 0 0,-1 1 0,1 0 0,-1 0 0,-12 6 0,-54 28 0,41-18 0,-556 272-1166,-612 291-2952,700-348 3917,-850 406-1547,1306-615 1685,-386 184 3861,417-201-3651,-33 13 906,45-19-929,1 0-1,-1 0 1,0 0-1,0 0 1,0-1 0,0 0-1,0 0 1,0 0 0,0 0-1,-5-1 1,8 1-114,1 0 0,-1 0 0,0-1 0,0 1 0,1 0 0,-1 0 1,0-1-1,1 1 0,-1 0 0,1-1 0,-1 1 0,0 0 0,1-1 0,-1 1 0,1-1 0,-1 1 1,1-1-1,-1 1 0,1-1 0,-1 0 0,1 1 0,0-1 0,-1 1 0,1-1 0,0 0 1,-1 1-1,1-1 0,0 0 0,0-1 0,0 0 14,0 1-1,0-1 0,1 0 1,-1 1-1,1-1 1,-1 0-1,1 1 1,0-1-1,0 1 1,-1-1-1,1 1 1,2-2-1,1-3 43,2-1 0,-1 2 0,1-1 0,8-7 0,14-5-1431,-16 11-5461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9.945"/>
    </inkml:context>
    <inkml:brush xml:id="br0">
      <inkml:brushProperty name="width" value="0.05" units="cm"/>
      <inkml:brushProperty name="height" value="0.05" units="cm"/>
      <inkml:brushProperty name="color" value="#FFFFFF"/>
    </inkml:brush>
  </inkml:definitions>
  <inkml:trace contextRef="#ctx0" brushRef="#br0">237 34 24575,'0'-1'0,"0"0"0,0-1 0,0 1 0,0-1 0,-1 1 0,1 0 0,0-1 0,-1 1 0,1 0 0,0 0 0,-1-1 0,0 1 0,1 0 0,-1 0 0,0 0 0,1 0 0,-1 0 0,0 0 0,0 0 0,0 0 0,0 0 0,0 0 0,0 0 0,0 0 0,0 1 0,-1-1 0,1 0 0,0 1 0,0-1 0,-1 1 0,1-1 0,0 1 0,0 0 0,-1 0 0,1-1 0,-1 1 0,1 0 0,0 0 0,-1 0 0,1 1 0,-3-1 0,0 1 0,0-1 0,-1 1 0,1 0 0,0 1 0,0-1 0,0 1 0,0 0 0,0 0 0,0 0 0,1 0 0,-1 1 0,-3 2 0,-9 13 0,1 1 0,1 0 0,-20 35 0,8-12 0,23-38 0,-2 5 0,-1-1 0,1 1 0,1 0 0,-7 17 0,10-23 0,0-1 0,1 0 0,-1 1 0,1-1 0,0 0 0,0 1 0,0-1 0,0 0 0,0 1 0,0-1 0,1 1 0,-1-1 0,1 0 0,-1 0 0,1 1 0,0-1 0,0 0 0,0 0 0,0 0 0,1 0 0,-1 0 0,0 0 0,1 0 0,0 0 0,-1-1 0,3 3 0,59 43 335,10 9-2035,-46-30-5126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4.948"/>
    </inkml:context>
    <inkml:brush xml:id="br0">
      <inkml:brushProperty name="width" value="0.05" units="cm"/>
      <inkml:brushProperty name="height" value="0.05" units="cm"/>
      <inkml:brushProperty name="color" value="#FFFFFF"/>
    </inkml:brush>
  </inkml:definitions>
  <inkml:trace contextRef="#ctx0" brushRef="#br0">306 0 24575,'-30'15'0,"1"1"0,0 2 0,2 1 0,0 1 0,1 1 0,1 1 0,2 1 0,-36 45 0,55-63 0,0 0 0,0 0 0,1 1 0,0-1 0,0 1 0,1 0 0,0 0 0,-3 10 0,4-13 0,1-1 0,0 1 0,0-1 0,0 1 0,1-1 0,-1 1 0,0-1 0,1 1 0,0-1 0,-1 1 0,1-1 0,0 0 0,0 1 0,1-1 0,-1 0 0,0 0 0,1 0 0,-1 0 0,1 0 0,0 0 0,0 0 0,-1-1 0,5 4 0,11 6 0,0-1 0,0-1 0,1 0 0,0-1 0,0-1 0,1-1 0,25 6 0,-18-6 0,-1 2 0,0 1 0,30 15 0,-40-17 0,-2 1 0,1 1 0,-1 1 0,0-1 0,19 20 0,-30-26 0,0-1 0,1 1 0,-1-1 0,0 1 0,0 0 0,0 0 0,-1 0 0,1 0 0,-1 0 0,0 0 0,1 1 0,-2-1 0,1 0 0,0 1 0,0-1 0,-1 0 0,0 1 0,0-1 0,0 1 0,0-1 0,0 1 0,-1-1 0,0 0 0,1 1 0,-1-1 0,0 0 0,-1 0 0,1 1 0,-1-1 0,1 0 0,-1 0 0,0-1 0,-3 5 0,-3 2 0,0 0 0,-1-1 0,0 0 0,0 0 0,-1-1 0,0 0 0,-1-1 0,0 0 0,1 0 0,-2-1 0,-18 5 0,10-4 0,-1-1 0,0-1 0,0 0 0,0-2 0,-39-1 0,54-1-68,1 0 0,-1 0-1,0-1 1,1 0 0,-1 0 0,1 0-1,0-1 1,-1 0 0,1 0 0,0 0-1,0-1 1,0 1 0,0-1 0,1-1-1,-1 1 1,1 0 0,0-1-1,0 0 1,-6-8 0,2-3-6758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5.352"/>
    </inkml:context>
    <inkml:brush xml:id="br0">
      <inkml:brushProperty name="width" value="0.05" units="cm"/>
      <inkml:brushProperty name="height" value="0.05" units="cm"/>
      <inkml:brushProperty name="color" value="#FFFFFF"/>
    </inkml:brush>
  </inkml:definitions>
  <inkml:trace contextRef="#ctx0" brushRef="#br0">96 16 24575,'0'-1'0,"0"1"0,0-1 0,-1 0 0,1 0 0,0 1 0,0-1 0,-1 0 0,1 1 0,-1-1 0,1 0 0,0 1 0,-1-1 0,1 1 0,-1-1 0,0 0 0,1 1 0,-1-1 0,1 1 0,-1 0 0,0-1 0,1 1 0,-1 0 0,0-1 0,1 1 0,-1 0 0,0 0 0,0-1 0,1 1 0,-1 0 0,0 0 0,0 0 0,1 0 0,-1 0 0,0 0 0,0 0 0,0 0 0,1 0 0,-1 1 0,-1-1 0,-1 1 0,0-1 0,0 1 0,0-1 0,-1 1 0,1 0 0,0 0 0,0 1 0,-3 1 0,2 1 0,0-1 0,1 1 0,-1 0 0,1 0 0,0 1 0,1-1 0,-1 0 0,1 1 0,0 0 0,0 0 0,0-1 0,0 1 0,1 0 0,0 0 0,0 1 0,1-1 0,-1 0 0,1 0 0,0 7 0,1 5 0,0 0 0,1 0 0,1 0 0,8 24 0,-8-29 0,0-1 0,2 1 0,-1-1 0,2-1 0,8 16 0,-13-24 0,1-1 0,-1 1 0,1 0 0,-1-1 0,1 1 0,-1-1 0,1 0 0,0 1 0,0-1 0,-1 0 0,1 0 0,0 0 0,0 0 0,0 0 0,4 0 0,-4-1 0,0 0 0,0 0 0,0 0 0,0 0 0,0-1 0,0 1 0,0-1 0,0 1 0,0-1 0,0 0 0,0 0 0,0 0 0,0 0 0,-1 0 0,1 0 0,0 0 0,-1-1 0,1 1 0,2-3 0,1-3 0,0 1 0,-1 0 0,0-1 0,0 0 0,0 0 0,-1 0 0,0 0 0,0-1 0,-1 1 0,0-1 0,0 0 0,-1 1 0,0-1 0,0 0 0,-1-10 0,0 12 0,0 0 0,0 0 0,0 0 0,-1 0 0,0 1 0,0-1 0,-1 0 0,0 0 0,0 1 0,0-1 0,-1 1 0,1-1 0,-1 1 0,-1 0 0,1 0 0,-1 0 0,1 1 0,-1-1 0,-1 1 0,-6-5 0,9 7-85,-1 0 0,1 1-1,-1-1 1,0 1 0,0 0-1,0 0 1,0 0 0,0 1-1,1-1 1,-1 1 0,-1-1-1,1 1 1,0 0 0,0 0-1,-5 1 1,-4 3-6741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5.756"/>
    </inkml:context>
    <inkml:brush xml:id="br0">
      <inkml:brushProperty name="width" value="0.05" units="cm"/>
      <inkml:brushProperty name="height" value="0.05" units="cm"/>
      <inkml:brushProperty name="color" value="#FFFFFF"/>
    </inkml:brush>
  </inkml:definitions>
  <inkml:trace contextRef="#ctx0" brushRef="#br0">4 52 24575,'-2'-15'0,"1"11"0,4 11 0,11 29 0,-2 0 0,10 51 0,-21-82 0,7 18 0,-8-23 0,0 0 0,1 0 0,-1 1 0,0-1 0,0 0 0,0 0 0,0 0 0,0 0 0,0 0 0,1 0 0,-1 0 0,0 0 0,0 0 0,0 0 0,0 0 0,0 0 0,1 0 0,-1 0 0,0 0 0,0 0 0,0 0 0,0 0 0,0 0 0,1 0 0,-1 0 0,0 0 0,0 0 0,0 0 0,0 0 0,0 0 0,1 0 0,-1 0 0,0 0 0,0-1 0,0 1 0,0 0 0,0 0 0,0 0 0,0 0 0,0 0 0,1 0 0,-1-1 0,8-14 0,0-7 0,1-5 0,2 0 0,1 0 0,1 1 0,19-29 0,-30 53 0,-1 0 0,0 0 0,1 0 0,-1 1 0,1-1 0,0 0 0,-1 1 0,1-1 0,0 1 0,0 0 0,0-1 0,0 1 0,0 0 0,0 0 0,1 0 0,-1 1 0,0-1 0,0 0 0,4 1 0,-4 0 0,0 0 0,0 1 0,0-1 0,0 1 0,-1-1 0,1 1 0,0 0 0,0 0 0,0 0 0,-1 0 0,1 0 0,-1 0 0,1 0 0,-1 1 0,1-1 0,-1 1 0,1-1 0,-1 1 0,0-1 0,0 1 0,0 0 0,0 0 0,1 1 0,5 14 78,0-1-1,-1 1 1,7 31-1,9 22-1752,-14-52-5151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26.252"/>
    </inkml:context>
    <inkml:brush xml:id="br0">
      <inkml:brushProperty name="width" value="0.05" units="cm"/>
      <inkml:brushProperty name="height" value="0.05" units="cm"/>
      <inkml:brushProperty name="color" value="#FFFFFF"/>
    </inkml:brush>
  </inkml:definitions>
  <inkml:trace contextRef="#ctx0" brushRef="#br0">0 0 24575,'1'11'0,"1"-1"0,0 1 0,0-1 0,1 0 0,0 0 0,1 0 0,0-1 0,1 1 0,0-1 0,12 17 0,-14-20 0,1 0 0,1 0 0,-1-1 0,1 0 0,0 0 0,0 0 0,1-1 0,-1 1 0,1-1 0,0 0 0,0-1 0,0 0 0,1 0 0,-1 0 0,1 0 0,0-1 0,-1 0 0,11 1 0,-15-3 0,1-1 0,-1 1 0,0-1 0,1 1 0,-1-1 0,0 1 0,1-1 0,-1 0 0,0 0 0,0 0 0,0-1 0,0 1 0,0 0 0,0-1 0,0 1 0,-1-1 0,1 0 0,-1 0 0,1 1 0,-1-1 0,1 0 0,-1 0 0,0 0 0,0 0 0,0-1 0,0 1 0,0 0 0,-1 0 0,2-5 0,0 1 0,-1-1 0,0 1 0,0-1 0,0 0 0,-1 1 0,0-1 0,0 0 0,-1 1 0,-1-11 0,-4 7 0,2 15 0,-1 19 0,3 9 0,2 0 0,6 54 0,18 64 0,-9-65 0,-13-72 0,0-1 0,-1 25 0,-1-35 0,0 1 0,0-1 0,0 0 0,-1 0 0,0 1 0,0-1 0,0 0 0,0 0 0,0 0 0,0 0 0,-1 0 0,1 0 0,-1 0 0,0-1 0,0 1 0,0 0 0,-4 2 0,5-4 0,0 0 0,-1-1 0,1 1 0,0 0 0,-1-1 0,1 1 0,-1-1 0,1 0 0,-1 0 0,1 1 0,-1-1 0,1 0 0,-1 0 0,1 0 0,-1-1 0,1 1 0,-1 0 0,1 0 0,-1-1 0,1 1 0,0-1 0,-1 1 0,1-1 0,0 0 0,-1 0 0,1 1 0,0-1 0,0 0 0,-1 0 0,1 0 0,-1-2 0,-3-2 0,1 1 0,-1-1 0,1 0 0,1 0 0,-1 0 0,-3-8 0,1 0 0,2 0 0,-1 0 0,2 0 0,0-1 0,0 1 0,1-1 0,1 0 0,0-18 0,1 14 0,2-1 0,0 1 0,0 0 0,2 1 0,10-34 0,-10 42 57,0 0 0,0 0 0,1 0 0,0 0 0,13-15 0,-16 21-139,0 0 1,0 1 0,1-1 0,-1 1-1,1 0 1,0 0 0,0 0-1,0 0 1,0 0 0,0 1 0,0-1-1,0 1 1,1 0 0,-1 0 0,0 0-1,1 0 1,-1 1 0,1-1 0,-1 1-1,6 0 1,7 3-6745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7.429"/>
    </inkml:context>
    <inkml:brush xml:id="br0">
      <inkml:brushProperty name="width" value="0.05" units="cm"/>
      <inkml:brushProperty name="height" value="0.05" units="cm"/>
      <inkml:brushProperty name="color" value="#FFFFFF"/>
    </inkml:brush>
  </inkml:definitions>
  <inkml:trace contextRef="#ctx0" brushRef="#br0">41 1556 24575,'0'-3'0,"-1"0"0,0 0 0,0 0 0,-1 0 0,1 0 0,-4-5 0,-1-4 0,1-2 0,1 0 0,0 0 0,0-1 0,2 1 0,0-1 0,0 0 0,2 0 0,0 0 0,2-20 0,1 10 0,1 1 0,1-1 0,2 1 0,16-42 0,-5 26 0,2 1 0,2 1 0,1 2 0,51-62 0,-14 31 0,90-79 0,-68 77-90,2 4-1,3 4 1,156-82 0,-101 74-91,271-93 0,-263 116-234,1 6 0,189-25 0,-310 62-5808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7.705"/>
    </inkml:context>
    <inkml:brush xml:id="br0">
      <inkml:brushProperty name="width" value="0.05" units="cm"/>
      <inkml:brushProperty name="height" value="0.05" units="cm"/>
      <inkml:brushProperty name="color" value="#FFFFFF"/>
    </inkml:brush>
  </inkml:definitions>
  <inkml:trace contextRef="#ctx0" brushRef="#br0">1 5 24575,'0'-3'0,"0"2"0,3 4 0,4 2 0,1 3 0,2 4 0,0 2 0,0 2 0,0 2 0,0 3 0,-1 2 0,-2 0 0,-2-1 0,-2-1 0,-2 2 0,-1-3-8191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7.923"/>
    </inkml:context>
    <inkml:brush xml:id="br0">
      <inkml:brushProperty name="width" value="0.05" units="cm"/>
      <inkml:brushProperty name="height" value="0.05" units="cm"/>
      <inkml:brushProperty name="color" value="#FFFFFF"/>
    </inkml:brush>
  </inkml:definitions>
  <inkml:trace contextRef="#ctx0" brushRef="#br0">0 97 24575,'3'-3'0,"4"-1"0,4 0 0,4-3 0,1 1 0,2-3 0,4-2 0,1 0 0,0 0 0,0 0 0,-5 1 0,-6 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8.109"/>
    </inkml:context>
    <inkml:brush xml:id="br0">
      <inkml:brushProperty name="width" value="0.05" units="cm"/>
      <inkml:brushProperty name="height" value="0.05" units="cm"/>
      <inkml:brushProperty name="color" value="#FFFFFF"/>
    </inkml:brush>
  </inkml:definitions>
  <inkml:trace contextRef="#ctx0" brushRef="#br0">45 122 24575,'-6'-3'0,"-6"-4"0,0-4 0,2-4 0,5 2 0,8-1 0,5 2 0,8 4 0,8-1 0,8 2 0,6-2 0,2 1 0,-5 2-8191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8.529"/>
    </inkml:context>
    <inkml:brush xml:id="br0">
      <inkml:brushProperty name="width" value="0.05" units="cm"/>
      <inkml:brushProperty name="height" value="0.05" units="cm"/>
      <inkml:brushProperty name="color" value="#FFFFFF"/>
    </inkml:brush>
  </inkml:definitions>
  <inkml:trace contextRef="#ctx0" brushRef="#br0">1 83 24575,'3'1'0,"0"1"0,0-1 0,-1 1 0,1 0 0,-1 0 0,1 0 0,-1 0 0,1 0 0,-1 1 0,2 3 0,1-2 0,7 10 0,16 26 0,2 1 0,-30-41 0,0 1 0,0-1 0,1 0 0,-1 1 0,0-1 0,1 1 0,-1-1 0,0 1 0,1-1 0,-1 0 0,0 1 0,1-1 0,-1 0 0,1 0 0,-1 1 0,1-1 0,-1 0 0,0 0 0,1 1 0,-1-1 0,1 0 0,-1 0 0,1 0 0,-1 0 0,1 0 0,-1 0 0,1 0 0,0 0 0,-1 0 0,1 0 0,-1 0 0,1 0 0,-1 0 0,1 0 0,0-1 0,0 0 0,0-1 0,-1 1 0,1 0 0,0 0 0,-1 0 0,1 0 0,-1-1 0,0 1 0,1 0 0,-1 0 0,0-1 0,0-1 0,2-49 0,-2 48 0,-1-24 0,-1-25 0,2 49 0,0 0 0,0 1 0,1-1 0,0 1 0,-1-1 0,1 1 0,1-1 0,-1 1 0,0-1 0,4-5 0,-4 8 0,0 0 0,-1 0 0,1 0 0,0 0 0,0 0 0,0 1 0,0-1 0,0 0 0,0 1 0,0-1 0,0 0 0,0 1 0,0-1 0,0 1 0,0 0 0,0-1 0,0 1 0,0 0 0,1-1 0,-1 1 0,0 0 0,0 0 0,0 0 0,0 0 0,1 0 0,-1 1 0,0-1 0,0 0 0,0 0 0,0 1 0,0-1 0,1 1 0,-1-1 0,0 1 0,0-1 0,0 1 0,0 0 0,0-1 0,1 2 0,4 4 0,0-1 0,0 1 0,0 1 0,6 9 0,-7-10 0,43 57-1365,-36-45-5461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8.882"/>
    </inkml:context>
    <inkml:brush xml:id="br0">
      <inkml:brushProperty name="width" value="0.05" units="cm"/>
      <inkml:brushProperty name="height" value="0.05" units="cm"/>
      <inkml:brushProperty name="color" value="#FFFFFF"/>
    </inkml:brush>
  </inkml:definitions>
  <inkml:trace contextRef="#ctx0" brushRef="#br0">9 32 24575,'-9'-14'0,"11"12"0,6 9 0,32 39 0,-20-22 0,0-1 0,1-1 0,41 33 0,-61-54 0,0 0 0,0-1 0,0 1 0,0 0 0,1-1 0,-1 1 0,0-1 0,0 1 0,0-1 0,0 0 0,0 1 0,1-1 0,-1 0 0,0 0 0,0 0 0,1 0 0,-1 0 0,1 0 0,-1 0 0,0-1 0,0 1 0,0-1 0,0 1 0,-1-1 0,1 1 0,0-1 0,0 1 0,-1-1 0,1 0 0,0 1 0,-1-1 0,1 0 0,-1 0 0,1 0 0,-1 1 0,1-1 0,-1-2 0,3-4 0,-1-1 0,-1 1 0,1-1 0,-1-14 0,1 5 0,1-20 0,-3 28 0,1 0 0,0 0 0,0 0 0,1 0 0,3-10 0,-5 18-68,0 0 0,1 0-1,-1 0 1,1 0 0,-1 0 0,1 0-1,-1 1 1,1-1 0,-1 0 0,1 0-1,0 1 1,-1-1 0,1 0 0,0 1-1,0-1 1,0 1 0,0-1-1,-1 1 1,3-1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9.522"/>
    </inkml:context>
    <inkml:brush xml:id="br0">
      <inkml:brushProperty name="width" value="0.05" units="cm"/>
      <inkml:brushProperty name="height" value="0.05" units="cm"/>
      <inkml:brushProperty name="color" value="#FFFFFF"/>
    </inkml:brush>
  </inkml:definitions>
  <inkml:trace contextRef="#ctx0" brushRef="#br0">91 64 24575,'0'-4'0,"-1"0"0,0-1 0,1 1 0,-1 0 0,-1 0 0,1 0 0,-1 0 0,1 0 0,-1 0 0,-4-5 0,6 8 0,-1 0 0,1 0 0,-1 0 0,1 1 0,-1-1 0,1 0 0,-1 0 0,0 0 0,0 1 0,1-1 0,-1 1 0,0-1 0,0 0 0,0 1 0,0-1 0,0 1 0,0 0 0,0-1 0,0 1 0,0 0 0,0 0 0,0-1 0,0 1 0,0 0 0,0 0 0,0 0 0,0 0 0,0 0 0,0 0 0,0 1 0,0-1 0,0 0 0,0 1 0,0-1 0,1 0 0,-1 1 0,0-1 0,0 1 0,0-1 0,0 1 0,0-1 0,1 1 0,-1 0 0,0 0 0,0-1 0,1 1 0,-2 1 0,-2 4 0,0-1 0,1 1 0,0-1 0,0 1 0,0 0 0,0 0 0,1 1 0,0-1 0,1 0 0,-1 1 0,1 0 0,0-1 0,1 1 0,-1-1 0,2 13 0,0-5 0,1 1 0,1-1 0,0 0 0,0 0 0,1-1 0,9 19 0,-6-18 57,0 0 0,1-1 0,0 1 0,1-2 0,21 23 0,-23-27-228,1-1 0,0 0 1,0-1-1,1 0 0,0 0 1,0-1-1,0 0 0,1 0 1,16 4-1,3-1-6655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39.971"/>
    </inkml:context>
    <inkml:brush xml:id="br0">
      <inkml:brushProperty name="width" value="0.05" units="cm"/>
      <inkml:brushProperty name="height" value="0.05" units="cm"/>
      <inkml:brushProperty name="color" value="#FFFFFF"/>
    </inkml:brush>
  </inkml:definitions>
  <inkml:trace contextRef="#ctx0" brushRef="#br0">56 201 24575,'-9'-1'0,"9"1"0,-1 0 0,0 0 0,1 0 0,-1-1 0,0 1 0,1 0 0,-1 0 0,0 0 0,0 0 0,1 0 0,-1 0 0,0 0 0,1 0 0,-1 0 0,0 1 0,0-1 0,1 0 0,-1 0 0,0 1 0,1-1 0,-1 0 0,1 1 0,-1-1 0,0 0 0,1 1 0,-1-1 0,1 1 0,-1-1 0,1 1 0,-1 0 0,1-1 0,0 1 0,-1-1 0,1 1 0,0 0 0,-1-1 0,1 1 0,0 0 0,0-1 0,-1 1 0,1 0 0,0-1 0,0 1 0,0 0 0,0 0 0,0-1 0,0 1 0,0 0 0,0-1 0,0 1 0,1 1 0,1 12 0,1 0 0,1 0 0,0 0 0,0 0 0,2-1 0,11 23 0,-1 0 0,11 26 0,-51-107 0,20 36 0,-56-137 0,55 131 0,1 1 0,0-1 0,2 0 0,0 1 0,0-1 0,1 0 0,1-1 0,3-21 0,-3 34 0,0-1 0,1 0 0,0 0 0,0 0 0,0 1 0,1-1 0,-1 1 0,1-1 0,0 1 0,0-1 0,0 1 0,0 0 0,0 0 0,1 0 0,0 0 0,-1 0 0,1 1 0,0-1 0,0 1 0,1 0 0,-1 0 0,0 0 0,1 0 0,-1 1 0,1-1 0,-1 1 0,1 0 0,0 0 0,0 0 0,0 0 0,-1 1 0,1 0 0,0-1 0,0 2 0,0-1 0,0 0 0,0 1 0,-1-1 0,1 1 0,0 0 0,0 1 0,-1-1 0,1 0 0,-1 1 0,1 0 0,-1 0 0,0 0 0,0 0 0,0 1 0,0-1 0,0 1 0,0 0 0,3 4 0,-3-4 10,-1-1-1,0 1 1,-1 0-1,1 0 1,0 0-1,-1 0 1,1 0-1,-1 0 1,0 0-1,0 0 1,0 0-1,0 1 0,-1-1 1,0 0-1,1 1 1,-1-1-1,-1 4 1,1-2 5,-1 0 1,-1 0-1,1 0 1,-1 0-1,0 0 1,0 0 0,0-1-1,-1 1 1,1-1-1,-5 6 1,-2 0-230,0 1 1,-1-2 0,0 1-1,0-1 1,-1-1 0,0 0-1,-18 10 1,6-7-6613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0.328"/>
    </inkml:context>
    <inkml:brush xml:id="br0">
      <inkml:brushProperty name="width" value="0.05" units="cm"/>
      <inkml:brushProperty name="height" value="0.05" units="cm"/>
      <inkml:brushProperty name="color" value="#FFFFFF"/>
    </inkml:brush>
  </inkml:definitions>
  <inkml:trace contextRef="#ctx0" brushRef="#br0">38 15 24575,'-1'0'0,"0"0"0,-1 0 0,1 0 0,0 0 0,-1 0 0,1 1 0,0-1 0,-1 1 0,1-1 0,0 1 0,0-1 0,0 1 0,-1 0 0,1 0 0,0-1 0,0 1 0,0 0 0,0 0 0,0 0 0,0 0 0,1 0 0,-2 2 0,0 0 0,0 1 0,1-1 0,0 0 0,0 1 0,0-1 0,0 0 0,0 1 0,1 6 0,-1 0 0,1-1 0,1 1 0,0 0 0,0 0 0,5 16 0,-5-22 0,0-1 0,0 0 0,0 0 0,1 0 0,0 0 0,-1 0 0,1 0 0,0 0 0,0-1 0,1 1 0,-1-1 0,1 1 0,-1-1 0,1 0 0,0 0 0,-1 0 0,1 0 0,0-1 0,0 1 0,0-1 0,1 0 0,-1 1 0,0-2 0,0 1 0,1 0 0,-1-1 0,1 1 0,-1-1 0,0 0 0,1 0 0,-1 0 0,1-1 0,-1 1 0,0-1 0,1 0 0,-1 0 0,5-1 0,-4 0 0,-1 1 0,1-1 0,0 1 0,0-1 0,-1 0 0,1-1 0,-1 1 0,1 0 0,-1-1 0,0 0 0,0 0 0,0 0 0,-1 0 0,1 0 0,-1-1 0,0 1 0,0-1 0,0 1 0,0-1 0,0 0 0,-1 0 0,0 0 0,1 0 0,-2 0 0,1 0 0,0 0 0,-1 0 0,0 0 0,0 0 0,-1-8 0,1 9 19,-1-1 0,-1 1 0,1-1 0,0 1 0,-1-1 0,0 1 0,0 0 0,0 0 0,0 0 0,0 0 0,-1 0 0,1 1 0,-1-1 0,0 1 0,0-1 0,1 1 0,-5-2 0,-4-2-446,0 0 0,0 1 1,-22-7-1,17 7-6399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0.623"/>
    </inkml:context>
    <inkml:brush xml:id="br0">
      <inkml:brushProperty name="width" value="0.05" units="cm"/>
      <inkml:brushProperty name="height" value="0.05" units="cm"/>
      <inkml:brushProperty name="color" value="#FFFFFF"/>
    </inkml:brush>
  </inkml:definitions>
  <inkml:trace contextRef="#ctx0" brushRef="#br0">4 1 24575,'-3'0'0,"3"0"0,0 0 0,0 0 0,0 0 0,0 0 0,0 0 0,0 0 0,0 0 0,0 0 0,0 0 0,0 0 0,0 0 0,0 0 0,0 0 0,0 0 0,0 1 0,0-1 0,0 0 0,0 0 0,0 0 0,0 0 0,0 0 0,0 0 0,0 0 0,0 0 0,0 0 0,0 0 0,-1 0 0,12 7 0,1 3 0,33 25 0,70 72 0,-104-96 0,-1 1 0,-1 0 0,0 0 0,-1 1 0,0 0 0,-1 0 0,0 1 0,-1 0 0,0 0 0,-2 1 0,7 27 0,-10-35-91,-1 0 0,1 0 0,-1 0 0,0 0 0,-1 0 0,0 0 0,0 0 0,0 0 0,-1 0 0,0-1 0,0 1 0,-1 0 0,0-1 0,-4 7 0,-4 1-6735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1.043"/>
    </inkml:context>
    <inkml:brush xml:id="br0">
      <inkml:brushProperty name="width" value="0.05" units="cm"/>
      <inkml:brushProperty name="height" value="0.05" units="cm"/>
      <inkml:brushProperty name="color" value="#FFFFFF"/>
    </inkml:brush>
  </inkml:definitions>
  <inkml:trace contextRef="#ctx0" brushRef="#br0">12 1 24575,'-4'4'0,"4"-4"0,-1 1 0,0-1 0,1 1 0,-1-1 0,1 1 0,-1-1 0,1 1 0,-1 0 0,1-1 0,-1 1 0,1 0 0,0-1 0,-1 1 0,1 0 0,0 0 0,-1 1 0,2-1 0,0 0 0,-1 0 0,1 0 0,0 0 0,0 0 0,0 0 0,0 0 0,0 0 0,0-1 0,0 1 0,0 0 0,2 1 0,70 41 0,-49-31 0,39 29 0,-44-25 0,0 1 0,-2 1 0,0 1 0,-1 1 0,0 0 0,-2 1 0,-1 0 0,0 1 0,-2 1 0,14 36 0,0 16 0,-3 0 0,13 85 0,-6 20 0,10 293 0,-39-459 12,0 116 314,-1-116-569,0 0 0,-1 0-1,-1 0 1,0 0 0,-1-1-1,-11 26 1,6-24-6583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1.384"/>
    </inkml:context>
    <inkml:brush xml:id="br0">
      <inkml:brushProperty name="width" value="0.05" units="cm"/>
      <inkml:brushProperty name="height" value="0.05" units="cm"/>
      <inkml:brushProperty name="color" value="#FFFFFF"/>
    </inkml:brush>
  </inkml:definitions>
  <inkml:trace contextRef="#ctx0" brushRef="#br0">1 0 24575,'42'52'0,"-32"-37"0,2-1 0,18 19 0,-26-29 0,0-1 0,0 0 0,0 0 0,1 0 0,-1 0 0,1-1 0,0 0 0,-1 0 0,1 0 0,0 0 0,0-1 0,0 0 0,6 1 0,-8-2-12,0 0 0,-1-1 0,1 1 0,-1-1 0,1 1 0,0-1-1,-1 0 1,0 0 0,1 0 0,-1 0 0,1-1 0,-1 1 0,0-1 0,0 1 0,0-1-1,0 0 1,0 0 0,0 1 0,-1-1 0,1-1 0,0 1 0,2-4 0,4-5-1075,-1 3-5739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7.017"/>
    </inkml:context>
    <inkml:brush xml:id="br0">
      <inkml:brushProperty name="width" value="0.05" units="cm"/>
      <inkml:brushProperty name="height" value="0.05" units="cm"/>
      <inkml:brushProperty name="color" value="#FFFFFF"/>
    </inkml:brush>
  </inkml:definitions>
  <inkml:trace contextRef="#ctx0" brushRef="#br0">0 73 24575,'4'0'0,"3"0"0,4-3 0,6-1 0,4 0 0,4-2 0,4 0 0,4 0 0,2-1 0,-2 0 0,0 2 0,-3 1 0,-3-1 0,-3-1 0,-3 2 0,-1 1 0,-5 1-8191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7.190"/>
    </inkml:context>
    <inkml:brush xml:id="br0">
      <inkml:brushProperty name="width" value="0.05" units="cm"/>
      <inkml:brushProperty name="height" value="0.05" units="cm"/>
      <inkml:brushProperty name="color" value="#FFFFFF"/>
    </inkml:brush>
  </inkml:definitions>
  <inkml:trace contextRef="#ctx0" brushRef="#br0">1 33 24575,'3'0'0,"4"0"0,5 0 0,2 0 0,6-3 0,5-1 0,5-3 0,3 0 0,3 0 0,-5 3-8191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8.400"/>
    </inkml:context>
    <inkml:brush xml:id="br0">
      <inkml:brushProperty name="width" value="0.05" units="cm"/>
      <inkml:brushProperty name="height" value="0.05" units="cm"/>
      <inkml:brushProperty name="color" value="#FFFFFF"/>
    </inkml:brush>
  </inkml:definitions>
  <inkml:trace contextRef="#ctx0" brushRef="#br0">0 73 24575,'3'0'0,"1"-3"0,3-1 0,1-3 0,1-1 0,3-1 0,2 0 0,2 2 0,4 2 0,3-1 0,-1 1 0,3 0 0,0 2 0,-4 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48.586"/>
    </inkml:context>
    <inkml:brush xml:id="br0">
      <inkml:brushProperty name="width" value="0.05" units="cm"/>
      <inkml:brushProperty name="height" value="0.05" units="cm"/>
      <inkml:brushProperty name="color" value="#FFFFFF"/>
    </inkml:brush>
  </inkml:definitions>
  <inkml:trace contextRef="#ctx0" brushRef="#br0">1 62 24575,'3'0'0,"4"0"0,7 0 0,8 0 0,9-3 0,11-1 0,12-4 0,9-2 0,6-3 0,3 0 0,-10 3-8191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52.712"/>
    </inkml:context>
    <inkml:brush xml:id="br0">
      <inkml:brushProperty name="width" value="0.05" units="cm"/>
      <inkml:brushProperty name="height" value="0.05" units="cm"/>
      <inkml:brushProperty name="color" value="#FFFFFF"/>
    </inkml:brush>
  </inkml:definitions>
  <inkml:trace contextRef="#ctx0" brushRef="#br0">1 119 24575,'1'0'0,"0"0"0,1 1 0,-1-1 0,0 1 0,0 0 0,0-1 0,0 1 0,0 0 0,0 0 0,0-1 0,0 1 0,0 0 0,0 0 0,0 0 0,1 2 0,14 21 0,-10-16 0,7 13 0,-9-14 0,0-1 0,1 1 0,0-1 0,0 0 0,9 9 0,-12-14 0,0 1 0,0-1 0,-1 0 0,1 0 0,0 0 0,0 0 0,0 0 0,1-1 0,-1 1 0,0 0 0,0-1 0,0 0 0,0 1 0,0-1 0,1 0 0,-1 0 0,0-1 0,0 1 0,0 0 0,1-1 0,-1 1 0,0-1 0,0 1 0,0-1 0,2-1 0,13-7 0,0 0 0,-1-1 0,25-21 0,42-43 0,-60 53 0,39-38-1365,-38 35-5461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53.581"/>
    </inkml:context>
    <inkml:brush xml:id="br0">
      <inkml:brushProperty name="width" value="0.05" units="cm"/>
      <inkml:brushProperty name="height" value="0.05" units="cm"/>
      <inkml:brushProperty name="color" value="#FFFFFF"/>
    </inkml:brush>
  </inkml:definitions>
  <inkml:trace contextRef="#ctx0" brushRef="#br0">1 231 24575,'0'0'0,"0"-1"0,0 1 0,0 0 0,0 0 0,0 0 0,0-1 0,0 1 0,0 0 0,0 0 0,0-1 0,0 1 0,0 0 0,0 0 0,0 0 0,0-1 0,0 1 0,0 0 0,0 0 0,0 0 0,0-1 0,0 1 0,0 0 0,1 0 0,-1 0 0,0 0 0,0-1 0,0 1 0,0 0 0,0 0 0,1 0 0,-1 0 0,0 0 0,0-1 0,0 1 0,0 0 0,1 0 0,-1 0 0,0 0 0,0 0 0,0 0 0,1 0 0,-1 0 0,0 0 0,0 0 0,0 0 0,1 0 0,9 8 0,6 13 0,-16-19 0,1-1 0,-1 0 0,1 1 0,0-1 0,-1 0 0,1 0 0,0 0 0,0 0 0,0 0 0,0 1 0,0-2 0,0 1 0,0 0 0,1 0 0,-1 0 0,0 0 0,0-1 0,1 1 0,-1-1 0,0 1 0,1-1 0,-1 1 0,1-1 0,-1 0 0,0 0 0,1 0 0,-1 1 0,1-2 0,-1 1 0,1 0 0,-1 0 0,0 0 0,1 0 0,-1-1 0,1 1 0,-1-1 0,0 1 0,1-1 0,-1 0 0,0 1 0,2-3 0,5-3 0,0 0 0,0 0 0,0-1 0,11-15 0,-13 15 0,25-27 81,-5 2-443,2 2 1,1 1-1,62-47 1,-71 64-6465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54.143"/>
    </inkml:context>
    <inkml:brush xml:id="br0">
      <inkml:brushProperty name="width" value="0.05" units="cm"/>
      <inkml:brushProperty name="height" value="0.05" units="cm"/>
      <inkml:brushProperty name="color" value="#FFFFFF"/>
    </inkml:brush>
  </inkml:definitions>
  <inkml:trace contextRef="#ctx0" brushRef="#br0">0 248 24575,'1'-2'0,"-1"0"0,1 0 0,0-1 0,0 1 0,1 0 0,-1 0 0,0 0 0,1 0 0,-1 0 0,1 0 0,-1 0 0,3-1 0,-3 2 0,0 0 0,-1 0 0,1 0 0,0 0 0,0 0 0,0 1 0,0-1 0,0 0 0,0 1 0,0-1 0,0 1 0,0-1 0,0 1 0,0-1 0,0 1 0,0-1 0,0 1 0,1 0 0,-1 0 0,0 0 0,0 0 0,0 0 0,1 0 0,-1 0 0,2 0 0,0 3 0,0 0 0,0 0 0,-1 0 0,1 0 0,-1 0 0,0 1 0,0-1 0,2 5 0,-2-4 0,0-1 0,0 1 0,1 0 0,-1-1 0,1 0 0,4 5 0,-5-7 0,-1 0 0,0 0 0,1 0 0,-1-1 0,1 1 0,-1 0 0,1-1 0,-1 0 0,1 1 0,-1-1 0,1 0 0,-1 1 0,1-1 0,-1 0 0,1 0 0,0 0 0,-1-1 0,1 1 0,-1 0 0,1 0 0,-1-1 0,3 0 0,2-2 0,1 0 0,0 0 0,-1 0 0,0-1 0,1 0 0,-2-1 0,7-5 0,39-40 0,-30 29 0,16-18 161,-3 4-924,56-46 0,-71 67-6063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57.871"/>
    </inkml:context>
    <inkml:brush xml:id="br0">
      <inkml:brushProperty name="width" value="0.05" units="cm"/>
      <inkml:brushProperty name="height" value="0.05" units="cm"/>
      <inkml:brushProperty name="color" value="#FFFFFF"/>
    </inkml:brush>
  </inkml:definitions>
  <inkml:trace contextRef="#ctx0" brushRef="#br0">543 2041 24575,'-7'-1'0,"0"0"0,-1 0 0,1-1 0,0 0 0,1 0 0,-1 0 0,0-1 0,0 0 0,1 0 0,0-1 0,0 0 0,0 0 0,0 0 0,0-1 0,-8-9 0,-7-9 0,1 0 0,-22-36 0,35 49 0,-35-55 0,3-1 0,2-2 0,-43-116 0,46 87 0,5-1 0,-22-125 0,40 152 0,2 1 0,4-2 0,3 1 0,9-105 0,-2 137 0,1 0 0,1 1 0,2 0 0,2 0 0,2 0 0,1 2 0,2 0 0,1 0 0,37-54 0,-40 71 0,1 1 0,0 1 0,1 0 0,1 1 0,27-20 0,-34 29 0,0 0 0,1 1 0,-1 0 0,1 0 0,1 1 0,-1 1 0,1 0 0,0 0 0,0 1 0,0 1 0,22-2 0,-31 4-52,-1 0-1,0-1 1,0 1-1,0 1 1,1-1-1,-1 0 1,0 0-1,0 1 1,0 0-1,1-1 1,-1 1-1,0 0 1,0 0-1,0 0 1,0 0-1,0 0 1,-1 0-1,1 1 1,0-1-1,0 1 0,-1-1 1,1 1-1,-1 0 1,0 0-1,2 2 1,2 10-6774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29:58.322"/>
    </inkml:context>
    <inkml:brush xml:id="br0">
      <inkml:brushProperty name="width" value="0.05" units="cm"/>
      <inkml:brushProperty name="height" value="0.05" units="cm"/>
      <inkml:brushProperty name="color" value="#FFFFFF"/>
    </inkml:brush>
  </inkml:definitions>
  <inkml:trace contextRef="#ctx0" brushRef="#br0">1 252 24575,'-1'-6'0,"1"0"0,0 1 0,1-1 0,0 1 0,0-1 0,0 1 0,0-1 0,1 1 0,0 0 0,0 0 0,0 0 0,1 0 0,-1 0 0,1 0 0,1 0 0,-1 1 0,0 0 0,1 0 0,0 0 0,0 0 0,7-4 0,19-16 0,2 2 0,1 2 0,56-26 0,-79 40 0,-9 6 0,6-4 0,1 0 0,0 1 0,0 0 0,11-2 0,-18 4 0,0 1 0,0 0 0,0 0 0,0 0 0,1 0 0,-1 0 0,0 0 0,0 0 0,0 0 0,0 0 0,0 1 0,1-1 0,-1 0 0,0 1 0,0-1 0,0 1 0,1 0 0,-1 0 0,-1 0 0,1 0 0,0-1 0,-1 1 0,1 0 0,-1 0 0,1 0 0,-1 0 0,0 0 0,1 0 0,-1 1 0,0-1 0,0 0 0,0 0 0,0 0 0,0 0 0,0 0 0,0 0 0,0 0 0,0 0 0,0 0 0,-1 2 0,-12 53 280,7-33-828,1 0-1,-3 29 1,7-24-6278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00.031"/>
    </inkml:context>
    <inkml:brush xml:id="br0">
      <inkml:brushProperty name="width" value="0.05" units="cm"/>
      <inkml:brushProperty name="height" value="0.05" units="cm"/>
      <inkml:brushProperty name="color" value="#FFFFFF"/>
    </inkml:brush>
  </inkml:definitions>
  <inkml:trace contextRef="#ctx0" brushRef="#br0">1 110 24575,'355'-17'0,"-3"-23"0,-119 13 0,-58 4-1365,-162 20-5461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03.163"/>
    </inkml:context>
    <inkml:brush xml:id="br0">
      <inkml:brushProperty name="width" value="0.05" units="cm"/>
      <inkml:brushProperty name="height" value="0.05" units="cm"/>
      <inkml:brushProperty name="color" value="#FFFFFF"/>
    </inkml:brush>
  </inkml:definitions>
  <inkml:trace contextRef="#ctx0" brushRef="#br0">1461 26 24575,'-13'-1'0,"-1"0"0,-21-6 0,-16-1 0,9 7 0,0 1 0,0 3 0,1 1 0,-1 2 0,-79 23 0,29 1 0,-129 61 0,162-62 0,1 2 0,1 3 0,2 2 0,-98 85 0,119-90 0,1 2 0,2 2 0,2 0 0,1 2 0,1 1 0,3 1 0,-38 81 0,51-94 0,1 1 0,2 1 0,1 0 0,0 0 0,3 0 0,0 1 0,0 29 0,4-40 0,1 1 0,1-1 0,0 1 0,2-1 0,0 0 0,1 0 0,0 0 0,2 0 0,0-1 0,1 0 0,18 29 0,-9-23 0,1-1 0,1-1 0,1-1 0,1-1 0,1 0 0,0-2 0,1 0 0,1-2 0,28 15 0,3-4 0,1-2 0,0-2 0,74 17 0,-62-22 0,2-3 0,0-3 0,0-3 0,1-3 0,-1-3 0,109-12 0,-130 4 0,0-2 0,-1-2 0,0-3 0,-1-1 0,-1-3 0,0-1 0,-1-3 0,-1-1 0,-1-3 0,48-35 0,-53 29 0,0-1 0,-2-2 0,-2-2 0,-1-1 0,-2-2 0,-2 0 0,47-85 0,-60 94 0,-1 0 0,-2-2 0,-1 1 0,-2-2 0,-1 1 0,-2-1 0,0-1 0,-3 1 0,-1-1 0,-1 0 0,-2 0 0,-5-48 0,-1 53 0,0 0 0,-2 0 0,-1 1 0,-2 1 0,0-1 0,-2 2 0,-1 0 0,-1 0 0,-1 2 0,-1 0 0,-2 0 0,0 2 0,-1 0 0,-1 2 0,-26-21 0,22 22 0,-2 0 0,1 2 0,-2 1 0,-1 1 0,0 1 0,0 2 0,-1 1 0,-1 1 0,0 1 0,0 2 0,0 2 0,-1 0 0,-56 1 0,87 4 1,-20 0 169,-28 4 0,44-3-291,1 0-1,0-1 0,0 1 0,-1 1 0,1-1 0,0 1 0,0-1 0,0 1 0,1 0 1,-1 1-1,0-1 0,1 1 0,-5 4 0,1 3-6704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18.014"/>
    </inkml:context>
    <inkml:brush xml:id="br0">
      <inkml:brushProperty name="width" value="0.05" units="cm"/>
      <inkml:brushProperty name="height" value="0.05" units="cm"/>
      <inkml:brushProperty name="color" value="#FFFFFF"/>
    </inkml:brush>
  </inkml:definitions>
  <inkml:trace contextRef="#ctx0" brushRef="#br0">1 356 24575,'0'-5'0,"1"1"0,0-1 0,0 0 0,0 0 0,1 1 0,-1-1 0,1 1 0,0-1 0,1 1 0,-1 0 0,1 0 0,0 0 0,0 0 0,0 0 0,0 1 0,5-5 0,-7 8 0,-1 0 0,1-1 0,0 1 0,0 0 0,0 0 0,-1 0 0,1 0 0,0-1 0,0 1 0,0 0 0,0 0 0,0 1 0,-1-1 0,1 0 0,0 0 0,0 0 0,0 0 0,0 1 0,-1-1 0,1 0 0,0 1 0,0-1 0,-1 1 0,1-1 0,0 1 0,-1-1 0,1 1 0,0 0 0,-1-1 0,1 1 0,-1 0 0,1-1 0,-1 1 0,1 0 0,-1-1 0,0 1 0,1 2 0,16 39 0,-11-23 0,-3-12 0,0 0 0,1 0 0,0 0 0,0-1 0,1 1 0,9 9 0,-12-14 0,0 0 0,0-1 0,0 1 0,0-1 0,0 0 0,0 0 0,1 0 0,-1 0 0,0 0 0,1 0 0,-1 0 0,1-1 0,-1 1 0,1-1 0,-1 0 0,1 0 0,-1 0 0,1 0 0,0 0 0,-1-1 0,1 1 0,-1-1 0,1 1 0,3-3 0,13-6 0,0 0 0,-1-2 0,0 0 0,-1-1 0,0 0 0,21-22 0,1 1 0,-14 12 24,278-218-1413,-263 210-5437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20.032"/>
    </inkml:context>
    <inkml:brush xml:id="br0">
      <inkml:brushProperty name="width" value="0.05" units="cm"/>
      <inkml:brushProperty name="height" value="0.05" units="cm"/>
      <inkml:brushProperty name="color" value="#FFFFFF"/>
    </inkml:brush>
  </inkml:definitions>
  <inkml:trace contextRef="#ctx0" brushRef="#br0">8 0 24575,'-1'1'0,"1"-1"0,-1 1 0,1-1 0,-1 1 0,1-1 0,-1 1 0,1-1 0,-1 1 0,1 0 0,0-1 0,-1 1 0,1 0 0,0-1 0,-1 1 0,1 0 0,0-1 0,0 1 0,0 0 0,0 0 0,0-1 0,-1 1 0,1 0 0,1 0 0,-1-1 0,0 1 0,0 0 0,0 0 0,1 1 0,0-1 0,0 0 0,0 0 0,0 1 0,0-1 0,0 0 0,0 0 0,0 0 0,1 0 0,-1-1 0,0 1 0,1 0 0,-1 0 0,2 0 0,6 2 0,1 0 0,-1-1 0,16 2 0,248 5 0,-189-9 0,2455 46-7692,-75-19 6075,-2082-36 2396,-130-2 4115,-239 10-4364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20.345"/>
    </inkml:context>
    <inkml:brush xml:id="br0">
      <inkml:brushProperty name="width" value="0.05" units="cm"/>
      <inkml:brushProperty name="height" value="0.05" units="cm"/>
      <inkml:brushProperty name="color" value="#FFFFFF"/>
    </inkml:brush>
  </inkml:definitions>
  <inkml:trace contextRef="#ctx0" brushRef="#br0">273 1 24575,'0'0'0,"0"0"0,0 0 0,0 0 0,0 0 0,0 0 0,0 0 0,0 0 0,0 0 0,-1 0 0,1 0 0,0 0 0,0 0 0,0 0 0,0 0 0,0 0 0,0 0 0,0 0 0,0 0 0,0 0 0,0 0 0,0 0 0,-1 0 0,1 0 0,0 0 0,0 0 0,0 0 0,0 0 0,0 0 0,0 1 0,0-1 0,0 0 0,0 0 0,0 0 0,0 0 0,0 0 0,0 0 0,0 0 0,0 0 0,0 0 0,0 0 0,0 1 0,0-1 0,0 0 0,0 0 0,0 0 0,0 0 0,0 0 0,0 0 0,0 0 0,0 0 0,0 0 0,0 0 0,0 1 0,0-1 0,0 0 0,0 0 0,0 0 0,0 0 0,0 0 0,7 8 0,9 6 0,-2-3 0,-1 0 0,0 0 0,0 2 0,-1 0 0,16 22 0,-25-30 0,0 0 0,0 0 0,0 1 0,-1-1 0,0 1 0,0 0 0,0 0 0,-1 0 0,0 0 0,0 0 0,0 0 0,-1 0 0,0 0 0,0 0 0,0 0 0,-1 0 0,0 0 0,0 0 0,-5 11 0,1-4 29,-2 0-1,0-1 0,0 0 1,-1 0-1,0-1 1,-1 0-1,-1 0 0,0-1 1,0 0-1,-1-1 0,-22 15 1,-12 5-775,-82 39 0,119-64 532,-89 42-6612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21.446"/>
    </inkml:context>
    <inkml:brush xml:id="br0">
      <inkml:brushProperty name="width" value="0.05" units="cm"/>
      <inkml:brushProperty name="height" value="0.05" units="cm"/>
      <inkml:brushProperty name="color" value="#FFFFFF"/>
    </inkml:brush>
  </inkml:definitions>
  <inkml:trace contextRef="#ctx0" brushRef="#br0">16 37 24575,'-3'0'0,"-4"0"0,2 0 0,5 0 0,9-3 0,9-1 0,7 0 0,10-2 0,4 0 0,5 0 0,2 2 0,-2 2 0,-7 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21.584"/>
    </inkml:context>
    <inkml:brush xml:id="br0">
      <inkml:brushProperty name="width" value="0.05" units="cm"/>
      <inkml:brushProperty name="height" value="0.05" units="cm"/>
      <inkml:brushProperty name="color" value="#FFFFFF"/>
    </inkml:brush>
  </inkml:definitions>
  <inkml:trace contextRef="#ctx0" brushRef="#br0">8 0 24575,'-3'4'0,"-1"3"0,3 1 0,8-1 0,12-2 0,16-1 0,14-2 0,14-1 0,-4-1-8191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26.980"/>
    </inkml:context>
    <inkml:brush xml:id="br0">
      <inkml:brushProperty name="width" value="0.05" units="cm"/>
      <inkml:brushProperty name="height" value="0.05" units="cm"/>
      <inkml:brushProperty name="color" value="#FFFFFF"/>
    </inkml:brush>
  </inkml:definitions>
  <inkml:trace contextRef="#ctx0" brushRef="#br0">1299 2816 24575,'-5'0'0,"0"-1"0,1 0 0,-1 0 0,0 0 0,1 0 0,-1-1 0,1 1 0,-1-1 0,1-1 0,0 1 0,0 0 0,0-1 0,0 0 0,-5-5 0,-6-6 0,1-2 0,-14-18 0,3 4 0,-206-239-314,-269-410 0,425 561 314,-112-243 0,156 288 0,4-2 0,2-1 0,4-1 0,-20-144 0,36 162-3,2 0 1,3 0 0,14-110 0,-8 129 18,2 1 0,2 0 0,2 0 1,1 1-1,2 0 0,30-54 1,-45 92-20,2-6-61,1 1-1,1-1 0,-1 1 1,1-1-1,0 1 1,0 0-1,0 1 1,1-1-1,-1 1 1,1 0-1,0 0 1,7-4-1,0 5-6761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27.400"/>
    </inkml:context>
    <inkml:brush xml:id="br0">
      <inkml:brushProperty name="width" value="0.05" units="cm"/>
      <inkml:brushProperty name="height" value="0.05" units="cm"/>
      <inkml:brushProperty name="color" value="#FFFFFF"/>
    </inkml:brush>
  </inkml:definitions>
  <inkml:trace contextRef="#ctx0" brushRef="#br0">160 1 24575,'3'0'0,"1"3"0,-3 1 0,-2 3 0,-4 4 0,-4 5 0,0 4 0,-3 4 0,-1 2 0,-2-1 0,-2 2 0,-1-1 0,0-2 0,2-1 0,2-2 0,2-1 0,4-5-8191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30:27.649"/>
    </inkml:context>
    <inkml:brush xml:id="br0">
      <inkml:brushProperty name="width" value="0.05" units="cm"/>
      <inkml:brushProperty name="height" value="0.05" units="cm"/>
      <inkml:brushProperty name="color" value="#FFFFFF"/>
    </inkml:brush>
  </inkml:definitions>
  <inkml:trace contextRef="#ctx0" brushRef="#br0">1 23 24575,'0'-4'0,"0"-3"0,3-1 0,1 4 0,3 6 0,1 5 0,1 3 0,3 1 0,2 3 0,2 2 0,1 4 0,1 2 0,1 0 0,0 0 0,-4-1 0,-3-4-8191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4.319"/>
    </inkml:context>
    <inkml:brush xml:id="br0">
      <inkml:brushProperty name="width" value="0.05" units="cm"/>
      <inkml:brushProperty name="height" value="0.05" units="cm"/>
      <inkml:brushProperty name="color" value="#FFFFFF"/>
    </inkml:brush>
  </inkml:definitions>
  <inkml:trace contextRef="#ctx0" brushRef="#br0">269 308 24575,'1'-7'0,"0"0"0,1 1 0,0-1 0,0 1 0,0-1 0,6-9 0,-1 1 0,-3 5 0,-1 1 0,1 0 0,0 0 0,0 0 0,1 1 0,0-1 0,12-13 0,-16 21 0,-1 1 0,0 0 0,0 0 0,0-1 0,0 1 0,0 0 0,0 0 0,0 0 0,1-1 0,-1 1 0,0 0 0,0 0 0,0 0 0,0 0 0,1-1 0,-1 1 0,0 0 0,0 0 0,1 0 0,-1 0 0,0 0 0,0 0 0,0 0 0,1 0 0,-1 0 0,0 0 0,0 0 0,1 0 0,-1 0 0,0 0 0,0 0 0,1 0 0,-1 0 0,0 0 0,0 0 0,1 0 0,-1 0 0,0 0 0,0 0 0,0 0 0,1 0 0,-1 0 0,0 1 0,0-1 0,0 0 0,1 0 0,-1 0 0,0 0 0,0 1 0,2 16 0,-9 22 0,7-39 0,-10 44 0,-60 355 0,36 240-147,34 3-170,2-304 146,-22 468 13,-23 1 188,37-696-29,-17 287-1,-50 814 0,6 178 0,86-827 377,53-5 5,-52-422-379,77 401-3,-90-505 0,2 0 0,1-1 0,2 0 0,19 36 0,-26-58 0,1 1 0,0-1 0,0 0 0,1-1 0,0 0 0,1 0 0,0 0 0,0-1 0,1 0 0,-1-1 0,1 0 0,1 0 0,-1-1 0,1 0 0,0-1 0,18 6 0,1-5 0,0 0 0,1-2 0,45 0 0,-10-1 0,1173 29-722,-1208-31 700,1754 67-1656,-1 57-184,-1415-96 1780,1329 87-971,-1615-110 1197,158 6 298,-182-12 457,1-1 1,59-12-1,-108 13-752,-1-1 0,1 0 0,0-1-1,-1 0 1,1-1 0,-1 0-1,0 0 1,11-8 0,-16 9-104,0 0 0,-1 0-1,1 0 1,-1-1 0,0 0 0,1 0 0,-2 0 0,1 0 0,0 0 0,-1 0-1,0-1 1,0 1 0,0-1 0,0 0 0,-1 1 0,0-1 0,0 0-1,0-7 1,1-28-43,-2 1 0,-2-1 0,-7-41 0,-2-24 0,7-44 0,7-1 0,6 1 0,45-241 0,18 22 15,25-141-10,-26-5-131,-45 156-50,-14-1 0,-46-464-1,1 525 177,-13 2 0,-12 2 0,-122-358 0,112 449 0,-185-613 0,24-133-67,201 831 239,6 0 1,5-1 0,-1-144 0,18-356-159,3 251-17,-3 361 3,0 1 0,-1-1 0,1 0 0,-1 1 0,0-1 0,-1 1 0,-3-11 0,3 14 0,0-1 0,0 1 0,0 0 0,-1-1 0,1 1 0,-1 0 0,0 0 0,0 0 0,0 1 0,0-1 0,-1 1 0,1 0 0,-7-3 0,-4-1 0,0 1 0,0 1 0,-1 0 0,0 1 0,0 1 0,1 0 0,-24 0 0,2 0 0,-486-10 0,212 11 0,-1204-28-1553,-760 49 1363,901 23-315,1331-41 516,-993 21 2226,985-22-2237,-99 16 0,148-17 0,-1 1 0,0-1 0,1 1 0,-1-1 0,1 1 0,-1-1 0,1 1 0,0 0 0,-1 0 0,1 0 0,0 0 0,-1 0 0,1 0 0,0 0 0,0 0 0,0 1 0,0-1 0,0 0 0,0 1 0,-1 1 0,1 0 0,-1 1 0,1 0 0,0-1 0,0 1 0,0 0 0,1 0 0,-1 0 0,1 5 0,0 3 0,1-1 0,1 1 0,0 0 0,6 20 0,13 16 317,-16-40-557,-1 0-1,0 0 1,-1 0 0,0 0-1,0 1 1,1 10 0,-2-3-6586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5.471"/>
    </inkml:context>
    <inkml:brush xml:id="br0">
      <inkml:brushProperty name="width" value="0.05" units="cm"/>
      <inkml:brushProperty name="height" value="0.05" units="cm"/>
      <inkml:brushProperty name="color" value="#FFFFFF"/>
    </inkml:brush>
  </inkml:definitions>
  <inkml:trace contextRef="#ctx0" brushRef="#br0">910 282 24575,'27'-81'0,"-24"65"0,0 0 0,-1 0 0,0-1 0,-2 1 0,-1-23 0,1 36 0,0-1 0,-1 1 0,0-1 0,1 0 0,-1 1 0,0 0 0,-1-1 0,1 1 0,-1 0 0,1-1 0,-1 1 0,0 0 0,0 0 0,0 1 0,-1-1 0,1 0 0,-1 1 0,1-1 0,-1 1 0,0 0 0,0 0 0,0 0 0,0 0 0,0 0 0,0 1 0,-1-1 0,1 1 0,0 0 0,-1 0 0,-5 0 0,-4 0 0,0 0 0,0 2 0,1 0 0,-1 0 0,0 1 0,0 1 0,1 0 0,0 0 0,-1 1 0,-11 7 0,-14 6 0,-63 41 0,66-35 0,0 2 0,2 1 0,1 2 0,-52 56 0,71-70 0,1 1 0,1 0 0,0 1 0,1 1 0,1-1 0,1 1 0,0 1 0,1 0 0,1 0 0,0 0 0,2 1 0,0-1 0,-1 22 0,4-30 0,1 1 0,1 0 0,0 0 0,1 0 0,0-1 0,0 1 0,1-1 0,1 1 0,8 17 0,-5-15 0,0-1 0,2 1 0,-1-1 0,1-1 0,1 0 0,16 14 0,10 5 0,2-3 0,1-1 0,66 32 0,-54-30 0,-49-26 0,9 4 0,0 0 0,-1 1 0,14 11 0,-22-16 0,0 0 0,0 0 0,-1 0 0,1 0 0,0 0 0,-1 1 0,1-1 0,-1 1 0,2 3 0,-3-5 0,0 0 0,0 1 0,1-1 0,-1 0 0,0 0 0,0 1 0,0-1 0,0 0 0,0 0 0,-1 1 0,1-1 0,0 0 0,0 0 0,-1 0 0,1 1 0,-1-1 0,1 0 0,-1 0 0,0 0 0,1 0 0,-2 1 0,-2 2 0,1 0 0,-1 0 0,0-1 0,-1 1 0,1-1 0,-1 0 0,1-1 0,-1 1 0,-9 3 0,-50 14 0,59-19 0,-51 11 0,0-2 0,-1-3 0,0-2 0,-111-5 0,143-2-341,0 0 0,0-2-1,-30-9 1,8-3-6485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5.814"/>
    </inkml:context>
    <inkml:brush xml:id="br0">
      <inkml:brushProperty name="width" value="0.05" units="cm"/>
      <inkml:brushProperty name="height" value="0.05" units="cm"/>
      <inkml:brushProperty name="color" value="#FFFFFF"/>
    </inkml:brush>
  </inkml:definitions>
  <inkml:trace contextRef="#ctx0" brushRef="#br0">3 74 24575,'1'0'0,"-1"0"0,1 0 0,-1 0 0,1 0 0,-1 0 0,1 0 0,-1 0 0,1-1 0,-1 1 0,0 0 0,1 0 0,-1-1 0,1 1 0,-1 0 0,0 0 0,1-1 0,-1 1 0,0-1 0,1 1 0,-1 0 0,0-1 0,1 1 0,-1-1 0,0 1 0,0 0 0,0-1 0,1 1 0,-1-1 0,0 1 0,0-1 0,0 1 0,0-1 0,0 1 0,0-1 0,0 1 0,0-1 0,-2-1 0,-2 16 0,0 13 0,2 1 0,0-1 0,5 51 0,-2-65 0,1 0 0,1 0 0,0 0 0,0-1 0,1 1 0,1-1 0,0 0 0,1 0 0,0-1 0,9 14 0,-13-22 0,1 0 0,-1-1 0,1 1 0,-1 0 0,1-1 0,0 0 0,0 1 0,0-1 0,0 0 0,0-1 0,0 1 0,0-1 0,1 1 0,-1-1 0,1 0 0,-1 0 0,1 0 0,-1-1 0,1 1 0,0-1 0,-1 0 0,1 0 0,0 0 0,-1 0 0,1-1 0,-1 0 0,1 1 0,0-1 0,-1 0 0,0-1 0,1 1 0,4-3 0,-1 0 0,-1 0 0,0 0 0,0 0 0,0-1 0,-1 0 0,1 0 0,-1 0 0,0-1 0,-1 0 0,1 0 0,-1 0 0,0 0 0,-1-1 0,0 1 0,4-11 0,-4 4 0,0 0 0,0 0 0,-2 0 0,0-1 0,0 1 0,-1-1 0,-1 1 0,0-1 0,-1 1 0,0 0 0,-1-1 0,-1 1 0,0 1 0,0-1 0,-2 0 0,1 1 0,-2 0 0,1 1 0,-2-1 0,-11-14 0,0 10-1365,2 5-5461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6.221"/>
    </inkml:context>
    <inkml:brush xml:id="br0">
      <inkml:brushProperty name="width" value="0.05" units="cm"/>
      <inkml:brushProperty name="height" value="0.05" units="cm"/>
      <inkml:brushProperty name="color" value="#FFFFFF"/>
    </inkml:brush>
  </inkml:definitions>
  <inkml:trace contextRef="#ctx0" brushRef="#br0">49 208 24575,'-2'0'0,"0"0"0,0-1 0,0 1 0,-1-1 0,1 1 0,0-1 0,0 0 0,0 0 0,0 1 0,0-2 0,-2 0 0,-14-7 0,18 9 0,0 0 0,0 0 0,0 0 0,0 0 0,0 0 0,0 0 0,0 0 0,-1 0 0,1 0 0,0 0 0,0 0 0,0 0 0,0 0 0,0 0 0,0 0 0,-1 0 0,1 0 0,0 0 0,0 0 0,0 0 0,0 1 0,0-1 0,0 0 0,0 0 0,-1 0 0,1 0 0,0 0 0,0 0 0,0 0 0,0 0 0,0 0 0,0 0 0,0 1 0,0-1 0,0 0 0,0 0 0,0 0 0,0 0 0,-1 0 0,1 0 0,0 0 0,0 1 0,0-1 0,0 0 0,2 9 0,6 13 0,-6-18 0,66 140 0,-32-70 0,-35-73 0,-1 0 0,0 0 0,1 0 0,0 0 0,-1 0 0,1 0 0,0 0 0,-1 0 0,1 0 0,0 0 0,0 0 0,0 0 0,0-1 0,1 2 0,-2-2 0,1 0 0,-1 0 0,0 0 0,1 0 0,-1 0 0,0 0 0,1 0 0,-1 0 0,0 0 0,1 0 0,-1 0 0,0-1 0,1 1 0,-1 0 0,0 0 0,1 0 0,-1 0 0,0-1 0,1 1 0,-1 0 0,0 0 0,0-1 0,1 1 0,-1 0 0,0 0 0,0-1 0,1 1 0,-1 0 0,0-1 0,3-5 0,-1 1 0,0-1 0,0 0 0,2-7 0,-1 1 0,13-42 0,11-37 0,46-105 0,-69 187 0,0 1 0,0 0 0,1 0 0,12-15 0,-16 22 0,-1 0 0,1 0 0,0 0 0,0 1 0,0-1 0,0 0 0,0 1 0,0-1 0,0 0 0,0 1 0,0-1 0,0 1 0,0 0 0,0-1 0,0 1 0,1 0 0,-1 0 0,0-1 0,2 1 0,-1 1 0,-1 0 0,0-1 0,1 1 0,-1 0 0,0-1 0,0 1 0,1 0 0,-1 0 0,0 0 0,0 0 0,0 0 0,0 1 0,0-1 0,0 0 0,-1 0 0,1 1 0,0-1 0,0 0 0,-1 1 0,1 1 0,7 19 0,-1 0 0,-1 1 0,-1 0 0,-1 0 0,1 27 0,9 41 0,-12-81 25,-1 1-180,1 0 1,1-1-1,0 1 1,0 0 0,1-1-1,0 0 1,1 0-1,12 18 1,-6-16-6672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6.687"/>
    </inkml:context>
    <inkml:brush xml:id="br0">
      <inkml:brushProperty name="width" value="0.05" units="cm"/>
      <inkml:brushProperty name="height" value="0.05" units="cm"/>
      <inkml:brushProperty name="color" value="#FFFFFF"/>
    </inkml:brush>
  </inkml:definitions>
  <inkml:trace contextRef="#ctx0" brushRef="#br0">40 95 24575,'0'0'0,"0"-1"0,0 1 0,1 0 0,-1 0 0,0-1 0,0 1 0,0 0 0,0 0 0,0-1 0,0 1 0,0 0 0,-1 0 0,1-1 0,0 1 0,0 0 0,0 0 0,0-1 0,0 1 0,0 0 0,0 0 0,0 0 0,-1-1 0,1 1 0,0 0 0,0 0 0,0 0 0,0-1 0,-1 1 0,1 0 0,0 0 0,0 0 0,0 0 0,-1 0 0,1 0 0,0-1 0,0 1 0,-1 0 0,1 0 0,0 0 0,0 0 0,-1 0 0,1 0 0,0 0 0,0 0 0,-1 0 0,1 0 0,0 0 0,0 0 0,-1 0 0,1 0 0,0 0 0,0 1 0,-1-1 0,1 0 0,0 0 0,0 0 0,0 0 0,-1 0 0,1 1 0,-13 11 0,10-3 0,-1 0 0,2 1 0,-1-1 0,1 1 0,1 0 0,-1-1 0,2 1 0,-1 0 0,1 0 0,1 0 0,0 0 0,0 0 0,1-1 0,6 19 0,-5-23 0,-1 0 0,1 0 0,1 0 0,-1-1 0,1 0 0,0 1 0,0-1 0,0 0 0,0-1 0,1 1 0,0-1 0,-1 0 0,1 0 0,0 0 0,1-1 0,-1 0 0,0 0 0,1 0 0,-1 0 0,1-1 0,-1 0 0,12 0 0,-8 0 0,1 0 0,-1-1 0,0 0 0,1-1 0,-1 0 0,1 0 0,-1-1 0,0-1 0,0 1 0,0-1 0,0-1 0,0 0 0,10-6 0,-12 5 0,0-1 0,-1 0 0,1 0 0,-1-1 0,0 0 0,-1 0 0,0 0 0,0-1 0,0 1 0,-1-1 0,0 0 0,-1-1 0,0 1 0,4-16 0,-4 10 0,-1 0 0,0-1 0,-1 1 0,0-1 0,-1 1 0,-1-1 0,0 1 0,-4-19 0,4 30 0,1 1 0,-1 0 0,1 0 0,-1 0 0,0-1 0,0 1 0,0 0 0,0 0 0,0 0 0,0 0 0,-1 0 0,1 1 0,-1-1 0,1 0 0,-4-2 0,5 4 0,-1 0 0,1 0 0,-1-1 0,1 1 0,-1 0 0,1 0 0,-1 0 0,1 0 0,-1 0 0,1 0 0,-1 0 0,1 0 0,-1 0 0,1 0 0,-1 0 0,1 0 0,-1 0 0,1 0 0,-1 0 0,1 0 0,-1 1 0,1-1 0,-1 0 0,1 0 0,-1 1 0,-1 1 0,1-1 0,-1 0 0,1 1 0,0 0 0,0-1 0,0 1 0,0 0 0,0-1 0,0 1 0,-1 3 0,-3 13 0,0-1 0,1 1 0,0 0 0,2 0 0,-1 21 0,4 96 0,0-130 0,5 96 0,23 112 0,38 96 0,-62-289 0,6 27 0,-10-44 0,-1 0 0,1 0 0,-1 0 0,0 0 0,0 0 0,0 0 0,-1 0 0,1 0 0,-1 0 0,0 0 0,-1 5 0,1-7 0,1-1 0,-1 1 0,0 0 0,1-1 0,-1 1 0,0-1 0,1 1 0,-1-1 0,0 1 0,0-1 0,1 1 0,-1-1 0,0 0 0,0 1 0,0-1 0,0 0 0,1 0 0,-1 0 0,0 0 0,0 0 0,0 1 0,0-2 0,0 1 0,0 0 0,0 0 0,1 0 0,-1 0 0,0 0 0,0-1 0,0 1 0,0 0 0,1-1 0,-1 1 0,0-1 0,0 1 0,0-1 0,-30-20 0,16 7 0,0-1 0,2 0 0,-1 0 0,2-1 0,0-1 0,1 0 0,1-1 0,1 0 0,0-1 0,1 0 0,1 0 0,1 0 0,1-1 0,-4-22 0,7 24 0,0 0 0,1 0 0,0 0 0,2 0 0,0 0 0,1 0 0,5-21 0,-3 27 0,-1-1 0,2 1 0,0 0 0,0 0 0,1 1 0,0 0 0,1 0 0,1 0 0,-1 0 0,15-13 0,-13 16-80,0 0 0,1 1-1,0 0 1,0 1 0,1 0-1,-1 0 1,1 1 0,0 1-1,1 0 1,-1 0 0,1 1 0,0 1-1,0 0 1,0 0 0,0 1-1,13 1 1,17 2-6746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5.560"/>
    </inkml:context>
    <inkml:brush xml:id="br0">
      <inkml:brushProperty name="width" value="0.05" units="cm"/>
      <inkml:brushProperty name="height" value="0.05" units="cm"/>
      <inkml:brushProperty name="color" value="#FFFFFF"/>
    </inkml:brush>
  </inkml:definitions>
  <inkml:trace contextRef="#ctx0" brushRef="#br0">134 1 24575,'-24'5'0,"-46"3"0,34-5 0,33-2 0,4 0 0,11-1 0,24 1 0,1216 15-4643,-1204-16 4413,1757 14-5761,2 18 4434,1051 99 74,-2268-89 6220,-566-40-3035,-21-1-803,-5 0-18,-32-1 1732,-93-1-1534,58 1-7277</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7.559"/>
    </inkml:context>
    <inkml:brush xml:id="br0">
      <inkml:brushProperty name="width" value="0.05" units="cm"/>
      <inkml:brushProperty name="height" value="0.05" units="cm"/>
      <inkml:brushProperty name="color" value="#FFFFFF"/>
    </inkml:brush>
  </inkml:definitions>
  <inkml:trace contextRef="#ctx0" brushRef="#br0">386 344 24575,'5'-6'0,"0"1"0,-1-1 0,0 0 0,0 0 0,-1 0 0,1-1 0,-1 1 0,3-12 0,14-58 0,-18 70 0,2-11 0,-1 0 0,0 0 0,-2 0 0,0 0 0,-1-18 0,0 31 0,-1 0 0,1-1 0,-1 1 0,0 0 0,-1 0 0,1 0 0,-1 1 0,1-1 0,-1 0 0,0 1 0,-4-6 0,4 7 0,0-1 0,-1 1 0,1 1 0,0-1 0,-1 0 0,1 0 0,-1 1 0,0 0 0,0-1 0,1 1 0,-1 0 0,0 0 0,0 1 0,0-1 0,0 0 0,0 1 0,-6 0 0,-1 0 0,0 1 0,0 0 0,1 1 0,-1 0 0,0 1 0,1 0 0,-1 0 0,1 1 0,0 0 0,0 1 0,0 0 0,1 0 0,0 1 0,-13 11 0,10-8 0,1 1 0,0 1 0,0 0 0,1 0 0,0 1 0,1 0 0,1 0 0,0 1 0,-8 21 0,11-22 0,0 0 0,1 1 0,1-1 0,0 1 0,1-1 0,0 1 0,1 0 0,1-1 0,0 1 0,0 0 0,2-1 0,-1 1 0,1-1 0,1 0 0,0 0 0,1 0 0,0-1 0,1 1 0,12 17 0,7 5 0,1 0 0,2-2 0,1-1 0,51 41 0,-74-66 0,1 0 0,0 0 0,-1 1 0,-1 0 0,1 0 0,-1 0 0,7 13 0,-11-18 0,0 0 0,-1 0 0,1 0 0,-1 0 0,1 0 0,-1 0 0,0 0 0,1 0 0,-1 0 0,0 0 0,0 0 0,-1 0 0,1 0 0,0 0 0,-2 4 0,1-4 0,0 0 0,0 0 0,-1 1 0,1-1 0,-1 0 0,0 0 0,0 0 0,1-1 0,-1 1 0,0 0 0,-1-1 0,1 1 0,0-1 0,0 0 0,-4 2 0,-14 5 0,-1-1 0,0-1 0,0 0 0,0-2 0,-1 0 0,1-2 0,-1 0 0,0-2 0,0 0 0,-42-7 0,58 7-91,-1-1 0,1-1 0,0 1 0,-1-1 0,1-1 0,0 1 0,0-1 0,0 0 0,0 0 0,1-1 0,-1 1 0,1-1 0,0-1 0,-7-6 0,-2-9-6735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7.965"/>
    </inkml:context>
    <inkml:brush xml:id="br0">
      <inkml:brushProperty name="width" value="0.05" units="cm"/>
      <inkml:brushProperty name="height" value="0.05" units="cm"/>
      <inkml:brushProperty name="color" value="#FFFFFF"/>
    </inkml:brush>
  </inkml:definitions>
  <inkml:trace contextRef="#ctx0" brushRef="#br0">0 184 24575,'3'0'0,"0"0"0,-1 0 0,1 0 0,0 1 0,-1-1 0,1 1 0,0-1 0,-1 1 0,1 0 0,-1 0 0,1 0 0,-1 0 0,0 1 0,1-1 0,2 4 0,-2-3 0,0 2 0,-1-1 0,0 0 0,0 0 0,0 1 0,0-1 0,0 1 0,-1 0 0,1-1 0,0 6 0,51 240 0,-41-179 0,-5-28 0,2 67 0,-28-251 0,0-89 0,17 181 0,4 0 0,11-81 0,-11 119 0,0 1 0,1-1 0,1 1 0,8-19 0,-11 28 0,0-1 0,1 1 0,-1 0 0,1-1 0,-1 1 0,1 0 0,0 0 0,0 1 0,0-1 0,0 0 0,4-2 0,-4 3 0,-1 1 0,1-1 0,-1 1 0,1-1 0,0 1 0,-1 0 0,1-1 0,0 1 0,-1 0 0,1 0 0,-1 0 0,1 1 0,0-1 0,-1 0 0,1 1 0,0-1 0,-1 1 0,1-1 0,-1 1 0,1 0 0,1 0 0,3 3 0,0 1 0,0-1 0,0 1 0,-1 1 0,1-1 0,-1 1 0,-1-1 0,1 1 0,-1 1 0,6 11 0,0 1 0,0 1 0,8 30 0,-13-35 38,-1 1 0,-1-1 0,0 0 0,-1 1 0,-1 0 0,-1-1 0,0 1 0,-3 20 0,3-30-104,-1-1 0,0 1 1,-1-1-1,1 1 0,-1-1 1,0 1-1,0-1 0,-1 0 1,1 0-1,-1 0 1,0 0-1,-1 0 0,1-1 1,-1 1-1,0-1 0,0 0 1,0 0-1,-1-1 0,0 1 1,1-1-1,-1 0 1,0 0-1,0-1 0,-1 1 1,-7 1-1,-7 1-6760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8.369"/>
    </inkml:context>
    <inkml:brush xml:id="br0">
      <inkml:brushProperty name="width" value="0.05" units="cm"/>
      <inkml:brushProperty name="height" value="0.05" units="cm"/>
      <inkml:brushProperty name="color" value="#FFFFFF"/>
    </inkml:brush>
  </inkml:definitions>
  <inkml:trace contextRef="#ctx0" brushRef="#br0">42 162 24575,'2'3'0,"0"-1"0,0 1 0,-1-1 0,1 1 0,-1-1 0,1 1 0,-1 0 0,0 0 0,0 0 0,0 0 0,-1 0 0,1 0 0,0 4 0,-1-5 0,0 0 0,0 0 0,0 0 0,0 0 0,1 0 0,-1 0 0,1 0 0,-1 0 0,1 0 0,0 0 0,0 0 0,0-1 0,0 1 0,0 0 0,0-1 0,0 1 0,1 0 0,-1-1 0,1 1 0,-1-1 0,1 0 0,-1 0 0,1 1 0,0-1 0,0 0 0,0 0 0,-1-1 0,1 1 0,0 0 0,0-1 0,2 1 0,7 1 0,0-1 0,0-1 0,-1 0 0,1 0 0,0-1 0,0 0 0,-1-1 0,1 0 0,-1-1 0,1 0 0,10-5 0,-15 5 0,0 1 0,0-1 0,-1 1 0,1-2 0,-1 1 0,0-1 0,0 1 0,0-1 0,-1-1 0,1 1 0,-1-1 0,0 0 0,0 0 0,0 0 0,-1 0 0,0 0 0,0-1 0,0 0 0,-1 1 0,3-10 0,-5 10 0,1 1 0,-1-1 0,0 0 0,0 1 0,0-1 0,-1 0 0,1 1 0,-1-1 0,0 1 0,-1-1 0,1 1 0,-1-1 0,0 1 0,0 0 0,0 0 0,-1 0 0,1 0 0,-1 0 0,0 0 0,0 1 0,-1-1 0,1 1 0,0 0 0,-1 0 0,0 0 0,-6-3 0,4 3 0,0-1 0,0 1 0,-1 1 0,1-1 0,0 1 0,-1 0 0,0 1 0,1-1 0,-1 1 0,0 1 0,0-1 0,1 1 0,-1 0 0,0 1 0,0 0 0,1 0 0,-1 0 0,-6 3 0,4-1 0,0 2 0,1-1 0,0 1 0,0 0 0,0 1 0,0 0 0,1 0 0,0 0 0,1 1 0,-1 0 0,1 1 0,1-1 0,-1 1 0,1 0 0,1 1 0,-1-1 0,-3 11 0,4-8 0,0 0 0,1 0 0,0 1 0,1-1 0,0 1 0,1-1 0,0 1 0,1 0 0,0 0 0,1-1 0,1 1 0,-1 0 0,7 18 0,-6-24 15,1 0 0,-1 0 0,1 0 0,1-1-1,-1 1 1,1-1 0,0 0 0,0 0 0,1-1 0,-1 1-1,1-1 1,0 0 0,0 0 0,1 0 0,-1-1 0,1 0 0,-1 0-1,1 0 1,0-1 0,0 0 0,1 0 0,11 2 0,2-1-300,1 0 1,-1-2-1,1 0 1,-1-2-1,38-4 1,-4-4-6542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9.196"/>
    </inkml:context>
    <inkml:brush xml:id="br0">
      <inkml:brushProperty name="width" value="0.05" units="cm"/>
      <inkml:brushProperty name="height" value="0.05" units="cm"/>
      <inkml:brushProperty name="color" value="#FFFFFF"/>
    </inkml:brush>
  </inkml:definitions>
  <inkml:trace contextRef="#ctx0" brushRef="#br0">187 388 24575,'2'-2'0,"-1"-1"0,1 1 0,0-1 0,-1 0 0,0 0 0,1 0 0,-1 0 0,0 0 0,-1 0 0,1 0 0,0-6 0,1-36 0,-2 43 0,0-1 0,0 1 0,0-1 0,0 1 0,-1-1 0,1 1 0,-1 0 0,0-1 0,0 1 0,0 0 0,0-1 0,0 1 0,0 0 0,0 0 0,-1 0 0,1 0 0,-1 0 0,0 0 0,1 0 0,-1 0 0,0 1 0,0-1 0,0 1 0,0 0 0,-1-1 0,1 1 0,-4-1 0,3 1 0,0 0 0,0 1 0,0-1 0,0 1 0,0 0 0,-1 0 0,1 0 0,0 1 0,0-1 0,0 1 0,0 0 0,0-1 0,0 1 0,0 1 0,0-1 0,0 0 0,0 1 0,1-1 0,-1 1 0,0 0 0,-3 4 0,-4 3 0,0 1 0,1 1 0,1 0 0,-1 0 0,2 0 0,0 1 0,-9 19 0,12-23 0,1 0 0,0 1 0,0-1 0,1 1 0,0 0 0,1 0 0,0-1 0,0 1 0,1 0 0,0 0 0,0 0 0,3 15 0,-2-20 0,0-1 0,0 1 0,0 0 0,0-1 0,1 0 0,-1 1 0,1-1 0,0 0 0,0 0 0,0 0 0,1 0 0,-1 0 0,0 0 0,1-1 0,0 1 0,0-1 0,0 0 0,0 0 0,0 0 0,0 0 0,0 0 0,1-1 0,-1 1 0,1-1 0,-1 0 0,1 0 0,0 0 0,-1-1 0,1 1 0,0-1 0,-1 0 0,5 0 0,0-1 0,0 0 0,0 0 0,-1-1 0,1 0 0,0 0 0,-1-1 0,1 0 0,-1 0 0,0-1 0,0 0 0,-1 0 0,1-1 0,-1 0 0,7-6 0,-6 4 0,-1 0 0,0-1 0,7-12 0,4-5 0,-17 25 0,0 0 0,0-1 0,0 1 0,1 0 0,-1 0 0,0-1 0,0 1 0,1 0 0,-1 0 0,0 0 0,1-1 0,-1 1 0,0 0 0,0 0 0,1 0 0,-1 0 0,0 0 0,1 0 0,-1 0 0,0-1 0,1 1 0,-1 0 0,1 0 0,-1 0 0,0 1 0,1-1 0,-1 0 0,0 0 0,1 0 0,-1 0 0,0 0 0,1 0 0,-1 0 0,0 0 0,0 1 0,1-1 0,-1 0 0,0 0 0,1 0 0,-1 1 0,0-1 0,0 0 0,0 0 0,1 1 0,11 15 0,-8-9 0,0-2 0,-1-1 0,1 1 0,1-1 0,-1 0 0,0 0 0,1-1 0,0 1 0,0-1 0,0 0 0,0 0 0,1 0 0,-1-1 0,1 0 0,-1 0 0,1 0 0,8 0 0,-10-1 0,0-1 0,1 0 0,-1-1 0,0 1 0,0-1 0,1 0 0,-1 0 0,0 0 0,0 0 0,0-1 0,0 1 0,0-1 0,0 0 0,0-1 0,-1 1 0,1 0 0,-1-1 0,0 0 0,0 0 0,0 0 0,0 0 0,0-1 0,3-4 0,-2 2 0,-1-1 0,1 0 0,-1 0 0,0 0 0,-1 0 0,0 0 0,0 0 0,-1-1 0,2-11 0,-1-10 0,-3-31 0,1 51 0,-28-270 0,25 255 0,21 135 0,21 153 0,-13-31 0,-26-244 0,0 1 0,0-1 0,2 0 0,-1 1 0,5-17 0,22-62 0,-21 69 0,16-30 0,-20 45 0,-1 0 0,2 0 0,-1 0 0,0 0 0,1 1 0,0-1 0,0 1 0,0 0 0,1 0 0,8-5 0,-13 9 0,1 0 0,-1-1 0,1 1 0,-1 0 0,1-1 0,-1 1 0,1 0 0,0-1 0,-1 1 0,1 0 0,0 0 0,-1 0 0,1 0 0,0 0 0,-1 0 0,1 0 0,0 0 0,-1 0 0,1 0 0,0 0 0,-1 0 0,1 0 0,0 0 0,-1 1 0,2-1 0,-2 1 0,1 0 0,-1-1 0,0 1 0,1 0 0,-1-1 0,0 1 0,1 0 0,-1 0 0,0-1 0,0 1 0,0 0 0,0 0 0,0-1 0,0 1 0,0 0 0,0 0 0,0 0 0,0 0 0,-1 4 0,0 0 0,0-1 0,0 1 0,-1 0 0,-4 7 0,-4 4 0,-1-1 0,0-1 0,-23 22 0,-16 18 0,50-53 0,0-1 0,-1 0 0,1 1 0,0-1 0,0 0 0,-1 1 0,1-1 0,0 0 0,0 1 0,0-1 0,0 1 0,-1-1 0,1 1 0,0-1 0,0 0 0,0 1 0,0-1 0,0 1 0,0-1 0,0 1 0,0-1 0,0 1 0,0-1 0,0 0 0,1 1 0,-1-1 0,0 1 0,0 0 0,13 6 0,27-3 0,-29-3 0,21 5-43,0 1-1,60 21 1,-50-14-1192,-22-7-5591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19.831"/>
    </inkml:context>
    <inkml:brush xml:id="br0">
      <inkml:brushProperty name="width" value="0.05" units="cm"/>
      <inkml:brushProperty name="height" value="0.05" units="cm"/>
      <inkml:brushProperty name="color" value="#FFFFFF"/>
    </inkml:brush>
  </inkml:definitions>
  <inkml:trace contextRef="#ctx0" brushRef="#br0">93 455 24575,'-12'-10'0,"8"7"0,0 0 0,1 0 0,-1 0 0,1 0 0,-6-8 0,9 11 0,0-1 0,0 1 0,-1 0 0,1-1 0,0 1 0,0 0 0,0-1 0,0 1 0,0-1 0,0 1 0,0 0 0,0-1 0,0 1 0,0-1 0,0 1 0,0 0 0,0-1 0,0 1 0,0-1 0,0 1 0,0 0 0,0-1 0,0 1 0,1 0 0,-1-1 0,0 1 0,0 0 0,1-1 0,0 0 0,0 0 0,0 0 0,0 1 0,1-1 0,-1 0 0,0 1 0,1-1 0,-1 1 0,0 0 0,1-1 0,-1 1 0,3 0 0,37-4 0,-30 4 0,0-1 0,0 0 0,0-1 0,-1 0 0,21-7 0,-28 8 0,0 0 0,0-1 0,-1 1 0,1-1 0,-1 0 0,0 0 0,1 0 0,-1 0 0,0 0 0,0-1 0,0 1 0,0-1 0,-1 1 0,1-1 0,-1 0 0,0 1 0,1-1 0,-1 0 0,0 0 0,-1 0 0,1 0 0,0 0 0,-1 0 0,0 0 0,0 0 0,0-4 0,0 0 0,-1-1 0,0 1 0,0 0 0,-1-1 0,0 1 0,0 0 0,-1 0 0,1 0 0,-2 1 0,1-1 0,-1 1 0,-6-9 0,4 7 0,0 0 0,0 1 0,-1 0 0,0 0 0,0 1 0,-1 0 0,0 0 0,0 1 0,-9-5 0,14 8 0,1 1 0,-1 0 0,0 0 0,1 0 0,-1 0 0,0 1 0,0-1 0,1 1 0,-1-1 0,0 1 0,0 0 0,0 0 0,0 1 0,1-1 0,-1 0 0,0 1 0,0 0 0,1-1 0,-1 1 0,0 0 0,1 1 0,-1-1 0,1 0 0,-1 1 0,1-1 0,0 1 0,0 0 0,-1 0 0,1 0 0,0 0 0,1 0 0,-1 0 0,0 0 0,1 1 0,-2 2 0,-3 5 0,1 0 0,1 0 0,0 1 0,0 0 0,1-1 0,0 1 0,-2 19 0,4-15 0,0 1 0,1 0 0,0-1 0,2 1 0,0 0 0,0-1 0,2 0 0,0 1 0,0-1 0,2-1 0,6 16 0,-8-23 0,0 0 0,1 0 0,-1 0 0,1-1 0,1 1 0,-1-1 0,1-1 0,0 1 0,0-1 0,8 5 0,-9-6 0,1-1 0,0-1 0,0 1 0,0-1 0,0 0 0,0 0 0,0-1 0,1 0 0,-1 0 0,0 0 0,1-1 0,-1 0 0,1 0 0,7-2 0,-8 2 0,0-2 0,0 1 0,0-1 0,0 0 0,0 0 0,0 0 0,-1-1 0,1 0 0,-1 0 0,0-1 0,0 1 0,9-9 0,-7 5 0,-1-1 0,1 0 0,-1 0 0,-1 0 0,0-1 0,0 1 0,5-13 0,0-9 0,0-1 0,-2 0 0,7-60 0,-5-28 0,-11 146 0,1 0 0,2-1 0,0 1 0,2 0 0,1-1 0,13 43 0,-16-70 0,0-6 0,0-10 0,0-4 0,2 0 0,0 0 0,1 0 0,2 0 0,0 1 0,16-33 0,-15 38 0,0 1 0,1 0 0,0 0 0,1 1 0,0 1 0,1-1 0,1 2 0,0-1 0,19-12 0,-25 19 43,1 1 0,0 0-1,0 1 1,1 0 0,-1 0-1,1 0 1,12-2 0,-16 5-138,0-1 0,0 1 0,-1-1 0,1 1 1,0 1-1,0-1 0,0 0 0,0 1 0,0 0 0,-1 0 1,1 0-1,0 0 0,-1 1 0,1-1 0,-1 1 1,1 0-1,3 3 0,13 14-6731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0.238"/>
    </inkml:context>
    <inkml:brush xml:id="br0">
      <inkml:brushProperty name="width" value="0.05" units="cm"/>
      <inkml:brushProperty name="height" value="0.05" units="cm"/>
      <inkml:brushProperty name="color" value="#FFFFFF"/>
    </inkml:brush>
  </inkml:definitions>
  <inkml:trace contextRef="#ctx0" brushRef="#br0">44 113 24575,'-30'-3'0,"17"-3"0,13 6 0,0 0 0,0-1 0,0 1 0,-1 0 0,1 0 0,0-1 0,0 1 0,0 0 0,0-1 0,0 1 0,0 0 0,0-1 0,0 1 0,0 0 0,0 0 0,0-1 0,0 1 0,0 0 0,1 0 0,-1-1 0,0 1 0,0 0 0,0-1 0,0 1 0,0 0 0,1 0 0,-1 0 0,0-1 0,0 1 0,0 0 0,1 0 0,-1 0 0,0-1 0,0 1 0,1 0 0,-1 0 0,0 0 0,0 0 0,1-1 0,4-2 0,1 0 0,0 1 0,-1-1 0,1 1 0,0 0 0,0 1 0,12-3 0,-4 2 0,238-34-471,13 21-447,-230 13 803,1564-16-7332,-1447 18 7074,2866 48-6124,415-1 6457,-3118-49 718,-69-3-149,37-9 1899,-246 8-269,-37 6-2144,0 0 0,0 0 0,0 0 0,0 0-1,0 0 1,0 0 0,0 0 0,0 0 0,0 0 0,0 0-1,0 0 1,0 0 0,0 0 0,-1 0 0,1-1-1,0 1 1,0 0 0,0 0 0,0 0 0,0 0-1,0 0 1,0 0 0,0 0 0,0 0 0,0 0-1,0 0 1,0 0 0,0 0 0,0 0 0,0 0-1,0 0 1,0 0 0,0-1 0,0 1 0,0 0-1,0 0 1,0 0 0,0 0 0,0 0 0,0 0 0,0 0-1,0 0 1,0 0 0,0 0 0,0 0 0,0 0-1,0 0 1,0-1 0,0 1 0,0 0 0,0 0-1,0 0 1,0 0 0,0 0 0,0 0 0,1 0-1,-1 0 1,-18-3 262,-32 0 463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0.877"/>
    </inkml:context>
    <inkml:brush xml:id="br0">
      <inkml:brushProperty name="width" value="0.05" units="cm"/>
      <inkml:brushProperty name="height" value="0.05" units="cm"/>
      <inkml:brushProperty name="color" value="#FFFFFF"/>
    </inkml:brush>
  </inkml:definitions>
  <inkml:trace contextRef="#ctx0" brushRef="#br0">121 72 24575,'0'-6'0,"-3"-6"0,-4-3 0,-4-2 0,-3 1 0,-3 10 0,2 9 0,4 13 0,3 11 0,3 9 0,3 9 0,-2 8 0,0 5 0,1 2 0,0-1 0,-1 1 0,-1-6 0,0-10-8191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1.235"/>
    </inkml:context>
    <inkml:brush xml:id="br0">
      <inkml:brushProperty name="width" value="0.05" units="cm"/>
      <inkml:brushProperty name="height" value="0.05" units="cm"/>
      <inkml:brushProperty name="color" value="#FFFFFF"/>
    </inkml:brush>
  </inkml:definitions>
  <inkml:trace contextRef="#ctx0" brushRef="#br0">0 395 24575,'0'-2'0,"1"0"0,-1 0 0,1 0 0,-1 1 0,1-1 0,0 0 0,0 0 0,0 0 0,0 0 0,0 1 0,0-1 0,0 0 0,1 1 0,-1-1 0,1 1 0,-1 0 0,1-1 0,-1 1 0,1 0 0,0 0 0,0 0 0,-1 0 0,1 0 0,3 0 0,3-3 0,0 2 0,0-1 0,0 1 0,13-2 0,28 0 0,75 4 0,-85 2 0,0-2 0,-1-2 0,62-9 0,-95 10 0,-1 0 0,1 0 0,-1 0 0,1-1 0,-1 0 0,1 1 0,-1-2 0,0 1 0,0 0 0,0-1 0,0 0 0,-1 1 0,1-2 0,-1 1 0,1 0 0,-1-1 0,0 1 0,0-1 0,-1 0 0,1 0 0,-1 0 0,0 0 0,0-1 0,0 1 0,-1 0 0,1-1 0,-1 1 0,0-1 0,-1 0 0,1-7 0,1-8 0,-2 0 0,-1 0 0,0 0 0,-2 0 0,0 1 0,-1-1 0,-1 1 0,-12-31 0,17 49 0,0 0 0,0 0 0,-1 1 0,1-1 0,-1 0 0,1 0 0,0 1 0,-1-1 0,0 0 0,1 0 0,-1 1 0,1-1 0,-1 1 0,0-1 0,1 0 0,-1 1 0,0 0 0,-1-1 0,2 1 0,0 0 0,-1 0 0,1 0 0,-1 0 0,1 0 0,0 0 0,-1 1 0,1-1 0,0 0 0,-1 0 0,1 0 0,0 1 0,-1-1 0,1 0 0,0 1 0,-1-1 0,1 0 0,0 1 0,0-1 0,-1 0 0,1 1 0,0-1 0,0 0 0,0 1 0,-1 0 0,-8 35 0,9-35 0,-16 118-682,-3 201-1,19-275-6143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3.230"/>
    </inkml:context>
    <inkml:brush xml:id="br0">
      <inkml:brushProperty name="width" value="0.05" units="cm"/>
      <inkml:brushProperty name="height" value="0.05" units="cm"/>
      <inkml:brushProperty name="color" value="#FFFFFF"/>
    </inkml:brush>
  </inkml:definitions>
  <inkml:trace contextRef="#ctx0" brushRef="#br0">1 543 24575,'3'-7'0,"0"1"0,1 0 0,0 0 0,0 0 0,0 0 0,1 1 0,0 0 0,0 0 0,1 0 0,-1 1 0,1-1 0,7-3 0,-6 5 0,1-1 0,0 1 0,0 0 0,0 1 0,1 0 0,-1 0 0,1 1 0,-1 0 0,15 1 0,16 1 0,-19 1 0,35-3 0,-50 1 0,0-1 0,0 1 0,-1-1 0,1-1 0,0 1 0,-1 0 0,1-1 0,-1 0 0,0 0 0,0-1 0,0 1 0,7-5 0,-10 6 0,0-1 0,1 1 0,-1 0 0,0-1 0,0 1 0,0-1 0,0 1 0,0-1 0,0 1 0,0-1 0,-1 0 0,1 1 0,0-1 0,-1 0 0,1 0 0,-1 1 0,0-1 0,0 0 0,0 0 0,0 0 0,0-3 0,-1 2 0,0 0 0,1 0 0,-2 0 0,1 1 0,0-1 0,-1 0 0,1 0 0,-1 1 0,0-1 0,0 0 0,-4-3 0,1 1 0,1 1 0,-2-1 0,1 1 0,0 1 0,-1-1 0,0 1 0,0 0 0,0 0 0,0 0 0,0 1 0,-11-3 0,13 5 0,0 0 0,0 0 0,1 0 0,-1 1 0,0-1 0,1 1 0,-1 0 0,1 0 0,-1 0 0,1 1 0,-1-1 0,1 1 0,0 0 0,0 0 0,0 0 0,0 0 0,0 0 0,0 1 0,0-1 0,1 1 0,0 0 0,-1 0 0,1 0 0,0 0 0,0 0 0,0 0 0,-1 5 0,-1 1 0,0 1 0,0-1 0,1 1 0,0 0 0,1 0 0,0 0 0,1 0 0,-1 19 0,3-21 0,-1 1 0,1-1 0,1 0 0,-1 1 0,1-1 0,1 0 0,0 0 0,0 0 0,0-1 0,1 1 0,0-1 0,0 0 0,1 0 0,0 0 0,9 9 0,-5-8 0,0 0 0,1-1 0,-1 0 0,2 0 0,-1-1 0,1 0 0,0-1 0,0 0 0,0-1 0,16 4 0,-6-4 0,1 0 0,0-1 0,0-1 0,0-2 0,0 0 0,0-1 0,0-1 0,0-1 0,-1-1 0,1-1 0,31-11 0,-29 7 0,-1-1 0,0 0 0,-1-2 0,0-1 0,0 0 0,-2-2 0,0 0 0,0-1 0,31-35 0,-41 39 0,-1 0 0,0-1 0,10-17 0,-17 27 0,-1-1 0,1 1 0,0-1 0,-1 1 0,0-1 0,0 0 0,0 0 0,0 1 0,0-1 0,-1 0 0,0 0 0,0 0 0,0 0 0,0 0 0,-1 0 0,1 1 0,-1-1 0,-2-6 0,3 9 0,-1 0 0,1 0 0,-1 0 0,1 0 0,-1 0 0,0 0 0,0 0 0,1 0 0,-1 0 0,0 0 0,0 0 0,0 0 0,0 0 0,0 1 0,0-1 0,0 0 0,-1 1 0,1-1 0,0 1 0,0-1 0,-3 1 0,2-1 0,0 1 0,0 0 0,-1 1 0,1-1 0,0 0 0,0 1 0,0-1 0,-1 1 0,1 0 0,0-1 0,-3 3 0,-4 2 0,1 1 0,-1-1 0,1 2 0,-9 8 0,5-4 0,0 1 0,1 0 0,-14 21 0,23-30 0,0-1 0,0 1 0,0-1 0,1 1 0,-1 0 0,1 0 0,0 0 0,0 0 0,0 0 0,0 0 0,0 0 0,1 0 0,0 0 0,-1 0 0,1 0 0,0 0 0,0 0 0,1 0 0,-1 1 0,1-1 0,0 0 0,-1 0 0,1 0 0,0 0 0,1-1 0,1 5 0,-1-5 0,0 0 0,-1-1 0,1 1 0,1 0 0,-1-1 0,0 1 0,0-1 0,1 0 0,-1 1 0,0-1 0,1 0 0,-1-1 0,1 1 0,0 0 0,-1-1 0,1 1 0,0-1 0,-1 0 0,1 0 0,0 0 0,-1 0 0,1 0 0,4-2 0,8-1 0,0-1 0,28-10 0,-27 8 0,17-8 0,-26 10 0,0 1 0,1-1 0,-1 1 0,1 1 0,0 0 0,0 0 0,0 0 0,12 0 0,-19 2 0,0 0 0,1 1 0,-1-1 0,0 1 0,0-1 0,0 0 0,0 1 0,0 0 0,0-1 0,0 1 0,0 0 0,0-1 0,-1 1 0,1 0 0,0 0 0,0 0 0,-1 0 0,1 0 0,0 0 0,-1 0 0,1 0 0,-1 0 0,1 0 0,-1 0 0,0 0 0,1 1 0,5 37 0,-3-17 0,-2-18 0,1 1 0,-1 0 0,1-1 0,0 1 0,0-1 0,1 0 0,-1 1 0,1-1 0,0 0 0,0 0 0,0-1 0,1 1 0,-1-1 0,1 0 0,0 0 0,4 3 0,-1-2 0,1 0 0,-1-1 0,1 0 0,0 0 0,0 0 0,0-1 0,0-1 0,15 2 0,1-2 0,-1-1 0,1-2 0,-1 0 0,0-2 0,43-11 0,251-92 0,-307 103 0,-1 0 0,1-1 0,-1 0 0,-1 0 0,14-11 0,-21 15 0,1-1 0,0 1 0,-1-1 0,1 0 0,-1 0 0,0 1 0,0-1 0,1 0 0,-1 0 0,0 0 0,-1 0 0,1 0 0,1-4 0,-2 4 0,0 0 0,0 1 0,0-1 0,-1 1 0,1-1 0,0 1 0,-1-1 0,1 1 0,-1-1 0,1 1 0,-1 0 0,0-1 0,0 1 0,0 0 0,1-1 0,-1 1 0,0 0 0,-1 0 0,1 0 0,0 0 0,0 0 0,-2-1 0,-1-1 0,0 0 0,0 0 0,-1 0 0,1 1 0,-1 0 0,1 0 0,-1 0 0,0 0 0,0 1 0,0 0 0,0 0 0,0 0 0,0 1 0,-5-1 0,3 2 0,0 0 0,-1 0 0,1 0 0,0 1 0,0 0 0,0 0 0,0 1 0,-13 6 0,10-3 0,-1 1 0,1 0 0,0 1 0,0 0 0,1 0 0,0 1 0,1 0 0,0 1 0,0 0 0,1 0 0,-7 13 0,13-22 0,1 1 0,-1-1 0,0 0 0,0 1 0,1-1 0,-1 0 0,1 1 0,-1-1 0,1 1 0,0-1 0,-1 0 0,1 1 0,0-1 0,0 1 0,0-1 0,0 1 0,0-1 0,1 1 0,-1-1 0,0 1 0,1-1 0,-1 1 0,1-1 0,-1 0 0,1 1 0,0-1 0,-1 0 0,1 0 0,0 1 0,0-1 0,0 0 0,0 0 0,0 0 0,0 0 0,0 0 0,1 0 0,-1 0 0,0-1 0,0 1 0,1 0 0,-1-1 0,0 1 0,1-1 0,-1 1 0,1-1 0,-1 1 0,4-1 0,2 1 0,0 1 0,1-2 0,-1 1 0,1-1 0,-1 0 0,1-1 0,-1 0 0,11-2 0,-1-2 0,-1-1 0,0 0 0,0-1 0,-1 0 0,0-1 0,0-1 0,-1-1 0,0 0 0,-1 0 0,0-1 0,0-1 0,-1-1 0,-1 1 0,0-2 0,-1 1 0,-1-2 0,13-22 0,-9 12 0,-1-1 0,-2 0 0,0 0 0,-1-1 0,9-54 0,-18 59 0,0 22 0,1 0 0,-1 0 0,0 0 0,0 0 0,0-1 0,0 1 0,0 0 0,0 0 0,0 0 0,0 0 0,0 0 0,0 0 0,0 0 0,0-1 0,0 1 0,0 0 0,0 0 0,0 0 0,0 0 0,0 0 0,0 0 0,0 0 0,0 0 0,0 0 0,-1-1 0,1 1 0,0 0 0,0 0 0,0 0 0,0 0 0,0 0 0,0 0 0,0 0 0,0 0 0,0 0 0,0 0 0,0 0 0,-1 0 0,1-1 0,0 1 0,0 0 0,0 0 0,0 0 0,0 0 0,0 0 0,0 0 0,0 0 0,-1 0 0,1 0 0,0 0 0,0 0 0,0 0 0,0 0 0,0 0 0,0 0 0,0 0 0,0 0 0,-1 0 0,1 1 0,0-1 0,0 0 0,0 0 0,0 0 0,-6 9 0,-6 15 0,1 5 0,1-1 0,2 1 0,1 1 0,1-1 0,1 1 0,2 0 0,1 0 0,2 0 0,5 57 0,-3-75 0,0-1 0,1 0 0,1 0 0,0 0 0,0-1 0,1 1 0,0-1 0,0 0 0,1 0 0,1-1 0,9 11 0,-13-16 0,1 0 0,1-1 0,-1 1 0,0-1 0,1 0 0,0 0 0,-1 0 0,1-1 0,0 0 0,0 0 0,1 0 0,-1 0 0,0-1 0,1 0 0,-1 0 0,1 0 0,-1-1 0,1 0 0,-1 0 0,1 0 0,-1-1 0,1 1 0,-1-1 0,0-1 0,6-1 0,2-2 0,0 0 0,0-1 0,-1-1 0,0 0 0,0-1 0,-1 0 0,20-18 0,-1-4 0,34-43 0,-49 55 0,-2 0 0,16-27 0,-26 40 0,0 0 0,-1 0 0,1 0 0,-1-1 0,0 1 0,0-1 0,-1 1 0,0-1 0,0 0 0,0 1 0,-1-1 0,0 0 0,0 0 0,-1-9 0,0 13 0,1 1 0,-1-1 0,0 1 0,1 0 0,-1-1 0,0 1 0,0 0 0,0-1 0,0 1 0,0 0 0,0 0 0,0 0 0,-1 0 0,1 0 0,0 0 0,-1 0 0,1 1 0,0-1 0,-1 0 0,1 1 0,-1-1 0,1 1 0,-1-1 0,1 1 0,-1 0 0,1 0 0,-1 0 0,1 0 0,-1 0 0,0 0 0,1 0 0,-1 0 0,1 0 0,-1 1 0,1-1 0,-2 1 0,-6 2 0,0-1 0,1 1 0,-1 1 0,-13 7 0,16-8 0,1 0 0,-1 1 0,1 0 0,0 0 0,0 0 0,0 0 0,1 1 0,-1 0 0,1 0 0,0 0 0,1 1 0,-1-1 0,1 1 0,0 0 0,-3 10 0,4-10 0,1-1 0,0 1 0,0 0 0,1 0 0,0 0 0,0 0 0,0 0 0,1 0 0,-1 0 0,2-1 0,-1 1 0,0 0 0,1 0 0,0-1 0,1 1 0,-1-1 0,5 8 0,19 25 0,-20-31 0,0 1 0,-1 0 0,0 0 0,0 0 0,-1 1 0,0-1 0,-1 1 0,0 0 0,3 11 0,-3 14 0,-3-33 0,0-1 0,0 0 0,0 0 0,0 0 0,0 0 0,0 0 0,0 0 0,0 0 0,0 0 0,0 0 0,0 0 0,0 1 0,0-1 0,0 0 0,0 0 0,0 0 0,0 0 0,0 0 0,1 0 0,-1 0 0,0 0 0,0 0 0,0 0 0,0 0 0,0 0 0,0 0 0,0 0 0,0 0 0,0 0 0,0 0 0,0 0 0,1 0 0,-1 1 0,0-1 0,0 0 0,0 0 0,0 0 0,0 0 0,0 0 0,0-1 0,0 1 0,0 0 0,1 0 0,-1 0 0,0 0 0,0 0 0,0 0 0,0 0 0,0 0 0,0 0 0,0 0 0,0 0 0,0 0 0,0 0 0,0 0 0,9-6 0,11-12 0,-17 14 0,37-32 0,1 1 0,1 3 0,2 1 0,88-46 0,-126 75 0,1-3 0,0 2 0,1-1 0,-1 1 0,1 0 0,0 1 0,0 0 0,0 0 0,0 0 0,14 0 0,-21 2 0,-1 0 0,1 0 0,-1 0 0,1 0 0,0 0 0,-1 0 0,1 1 0,-1-1 0,1 0 0,-1 0 0,1 0 0,-1 0 0,1 1 0,-1-1 0,1 0 0,-1 1 0,1-1 0,-1 0 0,1 1 0,-1-1 0,1 0 0,-1 1 0,0-1 0,1 1 0,-1-1 0,0 1 0,1-1 0,-1 1 0,0-1 0,0 1 0,0-1 0,1 1 0,-1 0 0,0 1 0,0 0 0,-1-1 0,1 1 0,0-1 0,-1 1 0,1 0 0,-1-1 0,0 1 0,1-1 0,-1 1 0,-2 1 0,-27 34 0,-32 16 0,99-68 0,-13 2 0,-2 0 0,1-2 0,-2 0 0,22-20 0,-37 29 0,-1 0 0,1-1 0,-1 1 0,0-1 0,0 0 0,-1-1 0,5-10 0,-7 13 0,0 0 0,-1 0 0,0 1 0,0-1 0,0 0 0,0 0 0,-1 0 0,0 0 0,0 0 0,-1 0 0,1 0 0,-1 0 0,-2-9 0,2 12 0,0-1 0,1 0 0,-2 0 0,1 1 0,0-1 0,0 1 0,-1-1 0,1 1 0,-1 0 0,0-1 0,0 1 0,0 0 0,0 0 0,0 0 0,0 0 0,0 1 0,-1-1 0,1 0 0,-1 1 0,1 0 0,-1 0 0,1 0 0,-1 0 0,0 0 0,0 0 0,1 0 0,-1 1 0,0 0 0,0-1 0,0 1 0,0 0 0,1 1 0,-1-1 0,0 0 0,-5 2 0,0 0 0,0 0 0,1 1 0,0 0 0,-1 0 0,1 1 0,0 0 0,1 0 0,-1 0 0,1 1 0,0 0 0,-11 11 0,8-5 0,1 1 0,0-1 0,1 1 0,0 1 0,0-1 0,2 1 0,0 0 0,0 1 0,1-1 0,1 1 0,-3 14 0,5-21 0,1-1 0,-1 1 0,1-1 0,0 0 0,0 1 0,1-1 0,0 1 0,0-1 0,1 0 0,-1 0 0,1 1 0,1-1 0,-1-1 0,1 1 0,0 0 0,0 0 0,1-1 0,0 0 0,0 0 0,0 0 0,0 0 0,1-1 0,0 1 0,0-1 0,0-1 0,8 6 0,-4-5 0,0 0 0,0 0 0,1-1 0,-1 0 0,1-1 0,0 0 0,0-1 0,0 0 0,0 0 0,0-1 0,0 0 0,0-1 0,0 0 0,0-1 0,-1 1 0,19-8 0,-8 2 0,-1 0 0,1-2 0,-1-1 0,-1 0 0,0-1 0,-1-1 0,17-14 0,-11 4 0,0-1 0,-1 0 0,-1-2 0,-2 0 0,0-1 0,23-47 0,-17 24 0,-3-1 0,-2-1 0,14-55 0,-31 94 0,7-31 0,-9 41 0,-1 0 0,1-1 0,-1 1 0,0 0 0,0 0 0,0-1 0,0 1 0,-1 0 0,1-1 0,-1 1 0,1 0 0,-1 0 0,0 0 0,-1-4 0,1 5 0,1 1 0,-1-1 0,1 1 0,-1 0 0,0-1 0,1 1 0,-1 0 0,1 0 0,-1-1 0,0 1 0,1 0 0,-1 0 0,1 0 0,-1 0 0,0 0 0,1 0 0,-1 0 0,0 0 0,1 0 0,-1 0 0,0 0 0,1 0 0,-1 0 0,1 0 0,-1 1 0,0-1 0,1 0 0,-1 0 0,1 1 0,-1-1 0,1 1 0,-1-1 0,1 0 0,-1 1 0,1-1 0,-1 1 0,1-1 0,-1 1 0,1-1 0,0 1 0,-1 0 0,-18 25 0,4 2-76,1 0 1,2 1-1,0 1 0,2 0 0,2 0 0,0 1 0,2 0 0,2 1 1,1-1-1,1 1 0,1 0 0,2-1 0,1 1 0,2-1 1,1 1-1,2-1 0,19 58 0,-15-63-6750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3.383"/>
    </inkml:context>
    <inkml:brush xml:id="br0">
      <inkml:brushProperty name="width" value="0.05" units="cm"/>
      <inkml:brushProperty name="height" value="0.05" units="cm"/>
      <inkml:brushProperty name="color" value="#FFFFFF"/>
    </inkml:brush>
  </inkml:definitions>
  <inkml:trace contextRef="#ctx0" brushRef="#br0">1 9 24575,'0'-3'0,"3"-2"0,4 4 0,4 2 0,3 4 0,6 1 0,5-1 0,8 3 0,5-1 0,1-1 0,-5-2-8191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4.003"/>
    </inkml:context>
    <inkml:brush xml:id="br0">
      <inkml:brushProperty name="width" value="0.05" units="cm"/>
      <inkml:brushProperty name="height" value="0.05" units="cm"/>
      <inkml:brushProperty name="color" value="#FFFFFF"/>
    </inkml:brush>
  </inkml:definitions>
  <inkml:trace contextRef="#ctx0" brushRef="#br0">291 93 24575,'-43'8'0,"0"-3"0,0-1 0,-52-3 0,39-1 0,45 1 0,31-2 0,2480-60-6776,3 48-1937,-1978 12 8269,1713-14-161,-756-5 5433,-1450 20-2496,-53 3-612,-95 4 1654,53-3-3889,-53 4-2877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4.845"/>
    </inkml:context>
    <inkml:brush xml:id="br0">
      <inkml:brushProperty name="width" value="0.05" units="cm"/>
      <inkml:brushProperty name="height" value="0.05" units="cm"/>
      <inkml:brushProperty name="color" value="#FFFFFF"/>
    </inkml:brush>
  </inkml:definitions>
  <inkml:trace contextRef="#ctx0" brushRef="#br0">21 183 24575,'0'-2'0,"0"-1"0,-1 0 0,1 0 0,-1 0 0,0 0 0,0 0 0,0 1 0,-1-1 0,-2-4 0,3 6 0,0 0 0,0 0 0,0-1 0,0 1 0,1 0 0,-1-1 0,0 1 0,1-1 0,-1 1 0,1-1 0,-1 1 0,1-1 0,0 1 0,0-1 0,-1 1 0,1-1 0,0 1 0,0-1 0,1 1 0,-1-1 0,0 1 0,0-1 0,1 1 0,-1-1 0,1 1 0,-1-1 0,1 1 0,0 0 0,-1-1 0,1 1 0,0 0 0,0-1 0,2-1 0,2-1 0,0 0 0,0 1 0,0-1 0,0 1 0,1 0 0,-1 0 0,1 1 0,0 0 0,12-4 0,8 1 0,27-3 0,-29 4 0,530-45 0,-510 50 0,-44-1 0,0 0 0,0 0 0,0 0 0,-1 0 0,1 0 0,0 1 0,0-1 0,0 0 0,0 0 0,0 0 0,0 0 0,0 0 0,0 0 0,0 0 0,0 0 0,0 0 0,0 0 0,0 0 0,0 1 0,0-1 0,0 0 0,0 0 0,-1 0 0,1 0 0,0 0 0,0 0 0,0 0 0,0 0 0,0 1 0,0-1 0,1 0 0,-1 0 0,0 0 0,0 0 0,0 0 0,0 0 0,0 0 0,0 0 0,0 0 0,0 1 0,0-1 0,0 0 0,0 0 0,0 0 0,0 0 0,0 0 0,0 0 0,0 0 0,0 0 0,1 0 0,-1 0 0,0 0 0,0 0 0,0 0 0,0 0 0,0 0 0,0 0 0,0 0 0,0 1 0,0-1 0,1 0 0,-1 0 0,-24 7 0,-181 37 0,-62 15 0,254-55 0,1 0 0,-1 0 0,1 1 0,0 1 0,-21 13 0,30-17 0,0 0 0,0 1 0,0-1 0,0 1 0,1-1 0,-1 1 0,1 0 0,0 0 0,-1 1 0,2-1 0,-1 0 0,0 1 0,1-1 0,-1 1 0,1-1 0,0 1 0,0 0 0,1-1 0,-1 1 0,1 0 0,0 0 0,0-1 0,0 1 0,0 0 0,1 4 0,5 15 0,1-1 0,1 0 0,0-1 0,23 40 0,-6-13 0,88 218-1365,-100-229-5461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5.152"/>
    </inkml:context>
    <inkml:brush xml:id="br0">
      <inkml:brushProperty name="width" value="0.05" units="cm"/>
      <inkml:brushProperty name="height" value="0.05" units="cm"/>
      <inkml:brushProperty name="color" value="#FFFFFF"/>
    </inkml:brush>
  </inkml:definitions>
  <inkml:trace contextRef="#ctx0" brushRef="#br0">1 146 24575,'6'-19'0,"0"1"0,1 0 0,2 1 0,15-27 0,-23 43 0,0-1 0,0 1 0,0 0 0,0 0 0,0 0 0,0 0 0,0 0 0,0 0 0,0 0 0,0 0 0,1 0 0,-1 0 0,0 1 0,3-2 0,-4 2 0,1 0 0,-1 0 0,1 0 0,0 0 0,-1 0 0,1 0 0,0 0 0,-1 0 0,1 1 0,0-1 0,-1 0 0,1 0 0,-1 0 0,1 1 0,0-1 0,-1 0 0,1 1 0,-1-1 0,1 1 0,-1-1 0,1 0 0,0 2 0,1 1 0,0 0 0,0 1 0,0-1 0,0 1 0,-1-1 0,1 1 0,-1 0 0,0-1 0,1 7 0,13 88 0,13 57 0,-23-137 0,0 0 0,1-1 0,1 0 0,1 0 0,0 0 0,15 20 0,-20-33 0,0 0 0,0 0 0,0 0 0,0-1 0,1 1 0,-1-1 0,1 0 0,0 0 0,0 0 0,0 0 0,0-1 0,1 0 0,-1 0 0,1 0 0,-1 0 0,1-1 0,0 1 0,5 0 0,-4-2 0,-1 0 0,0-1 0,0 1 0,0-1 0,1 0 0,-1-1 0,0 1 0,0-1 0,-1 0 0,1 0 0,0 0 0,-1-1 0,1 1 0,-1-1 0,0-1 0,1 1 0,2-4 0,9-8 0,-2-1 0,0-1 0,0 0 0,-2 0 0,19-36 0,41-103 0,-64 136 0,2-2 0,39-102 0,-46 110 342,-9 20-2049,-5 11-5119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6.738"/>
    </inkml:context>
    <inkml:brush xml:id="br0">
      <inkml:brushProperty name="width" value="0.05" units="cm"/>
      <inkml:brushProperty name="height" value="0.05" units="cm"/>
      <inkml:brushProperty name="color" value="#FFFFFF"/>
    </inkml:brush>
  </inkml:definitions>
  <inkml:trace contextRef="#ctx0" brushRef="#br0">252 127 24575,'-1'-5'0,"1"1"0,-1-1 0,0 1 0,-1 0 0,1 0 0,-1-1 0,0 1 0,0 0 0,0 0 0,-5-5 0,5 5 0,0 1 0,-1-1 0,1 0 0,0 1 0,1-1 0,-1 0 0,1 0 0,-1 0 0,1-1 0,-1-7 0,2 11 0,0 0 0,0 0 0,0 1 0,1-1 0,-1 0 0,0 0 0,0 0 0,0 0 0,1 0 0,-1 0 0,0 1 0,1-1 0,-1 0 0,1 0 0,-1 0 0,1 1 0,-1-1 0,1 0 0,0 1 0,-1-1 0,1 0 0,0 1 0,-1-1 0,1 1 0,1-1 0,1 0 0,-1 0 0,0 1 0,0-1 0,0 1 0,1 0 0,-1-1 0,0 1 0,1 0 0,-1 1 0,3-1 0,5 2 0,1 0 0,-1 1 0,13 5 0,-9-2 0,-1 0 0,1 1 0,-1 0 0,-1 1 0,12 9 0,-19-13 0,-1-1 0,1 1 0,-1 0 0,0 0 0,-1 0 0,1 1 0,-1-1 0,0 1 0,0 0 0,0 0 0,-1 0 0,1 0 0,-1 0 0,-1 1 0,1-1 0,1 8 0,-3-9 0,-1-1 0,1 1 0,0-1 0,-1 0 0,1 1 0,-1-1 0,0 0 0,0 0 0,-1 0 0,1 0 0,-1 1 0,1-2 0,-1 1 0,0 0 0,0 0 0,0-1 0,0 1 0,-1-1 0,1 1 0,-1-1 0,0 0 0,1 0 0,-1 0 0,0-1 0,-4 3 0,-5 2 0,-1 0 0,0-1 0,-1 0 0,-22 4 0,3-2 0,-62 5 0,79-11 0,0-1 0,0-1 0,-1 0 0,1-1 0,-29-7 0,42 8 0,-1 0 0,1 0 0,0-1 0,0 1 0,-1-1 0,1 0 0,1 1 0,-1-1 0,0-1 0,0 1 0,1 0 0,-1-1 0,1 1 0,0-1 0,-1 0 0,1 1 0,1-1 0,-1 0 0,0 0 0,-2-7 0,3 6 0,1 1 0,-1-1 0,1 1 0,0-1 0,0 0 0,0 1 0,0-1 0,1 0 0,-1 1 0,1-1 0,0 1 0,0-1 0,0 1 0,1-1 0,-1 1 0,1 0 0,0-1 0,0 1 0,4-5 0,1-1 0,2 0 0,-1 1 0,1 0 0,0 0 0,1 1 0,0 1 0,0-1 0,0 1 0,15-6 0,-17 9 0,-1 0 0,1 0 0,0 1 0,0 0 0,0 0 0,0 0 0,0 1 0,0 1 0,1-1 0,-1 1 0,0 1 0,0 0 0,1 0 0,10 3 0,-14-2-97,-1 0-1,1 0 1,-1 1-1,1 0 1,-1-1-1,0 2 1,0-1-1,0 0 1,-1 1-1,1 0 1,-1-1-1,0 1 0,5 8 1,10 22-6729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7.406"/>
    </inkml:context>
    <inkml:brush xml:id="br0">
      <inkml:brushProperty name="width" value="0.05" units="cm"/>
      <inkml:brushProperty name="height" value="0.05" units="cm"/>
      <inkml:brushProperty name="color" value="#FFFFFF"/>
    </inkml:brush>
  </inkml:definitions>
  <inkml:trace contextRef="#ctx0" brushRef="#br0">660 244 24575,'0'-4'0,"0"0"0,-1 1 0,1-1 0,0 1 0,-1-1 0,0 0 0,0 1 0,0-1 0,0 1 0,-3-5 0,3 6 0,-1 0 0,1 0 0,-1 0 0,1 1 0,-1-1 0,0 1 0,0-1 0,1 1 0,-1 0 0,0 0 0,0 0 0,0 0 0,-1 0 0,1 0 0,0 0 0,0 1 0,0-1 0,-3 1 0,-3-1 0,1 0 0,-1 1 0,1 0 0,0 1 0,-1 0 0,1 0 0,0 1 0,-1-1 0,1 1 0,-12 6 0,-3 2 0,-42 27 0,27-12 0,1 1 0,1 3 0,1 1 0,2 1 0,-50 62 0,58-62 0,2 2 0,1 0 0,1 1 0,2 0 0,2 2 0,-23 71 0,34-90 0,1 0 0,1 0 0,1 0 0,0 1 0,1-1 0,1 1 0,1-1 0,0 0 0,2 1 0,0-1 0,6 21 0,-5-26 0,1 0 0,0 0 0,1 0 0,1 0 0,-1-1 0,2 0 0,0-1 0,0 1 0,1-1 0,0-1 0,0 0 0,1 0 0,0-1 0,1 0 0,16 9 0,-8-8 2,-1 0 0,1-1 0,0-1 0,1-1 0,-1 0 0,40 5 0,-31-9 1,1 0-1,-1-2 1,1-1 0,41-7 0,-24 0-23,-1-3 1,-1-2-1,0-2 1,-1-2-1,0-1 1,39-25-1,-44 21-45,-1-2-1,-1-2 0,-2-1 1,0-1-1,-2-2 1,-1-1-1,-2-2 0,28-39 1,-41 48 77,-1 0 1,-1-1 0,-1-1-1,-1 0 1,13-46 0,-20 51-17,0 0 1,-1 0-1,-2-1 1,0 1 0,-1-1-1,-1 0 1,-1 1 0,-5-26-1,2 28 3,-1 0 0,0 1 0,-2-1 0,0 1 0,-1 1 0,0-1-1,-2 1 1,0 1 0,-1 0 0,-1 0 0,0 1 0,-1 1 0,-1 0 0,0 0 0,0 2 0,-2 0-1,1 0 1,-29-14 0,18 12 0,-1 1-1,-1 2 0,0 0 0,0 2 1,-1 1-1,0 1 0,0 2 0,-1 1 1,0 1-1,0 2 0,-44 2 0,-40 17-1247,15 7-4997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7.965"/>
    </inkml:context>
    <inkml:brush xml:id="br0">
      <inkml:brushProperty name="width" value="0.05" units="cm"/>
      <inkml:brushProperty name="height" value="0.05" units="cm"/>
      <inkml:brushProperty name="color" value="#FFFFFF"/>
    </inkml:brush>
  </inkml:definitions>
  <inkml:trace contextRef="#ctx0" brushRef="#br0">12 275 24575,'-11'0'0,"29"0"0,1952-24-5864,-1809 20 4847,1265-40-1112,-6-29-107,-1343 68 2137,547-57 2011,-610 60-1539,-2 0 126,0 0 0,-1 0 0,1-1 0,-1 0 0,20-9 1,-31 12-455,1 0 1,-1 0-1,0 0 1,1 0-1,-1-1 1,0 1-1,0 0 1,1 0-1,-1 0 1,0 0-1,0 0 1,1 0-1,-1 0 1,0-1-1,0 1 1,1 0-1,-1 0 1,0 0-1,0-1 1,0 1 0,0 0-1,1 0 1,-1 0-1,0-1 1,0 1-1,0 0 1,0 0-1,0-1 1,0 1-1,0 0 1,1 0-1,-1-1 1,0 1-1,0 0 1,0-1-1,0 1 1,0 0-1,0 0 1,0-1-1,0 1 1,-1 0-1,1-1 1,0 1-1,0 0 1,0 0 0,0-1-1,0 1 1,0 0-1,0 0 1,-1 0-1,1-1 1,0 1-1,0 0 1,0 0-1,-1-1 1,-14-5 613,-12 0-221,0 1 0,0 2 1,-1 0-1,-28 3 0,33-1-1137,-28 0-6127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8.214"/>
    </inkml:context>
    <inkml:brush xml:id="br0">
      <inkml:brushProperty name="width" value="0.05" units="cm"/>
      <inkml:brushProperty name="height" value="0.05" units="cm"/>
      <inkml:brushProperty name="color" value="#FFFFFF"/>
    </inkml:brush>
  </inkml:definitions>
  <inkml:trace contextRef="#ctx0" brushRef="#br0">1 45 24575,'0'-3'0,"0"0"0,0 1 0,0-1 0,0 0 0,1 0 0,-1 0 0,1 1 0,0-1 0,0 0 0,2-4 0,-2 6 0,0 0 0,-1 0 0,1 1 0,0-1 0,0 0 0,0 0 0,0 1 0,0-1 0,0 1 0,0-1 0,0 1 0,1-1 0,-1 1 0,0 0 0,0 0 0,0-1 0,0 1 0,0 0 0,1 0 0,-1 0 0,0 0 0,0 0 0,0 0 0,0 1 0,1-1 0,-1 0 0,0 1 0,2 0 0,18 7 0,0 0 0,0 2 0,-1 0 0,0 2 0,-1 0 0,0 1 0,-1 1 0,0 1 0,-2 0 0,1 1 0,18 25 0,-29-34 0,0 1 0,-1-1 0,0 1 0,-1 0 0,0 0 0,0 0 0,0 0 0,-1 1 0,0 0 0,-1-1 0,0 1 0,-1 0 0,0 0 0,0 0 0,0 0 0,-1 1 0,-1-1 0,0 0 0,0 0 0,0 0 0,-1 0 0,-1-1 0,0 1 0,0 0 0,0-1 0,-1 0 0,-8 13 0,1-6-195,-1 0 0,0-1 0,0 0 0,-2-1 0,0-1 0,-15 11 0,-34 21-6631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29.035"/>
    </inkml:context>
    <inkml:brush xml:id="br0">
      <inkml:brushProperty name="width" value="0.05" units="cm"/>
      <inkml:brushProperty name="height" value="0.05" units="cm"/>
      <inkml:brushProperty name="color" value="#FFFFFF"/>
    </inkml:brush>
  </inkml:definitions>
  <inkml:trace contextRef="#ctx0" brushRef="#br0">131 57 24575,'0'-11'0,"0"8"0,1 0 0,-1 0 0,0 1 0,0-1 0,0 0 0,0 0 0,-1 0 0,1 0 0,-1 0 0,0 1 0,0-1 0,0 0 0,0 1 0,-2-4 0,3 6 0,0 0 0,-1 0 0,1 0 0,0 0 0,-1 0 0,1 0 0,0 0 0,-1 0 0,1 1 0,0-1 0,-1 0 0,1 0 0,0 0 0,0 0 0,-1 1 0,1-1 0,0 0 0,0 0 0,0 1 0,-1-1 0,1 0 0,0 1 0,0-1 0,0 0 0,0 0 0,-1 1 0,1-1 0,0 0 0,0 1 0,0-1 0,0 0 0,0 1 0,0-1 0,0 0 0,0 1 0,0-1 0,0 0 0,0 1 0,0-1 0,0 1 0,-2 18 0,-2 283 0,5-176 0,-96 2309-3209,91-2392 3352,-4 37 1332,5 123 0,3-199-1470,1 0 1,-1-1 0,1 1 0,0-1 0,0 1 0,1-1-1,-1 1 1,1-1 0,-1 1 0,1-1 0,0 0 0,1 0-1,-1 0 1,0 0 0,1 0 0,-1-1 0,1 1 0,0-1-1,0 0 1,0 0 0,0 0 0,1 0 0,-1 0 0,5 1-1,6 3-10,1-2-1,-1 0 0,1 0 0,25 1 0,94 6-49,138-8 0,-210-4-134,1061-35-5497,-703 18 3284,57 0 1106,56-1-1228,52 0 1554,4319 53-2236,-2008 131 3216,-2197-120 55,-272-19 235,-62-7-34,-62-6 498,-66-8-192,-143-5 740,97-13 0,-124 1 2279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0.219"/>
    </inkml:context>
    <inkml:brush xml:id="br0">
      <inkml:brushProperty name="width" value="0.05" units="cm"/>
      <inkml:brushProperty name="height" value="0.05" units="cm"/>
      <inkml:brushProperty name="color" value="#FFFFFF"/>
    </inkml:brush>
  </inkml:definitions>
  <inkml:trace contextRef="#ctx0" brushRef="#br0">0 157 24575,'0'-1'0,"0"1"0,0-1 0,1 1 0,-1-1 0,0 1 0,0-1 0,0 1 0,1-1 0,-1 1 0,0 0 0,0-1 0,1 1 0,-1-1 0,0 1 0,1 0 0,-1-1 0,1 1 0,-1 0 0,0-1 0,1 1 0,-1 0 0,1 0 0,-1-1 0,1 1 0,-1 0 0,1 0 0,0 0 0,17-4 0,-12 3 0,120-15-12,170 1-1,-183 12-213,2292-64-10300,-795 37 7012,1659 19 2292,-2 109 352,-2611-62 870,-52 0 0,-59-1 42,-65-4 126,-66-5 19,-69-5 397,-66-5-142,-181-10 123,231 10 1603,-114-12 3407,-198-5-4008,-25 1 594,-27 1 111,24 0-2243,0 0 1,0 1 0,0 1-1,0 0 1,1 0 0,-1 1-1,1 0 1,0 1 0,0 0-1,1 0 1,-1 1 0,1 1-1,1 0 1,-1 0 0,1 0-1,0 1 1,1 0 0,0 1-1,0 0 1,0 0 0,-4 10-1,0 2-29,0 1 0,2 0 0,1 0 0,-11 46 0,-8 100 0,14-75 0,-184 1093-434,36-235 122,45-374 383,107-534-25,0 7 242,5-29-175,0 1 1,-8 22 0,11-43-114,1 0 0,-1 0 0,1 0 0,-1 0 0,1 0 0,-1 0 0,1 0 0,-1 0 0,0 0 0,0 0 0,1-1 0,-1 1 0,0 0 0,0 0 0,0-1 0,0 1 0,0-1 0,0 1 0,0-1 0,0 1 0,0-1 0,0 1 0,0-1 0,0 0 0,0 0 0,-1 0 0,0 1 0,-3-2 0,-1 1 0,1-1 0,0 0 0,0 0 0,-5-2 0,-6-1 0,-153-21-553,-170-3-1,196 19 126,-105-9-415,-390-33-2361,314 25 595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1.229"/>
    </inkml:context>
    <inkml:brush xml:id="br0">
      <inkml:brushProperty name="width" value="0.05" units="cm"/>
      <inkml:brushProperty name="height" value="0.05" units="cm"/>
      <inkml:brushProperty name="color" value="#FFFFFF"/>
    </inkml:brush>
  </inkml:definitions>
  <inkml:trace contextRef="#ctx0" brushRef="#br0">70 879 24575,'1'-6'0,"0"-1"0,0 1 0,1-1 0,0 1 0,1 0 0,-1 0 0,1 0 0,0 0 0,7-9 0,-10 15 0,1 0 0,-1 0 0,0 0 0,0 0 0,0 0 0,1 0 0,-1 0 0,0 0 0,0 0 0,0 0 0,1 0 0,-1 0 0,0 0 0,0 0 0,0 0 0,1 0 0,-1 0 0,0 0 0,0 0 0,0 0 0,1 0 0,-1 1 0,0-1 0,0 0 0,0 0 0,0 0 0,1 0 0,-1 0 0,0 1 0,0-1 0,0 0 0,0 0 0,0 0 0,0 0 0,1 1 0,-1-1 0,0 0 0,0 0 0,0 0 0,0 1 0,0-1 0,0 0 0,0 0 0,0 1 0,0-1 0,0 0 0,0 0 0,0 0 0,0 1 0,0-1 0,0 0 0,0 0 0,0 0 0,0 1 0,-1-1 0,3 16 0,-20 196 0,16-176 0,0-14 0,2 0 0,3 41 0,-3-63 0,0 0 0,0 0 0,1-1 0,-1 1 0,0 0 0,0 0 0,0 0 0,0 0 0,0 0 0,0 0 0,0 0 0,1 0 0,-1 0 0,0-1 0,0 1 0,0 0 0,0 0 0,0 0 0,1 0 0,-1 0 0,0 0 0,0 0 0,0 0 0,0 0 0,0 0 0,1 0 0,-1 0 0,0 0 0,0 0 0,0 0 0,0 0 0,0 0 0,0 1 0,1-1 0,-1 0 0,0 0 0,0 0 0,0 0 0,0 0 0,0 0 0,0 0 0,1 0 0,-1 0 0,0 1 0,0-1 0,0 0 0,0 0 0,0 0 0,0 0 0,0 0 0,0 0 0,0 1 0,5-15 0,2-27 0,-2 0 0,-2 0 0,-3-63 0,-23-123 0,18 187 0,-23-195 0,25 184 0,2 1 0,9-84 0,-6 117 0,1 1 0,0 0 0,2 0 0,0 0 0,0 0 0,10-18 0,-12 29 0,0 0 0,0 0 0,1 0 0,-1 0 0,1 0 0,0 1 0,0 0 0,1-1 0,-1 2 0,1-1 0,0 0 0,0 1 0,0 0 0,0 0 0,1 1 0,-1-1 0,1 1 0,-1 0 0,1 1 0,8-2 0,-2 2 0,0 1 0,0 0 0,0 1 0,0 0 0,0 1 0,-1 1 0,1 0 0,-1 0 0,1 1 0,-1 0 0,0 1 0,12 8 0,-10-6 0,-1 1 0,0 0 0,-1 1 0,1 0 0,-2 0 0,1 2 0,-2-1 0,1 1 0,13 22 0,-19-27 0,-1 1 0,0-1 0,0 1 0,0-1 0,-1 1 0,0 0 0,-1 0 0,1 0 0,-1 0 0,-1 0 0,1 0 0,-1 0 0,-1 9 0,-1-7 0,0 0 0,0 0 0,-1 0 0,0-1 0,0 0 0,-1 1 0,0-1 0,-1 0 0,-6 9 0,-3 1 0,-1-2 0,-1 0 0,0 0 0,-1-2 0,0 0 0,-1-1 0,-33 19 0,-6-3-455,0-2 0,-92 29 0,103-42-6371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1.602"/>
    </inkml:context>
    <inkml:brush xml:id="br0">
      <inkml:brushProperty name="width" value="0.05" units="cm"/>
      <inkml:brushProperty name="height" value="0.05" units="cm"/>
      <inkml:brushProperty name="color" value="#FFFFFF"/>
    </inkml:brush>
  </inkml:definitions>
  <inkml:trace contextRef="#ctx0" brushRef="#br0">107 1 24575,'0'0'0,"0"0"0,0 0 0,0 0 0,0 0 0,0 0 0,0 0 0,0 0 0,1 0 0,-1 0 0,0 0 0,0 0 0,0 0 0,0 0 0,0 0 0,0 0 0,0 0 0,0 0 0,0 1 0,0-1 0,0 0 0,1 0 0,-1 0 0,0 0 0,0 0 0,0 0 0,0 0 0,0 0 0,0 0 0,0 0 0,0 0 0,0 0 0,0 0 0,0 0 0,0 0 0,0 1 0,0-1 0,0 0 0,0 0 0,0 0 0,0 0 0,0 0 0,0 0 0,0 0 0,0 0 0,0 0 0,0 0 0,0 1 0,0-1 0,0 0 0,0 0 0,0 0 0,0 0 0,0 0 0,0 0 0,0 0 0,0 0 0,0 0 0,-5 7 0,-11 8 0,15-14 0,-8 7 0,1 1 0,0 1 0,1 0 0,0 0 0,0 0 0,1 1 0,0 0 0,1 0 0,1 0 0,-1 1 0,2-1 0,0 1 0,0 0 0,-2 20 0,5-22 0,-1 0 0,1 0 0,1 0 0,0 0 0,0-1 0,1 1 0,0 0 0,4 12 0,-3-16 0,0 0 0,0 0 0,0 0 0,1 0 0,-1 0 0,1-1 0,1 1 0,-1-1 0,1 0 0,0-1 0,0 1 0,10 6 0,-12-9 0,0 0 0,1 0 0,-1-1 0,1 1 0,-1-1 0,1 0 0,-1 0 0,1 0 0,0 0 0,0 0 0,-1-1 0,1 0 0,0 0 0,0 0 0,0 0 0,6-2 0,-4 1 0,-1-1 0,1 0 0,-1-1 0,1 1 0,-1-1 0,0 0 0,0 0 0,0-1 0,8-7 0,-4 2 0,-1 0 0,0 0 0,0-1 0,-1 0 0,0 0 0,-1-1 0,0 1 0,-1-2 0,7-20 0,-9 21 0,-1 0 0,0 0 0,0 1 0,-2-1 0,1 0 0,-1 0 0,-1 0 0,0 0 0,0 0 0,-1 0 0,-6-18 0,6 24 0,0-1 0,-1 1 0,1 0 0,-1-1 0,0 1 0,-1 1 0,1-1 0,-1 0 0,0 1 0,0 0 0,0 0 0,-1 0 0,1 0 0,-1 0 0,0 1 0,0 0 0,0 0 0,0 1 0,-1-1 0,1 1 0,-1 0 0,0 1 0,-7-2 0,9 3 31,1 0 0,0 0 0,-1 0 0,1 0 0,0 1 0,-1-1 0,1 1 0,0 0 1,0 0-1,-6 3 0,9-4-66,-1 0 1,0 0 0,0 1 0,1-1 0,-1 0 0,0 1 0,1-1 0,-1 1-1,1-1 1,-1 1 0,0-1 0,1 1 0,-1-1 0,1 1 0,-1 0-1,1-1 1,0 1 0,-1 0 0,1-1 0,0 1 0,-1 0 0,1 0 0,0-1-1,0 1 1,0 0 0,-1 0 0,1-1 0,0 1 0,0 0 0,0 0-1,0-1 1,0 1 0,1 0 0,-1 0 0,0 0 0,0-1 0,0 1 0,1 0-1,-1-1 1,0 1 0,1 0 0,-1-1 0,1 1 0,-1 0 0,0-1 0,1 1-1,0-1 1,-1 1 0,2 0 0,8 8-6792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1.926"/>
    </inkml:context>
    <inkml:brush xml:id="br0">
      <inkml:brushProperty name="width" value="0.05" units="cm"/>
      <inkml:brushProperty name="height" value="0.05" units="cm"/>
      <inkml:brushProperty name="color" value="#FFFFFF"/>
    </inkml:brush>
  </inkml:definitions>
  <inkml:trace contextRef="#ctx0" brushRef="#br0">198 146 24575,'3'-1'0,"12"-7"0,0 0 0,22-17 0,-34 23 0,0 0 0,-1 0 0,1 0 0,-1-1 0,1 1 0,-1-1 0,0 0 0,0 0 0,0 1 0,0-1 0,0 0 0,-1-1 0,1 1 0,-1 0 0,0 0 0,0-1 0,0 1 0,-1 0 0,1-7 0,-1 8 0,0 0 0,-1 0 0,0 0 0,1 0 0,-1 0 0,0 0 0,0 1 0,0-1 0,0 0 0,-1 1 0,1-1 0,0 1 0,-1-1 0,1 1 0,-1 0 0,1 0 0,-1-1 0,0 1 0,1 0 0,-1 0 0,0 0 0,0 1 0,0-1 0,0 0 0,1 1 0,-1-1 0,0 1 0,0 0 0,-3 0 0,-5-2 0,0 1 0,-1 0 0,1 1 0,-13 1 0,7 1 0,0 0 0,0 1 0,0 1 0,-27 11 0,36-13 0,1 0 0,1 1 0,-1 0 0,0 0 0,1 1 0,0 0 0,0 0 0,0 0 0,0 0 0,0 1 0,1-1 0,0 1 0,0 1 0,0-1 0,-2 6 0,4-8 0,1 0 0,0 0 0,1 0 0,-1 0 0,1 1 0,-1-1 0,1 0 0,0 0 0,0 0 0,0 1 0,1-1 0,-1 0 0,1 0 0,0 0 0,-1 0 0,1 0 0,1 0 0,-1 0 0,0 0 0,1 0 0,0 0 0,-1-1 0,1 1 0,0-1 0,4 5 0,3 2 0,0-1 0,1 1 0,0-1 0,1-1 0,11 7 0,21 8 0,1-2 0,78 25 0,7 3 0,-128-48 0,9 5 0,-1-1 0,1 1 0,8 7 0,-16-11 0,-1 0 0,1 0 0,-1 1 0,1-1 0,-1 0 0,0 1 0,0-1 0,1 1 0,-1 0 0,1 2 0,-2-3 0,1 0 0,-1 0 0,0-1 0,0 1 0,0 0 0,0 0 0,0 0 0,0-1 0,0 1 0,0 0 0,0 0 0,0-1 0,-1 1 0,1 0 0,0 0 0,0-1 0,-1 1 0,1 0 0,0-1 0,-1 1 0,1 0 0,-1-1 0,1 1 0,-1-1 0,1 1 0,-1 0 0,0 0 0,-5 3 0,1 0 0,-1-1 0,0 1 0,0-1 0,0 0 0,-1-1 0,1 0 0,-10 3 0,-60 9 0,61-12 0,-20 4 0,-49 0 0,73-6 0,0 0 0,0-1 0,-1 0 0,1-1 0,0 0 0,0-1 0,0 0 0,-15-7 0,5-5-1365,7-2-5461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2.878"/>
    </inkml:context>
    <inkml:brush xml:id="br0">
      <inkml:brushProperty name="width" value="0.05" units="cm"/>
      <inkml:brushProperty name="height" value="0.05" units="cm"/>
      <inkml:brushProperty name="color" value="#FFFFFF"/>
    </inkml:brush>
  </inkml:definitions>
  <inkml:trace contextRef="#ctx0" brushRef="#br0">56 22 24575,'-2'-2'0,"-1"-1"0,1 1 0,0 0 0,-1 0 0,1 1 0,-1-1 0,1 1 0,-1-1 0,0 1 0,-5-2 0,7 3 0,1 0 0,-1 0 0,1 0 0,-1 0 0,0 0 0,1 0 0,-1 0 0,0 0 0,1 0 0,-1 0 0,0 0 0,1 1 0,-1-1 0,1 0 0,-1 0 0,0 1 0,1-1 0,-1 0 0,1 1 0,-2 0 0,1 0 0,1 0 0,-1 1 0,0-1 0,0 0 0,1 1 0,-1-1 0,0 0 0,1 1 0,0-1 0,-1 1 0,1-1 0,0 3 0,-1 9 0,0 1 0,2-1 0,0 0 0,0 0 0,1 0 0,1 0 0,8 25 0,-3-15 0,2 0 0,0 0 0,18 28 0,-21-41 38,0 0 0,1 0 0,0-1 0,0 1 0,1-2 0,0 1 0,0-1 0,15 9 0,-17-13-170,1 0 1,0 0 0,0 0-1,0-1 1,0 0 0,1-1 0,-1 0-1,1 0 1,0 0 0,-1-2 0,1 1-1,12-1 1,19-4-6695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3.031"/>
    </inkml:context>
    <inkml:brush xml:id="br0">
      <inkml:brushProperty name="width" value="0.05" units="cm"/>
      <inkml:brushProperty name="height" value="0.05" units="cm"/>
      <inkml:brushProperty name="color" value="#FFFFFF"/>
    </inkml:brush>
  </inkml:definitions>
  <inkml:trace contextRef="#ctx0" brushRef="#br0">259 157 24575,'-9'-10'0,"-10"-11"0,-10-10 0,-7-1 0,-3 3 0,1 8 0,5 10 0,7 10 0,9 12 0,7 9 0,8 9 0,11 4 0,3-2-8191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3.201"/>
    </inkml:context>
    <inkml:brush xml:id="br0">
      <inkml:brushProperty name="width" value="0.05" units="cm"/>
      <inkml:brushProperty name="height" value="0.05" units="cm"/>
      <inkml:brushProperty name="color" value="#FFFFFF"/>
    </inkml:brush>
  </inkml:definitions>
  <inkml:trace contextRef="#ctx0" brushRef="#br0">0 0 24575,'3'0'0,"4"3"0,4 4 0,4 4 0,1 7 0,2 6 0,1 8 0,0 8 0,-3 7 0,-1 5 0,-3 2 0,-1 2 0,-2 0 0,-2-9-8191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4.230"/>
    </inkml:context>
    <inkml:brush xml:id="br0">
      <inkml:brushProperty name="width" value="0.05" units="cm"/>
      <inkml:brushProperty name="height" value="0.05" units="cm"/>
      <inkml:brushProperty name="color" value="#FFFFFF"/>
    </inkml:brush>
  </inkml:definitions>
  <inkml:trace contextRef="#ctx0" brushRef="#br0">47 263 24575,'-6'-8'0,"-1"0"0,1-1 0,1 0 0,0 0 0,0 0 0,-5-15 0,9 23 0,1 0 0,0 0 0,-1 0 0,1 0 0,0 1 0,0-1 0,0 0 0,0 0 0,0 0 0,0 0 0,0 0 0,0 0 0,0 0 0,0 0 0,0 0 0,1 0 0,-1 0 0,0 0 0,1 0 0,-1 0 0,1 0 0,-1 0 0,1 1 0,-1-1 0,1 0 0,0 0 0,-1 1 0,1-1 0,0 0 0,0 1 0,-1-1 0,1 1 0,0-1 0,0 1 0,0-1 0,0 1 0,0-1 0,0 1 0,0 0 0,1-1 0,5 0 0,0 0 0,1 0 0,-1 0 0,11 1 0,-9 0 0,133 1 0,-84 2 0,1-3 0,72-10 0,-124 9 0,0 0 0,0-1 0,-1 0 0,1 0 0,12-7 0,-18 9 0,0 0 0,0-1 0,0 1 0,0-1 0,0 0 0,0 1 0,0-1 0,0 0 0,0 0 0,-1 1 0,1-1 0,0 0 0,0 0 0,-1 0 0,1 0 0,0 0 0,-1 0 0,1 0 0,-1 0 0,0 0 0,1 0 0,-1-1 0,0 1 0,1 0 0,-1 0 0,0 0 0,0 0 0,0-1 0,0 1 0,0 0 0,0 0 0,-1 0 0,1 0 0,0 0 0,-1-1 0,1 1 0,0 0 0,-1 0 0,1 0 0,-1 0 0,0 0 0,1 0 0,-2-1 0,-2-3 0,0 1 0,0-1 0,-1 1 0,1-1 0,-1 1 0,0 1 0,0-1 0,0 1 0,-1 0 0,1 0 0,-1 0 0,0 1 0,0 0 0,-7-2 0,10 4 0,0-1 0,0 1 0,0-1 0,0 1 0,-1 0 0,1 0 0,0 0 0,0 1 0,0-1 0,0 1 0,0 0 0,0-1 0,0 2 0,0-1 0,0 0 0,1 0 0,-1 1 0,0 0 0,1-1 0,-1 1 0,1 0 0,-1 0 0,1 0 0,0 1 0,0-1 0,0 0 0,0 1 0,1 0 0,-3 4 0,-1 1 0,1 1 0,1-1 0,0 1 0,0 0 0,1 0 0,0 0 0,0 1 0,1-1 0,1 0 0,-1 1 0,1-1 0,1 0 0,0 1 0,0-1 0,1 0 0,0 0 0,1 0 0,-1 0 0,2 0 0,-1-1 0,1 1 0,1-1 0,0 0 0,0 0 0,0 0 0,1-1 0,0 0 0,0 0 0,1-1 0,0 1 0,0-1 0,1-1 0,0 0 0,0 0 0,0 0 0,0-1 0,13 5 0,-9-4 0,1-1 0,0 0 0,1-1 0,-1-1 0,1 0 0,-1 0 0,1-1 0,-1-1 0,15-1 0,-22 0 0,0 0 0,-1 0 0,1 0 0,0-1 0,-1 0 0,1 0 0,-1 0 0,1 0 0,-1-1 0,0 0 0,0 0 0,0-1 0,0 1 0,-1-1 0,0 0 0,1-1 0,-1 1 0,-1-1 0,1 1 0,-1-1 0,0 0 0,5-11 0,-1-4 0,0 0 0,-2-1 0,-1 0 0,0 0 0,0-36 0,-1 25 0,8-43 0,-11 74 0,1-1 0,-1 1 0,0-1 0,1 1 0,-1-1 0,0 1 0,1 0 0,0-1 0,-1 1 0,1 0 0,0 0 0,0-1 0,0 1 0,0 0 0,0 0 0,0 0 0,0 0 0,0 0 0,0 0 0,2-1 0,-2 2 0,0 0 0,0 1 0,0-1 0,0 0 0,0 0 0,0 1 0,0-1 0,0 0 0,0 1 0,0-1 0,0 1 0,0-1 0,0 1 0,0-1 0,-1 1 0,1 0 0,0 0 0,0-1 0,-1 1 0,1 0 0,0 0 0,-1 0 0,1 0 0,-1 0 0,1 0 0,-1 0 0,1 0 0,-1 1 0,13 23 0,9 30 0,8 17 0,-29-70 0,0-1 0,0 1 0,-1-1 0,1 1 0,0-1 0,0 0 0,0 1 0,1-1 0,-1 0 0,0 0 0,0 0 0,1 1 0,-1-2 0,1 1 0,-1 0 0,3 1 0,-3-2 0,0 0 0,0 1 0,0-1 0,1 0 0,-1 0 0,0 0 0,0 0 0,0-1 0,1 1 0,-1 0 0,0 0 0,0-1 0,0 1 0,0-1 0,0 1 0,1-1 0,-1 1 0,1-2 0,4-3 0,1-1 0,-1 0 0,1-1 0,-2 1 0,8-11 0,5-6 0,-13 18 0,-1 1 0,1-1 0,1 1 0,-1 0 0,1 0 0,-1 0 0,1 1 0,0 0 0,1 0 0,-1 1 0,11-4 0,-15 6 0,1 0 0,0-1 0,-1 1 0,1 0 0,0 0 0,0 1 0,-1-1 0,1 0 0,0 1 0,-1 0 0,1 0 0,-1-1 0,1 1 0,-1 1 0,1-1 0,-1 0 0,0 1 0,1-1 0,-1 1 0,0 0 0,0-1 0,0 1 0,0 0 0,-1 0 0,1 1 0,0-1 0,-1 0 0,0 0 0,1 1 0,-1-1 0,1 5 0,6 12 0,6 28 0,-11-33 0,1 0 0,0 0 0,1-1 0,0 0 0,15 25 0,-17-35 0,-1 0 0,0 0 0,1-1 0,0 1 0,0-1 0,-1 1 0,1-1 0,1 0 0,-1 0 0,0 0 0,0-1 0,1 1 0,-1-1 0,1 0 0,-1 0 0,1 0 0,0 0 0,-1-1 0,1 1 0,0-1 0,0 0 0,-1 0 0,1 0 0,0-1 0,0 1 0,-1-1 0,7-2 0,15-5 0,-1-2 0,-1 0 0,1-2 0,40-27 0,-29 18 0,-9 5 0,258-164 0,-281 177 0,0 1 0,0-1 0,1 0 0,-1 0 0,4-5 0,-7 7 0,0 1 0,1 0 0,-1 0 0,0-1 0,0 1 0,0 0 0,0-1 0,0 1 0,1 0 0,-1-1 0,0 1 0,0 0 0,0-1 0,0 1 0,0-1 0,0 1 0,0 0 0,0-1 0,0 1 0,0 0 0,0-1 0,0 1 0,-1 0 0,1-1 0,0 1 0,0-1 0,-1 1 0,0-1 0,0 0 0,1 1 0,-1 0 0,0-1 0,0 1 0,0-1 0,0 1 0,1 0 0,-1 0 0,0-1 0,0 1 0,0 0 0,0 0 0,-1 0 0,-24-2 0,0 2 0,0 0 0,0 2 0,-47 9 0,69-10 0,0 0 0,1 0 0,-1 1 0,1-1 0,-1 1 0,1 0 0,-5 3 0,7-5 0,1 1 0,-1-1 0,0 1 0,1-1 0,-1 1 0,1-1 0,-1 1 0,1 0 0,-1-1 0,1 1 0,-1 0 0,1 0 0,0-1 0,-1 1 0,1 0 0,0 0 0,0 0 0,-1-1 0,1 1 0,0 0 0,0 0 0,0 0 0,0 0 0,0-1 0,0 1 0,0 0 0,1 0 0,-1 0 0,0-1 0,0 1 0,0 0 0,1 0 0,-1 0 0,1-1 0,-1 1 0,0 0 0,1-1 0,-1 1 0,2 0 0,5 8 0,2 0 0,-1-1 0,1 0 0,0-1 0,12 8 0,55 29 0,-43-25 0,12 6 0,69 43 0,-99-58 0,1 1 0,-2 1 0,0 1 0,23 25 0,-35-36 0,0 1 0,0-1 0,0 1 0,0 0 0,0 0 0,-1-1 0,1 1 0,-1 0 0,0 1 0,0-1 0,0 0 0,0 0 0,-1 0 0,1 1 0,-1-1 0,0 0 0,0 1 0,0-1 0,0 0 0,-1 7 0,-1-7 0,0 1 0,0 0 0,0-1 0,0 1 0,0-1 0,-1 0 0,0 1 0,1-1 0,-1 0 0,0-1 0,-1 1 0,1-1 0,0 1 0,-1-1 0,1 0 0,-8 3 0,-21 8-118,-1-2 0,0-1 0,-1-1 0,-60 7 0,65-12-657,-73 12-6051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4.837"/>
    </inkml:context>
    <inkml:brush xml:id="br0">
      <inkml:brushProperty name="width" value="0.05" units="cm"/>
      <inkml:brushProperty name="height" value="0.05" units="cm"/>
      <inkml:brushProperty name="color" value="#FFFFFF"/>
    </inkml:brush>
  </inkml:definitions>
  <inkml:trace contextRef="#ctx0" brushRef="#br0">1 494 24575,'2071'-30'-8611,"-1586"17"7325,55-4-1187,51-4 1528,4879-181-2123,-4869 176 3068,-57-1 32,-66 0 96,-70 0 50,-72 3 407,-74 1-113,43-14 1744,-253 25 136,-52 12-2341,0 0 1,0 0-1,1 0 1,-1 0-1,0 0 1,0 0-1,0 0 1,0 0-1,0 0 1,0 0-1,0 0 1,1 0-1,-1 0 1,0 0-1,0 0 1,0 0-1,0 0 1,0 0-1,0 0 1,0-1-1,0 1 1,1 0-1,-1 0 1,0 0-1,0 0 1,0 0-1,0 0 1,0 0-1,0 0 1,0 0-1,0-1 1,0 1-1,0 0 1,0 0-1,0 0 1,0 0-1,0 0 1,0 0-1,0 0 1,0-1-1,0 1 1,0 0-1,0 0 1,0 0-1,0 0 1,0 0-1,0 0 1,0-1-1,0 1 1,0 0-1,0 0 0,0 0 1,-12-3 726,-46 2 1816,-22 4-4226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5.488"/>
    </inkml:context>
    <inkml:brush xml:id="br0">
      <inkml:brushProperty name="width" value="0.05" units="cm"/>
      <inkml:brushProperty name="height" value="0.05" units="cm"/>
      <inkml:brushProperty name="color" value="#FFFFFF"/>
    </inkml:brush>
  </inkml:definitions>
  <inkml:trace contextRef="#ctx0" brushRef="#br0">1 181 24575,'141'-8'0,"-16"0"0,467 2-1921,-170 3 169,-108-1 715,48 0-1330,1110-13-2594,2-6 3336,1473-53 1237,-2722 68 810,41-6 1974,-223 8 240,-36 3-2230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6.423"/>
    </inkml:context>
    <inkml:brush xml:id="br0">
      <inkml:brushProperty name="width" value="0.05" units="cm"/>
      <inkml:brushProperty name="height" value="0.05" units="cm"/>
      <inkml:brushProperty name="color" value="#FFFFFF"/>
    </inkml:brush>
  </inkml:definitions>
  <inkml:trace contextRef="#ctx0" brushRef="#br0">28 39 24575,'-3'0'0,"-4"-3"0,-1-4 0,1-4 0,5 0 0,2 5 0,5 6 0,1 7 0,3 5 0,0 6 0,2 11 0,-2 5 0,1 7 0,-1 2 0,-2 1 0,1-2 0,-1-7-8191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6.763"/>
    </inkml:context>
    <inkml:brush xml:id="br0">
      <inkml:brushProperty name="width" value="0.05" units="cm"/>
      <inkml:brushProperty name="height" value="0.05" units="cm"/>
      <inkml:brushProperty name="color" value="#FFFFFF"/>
    </inkml:brush>
  </inkml:definitions>
  <inkml:trace contextRef="#ctx0" brushRef="#br0">94 51 24575,'1'-1'0,"0"0"0,0 0 0,0 0 0,0 1 0,-1-1 0,1 0 0,0 0 0,0 0 0,-1-1 0,1 1 0,-1 0 0,1 0 0,-1 0 0,0 0 0,1 0 0,-1-1 0,0 1 0,0 0 0,0 0 0,0-1 0,0 1 0,0 0 0,0 0 0,0 0 0,-1-1 0,1 1 0,0 0 0,-1 0 0,1 0 0,-1 0 0,1 0 0,-1-1 0,1 1 0,-1 0 0,0 0 0,1 0 0,-1 1 0,0-1 0,0 0 0,0 0 0,0 0 0,0 1 0,0-1 0,0 0 0,0 1 0,0-1 0,0 1 0,0-1 0,-1 1 0,1-1 0,0 1 0,0 0 0,0 0 0,-1 0 0,1 0 0,0 0 0,0 0 0,0 0 0,-1 0 0,1 0 0,0 0 0,0 1 0,0-1 0,-1 0 0,1 1 0,0-1 0,0 1 0,0-1 0,-1 2 0,-3 1 0,1 0 0,0 0 0,0 0 0,0 1 0,0-1 0,0 1 0,1 0 0,-1 0 0,1 1 0,0-1 0,1 1 0,-1-1 0,1 1 0,0 0 0,0 0 0,0 0 0,1 0 0,0 0 0,0 0 0,0 0 0,0 1 0,1 8 0,0-6 0,-1-1 0,2 0 0,-1 1 0,1-1 0,0 0 0,1 0 0,0 1 0,0-1 0,0 0 0,1-1 0,0 1 0,1 0 0,-1-1 0,1 0 0,9 11 0,-7-11 0,1 0 0,0-1 0,0 0 0,1-1 0,-1 0 0,1 0 0,0 0 0,0-1 0,1 0 0,-1-1 0,0 0 0,1 0 0,0 0 0,-1-1 0,1-1 0,0 0 0,-1 0 0,17-2 0,-19 1 0,-1 0 0,0 0 0,0 0 0,0-1 0,0 1 0,-1-1 0,1-1 0,0 1 0,-1 0 0,1-1 0,-1 0 0,0 0 0,0-1 0,0 1 0,0-1 0,-1 1 0,0-1 0,1 0 0,-1-1 0,-1 1 0,1 0 0,0-1 0,-1 0 0,0 1 0,0-1 0,-1 0 0,1 0 0,-1 0 0,0 0 0,-1-1 0,1 1 0,-1-8 0,0 7-52,0 0-1,-1 0 1,0 0-1,0 0 1,-1 0-1,1 0 1,-1 0-1,0 1 1,-1-1-1,0 0 1,1 1-1,-2 0 1,1 0-1,-1 0 1,1 0-1,-1 0 1,-1 1-1,1 0 1,-1 0-1,1 0 0,-1 0 1,0 1-1,-1 0 1,1 0-1,-11-5 1,-1 4-6774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7.213"/>
    </inkml:context>
    <inkml:brush xml:id="br0">
      <inkml:brushProperty name="width" value="0.05" units="cm"/>
      <inkml:brushProperty name="height" value="0.05" units="cm"/>
      <inkml:brushProperty name="color" value="#FFFFFF"/>
    </inkml:brush>
  </inkml:definitions>
  <inkml:trace contextRef="#ctx0" brushRef="#br0">234 110 24575,'5'-1'0,"0"0"0,0-1 0,0 0 0,0 0 0,0 0 0,-1 0 0,9-7 0,0 2 0,1 0 0,-9 5 0,-1 0 0,1 0 0,0-1 0,-1 1 0,0-1 0,0 0 0,1 0 0,-2-1 0,1 1 0,0-1 0,-1 0 0,4-4 0,-7 7 0,0 1 0,0-1 0,1 0 0,-1 0 0,0 1 0,0-1 0,0 0 0,0 0 0,0 1 0,0-1 0,0 0 0,0 0 0,-1 1 0,1-1 0,0 0 0,0 0 0,-1 1 0,1-1 0,0 0 0,-1 1 0,1-1 0,0 0 0,-1 1 0,1-1 0,-1 1 0,1-1 0,-1 0 0,0 1 0,1-1 0,-1 1 0,1 0 0,-1-1 0,0 1 0,1 0 0,-1-1 0,0 1 0,0 0 0,1 0 0,-1-1 0,0 1 0,-1 0 0,-36-6 0,36 6 0,-16-1 0,1 0 0,-1 2 0,0 0 0,0 2 0,0 0 0,-32 10 0,38-10 0,1 1 0,1 1 0,-1 0 0,1 0 0,-1 1 0,2 0 0,-1 1 0,1 0 0,0 1 0,0 0 0,-12 15 0,19-20 0,0-1 0,0 1 0,0 0 0,0 0 0,1 1 0,-1-1 0,1 0 0,0 0 0,0 1 0,0-1 0,0 1 0,1-1 0,-1 1 0,1-1 0,0 1 0,0-1 0,0 1 0,1-1 0,-1 1 0,2 3 0,-1-3 0,1 0 0,-1-1 0,1 1 0,0 0 0,0-1 0,1 0 0,-1 1 0,1-1 0,0 0 0,0 0 0,0-1 0,0 1 0,0 0 0,0-1 0,1 0 0,-1 0 0,5 2 0,4 1 0,0-1 0,0 0 0,1-1 0,-1 0 0,1-1 0,-1 0 0,1-1 0,0 0 0,0-1 0,-1-1 0,1 0 0,0-1 0,-1 0 0,22-7 0,-4-1 0,0-1 0,0-2 0,-1-1 0,44-29 0,-69 41 0,0 0 0,-1 0 0,1 0 0,0 0 0,0 0 0,7-1 0,-10 3 0,-1 0 0,1 0 0,0 0 0,0 0 0,0 0 0,-1 0 0,1 0 0,0 0 0,0 0 0,-1 0 0,1 1 0,0-1 0,0 0 0,-1 0 0,1 1 0,0-1 0,-1 1 0,1-1 0,0 1 0,-1-1 0,1 1 0,-1-1 0,1 1 0,-1-1 0,1 1 0,-1-1 0,1 1 0,-1 0 0,1-1 0,-1 1 0,0 0 0,0 0 0,1-1 0,-1 1 0,0 0 0,0 0 0,0-1 0,0 1 0,1 0 0,-1 0 0,-1-1 0,1 1 0,0 0 0,0 1 0,-1 10 0,0-1 0,-1 0 0,0 0 0,-1 0 0,-5 14 0,-7 28 0,8 6-1365,6-36-5461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7.572"/>
    </inkml:context>
    <inkml:brush xml:id="br0">
      <inkml:brushProperty name="width" value="0.05" units="cm"/>
      <inkml:brushProperty name="height" value="0.05" units="cm"/>
      <inkml:brushProperty name="color" value="#FFFFFF"/>
    </inkml:brush>
  </inkml:definitions>
  <inkml:trace contextRef="#ctx0" brushRef="#br0">188 151 24575,'0'-17'0,"0"0"0,-2 1 0,-3-19 0,5 32 0,-1-1 0,0 1 0,0-1 0,0 1 0,0 0 0,-1-1 0,1 1 0,-1 0 0,0 0 0,0 0 0,0 0 0,0 0 0,0 0 0,-1 1 0,1-1 0,-1 1 0,0 0 0,0-1 0,0 1 0,0 0 0,-3-1 0,4 2 0,-1 1 0,1 0 0,0-1 0,-1 1 0,1 0 0,-1 0 0,1 1 0,0-1 0,-1 0 0,1 1 0,0-1 0,0 1 0,-1 0 0,1 0 0,0 0 0,0 0 0,0 0 0,0 0 0,0 1 0,0-1 0,0 0 0,-3 4 0,-3 3 0,0 1 0,0-1 0,-7 14 0,8-13 0,2 1 0,-1 0 0,1 0 0,-5 17 0,8-22 0,0 0 0,1 0 0,0 0 0,0 0 0,0 0 0,1 0 0,0 0 0,0 0 0,0 0 0,0 0 0,1 0 0,2 8 0,-2-11 0,-1-1 0,1 1 0,0 0 0,0-1 0,1 1 0,-1-1 0,0 1 0,0-1 0,1 0 0,-1 0 0,1 1 0,-1-1 0,1 0 0,0 0 0,-1 0 0,1-1 0,0 1 0,-1 0 0,1-1 0,0 1 0,0-1 0,0 1 0,0-1 0,0 0 0,-1 0 0,1 0 0,0 0 0,0 0 0,0 0 0,0 0 0,0-1 0,2 0 0,4 0 0,0-1 0,-1-1 0,1 0 0,0 0 0,-1 0 0,8-5 0,2-4 0,0-1 0,-1 0 0,-1-1 0,-1 0 0,0-2 0,0 0 0,12-20 0,-25 35 0,-1 0 0,1 0 0,0 0 0,-1 0 0,1 0 0,0 0 0,0 0 0,0 1 0,0-1 0,-1 0 0,1 1 0,0-1 0,0 0 0,1 1 0,0-1 0,-1 1 0,-1 0 0,0 0 0,1 0 0,-1 0 0,0 1 0,1-1 0,-1 0 0,0 0 0,1 0 0,-1 1 0,0-1 0,0 0 0,1 0 0,-1 1 0,0-1 0,0 0 0,1 1 0,-1-1 0,0 0 0,0 1 0,0-1 0,0 0 0,0 1 0,1-1 0,-1 0 0,0 1 0,0-1 0,0 0 0,0 1 0,0 0 0,-1 40 0,-35 220-1365,28-188-5461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8.098"/>
    </inkml:context>
    <inkml:brush xml:id="br0">
      <inkml:brushProperty name="width" value="0.05" units="cm"/>
      <inkml:brushProperty name="height" value="0.05" units="cm"/>
      <inkml:brushProperty name="color" value="#FFFFFF"/>
    </inkml:brush>
  </inkml:definitions>
  <inkml:trace contextRef="#ctx0" brushRef="#br0">95 180 24575,'-3'-6'0,"0"-1"0,1 1 0,-1-1 0,1 1 0,1-1 0,0 0 0,-1 1 0,2-1 0,-1 0 0,1 0 0,0 0 0,1 0 0,0 1 0,1-9 0,-1 11 0,0 1 0,0-1 0,1 0 0,-1 1 0,1-1 0,0 1 0,0 0 0,0-1 0,0 1 0,1 0 0,-1 0 0,1 0 0,0 1 0,0-1 0,0 1 0,0-1 0,0 1 0,0 0 0,1 0 0,-1 0 0,1 1 0,-1-1 0,1 1 0,0 0 0,6-1 0,-1 1 0,-1 0 0,1 1 0,0 0 0,-1 0 0,1 1 0,0 0 0,-1 1 0,1-1 0,-1 2 0,0-1 0,0 1 0,0 1 0,0-1 0,12 8 0,-15-7 0,0-1 0,1 1 0,-1 0 0,-1 1 0,1-1 0,-1 1 0,0 0 0,0 0 0,0 0 0,0 0 0,-1 1 0,0 0 0,0-1 0,-1 1 0,1 0 0,-1 0 0,-1 1 0,1-1 0,-1 0 0,0 8 0,-1-3 0,0 0 0,-2 1 0,1-1 0,-1 0 0,-1 0 0,0 0 0,-1-1 0,0 1 0,0-1 0,-1 0 0,-1 0 0,0 0 0,0-1 0,0 0 0,-11 11 0,-3 2 0,-1-1 0,-1-1 0,-1-1 0,-40 25 0,53-36 0,0-2 0,-1 1 0,0-1 0,0-1 0,-1 0 0,1-1 0,-1 0 0,-21 4 0,32-7 0,0-1 0,-1 0 0,1 0 0,0 0 0,-1 0 0,1 0 0,0 0 0,-1 0 0,1-1 0,0 1 0,0 0 0,-1-1 0,1 1 0,-2-2 0,3 2 0,-1 0 0,1-1 0,0 1 0,0 0 0,-1-1 0,1 1 0,0-1 0,0 1 0,-1 0 0,1-1 0,0 1 0,0-1 0,0 1 0,0-1 0,0 1 0,0-1 0,-1 1 0,1-1 0,0 1 0,1 0 0,-1-1 0,0 1 0,0-1 0,0 1 0,0-1 0,0 0 0,2-2 0,-1-1 0,1 1 0,0 0 0,0 0 0,0 0 0,1 0 0,-1 0 0,5-4 0,1 0 0,0 0 0,1 0 0,0 1 0,0 0 0,0 0 0,1 1 0,0 0 0,0 1 0,0 0 0,0 0 0,1 1 0,15-2 0,-18 4 0,0 1 0,0-1 0,0 1 0,0 1 0,0 0 0,0 0 0,0 1 0,0 0 0,0 0 0,0 0 0,-1 1 0,1 1 0,-1-1 0,0 1 0,0 0 0,0 1 0,9 7 0,37 34-1365,-28-25-5461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8.424"/>
    </inkml:context>
    <inkml:brush xml:id="br0">
      <inkml:brushProperty name="width" value="0.05" units="cm"/>
      <inkml:brushProperty name="height" value="0.05" units="cm"/>
      <inkml:brushProperty name="color" value="#FFFFFF"/>
    </inkml:brush>
  </inkml:definitions>
  <inkml:trace contextRef="#ctx0" brushRef="#br0">167 216 24575,'0'-21'0,"-1"0"0,-1 0 0,-6-31 0,6 46 0,1 0 0,-1 0 0,0 0 0,-1 0 0,1 0 0,-1 0 0,0 0 0,-1 1 0,1 0 0,-1-1 0,0 2 0,0-1 0,-1 0 0,0 1 0,-8-7 0,12 10 0,-1 0 0,1 0 0,-1 0 0,1 1 0,-1-1 0,1 0 0,-1 1 0,0 0 0,1-1 0,-1 1 0,0 0 0,1-1 0,-1 1 0,0 0 0,1 0 0,-1 1 0,0-1 0,1 0 0,-1 0 0,-3 2 0,3-1 0,0 0 0,0 1 0,0-1 0,0 1 0,0-1 0,0 1 0,0 0 0,0 0 0,0 0 0,1 0 0,-1 0 0,-1 3 0,-1 4 0,0 0 0,0 1 0,0-1 0,1 1 0,-3 18 0,3-7 0,1 0 0,0 1 0,2-1 0,2 28 0,-1-40 0,0 0 0,1 0 0,0-1 0,0 1 0,1-1 0,0 1 0,0-1 0,1 0 0,0 0 0,0 0 0,1-1 0,0 1 0,7 6 0,-10-12 0,0 0 0,0 0 0,0 0 0,0 0 0,0 0 0,1-1 0,-1 1 0,1-1 0,-1 1 0,1-1 0,0 0 0,0 0 0,-1 0 0,1 0 0,0-1 0,0 1 0,0-1 0,0 0 0,0 1 0,0-1 0,-1-1 0,1 1 0,0 0 0,0-1 0,0 1 0,0-1 0,0 0 0,-1 0 0,1 0 0,0 0 0,-1-1 0,1 1 0,-1-1 0,3-1 0,1-2 0,0 0 0,-1 0 0,0-1 0,0 0 0,0 1 0,-1-2 0,0 1 0,0 0 0,0-1 0,-1 0 0,0 0 0,2-8 0,-1 2 0,-2 1 0,0-1 0,0 0 0,-1 1 0,-1-1 0,-1-18 0,0 23 0,0-1 0,-1 0 0,0 0 0,0 1 0,-1-1 0,0 1 0,0 0 0,-1 0 0,0 0 0,-5-8 0,7 14-41,1 1 0,0-1-1,0 0 1,-1 0-1,1 1 1,-1-1 0,0 1-1,1-1 1,-1 1 0,0 0-1,0 0 1,0 0-1,0 0 1,0 0 0,0 0-1,0 0 1,0 1 0,0-1-1,-1 1 1,1-1-1,0 1 1,0 0 0,0 0-1,-1 0 1,1 0 0,0 0-1,0 1 1,0-1-1,0 0 1,-1 1 0,1 0-1,-2 1 1,-8 6-6785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8.874"/>
    </inkml:context>
    <inkml:brush xml:id="br0">
      <inkml:brushProperty name="width" value="0.05" units="cm"/>
      <inkml:brushProperty name="height" value="0.05" units="cm"/>
      <inkml:brushProperty name="color" value="#FFFFFF"/>
    </inkml:brush>
  </inkml:definitions>
  <inkml:trace contextRef="#ctx0" brushRef="#br0">164 101 24575,'-21'-18'0,"-16"-15"0,35 31 0,0-1 0,0 1 0,0-1 0,0 1 0,0-1 0,0 0 0,1 0 0,-1 0 0,1 0 0,0 0 0,-1-4 0,2 7 0,0 0 0,-1-1 0,1 1 0,0 0 0,0-1 0,0 1 0,0 0 0,0-1 0,0 1 0,0-1 0,0 1 0,0 0 0,0-1 0,0 1 0,0 0 0,0-1 0,0 1 0,0-1 0,0 1 0,0 0 0,1-1 0,-1 1 0,0 0 0,0-1 0,0 1 0,1 0 0,-1 0 0,0-1 0,0 1 0,1 0 0,-1 0 0,0-1 0,0 1 0,1 0 0,-1 0 0,0 0 0,1-1 0,-1 1 0,1 0 0,0 0 0,-1 0 0,1 0 0,-1 1 0,1-1 0,0 0 0,-1 0 0,1 1 0,-1-1 0,1 1 0,-1-1 0,1 0 0,-1 1 0,1-1 0,-1 1 0,0-1 0,1 1 0,-1-1 0,0 1 0,1-1 0,-1 1 0,0 0 0,1-1 0,-1 2 0,1 2 0,1 0 0,-1 0 0,-1 1 0,1-1 0,0 0 0,-1 1 0,0-1 0,0 1 0,0-1 0,-1 0 0,0 1 0,-2 7 0,-2 4 0,-1 0 0,-9 17 0,0 0 0,1 1 0,2-1 0,1 2 0,-7 41 0,16-64 0,0-1 0,1 0 0,1 0 0,0 1 0,0-1 0,1 0 0,1 1 0,-1-1 0,2 0 0,0 0 0,0 0 0,1-1 0,0 1 0,8 13 0,-9-20 0,0 1 0,0-1 0,0 0 0,1 1 0,-1-2 0,1 1 0,0 0 0,0-1 0,1 0 0,-1 0 0,1 0 0,-1 0 0,1-1 0,0 0 0,8 3 0,-6-3 0,-1-1 0,1 0 0,0-1 0,-1 1 0,1-1 0,0 0 0,0-1 0,-1 0 0,1 0 0,-1 0 0,9-4 0,-4 1 0,0 0 0,0-1 0,-1 0 0,0-1 0,0 0 0,0-1 0,-1 0 0,0-1 0,0 1 0,-1-2 0,0 1 0,-1-1 0,0 0 0,7-11 0,-10 12 0,0 0 0,-1 0 0,0 0 0,0-1 0,-1 1 0,0-1 0,0 1 0,-1-1 0,0 0 0,-1 0 0,0 0 0,-2-16 0,2 21 0,-1 1 0,0-1 0,0 1 0,0-1 0,0 1 0,-1-1 0,1 1 0,-1 0 0,0-1 0,0 1 0,0 0 0,0 0 0,0 0 0,-1 1 0,0-1 0,1 1 0,-1-1 0,0 1 0,0 0 0,0 0 0,0 0 0,-1 0 0,1 1 0,0-1 0,-1 1 0,1 0 0,-1 0 0,0 0 0,1 1 0,-1-1 0,0 1 0,-6 0 0,1 0-50,1 1-1,-1 0 1,1 0-1,0 1 0,0 0 1,0 1-1,0 0 1,0 0-1,0 0 1,1 1-1,-1 0 0,1 1 1,0 0-1,0 0 1,1 0-1,0 1 1,0 0-1,0 0 0,0 0 1,1 1-1,0 0 1,1 0-1,0 0 1,0 1-1,0 0 1,-3 8-1,2 6-6775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39.202"/>
    </inkml:context>
    <inkml:brush xml:id="br0">
      <inkml:brushProperty name="width" value="0.05" units="cm"/>
      <inkml:brushProperty name="height" value="0.05" units="cm"/>
      <inkml:brushProperty name="color" value="#FFFFFF"/>
    </inkml:brush>
  </inkml:definitions>
  <inkml:trace contextRef="#ctx0" brushRef="#br0">147 148 24575,'1'-14'0,"-1"-3"0,0 0 0,-4-22 0,3 35 0,1 1 0,-1 0 0,0-1 0,1 1 0,-2 0 0,1 0 0,0-1 0,-1 1 0,1 0 0,-1 1 0,0-1 0,0 0 0,0 0 0,0 1 0,-1-1 0,1 1 0,-6-4 0,7 5 0,0 1 0,-1-1 0,1 1 0,0-1 0,-1 1 0,1 0 0,-1-1 0,1 1 0,-1 0 0,1 0 0,0 0 0,-1 0 0,1 0 0,-1 1 0,1-1 0,0 0 0,-1 1 0,1-1 0,0 1 0,-1-1 0,1 1 0,0-1 0,-1 1 0,1 0 0,0 0 0,0 0 0,0 0 0,0 0 0,0 0 0,0 0 0,-1 1 0,-2 4 0,0-1 0,0 1 0,0-1 0,1 1 0,-4 9 0,-2 7 0,1-1 0,2 1 0,0 1 0,1-1 0,2 1 0,-2 35 0,4-43 0,1 0 0,1 1 0,1-1 0,0 0 0,0 0 0,2 0 0,0 0 0,1 0 0,0-1 0,13 24 0,-14-31 0,1 0 0,0-1 0,0 0 0,1 0 0,-1 0 0,1-1 0,1 0 0,-1 0 0,1 0 0,0-1 0,0 0 0,0 0 0,9 2 0,-13-4 0,0-1 0,1 0 0,-1 0 0,1 0 0,-1-1 0,1 1 0,0-1 0,-1 0 0,1 0 0,0 0 0,-1 0 0,1-1 0,-1 1 0,1-1 0,-1 0 0,1 0 0,-1 0 0,1-1 0,-1 1 0,0-1 0,0 0 0,0 0 0,0 0 0,0 0 0,0 0 0,0-1 0,-1 1 0,1-1 0,-1 0 0,4-6 0,-4 6 0,0 0 0,-1 0 0,1 0 0,-1 0 0,0-1 0,0 1 0,0-1 0,0 1 0,-1-1 0,1 1 0,-1-1 0,0 1 0,0-1 0,0 1 0,-1-1 0,1 1 0,-1-1 0,0 1 0,0-1 0,0 1 0,0 0 0,-1 0 0,1-1 0,-1 1 0,0 0 0,0 0 0,0 1 0,0-1 0,0 0 0,-1 1 0,1-1 0,-1 1 0,0 0 0,0-1 0,1 1 0,-1 1 0,-1-1 0,1 0 0,0 1 0,0 0 0,-1-1 0,1 2 0,0-1 0,-1 0 0,1 0 0,-1 1 0,1 0 0,-1 0 0,0 0 0,1 0 0,-1 0 0,1 1 0,-7 1 0,2 2-114,0-1 1,0 1-1,0 0 0,0 0 0,1 1 1,0 0-1,0 1 0,1 0 0,-1 0 1,1 0-1,-10 13 0,-13 16-6712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0.058"/>
    </inkml:context>
    <inkml:brush xml:id="br0">
      <inkml:brushProperty name="width" value="0.05" units="cm"/>
      <inkml:brushProperty name="height" value="0.05" units="cm"/>
      <inkml:brushProperty name="color" value="#FFFFFF"/>
    </inkml:brush>
  </inkml:definitions>
  <inkml:trace contextRef="#ctx0" brushRef="#br0">189 89 24575,'0'-13'0,"0"6"0,1 0 0,-2 0 0,1 0 0,-1 0 0,-2-9 0,3 15 0,0-1 0,-1 1 0,1 0 0,-1 0 0,1-1 0,-1 1 0,0 0 0,0 0 0,1 0 0,-1 0 0,0 0 0,0 0 0,0 0 0,0 0 0,0 0 0,0 0 0,0 1 0,-1-1 0,1 0 0,0 1 0,0-1 0,-1 1 0,1-1 0,0 1 0,0-1 0,-1 1 0,1 0 0,0 0 0,-1 0 0,1 0 0,-1 0 0,1 0 0,-2 0 0,-6 2 0,-1 1 0,1-1 0,0 2 0,0-1 0,1 1 0,-1 1 0,1-1 0,0 1 0,0 1 0,0 0 0,1 0 0,-1 0 0,2 1 0,-1 0 0,-8 11 0,14-16 0,0 1 0,-1-1 0,1 0 0,0 1 0,0-1 0,0 1 0,1-1 0,-1 1 0,0 0 0,1-1 0,0 1 0,0-1 0,0 1 0,0 0 0,0-1 0,0 1 0,2 4 0,-1-3 0,0 0 0,1 0 0,0-1 0,0 1 0,0 0 0,1-1 0,-1 1 0,1-1 0,0 0 0,3 3 0,6 5 0,1-1 0,0-1 0,0 0 0,25 11 0,9 2 0,55 16 0,-56-23 0,70 36 0,-112-49 0,1 1 0,-1-1 0,0 1 0,0 0 0,0 0 0,0 1 0,4 4 0,-8-7 0,1 0 0,-1 0 0,1 0 0,-1-1 0,1 1 0,-1 0 0,1 0 0,-1 0 0,0 0 0,0 0 0,1 0 0,-1 0 0,0 0 0,0 0 0,0-1 0,0 1 0,0 0 0,0 0 0,0 0 0,-1 0 0,1 0 0,0 0 0,0 0 0,-1 0 0,1 0 0,0 0 0,-1-1 0,1 1 0,-1 0 0,1 0 0,-1 0 0,0-1 0,1 1 0,-1 0 0,0-1 0,1 1 0,-1 0 0,0-1 0,0 1 0,0-1 0,1 0 0,-1 1 0,-2 0 0,-5 2-227,0 1-1,0-1 1,-1-1-1,1 0 1,-17 2-1,-13 2-6598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0.213"/>
    </inkml:context>
    <inkml:brush xml:id="br0">
      <inkml:brushProperty name="width" value="0.05" units="cm"/>
      <inkml:brushProperty name="height" value="0.05" units="cm"/>
      <inkml:brushProperty name="color" value="#FFFFFF"/>
    </inkml:brush>
  </inkml:definitions>
  <inkml:trace contextRef="#ctx0" brushRef="#br0">1 188 24575,'6'-6'0,"8"-9"0,8-7 0,10-4 0,6 0 0,1 1 0,5 2 0,1 5 0,1 5 0,0 5 0,-2 4 0,-2 3 0,-2 4 0,-5 5 0,-8 1-8191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0.566"/>
    </inkml:context>
    <inkml:brush xml:id="br0">
      <inkml:brushProperty name="width" value="0.05" units="cm"/>
      <inkml:brushProperty name="height" value="0.05" units="cm"/>
      <inkml:brushProperty name="color" value="#FFFFFF"/>
    </inkml:brush>
  </inkml:definitions>
  <inkml:trace contextRef="#ctx0" brushRef="#br0">167 13 24575,'-41'-6'0,"38"4"0,0 1 0,0 0 0,0 1 0,0-1 0,0 0 0,0 1 0,0-1 0,0 1 0,0 0 0,-1 0 0,1 1 0,0-1 0,0 0 0,0 1 0,0 0 0,0 0 0,0 0 0,0 0 0,0 0 0,0 1 0,1-1 0,-1 1 0,-3 2 0,1 2 0,0 0 0,0 0 0,1 0 0,0 0 0,0 0 0,0 1 0,1 0 0,0 0 0,1 0 0,-1 0 0,1 0 0,1 0 0,-1 1 0,0 9 0,1-1 0,0-1 0,1 0 0,1 1 0,0-1 0,1 0 0,5 16 0,-6-24 0,2 1 0,-1-1 0,1 0 0,0 1 0,1-1 0,-1 0 0,1-1 0,1 1 0,-1-1 0,1 0 0,1 0 0,-1 0 0,1-1 0,9 8 0,-9-10 0,0 0 0,-1 0 0,1 0 0,0 0 0,0-1 0,1 0 0,-1-1 0,0 1 0,1-1 0,-1-1 0,1 1 0,-1-1 0,1 0 0,-1 0 0,1-1 0,-1 0 0,13-3 0,-8 1 0,1-1 0,-1 0 0,0-1 0,0 0 0,-1-1 0,1 0 0,-1-1 0,-1 0 0,1-1 0,-1 1 0,0-2 0,14-17 0,-19 21 0,-1 0 0,0 1 0,0-1 0,0 0 0,-1-1 0,1 1 0,-1 0 0,-1-1 0,1 1 0,-1-1 0,0 0 0,0 1 0,0-1 0,-1 0 0,0 0 0,0 0 0,0 1 0,-1-1 0,0 0 0,0 1 0,-1-1 0,1 1 0,-1-1 0,0 1 0,-1-1 0,1 1 0,-1 0 0,-6-7 0,4 6 25,0 0-1,0 1 0,0 0 1,-1 0-1,0 1 1,0-1-1,0 1 0,-1 0 1,1 1-1,-1 0 0,0 0 1,0 0-1,-7-1 1,9 3-103,1-1 0,-1 1 1,1 0-1,-1 1 1,0-1-1,1 1 1,-1 0-1,0 0 0,1 0 1,-1 1-1,0 0 1,1 0-1,-1 0 1,1 0-1,-1 1 0,1 0 1,-1 0-1,1 0 1,0 0-1,0 0 1,-5 6-1,-1 3-6748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0.842"/>
    </inkml:context>
    <inkml:brush xml:id="br0">
      <inkml:brushProperty name="width" value="0.05" units="cm"/>
      <inkml:brushProperty name="height" value="0.05" units="cm"/>
      <inkml:brushProperty name="color" value="#FFFFFF"/>
    </inkml:brush>
  </inkml:definitions>
  <inkml:trace contextRef="#ctx0" brushRef="#br0">146 69 24575,'-1'-3'0,"1"0"0,-1 0 0,0 0 0,0 0 0,0 0 0,0 0 0,0 0 0,-1 0 0,1 0 0,-1 0 0,0 1 0,0-1 0,0 1 0,0-1 0,0 1 0,-1 0 0,1 0 0,-1 0 0,1 0 0,-1 0 0,0 1 0,0-1 0,1 1 0,-1-1 0,0 1 0,-1 0 0,-3 0 0,5 0 0,-1 0 0,0 0 0,1 1 0,-1-1 0,0 1 0,1-1 0,-1 1 0,0 0 0,1 1 0,-1-1 0,0 0 0,1 1 0,-1-1 0,0 1 0,1 0 0,-1 0 0,1 0 0,-1 0 0,1 0 0,0 0 0,-1 1 0,1-1 0,0 1 0,0 0 0,0 0 0,0-1 0,0 1 0,1 1 0,-1-1 0,0 0 0,1 0 0,0 0 0,-2 4 0,2-2 0,-1 1 0,1 0 0,0 0 0,0 0 0,1 0 0,-1 0 0,1 0 0,0-1 0,1 1 0,-1 0 0,2 7 0,1-3 0,0 0 0,0 0 0,0 0 0,1 0 0,7 10 0,6 7 0,1-2 0,34 37 0,-50-58 0,22 21 0,22 27 0,-42-47 0,-1 1 0,0 0 0,0 0 0,0 0 0,0 0 0,-1 1 0,0-1 0,3 11 0,-5-14 10,0-1 0,0 0 0,1 1 0,-1-1 0,0 0 0,0 1 1,-1-1-1,1 1 0,0-1 0,0 0 0,-1 1 0,1-1 0,-1 0 0,1 0 0,-1 1 0,1-1 0,-1 0 0,0 0 0,0 0 0,1 0 0,-1 0 0,0 0 0,0 0 0,0 0 0,0 0 0,0 0 0,-1 0 0,1 0 0,0-1 0,0 1 0,0-1 0,-1 1 1,-1 0-1,-3 1-295,0-1 1,0 1-1,-1-1 1,1 0-1,-10-1 1,-6 0-6542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0.952"/>
    </inkml:context>
    <inkml:brush xml:id="br0">
      <inkml:brushProperty name="width" value="0.05" units="cm"/>
      <inkml:brushProperty name="height" value="0.05" units="cm"/>
      <inkml:brushProperty name="color" value="#FFFFFF"/>
    </inkml:brush>
  </inkml:definitions>
  <inkml:trace contextRef="#ctx0" brushRef="#br0">1 168 24575,'3'-9'0,"7"-10"0,12-7 0,4-3 0,5 1 0,3 5 0,2 6 0,-3 6 0,-5 6-8191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1.329"/>
    </inkml:context>
    <inkml:brush xml:id="br0">
      <inkml:brushProperty name="width" value="0.05" units="cm"/>
      <inkml:brushProperty name="height" value="0.05" units="cm"/>
      <inkml:brushProperty name="color" value="#FFFFFF"/>
    </inkml:brush>
  </inkml:definitions>
  <inkml:trace contextRef="#ctx0" brushRef="#br0">270 166 24575,'4'-6'0,"0"0"0,0 0 0,0 0 0,0 0 0,-1-1 0,0 0 0,-1 1 0,1-1 0,-1 0 0,0 0 0,-1 0 0,0 0 0,0-1 0,-1 1 0,0 0 0,0 0 0,0-1 0,-3-13 0,2 20 0,1 0 0,-1 0 0,0-1 0,1 1 0,-1 0 0,0 0 0,0 0 0,1 0 0,-1-1 0,0 1 0,0 1 0,0-1 0,0 0 0,-1 0 0,1 0 0,0 0 0,0 1 0,0-1 0,-1 1 0,1-1 0,-2 0 0,0 1 0,-1-1 0,1 1 0,0 0 0,0 0 0,0 0 0,-1 0 0,1 0 0,0 1 0,-4 1 0,-1 0 0,-1 1 0,0 1 0,1-1 0,0 1 0,-14 10 0,2 1 0,1 1 0,1 1 0,1 0 0,-16 21 0,23-25 0,0 0 0,1 1 0,1 0 0,0 0 0,1 1 0,0 0 0,-5 17 0,11-28 0,0-1 0,1 0 0,-1 1 0,1-1 0,-1 1 0,1-1 0,0 1 0,0-1 0,1 1 0,-1-1 0,1 1 0,-1-1 0,1 1 0,3 5 0,-3-7 0,0 0 0,1 0 0,-1 0 0,1-1 0,-1 1 0,1 0 0,0-1 0,0 1 0,0-1 0,0 0 0,0 1 0,0-1 0,0 0 0,0 0 0,0 0 0,1 0 0,-1-1 0,0 1 0,1-1 0,-1 1 0,0-1 0,5 0 0,8 0 0,1-1 0,-1 0 0,0-1 0,0-1 0,0 0 0,-1-1 0,1-1 0,-1 0 0,0-1 0,0 0 0,-1-1 0,17-12 0,-8 4 0,0-1 0,-2-1 0,0-1 0,-1 0 0,-1-2 0,20-26 0,-34 40 0,0 1 0,-1 1 0,1-1 0,-1 0 0,-1 0 0,4-7 0,-50 180 0,2 138-1365,32-199-5461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0.476"/>
    </inkml:context>
    <inkml:brush xml:id="br0">
      <inkml:brushProperty name="width" value="0.05" units="cm"/>
      <inkml:brushProperty name="height" value="0.05" units="cm"/>
      <inkml:brushProperty name="color" value="#FFFFFF"/>
    </inkml:brush>
  </inkml:definitions>
  <inkml:trace contextRef="#ctx0" brushRef="#br0">294 62 24575,'1'-4'0,"1"-1"0,0 1 0,0 1 0,0-1 0,0 0 0,1 0 0,-1 1 0,1-1 0,0 1 0,0 0 0,0 0 0,1 0 0,-1 1 0,1-1 0,0 1 0,-1-1 0,6-1 0,-8 4 0,-1 0 0,1 0 0,-1 0 0,1 0 0,0 0 0,-1 0 0,1 0 0,-1 1 0,1-1 0,-1 0 0,1 0 0,-1 0 0,1 1 0,-1-1 0,1 0 0,-1 1 0,1-1 0,-1 0 0,0 1 0,1-1 0,-1 1 0,1-1 0,-1 0 0,0 1 0,0-1 0,1 1 0,-1-1 0,0 1 0,1 0 0,5 19 0,-5-16 0,5 24 0,-1 0 0,-2 0 0,0 46 0,-12 85 0,7-139 0,0 0 0,-2 0 0,0 0 0,-2 0 0,0 0 0,-14 30 0,17-45 0,0 1 0,0-1 0,0 0 0,-1-1 0,1 1 0,-1 0 0,-1-1 0,1 0 0,0 0 0,-1 0 0,0-1 0,0 0 0,0 1 0,0-2 0,0 1 0,-1-1 0,1 1 0,-1-1 0,0-1 0,0 1 0,0-1 0,1 0 0,-1-1 0,0 1 0,0-1 0,0 0 0,-6-1 0,4 0 19,1-1 0,-1 1 0,1-1 0,0-1 0,0 1 0,0-1 0,0 0 0,0-1 0,1 0 0,-1 0 0,1 0 0,0 0 0,0-1 0,1 0 0,0-1 0,-1 1 0,-6-12 0,3 4-233,1 0 1,0-1 0,1 0-1,1-1 1,0 1 0,1-1-1,-4-22 1,0-13-6613</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0.615"/>
    </inkml:context>
    <inkml:brush xml:id="br0">
      <inkml:brushProperty name="width" value="0.05" units="cm"/>
      <inkml:brushProperty name="height" value="0.05" units="cm"/>
      <inkml:brushProperty name="color" value="#FFFFFF"/>
    </inkml:brush>
  </inkml:definitions>
  <inkml:trace contextRef="#ctx0" brushRef="#br0">0 39 24575,'0'-3'0,"3"-4"0,2-4 0,-5 0 0,-1 4 0,0 8 0,2 6 0,5 5 0,1 0-8191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048"/>
    </inkml:context>
    <inkml:brush xml:id="br0">
      <inkml:brushProperty name="width" value="0.05" units="cm"/>
      <inkml:brushProperty name="height" value="0.05" units="cm"/>
      <inkml:brushProperty name="color" value="#FFFFFF"/>
    </inkml:brush>
  </inkml:definitions>
  <inkml:trace contextRef="#ctx0" brushRef="#br0">123 86 24575,'0'0'0,"1"0"0,-1 0 0,0 0 0,1 1 0,-1-1 0,1 0 0,-1 0 0,0 0 0,1 0 0,-1 1 0,1-1 0,-1 0 0,0 0 0,1 1 0,-1-1 0,0 0 0,1 0 0,-1 1 0,0-1 0,0 0 0,1 1 0,-1-1 0,0 1 0,0-1 0,1 0 0,-1 1 0,0-1 0,0 1 0,0-1 0,0 0 0,0 1 0,0-1 0,0 1 0,0-1 0,0 1 0,0-1 0,0 0 0,0 1 0,0-1 0,0 1 0,0-1 0,0 1 0,0-1 0,-1 0 0,1 1 0,0-1 0,0 1 0,-1-1 0,-11 29 0,7-20 0,3-3 0,-2 3 0,0 0 0,1 0 0,-4 18 0,7-26 0,0 0 0,-1 0 0,1 0 0,0 0 0,0 0 0,0 0 0,0 0 0,0 0 0,0 0 0,0 0 0,0 0 0,0-1 0,0 1 0,0 0 0,1 0 0,-1 0 0,0 0 0,1 0 0,-1 0 0,1 0 0,-1 0 0,1-1 0,-1 1 0,1 0 0,-1 0 0,1-1 0,0 1 0,0 0 0,-1-1 0,1 1 0,0-1 0,0 1 0,0-1 0,-1 1 0,1-1 0,0 1 0,0-1 0,0 0 0,0 0 0,0 1 0,0-1 0,0 0 0,0 0 0,0 0 0,0 0 0,0 0 0,0 0 0,0 0 0,2-1 0,1 0 0,0 0 0,1-1 0,-1 1 0,0-1 0,0 0 0,0 0 0,0 0 0,0-1 0,0 1 0,-1-1 0,1 0 0,-1 0 0,0 0 0,0-1 0,0 1 0,0-1 0,0 0 0,-1 1 0,0-1 0,3-6 0,-3 5 0,1 0 0,-1-1 0,0 1 0,-1-1 0,1 1 0,-1-1 0,0 0 0,-1 1 0,1-1 0,-1 0 0,0 0 0,0 1 0,-1-1 0,0 0 0,-2-9 0,1 11 0,0 0 0,0 0 0,0 0 0,0 0 0,-1 0 0,1 1 0,-1-1 0,0 1 0,0-1 0,0 1 0,-1 0 0,1 0 0,-1 1 0,1-1 0,-1 1 0,0 0 0,0-1 0,0 2 0,-1-1 0,1 0 0,0 1 0,-1 0 0,1 0 0,0 0 0,-1 1 0,-6-1 0,6 1 0,0 1 0,0-1 0,1 1 0,-1-1 0,0 2 0,0-1 0,1 0 0,-1 1 0,1 0 0,-1 0 0,1 0 0,0 0 0,0 1 0,0 0 0,0 0 0,0 0 0,1 0 0,-1 1 0,1-1 0,0 1 0,0 0 0,0 0 0,1 0 0,-4 7 0,5-10 16,1 0-1,-1 1 1,1-1-1,-1 0 1,1 1-1,0-1 1,-1 1-1,1-1 1,0 0-1,0 1 1,0-1-1,0 1 1,0-1-1,1 1 1,-1-1-1,0 0 1,1 1 0,-1-1-1,1 1 1,-1-1-1,2 2 1,0 0-187,0-1 0,0 0 1,0 0-1,0 1 0,0-1 1,0 0-1,1-1 0,-1 1 1,3 1-1,14 7-6655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234"/>
    </inkml:context>
    <inkml:brush xml:id="br0">
      <inkml:brushProperty name="width" value="0.05" units="cm"/>
      <inkml:brushProperty name="height" value="0.05" units="cm"/>
      <inkml:brushProperty name="color" value="#FFFFFF"/>
    </inkml:brush>
  </inkml:definitions>
  <inkml:trace contextRef="#ctx0" brushRef="#br0">1 24 24575,'3'-4'0,"1"-3"0,3-1 0,0 4 0,-1 6 0,-1 5 0,-2 5 0,-2 4 0,0 1 0,-1 5 0,0 2 0,0-1 0,3 0 0,1-5-8191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376"/>
    </inkml:context>
    <inkml:brush xml:id="br0">
      <inkml:brushProperty name="width" value="0.05" units="cm"/>
      <inkml:brushProperty name="height" value="0.05" units="cm"/>
      <inkml:brushProperty name="color" value="#FFFFFF"/>
    </inkml:brush>
  </inkml:definitions>
  <inkml:trace contextRef="#ctx0" brushRef="#br0">38 42 24575,'0'-3'0,"0"-7"0,-3-2 0,-5 1 0,0 5 0,1 8 0,2 9 0,1 8 0,2 9 0,1-2-8191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720"/>
    </inkml:context>
    <inkml:brush xml:id="br0">
      <inkml:brushProperty name="width" value="0.05" units="cm"/>
      <inkml:brushProperty name="height" value="0.05" units="cm"/>
      <inkml:brushProperty name="color" value="#FFFFFF"/>
    </inkml:brush>
  </inkml:definitions>
  <inkml:trace contextRef="#ctx0" brushRef="#br0">0 60 24575,'4'-34'0,"-4"32"0,0 1 0,0 0 0,0-1 0,1 1 0,-1 0 0,1 0 0,-1-1 0,1 1 0,0 0 0,-1 0 0,1 0 0,0 0 0,0-1 0,0 1 0,0 1 0,0-1 0,0 0 0,0 0 0,0 0 0,0 0 0,0 1 0,2-2 0,-2 2 0,0 0 0,-1 0 0,1 1 0,0-1 0,0 0 0,0 0 0,-1 0 0,1 1 0,0-1 0,0 0 0,-1 1 0,1-1 0,0 1 0,-1-1 0,1 1 0,0-1 0,-1 1 0,1-1 0,-1 1 0,1 0 0,-1-1 0,1 1 0,-1 0 0,1 0 0,-1-1 0,0 1 0,0 0 0,1 0 0,-1 0 0,8 25 0,-4-8 0,-2-1 0,0 30 0,-2-47 0,1 0 0,-1 0 0,0 0 0,0 0 0,0-1 0,0 1 0,0 0 0,0 0 0,0 0 0,0 0 0,0 0 0,0 0 0,0 0 0,0 0 0,0 0 0,0 0 0,0 0 0,1 0 0,-1 0 0,0 0 0,0 0 0,0 0 0,0 0 0,0 0 0,0 0 0,0 0 0,0 0 0,0 0 0,0 0 0,0 0 0,0 0 0,1 0 0,-1 0 0,0 0 0,0 0 0,0 0 0,0 0 0,0 0 0,0 0 0,0 0 0,0 0 0,0 1 0,0-1 0,0 0 0,0 0 0,0 0 0,0 0 0,0 0 0,0 0 0,0 0 0,0 0 0,0 0 0,0 0 0,0 0 0,0 0 0,0 0 0,0 0 0,0 1 0,0-1 0,0 0 0,0 0 0,0 0 0,0 0 0,0 0 0,0 0 0,0 0 0,0 0 0,0 0 0,0 0 0,7-8 0,8-17 0,-11 20 0,-1-1 0,1 0 0,0 0 0,0 1 0,1 0 0,-1 0 0,1 0 0,0 1 0,1-1 0,-1 1 0,1 0 0,10-5 0,-12 7 0,-1 1 0,0 0 0,0 0 0,1 1 0,-1-1 0,0 1 0,1-1 0,-1 1 0,0 0 0,1 1 0,-1-1 0,0 0 0,1 1 0,-1 0 0,0 0 0,1 0 0,-1 0 0,0 0 0,0 0 0,0 1 0,0 0 0,0 0 0,-1 0 0,1 0 0,4 4 0,3 4-15,-1 1-1,0 0 1,-1 1-1,0 0 0,10 22 1,-3-7-1257,-2-5-5554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1.890"/>
    </inkml:context>
    <inkml:brush xml:id="br0">
      <inkml:brushProperty name="width" value="0.05" units="cm"/>
      <inkml:brushProperty name="height" value="0.05" units="cm"/>
      <inkml:brushProperty name="color" value="#FFFFFF"/>
    </inkml:brush>
  </inkml:definitions>
  <inkml:trace contextRef="#ctx0" brushRef="#br0">204 7 24575,'3'-3'0,"4"-1"0,5 7 0,-1 8 0,-2 9 0,-5 11 0,-7 11 0,-5 10 0,-9 7 0,-10 3 0,-9 3 0,-12 1 0,-10-6 0,5-12-8191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2.235"/>
    </inkml:context>
    <inkml:brush xml:id="br0">
      <inkml:brushProperty name="width" value="0.05" units="cm"/>
      <inkml:brushProperty name="height" value="0.05" units="cm"/>
      <inkml:brushProperty name="color" value="#FFFFFF"/>
    </inkml:brush>
  </inkml:definitions>
  <inkml:trace contextRef="#ctx0" brushRef="#br0">249 14 24575,'-2'-2'0,"0"1"0,-1 0 0,1-1 0,0 1 0,0 0 0,-1 0 0,1 0 0,-1 0 0,1 0 0,-1 1 0,1-1 0,-1 1 0,1-1 0,-1 1 0,0 0 0,1 0 0,-1 1 0,1-1 0,-1 0 0,1 1 0,-1-1 0,1 1 0,-1 0 0,1 0 0,-1 0 0,1 0 0,-3 2 0,-4 1 0,1 2 0,-1-1 0,1 1 0,0 0 0,-12 12 0,8-4 0,0 0 0,1 1 0,1 0 0,0 1 0,1 0 0,1 0 0,0 1 0,1 0 0,1 1 0,1 0 0,-5 22 0,7-23 0,1-1 0,0 1 0,1-1 0,1 1 0,1-1 0,0 1 0,1-1 0,1 1 0,0-1 0,1 0 0,1 0 0,12 27 0,-10-30 38,1 0 0,0 0 0,1-1 0,1 0 0,0-1 0,1 0 0,0 0 0,12 9 0,-2-5-465,-1-1 0,2-1 1,45 20-1,0-7-6399</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3.131"/>
    </inkml:context>
    <inkml:brush xml:id="br0">
      <inkml:brushProperty name="width" value="0.05" units="cm"/>
      <inkml:brushProperty name="height" value="0.05" units="cm"/>
      <inkml:brushProperty name="color" value="#FFFFFF"/>
    </inkml:brush>
  </inkml:definitions>
  <inkml:trace contextRef="#ctx0" brushRef="#br0">0 9 24575,'0'3'0,"6"1"0,9 0 0,10 0 0,14-5 0,16-2 0,17-3 0,15-2 0,-7 2-8191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3.555"/>
    </inkml:context>
    <inkml:brush xml:id="br0">
      <inkml:brushProperty name="width" value="0.05" units="cm"/>
      <inkml:brushProperty name="height" value="0.05" units="cm"/>
      <inkml:brushProperty name="color" value="#FFFFFF"/>
    </inkml:brush>
  </inkml:definitions>
  <inkml:trace contextRef="#ctx0" brushRef="#br0">1 28 24575,'3'0'0,"4"0"0,8-3 0,7-1 0,5-3 0,12-1 0,-2 2-8191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9.164"/>
    </inkml:context>
    <inkml:brush xml:id="br0">
      <inkml:brushProperty name="width" value="0.05" units="cm"/>
      <inkml:brushProperty name="height" value="0.05" units="cm"/>
      <inkml:brushProperty name="color" value="#FFFFFF"/>
    </inkml:brush>
  </inkml:definitions>
  <inkml:trace contextRef="#ctx0" brushRef="#br0">236 18 24575,'-11'1'0,"1"0"0,-1 1 0,1 0 0,-1 0 0,1 1 0,0 0 0,0 1 0,0 1 0,0-1 0,1 1 0,-1 1 0,1 0 0,1 0 0,-1 1 0,1 0 0,0 0 0,1 1 0,0 0 0,0 0 0,0 1 0,1 0 0,1 0 0,-1 0 0,2 1 0,-1 0 0,1 0 0,1 0 0,-5 19 0,7-26 0,1 1 0,-1-1 0,1 1 0,-1 0 0,1-1 0,0 1 0,1 0 0,-1-1 0,1 1 0,-1 0 0,1-1 0,0 1 0,0-1 0,1 0 0,-1 1 0,1-1 0,-1 0 0,1 0 0,0 0 0,0 0 0,1 0 0,-1 0 0,1 0 0,-1-1 0,1 1 0,0-1 0,0 0 0,0 0 0,4 2 0,-1-1 0,0-1 0,1 1 0,0-1 0,-1-1 0,1 1 0,0-1 0,0 0 0,0-1 0,-1 0 0,1 0 0,0 0 0,0-1 0,0 0 0,12-3 0,-6-1 0,0 1 0,-1-1 0,1-1 0,-1-1 0,0 1 0,-1-2 0,0 0 0,14-11 0,-17 11 0,-1 1 0,1-1 0,-1 0 0,0-1 0,-1 0 0,0 0 0,-1 0 0,1-1 0,-2 1 0,8-21 0,-11 26 0,0 0 0,0 0 0,0-1 0,-1 1 0,1 0 0,-1 0 0,0 0 0,0 0 0,-1 0 0,1 0 0,-1-1 0,0 1 0,0 0 0,0 0 0,-1 0 0,1 1 0,-4-7 0,2 6 0,0 0 0,0 0 0,-1 1 0,1-1 0,-1 1 0,0 0 0,0 0 0,0 0 0,0 0 0,-1 1 0,1-1 0,-9-2 0,1 1 0,0 1 0,-1 0 0,1 1 0,-1 0 0,0 1 0,0 0 0,1 1 0,-1 1 0,0 0 0,-18 4 0,24-4-114,0 1 1,0 0-1,0 0 0,0 1 0,0 0 1,1 0-1,-1 1 0,1 0 0,0 0 1,0 0-1,-7 7 0,0 6-6712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09.990"/>
    </inkml:context>
    <inkml:brush xml:id="br0">
      <inkml:brushProperty name="width" value="0.05" units="cm"/>
      <inkml:brushProperty name="height" value="0.05" units="cm"/>
      <inkml:brushProperty name="color" value="#FFFFFF"/>
    </inkml:brush>
  </inkml:definitions>
  <inkml:trace contextRef="#ctx0" brushRef="#br0">259 19 24575,'-3'-2'0,"0"0"0,0 0 0,0 0 0,0 0 0,-1 1 0,1-1 0,0 1 0,0 0 0,-1 0 0,1 0 0,-1 1 0,1-1 0,-1 1 0,1-1 0,-5 2 0,1-1 0,0 0 0,-1 1 0,1 0 0,0 0 0,0 1 0,-9 3 0,4 0 0,0 0 0,0 2 0,1-1 0,0 2 0,0-1 0,1 1 0,-12 11 0,19-15 0,-1 0 0,0-1 0,1 1 0,0 1 0,0-1 0,0 0 0,0 1 0,1-1 0,-1 1 0,1 0 0,0 0 0,1 0 0,-1 0 0,1 0 0,0 0 0,1 0 0,-1 0 0,1 0 0,0 1 0,1 9 0,-1-13 0,1 1 0,0-1 0,0 1 0,0-1 0,0 1 0,0-1 0,1 0 0,-1 1 0,1-1 0,-1 0 0,1 0 0,0 0 0,0 0 0,0 0 0,0-1 0,0 1 0,3 1 0,0 0 0,0-1 0,0 0 0,0 0 0,0 0 0,0-1 0,0 0 0,0 0 0,8 0 0,-1 0 0,-1-1 0,1-1 0,-1 0 0,0 0 0,0-1 0,1-1 0,17-6 0,-15 3 0,-1 0 0,0-1 0,-1-1 0,0 0 0,0 0 0,17-17 0,-24 21 0,-1-1 0,0 1 0,0-1 0,0 0 0,0 0 0,-1 0 0,0-1 0,0 1 0,0-1 0,-1 0 0,0 1 0,0-1 0,0 0 0,-1 0 0,0-1 0,0 1 0,0-11 0,-1 15-38,0-1 0,-1 1 0,1 0 1,0 0-1,-1 0 0,0 0 0,0 0 0,1 1 0,-1-1 0,0 0 0,0 0 0,-1 0 0,1 1 0,0-1 0,-1 1 0,1-1 1,-1 1-1,1-1 0,-1 1 0,1 0 0,-1 0 0,0 0 0,0 0 0,0 0 0,0 0 0,0 0 0,0 0 0,0 1 0,0-1 1,0 1-1,0 0 0,0 0 0,0-1 0,0 1 0,-4 1 0,-14 1-6788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0.455"/>
    </inkml:context>
    <inkml:brush xml:id="br0">
      <inkml:brushProperty name="width" value="0.05" units="cm"/>
      <inkml:brushProperty name="height" value="0.05" units="cm"/>
      <inkml:brushProperty name="color" value="#FFFFFF"/>
    </inkml:brush>
  </inkml:definitions>
  <inkml:trace contextRef="#ctx0" brushRef="#br0">234 53 24575,'-3'0'0,"0"-1"0,1 0 0,-1-1 0,0 1 0,1 0 0,-1-1 0,1 1 0,0-1 0,0 0 0,-1 0 0,1 0 0,0 0 0,-2-2 0,-17-14 0,17 16 0,-1 0 0,1 0 0,-1 1 0,0-1 0,1 1 0,-1 1 0,0-1 0,0 1 0,0-1 0,1 1 0,-1 1 0,0-1 0,0 1 0,0 0 0,1 0 0,-1 0 0,0 0 0,1 1 0,-1 0 0,1 0 0,0 0 0,-1 1 0,1-1 0,0 1 0,0 0 0,-5 6 0,5-5 0,-1 0 0,1 0 0,0 1 0,0 0 0,1 0 0,0 0 0,-1 0 0,2 0 0,-1 1 0,1 0 0,-1-1 0,2 1 0,-1 0 0,1 0 0,-1 0 0,2 0 0,-1 0 0,1 0 0,0 0 0,1 12 0,-1-16 0,1 0 0,0 0 0,-1 0 0,1 0 0,0 0 0,0-1 0,0 1 0,0 0 0,0 0 0,0-1 0,1 1 0,-1-1 0,0 1 0,1-1 0,-1 1 0,1-1 0,2 2 0,0-1 0,0 0 0,0-1 0,0 1 0,0-1 0,0 1 0,1-1 0,7 1 0,0-1 0,1-1 0,-1 0 0,1-1 0,22-4 0,-26 3 0,-1 0 0,1-1 0,-1 0 0,0 0 0,0-1 0,0 0 0,-1-1 0,0 1 0,1-2 0,8-7 0,-14 11 0,1 0 0,-1-1 0,0 1 0,0-1 0,0 1 0,0-1 0,0 0 0,-1 1 0,1-1 0,-1 0 0,1 0 0,-1 0 0,0 0 0,0-1 0,-1 1 0,1 0 0,-1 0 0,1-1 0,-1 1 0,0 0 0,0 0 0,-1-1 0,1 1 0,-1 0 0,1 0 0,-1 0 0,0 0 0,0-1 0,-1 1 0,-1-4 0,1 4-42,0 0-1,0 0 0,-1 1 1,1-1-1,-1 1 0,1 0 1,-1-1-1,0 1 0,0 0 1,1 0-1,-2 1 0,1-1 1,0 1-1,0-1 0,0 1 1,-1 0-1,1 0 0,0 1 1,-1-1-1,1 1 0,-1 0 1,1-1-1,-1 1 0,1 1 1,-1-1-1,1 1 0,-1-1 1,1 1-1,0 0 0,-1 0 1,-3 2-1,-9 5-6783</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0.876"/>
    </inkml:context>
    <inkml:brush xml:id="br0">
      <inkml:brushProperty name="width" value="0.05" units="cm"/>
      <inkml:brushProperty name="height" value="0.05" units="cm"/>
      <inkml:brushProperty name="color" value="#FFFFFF"/>
    </inkml:brush>
  </inkml:definitions>
  <inkml:trace contextRef="#ctx0" brushRef="#br0">222 53 24575,'0'-3'0,"0"1"0,-1 0 0,1-1 0,0 1 0,-1 0 0,0 0 0,1 0 0,-1 0 0,0-1 0,0 1 0,0 0 0,-1 0 0,1 1 0,0-1 0,-1 0 0,1 0 0,-1 1 0,0-1 0,1 1 0,-1-1 0,0 1 0,0 0 0,0 0 0,0-1 0,0 2 0,0-1 0,0 0 0,-1 0 0,1 1 0,0-1 0,0 1 0,-1-1 0,1 1 0,-4 0 0,0 0 0,0-1 0,0 1 0,-1 1 0,1-1 0,0 1 0,0 0 0,0 1 0,0-1 0,0 1 0,0 0 0,-10 6 0,9-3 0,0 1 0,0 0 0,1 0 0,0 0 0,0 1 0,1-1 0,-1 1 0,2 1 0,-1-1 0,1 1 0,0 0 0,0 0 0,-3 13 0,6-17 0,0-1 0,0 1 0,0 0 0,0 0 0,1-1 0,-1 1 0,1 0 0,0 0 0,0 0 0,1 0 0,-1 0 0,1-1 0,0 1 0,0 0 0,0 0 0,0-1 0,1 1 0,-1-1 0,1 1 0,0-1 0,0 0 0,0 1 0,1-1 0,-1 0 0,1-1 0,-1 1 0,1 0 0,0-1 0,0 1 0,1-1 0,-1 0 0,5 2 0,0 0 0,1-1 0,0-1 0,0 0 0,0 0 0,0 0 0,0-1 0,0 0 0,0-1 0,0 0 0,0-1 0,0 0 0,0 0 0,0-1 0,0 0 0,0 0 0,0-1 0,-1 0 0,14-7 0,-16 6 0,0 1 0,0-1 0,0-1 0,0 1 0,0-1 0,-1 0 0,0 0 0,0 0 0,-1-1 0,7-9 0,-8 10 0,0 0 0,-1 0 0,0 0 0,0 0 0,-1-1 0,1 1 0,-1 0 0,0-1 0,0 1 0,-1-1 0,0 1 0,0-1 0,0 1 0,-1-1 0,-1-5 0,2 8 0,-1-1 0,0 0 0,0 1 0,0-1 0,-1 0 0,1 1 0,-1 0 0,0-1 0,0 1 0,0 0 0,0 0 0,-1 0 0,1 0 0,-1 1 0,0-1 0,1 0 0,-6-2 0,4 3 0,-1-1 0,0 1 0,0 0 0,0 1 0,0-1 0,0 1 0,0 0 0,-1 0 0,1 0 0,0 1 0,-7 0 0,-1 1 0,0 1 0,0 0 0,1 0 0,-1 2 0,1-1 0,0 2 0,0-1 0,0 2 0,-15 9 0,1 3-1365,4-1-5461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1.453"/>
    </inkml:context>
    <inkml:brush xml:id="br0">
      <inkml:brushProperty name="width" value="0.05" units="cm"/>
      <inkml:brushProperty name="height" value="0.05" units="cm"/>
      <inkml:brushProperty name="color" value="#FFFFFF"/>
    </inkml:brush>
  </inkml:definitions>
  <inkml:trace contextRef="#ctx0" brushRef="#br0">9 477 24575,'-1'-1'0,"0"0"0,0 0 0,1 0 0,-1 0 0,1 0 0,-1 0 0,0 0 0,1 0 0,0 0 0,-1 0 0,1 0 0,0 0 0,-1 0 0,1 0 0,0 0 0,0 0 0,0 0 0,0-1 0,0 1 0,0 0 0,0 0 0,1 0 0,-1 0 0,0 0 0,0 0 0,1 0 0,-1 0 0,1 0 0,-1 0 0,1 0 0,-1 0 0,1 0 0,0 0 0,-1 0 0,1 0 0,0 1 0,0-1 0,0 0 0,0 1 0,0-1 0,-1 0 0,3 0 0,5-4 0,0 0 0,0 1 0,0 0 0,9-4 0,44-12 0,0 3 0,108-17 0,-108 23 0,1072-160-2214,-183 32 511,-923 135 1702,-21 3 4,0 1 1,0-1-1,0-1 0,0 1 1,0-1-1,8-3 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1.888"/>
    </inkml:context>
    <inkml:brush xml:id="br0">
      <inkml:brushProperty name="width" value="0.05" units="cm"/>
      <inkml:brushProperty name="height" value="0.05" units="cm"/>
      <inkml:brushProperty name="color" value="#FFFFFF"/>
    </inkml:brush>
  </inkml:definitions>
  <inkml:trace contextRef="#ctx0" brushRef="#br0">0 1 24575,'487'23'-472,"-254"-7"123,875 57-1183,-450-28 959,-620-43 765,97 4-522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2.177"/>
    </inkml:context>
    <inkml:brush xml:id="br0">
      <inkml:brushProperty name="width" value="0.05" units="cm"/>
      <inkml:brushProperty name="height" value="0.05" units="cm"/>
      <inkml:brushProperty name="color" value="#FFFFFF"/>
    </inkml:brush>
  </inkml:definitions>
  <inkml:trace contextRef="#ctx0" brushRef="#br0">34 1 24575,'-3'0'0,"-5"0"0,-3 0 0,0 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2.389"/>
    </inkml:context>
    <inkml:brush xml:id="br0">
      <inkml:brushProperty name="width" value="0.05" units="cm"/>
      <inkml:brushProperty name="height" value="0.05" units="cm"/>
      <inkml:brushProperty name="color" value="#FFFFFF"/>
    </inkml:brush>
  </inkml:definitions>
  <inkml:trace contextRef="#ctx0" brushRef="#br0">1 1 24575,'3'0'0,"0"1"0,0 0 0,-1-1 0,1 1 0,0 0 0,0 0 0,-1 1 0,1-1 0,-1 1 0,3 1 0,11 6 0,50 17 0,138 36 0,-127-42 0,322 92-129,406 109-556,4-26 198,-546-147 454,-242-41 215,-21-7-166,1 0 1,-1 0 0,0 0-1,0 0 1,0 1-1,0-1 1,0 0 0,0 0-1,1 0 1,-1 0-1,0 0 1,0 0-1,0 0 1,0 1 0,0-1-1,0 0 1,0 0-1,0 0 1,0 0 0,0 0-1,1 1 1,-1-1-1,0 0 1,0 0 0,0 0-1,0 0 1,0 0-1,0 1 1,0-1-1,0 0 1,0 0 0,0 0-1,0 0 1,-1 1-1,1-1 1,0 0 0,0 0-1,0 0 1,0 0-1,0 0 1,0 1-1,0-1 1,0 0 0,0 0-1,0 0 1,-1 0-1,1 0 1,0 0 0,0 0-1,0 0 1,0 1-1,-3 0-150,-1 1 0,1-1-1,0 0 1,0 0-1,-1 0 1,1-1-1,-7 1 1,-12 1-6692</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3.614"/>
    </inkml:context>
    <inkml:brush xml:id="br0">
      <inkml:brushProperty name="width" value="0.05" units="cm"/>
      <inkml:brushProperty name="height" value="0.05" units="cm"/>
      <inkml:brushProperty name="color" value="#FFFFFF"/>
    </inkml:brush>
  </inkml:definitions>
  <inkml:trace contextRef="#ctx0" brushRef="#br0">104 11 24575,'0'0'0,"0"0"0,0-1 0,0 1 0,0 0 0,0-1 0,0 1 0,0 0 0,0-1 0,0 1 0,0 0 0,0-1 0,0 1 0,-1 0 0,1 0 0,0-1 0,0 1 0,0 0 0,0 0 0,-1-1 0,1 1 0,0 0 0,0 0 0,-1-1 0,1 1 0,0 0 0,0 0 0,-1 0 0,1-1 0,0 1 0,0 0 0,-1 0 0,1 0 0,0 0 0,-1 0 0,1 0 0,-14 3 0,-11 13 0,18-7 0,1-1 0,0 2 0,0-1 0,1 1 0,0-1 0,0 1 0,1 1 0,1-1 0,0 0 0,0 1 0,-2 20 0,5-26 0,-1 0 0,1 0 0,1 0 0,-1 0 0,1 0 0,-1-1 0,1 1 0,1 0 0,-1-1 0,1 1 0,0 0 0,3 6 0,-3-8 0,1 0 0,-1 0 0,1-1 0,-1 1 0,1-1 0,0 1 0,0-1 0,0 0 0,0 0 0,0 0 0,1 0 0,-1-1 0,1 1 0,-1-1 0,1 0 0,-1 0 0,1 0 0,5 0 0,3 0 0,-1-1 0,1-1 0,-1 1 0,1-2 0,-1 1 0,1-2 0,-1 0 0,0 0 0,0-1 0,0 0 0,0 0 0,13-10 0,-16 10 0,-1-1 0,0 0 0,0 0 0,-1-1 0,0 0 0,0 0 0,10-13 0,-13 15 0,-1 0 0,1-1 0,-1 0 0,0 1 0,0-1 0,0 0 0,0 0 0,-1 0 0,0 0 0,0 0 0,-1 0 0,1 0 0,-1-9 0,-1 10 0,1 1 0,-1-1 0,1 0 0,-1 1 0,0-1 0,-1 0 0,1 1 0,-1 0 0,1-1 0,-1 1 0,0 0 0,0 0 0,0 0 0,-1 0 0,-3-4 0,2 4 0,0-1 0,-1 1 0,0-1 0,0 1 0,0 1 0,0-1 0,0 1 0,0 0 0,-8-2 0,3 1 0,0 1 0,0 1 0,0 0 0,1 0 0,-1 1 0,0 0 0,0 1 0,0 0 0,0 0 0,0 1 0,-11 4 0,-10 8-1365,7 0-5461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4.001"/>
    </inkml:context>
    <inkml:brush xml:id="br0">
      <inkml:brushProperty name="width" value="0.05" units="cm"/>
      <inkml:brushProperty name="height" value="0.05" units="cm"/>
      <inkml:brushProperty name="color" value="#FFFFFF"/>
    </inkml:brush>
  </inkml:definitions>
  <inkml:trace contextRef="#ctx0" brushRef="#br0">4 928 24575,'0'0'0,"0"0"0,-1 0 0,1 0 0,0 0 0,0 0 0,0 0 0,0 0 0,0 0 0,-1-1 0,1 1 0,0 0 0,0 0 0,0 0 0,0 0 0,0 0 0,0 0 0,-1 0 0,1 0 0,0 0 0,0 0 0,0 0 0,0-1 0,0 1 0,0 0 0,0 0 0,0 0 0,0 0 0,0 0 0,-1 0 0,1 0 0,0-1 0,0 1 0,0 0 0,0 0 0,0 0 0,0 0 0,0 0 0,0-1 0,0 1 0,0 0 0,0 0 0,0 0 0,0 0 0,0 0 0,0-1 0,0 1 0,1 0 0,-1 0 0,0 0 0,0 0 0,0 0 0,0 0 0,0 0 0,0-1 0,0 1 0,0 0 0,0 0 0,0 0 0,1 0 0,-1 0 0,0 0 0,0 0 0,0 0 0,0 0 0,0 0 0,0-1 0,1 1 0,-1 0 0,0 0 0,10-8 0,22-10 0,0 1 0,1 2 0,35-11 0,-10 4 0,679-248-1303,-334 127 467,-123 42 653,447-171-581,-707 263 1054,-15 6-129,1 0 1,-1 1 0,1-1-1,0 1 1,0 1-1,0-1 1,0 1-1,0 0 1,11-1 0,-19 5-186,0-1 1,0 1 0,-1-1 0,1 0 0,-1 0 0,1 0 0,-6 3 0,-8 5-6803</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4.510"/>
    </inkml:context>
    <inkml:brush xml:id="br0">
      <inkml:brushProperty name="width" value="0.05" units="cm"/>
      <inkml:brushProperty name="height" value="0.05" units="cm"/>
      <inkml:brushProperty name="color" value="#FFFFFF"/>
    </inkml:brush>
  </inkml:definitions>
  <inkml:trace contextRef="#ctx0" brushRef="#br0">1 751 24575,'3'-1'0,"1"0"0,-1 0 0,1 0 0,-1 0 0,1 0 0,-1-1 0,0 1 0,0-1 0,4-2 0,7-4 0,955-398-507,-648 299 253,365-72 0,-651 171 254,6-1 0,0 2 0,59-4 0,-98 11-2,-1 0-1,1 0 0,0 0 1,-1 0-1,1 0 0,-1 0 1,1 0-1,0 0 0,-1 1 1,1-1-1,-1 1 0,3 0 0,-4 0 7,0-1-1,0 0 0,0 0 0,0 1 0,0-1 0,0 0 0,0 1 0,0-1 0,0 0 0,0 0 0,0 1 0,0-1 0,0 0 1,0 1-1,0-1 0,0 0 0,0 0 0,0 1 0,0-1 0,0 0 0,0 1 0,0-1 0,-1 0 0,1 0 0,0 1 1,0-1-1,0 0 0,-1 0 0,1 0 0,0 1 0,0-1 0,0 0 0,-1 0 0,1 0 0,0 0 0,-1 1 0,-35 20 764,2-4-1963,0-1-5630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4.975"/>
    </inkml:context>
    <inkml:brush xml:id="br0">
      <inkml:brushProperty name="width" value="0.05" units="cm"/>
      <inkml:brushProperty name="height" value="0.05" units="cm"/>
      <inkml:brushProperty name="color" value="#FFFFFF"/>
    </inkml:brush>
  </inkml:definitions>
  <inkml:trace contextRef="#ctx0" brushRef="#br0">8 112 24575,'-1'0'0,"1"0"0,0 0 0,0 0 0,0 0 0,-1 1 0,1-1 0,0 0 0,0 0 0,-1 0 0,1 0 0,0 0 0,0 0 0,-1 0 0,1 0 0,0-1 0,0 1 0,0 0 0,-1 0 0,1 0 0,0 0 0,0 0 0,0 0 0,-1 0 0,1 0 0,0-1 0,0 1 0,0 0 0,-1 0 0,1 0 0,0 0 0,0-1 0,0 1 0,0 0 0,0 0 0,0 0 0,-1-1 0,1 1 0,0 0 0,0 0 0,0 0 0,0-1 0,0 1 0,0 0 0,0 0 0,0-1 0,0 1 0,0 0 0,0 0 0,0 0 0,0-1 0,0 1 0,0 0 0,0 0 0,0-1 0,0 1 0,1 0 0,-1 0 0,0 0 0,0-1 0,0 1 0,0 0 0,0 0 0,0 0 0,1-1 0,-1 1 0,0 0 0,0 0 0,0 0 0,1 0 0,13-13 0,-3 8 0,0-1 0,1 2 0,0-1 0,0 2 0,15-4 0,67-6 0,-65 10 0,552-37-1004,-1 36-723,-387 4 1327,-165 0 219,1333 17-2406,-1312-15 2890,-11-2 224,-1 2-1,53 10 0,-90-12-489,1 0-1,-1 0 0,1 0 0,-1 0 0,1 0 0,-1 0 0,1 0 1,-1 0-1,0 1 0,1-1 0,-1 0 0,1 0 0,-1 0 0,1 1 1,-1-1-1,0 0 0,1 0 0,-1 1 0,0-1 0,1 0 0,-1 1 1,0-1-1,1 0 0,-1 1 0,1 0 0,-10 4 1094,-20 2-1728,-5-4-5048</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9.338"/>
    </inkml:context>
    <inkml:brush xml:id="br0">
      <inkml:brushProperty name="width" value="0.05" units="cm"/>
      <inkml:brushProperty name="height" value="0.05" units="cm"/>
      <inkml:brushProperty name="color" value="#FFFFFF"/>
    </inkml:brush>
  </inkml:definitions>
  <inkml:trace contextRef="#ctx0" brushRef="#br0">22 362 24575,'0'-1'0,"-1"0"0,1-1 0,0 1 0,-1 0 0,0 0 0,1-1 0,-1 1 0,0 0 0,1 0 0,-1 0 0,0 0 0,-1-2 0,-7-8 0,9 8 0,-1 1 0,0-1 0,1 0 0,-1 1 0,1-1 0,0 0 0,-1 1 0,2-1 0,-1 0 0,0 1 0,0-1 0,1 0 0,-1 1 0,1-1 0,1-3 0,1 1 0,-1-1 0,1 1 0,0 0 0,1 0 0,-1 0 0,8-7 0,-1 2 0,1 0 0,1 0 0,-1 2 0,26-15 0,-24 16 0,-1 1 0,1 0 0,1 2 0,-1-1 0,1 2 0,0-1 0,0 2 0,14-1 0,-20 2 0,-1 1 0,0 0 0,0 1 0,0-1 0,0 1 0,0 1 0,-1-1 0,1 1 0,0 1 0,-1-1 0,1 1 0,-1 0 0,0 0 0,0 1 0,0 0 0,0 0 0,10 10 0,-5-2 0,-1 1 0,-1 0 0,0 0 0,0 1 0,-2 1 0,0-1 0,0 1 0,6 23 0,-7-17 0,-1 0 0,-1 1 0,0-1 0,-2 1 0,-1 38 0,1-103 0,2-1 0,2 0 0,20-70 0,19-9 0,-37 107 0,0-1 0,1 1 0,1 1 0,0 0 0,14-15 0,-22 28 0,0-1 0,0 1 0,0 0 0,1 0 0,-1 0 0,1 0 0,-1 1 0,1-1 0,-1 1 0,1-1 0,0 1 0,0 0 0,0 0 0,0 0 0,0 1 0,0-1 0,6 0 0,-7 1 0,1 1 0,-1-1 0,0 1 0,1 0 0,-1 0 0,0-1 0,0 2 0,0-1 0,0 0 0,0 0 0,0 1 0,0-1 0,0 1 0,0-1 0,0 1 0,-1 0 0,1 0 0,-1-1 0,0 1 0,1 0 0,-1 1 0,0-1 0,1 3 0,8 19 0,-2 2 0,0-1 0,-2 1 0,-1 0 0,3 32 0,-2-11 0,-4-38 0,3 17 0,-5-26 0,0 0 0,0 0 0,0 0 0,1 0 0,-1 0 0,0 1 0,0-1 0,0 0 0,0 0 0,0 0 0,0 0 0,0 0 0,0 0 0,1 0 0,-1 0 0,0 1 0,0-1 0,0 0 0,0 0 0,0 0 0,0 0 0,1 0 0,-1 0 0,0 0 0,0 0 0,0 0 0,0 0 0,0 0 0,1 0 0,-1 0 0,0 0 0,0 0 0,0 0 0,0 0 0,0 0 0,1 0 0,-1 0 0,0 0 0,0 0 0,0-1 0,0 1 0,0 0 0,1 0 0,-1 0 0,8-14 0,-1-1 0,63-122 0,-61 122 0,0 0 0,1 1 0,1 1 0,0 0 0,1 0 0,25-20 0,-35 32 0,0-1 0,0 1 0,0-1 0,1 1 0,-1 0 0,0 0 0,1 0 0,-1 0 0,0 0 0,1 1 0,-1-1 0,1 1 0,0 0 0,-1-1 0,1 1 0,-1 0 0,5 1 0,-5-1 0,0 1 0,0 0 0,0 0 0,0 0 0,0 0 0,0 0 0,0 0 0,0 1 0,-1-1 0,1 1 0,0-1 0,-1 1 0,1-1 0,-1 1 0,0 0 0,1 0 0,-1 0 0,0 0 0,0 0 0,1 2 0,2 7 0,0 1 0,0-1 0,-1 1 0,-1 0 0,2 16 0,0 66 0,-3-32 0,1-38 50,5 70 226,-5-83-518,0 0 1,1 1-1,0-1 0,0-1 1,1 1-1,6 10 1,1-4-6585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9.510"/>
    </inkml:context>
    <inkml:brush xml:id="br0">
      <inkml:brushProperty name="width" value="0.05" units="cm"/>
      <inkml:brushProperty name="height" value="0.05" units="cm"/>
      <inkml:brushProperty name="color" value="#FFFFFF"/>
    </inkml:brush>
  </inkml:definitions>
  <inkml:trace contextRef="#ctx0" brushRef="#br0">0 26 24575,'0'-6'0,"3"-5"0,2 2 0,-1 9 0,-1 11 0,-1 9 0,0 8 0,-2 6 0,1 2 0,-1 2 0,3 1 0,1-4 0,0-4 0,2-4 0,0-7-8191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9.648"/>
    </inkml:context>
    <inkml:brush xml:id="br0">
      <inkml:brushProperty name="width" value="0.05" units="cm"/>
      <inkml:brushProperty name="height" value="0.05" units="cm"/>
      <inkml:brushProperty name="color" value="#FFFFFF"/>
    </inkml:brush>
  </inkml:definitions>
  <inkml:trace contextRef="#ctx0" brushRef="#br0">57 12 24575,'0'-3'0,"-4"-1"0,-3 0 0,-4 4 0,0 4 0,-2 6 0,2 1-8191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19.913"/>
    </inkml:context>
    <inkml:brush xml:id="br0">
      <inkml:brushProperty name="width" value="0.05" units="cm"/>
      <inkml:brushProperty name="height" value="0.05" units="cm"/>
      <inkml:brushProperty name="color" value="#FFFFFF"/>
    </inkml:brush>
  </inkml:definitions>
  <inkml:trace contextRef="#ctx0" brushRef="#br0">0 14 24575,'0'1'0,"0"-1"0,0 0 0,0 1 0,0-1 0,0 0 0,0 0 0,1 1 0,-1-1 0,0 0 0,0 1 0,0-1 0,0 0 0,0 0 0,0 1 0,1-1 0,-1 0 0,0 0 0,0 0 0,0 1 0,1-1 0,-1 0 0,0 0 0,0 0 0,1 1 0,-1-1 0,0 0 0,0 0 0,1 0 0,-1 0 0,0 0 0,1 0 0,-1 0 0,0 0 0,0 0 0,1 0 0,-1 0 0,0 0 0,1 0 0,-1 0 0,0 0 0,1 0 0,-1 0 0,0 0 0,0 0 0,1 0 0,-1 0 0,0 0 0,0 0 0,1-1 0,19-8 0,-12 5 0,-4 2 0,1 1 0,-1 0 0,0 0 0,1 1 0,-1-1 0,1 1 0,-1 0 0,1 0 0,-1 0 0,1 1 0,-1 0 0,1-1 0,-1 2 0,0-1 0,0 0 0,1 1 0,-1 0 0,0 0 0,0 0 0,-1 0 0,1 1 0,0 0 0,-1-1 0,1 1 0,-1 0 0,0 1 0,4 5 0,7 9 0,-1 0 0,-1 2 0,-1-1 0,11 27 0,-12-26 0,11 26 0,-10-19 0,28 44 0,-39-70 15,1 0 0,-1 0 0,1-1 0,0 1-1,-1 0 1,1 0 0,0 0 0,-1 0 0,1-1 0,0 1-1,0 0 1,0-1 0,0 1 0,0-1 0,0 1 0,0-1 0,0 1-1,0-1 1,0 0 0,0 1 0,0-1 0,2 0 0,-2 0-97,0-1 1,0 1 0,0 0 0,0-1-1,0 0 1,0 1 0,0-1-1,0 1 1,0-1 0,-1 0 0,1 0-1,0 0 1,0 1 0,-1-1 0,1 0-1,0 0 1,-1 0 0,1 0 0,-1 0-1,1-2 1,7-13-6745</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0.085"/>
    </inkml:context>
    <inkml:brush xml:id="br0">
      <inkml:brushProperty name="width" value="0.05" units="cm"/>
      <inkml:brushProperty name="height" value="0.05" units="cm"/>
      <inkml:brushProperty name="color" value="#FFFFFF"/>
    </inkml:brush>
  </inkml:definitions>
  <inkml:trace contextRef="#ctx0" brushRef="#br0">364 14 24575,'-2'-2'0,"0"1"0,0-1 0,0 1 0,-1 0 0,1 0 0,0 0 0,-1 0 0,1 0 0,0 1 0,-1-1 0,1 1 0,-1-1 0,1 1 0,-1 0 0,1 0 0,-1 0 0,0 0 0,1 1 0,0-1 0,-1 1 0,1-1 0,-1 1 0,1 0 0,-1 0 0,1 0 0,0 0 0,-4 3 0,-3 1 0,0 1 0,0 0 0,0 0 0,1 1 0,-9 10 0,-5 7 99,1 2-1,-32 53 1,-24 62-460,33-56-939,28-58-5526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0.333"/>
    </inkml:context>
    <inkml:brush xml:id="br0">
      <inkml:brushProperty name="width" value="0.05" units="cm"/>
      <inkml:brushProperty name="height" value="0.05" units="cm"/>
      <inkml:brushProperty name="color" value="#FFFFFF"/>
    </inkml:brush>
  </inkml:definitions>
  <inkml:trace contextRef="#ctx0" brushRef="#br0">0 33 24575,'0'-3'0,"0"-5"0,0-3 0,0 3 0,0 6 0,0 6 0,0 9 0,0 8 0,0 7 0,3 8 0,1 5 0,0 3 0,2 2 0,1-2 0,-2-4 0,2-4 0,0-7-8191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0.476"/>
    </inkml:context>
    <inkml:brush xml:id="br0">
      <inkml:brushProperty name="width" value="0.05" units="cm"/>
      <inkml:brushProperty name="height" value="0.05" units="cm"/>
      <inkml:brushProperty name="color" value="#FFFFFF"/>
    </inkml:brush>
  </inkml:definitions>
  <inkml:trace contextRef="#ctx0" brushRef="#br0">23 81 24575,'0'-9'0,"0"-10"0,0-8 0,-4 8 0,0 12 0,-3 14 0,0 6-8191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0.845"/>
    </inkml:context>
    <inkml:brush xml:id="br0">
      <inkml:brushProperty name="width" value="0.05" units="cm"/>
      <inkml:brushProperty name="height" value="0.05" units="cm"/>
      <inkml:brushProperty name="color" value="#FFFFFF"/>
    </inkml:brush>
  </inkml:definitions>
  <inkml:trace contextRef="#ctx0" brushRef="#br0">1 103 24575,'0'-4'0,"1"1"0,-1-1 0,1 0 0,0 1 0,0-1 0,1 1 0,-1-1 0,1 1 0,0 0 0,-1 0 0,2 0 0,3-6 0,-1 4 0,-1-1 0,2 1 0,-1 0 0,1 1 0,8-7 0,-10 9 0,-1 0 0,1 0 0,0 0 0,-1 0 0,1 1 0,0 0 0,0-1 0,0 1 0,0 1 0,0-1 0,0 1 0,1 0 0,-1-1 0,0 2 0,0-1 0,0 0 0,0 1 0,0 0 0,0 0 0,0 0 0,0 1 0,0-1 0,0 1 0,-1 0 0,1 0 0,-1 0 0,4 3 0,0 1 0,0 0 0,-1 0 0,0 1 0,0 0 0,0 0 0,-1 0 0,0 1 0,-1-1 0,1 1 0,-2 0 0,6 14 0,0 14 0,-1 0 0,-1 0 0,3 69 0,-10-100 0,5 18 0,-1-18 0,3-15 0,11-43 0,-8 23 0,2 0 0,18-35 0,-18 44 0,0 0 0,29-33 0,-35 47 0,1 0 0,0 0 0,0 1 0,0 0 0,1 0 0,0 0 0,0 1 0,0 1 0,1-1 0,9-2 0,-15 6 0,0 0 0,1 0 0,-1 0 0,0 1 0,1 0 0,-1-1 0,1 1 0,-1 0 0,0 1 0,1-1 0,-1 1 0,0-1 0,1 1 0,-1 0 0,0 0 0,0 1 0,0-1 0,0 1 0,0-1 0,0 1 0,0 0 0,0 0 0,-1 0 0,1 0 0,-1 1 0,1-1 0,-1 1 0,0 0 0,3 4 0,3 5 0,-1 1 0,0 1 0,-1-1 0,0 1 0,5 20 0,14 67 0,-19-71 0,1 1 0,2-1 0,21 49 0,-15-54-1365,-1-8-5461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1.048"/>
    </inkml:context>
    <inkml:brush xml:id="br0">
      <inkml:brushProperty name="width" value="0.05" units="cm"/>
      <inkml:brushProperty name="height" value="0.05" units="cm"/>
      <inkml:brushProperty name="color" value="#FFFFFF"/>
    </inkml:brush>
  </inkml:definitions>
  <inkml:trace contextRef="#ctx0" brushRef="#br0">128 63 24575,'5'-10'0,"-3"4"0,1 0 0,0 1 0,0-1 0,1 1 0,5-8 0,-8 12 0,0 0 0,0 0 0,0 0 0,0 0 0,0 0 0,1 0 0,-1 1 0,0-1 0,0 0 0,1 1 0,-1-1 0,0 1 0,1 0 0,-1-1 0,0 1 0,1 0 0,-1 0 0,1 0 0,-1 0 0,0 0 0,1 0 0,-1 0 0,0 0 0,1 0 0,-1 1 0,1-1 0,-1 1 0,0-1 0,0 1 0,1-1 0,0 2 0,6 3 0,-2 0 0,1 0 0,0 0 0,-1 1 0,0 0 0,0 1 0,-1-1 0,0 1 0,0 0 0,4 10 0,3 5 0,-1 0 0,9 29 0,-14-34 0,-1-1 0,-1 1 0,0 0 0,-1 0 0,-1 0 0,-1 1 0,0-1 0,-1 0 0,-4 26 0,2-30 0,-1 0 0,-1 0 0,0 0 0,0-1 0,-2 0 0,1 0 0,-2 0 0,1-1 0,-2 0 0,1 0 0,-1-1 0,-1 1 0,-11 9 0,-3-1-273,-1 0 0,0-1 0,-2-1 0,-32 16 0,-27 9-6553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1.375"/>
    </inkml:context>
    <inkml:brush xml:id="br0">
      <inkml:brushProperty name="width" value="0.05" units="cm"/>
      <inkml:brushProperty name="height" value="0.05" units="cm"/>
      <inkml:brushProperty name="color" value="#FFFFFF"/>
    </inkml:brush>
  </inkml:definitions>
  <inkml:trace contextRef="#ctx0" brushRef="#br0">22 12 24575,'1'-1'0,"-1"0"0,1 0 0,0 1 0,-1-1 0,1 0 0,0 0 0,0 1 0,0-1 0,0 0 0,0 1 0,-1-1 0,1 1 0,0-1 0,0 1 0,0-1 0,0 1 0,0 0 0,1 0 0,-1-1 0,0 1 0,0 0 0,0 0 0,0 0 0,1 0 0,-1 1 0,0 0 0,0 0 0,-1 0 0,1 0 0,0 0 0,-1 1 0,1-1 0,-1 0 0,0 0 0,1 0 0,-1 0 0,0 1 0,1-1 0,-1 0 0,0 0 0,0 1 0,0-1 0,0 0 0,0 0 0,0 1 0,-1-1 0,1 1 0,-25 166 0,14-102 0,-5 79 0,16-112 0,0 0 0,2 0 0,2-1 0,0 1 0,3-1 0,0 0 0,19 48 0,-17-61 0,-1 0 0,2 0 0,1-1 0,0 0 0,1-1 0,1 0 0,0-1 0,1-1 0,1 0 0,1-1 0,0 0 0,34 21 0,29 5-1365,-5-10-5461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3.911"/>
    </inkml:context>
    <inkml:brush xml:id="br0">
      <inkml:brushProperty name="width" value="0.05" units="cm"/>
      <inkml:brushProperty name="height" value="0.05" units="cm"/>
      <inkml:brushProperty name="color" value="#FFFFFF"/>
    </inkml:brush>
  </inkml:definitions>
  <inkml:trace contextRef="#ctx0" brushRef="#br0">15 0 24575,'-3'0'0,"-4"0"0,2 0 0,5 0 0,12 0 0,13 0 0,18 0 0,18 0 0,16 0 0,17 0 0,11 0 0,7 0 0,3 0 0,-3 0 0,-11 0 0,-17 0 0,-16 4 0,-19 0-8191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24.142"/>
    </inkml:context>
    <inkml:brush xml:id="br0">
      <inkml:brushProperty name="width" value="0.05" units="cm"/>
      <inkml:brushProperty name="height" value="0.05" units="cm"/>
      <inkml:brushProperty name="color" value="#FFFFFF"/>
    </inkml:brush>
  </inkml:definitions>
  <inkml:trace contextRef="#ctx0" brushRef="#br0">8 57 24575,'0'0'0,"-1"-1"0,1 1 0,0 0 0,0 0 0,0 0 0,-1 0 0,1 0 0,0 0 0,0 0 0,0 0 0,0 0 0,-1 0 0,1 0 0,0 0 0,0 0 0,0 0 0,-1 0 0,1 0 0,0 0 0,0 0 0,0 0 0,-1 0 0,1 0 0,0 1 0,0-1 0,0 0 0,0 0 0,-1 0 0,1 0 0,0 0 0,0 0 0,0 0 0,0 1 0,0-1 0,0 0 0,0 0 0,-1 0 0,1 0 0,0 1 0,0-1 0,0 0 0,0 0 0,0 0 0,0 1 0,0-1 0,0 0 0,0 0 0,0 0 0,0 0 0,0 1 0,0-1 0,0 0 0,0 0 0,0 0 0,0 1 0,0-1 0,0 0 0,0 0 0,0 0 0,0 0 0,1 1 0,-1-1 0,12 8 0,0-6 0,1-2 0,-1 1 0,0-2 0,1 1 0,-1-2 0,15-3 0,6 1 0,53-7 0,257-28 0,0 27 0,-308 15-1365,-12 2-5461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6.308"/>
    </inkml:context>
    <inkml:brush xml:id="br0">
      <inkml:brushProperty name="width" value="0.05" units="cm"/>
      <inkml:brushProperty name="height" value="0.05" units="cm"/>
      <inkml:brushProperty name="color" value="#FFFFFF"/>
    </inkml:brush>
  </inkml:definitions>
  <inkml:trace contextRef="#ctx0" brushRef="#br0">1 1 24575,'3'0'0,"1"3"0,-1 7 0,4 9 0,-1 7 0,-1 8 0,-1 8 0,-1 6 0,-2 7 0,0 4 0,-1 1 0,0-1 0,0 0 0,-1-4 0,-2-6 0,-1-5 0,-1-9-8191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6.567"/>
    </inkml:context>
    <inkml:brush xml:id="br0">
      <inkml:brushProperty name="width" value="0.05" units="cm"/>
      <inkml:brushProperty name="height" value="0.05" units="cm"/>
      <inkml:brushProperty name="color" value="#FFFFFF"/>
    </inkml:brush>
  </inkml:definitions>
  <inkml:trace contextRef="#ctx0" brushRef="#br0">72 800 24575,'-1'-3'0,"-55"-305"0,48 243 0,2-1 0,6-112 0,1 165 0,0 1 0,1-1 0,0 0 0,1 1 0,0 0 0,1 0 0,1 0 0,7-15 0,-10 24 0,1-1 0,-1 0 0,1 1 0,0-1 0,0 1 0,0 0 0,0 0 0,0 0 0,1 0 0,-1 0 0,1 1 0,0 0 0,0-1 0,0 2 0,0-1 0,0 0 0,0 1 0,1 0 0,-1 0 0,0 0 0,1 0 0,-1 1 0,1 0 0,-1-1 0,0 2 0,9 0 0,-1 1 0,-1 1 0,1 1 0,-1-1 0,0 2 0,0-1 0,-1 2 0,1-1 0,-1 2 0,0-1 0,-1 1 0,0 1 0,9 8 0,2 4 0,-1 1 0,-1 0 0,30 47 0,-36-48 0,-1-1 0,-1 2 0,-1-1 0,-1 1 0,0 1 0,-2-1 0,0 1 0,4 36 0,-9-44 0,0-1 0,-1 1 0,-1 0 0,0 0 0,-1 0 0,0-1 0,-1 1 0,-1-1 0,0 1 0,-1-1 0,0 0 0,-1-1 0,0 1 0,-1-1 0,-9 11 0,2-5-124,-2-1 0,0 0 0,-1-1 0,0-1 0,-2-1 0,1 0-1,-2-1 1,0-2 0,0 0 0,-24 9 0,12-7-6702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6.891"/>
    </inkml:context>
    <inkml:brush xml:id="br0">
      <inkml:brushProperty name="width" value="0.05" units="cm"/>
      <inkml:brushProperty name="height" value="0.05" units="cm"/>
      <inkml:brushProperty name="color" value="#FFFFFF"/>
    </inkml:brush>
  </inkml:definitions>
  <inkml:trace contextRef="#ctx0" brushRef="#br0">0 26 24575,'6'0'0,"-1"1"0,1 0 0,-1 0 0,1 1 0,-1 0 0,1 0 0,-1 0 0,0 0 0,0 1 0,0 0 0,-1 0 0,6 4 0,2 3 0,0 0 0,0 1 0,10 13 0,-13-13 0,0 0 0,-1 1 0,-1 0 0,0 0 0,-1 1 0,0 0 0,0 0 0,3 16 0,-7-24 0,-1 1 0,0-1 0,0 1 0,0 0 0,0-1 0,-1 1 0,0 0 0,-1-1 0,1 1 0,-1 0 0,0-1 0,0 1 0,-1 0 0,1-1 0,-1 0 0,0 1 0,-1-1 0,0 0 0,1 0 0,-2 0 0,1-1 0,0 1 0,-5 4 0,5-7 0,0 1 0,0-1 0,0 0 0,0 1 0,0-1 0,-1-1 0,1 1 0,-1 0 0,1-1 0,-1 0 0,1 0 0,-1 0 0,0 0 0,0 0 0,1-1 0,-1 0 0,0 0 0,0 0 0,-7-1 0,9 1 0,-1-1 0,0 0 0,1 0 0,-1 0 0,1 0 0,-1-1 0,1 1 0,-1-1 0,1 1 0,0-1 0,0 0 0,0 0 0,0 0 0,0 0 0,0 0 0,0 0 0,1-1 0,-1 1 0,1-1 0,-1 1 0,1-1 0,0 1 0,0-1 0,0 0 0,1 1 0,-2-7 0,2 0 0,-1 0 0,1 0 0,1 0 0,-1 0 0,2 0 0,-1 1 0,1-1 0,1 0 0,-1 0 0,2 1 0,-1 0 0,8-13 0,1 0 0,1 0 0,0 2 0,25-28 0,-30 37-85,1 2 0,0-1-1,0 1 1,1 0 0,-1 1-1,2 0 1,-1 1 0,1 0-1,0 0 1,0 2 0,0-1-1,1 1 1,0 1 0,0 0-1,18-2 1,2 2-6741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7.791"/>
    </inkml:context>
    <inkml:brush xml:id="br0">
      <inkml:brushProperty name="width" value="0.05" units="cm"/>
      <inkml:brushProperty name="height" value="0.05" units="cm"/>
      <inkml:brushProperty name="color" value="#FFFFFF"/>
    </inkml:brush>
  </inkml:definitions>
  <inkml:trace contextRef="#ctx0" brushRef="#br0">183 572 24575,'4'-1'0,"-1"1"0,0-1 0,0 0 0,1 0 0,-1 0 0,0 0 0,0 0 0,0-1 0,0 1 0,-1-1 0,1 0 0,0 0 0,-1 0 0,1 0 0,2-4 0,-4 6 0,-1-1 0,1 0 0,0 0 0,-1 1 0,1-1 0,0 0 0,-1 0 0,1 0 0,-1 0 0,1 0 0,-1 0 0,0 0 0,1 0 0,-1 0 0,0 0 0,0 0 0,0 0 0,0 0 0,0 0 0,0 0 0,0 0 0,0 0 0,0 0 0,0 0 0,0 0 0,-1 0 0,1 0 0,0 0 0,-1 0 0,1 0 0,-1 0 0,1 1 0,-1-1 0,1 0 0,-1 0 0,0 0 0,1 1 0,-1-1 0,0 0 0,0 0 0,1 1 0,-1-1 0,0 1 0,0-1 0,0 1 0,0-1 0,0 1 0,0 0 0,0-1 0,-1 1 0,-1-1 0,1 0 0,-1 0 0,0 0 0,0 1 0,0-1 0,0 1 0,0 0 0,0-1 0,1 2 0,-1-1 0,0 0 0,0 0 0,0 1 0,-4 1 0,1 0 0,0 0 0,1 1 0,-1 0 0,1 0 0,0 0 0,-8 7 0,1 1 0,0 0 0,1 0 0,0 2 0,-12 19 0,13-17 0,1 0 0,0 0 0,-12 34 0,19-43 0,0 0 0,0 0 0,1 0 0,0 0 0,0 0 0,0 1 0,0-1 0,1 0 0,1 1 0,-1-1 0,1 0 0,0 1 0,0-1 0,3 9 0,-2-12 0,0 1 0,1-1 0,-1 0 0,1 0 0,-1 0 0,1 0 0,0 0 0,0-1 0,0 1 0,0-1 0,1 0 0,-1 0 0,1 0 0,-1-1 0,1 1 0,0-1 0,0 1 0,-1-1 0,1-1 0,0 1 0,6 0 0,2 1 0,1-2 0,0 1 0,-1-1 0,1-1 0,19-4 0,-18 2 0,-1-1 0,1-1 0,-1 0 0,-1-1 0,1 0 0,-1-1 0,0 0 0,0-1 0,-1 0 0,0-1 0,10-10 0,-16 13 0,0 1 0,-1-1 0,1 0 0,-1 0 0,0-1 0,0 1 0,-1-1 0,0 0 0,4-13 0,-6 15 0,0 0 0,0 0 0,-1 0 0,0 0 0,0 0 0,0 0 0,0 0 0,-1 0 0,0 0 0,0 0 0,0 0 0,-1 0 0,0 0 0,0 0 0,-4-6 0,4 6 0,-1 1 0,0 0 0,0 0 0,-1 0 0,1 1 0,-6-5 0,8 6 0,-1 1 0,1 0 0,-1 0 0,0 0 0,1 0 0,-1 0 0,0 0 0,0 0 0,1 0 0,-1 1 0,0-1 0,0 1 0,0-1 0,0 1 0,0 0 0,0 0 0,0 0 0,-3 0 0,5 0 0,0 0 0,-1 0 0,1 0 0,0 1 0,0-1 0,-1 0 0,1 0 0,0 0 0,0 0 0,0 0 0,-1 1 0,1-1 0,0 0 0,0 0 0,0 0 0,-1 1 0,1-1 0,0 0 0,0 0 0,0 1 0,0-1 0,0 0 0,-1 0 0,1 1 0,0-1 0,0 0 0,0 1 0,0-1 0,0 0 0,0 0 0,0 1 0,0-1 0,0 0 0,0 0 0,0 1 0,0-1 0,0 0 0,1 1 0,-1-1 0,0 0 0,0 0 0,0 1 0,0-1 0,0 0 0,0 0 0,1 0 0,-1 1 0,0-1 0,0 0 0,0 0 0,1 0 0,-1 1 0,0-1 0,0 0 0,1 0 0,-1 0 0,0 0 0,0 0 0,1 0 0,-1 1 0,1-1 0,16 12 0,-5-7 0,0 0 0,1 0 0,0-2 0,0 1 0,1-2 0,-1 1 0,25-1 0,7-1 0,44-7 0,-45 3 0,-1-3 0,-1-2 0,1-1 0,-2-2 0,58-24 0,-66 17 0,-31 17 0,-1 0 0,1-1 0,0 1 0,-1 0 0,1-1 0,-1 1 0,0-1 0,1 0 0,-1 1 0,0-1 0,0 0 0,0 0 0,0 0 0,-1 0 0,2-2 0,-2 3 0,0 1 0,0-1 0,0 0 0,0 1 0,0-1 0,0 1 0,0-1 0,0 0 0,0 1 0,0-1 0,0 1 0,0-1 0,-1 1 0,1-1 0,0 0 0,0 1 0,-1-1 0,1 1 0,0-1 0,-1 1 0,1 0 0,-1-1 0,1 1 0,-1-1 0,1 1 0,-1-1 0,-19-5 0,-22 6 0,24 3 0,1 0 0,-1 1 0,1 1 0,0 1 0,0 1 0,0 0 0,-26 16 0,36-19 0,0 0 0,0 1 0,1 0 0,-1 1 0,1 0 0,0 0 0,0 0 0,1 0 0,0 1 0,0 0 0,0 0 0,1 0 0,0 1 0,1 0 0,0-1 0,0 1 0,0 0 0,-1 14 0,3-18 0,1 0 0,-1 0 0,1 0 0,0 0 0,1-1 0,-1 1 0,1 0 0,-1 0 0,1 0 0,1 0 0,-1-1 0,0 1 0,1 0 0,0-1 0,-1 1 0,2-1 0,1 3 0,-1-2 0,1 0 0,-1-1 0,1 0 0,0 0 0,0 0 0,0-1 0,1 1 0,-1-1 0,0 0 0,1 0 0,0 0 0,5 1 0,0-1 0,0 0 0,1-1 0,-1 0 0,0 0 0,1-1 0,-1-1 0,1 0 0,-1 0 0,0-1 0,1 0 0,-1-1 0,12-4 0,-5-1 0,-1-1 0,0 0 0,-1-1 0,0-1 0,-1 0 0,0-1 0,0-1 0,-1 0 0,-1-1 0,0 0 0,-1 0 0,-1-2 0,0 1 0,-1-1 0,-1-1 0,12-32 0,-7 9 0,-3 1 0,0-1 0,-3-1 0,-2 1 0,-1-1 0,-2-61 0,-2 88 0,0 0 0,0 1 0,-1-1 0,-1 1 0,-1-1 0,0 1 0,0 0 0,-9-21 0,11 33 0,1 0 0,0 0 0,-1 0 0,1 0 0,-1 0 0,1 0 0,-1 1 0,1-1 0,-1 0 0,1 0 0,-1 1 0,0-1 0,1 0 0,-1 1 0,0-1 0,0 0 0,0 1 0,1-1 0,-1 1 0,0 0 0,0-1 0,0 1 0,0 0 0,0-1 0,0 1 0,0 0 0,0 0 0,0 0 0,0 0 0,0 0 0,0 0 0,0 0 0,0 0 0,1 0 0,-1 0 0,0 1 0,0-1 0,0 0 0,0 1 0,0-1 0,0 0 0,0 1 0,0-1 0,1 1 0,-1 0 0,0-1 0,0 1 0,1 0 0,-1-1 0,0 1 0,0 1 0,-4 4 0,1 0 0,0-1 0,0 2 0,0-1 0,-4 12 0,-1 5 0,2-1 0,1 1 0,1 0 0,-4 39 0,2 98 0,7-150 0,8 183 0,-4-161 0,1 0 0,2-1 0,21 61 0,-27-88 29,1-1-1,-1 1 1,1-1-1,0 0 0,-1 1 1,2-1-1,-1 0 1,0 0-1,1 0 1,-1 0-1,7 4 1,-7-6-119,0 0 0,0 0 0,1 0 0,-1 0 0,0-1 1,1 1-1,-1 0 0,1-1 0,-1 0 0,0 0 1,1 0-1,-1 0 0,1 0 0,-1 0 0,1-1 0,-1 1 1,0-1-1,5-1 0,8-3-6736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8.620"/>
    </inkml:context>
    <inkml:brush xml:id="br0">
      <inkml:brushProperty name="width" value="0.05" units="cm"/>
      <inkml:brushProperty name="height" value="0.05" units="cm"/>
      <inkml:brushProperty name="color" value="#FFFFFF"/>
    </inkml:brush>
  </inkml:definitions>
  <inkml:trace contextRef="#ctx0" brushRef="#br0">76 50 24575,'3'-2'0,"0"0"0,0 0 0,0 0 0,0 0 0,0 1 0,0-1 0,1 1 0,-1 0 0,1 0 0,-1 0 0,1 0 0,-1 1 0,1-1 0,-1 1 0,7 0 0,-7 0 0,1 0 0,-1 0 0,0 1 0,0-1 0,0 1 0,1-1 0,-1 1 0,0 0 0,0 0 0,0 1 0,0-1 0,0 1 0,-1-1 0,1 1 0,0 0 0,-1 0 0,4 3 0,-4-3 0,-1 0 0,1 1 0,-1-1 0,0 0 0,0 1 0,0-1 0,0 1 0,0-1 0,0 1 0,-1-1 0,1 1 0,-1 0 0,0-1 0,1 1 0,-1 0 0,0-1 0,-1 1 0,1 0 0,0-1 0,-1 1 0,0 0 0,0-1 0,1 1 0,-1-1 0,-1 1 0,1-1 0,0 0 0,-1 1 0,1-1 0,-1 0 0,1 0 0,-3 2 0,0 0 0,-1 0 0,1 0 0,-1 0 0,1 0 0,-1-1 0,0 0 0,0 0 0,-1 0 0,1-1 0,-1 0 0,1 0 0,-1 0 0,-8 1 0,7-2 0,0 0 0,1-1 0,-1 0 0,0 0 0,0 0 0,1-1 0,-1 0 0,-9-3 0,14 3 0,0 0 0,-1 0 0,1 0 0,0 0 0,0 0 0,0 0 0,0-1 0,1 1 0,-1-1 0,0 0 0,0 1 0,1-1 0,-1 0 0,1 0 0,0 0 0,0 0 0,-1 0 0,1 0 0,0 0 0,1-1 0,-1 1 0,0 0 0,1-1 0,-1 1 0,1 0 0,0-1 0,0-2 0,0-1 0,0 0 0,1 0 0,0-1 0,1 1 0,-1 0 0,1 0 0,0 0 0,1 0 0,-1 1 0,1-1 0,0 1 0,1-1 0,-1 1 0,6-6 0,-6 8 0,-1 1 0,1-1 0,0 1 0,-1-1 0,1 1 0,0 0 0,0 0 0,0 1 0,1-1 0,-1 1 0,6-3 0,-7 4 0,1-1 0,-1 1 0,1 0 0,-1 0 0,0 0 0,1 0 0,-1 0 0,1 1 0,-1-1 0,0 1 0,1-1 0,-1 1 0,0 0 0,0 0 0,1 0 0,-1 0 0,0 0 0,3 3 0,10 10-1365,-2 0-5461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9.169"/>
    </inkml:context>
    <inkml:brush xml:id="br0">
      <inkml:brushProperty name="width" value="0.05" units="cm"/>
      <inkml:brushProperty name="height" value="0.05" units="cm"/>
      <inkml:brushProperty name="color" value="#FFFFFF"/>
    </inkml:brush>
  </inkml:definitions>
  <inkml:trace contextRef="#ctx0" brushRef="#br0">495 103 24575,'-8'-4'0,"-13"-7"0,-31-11 0,43 19 0,1 0 0,-1 1 0,0 1 0,0-1 0,0 1 0,-18 1 0,15 2 0,0-1 0,-1 2 0,1 0 0,0 0 0,1 2 0,-1-1 0,0 1 0,1 1 0,0 0 0,1 0 0,-1 1 0,1 1 0,1 0 0,-1 0 0,-9 11 0,4-2 0,-1 1 0,2 1 0,1 0 0,0 0 0,2 1 0,0 1 0,-11 29 0,15-31 0,1 1 0,1 0 0,0 1 0,2-1 0,0 1 0,2 0 0,0-1 0,1 1 0,5 36 0,-3-45 0,0 0 0,1 0 0,1-1 0,-1 1 0,2-1 0,0 0 0,0 0 0,1 0 0,0-1 0,1 0 0,0 0 0,1 0 0,0-1 0,0-1 0,1 1 0,0-1 0,20 13 0,-9-10 0,0-2 0,1 0 0,-1-1 0,2-1 0,-1-1 0,1 0 0,0-2 0,0-1 0,0-1 0,0 0 0,1-2 0,-1 0 0,0-2 0,0-1 0,38-8 0,-39 5 0,1 0 0,-1-2 0,-1 0 0,1-1 0,-1-1 0,35-25 0,-41 25 0,-1-1 0,0 0 0,-1-1 0,-1 0 0,0-1 0,0 0 0,-1-1 0,-1 0 0,12-24 0,-13 17 0,0 0 0,-1 0 0,-1-1 0,-1 1 0,-1-1 0,-1-1 0,-1 1 0,-1 0 0,-1-1 0,-6-43 0,4 48 0,-1 1 0,-1-1 0,-1 1 0,0 1 0,-1-1 0,-1 1 0,0 0 0,-2 0 0,0 1 0,0 0 0,-1 1 0,-1 0 0,0 0 0,-19-16 0,24 24-49,-1 1 1,-1-1-1,1 2 0,-1-1 0,1 1 1,-1 0-1,0 0 0,-1 1 0,1 0 1,-1 1-1,1 0 0,-1 0 0,0 1 1,0 0-1,1 0 0,-1 1 0,0 0 1,0 1-1,0 0 0,0 0 0,1 1 1,-1 0-1,1 1 0,-1 0 0,1 0 0,0 0 1,-9 7-1,-18 13-6777</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9.588"/>
    </inkml:context>
    <inkml:brush xml:id="br0">
      <inkml:brushProperty name="width" value="0.05" units="cm"/>
      <inkml:brushProperty name="height" value="0.05" units="cm"/>
      <inkml:brushProperty name="color" value="#FFFFFF"/>
    </inkml:brush>
  </inkml:definitions>
  <inkml:trace contextRef="#ctx0" brushRef="#br0">0 57 24575,'47'11'0,"312"6"-46,-280-15-130,1335 21-5207,1-21 4364,-1404-2 1049,586-6-682,-4-20-347,-379 4 2415,-164 13-636,-49 9-671,0 0 0,0-1 1,0 1-1,0 0 0,0-1 0,0 1 1,0 0-1,0-1 0,0 1 1,0-1-1,0 0 0,-1 1 0,1-1 1,0 0-1,1 0 0,-2 0-72,0 1 0,0 0 0,0-1-1,0 1 1,0 0 0,0-1 0,0 1 0,-1 0-1,1-1 1,0 1 0,0 0 0,0 0 0,0-1 0,0 1-1,-1 0 1,1 0 0,0-1 0,0 1 0,0 0-1,-1 0 1,1-1 0,0 1 0,0 0 0,-1 0-1,1 0 1,0 0 0,0-1 0,-1 1 0,1 0-1,-1 0 1,-30-10 1558,-23 1-1495,-108-3 0,115 11-6926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49.833"/>
    </inkml:context>
    <inkml:brush xml:id="br0">
      <inkml:brushProperty name="width" value="0.05" units="cm"/>
      <inkml:brushProperty name="height" value="0.05" units="cm"/>
      <inkml:brushProperty name="color" value="#FFFFFF"/>
    </inkml:brush>
  </inkml:definitions>
  <inkml:trace contextRef="#ctx0" brushRef="#br0">69 14 24575,'-3'-2'0,"-7"-7"0,9 6 0,7 5 0,16 9 0,-1 1 0,-1 1 0,0 0 0,30 29 0,-43-37 0,-1 1 0,1 1 0,-1-1 0,-1 1 0,1 0 0,-1 0 0,-1 1 0,1-1 0,-1 1 0,-1 0 0,1 0 0,3 16 0,-6-18 0,0 0 0,0 0 0,-1 0 0,0 0 0,0 0 0,-1 0 0,1 0 0,-1 0 0,-1 0 0,1 0 0,-1 0 0,0 0 0,0-1 0,-1 1 0,1-1 0,-1 1 0,-1-1 0,1 0 0,-6 6 0,-5 4-151,-2 0-1,0-1 0,-1-1 0,0 0 1,-1-1-1,0-1 0,-1-1 1,-26 10-1,-6 2-6674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1.072"/>
    </inkml:context>
    <inkml:brush xml:id="br0">
      <inkml:brushProperty name="width" value="0.05" units="cm"/>
      <inkml:brushProperty name="height" value="0.05" units="cm"/>
      <inkml:brushProperty name="color" value="#FFFFFF"/>
    </inkml:brush>
  </inkml:definitions>
  <inkml:trace contextRef="#ctx0" brushRef="#br0">283 91 24575,'0'-2'0,"0"-1"0,-1 0 0,1 1 0,0-1 0,-1 1 0,1-1 0,-1 1 0,0-1 0,0 1 0,0 0 0,0-1 0,0 1 0,-1 0 0,1 0 0,-1 0 0,1 0 0,-1 0 0,0 0 0,0 0 0,0 1 0,0-1 0,0 0 0,0 1 0,0 0 0,0-1 0,-1 1 0,1 0 0,0 0 0,-1 1 0,1-1 0,-3 0 0,-1 0 0,0 0 0,-1 0 0,1 1 0,0-1 0,0 2 0,0-1 0,0 1 0,0 0 0,0 0 0,0 0 0,0 1 0,-6 2 0,2 2 0,0-1 0,0 1 0,1 1 0,0-1 0,0 2 0,1-1 0,0 1 0,0 1 0,0-1 0,1 1 0,1 0 0,0 1 0,0 0 0,1 0 0,0 0 0,0 1 0,-4 18 0,6-21 0,1 0 0,0 0 0,1 0 0,0 1 0,0-1 0,0 0 0,1 0 0,1 1 0,-1-1 0,1 0 0,1 0 0,0 0 0,0 0 0,0 0 0,1 0 0,0 0 0,0-1 0,1 1 0,0-1 0,1 0 0,0 0 0,0-1 0,0 1 0,11 9 0,-5-7 0,1-2 0,-1 0 0,1 0 0,0-1 0,1-1 0,0 0 0,-1 0 0,1-1 0,1-1 0,-1 0 0,1-1 0,-1-1 0,1 0 0,-1 0 0,19-3 0,-12 1 0,0-2 0,-1 0 0,1-1 0,-1-1 0,0-1 0,0-1 0,0 0 0,-1-2 0,32-19 0,-41 23 0,-1-1 0,-1-1 0,1 1 0,-1-1 0,0 0 0,-1-1 0,0 0 0,0 0 0,0 0 0,-1-1 0,0 1 0,-1-1 0,0 0 0,5-17 0,-8 18 0,1 0 0,-1 0 0,0 0 0,-1 0 0,0 0 0,0 0 0,-1 0 0,0-1 0,0 1 0,-1 1 0,0-1 0,-1 0 0,1 0 0,-2 1 0,1-1 0,-1 1 0,0 0 0,-7-9 0,3 6 0,0 0 0,-1 0 0,-1 1 0,1 0 0,-1 0 0,-16-9 0,18 13 0,1 0 0,-2 1 0,1 0 0,0 1 0,-1-1 0,1 1 0,-1 1 0,0 0 0,0 0 0,-9 0 0,15 2 23,1 0 0,-1 0 0,1 0-1,-1 0 1,1 1 0,-1-1 0,1 1-1,0 0 1,-1-1 0,1 1 0,0 0-1,-1 1 1,1-1 0,-2 2 0,3-2-89,0 0 0,0 0 1,0 0-1,0 0 0,0 0 1,0 0-1,1 0 0,-1 0 1,0 1-1,1-1 1,-1 0-1,1 1 0,-1-1 1,1 0-1,0 1 0,0-1 1,-1 0-1,1 1 0,0-1 1,0 0-1,0 1 1,1-1-1,-1 1 0,0-1 1,1 3-1,5 13-6760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1.383"/>
    </inkml:context>
    <inkml:brush xml:id="br0">
      <inkml:brushProperty name="width" value="0.05" units="cm"/>
      <inkml:brushProperty name="height" value="0.05" units="cm"/>
      <inkml:brushProperty name="color" value="#FFFFFF"/>
    </inkml:brush>
  </inkml:definitions>
  <inkml:trace contextRef="#ctx0" brushRef="#br0">0 162 24575,'24'-28'0,"-18"20"0,1 0 0,0 0 0,1 0 0,9-7 0,-14 13 0,-1 0 0,1 1 0,0-1 0,0 1 0,0-1 0,1 1 0,-1 0 0,0 0 0,0 0 0,1 1 0,-1-1 0,0 1 0,1-1 0,-1 1 0,1 1 0,-1-1 0,5 1 0,1 1 0,1 1 0,-1 1 0,1 0 0,-1 0 0,-1 1 0,1 0 0,-1 0 0,1 1 0,-1 0 0,-1 0 0,12 12 0,-5-3 0,-1 0 0,-1 1 0,0 1 0,17 30 0,-25-39 0,0 0 0,-1 1 0,0 0 0,0-1 0,-1 1 0,2 12 0,-4-19 0,1-1 0,-1 0 0,0 1 0,0-1 0,0 1 0,0-1 0,0 0 0,0 1 0,0-1 0,0 1 0,-1-1 0,1 0 0,-1 1 0,1-1 0,-1 0 0,1 1 0,-1-1 0,0 0 0,1 0 0,-1 1 0,0-1 0,0 0 0,0 0 0,0 0 0,0 0 0,0 0 0,0 0 0,0-1 0,-1 1 0,1 0 0,0 0 0,0-1 0,-1 1 0,1-1 0,0 1 0,-1-1 0,1 0 0,-1 0 0,1 1 0,0-1 0,-1 0 0,1 0 0,-1 0 0,1 0 0,-1-1 0,1 1 0,0 0 0,-2-1 0,-3 0 0,0 0 0,0 0 0,1-1 0,-1 0 0,1 0 0,-1 0 0,1-1 0,0 0 0,0 0 0,0 0 0,0 0 0,0-1 0,1 0 0,0 0 0,-1 0 0,2 0 0,-1-1 0,0 0 0,1 0 0,0 0 0,0 0 0,0 0 0,1 0 0,-3-11 0,3 9 0,0 0 0,1 0 0,0 0 0,0 0 0,1-1 0,0 1 0,0 0 0,0 0 0,1-1 0,1 1 0,-1 0 0,1 0 0,0 0 0,0 0 0,1 1 0,0-1 0,0 1 0,1-1 0,8-10 0,-2 6-80,0 1 0,1 0-1,0 0 1,1 1 0,0 1-1,0 0 1,1 1 0,0 0-1,1 0 1,-1 2 0,1 0 0,0 0-1,1 1 1,-1 1 0,0 1-1,29-2 1,-1 4-6746</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1.839"/>
    </inkml:context>
    <inkml:brush xml:id="br0">
      <inkml:brushProperty name="width" value="0.05" units="cm"/>
      <inkml:brushProperty name="height" value="0.05" units="cm"/>
      <inkml:brushProperty name="color" value="#FFFFFF"/>
    </inkml:brush>
  </inkml:definitions>
  <inkml:trace contextRef="#ctx0" brushRef="#br0">239 564 24575,'2'-1'0,"1"1"0,-1-1 0,1 0 0,-1 0 0,1 0 0,-1 0 0,0 0 0,1-1 0,-1 1 0,0-1 0,0 0 0,0 1 0,0-1 0,0 0 0,0 0 0,-1 0 0,1 0 0,-1-1 0,1 1 0,-1 0 0,0-1 0,0 1 0,0-1 0,0 1 0,-1-1 0,2-3 0,-1 3 0,0-1 0,0 1 0,0-1 0,-1 1 0,1-1 0,-1 1 0,0-1 0,0 1 0,0-1 0,0 0 0,-1 1 0,1-1 0,-1 1 0,0-1 0,0 1 0,0-1 0,-1 1 0,1 0 0,-3-4 0,2 4 0,-1 1 0,0 0 0,0 0 0,1 0 0,-1 0 0,-1 1 0,1-1 0,0 1 0,0-1 0,0 1 0,-1 0 0,1 1 0,0-1 0,-1 0 0,1 1 0,-1 0 0,1 0 0,-1 0 0,1 0 0,-1 1 0,1-1 0,0 1 0,-6 1 0,-2 2 0,1-1 0,-1 1 0,1 1 0,0 0 0,1 0 0,-11 9 0,7-5 0,1 1 0,0 1 0,0-1 0,1 2 0,1 0 0,-12 17 0,19-25 0,0 0 0,0 1 0,1-1 0,-1 1 0,1 0 0,0 0 0,0 0 0,1 0 0,0 0 0,-1 0 0,2 0 0,-1 0 0,1 1 0,-1-1 0,2 0 0,-1 1 0,0-1 0,1 0 0,0 0 0,0 0 0,1 0 0,2 8 0,-1-9 0,0 0 0,0 0 0,0 0 0,1 0 0,-1-1 0,1 1 0,0-1 0,0 0 0,0 0 0,1 0 0,-1-1 0,1 1 0,-1-1 0,1 0 0,0-1 0,0 1 0,0-1 0,-1 0 0,1 0 0,6 0 0,4 1 0,0-1 0,0-1 0,0-1 0,1 0 0,22-4 0,-25 2 0,0-1 0,-1 1 0,1-2 0,-1 0 0,0-1 0,-1 0 0,1 0 0,-1-1 0,0-1 0,-1 0 0,0 0 0,0-1 0,13-15 0,-13 11 0,0-1 0,-1 1 0,-1-1 0,0-1 0,-1 0 0,-1 0 0,0 0 0,-1-1 0,-1 0 0,5-25 0,-2-33 0,-2 0 0,-8-115 0,2 170 0,-1 0 0,-5-28 0,1 33 0,5 14 0,1 0 0,0 0 0,0-1 0,0 1 0,0 0 0,0 0 0,0 0 0,-1 0 0,1 0 0,0 0 0,0 0 0,0 0 0,0 0 0,-1 0 0,1 0 0,0 0 0,0-1 0,0 1 0,0 0 0,-1 0 0,1 0 0,0 0 0,0 1 0,0-1 0,0 0 0,-1 0 0,1 0 0,0 0 0,0 0 0,0 0 0,0 0 0,-1 0 0,1 0 0,0 0 0,0 0 0,0 0 0,0 1 0,-1-1 0,0 2 0,0 0 0,-1 0 0,1 0 0,0 1 0,0-1 0,1 0 0,-1 0 0,-1 5 0,-6 40 0,1-1 0,2 1 0,3 78 0,5-62 0,3-1 0,18 79 0,-18-115-273,1 1 0,2-1 0,0 0 0,19 34 0,-8-25-6553</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3:51.962"/>
    </inkml:context>
    <inkml:brush xml:id="br0">
      <inkml:brushProperty name="width" value="0.05" units="cm"/>
      <inkml:brushProperty name="height" value="0.05" units="cm"/>
      <inkml:brushProperty name="color" value="#FFFFFF"/>
    </inkml:brush>
  </inkml:definitions>
  <inkml:trace contextRef="#ctx0" brushRef="#br0">1 39 24575,'3'-3'0,"4"-4"0,4-4 0,-3 0 0,-6 4 0,-6 8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2.609"/>
    </inkml:context>
    <inkml:brush xml:id="br0">
      <inkml:brushProperty name="width" value="0.05" units="cm"/>
      <inkml:brushProperty name="height" value="0.05" units="cm"/>
      <inkml:brushProperty name="color" value="#FFFFFF"/>
    </inkml:brush>
  </inkml:definitions>
  <inkml:trace contextRef="#ctx0" brushRef="#br0">37 133 24575,'0'-133'0,"-21"957"-389,8-477-1125,10-250-4774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2.856"/>
    </inkml:context>
    <inkml:brush xml:id="br0">
      <inkml:brushProperty name="width" value="0.05" units="cm"/>
      <inkml:brushProperty name="height" value="0.05" units="cm"/>
      <inkml:brushProperty name="color" value="#FFFFFF"/>
    </inkml:brush>
  </inkml:definitions>
  <inkml:trace contextRef="#ctx0" brushRef="#br0">124 1 24575,'0'3'0,"0"10"0,-3 12 0,-4 12 0,-1 15 0,-3 13 0,-1 12 0,0 12 0,-1 8 0,3 11 0,-1 5 0,1-2 0,3 0 0,3-3 0,-2-9 0,1-8 0,1-19-8191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3.181"/>
    </inkml:context>
    <inkml:brush xml:id="br0">
      <inkml:brushProperty name="width" value="0.05" units="cm"/>
      <inkml:brushProperty name="height" value="0.05" units="cm"/>
      <inkml:brushProperty name="color" value="#FFFFFF"/>
    </inkml:brush>
  </inkml:definitions>
  <inkml:trace contextRef="#ctx0" brushRef="#br0">1100 0 24575,'-3'0'0,"-4"3"0,-8 8 0,-6 7 0,-10 11 0,-9 12 0,-9 12 0,-13 13 0,-8 10 0,-7 11 0,-10 6 0,-5 3 0,-3 1 0,-3-4-574,2-2 574,1-8 0,6-4 0,17-17-7617</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3.509"/>
    </inkml:context>
    <inkml:brush xml:id="br0">
      <inkml:brushProperty name="width" value="0.05" units="cm"/>
      <inkml:brushProperty name="height" value="0.05" units="cm"/>
      <inkml:brushProperty name="color" value="#FFFFFF"/>
    </inkml:brush>
  </inkml:definitions>
  <inkml:trace contextRef="#ctx0" brushRef="#br0">0 85 24575,'3'-5'0,"0"0"0,0 1 0,0-1 0,1 1 0,0 0 0,-1 0 0,1 0 0,1 1 0,-1-1 0,1 1 0,-1 0 0,1 0 0,0 1 0,6-3 0,2 0 0,1 0 0,-1 1 0,1 1 0,19-3 0,-4 3 0,0 2 0,0 2 0,-1 0 0,1 2 0,0 1 0,-1 1 0,1 2 0,-2 1 0,1 1 0,35 17 0,-6 1 0,-1 2 0,-2 3 0,86 67 0,-68-41 86,-2 3-1,-4 3 0,65 80 1,-87-89-428,-3 2 1,-2 1 0,-3 3-1,48 109 1,-75-148-6485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9.188"/>
    </inkml:context>
    <inkml:brush xml:id="br0">
      <inkml:brushProperty name="width" value="0.05" units="cm"/>
      <inkml:brushProperty name="height" value="0.05" units="cm"/>
      <inkml:brushProperty name="color" value="#FFFFFF"/>
    </inkml:brush>
  </inkml:definitions>
  <inkml:trace contextRef="#ctx0" brushRef="#br0">169 45 24575,'-2'-2'0,"1"1"0,0-1 0,0 0 0,0 0 0,0 0 0,0 0 0,1 0 0,-1 0 0,0 0 0,1 0 0,-1-2 0,1 3 0,0 0 0,0 1 0,0-1 0,-1 1 0,1-1 0,0 0 0,0 1 0,0-1 0,0 0 0,0 1 0,1-1 0,-1 1 0,0-1 0,0 0 0,0 1 0,0-1 0,1 1 0,-1-1 0,0 0 0,0 1 0,1-1 0,-1 1 0,1-1 0,-1 1 0,0-1 0,1 1 0,-1 0 0,1-1 0,-1 1 0,1-1 0,-1 1 0,1 0 0,-1 0 0,1-1 0,0 1 0,-1 0 0,1 0 0,0-1 0,0 1 0,0 1 0,-1-1 0,1 0 0,-1 0 0,1 0 0,-1 1 0,1-1 0,-1 0 0,1 1 0,-1-1 0,1 0 0,-1 1 0,1-1 0,-1 1 0,0-1 0,1 0 0,-1 1 0,0-1 0,1 1 0,-1-1 0,0 1 0,1 0 0,-1-1 0,0 1 0,0-1 0,0 1 0,0-1 0,0 2 0,4 19 0,-4-19 0,5 42 0,-3 0 0,-6 83 0,0-97 0,0 0 0,-2-1 0,-1 0 0,-2 0 0,-14 32 0,16-45 86,-1 0-1,0-1 0,-13 17 1,17-27-242,-1 1 1,1-1 0,-1 0 0,0 0 0,0-1 0,-1 1 0,1-1-1,-1 0 1,0-1 0,-11 6 0,-5-2-6671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9.343"/>
    </inkml:context>
    <inkml:brush xml:id="br0">
      <inkml:brushProperty name="width" value="0.05" units="cm"/>
      <inkml:brushProperty name="height" value="0.05" units="cm"/>
      <inkml:brushProperty name="color" value="#FFFFFF"/>
    </inkml:brush>
  </inkml:definitions>
  <inkml:trace contextRef="#ctx0" brushRef="#br0">0 63 24575,'0'-6'0,"0"-8"0,0-6 0,0 5 0,0 7 0,0 9 0,0 10 0,0 6 0,0 1-8191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9.684"/>
    </inkml:context>
    <inkml:brush xml:id="br0">
      <inkml:brushProperty name="width" value="0.05" units="cm"/>
      <inkml:brushProperty name="height" value="0.05" units="cm"/>
      <inkml:brushProperty name="color" value="#FFFFFF"/>
    </inkml:brush>
  </inkml:definitions>
  <inkml:trace contextRef="#ctx0" brushRef="#br0">111 1 24575,'-4'0'0,"1"0"0,0 0 0,-1 1 0,1-1 0,0 1 0,0 0 0,0 0 0,0 0 0,0 1 0,0-1 0,0 0 0,0 1 0,0 0 0,-4 4 0,3-2 0,0 0 0,0 0 0,0 1 0,1 0 0,0 0 0,0-1 0,-5 12 0,3-1 0,0 0 0,0 1 0,2-1 0,0 1 0,-1 21 0,3-24 0,0 0 0,1 0 0,1-1 0,1 1 0,-1 0 0,2 0 0,5 17 0,-6-25 0,-1 0 0,1 0 0,0-1 0,1 1 0,-1-1 0,1 0 0,0 1 0,0-1 0,0-1 0,1 1 0,-1 0 0,1-1 0,0 0 0,0 1 0,0-2 0,0 1 0,1 0 0,-1-1 0,1 0 0,-1 0 0,10 3 0,-10-5 0,0 0 0,0 0 0,1 0 0,-1 0 0,0-1 0,0 1 0,1-1 0,-1 0 0,0 0 0,0-1 0,0 1 0,0-1 0,0 0 0,-1 0 0,1 0 0,-1 0 0,1-1 0,-1 0 0,0 1 0,0-1 0,0-1 0,3-3 0,2-2 0,0 0 0,-1-1 0,-1 0 0,0 0 0,0 0 0,8-21 0,-12 22 20,0 0 0,0 1 0,-1-1 1,0 0-1,-1 1 0,0-1 0,0 0 0,-1 0 0,0 0 0,0 1 0,-1-1 0,0 0 0,-1 1 0,0 0 0,0 0 0,-6-11 1,7 14-90,-1 0 1,0 0 0,0 0 0,-1 0-1,0 0 1,0 1 0,0-1-1,0 1 1,-1 0 0,1 1 0,-1-1-1,0 1 1,0 0 0,0 0 0,-1 0-1,1 1 1,-1-1 0,1 1 0,-1 1-1,0-1 1,0 1 0,0 0-1,1 0 1,-12 1 0,-3 2-6758</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39.903"/>
    </inkml:context>
    <inkml:brush xml:id="br0">
      <inkml:brushProperty name="width" value="0.05" units="cm"/>
      <inkml:brushProperty name="height" value="0.05" units="cm"/>
      <inkml:brushProperty name="color" value="#FFFFFF"/>
    </inkml:brush>
  </inkml:definitions>
  <inkml:trace contextRef="#ctx0" brushRef="#br0">1 9 24575,'0'-3'0,"3"-1"0,1 3 0,3 2 0,0 7 0,-1 8 0,-1 5 0,1 7 0,0 7 0,-1 2 0,-2 5 0,-1 1 0,-1 0 0,0-5 0,-1-5 0,0-6 0,2-7 0,2-7-8191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0.028"/>
    </inkml:context>
    <inkml:brush xml:id="br0">
      <inkml:brushProperty name="width" value="0.05" units="cm"/>
      <inkml:brushProperty name="height" value="0.05" units="cm"/>
      <inkml:brushProperty name="color" value="#FFFFFF"/>
    </inkml:brush>
  </inkml:definitions>
  <inkml:trace contextRef="#ctx0" brushRef="#br0">60 63 24575,'0'-6'0,"-3"-9"0,-4-4 0,-4 4 0,-3 8 0,0 7 0,4 5-8191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0.399"/>
    </inkml:context>
    <inkml:brush xml:id="br0">
      <inkml:brushProperty name="width" value="0.05" units="cm"/>
      <inkml:brushProperty name="height" value="0.05" units="cm"/>
      <inkml:brushProperty name="color" value="#FFFFFF"/>
    </inkml:brush>
  </inkml:definitions>
  <inkml:trace contextRef="#ctx0" brushRef="#br0">1 21 24575,'0'-1'0,"-1"0"0,1 0 0,0 0 0,0 1 0,0-1 0,0 0 0,0 0 0,1 0 0,-1 0 0,0 0 0,0 1 0,0-1 0,1 0 0,-1 0 0,1 0 0,-1 1 0,0-1 0,1 0 0,-1 0 0,1 1 0,0-1 0,-1 0 0,1 1 0,0-1 0,0 0 0,0 1 0,0 0 0,0 0 0,0 0 0,-1 0 0,1 0 0,0 0 0,0 0 0,0 1 0,0-1 0,0 0 0,0 0 0,-1 1 0,1-1 0,0 0 0,0 1 0,-1-1 0,3 2 0,3 3 0,0 0 0,0 0 0,10 11 0,-10-8 0,0-1 0,-1 1 0,0 0 0,0 0 0,-1 0 0,0 1 0,0-1 0,-1 1 0,0 0 0,-1 0 0,0 1 0,-1-1 0,1 0 0,-2 0 0,1 1 0,-1-1 0,-1 1 0,-2 15 0,-2-16 0,1-11 0,4 1 0,-1-1 0,1 0 0,-1 1 0,1-1 0,0 1 0,0-1 0,-1 0 0,1 1 0,0-1 0,1-2 0,2-9 0,0 0 0,1 1 0,0-1 0,1 1 0,1 0 0,0 0 0,1 0 0,0 1 0,0 0 0,1 0 0,18-17 0,-24 26 0,-1 0 0,1 1 0,0-1 0,0 1 0,0-1 0,1 1 0,-1 0 0,0-1 0,0 1 0,1 0 0,-1 1 0,1-1 0,-1 0 0,0 1 0,1-1 0,0 1 0,-1 0 0,1 0 0,-1 0 0,1 0 0,-1 0 0,1 0 0,3 2 0,-3-1 0,-1 1 0,1-1 0,-1 1 0,1 0 0,-1-1 0,1 1 0,-1 0 0,0 1 0,0-1 0,0 0 0,0 1 0,0-1 0,-1 1 0,1-1 0,-1 1 0,0 0 0,1 0 0,-1 0 0,0 3 0,4 16 29,0 0 0,-2 0 1,-1 0-1,-1 37 0,1 6-1540,1-29-5315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0.913"/>
    </inkml:context>
    <inkml:brush xml:id="br0">
      <inkml:brushProperty name="width" value="0.05" units="cm"/>
      <inkml:brushProperty name="height" value="0.05" units="cm"/>
      <inkml:brushProperty name="color" value="#FFFFFF"/>
    </inkml:brush>
  </inkml:definitions>
  <inkml:trace contextRef="#ctx0" brushRef="#br0">1756 49 24575,'-17'-7'0,"1"0"0,-2 1 0,1 1 0,-1 1 0,-22-3 0,-95-3 0,115 9 0,-65 0-81,0 3-1,0 4 0,0 3 0,1 4 1,1 4-1,0 4 0,1 3 1,2 3-1,1 4 0,-92 50 0,130-58 71,1 2 0,1 2 0,1 1 0,2 2 0,0 2 0,2 1 0,-47 59 0,64-68 1,1 0-1,1 1 1,1 0 0,2 1 0,-17 47 0,23-51 6,0 1 1,2 0-1,0-1 1,1 1-1,2 0 1,0 1-1,5 41 1,0-42-11,0 0 0,1 0 0,1 0 0,2-1 0,0 0 0,1-1 0,1 0 0,1 0 0,21 28 0,-13-23-30,2-2 0,0-1 0,1 0 0,2-2-1,0 0 1,37 23 0,-17-17-33,1-2 0,2-1 0,63 22 0,-42-22 7,120 23 0,-111-33 70,0-4 1,0-3-1,1-3 1,0-4 0,0-3-1,-1-4 1,1-3-1,115-30 1,-138 23-3,0-2 1,-2-2 0,0-2-1,-1-3 1,50-34-1,-63 33-6,-1-2 1,-1-1-1,-1-2 0,-2-1 0,-1-2 0,44-62 1,-58 70 162,-1-1 1,23-49-1,-36 65-103,0 0-1,-1 0 1,0 0-1,-1-1 1,0 0-1,-1 1 1,-1-1-1,0 0 1,-1-21-1,-1 28-27,0-1 0,0 1 1,-1 0-1,0 0 0,0 0 0,0 1 0,-1-1 0,0 0 1,0 1-1,-1 0 0,1-1 0,-1 1 0,0 1 0,0-1 0,-1 1 1,1-1-1,-1 1 0,-7-4 0,-8-5 115,0 2-1,-1 1 1,-35-13 0,25 11-103,30 11-36,-38-14 0,1-3 0,-46-27 0,73 38 0,0 0 0,1-1 0,0-1 0,1 1 0,0-2 0,0 1 0,0-1 0,2 0 0,-1-1 0,1 0 0,-9-21 0,0-11 0,12 30 0,0 1 0,-12-24 0,15 35 11,1 0 0,-1 0-1,1 0 1,-1 0 0,0 0-1,0 0 1,0 0 0,0 0-1,0 0 1,0 0 0,0 0-1,0 0 1,0 1 0,0-1-1,0 1 1,0-1 0,0 0-1,-1 1 1,1 0 0,0-1-1,0 1 1,-1 0 0,1 0-1,0 0 1,0-1 0,-1 1-1,1 1 1,0-1 0,-1 0-1,1 0 1,-2 1 0,0 0-201,-1 1 0,0-1 1,1 1-1,-1 0 0,1 0 1,0 1-1,-1-1 1,-3 5-1,-9 8-6636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3.909"/>
    </inkml:context>
    <inkml:brush xml:id="br0">
      <inkml:brushProperty name="width" value="0.05" units="cm"/>
      <inkml:brushProperty name="height" value="0.05" units="cm"/>
      <inkml:brushProperty name="color" value="#FFFFFF"/>
    </inkml:brush>
  </inkml:definitions>
  <inkml:trace contextRef="#ctx0" brushRef="#br0">149 21 24575,'-13'-4'0,"-1"-1"0,0 2 0,1 0 0,-1 1 0,0 0 0,0 1 0,0 1 0,-21 2 0,31-2 0,5 2 0,10 1 0,19 2 0,609-2-716,-454-8 611,535-4-1124,-666 9-4912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4.184"/>
    </inkml:context>
    <inkml:brush xml:id="br0">
      <inkml:brushProperty name="width" value="0.05" units="cm"/>
      <inkml:brushProperty name="height" value="0.05" units="cm"/>
      <inkml:brushProperty name="color" value="#FFFFFF"/>
    </inkml:brush>
  </inkml:definitions>
  <inkml:trace contextRef="#ctx0" brushRef="#br0">82 2 24575,'-31'12'0,"26"-10"0,0-1 0,0 1 0,0 1 0,0-1 0,0 1 0,1-1 0,-1 1 0,-4 5 0,9-8 0,0 0 0,-1 0 0,1 0 0,0 1 0,0-1 0,0 0 0,0 0 0,0 0 0,-1 0 0,1 1 0,0-1 0,0 0 0,0 0 0,0 1 0,0-1 0,0 0 0,0 0 0,0 0 0,0 1 0,0-1 0,0 0 0,0 0 0,0 1 0,0-1 0,0 0 0,0 0 0,0 0 0,0 1 0,0-1 0,0 0 0,0 0 0,1 0 0,-1 1 0,0-1 0,0 0 0,0 0 0,0 0 0,0 0 0,1 1 0,-1-1 0,0 0 0,0 0 0,0 0 0,0 0 0,1 0 0,-1 0 0,0 1 0,0-1 0,0 0 0,1 0 0,-1 0 0,0 0 0,15 4 0,33 0 0,0-1 0,75-6 0,-71 1 0,500-19-223,429-12-308,-903 32-709,-56 2-4957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5.019"/>
    </inkml:context>
    <inkml:brush xml:id="br0">
      <inkml:brushProperty name="width" value="0.05" units="cm"/>
      <inkml:brushProperty name="height" value="0.05" units="cm"/>
      <inkml:brushProperty name="color" value="#FFFFFF"/>
    </inkml:brush>
  </inkml:definitions>
  <inkml:trace contextRef="#ctx0" brushRef="#br0">5 4208 24575,'0'0'0,"0"0"0,-1 0 0,1 1 0,0-1 0,0 0 0,-1 0 0,1 1 0,0-1 0,0 0 0,-1 1 0,1-1 0,0 0 0,0 1 0,0-1 0,-1 0 0,1 1 0,0-1 0,0 0 0,0 1 0,0-1 0,0 0 0,0 1 0,0-1 0,0 1 0,0-1 0,0 0 0,0 1 0,0-1 0,0 0 0,0 1 0,0-1 0,0 1 0,0-1 0,1 0 0,-1 1 0,0-1 0,0 0 0,1 1 0,6 19 0,-6-17 0,21 52 0,2-2 0,2 0 0,3-2 0,2-1 0,2-2 0,64 74 0,-68-92 0,2 0 0,1-2 0,1-1 0,1-2 0,1-1 0,1-2 0,2-1 0,0-2 0,77 27 0,-55-30-111,0-2 0,1-3-1,1-2 1,-1-3 0,1-3-1,0-3 1,0-2 0,93-15-1,-47-3-88,-2-5 0,-1-4-1,-2-5 1,101-47 0,-71 18-331,-3-5 0,222-155 0,-208 113-154,248-245 0,-234 185 199,146-204 0,89-218 87,-217 280 399,-14-8 0,209-590 0,-234 450-266,-103 315 116,18-179 0,-41 165 990,-11 132-321,-2 0 0,0 0 0,-10-44 1,11 67-217,-10-31 1176,11 34-1388,-1 0-1,1-1 1,-1 1-1,1 0 1,-1-1-1,0 1 1,0 0-1,0 0 1,0 0 0,0-1-1,0 1 1,0 0-1,0 0 1,0 0-1,0 1 1,-1-1-1,1 0 1,0 0 0,-2 0-1,2 1-76,0 0 0,1 0 1,-1 0-1,1 0 0,-1 0 0,1 0 0,-1 0 0,1 1 0,-1-1 1,1 0-1,-1 0 0,1 0 0,-1 1 0,1-1 0,-1 0 0,1 1 1,0-1-1,-1 0 0,1 1 0,-1-1 0,1 0 0,0 1 0,0-1 0,-1 1 1,1-1-1,0 1 0,-1-1 0,1 1 0,0-1 0,0 1 0,0 0 1,-5 17-1156,5-16 857,-2 14-6542</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5.287"/>
    </inkml:context>
    <inkml:brush xml:id="br0">
      <inkml:brushProperty name="width" value="0.05" units="cm"/>
      <inkml:brushProperty name="height" value="0.05" units="cm"/>
      <inkml:brushProperty name="color" value="#FFFFFF"/>
    </inkml:brush>
  </inkml:definitions>
  <inkml:trace contextRef="#ctx0" brushRef="#br0">268 48 24575,'24'-39'0,"-21"31"0,-15 29 0,-133 218 334,20-39-2033,112-176-5127</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5.507"/>
    </inkml:context>
    <inkml:brush xml:id="br0">
      <inkml:brushProperty name="width" value="0.05" units="cm"/>
      <inkml:brushProperty name="height" value="0.05" units="cm"/>
      <inkml:brushProperty name="color" value="#FFFFFF"/>
    </inkml:brush>
  </inkml:definitions>
  <inkml:trace contextRef="#ctx0" brushRef="#br0">1 218 24575,'16'-32'0,"3"0"0,0 1 0,2 1 0,25-27 0,-42 53 0,-1 1 0,1-1 0,0 1 0,-1 0 0,2 0 0,-1 0 0,0 0 0,1 1 0,7-3 0,-10 4 0,0 0 0,0 1 0,0 0 0,0-1 0,0 1 0,0 0 0,1 0 0,-1 0 0,0 1 0,0-1 0,0 0 0,0 1 0,0-1 0,0 1 0,0 0 0,0 0 0,0 0 0,0 0 0,0 0 0,0 0 0,0 0 0,-1 1 0,1-1 0,2 4 0,13 15 0,0 1 0,-2 0 0,22 42 0,-3-7 0,28 39 277,47 76-1919,-91-140-5184</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7.494"/>
    </inkml:context>
    <inkml:brush xml:id="br0">
      <inkml:brushProperty name="width" value="0.05" units="cm"/>
      <inkml:brushProperty name="height" value="0.05" units="cm"/>
      <inkml:brushProperty name="color" value="#FFFFFF"/>
    </inkml:brush>
  </inkml:definitions>
  <inkml:trace contextRef="#ctx0" brushRef="#br0">74 171 24575,'1'-6'0,"1"0"0,0 0 0,0 0 0,0 0 0,4-6 0,-1 4 0,-13 28 0,-9 22 0,1 0 0,2 1 0,-12 69 0,21-80 0,1 0 0,2 1 0,1-1 0,1 0 0,8 58 0,-6-80 0,0-1 0,1 1 0,0 0 0,0 0 0,9 17 0,-10-24 0,0 1 0,0-1 0,0 0 0,1 0 0,-1-1 0,1 1 0,-1 0 0,1-1 0,0 0 0,0 1 0,0-1 0,1 0 0,-1-1 0,0 1 0,1 0 0,-1-1 0,1 0 0,-1 0 0,6 1 0,1-1 0,0-1 0,-1-1 0,1 1 0,0-1 0,0-1 0,0 0 0,-1 0 0,1-1 0,-1 0 0,0-1 0,0 0 0,16-9 0,3-4 0,-1-2 0,38-31 0,-36 25 0,-1-2 0,-2 0 0,0-2 0,42-63 0,-57 75 0,-2-1 0,0 0 0,-1-1 0,10-31 0,-15 37 0,0 0 0,-1 0 0,0 0 0,-1 0 0,-1 0 0,0 0 0,-4-26 0,3 31 12,-1-1 1,0 1-1,-1 0 0,0 0 0,0 0 0,-1 0 1,0 1-1,0-1 0,-1 1 0,1 0 0,-2 0 1,1 1-1,-12-11 0,9 10 5,-1 0 0,0 1 0,-1 0 0,1 1 0,-1 0 0,0 1 0,0 0 0,0 0 1,-22-4-1,18 5-118,0 1 1,-1 1-1,1 0 1,-1 1 0,1 0-1,-1 1 1,1 1-1,-1 0 1,1 1 0,0 1-1,0 0 1,1 1 0,-1 0-1,1 1 1,0 1-1,-18 12 1,0 7-6726</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7.885"/>
    </inkml:context>
    <inkml:brush xml:id="br0">
      <inkml:brushProperty name="width" value="0.05" units="cm"/>
      <inkml:brushProperty name="height" value="0.05" units="cm"/>
      <inkml:brushProperty name="color" value="#FFFFFF"/>
    </inkml:brush>
  </inkml:definitions>
  <inkml:trace contextRef="#ctx0" brushRef="#br0">1 124 24575,'0'-15'0,"0"-21"0,0 35 0,0-1 0,0 0 0,0 1 0,1-1 0,-1 1 0,0-1 0,1 1 0,0-1 0,-1 1 0,1-1 0,0 1 0,-1 0 0,1-1 0,0 1 0,0 0 0,2-2 0,-2 2 0,0 1 0,0 0 0,-1 0 0,1-1 0,0 1 0,0 0 0,-1 0 0,1 0 0,0 0 0,0 0 0,0 0 0,-1 0 0,1 0 0,0 0 0,0 0 0,0 0 0,-1 1 0,1-1 0,0 0 0,0 1 0,-1-1 0,1 0 0,0 1 0,-1-1 0,1 1 0,0-1 0,-1 1 0,1-1 0,-1 1 0,2 1 0,15 20 0,-7-4 0,-1 0 0,-1 0 0,-1 1 0,0 0 0,6 36 0,8 101 0,-21-149 0,2 52 0,-2-55 0,0 0 0,-1-1 0,1 1 0,-1-1 0,0 1 0,0-1 0,0 1 0,0-1 0,-1 1 0,1-1 0,-1 0 0,-4 6 0,6-9 0,-1 1 0,1-1 0,0 0 0,0 0 0,0 0 0,-1 1 0,1-1 0,0 0 0,-1 0 0,1 0 0,0 0 0,0 1 0,-1-1 0,1 0 0,0 0 0,-1 0 0,1 0 0,0 0 0,-1 0 0,1 0 0,0 0 0,-1 0 0,1 0 0,0 0 0,0 0 0,-1 0 0,1 0 0,0-1 0,-1 1 0,1 0 0,0 0 0,-1 0 0,1 0 0,0 0 0,0-1 0,-1 1 0,1 0 0,0 0 0,0 0 0,0-1 0,-1 1 0,1 0 0,0 0 0,0-1 0,0 1 0,0 0 0,-1-1 0,1 1 0,0 0 0,0-1 0,0 1 0,0 0 0,0 0 0,0-1 0,0 1 0,0 0 0,0-1 0,0 1 0,-4-22 0,4 5 0,1 1 0,0-1 0,1 0 0,1 1 0,1 0 0,0 0 0,9-23 0,54-106 0,-53 120 0,28-41 0,-36 58 0,0 0 0,1 1 0,-1 0 0,1 0 0,1 1 0,0-1 0,-1 2 0,17-10 0,-22 14 0,0 0 0,0 0 0,0 0 0,0 1 0,1-1 0,-1 0 0,0 1 0,1-1 0,-1 1 0,0 0 0,1 0 0,-1 0 0,0 0 0,1 0 0,-1 1 0,1-1 0,-1 1 0,0-1 0,0 1 0,4 1 0,-3 0 0,0 0 0,0 1 0,-1-1 0,1 0 0,0 1 0,-1 0 0,0 0 0,1-1 0,-1 1 0,0 1 0,-1-1 0,3 3 0,2 11 0,0 0 0,0 0 0,-2 1 0,3 21 0,-6-33 0,24 162-1365,-19-120-5461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8.055"/>
    </inkml:context>
    <inkml:brush xml:id="br0">
      <inkml:brushProperty name="width" value="0.05" units="cm"/>
      <inkml:brushProperty name="height" value="0.05" units="cm"/>
      <inkml:brushProperty name="color" value="#FFFFFF"/>
    </inkml:brush>
  </inkml:definitions>
  <inkml:trace contextRef="#ctx0" brushRef="#br0">0 19 24575,'0'-3'0,"0"-5"0,3 4 0,4 1 0,5 4 0,2 6 0,6 4 0,5 1 0,5 1 0,3-2 0,-3-2-8191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8.552"/>
    </inkml:context>
    <inkml:brush xml:id="br0">
      <inkml:brushProperty name="width" value="0.05" units="cm"/>
      <inkml:brushProperty name="height" value="0.05" units="cm"/>
      <inkml:brushProperty name="color" value="#FFFFFF"/>
    </inkml:brush>
  </inkml:definitions>
  <inkml:trace contextRef="#ctx0" brushRef="#br0">363 540 24575,'0'-7'0,"1"-16"0,-2 0 0,-5-34 0,5 51 0,-1-1 0,1 1 0,-1 0 0,0 0 0,-1 0 0,1 1 0,-1-1 0,0 1 0,-1-1 0,1 1 0,-1 0 0,0 0 0,0 0 0,-6-4 0,8 7 0,0 1 0,0-1 0,-1 1 0,1 0 0,0 0 0,-1 0 0,1 0 0,0 0 0,-1 0 0,1 0 0,-1 1 0,0 0 0,1-1 0,-1 1 0,1 0 0,-5 0 0,3 1 0,-1 0 0,0 0 0,0 1 0,1-1 0,-1 1 0,1 0 0,-1 0 0,-4 4 0,-4 3 0,0 0 0,1 1 0,0 1 0,-13 16 0,8-9 0,2 0 0,0 2 0,1 0 0,2 0 0,0 1 0,0 0 0,2 1 0,1 1 0,1 0 0,-8 34 0,15-52 0,0 0 0,1 0 0,0-1 0,-1 1 0,2 0 0,-1 0 0,0 0 0,1 0 0,0 0 0,0-1 0,1 1 0,-1 0 0,1-1 0,0 1 0,0-1 0,0 0 0,1 1 0,0-1 0,4 5 0,-2-4 0,-1-1 0,1 0 0,0-1 0,0 1 0,1-1 0,-1 0 0,1 0 0,0 0 0,-1-1 0,1 0 0,0 0 0,0-1 0,1 1 0,11 0 0,-5-1 0,0-1 0,0 0 0,0 0 0,0-2 0,0 1 0,0-2 0,0 0 0,0 0 0,-1-1 0,1-1 0,17-9 0,-14 5 0,0-1 0,-1-1 0,-1 0 0,1-1 0,-2 0 0,0-1 0,17-22 0,-6 0 0,-1 0 0,-1-2 0,-2-1 0,-2 0 0,-1-1 0,16-59 0,16-97 0,-12 41 0,-66 335 0,20-114 0,3 0 0,3 1 0,3-1 0,2 1 0,16 86 0,-2-91-1365,1-12-5461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8.911"/>
    </inkml:context>
    <inkml:brush xml:id="br0">
      <inkml:brushProperty name="width" value="0.05" units="cm"/>
      <inkml:brushProperty name="height" value="0.05" units="cm"/>
      <inkml:brushProperty name="color" value="#FFFFFF"/>
    </inkml:brush>
  </inkml:definitions>
  <inkml:trace contextRef="#ctx0" brushRef="#br0">109 252 24575,'0'2'0,"0"-1"0,0 0 0,0 1 0,0-1 0,0 0 0,1 1 0,-1-1 0,1 0 0,-1 1 0,1-1 0,-1 0 0,1 0 0,0 0 0,-1 1 0,1-1 0,0 0 0,0 0 0,0 0 0,0 0 0,0 0 0,0-1 0,0 1 0,0 0 0,1 0 0,2 1 0,-1-1 0,0 0 0,0 0 0,1 0 0,-1 0 0,0-1 0,1 1 0,-1-1 0,7 0 0,-2-1 0,0 1 0,0-2 0,0 1 0,0-1 0,0 0 0,-1-1 0,1 0 0,14-7 0,-14 4 0,-1 0 0,0 0 0,0-1 0,-1 1 0,1-2 0,-1 1 0,-1-1 0,0 0 0,0 0 0,0 0 0,-1-1 0,0 0 0,-1 1 0,5-17 0,-7 20 0,0-1 0,-1 1 0,1 0 0,-1 0 0,0-1 0,0 1 0,0 0 0,-1-1 0,0 1 0,0 0 0,0 0 0,-3-6 0,2 7 0,0 1 0,0-1 0,0 0 0,-1 1 0,1-1 0,-1 1 0,0 0 0,0 0 0,0 0 0,-1 1 0,1-1 0,0 1 0,-1-1 0,0 1 0,0 0 0,-7-2 0,6 2 0,0 0 0,-1 0 0,1 1 0,-1 0 0,1 0 0,-1 1 0,0-1 0,1 1 0,-1 1 0,1-1 0,-1 1 0,0 0 0,-9 3 0,7-2 0,0 2 0,0-1 0,1 1 0,0 0 0,0 1 0,0 0 0,0 0 0,-9 10 0,4-3 0,1 2 0,0-1 0,1 1 0,1 1 0,0 0 0,1 0 0,0 1 0,-7 23 0,10-24 31,1 0 0,1 0 0,0 0 0,1 0 0,1 0 0,1 0 0,0 0 0,0 0 1,2 1-1,3 15 0,-3-22-117,0-1 1,0 0 0,1 0-1,0 0 1,1 0 0,0-1-1,0 1 1,1-1 0,0 0-1,0 0 1,0 0 0,1-1-1,0 0 1,0 0 0,1 0-1,0-1 1,0 0 0,0-1-1,8 5 1,18 5-6741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9.469"/>
    </inkml:context>
    <inkml:brush xml:id="br0">
      <inkml:brushProperty name="width" value="0.05" units="cm"/>
      <inkml:brushProperty name="height" value="0.05" units="cm"/>
      <inkml:brushProperty name="color" value="#FFFFFF"/>
    </inkml:brush>
  </inkml:definitions>
  <inkml:trace contextRef="#ctx0" brushRef="#br0">0 164 24575,'0'-91'0,"13"376"0,-6-174 0,-6-91 0,1 1 0,8 34 0,-2-110 0,26-172 0,-26 192 0,2 1 0,1 0 0,2 0 0,23-44 0,-33 71 0,1 1 0,0 0 0,1 0 0,-1 0 0,1 0 0,0 1 0,0 0 0,8-6 0,-11 10 0,-1 0 0,1 0 0,0 0 0,-1 0 0,1 0 0,0 1 0,-1-1 0,1 0 0,0 1 0,0 0 0,0-1 0,0 1 0,-1 0 0,1 0 0,0 0 0,0 0 0,0 0 0,0 0 0,0 1 0,-1-1 0,1 1 0,0-1 0,0 1 0,0-1 0,-1 1 0,1 0 0,-1 0 0,1 0 0,0 0 0,-1 0 0,0 1 0,1-1 0,-1 0 0,0 1 0,1-1 0,1 4 0,3 3 0,0 2 0,0-1 0,-1 1 0,-1 0 0,1 0 0,-2 0 0,5 16 0,11 80 0,-14-67 0,-1-9 0,-4-22 0,0 0 0,1 0 0,0 1 0,1-1 0,0 0 0,0-1 0,1 1 0,0 0 0,5 10 0,-7-18 0,-1 0 0,0 1 0,0-1 0,1 0 0,-1 1 0,0-1 0,1 0 0,-1 1 0,0-1 0,1 0 0,-1 0 0,0 0 0,1 1 0,-1-1 0,1 0 0,-1 0 0,0 0 0,1 0 0,-1 0 0,1 1 0,-1-1 0,0 0 0,1 0 0,-1 0 0,1 0 0,-1 0 0,1-1 0,-1 1 0,0 0 0,2 0 0,10-12 0,8-24 0,-17 30 0,11-24 0,59-105 0,-63 118 0,1 0 0,1 1 0,1 0 0,1 1 0,21-19 0,-33 32 0,1-1 0,-1 2 0,1-1 0,0 0 0,0 0 0,0 1 0,0 0 0,0-1 0,0 1 0,0 0 0,0 1 0,0-1 0,1 1 0,-1-1 0,6 1 0,-6 0 0,-1 1 0,1-1 0,-1 1 0,1 0 0,-1 0 0,1 0 0,-1 0 0,1 0 0,-1 1 0,0-1 0,0 1 0,1-1 0,-1 1 0,0 0 0,-1 0 0,1 0 0,0 0 0,0 0 0,1 3 0,3 6 0,0 0 0,0 1 0,-1 0 0,-1-1 0,5 22 0,9 67 0,-10-46 0,-3-28 61,2 16-536,2 0-1,14 42 1,-11-55-6351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49.843"/>
    </inkml:context>
    <inkml:brush xml:id="br0">
      <inkml:brushProperty name="width" value="0.05" units="cm"/>
      <inkml:brushProperty name="height" value="0.05" units="cm"/>
      <inkml:brushProperty name="color" value="#FFFFFF"/>
    </inkml:brush>
  </inkml:definitions>
  <inkml:trace contextRef="#ctx0" brushRef="#br0">205 104 24575,'3'-3'0,"-1"1"0,0-1 0,0 1 0,0-1 0,0 0 0,-1 1 0,1-1 0,-1 0 0,1 0 0,-1-1 0,0 1 0,0 0 0,-1 0 0,1 0 0,-1-1 0,1-5 0,-1 7 0,-1 0 0,1-1 0,-1 1 0,0 0 0,1 0 0,-1 0 0,0 0 0,0 0 0,-1 0 0,1 0 0,0 0 0,0 0 0,-1 1 0,0-1 0,1 0 0,-1 1 0,0-1 0,1 1 0,-1 0 0,0 0 0,0-1 0,0 1 0,0 0 0,0 1 0,-4-2 0,4 1 0,0 0 0,-1 1 0,1-1 0,-1 1 0,1-1 0,0 1 0,-1 0 0,1 0 0,-1 0 0,1 0 0,-1 1 0,1-1 0,0 1 0,-1-1 0,1 1 0,-5 2 0,3-1 0,0 1 0,0-1 0,0 1 0,0 0 0,0 0 0,1 1 0,0-1 0,-4 5 0,-4 7 0,2 0 0,-1 1 0,-10 25 0,20-40 0,-11 25 0,1-1 0,1 1 0,2 0 0,1 1 0,0 0 0,3 0 0,0 0 0,1 29 0,2-51 0,0 1 0,1-1 0,-1 1 0,1-1 0,1 1 0,-1-1 0,1 0 0,0 1 0,0-1 0,0 0 0,1 0 0,0-1 0,3 6 0,-4-8 0,0 0 0,-1-1 0,1 1 0,0 0 0,0-1 0,0 0 0,0 1 0,1-1 0,-1 0 0,0 0 0,1 0 0,-1 0 0,0-1 0,1 1 0,-1-1 0,1 1 0,-1-1 0,1 0 0,-1 0 0,1 0 0,-1 0 0,1 0 0,-1-1 0,1 1 0,-1-1 0,0 1 0,1-1 0,-1 0 0,0 0 0,4-2 0,2-2 0,0 1 0,-1-2 0,1 1 0,-1-1 0,-1 0 0,1 0 0,-1-1 0,0 1 0,-1-1 0,1-1 0,4-8 0,6-13 0,20-50 0,-30 67 0,17-47 0,21-44 0,-44 102 0,1 0 0,-1 0 0,0 0 0,1 0 0,-1 0 0,1 0 0,0 0 0,-1 0 0,1 0 0,0 0 0,0 0 0,-1 1 0,1-1 0,0 0 0,0 0 0,0 1 0,0-1 0,0 1 0,2-2 0,-3 3 0,1-1 0,-1 0 0,1 1 0,-1-1 0,1 1 0,-1-1 0,1 1 0,-1-1 0,1 1 0,-1-1 0,0 1 0,1-1 0,-1 1 0,0-1 0,1 1 0,-1 0 0,0-1 0,0 1 0,0 0 0,0-1 0,0 1 0,1 0 0,-1 0 0,3 55 0,-3-50 0,0 26-227,1 0-1,2 0 1,2 0-1,0-1 1,14 42-1,-5-36-6598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50.214"/>
    </inkml:context>
    <inkml:brush xml:id="br0">
      <inkml:brushProperty name="width" value="0.05" units="cm"/>
      <inkml:brushProperty name="height" value="0.05" units="cm"/>
      <inkml:brushProperty name="color" value="#FFFFFF"/>
    </inkml:brush>
  </inkml:definitions>
  <inkml:trace contextRef="#ctx0" brushRef="#br0">33 203 24575,'-8'-28'0,"0"-1"0,2 1 0,-4-49 0,10 73 0,0 0 0,0 0 0,0 0 0,1 0 0,-1 0 0,3-6 0,-3 10 0,0 0 0,0-1 0,0 1 0,0 0 0,0-1 0,0 1 0,0 0 0,1-1 0,-1 1 0,0 0 0,0 0 0,0-1 0,1 1 0,-1 0 0,0 0 0,0-1 0,1 1 0,-1 0 0,0 0 0,1 0 0,-1-1 0,0 1 0,1 0 0,-1 0 0,0 0 0,1 0 0,-1 0 0,1 0 0,0 0 0,0 0 0,-1 1 0,1-1 0,0 1 0,0-1 0,0 1 0,-1-1 0,1 1 0,0 0 0,-1-1 0,1 1 0,0 0 0,-1 0 0,1-1 0,-1 1 0,1 1 0,7 12 0,-2-1 0,1 1 0,-2-1 0,0 2 0,4 15 0,12 78 0,-13-60 0,4 27 0,11 52 0,-23-126 0,0 0 0,0 0 0,1 0 0,-1-1 0,0 1 0,0 0 0,1 0 0,-1-1 0,0 1 0,1 0 0,-1 0 0,1-1 0,-1 1 0,0-1 0,1 1 0,0 0 0,-1-1 0,2 1 0,-2-1 0,1 0 0,-1 0 0,0 0 0,1 0 0,-1 0 0,0 0 0,1 0 0,-1 0 0,0-1 0,1 1 0,-1 0 0,0 0 0,1 0 0,-1-1 0,0 1 0,1 0 0,-1-1 0,0 1 0,0 0 0,1 0 0,-1-1 0,0 1 0,0 0 0,0-1 0,1 0 0,11-32 0,-11 31 0,15-52 0,29-86 0,-35 112 0,2 1 0,29-50 0,-38 72 0,1 1 0,-1-1 0,1 1 0,-1 0 0,1 0 0,0 0 0,1 0 0,-1 1 0,6-4 0,-8 6 0,-1 0 0,0 1 0,0-1 0,0 1 0,0 0 0,1-1 0,-1 1 0,0 0 0,0 0 0,1 0 0,-1 0 0,0 0 0,1 0 0,-1 0 0,0 0 0,0 0 0,1 1 0,0 0 0,0 0 0,0 0 0,-1 0 0,1 0 0,-1 0 0,1 1 0,-1-1 0,1 0 0,-1 1 0,0-1 0,0 1 0,0 0 0,0-1 0,0 1 0,0 0 0,1 3 0,3 10 0,0 0 0,-1 0 0,0 0 0,1 24 0,1 67 0,-3-29 0,4 14-1365,-4-57-5461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50.682"/>
    </inkml:context>
    <inkml:brush xml:id="br0">
      <inkml:brushProperty name="width" value="0.05" units="cm"/>
      <inkml:brushProperty name="height" value="0.05" units="cm"/>
      <inkml:brushProperty name="color" value="#FFFFFF"/>
    </inkml:brush>
  </inkml:definitions>
  <inkml:trace contextRef="#ctx0" brushRef="#br0">258 499 24575,'0'-2'0,"-1"0"0,1 0 0,-1 0 0,1 0 0,-1 0 0,0 0 0,0 1 0,0-1 0,0 0 0,0 0 0,-1 1 0,1-1 0,0 1 0,-4-4 0,-24-19 0,23 19 0,-1 0 0,0-1 0,-1 1 0,0 1 0,0-1 0,0 1 0,0 1 0,0-1 0,-13-2 0,18 6 0,0-1 0,0 1 0,0 0 0,0 0 0,0 0 0,0 0 0,0 0 0,0 1 0,0-1 0,0 1 0,0 0 0,0 0 0,0 0 0,0 0 0,0 1 0,1-1 0,-1 1 0,0 0 0,1 0 0,0-1 0,-1 1 0,1 1 0,0-1 0,0 0 0,0 1 0,0-1 0,-2 6 0,-3 4 0,1 1 0,0 0 0,1 1 0,0-1 0,1 1 0,1 0 0,0 0 0,0 14 0,0 12 0,3 64 0,0-86 0,2-1 0,6 31 0,-8-45 0,1 1 0,0-1 0,0 0 0,0 1 0,0-1 0,1 0 0,0 0 0,-1 0 0,1 0 0,0 0 0,0 0 0,0 0 0,1 0 0,-1-1 0,1 1 0,0-1 0,-1 0 0,1 0 0,0 0 0,6 3 0,-7-5 0,0 1 0,0-1 0,0 0 0,0 0 0,1 0 0,-1 0 0,0-1 0,0 1 0,0 0 0,0-1 0,0 1 0,0-1 0,0 0 0,0 0 0,0 0 0,0 0 0,0 0 0,0 0 0,-1 0 0,4-4 0,3-2 0,0-1 0,12-14 0,-20 22 0,16-22 0,0-1 0,-2 0 0,0-1 0,-2 0 0,18-50 0,27-136 0,-44 147 0,-3-2 0,-2 1 0,-1-82 0,-7 143 0,0-2 0,0 0 0,0-1 0,0 1 0,-1 0 0,0 0 0,0 0 0,0-1 0,-1 1 0,-3-9 0,5 14 0,-1-1 0,1 1 0,0 0 0,0-1 0,-1 1 0,1 0 0,0-1 0,0 1 0,-1 0 0,1 0 0,0-1 0,-1 1 0,1 0 0,-1 0 0,1-1 0,0 1 0,-1 0 0,1 0 0,0 0 0,-1 0 0,1 0 0,-1-1 0,1 1 0,-1 0 0,1 0 0,0 0 0,-1 0 0,1 0 0,-1 1 0,1-1 0,-1 0 0,0 0 0,-11 12 0,-4 21 0,7-1 0,1 2 0,2-1 0,-4 47 0,5 103 0,8-65-455,6-1 0,44 222 0,-37-271-6371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7:54:51.102"/>
    </inkml:context>
    <inkml:brush xml:id="br0">
      <inkml:brushProperty name="width" value="0.05" units="cm"/>
      <inkml:brushProperty name="height" value="0.05" units="cm"/>
      <inkml:brushProperty name="color" value="#FFFFFF"/>
    </inkml:brush>
  </inkml:definitions>
  <inkml:trace contextRef="#ctx0" brushRef="#br0">117 0 24575,'-117'0'0,"1376"21"-4773,-755-10 2939,313 7-1951,2439 39 536,-2933-54 3180,-59-2 397,76-8 1545,-258 3-859,-56 0 1547,-53 2-1198,-153-1 1058,66 3-6462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1/21/2026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1/21/2026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1/21/2026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13.png"/><Relationship Id="rId42" Type="http://schemas.openxmlformats.org/officeDocument/2006/relationships/customXml" Target="../ink/ink21.xml"/><Relationship Id="rId47" Type="http://schemas.openxmlformats.org/officeDocument/2006/relationships/image" Target="../media/image26.png"/><Relationship Id="rId63" Type="http://schemas.openxmlformats.org/officeDocument/2006/relationships/image" Target="../media/image34.png"/><Relationship Id="rId68" Type="http://schemas.openxmlformats.org/officeDocument/2006/relationships/customXml" Target="../ink/ink34.xml"/><Relationship Id="rId84" Type="http://schemas.openxmlformats.org/officeDocument/2006/relationships/customXml" Target="../ink/ink42.xml"/><Relationship Id="rId16" Type="http://schemas.openxmlformats.org/officeDocument/2006/relationships/customXml" Target="../ink/ink8.xml"/><Relationship Id="rId11" Type="http://schemas.openxmlformats.org/officeDocument/2006/relationships/image" Target="../media/image8.png"/><Relationship Id="rId32" Type="http://schemas.openxmlformats.org/officeDocument/2006/relationships/customXml" Target="../ink/ink16.xml"/><Relationship Id="rId37" Type="http://schemas.openxmlformats.org/officeDocument/2006/relationships/image" Target="../media/image21.png"/><Relationship Id="rId53" Type="http://schemas.openxmlformats.org/officeDocument/2006/relationships/image" Target="../media/image29.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2.png"/><Relationship Id="rId5" Type="http://schemas.openxmlformats.org/officeDocument/2006/relationships/image" Target="../media/image5.png"/><Relationship Id="rId19" Type="http://schemas.openxmlformats.org/officeDocument/2006/relationships/image" Target="../media/image12.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6.png"/><Relationship Id="rId30" Type="http://schemas.openxmlformats.org/officeDocument/2006/relationships/customXml" Target="../ink/ink15.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24.xml"/><Relationship Id="rId56" Type="http://schemas.openxmlformats.org/officeDocument/2006/relationships/customXml" Target="../ink/ink28.xml"/><Relationship Id="rId64" Type="http://schemas.openxmlformats.org/officeDocument/2006/relationships/customXml" Target="../ink/ink32.xml"/><Relationship Id="rId69" Type="http://schemas.openxmlformats.org/officeDocument/2006/relationships/image" Target="../media/image37.png"/><Relationship Id="rId77" Type="http://schemas.openxmlformats.org/officeDocument/2006/relationships/image" Target="../media/image41.png"/><Relationship Id="rId8" Type="http://schemas.openxmlformats.org/officeDocument/2006/relationships/customXml" Target="../ink/ink4.xml"/><Relationship Id="rId51" Type="http://schemas.openxmlformats.org/officeDocument/2006/relationships/image" Target="../media/image28.png"/><Relationship Id="rId72" Type="http://schemas.openxmlformats.org/officeDocument/2006/relationships/customXml" Target="../ink/ink36.xml"/><Relationship Id="rId80" Type="http://schemas.openxmlformats.org/officeDocument/2006/relationships/customXml" Target="../ink/ink40.xml"/><Relationship Id="rId85" Type="http://schemas.openxmlformats.org/officeDocument/2006/relationships/image" Target="../media/image45.png"/><Relationship Id="rId3" Type="http://schemas.openxmlformats.org/officeDocument/2006/relationships/image" Target="../media/image4.png"/><Relationship Id="rId12" Type="http://schemas.openxmlformats.org/officeDocument/2006/relationships/customXml" Target="../ink/ink6.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32.png"/><Relationship Id="rId67" Type="http://schemas.openxmlformats.org/officeDocument/2006/relationships/image" Target="../media/image36.png"/><Relationship Id="rId20" Type="http://schemas.openxmlformats.org/officeDocument/2006/relationships/customXml" Target="../ink/ink10.xml"/><Relationship Id="rId41" Type="http://schemas.openxmlformats.org/officeDocument/2006/relationships/image" Target="../media/image23.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image" Target="../media/image40.png"/><Relationship Id="rId83"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customXml" Target="../ink/ink3.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7.png"/><Relationship Id="rId57" Type="http://schemas.openxmlformats.org/officeDocument/2006/relationships/image" Target="../media/image31.png"/><Relationship Id="rId10" Type="http://schemas.openxmlformats.org/officeDocument/2006/relationships/customXml" Target="../ink/ink5.xml"/><Relationship Id="rId31" Type="http://schemas.openxmlformats.org/officeDocument/2006/relationships/image" Target="../media/image18.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35.png"/><Relationship Id="rId73" Type="http://schemas.openxmlformats.org/officeDocument/2006/relationships/image" Target="../media/image39.png"/><Relationship Id="rId78" Type="http://schemas.openxmlformats.org/officeDocument/2006/relationships/customXml" Target="../ink/ink39.xml"/><Relationship Id="rId81" Type="http://schemas.openxmlformats.org/officeDocument/2006/relationships/image" Target="../media/image43.png"/><Relationship Id="rId4" Type="http://schemas.openxmlformats.org/officeDocument/2006/relationships/customXml" Target="../ink/ink2.xml"/><Relationship Id="rId9" Type="http://schemas.openxmlformats.org/officeDocument/2006/relationships/image" Target="../media/image7.png"/><Relationship Id="rId13" Type="http://schemas.openxmlformats.org/officeDocument/2006/relationships/image" Target="../media/image9.png"/><Relationship Id="rId18" Type="http://schemas.openxmlformats.org/officeDocument/2006/relationships/customXml" Target="../ink/ink9.xml"/><Relationship Id="rId39" Type="http://schemas.openxmlformats.org/officeDocument/2006/relationships/image" Target="../media/image22.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0.png"/><Relationship Id="rId76" Type="http://schemas.openxmlformats.org/officeDocument/2006/relationships/customXml" Target="../ink/ink38.xml"/><Relationship Id="rId7" Type="http://schemas.openxmlformats.org/officeDocument/2006/relationships/image" Target="../media/image6.png"/><Relationship Id="rId71" Type="http://schemas.openxmlformats.org/officeDocument/2006/relationships/image" Target="../media/image38.png"/><Relationship Id="rId2" Type="http://schemas.openxmlformats.org/officeDocument/2006/relationships/customXml" Target="../ink/ink1.xml"/><Relationship Id="rId29" Type="http://schemas.openxmlformats.org/officeDocument/2006/relationships/image" Target="../media/image17.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5.png"/><Relationship Id="rId66" Type="http://schemas.openxmlformats.org/officeDocument/2006/relationships/customXml" Target="../ink/ink33.xml"/><Relationship Id="rId61" Type="http://schemas.openxmlformats.org/officeDocument/2006/relationships/image" Target="../media/image33.png"/><Relationship Id="rId82" Type="http://schemas.openxmlformats.org/officeDocument/2006/relationships/customXml" Target="../ink/ink41.xml"/></Relationships>
</file>

<file path=ppt/slides/_rels/slide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github.com/soyuztechnologies/SAP_BTP_Training_CLD200/blob/master/Day%203/01%20db.zip"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srv/tester.http" TargetMode="External"/><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17" Type="http://schemas.openxmlformats.org/officeDocument/2006/relationships/image" Target="../media/image106.png"/><Relationship Id="rId21" Type="http://schemas.openxmlformats.org/officeDocument/2006/relationships/image" Target="../media/image58.png"/><Relationship Id="rId42" Type="http://schemas.openxmlformats.org/officeDocument/2006/relationships/customXml" Target="../ink/ink63.xml"/><Relationship Id="rId63" Type="http://schemas.openxmlformats.org/officeDocument/2006/relationships/image" Target="../media/image79.png"/><Relationship Id="rId84" Type="http://schemas.openxmlformats.org/officeDocument/2006/relationships/customXml" Target="../ink/ink84.xml"/><Relationship Id="rId138" Type="http://schemas.openxmlformats.org/officeDocument/2006/relationships/customXml" Target="../ink/ink111.xml"/><Relationship Id="rId159" Type="http://schemas.openxmlformats.org/officeDocument/2006/relationships/image" Target="../media/image127.png"/><Relationship Id="rId170" Type="http://schemas.openxmlformats.org/officeDocument/2006/relationships/customXml" Target="../ink/ink127.xml"/><Relationship Id="rId191" Type="http://schemas.openxmlformats.org/officeDocument/2006/relationships/image" Target="../media/image143.png"/><Relationship Id="rId205" Type="http://schemas.openxmlformats.org/officeDocument/2006/relationships/image" Target="../media/image150.png"/><Relationship Id="rId226" Type="http://schemas.openxmlformats.org/officeDocument/2006/relationships/customXml" Target="../ink/ink155.xml"/><Relationship Id="rId107" Type="http://schemas.openxmlformats.org/officeDocument/2006/relationships/image" Target="../media/image101.png"/><Relationship Id="rId11" Type="http://schemas.openxmlformats.org/officeDocument/2006/relationships/image" Target="../media/image53.png"/><Relationship Id="rId32" Type="http://schemas.openxmlformats.org/officeDocument/2006/relationships/customXml" Target="../ink/ink58.xml"/><Relationship Id="rId53" Type="http://schemas.openxmlformats.org/officeDocument/2006/relationships/image" Target="../media/image74.png"/><Relationship Id="rId74" Type="http://schemas.openxmlformats.org/officeDocument/2006/relationships/customXml" Target="../ink/ink79.xml"/><Relationship Id="rId128" Type="http://schemas.openxmlformats.org/officeDocument/2006/relationships/customXml" Target="../ink/ink106.xml"/><Relationship Id="rId149" Type="http://schemas.openxmlformats.org/officeDocument/2006/relationships/image" Target="../media/image122.png"/><Relationship Id="rId5" Type="http://schemas.openxmlformats.org/officeDocument/2006/relationships/image" Target="../media/image50.png"/><Relationship Id="rId95" Type="http://schemas.openxmlformats.org/officeDocument/2006/relationships/image" Target="../media/image95.png"/><Relationship Id="rId160" Type="http://schemas.openxmlformats.org/officeDocument/2006/relationships/customXml" Target="../ink/ink122.xml"/><Relationship Id="rId181" Type="http://schemas.openxmlformats.org/officeDocument/2006/relationships/image" Target="../media/image138.png"/><Relationship Id="rId216" Type="http://schemas.openxmlformats.org/officeDocument/2006/relationships/customXml" Target="../ink/ink150.xml"/><Relationship Id="rId237" Type="http://schemas.openxmlformats.org/officeDocument/2006/relationships/image" Target="../media/image166.png"/><Relationship Id="rId22" Type="http://schemas.openxmlformats.org/officeDocument/2006/relationships/customXml" Target="../ink/ink53.xml"/><Relationship Id="rId43" Type="http://schemas.openxmlformats.org/officeDocument/2006/relationships/image" Target="../media/image69.png"/><Relationship Id="rId64" Type="http://schemas.openxmlformats.org/officeDocument/2006/relationships/customXml" Target="../ink/ink74.xml"/><Relationship Id="rId118" Type="http://schemas.openxmlformats.org/officeDocument/2006/relationships/customXml" Target="../ink/ink101.xml"/><Relationship Id="rId139" Type="http://schemas.openxmlformats.org/officeDocument/2006/relationships/image" Target="../media/image117.png"/><Relationship Id="rId85" Type="http://schemas.openxmlformats.org/officeDocument/2006/relationships/image" Target="../media/image90.png"/><Relationship Id="rId150" Type="http://schemas.openxmlformats.org/officeDocument/2006/relationships/customXml" Target="../ink/ink117.xml"/><Relationship Id="rId171" Type="http://schemas.openxmlformats.org/officeDocument/2006/relationships/image" Target="../media/image133.png"/><Relationship Id="rId192" Type="http://schemas.openxmlformats.org/officeDocument/2006/relationships/customXml" Target="../ink/ink138.xml"/><Relationship Id="rId206" Type="http://schemas.openxmlformats.org/officeDocument/2006/relationships/customXml" Target="../ink/ink145.xml"/><Relationship Id="rId227" Type="http://schemas.openxmlformats.org/officeDocument/2006/relationships/image" Target="../media/image161.png"/><Relationship Id="rId12" Type="http://schemas.openxmlformats.org/officeDocument/2006/relationships/customXml" Target="../ink/ink48.xml"/><Relationship Id="rId33" Type="http://schemas.openxmlformats.org/officeDocument/2006/relationships/image" Target="../media/image64.png"/><Relationship Id="rId108" Type="http://schemas.openxmlformats.org/officeDocument/2006/relationships/customXml" Target="../ink/ink96.xml"/><Relationship Id="rId129" Type="http://schemas.openxmlformats.org/officeDocument/2006/relationships/image" Target="../media/image112.png"/><Relationship Id="rId54" Type="http://schemas.openxmlformats.org/officeDocument/2006/relationships/customXml" Target="../ink/ink69.xml"/><Relationship Id="rId75" Type="http://schemas.openxmlformats.org/officeDocument/2006/relationships/image" Target="../media/image85.png"/><Relationship Id="rId96" Type="http://schemas.openxmlformats.org/officeDocument/2006/relationships/customXml" Target="../ink/ink90.xml"/><Relationship Id="rId140" Type="http://schemas.openxmlformats.org/officeDocument/2006/relationships/customXml" Target="../ink/ink112.xml"/><Relationship Id="rId161" Type="http://schemas.openxmlformats.org/officeDocument/2006/relationships/image" Target="../media/image128.png"/><Relationship Id="rId182" Type="http://schemas.openxmlformats.org/officeDocument/2006/relationships/customXml" Target="../ink/ink133.xml"/><Relationship Id="rId217" Type="http://schemas.openxmlformats.org/officeDocument/2006/relationships/image" Target="../media/image156.png"/><Relationship Id="rId6" Type="http://schemas.openxmlformats.org/officeDocument/2006/relationships/customXml" Target="../ink/ink45.xml"/><Relationship Id="rId238" Type="http://schemas.openxmlformats.org/officeDocument/2006/relationships/customXml" Target="../ink/ink161.xml"/><Relationship Id="rId23" Type="http://schemas.openxmlformats.org/officeDocument/2006/relationships/image" Target="../media/image59.png"/><Relationship Id="rId119" Type="http://schemas.openxmlformats.org/officeDocument/2006/relationships/image" Target="../media/image107.png"/><Relationship Id="rId44" Type="http://schemas.openxmlformats.org/officeDocument/2006/relationships/customXml" Target="../ink/ink64.xml"/><Relationship Id="rId65" Type="http://schemas.openxmlformats.org/officeDocument/2006/relationships/image" Target="../media/image80.png"/><Relationship Id="rId86" Type="http://schemas.openxmlformats.org/officeDocument/2006/relationships/customXml" Target="../ink/ink85.xml"/><Relationship Id="rId130" Type="http://schemas.openxmlformats.org/officeDocument/2006/relationships/customXml" Target="../ink/ink107.xml"/><Relationship Id="rId151" Type="http://schemas.openxmlformats.org/officeDocument/2006/relationships/image" Target="../media/image123.png"/><Relationship Id="rId172" Type="http://schemas.openxmlformats.org/officeDocument/2006/relationships/customXml" Target="../ink/ink128.xml"/><Relationship Id="rId193" Type="http://schemas.openxmlformats.org/officeDocument/2006/relationships/image" Target="../media/image144.png"/><Relationship Id="rId207" Type="http://schemas.openxmlformats.org/officeDocument/2006/relationships/image" Target="../media/image151.png"/><Relationship Id="rId228" Type="http://schemas.openxmlformats.org/officeDocument/2006/relationships/customXml" Target="../ink/ink156.xml"/><Relationship Id="rId13" Type="http://schemas.openxmlformats.org/officeDocument/2006/relationships/image" Target="../media/image54.png"/><Relationship Id="rId109" Type="http://schemas.openxmlformats.org/officeDocument/2006/relationships/image" Target="../media/image102.png"/><Relationship Id="rId34" Type="http://schemas.openxmlformats.org/officeDocument/2006/relationships/customXml" Target="../ink/ink59.xml"/><Relationship Id="rId55" Type="http://schemas.openxmlformats.org/officeDocument/2006/relationships/image" Target="../media/image75.png"/><Relationship Id="rId76" Type="http://schemas.openxmlformats.org/officeDocument/2006/relationships/customXml" Target="../ink/ink80.xml"/><Relationship Id="rId97" Type="http://schemas.openxmlformats.org/officeDocument/2006/relationships/image" Target="../media/image96.png"/><Relationship Id="rId120" Type="http://schemas.openxmlformats.org/officeDocument/2006/relationships/customXml" Target="../ink/ink102.xml"/><Relationship Id="rId141" Type="http://schemas.openxmlformats.org/officeDocument/2006/relationships/image" Target="../media/image118.png"/><Relationship Id="rId7" Type="http://schemas.openxmlformats.org/officeDocument/2006/relationships/image" Target="../media/image51.png"/><Relationship Id="rId162" Type="http://schemas.openxmlformats.org/officeDocument/2006/relationships/customXml" Target="../ink/ink123.xml"/><Relationship Id="rId183" Type="http://schemas.openxmlformats.org/officeDocument/2006/relationships/image" Target="../media/image139.png"/><Relationship Id="rId218" Type="http://schemas.openxmlformats.org/officeDocument/2006/relationships/customXml" Target="../ink/ink151.xml"/><Relationship Id="rId239" Type="http://schemas.openxmlformats.org/officeDocument/2006/relationships/image" Target="../media/image167.png"/><Relationship Id="rId24" Type="http://schemas.openxmlformats.org/officeDocument/2006/relationships/customXml" Target="../ink/ink54.xml"/><Relationship Id="rId45" Type="http://schemas.openxmlformats.org/officeDocument/2006/relationships/image" Target="../media/image70.png"/><Relationship Id="rId66" Type="http://schemas.openxmlformats.org/officeDocument/2006/relationships/customXml" Target="../ink/ink75.xml"/><Relationship Id="rId87" Type="http://schemas.openxmlformats.org/officeDocument/2006/relationships/image" Target="../media/image91.png"/><Relationship Id="rId110" Type="http://schemas.openxmlformats.org/officeDocument/2006/relationships/customXml" Target="../ink/ink97.xml"/><Relationship Id="rId131" Type="http://schemas.openxmlformats.org/officeDocument/2006/relationships/image" Target="../media/image113.png"/><Relationship Id="rId152" Type="http://schemas.openxmlformats.org/officeDocument/2006/relationships/customXml" Target="../ink/ink118.xml"/><Relationship Id="rId173" Type="http://schemas.openxmlformats.org/officeDocument/2006/relationships/image" Target="../media/image134.png"/><Relationship Id="rId194" Type="http://schemas.openxmlformats.org/officeDocument/2006/relationships/customXml" Target="../ink/ink139.xml"/><Relationship Id="rId208" Type="http://schemas.openxmlformats.org/officeDocument/2006/relationships/customXml" Target="../ink/ink146.xml"/><Relationship Id="rId229" Type="http://schemas.openxmlformats.org/officeDocument/2006/relationships/image" Target="../media/image162.png"/><Relationship Id="rId240" Type="http://schemas.openxmlformats.org/officeDocument/2006/relationships/customXml" Target="../ink/ink162.xml"/><Relationship Id="rId14" Type="http://schemas.openxmlformats.org/officeDocument/2006/relationships/customXml" Target="../ink/ink49.xml"/><Relationship Id="rId35" Type="http://schemas.openxmlformats.org/officeDocument/2006/relationships/image" Target="../media/image65.png"/><Relationship Id="rId56" Type="http://schemas.openxmlformats.org/officeDocument/2006/relationships/customXml" Target="../ink/ink70.xml"/><Relationship Id="rId77" Type="http://schemas.openxmlformats.org/officeDocument/2006/relationships/image" Target="../media/image86.png"/><Relationship Id="rId100" Type="http://schemas.openxmlformats.org/officeDocument/2006/relationships/customXml" Target="../ink/ink92.xml"/><Relationship Id="rId8" Type="http://schemas.openxmlformats.org/officeDocument/2006/relationships/customXml" Target="../ink/ink46.xml"/><Relationship Id="rId98" Type="http://schemas.openxmlformats.org/officeDocument/2006/relationships/customXml" Target="../ink/ink91.xml"/><Relationship Id="rId121" Type="http://schemas.openxmlformats.org/officeDocument/2006/relationships/image" Target="../media/image108.png"/><Relationship Id="rId142" Type="http://schemas.openxmlformats.org/officeDocument/2006/relationships/customXml" Target="../ink/ink113.xml"/><Relationship Id="rId163" Type="http://schemas.openxmlformats.org/officeDocument/2006/relationships/image" Target="../media/image129.png"/><Relationship Id="rId184" Type="http://schemas.openxmlformats.org/officeDocument/2006/relationships/customXml" Target="../ink/ink134.xml"/><Relationship Id="rId219" Type="http://schemas.openxmlformats.org/officeDocument/2006/relationships/image" Target="../media/image157.png"/><Relationship Id="rId230" Type="http://schemas.openxmlformats.org/officeDocument/2006/relationships/customXml" Target="../ink/ink157.xml"/><Relationship Id="rId25" Type="http://schemas.openxmlformats.org/officeDocument/2006/relationships/image" Target="../media/image60.png"/><Relationship Id="rId46" Type="http://schemas.openxmlformats.org/officeDocument/2006/relationships/customXml" Target="../ink/ink65.xml"/><Relationship Id="rId67" Type="http://schemas.openxmlformats.org/officeDocument/2006/relationships/image" Target="../media/image81.png"/><Relationship Id="rId88" Type="http://schemas.openxmlformats.org/officeDocument/2006/relationships/customXml" Target="../ink/ink86.xml"/><Relationship Id="rId111" Type="http://schemas.openxmlformats.org/officeDocument/2006/relationships/image" Target="../media/image103.png"/><Relationship Id="rId132" Type="http://schemas.openxmlformats.org/officeDocument/2006/relationships/customXml" Target="../ink/ink108.xml"/><Relationship Id="rId153" Type="http://schemas.openxmlformats.org/officeDocument/2006/relationships/image" Target="../media/image124.png"/><Relationship Id="rId174" Type="http://schemas.openxmlformats.org/officeDocument/2006/relationships/customXml" Target="../ink/ink129.xml"/><Relationship Id="rId195" Type="http://schemas.openxmlformats.org/officeDocument/2006/relationships/image" Target="../media/image145.png"/><Relationship Id="rId209" Type="http://schemas.openxmlformats.org/officeDocument/2006/relationships/image" Target="../media/image152.png"/><Relationship Id="rId220" Type="http://schemas.openxmlformats.org/officeDocument/2006/relationships/customXml" Target="../ink/ink152.xml"/><Relationship Id="rId241" Type="http://schemas.openxmlformats.org/officeDocument/2006/relationships/image" Target="../media/image168.png"/><Relationship Id="rId15" Type="http://schemas.openxmlformats.org/officeDocument/2006/relationships/image" Target="../media/image55.png"/><Relationship Id="rId36" Type="http://schemas.openxmlformats.org/officeDocument/2006/relationships/customXml" Target="../ink/ink60.xml"/><Relationship Id="rId57" Type="http://schemas.openxmlformats.org/officeDocument/2006/relationships/image" Target="../media/image76.png"/><Relationship Id="rId106" Type="http://schemas.openxmlformats.org/officeDocument/2006/relationships/customXml" Target="../ink/ink95.xml"/><Relationship Id="rId127" Type="http://schemas.openxmlformats.org/officeDocument/2006/relationships/image" Target="../media/image111.png"/><Relationship Id="rId10" Type="http://schemas.openxmlformats.org/officeDocument/2006/relationships/customXml" Target="../ink/ink47.xml"/><Relationship Id="rId31" Type="http://schemas.openxmlformats.org/officeDocument/2006/relationships/image" Target="../media/image63.png"/><Relationship Id="rId52" Type="http://schemas.openxmlformats.org/officeDocument/2006/relationships/customXml" Target="../ink/ink68.xml"/><Relationship Id="rId73" Type="http://schemas.openxmlformats.org/officeDocument/2006/relationships/image" Target="../media/image84.png"/><Relationship Id="rId78" Type="http://schemas.openxmlformats.org/officeDocument/2006/relationships/customXml" Target="../ink/ink81.xml"/><Relationship Id="rId94" Type="http://schemas.openxmlformats.org/officeDocument/2006/relationships/customXml" Target="../ink/ink89.xml"/><Relationship Id="rId99" Type="http://schemas.openxmlformats.org/officeDocument/2006/relationships/image" Target="../media/image97.png"/><Relationship Id="rId101" Type="http://schemas.openxmlformats.org/officeDocument/2006/relationships/image" Target="../media/image98.png"/><Relationship Id="rId122" Type="http://schemas.openxmlformats.org/officeDocument/2006/relationships/customXml" Target="../ink/ink103.xml"/><Relationship Id="rId143" Type="http://schemas.openxmlformats.org/officeDocument/2006/relationships/image" Target="../media/image119.png"/><Relationship Id="rId148" Type="http://schemas.openxmlformats.org/officeDocument/2006/relationships/customXml" Target="../ink/ink116.xml"/><Relationship Id="rId164" Type="http://schemas.openxmlformats.org/officeDocument/2006/relationships/customXml" Target="../ink/ink124.xml"/><Relationship Id="rId169" Type="http://schemas.openxmlformats.org/officeDocument/2006/relationships/image" Target="../media/image132.png"/><Relationship Id="rId185" Type="http://schemas.openxmlformats.org/officeDocument/2006/relationships/image" Target="../media/image140.png"/><Relationship Id="rId4" Type="http://schemas.openxmlformats.org/officeDocument/2006/relationships/customXml" Target="../ink/ink44.xml"/><Relationship Id="rId9" Type="http://schemas.openxmlformats.org/officeDocument/2006/relationships/image" Target="../media/image52.png"/><Relationship Id="rId180" Type="http://schemas.openxmlformats.org/officeDocument/2006/relationships/customXml" Target="../ink/ink132.xml"/><Relationship Id="rId210" Type="http://schemas.openxmlformats.org/officeDocument/2006/relationships/customXml" Target="../ink/ink147.xml"/><Relationship Id="rId215" Type="http://schemas.openxmlformats.org/officeDocument/2006/relationships/image" Target="../media/image155.png"/><Relationship Id="rId236" Type="http://schemas.openxmlformats.org/officeDocument/2006/relationships/customXml" Target="../ink/ink160.xml"/><Relationship Id="rId26" Type="http://schemas.openxmlformats.org/officeDocument/2006/relationships/customXml" Target="../ink/ink55.xml"/><Relationship Id="rId231" Type="http://schemas.openxmlformats.org/officeDocument/2006/relationships/image" Target="../media/image163.png"/><Relationship Id="rId47" Type="http://schemas.openxmlformats.org/officeDocument/2006/relationships/image" Target="../media/image71.png"/><Relationship Id="rId68" Type="http://schemas.openxmlformats.org/officeDocument/2006/relationships/customXml" Target="../ink/ink76.xml"/><Relationship Id="rId89" Type="http://schemas.openxmlformats.org/officeDocument/2006/relationships/image" Target="../media/image92.png"/><Relationship Id="rId112" Type="http://schemas.openxmlformats.org/officeDocument/2006/relationships/customXml" Target="../ink/ink98.xml"/><Relationship Id="rId133" Type="http://schemas.openxmlformats.org/officeDocument/2006/relationships/image" Target="../media/image114.png"/><Relationship Id="rId154" Type="http://schemas.openxmlformats.org/officeDocument/2006/relationships/customXml" Target="../ink/ink119.xml"/><Relationship Id="rId175" Type="http://schemas.openxmlformats.org/officeDocument/2006/relationships/image" Target="../media/image135.png"/><Relationship Id="rId196" Type="http://schemas.openxmlformats.org/officeDocument/2006/relationships/customXml" Target="../ink/ink140.xml"/><Relationship Id="rId200" Type="http://schemas.openxmlformats.org/officeDocument/2006/relationships/customXml" Target="../ink/ink142.xml"/><Relationship Id="rId16" Type="http://schemas.openxmlformats.org/officeDocument/2006/relationships/customXml" Target="../ink/ink50.xml"/><Relationship Id="rId221" Type="http://schemas.openxmlformats.org/officeDocument/2006/relationships/image" Target="../media/image158.png"/><Relationship Id="rId37" Type="http://schemas.openxmlformats.org/officeDocument/2006/relationships/image" Target="../media/image66.png"/><Relationship Id="rId58" Type="http://schemas.openxmlformats.org/officeDocument/2006/relationships/customXml" Target="../ink/ink71.xml"/><Relationship Id="rId79" Type="http://schemas.openxmlformats.org/officeDocument/2006/relationships/image" Target="../media/image87.png"/><Relationship Id="rId102" Type="http://schemas.openxmlformats.org/officeDocument/2006/relationships/customXml" Target="../ink/ink93.xml"/><Relationship Id="rId123" Type="http://schemas.openxmlformats.org/officeDocument/2006/relationships/image" Target="../media/image109.png"/><Relationship Id="rId144" Type="http://schemas.openxmlformats.org/officeDocument/2006/relationships/customXml" Target="../ink/ink114.xml"/><Relationship Id="rId90" Type="http://schemas.openxmlformats.org/officeDocument/2006/relationships/customXml" Target="../ink/ink87.xml"/><Relationship Id="rId165" Type="http://schemas.openxmlformats.org/officeDocument/2006/relationships/image" Target="../media/image130.png"/><Relationship Id="rId186" Type="http://schemas.openxmlformats.org/officeDocument/2006/relationships/customXml" Target="../ink/ink135.xml"/><Relationship Id="rId211" Type="http://schemas.openxmlformats.org/officeDocument/2006/relationships/image" Target="../media/image153.png"/><Relationship Id="rId232" Type="http://schemas.openxmlformats.org/officeDocument/2006/relationships/customXml" Target="../ink/ink158.xml"/><Relationship Id="rId27" Type="http://schemas.openxmlformats.org/officeDocument/2006/relationships/image" Target="../media/image61.png"/><Relationship Id="rId48" Type="http://schemas.openxmlformats.org/officeDocument/2006/relationships/customXml" Target="../ink/ink66.xml"/><Relationship Id="rId69" Type="http://schemas.openxmlformats.org/officeDocument/2006/relationships/image" Target="../media/image82.png"/><Relationship Id="rId113" Type="http://schemas.openxmlformats.org/officeDocument/2006/relationships/image" Target="../media/image104.png"/><Relationship Id="rId134" Type="http://schemas.openxmlformats.org/officeDocument/2006/relationships/customXml" Target="../ink/ink109.xml"/><Relationship Id="rId80" Type="http://schemas.openxmlformats.org/officeDocument/2006/relationships/customXml" Target="../ink/ink82.xml"/><Relationship Id="rId155" Type="http://schemas.openxmlformats.org/officeDocument/2006/relationships/image" Target="../media/image125.png"/><Relationship Id="rId176" Type="http://schemas.openxmlformats.org/officeDocument/2006/relationships/customXml" Target="../ink/ink130.xml"/><Relationship Id="rId197" Type="http://schemas.openxmlformats.org/officeDocument/2006/relationships/image" Target="../media/image146.png"/><Relationship Id="rId201" Type="http://schemas.openxmlformats.org/officeDocument/2006/relationships/image" Target="../media/image148.png"/><Relationship Id="rId222" Type="http://schemas.openxmlformats.org/officeDocument/2006/relationships/customXml" Target="../ink/ink153.xml"/><Relationship Id="rId17" Type="http://schemas.openxmlformats.org/officeDocument/2006/relationships/image" Target="../media/image56.png"/><Relationship Id="rId38" Type="http://schemas.openxmlformats.org/officeDocument/2006/relationships/customXml" Target="../ink/ink61.xml"/><Relationship Id="rId59" Type="http://schemas.openxmlformats.org/officeDocument/2006/relationships/image" Target="../media/image77.png"/><Relationship Id="rId103" Type="http://schemas.openxmlformats.org/officeDocument/2006/relationships/image" Target="../media/image99.png"/><Relationship Id="rId124" Type="http://schemas.openxmlformats.org/officeDocument/2006/relationships/customXml" Target="../ink/ink104.xml"/><Relationship Id="rId70" Type="http://schemas.openxmlformats.org/officeDocument/2006/relationships/customXml" Target="../ink/ink77.xml"/><Relationship Id="rId91" Type="http://schemas.openxmlformats.org/officeDocument/2006/relationships/image" Target="../media/image93.png"/><Relationship Id="rId145" Type="http://schemas.openxmlformats.org/officeDocument/2006/relationships/image" Target="../media/image120.png"/><Relationship Id="rId166" Type="http://schemas.openxmlformats.org/officeDocument/2006/relationships/customXml" Target="../ink/ink125.xml"/><Relationship Id="rId187" Type="http://schemas.openxmlformats.org/officeDocument/2006/relationships/image" Target="../media/image141.png"/><Relationship Id="rId1" Type="http://schemas.openxmlformats.org/officeDocument/2006/relationships/slideLayout" Target="../slideLayouts/slideLayout2.xml"/><Relationship Id="rId212" Type="http://schemas.openxmlformats.org/officeDocument/2006/relationships/customXml" Target="../ink/ink148.xml"/><Relationship Id="rId233" Type="http://schemas.openxmlformats.org/officeDocument/2006/relationships/image" Target="../media/image164.png"/><Relationship Id="rId28" Type="http://schemas.openxmlformats.org/officeDocument/2006/relationships/customXml" Target="../ink/ink56.xml"/><Relationship Id="rId49" Type="http://schemas.openxmlformats.org/officeDocument/2006/relationships/image" Target="../media/image72.png"/><Relationship Id="rId114" Type="http://schemas.openxmlformats.org/officeDocument/2006/relationships/customXml" Target="../ink/ink99.xml"/><Relationship Id="rId60" Type="http://schemas.openxmlformats.org/officeDocument/2006/relationships/customXml" Target="../ink/ink72.xml"/><Relationship Id="rId81" Type="http://schemas.openxmlformats.org/officeDocument/2006/relationships/image" Target="../media/image88.png"/><Relationship Id="rId135" Type="http://schemas.openxmlformats.org/officeDocument/2006/relationships/image" Target="../media/image115.png"/><Relationship Id="rId156" Type="http://schemas.openxmlformats.org/officeDocument/2006/relationships/customXml" Target="../ink/ink120.xml"/><Relationship Id="rId177" Type="http://schemas.openxmlformats.org/officeDocument/2006/relationships/image" Target="../media/image136.png"/><Relationship Id="rId198" Type="http://schemas.openxmlformats.org/officeDocument/2006/relationships/customXml" Target="../ink/ink141.xml"/><Relationship Id="rId202" Type="http://schemas.openxmlformats.org/officeDocument/2006/relationships/customXml" Target="../ink/ink143.xml"/><Relationship Id="rId223" Type="http://schemas.openxmlformats.org/officeDocument/2006/relationships/image" Target="../media/image159.png"/><Relationship Id="rId18" Type="http://schemas.openxmlformats.org/officeDocument/2006/relationships/customXml" Target="../ink/ink51.xml"/><Relationship Id="rId39" Type="http://schemas.openxmlformats.org/officeDocument/2006/relationships/image" Target="../media/image67.png"/><Relationship Id="rId50" Type="http://schemas.openxmlformats.org/officeDocument/2006/relationships/customXml" Target="../ink/ink67.xml"/><Relationship Id="rId104" Type="http://schemas.openxmlformats.org/officeDocument/2006/relationships/customXml" Target="../ink/ink94.xml"/><Relationship Id="rId125" Type="http://schemas.openxmlformats.org/officeDocument/2006/relationships/image" Target="../media/image110.png"/><Relationship Id="rId146" Type="http://schemas.openxmlformats.org/officeDocument/2006/relationships/customXml" Target="../ink/ink115.xml"/><Relationship Id="rId167" Type="http://schemas.openxmlformats.org/officeDocument/2006/relationships/image" Target="../media/image131.png"/><Relationship Id="rId188" Type="http://schemas.openxmlformats.org/officeDocument/2006/relationships/customXml" Target="../ink/ink136.xml"/><Relationship Id="rId71" Type="http://schemas.openxmlformats.org/officeDocument/2006/relationships/image" Target="../media/image83.png"/><Relationship Id="rId92" Type="http://schemas.openxmlformats.org/officeDocument/2006/relationships/customXml" Target="../ink/ink88.xml"/><Relationship Id="rId213" Type="http://schemas.openxmlformats.org/officeDocument/2006/relationships/image" Target="../media/image154.png"/><Relationship Id="rId234" Type="http://schemas.openxmlformats.org/officeDocument/2006/relationships/customXml" Target="../ink/ink159.xml"/><Relationship Id="rId2" Type="http://schemas.openxmlformats.org/officeDocument/2006/relationships/customXml" Target="../ink/ink43.xml"/><Relationship Id="rId29" Type="http://schemas.openxmlformats.org/officeDocument/2006/relationships/image" Target="../media/image62.png"/><Relationship Id="rId40" Type="http://schemas.openxmlformats.org/officeDocument/2006/relationships/customXml" Target="../ink/ink62.xml"/><Relationship Id="rId115" Type="http://schemas.openxmlformats.org/officeDocument/2006/relationships/image" Target="../media/image105.png"/><Relationship Id="rId136" Type="http://schemas.openxmlformats.org/officeDocument/2006/relationships/customXml" Target="../ink/ink110.xml"/><Relationship Id="rId157" Type="http://schemas.openxmlformats.org/officeDocument/2006/relationships/image" Target="../media/image126.png"/><Relationship Id="rId178" Type="http://schemas.openxmlformats.org/officeDocument/2006/relationships/customXml" Target="../ink/ink131.xml"/><Relationship Id="rId61" Type="http://schemas.openxmlformats.org/officeDocument/2006/relationships/image" Target="../media/image78.png"/><Relationship Id="rId82" Type="http://schemas.openxmlformats.org/officeDocument/2006/relationships/customXml" Target="../ink/ink83.xml"/><Relationship Id="rId199" Type="http://schemas.openxmlformats.org/officeDocument/2006/relationships/image" Target="../media/image147.png"/><Relationship Id="rId203" Type="http://schemas.openxmlformats.org/officeDocument/2006/relationships/image" Target="../media/image149.png"/><Relationship Id="rId19" Type="http://schemas.openxmlformats.org/officeDocument/2006/relationships/image" Target="../media/image57.png"/><Relationship Id="rId224" Type="http://schemas.openxmlformats.org/officeDocument/2006/relationships/customXml" Target="../ink/ink154.xml"/><Relationship Id="rId30" Type="http://schemas.openxmlformats.org/officeDocument/2006/relationships/customXml" Target="../ink/ink57.xml"/><Relationship Id="rId105" Type="http://schemas.openxmlformats.org/officeDocument/2006/relationships/image" Target="../media/image100.png"/><Relationship Id="rId126" Type="http://schemas.openxmlformats.org/officeDocument/2006/relationships/customXml" Target="../ink/ink105.xml"/><Relationship Id="rId147" Type="http://schemas.openxmlformats.org/officeDocument/2006/relationships/image" Target="../media/image121.png"/><Relationship Id="rId168" Type="http://schemas.openxmlformats.org/officeDocument/2006/relationships/customXml" Target="../ink/ink126.xml"/><Relationship Id="rId51" Type="http://schemas.openxmlformats.org/officeDocument/2006/relationships/image" Target="../media/image73.png"/><Relationship Id="rId72" Type="http://schemas.openxmlformats.org/officeDocument/2006/relationships/customXml" Target="../ink/ink78.xml"/><Relationship Id="rId93" Type="http://schemas.openxmlformats.org/officeDocument/2006/relationships/image" Target="../media/image94.png"/><Relationship Id="rId189" Type="http://schemas.openxmlformats.org/officeDocument/2006/relationships/image" Target="../media/image142.png"/><Relationship Id="rId3" Type="http://schemas.openxmlformats.org/officeDocument/2006/relationships/image" Target="../media/image49.png"/><Relationship Id="rId214" Type="http://schemas.openxmlformats.org/officeDocument/2006/relationships/customXml" Target="../ink/ink149.xml"/><Relationship Id="rId235" Type="http://schemas.openxmlformats.org/officeDocument/2006/relationships/image" Target="../media/image165.png"/><Relationship Id="rId116" Type="http://schemas.openxmlformats.org/officeDocument/2006/relationships/customXml" Target="../ink/ink100.xml"/><Relationship Id="rId137" Type="http://schemas.openxmlformats.org/officeDocument/2006/relationships/image" Target="../media/image116.png"/><Relationship Id="rId158" Type="http://schemas.openxmlformats.org/officeDocument/2006/relationships/customXml" Target="../ink/ink121.xml"/><Relationship Id="rId20" Type="http://schemas.openxmlformats.org/officeDocument/2006/relationships/customXml" Target="../ink/ink52.xml"/><Relationship Id="rId41" Type="http://schemas.openxmlformats.org/officeDocument/2006/relationships/image" Target="../media/image68.png"/><Relationship Id="rId62" Type="http://schemas.openxmlformats.org/officeDocument/2006/relationships/customXml" Target="../ink/ink73.xml"/><Relationship Id="rId83" Type="http://schemas.openxmlformats.org/officeDocument/2006/relationships/image" Target="../media/image89.png"/><Relationship Id="rId179" Type="http://schemas.openxmlformats.org/officeDocument/2006/relationships/image" Target="../media/image137.png"/><Relationship Id="rId190" Type="http://schemas.openxmlformats.org/officeDocument/2006/relationships/customXml" Target="../ink/ink137.xml"/><Relationship Id="rId204" Type="http://schemas.openxmlformats.org/officeDocument/2006/relationships/customXml" Target="../ink/ink144.xml"/><Relationship Id="rId225" Type="http://schemas.openxmlformats.org/officeDocument/2006/relationships/image" Target="../media/image160.png"/></Relationships>
</file>

<file path=ppt/slides/_rels/slide12.xml.rels><?xml version="1.0" encoding="UTF-8" standalone="yes"?>
<Relationships xmlns="http://schemas.openxmlformats.org/package/2006/relationships"><Relationship Id="rId2" Type="http://schemas.openxmlformats.org/officeDocument/2006/relationships/image" Target="../media/image169.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70.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76.jpeg"/><Relationship Id="rId3" Type="http://schemas.openxmlformats.org/officeDocument/2006/relationships/image" Target="../media/image171.jpeg"/><Relationship Id="rId7" Type="http://schemas.openxmlformats.org/officeDocument/2006/relationships/image" Target="../media/image175.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74.tiff"/><Relationship Id="rId5" Type="http://schemas.openxmlformats.org/officeDocument/2006/relationships/image" Target="../media/image173.tiff"/><Relationship Id="rId4" Type="http://schemas.openxmlformats.org/officeDocument/2006/relationships/image" Target="../media/image172.tiff"/><Relationship Id="rId9"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Architect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6</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2998068"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2998068"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2998068"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662754"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Data Models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662754"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Working with aspects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662754"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Translations and CDS views</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a:t>
            </a:r>
            <a:r>
              <a:rPr lang="en-US" dirty="0"/>
              <a:t>6</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DB Design</a:t>
            </a:r>
          </a:p>
        </p:txBody>
      </p:sp>
      <p:sp>
        <p:nvSpPr>
          <p:cNvPr id="3" name="Rectangle 2">
            <a:extLst>
              <a:ext uri="{FF2B5EF4-FFF2-40B4-BE49-F238E27FC236}">
                <a16:creationId xmlns:a16="http://schemas.microsoft.com/office/drawing/2014/main" id="{EA20F50A-CB9E-23E1-DC37-E78CCBD617BA}"/>
              </a:ext>
            </a:extLst>
          </p:cNvPr>
          <p:cNvSpPr/>
          <p:nvPr/>
        </p:nvSpPr>
        <p:spPr>
          <a:xfrm>
            <a:off x="449806" y="2889216"/>
            <a:ext cx="2448272" cy="1296144"/>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Business partner</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t>
            </a:r>
            <a:r>
              <a:rPr kumimoji="0" lang="en-US" sz="1800" b="0" i="0" u="none" strike="noStrike" kern="1200" cap="none" spc="0" normalizeH="0" baseline="0" noProof="0" dirty="0">
                <a:ln>
                  <a:noFill/>
                </a:ln>
                <a:solidFill>
                  <a:prstClr val="white"/>
                </a:solidFill>
                <a:effectLst/>
                <a:uLnTx/>
                <a:uFillTx/>
                <a:latin typeface="Segoe UI"/>
                <a:ea typeface="+mn-ea"/>
                <a:cs typeface="+mn-cs"/>
              </a:rPr>
              <a:t>Customers, Suppliers)</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C70A250-995E-4FAE-671E-12D15849E10E}"/>
              </a:ext>
            </a:extLst>
          </p:cNvPr>
          <p:cNvSpPr/>
          <p:nvPr/>
        </p:nvSpPr>
        <p:spPr>
          <a:xfrm>
            <a:off x="449806" y="1310939"/>
            <a:ext cx="2448272" cy="786189"/>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Addresses</a:t>
            </a:r>
          </a:p>
        </p:txBody>
      </p:sp>
      <p:cxnSp>
        <p:nvCxnSpPr>
          <p:cNvPr id="5" name="Straight Connector 4">
            <a:extLst>
              <a:ext uri="{FF2B5EF4-FFF2-40B4-BE49-F238E27FC236}">
                <a16:creationId xmlns:a16="http://schemas.microsoft.com/office/drawing/2014/main" id="{23CAA533-07B7-451A-408E-566D8082B1EF}"/>
              </a:ext>
            </a:extLst>
          </p:cNvPr>
          <p:cNvCxnSpPr>
            <a:stCxn id="4" idx="2"/>
            <a:endCxn id="3" idx="0"/>
          </p:cNvCxnSpPr>
          <p:nvPr/>
        </p:nvCxnSpPr>
        <p:spPr>
          <a:xfrm>
            <a:off x="1673942" y="2097128"/>
            <a:ext cx="0" cy="7920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5EE02F7-7DF6-2EE9-BEA7-743EC18A42AE}"/>
              </a:ext>
            </a:extLst>
          </p:cNvPr>
          <p:cNvSpPr/>
          <p:nvPr/>
        </p:nvSpPr>
        <p:spPr>
          <a:xfrm>
            <a:off x="4122214" y="2924944"/>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a:t>
            </a:r>
          </a:p>
        </p:txBody>
      </p:sp>
      <p:cxnSp>
        <p:nvCxnSpPr>
          <p:cNvPr id="7" name="Connector: Elbow 6">
            <a:extLst>
              <a:ext uri="{FF2B5EF4-FFF2-40B4-BE49-F238E27FC236}">
                <a16:creationId xmlns:a16="http://schemas.microsoft.com/office/drawing/2014/main" id="{F917C211-2860-8724-D9F5-9329ABAE0B00}"/>
              </a:ext>
            </a:extLst>
          </p:cNvPr>
          <p:cNvCxnSpPr>
            <a:cxnSpLocks/>
            <a:stCxn id="3" idx="3"/>
            <a:endCxn id="6" idx="1"/>
          </p:cNvCxnSpPr>
          <p:nvPr/>
        </p:nvCxnSpPr>
        <p:spPr>
          <a:xfrm flipV="1">
            <a:off x="2898078" y="3336198"/>
            <a:ext cx="1224136" cy="201090"/>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F37EE8-FC34-37D5-E210-AFE042B15CA9}"/>
              </a:ext>
            </a:extLst>
          </p:cNvPr>
          <p:cNvSpPr/>
          <p:nvPr/>
        </p:nvSpPr>
        <p:spPr>
          <a:xfrm>
            <a:off x="4103572" y="4703191"/>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 Items</a:t>
            </a:r>
          </a:p>
        </p:txBody>
      </p:sp>
      <p:cxnSp>
        <p:nvCxnSpPr>
          <p:cNvPr id="9" name="Connector: Elbow 8">
            <a:extLst>
              <a:ext uri="{FF2B5EF4-FFF2-40B4-BE49-F238E27FC236}">
                <a16:creationId xmlns:a16="http://schemas.microsoft.com/office/drawing/2014/main" id="{B5AE692E-309C-6D07-FB96-3BDA7FC1B78D}"/>
              </a:ext>
            </a:extLst>
          </p:cNvPr>
          <p:cNvCxnSpPr>
            <a:stCxn id="6" idx="2"/>
            <a:endCxn id="8" idx="0"/>
          </p:cNvCxnSpPr>
          <p:nvPr/>
        </p:nvCxnSpPr>
        <p:spPr>
          <a:xfrm rot="5400000">
            <a:off x="4859159" y="4216000"/>
            <a:ext cx="955740" cy="18642"/>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DDE7273-06D2-D315-6382-B8DD1BF36F53}"/>
              </a:ext>
            </a:extLst>
          </p:cNvPr>
          <p:cNvSpPr/>
          <p:nvPr/>
        </p:nvSpPr>
        <p:spPr>
          <a:xfrm>
            <a:off x="8442694" y="4617408"/>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a:t>
            </a:r>
          </a:p>
        </p:txBody>
      </p:sp>
      <p:cxnSp>
        <p:nvCxnSpPr>
          <p:cNvPr id="11" name="Connector: Elbow 10">
            <a:extLst>
              <a:ext uri="{FF2B5EF4-FFF2-40B4-BE49-F238E27FC236}">
                <a16:creationId xmlns:a16="http://schemas.microsoft.com/office/drawing/2014/main" id="{6ECB2D63-79EE-1B31-E55B-79CAEC7FF367}"/>
              </a:ext>
            </a:extLst>
          </p:cNvPr>
          <p:cNvCxnSpPr>
            <a:stCxn id="8" idx="3"/>
            <a:endCxn id="10" idx="1"/>
          </p:cNvCxnSpPr>
          <p:nvPr/>
        </p:nvCxnSpPr>
        <p:spPr>
          <a:xfrm>
            <a:off x="6551844" y="5114445"/>
            <a:ext cx="1890850" cy="10795"/>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DF3925-FFE3-01C8-92A3-82EA23EC9784}"/>
              </a:ext>
            </a:extLst>
          </p:cNvPr>
          <p:cNvSpPr/>
          <p:nvPr/>
        </p:nvSpPr>
        <p:spPr>
          <a:xfrm>
            <a:off x="8457382" y="2828365"/>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 Text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(localized)</a:t>
            </a:r>
          </a:p>
        </p:txBody>
      </p:sp>
      <p:cxnSp>
        <p:nvCxnSpPr>
          <p:cNvPr id="13" name="Connector: Elbow 12">
            <a:extLst>
              <a:ext uri="{FF2B5EF4-FFF2-40B4-BE49-F238E27FC236}">
                <a16:creationId xmlns:a16="http://schemas.microsoft.com/office/drawing/2014/main" id="{EBDD0C4B-85D4-E4B5-4A6C-6D11C2F9A5D5}"/>
              </a:ext>
            </a:extLst>
          </p:cNvPr>
          <p:cNvCxnSpPr>
            <a:stCxn id="12" idx="2"/>
            <a:endCxn id="10" idx="0"/>
          </p:cNvCxnSpPr>
          <p:nvPr/>
        </p:nvCxnSpPr>
        <p:spPr>
          <a:xfrm rot="5400000">
            <a:off x="9431500" y="4223374"/>
            <a:ext cx="773380" cy="146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DC6AFA-1A63-88AE-E9CA-25885343CC64}"/>
              </a:ext>
            </a:extLst>
          </p:cNvPr>
          <p:cNvSpPr txBox="1"/>
          <p:nvPr/>
        </p:nvSpPr>
        <p:spPr>
          <a:xfrm>
            <a:off x="1853963" y="2241144"/>
            <a:ext cx="1116122" cy="461665"/>
          </a:xfrm>
          <a:prstGeom prst="rect">
            <a:avLst/>
          </a:prstGeom>
          <a:noFill/>
          <a:ln>
            <a:no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5" name="TextBox 14">
            <a:extLst>
              <a:ext uri="{FF2B5EF4-FFF2-40B4-BE49-F238E27FC236}">
                <a16:creationId xmlns:a16="http://schemas.microsoft.com/office/drawing/2014/main" id="{E3F4B239-2E8C-B6BF-1237-BF1705B90805}"/>
              </a:ext>
            </a:extLst>
          </p:cNvPr>
          <p:cNvSpPr txBox="1"/>
          <p:nvPr/>
        </p:nvSpPr>
        <p:spPr>
          <a:xfrm>
            <a:off x="3096377" y="2895202"/>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6" name="TextBox 15">
            <a:extLst>
              <a:ext uri="{FF2B5EF4-FFF2-40B4-BE49-F238E27FC236}">
                <a16:creationId xmlns:a16="http://schemas.microsoft.com/office/drawing/2014/main" id="{4FAE37F6-701D-F062-A38D-693DE4C4C026}"/>
              </a:ext>
            </a:extLst>
          </p:cNvPr>
          <p:cNvSpPr txBox="1"/>
          <p:nvPr/>
        </p:nvSpPr>
        <p:spPr>
          <a:xfrm>
            <a:off x="5571790" y="3994488"/>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7" name="TextBox 16">
            <a:extLst>
              <a:ext uri="{FF2B5EF4-FFF2-40B4-BE49-F238E27FC236}">
                <a16:creationId xmlns:a16="http://schemas.microsoft.com/office/drawing/2014/main" id="{8B15D7C1-BF60-5530-53BD-C009CCE0D8F0}"/>
              </a:ext>
            </a:extLst>
          </p:cNvPr>
          <p:cNvSpPr txBox="1"/>
          <p:nvPr/>
        </p:nvSpPr>
        <p:spPr>
          <a:xfrm>
            <a:off x="7218558" y="4730269"/>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8" name="TextBox 17">
            <a:extLst>
              <a:ext uri="{FF2B5EF4-FFF2-40B4-BE49-F238E27FC236}">
                <a16:creationId xmlns:a16="http://schemas.microsoft.com/office/drawing/2014/main" id="{DAB2FCD0-92E2-B406-33F3-FB25960B1291}"/>
              </a:ext>
            </a:extLst>
          </p:cNvPr>
          <p:cNvSpPr txBox="1"/>
          <p:nvPr/>
        </p:nvSpPr>
        <p:spPr>
          <a:xfrm>
            <a:off x="9954862" y="3985420"/>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grpSp>
        <p:nvGrpSpPr>
          <p:cNvPr id="30" name="Group 29">
            <a:extLst>
              <a:ext uri="{FF2B5EF4-FFF2-40B4-BE49-F238E27FC236}">
                <a16:creationId xmlns:a16="http://schemas.microsoft.com/office/drawing/2014/main" id="{B5C95692-39EC-49C7-5F1D-430DBDA43CA3}"/>
              </a:ext>
            </a:extLst>
          </p:cNvPr>
          <p:cNvGrpSpPr/>
          <p:nvPr/>
        </p:nvGrpSpPr>
        <p:grpSpPr>
          <a:xfrm>
            <a:off x="2045152" y="3650972"/>
            <a:ext cx="2211120" cy="813240"/>
            <a:chOff x="2045152" y="3650972"/>
            <a:chExt cx="2211120" cy="813240"/>
          </a:xfrm>
        </p:grpSpPr>
        <mc:AlternateContent xmlns:mc="http://schemas.openxmlformats.org/markup-compatibility/2006">
          <mc:Choice xmlns:p14="http://schemas.microsoft.com/office/powerpoint/2010/main" Requires="p14">
            <p:contentPart p14:bwMode="auto" r:id="rId2">
              <p14:nvContentPartPr>
                <p14:cNvPr id="23" name="Ink 22">
                  <a:extLst>
                    <a:ext uri="{FF2B5EF4-FFF2-40B4-BE49-F238E27FC236}">
                      <a16:creationId xmlns:a16="http://schemas.microsoft.com/office/drawing/2014/main" id="{DD1F5B13-063B-00DB-FFA1-1A885E31D30B}"/>
                    </a:ext>
                  </a:extLst>
                </p14:cNvPr>
                <p14:cNvContentPartPr/>
                <p14:nvPr/>
              </p14:nvContentPartPr>
              <p14:xfrm>
                <a:off x="2045152" y="4267652"/>
                <a:ext cx="139680" cy="196560"/>
              </p14:xfrm>
            </p:contentPart>
          </mc:Choice>
          <mc:Fallback>
            <p:pic>
              <p:nvPicPr>
                <p:cNvPr id="23" name="Ink 22">
                  <a:extLst>
                    <a:ext uri="{FF2B5EF4-FFF2-40B4-BE49-F238E27FC236}">
                      <a16:creationId xmlns:a16="http://schemas.microsoft.com/office/drawing/2014/main" id="{DD1F5B13-063B-00DB-FFA1-1A885E31D30B}"/>
                    </a:ext>
                  </a:extLst>
                </p:cNvPr>
                <p:cNvPicPr/>
                <p:nvPr/>
              </p:nvPicPr>
              <p:blipFill>
                <a:blip r:embed="rId3"/>
                <a:stretch>
                  <a:fillRect/>
                </a:stretch>
              </p:blipFill>
              <p:spPr>
                <a:xfrm>
                  <a:off x="2036152" y="4259012"/>
                  <a:ext cx="15732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4" name="Ink 23">
                  <a:extLst>
                    <a:ext uri="{FF2B5EF4-FFF2-40B4-BE49-F238E27FC236}">
                      <a16:creationId xmlns:a16="http://schemas.microsoft.com/office/drawing/2014/main" id="{0BBED5A0-E405-C021-15E4-8375634C6B8C}"/>
                    </a:ext>
                  </a:extLst>
                </p14:cNvPr>
                <p14:cNvContentPartPr/>
                <p14:nvPr/>
              </p14:nvContentPartPr>
              <p14:xfrm>
                <a:off x="2055952" y="4312652"/>
                <a:ext cx="141480" cy="62280"/>
              </p14:xfrm>
            </p:contentPart>
          </mc:Choice>
          <mc:Fallback>
            <p:pic>
              <p:nvPicPr>
                <p:cNvPr id="24" name="Ink 23">
                  <a:extLst>
                    <a:ext uri="{FF2B5EF4-FFF2-40B4-BE49-F238E27FC236}">
                      <a16:creationId xmlns:a16="http://schemas.microsoft.com/office/drawing/2014/main" id="{0BBED5A0-E405-C021-15E4-8375634C6B8C}"/>
                    </a:ext>
                  </a:extLst>
                </p:cNvPr>
                <p:cNvPicPr/>
                <p:nvPr/>
              </p:nvPicPr>
              <p:blipFill>
                <a:blip r:embed="rId5"/>
                <a:stretch>
                  <a:fillRect/>
                </a:stretch>
              </p:blipFill>
              <p:spPr>
                <a:xfrm>
                  <a:off x="2047312" y="4303652"/>
                  <a:ext cx="15912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5" name="Ink 24">
                  <a:extLst>
                    <a:ext uri="{FF2B5EF4-FFF2-40B4-BE49-F238E27FC236}">
                      <a16:creationId xmlns:a16="http://schemas.microsoft.com/office/drawing/2014/main" id="{AE01F109-B7F4-FFC2-7C18-12F9983D30F6}"/>
                    </a:ext>
                  </a:extLst>
                </p14:cNvPr>
                <p14:cNvContentPartPr/>
                <p14:nvPr/>
              </p14:nvContentPartPr>
              <p14:xfrm>
                <a:off x="2219392" y="4275572"/>
                <a:ext cx="38160" cy="78840"/>
              </p14:xfrm>
            </p:contentPart>
          </mc:Choice>
          <mc:Fallback>
            <p:pic>
              <p:nvPicPr>
                <p:cNvPr id="25" name="Ink 24">
                  <a:extLst>
                    <a:ext uri="{FF2B5EF4-FFF2-40B4-BE49-F238E27FC236}">
                      <a16:creationId xmlns:a16="http://schemas.microsoft.com/office/drawing/2014/main" id="{AE01F109-B7F4-FFC2-7C18-12F9983D30F6}"/>
                    </a:ext>
                  </a:extLst>
                </p:cNvPr>
                <p:cNvPicPr/>
                <p:nvPr/>
              </p:nvPicPr>
              <p:blipFill>
                <a:blip r:embed="rId7"/>
                <a:stretch>
                  <a:fillRect/>
                </a:stretch>
              </p:blipFill>
              <p:spPr>
                <a:xfrm>
                  <a:off x="2210392" y="4266932"/>
                  <a:ext cx="5580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6" name="Ink 25">
                  <a:extLst>
                    <a:ext uri="{FF2B5EF4-FFF2-40B4-BE49-F238E27FC236}">
                      <a16:creationId xmlns:a16="http://schemas.microsoft.com/office/drawing/2014/main" id="{38E8318E-E1DE-19DC-ACC2-C4A843C5DC5F}"/>
                    </a:ext>
                  </a:extLst>
                </p14:cNvPr>
                <p14:cNvContentPartPr/>
                <p14:nvPr/>
              </p14:nvContentPartPr>
              <p14:xfrm>
                <a:off x="2131192" y="4280972"/>
                <a:ext cx="129600" cy="34560"/>
              </p14:xfrm>
            </p:contentPart>
          </mc:Choice>
          <mc:Fallback>
            <p:pic>
              <p:nvPicPr>
                <p:cNvPr id="26" name="Ink 25">
                  <a:extLst>
                    <a:ext uri="{FF2B5EF4-FFF2-40B4-BE49-F238E27FC236}">
                      <a16:creationId xmlns:a16="http://schemas.microsoft.com/office/drawing/2014/main" id="{38E8318E-E1DE-19DC-ACC2-C4A843C5DC5F}"/>
                    </a:ext>
                  </a:extLst>
                </p:cNvPr>
                <p:cNvPicPr/>
                <p:nvPr/>
              </p:nvPicPr>
              <p:blipFill>
                <a:blip r:embed="rId9"/>
                <a:stretch>
                  <a:fillRect/>
                </a:stretch>
              </p:blipFill>
              <p:spPr>
                <a:xfrm>
                  <a:off x="2122552" y="4272332"/>
                  <a:ext cx="14724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7" name="Ink 26">
                  <a:extLst>
                    <a:ext uri="{FF2B5EF4-FFF2-40B4-BE49-F238E27FC236}">
                      <a16:creationId xmlns:a16="http://schemas.microsoft.com/office/drawing/2014/main" id="{F782E8DC-9440-8B8A-FFDD-0E7E2A4C829F}"/>
                    </a:ext>
                  </a:extLst>
                </p14:cNvPr>
                <p14:cNvContentPartPr/>
                <p14:nvPr/>
              </p14:nvContentPartPr>
              <p14:xfrm>
                <a:off x="2319832" y="4270172"/>
                <a:ext cx="109440" cy="131760"/>
              </p14:xfrm>
            </p:contentPart>
          </mc:Choice>
          <mc:Fallback>
            <p:pic>
              <p:nvPicPr>
                <p:cNvPr id="27" name="Ink 26">
                  <a:extLst>
                    <a:ext uri="{FF2B5EF4-FFF2-40B4-BE49-F238E27FC236}">
                      <a16:creationId xmlns:a16="http://schemas.microsoft.com/office/drawing/2014/main" id="{F782E8DC-9440-8B8A-FFDD-0E7E2A4C829F}"/>
                    </a:ext>
                  </a:extLst>
                </p:cNvPr>
                <p:cNvPicPr/>
                <p:nvPr/>
              </p:nvPicPr>
              <p:blipFill>
                <a:blip r:embed="rId11"/>
                <a:stretch>
                  <a:fillRect/>
                </a:stretch>
              </p:blipFill>
              <p:spPr>
                <a:xfrm>
                  <a:off x="2311192" y="4261532"/>
                  <a:ext cx="1270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8" name="Ink 27">
                  <a:extLst>
                    <a:ext uri="{FF2B5EF4-FFF2-40B4-BE49-F238E27FC236}">
                      <a16:creationId xmlns:a16="http://schemas.microsoft.com/office/drawing/2014/main" id="{2816E37A-B28F-6927-03C3-CF8D5F65303A}"/>
                    </a:ext>
                  </a:extLst>
                </p14:cNvPr>
                <p14:cNvContentPartPr/>
                <p14:nvPr/>
              </p14:nvContentPartPr>
              <p14:xfrm>
                <a:off x="2654272" y="3650972"/>
                <a:ext cx="1602000" cy="748440"/>
              </p14:xfrm>
            </p:contentPart>
          </mc:Choice>
          <mc:Fallback>
            <p:pic>
              <p:nvPicPr>
                <p:cNvPr id="28" name="Ink 27">
                  <a:extLst>
                    <a:ext uri="{FF2B5EF4-FFF2-40B4-BE49-F238E27FC236}">
                      <a16:creationId xmlns:a16="http://schemas.microsoft.com/office/drawing/2014/main" id="{2816E37A-B28F-6927-03C3-CF8D5F65303A}"/>
                    </a:ext>
                  </a:extLst>
                </p:cNvPr>
                <p:cNvPicPr/>
                <p:nvPr/>
              </p:nvPicPr>
              <p:blipFill>
                <a:blip r:embed="rId13"/>
                <a:stretch>
                  <a:fillRect/>
                </a:stretch>
              </p:blipFill>
              <p:spPr>
                <a:xfrm>
                  <a:off x="2645632" y="3641972"/>
                  <a:ext cx="1619640" cy="766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9" name="Ink 28">
                  <a:extLst>
                    <a:ext uri="{FF2B5EF4-FFF2-40B4-BE49-F238E27FC236}">
                      <a16:creationId xmlns:a16="http://schemas.microsoft.com/office/drawing/2014/main" id="{480F2A5A-9F9A-E47D-4877-883BCBF9E6C0}"/>
                    </a:ext>
                  </a:extLst>
                </p14:cNvPr>
                <p14:cNvContentPartPr/>
                <p14:nvPr/>
              </p14:nvContentPartPr>
              <p14:xfrm>
                <a:off x="2644912" y="4289972"/>
                <a:ext cx="85320" cy="155520"/>
              </p14:xfrm>
            </p:contentPart>
          </mc:Choice>
          <mc:Fallback>
            <p:pic>
              <p:nvPicPr>
                <p:cNvPr id="29" name="Ink 28">
                  <a:extLst>
                    <a:ext uri="{FF2B5EF4-FFF2-40B4-BE49-F238E27FC236}">
                      <a16:creationId xmlns:a16="http://schemas.microsoft.com/office/drawing/2014/main" id="{480F2A5A-9F9A-E47D-4877-883BCBF9E6C0}"/>
                    </a:ext>
                  </a:extLst>
                </p:cNvPr>
                <p:cNvPicPr/>
                <p:nvPr/>
              </p:nvPicPr>
              <p:blipFill>
                <a:blip r:embed="rId15"/>
                <a:stretch>
                  <a:fillRect/>
                </a:stretch>
              </p:blipFill>
              <p:spPr>
                <a:xfrm>
                  <a:off x="2636272" y="4280972"/>
                  <a:ext cx="102960" cy="173160"/>
                </a:xfrm>
                <a:prstGeom prst="rect">
                  <a:avLst/>
                </a:prstGeom>
              </p:spPr>
            </p:pic>
          </mc:Fallback>
        </mc:AlternateContent>
      </p:grpSp>
      <p:grpSp>
        <p:nvGrpSpPr>
          <p:cNvPr id="44" name="Group 43">
            <a:extLst>
              <a:ext uri="{FF2B5EF4-FFF2-40B4-BE49-F238E27FC236}">
                <a16:creationId xmlns:a16="http://schemas.microsoft.com/office/drawing/2014/main" id="{917FE064-3195-84A3-FD20-2270BC49846C}"/>
              </a:ext>
            </a:extLst>
          </p:cNvPr>
          <p:cNvGrpSpPr/>
          <p:nvPr/>
        </p:nvGrpSpPr>
        <p:grpSpPr>
          <a:xfrm>
            <a:off x="2701792" y="2058692"/>
            <a:ext cx="2349720" cy="912960"/>
            <a:chOff x="2701792" y="2058692"/>
            <a:chExt cx="2349720" cy="912960"/>
          </a:xfrm>
        </p:grpSpPr>
        <mc:AlternateContent xmlns:mc="http://schemas.openxmlformats.org/markup-compatibility/2006">
          <mc:Choice xmlns:p14="http://schemas.microsoft.com/office/powerpoint/2010/main" Requires="p14">
            <p:contentPart p14:bwMode="auto" r:id="rId16">
              <p14:nvContentPartPr>
                <p14:cNvPr id="19" name="Ink 18">
                  <a:extLst>
                    <a:ext uri="{FF2B5EF4-FFF2-40B4-BE49-F238E27FC236}">
                      <a16:creationId xmlns:a16="http://schemas.microsoft.com/office/drawing/2014/main" id="{3D7B808A-BC24-7AE1-6C2A-131BC664D6BF}"/>
                    </a:ext>
                  </a:extLst>
                </p14:cNvPr>
                <p14:cNvContentPartPr/>
                <p14:nvPr/>
              </p14:nvContentPartPr>
              <p14:xfrm>
                <a:off x="4494952" y="2611652"/>
                <a:ext cx="162360" cy="270720"/>
              </p14:xfrm>
            </p:contentPart>
          </mc:Choice>
          <mc:Fallback>
            <p:pic>
              <p:nvPicPr>
                <p:cNvPr id="19" name="Ink 18">
                  <a:extLst>
                    <a:ext uri="{FF2B5EF4-FFF2-40B4-BE49-F238E27FC236}">
                      <a16:creationId xmlns:a16="http://schemas.microsoft.com/office/drawing/2014/main" id="{3D7B808A-BC24-7AE1-6C2A-131BC664D6BF}"/>
                    </a:ext>
                  </a:extLst>
                </p:cNvPr>
                <p:cNvPicPr/>
                <p:nvPr/>
              </p:nvPicPr>
              <p:blipFill>
                <a:blip r:embed="rId17"/>
                <a:stretch>
                  <a:fillRect/>
                </a:stretch>
              </p:blipFill>
              <p:spPr>
                <a:xfrm>
                  <a:off x="4485952" y="2602652"/>
                  <a:ext cx="18000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0" name="Ink 19">
                  <a:extLst>
                    <a:ext uri="{FF2B5EF4-FFF2-40B4-BE49-F238E27FC236}">
                      <a16:creationId xmlns:a16="http://schemas.microsoft.com/office/drawing/2014/main" id="{6ED4A5DC-8B47-D113-5FC5-69B33C8FD0BA}"/>
                    </a:ext>
                  </a:extLst>
                </p14:cNvPr>
                <p14:cNvContentPartPr/>
                <p14:nvPr/>
              </p14:nvContentPartPr>
              <p14:xfrm>
                <a:off x="4721392" y="2750612"/>
                <a:ext cx="60840" cy="116280"/>
              </p14:xfrm>
            </p:contentPart>
          </mc:Choice>
          <mc:Fallback>
            <p:pic>
              <p:nvPicPr>
                <p:cNvPr id="20" name="Ink 19">
                  <a:extLst>
                    <a:ext uri="{FF2B5EF4-FFF2-40B4-BE49-F238E27FC236}">
                      <a16:creationId xmlns:a16="http://schemas.microsoft.com/office/drawing/2014/main" id="{6ED4A5DC-8B47-D113-5FC5-69B33C8FD0BA}"/>
                    </a:ext>
                  </a:extLst>
                </p:cNvPr>
                <p:cNvPicPr/>
                <p:nvPr/>
              </p:nvPicPr>
              <p:blipFill>
                <a:blip r:embed="rId19"/>
                <a:stretch>
                  <a:fillRect/>
                </a:stretch>
              </p:blipFill>
              <p:spPr>
                <a:xfrm>
                  <a:off x="4712752" y="2741972"/>
                  <a:ext cx="7848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1" name="Ink 20">
                  <a:extLst>
                    <a:ext uri="{FF2B5EF4-FFF2-40B4-BE49-F238E27FC236}">
                      <a16:creationId xmlns:a16="http://schemas.microsoft.com/office/drawing/2014/main" id="{E4DCC5F7-51B2-CD0B-2A5D-834AE32AE92C}"/>
                    </a:ext>
                  </a:extLst>
                </p14:cNvPr>
                <p14:cNvContentPartPr/>
                <p14:nvPr/>
              </p14:nvContentPartPr>
              <p14:xfrm>
                <a:off x="4813912" y="2763932"/>
                <a:ext cx="108720" cy="82440"/>
              </p14:xfrm>
            </p:contentPart>
          </mc:Choice>
          <mc:Fallback>
            <p:pic>
              <p:nvPicPr>
                <p:cNvPr id="21" name="Ink 20">
                  <a:extLst>
                    <a:ext uri="{FF2B5EF4-FFF2-40B4-BE49-F238E27FC236}">
                      <a16:creationId xmlns:a16="http://schemas.microsoft.com/office/drawing/2014/main" id="{E4DCC5F7-51B2-CD0B-2A5D-834AE32AE92C}"/>
                    </a:ext>
                  </a:extLst>
                </p:cNvPr>
                <p:cNvPicPr/>
                <p:nvPr/>
              </p:nvPicPr>
              <p:blipFill>
                <a:blip r:embed="rId21"/>
                <a:stretch>
                  <a:fillRect/>
                </a:stretch>
              </p:blipFill>
              <p:spPr>
                <a:xfrm>
                  <a:off x="4805272" y="2755292"/>
                  <a:ext cx="12636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2" name="Ink 21">
                  <a:extLst>
                    <a:ext uri="{FF2B5EF4-FFF2-40B4-BE49-F238E27FC236}">
                      <a16:creationId xmlns:a16="http://schemas.microsoft.com/office/drawing/2014/main" id="{381E2F80-798B-5FCB-18E3-EC299F2262E3}"/>
                    </a:ext>
                  </a:extLst>
                </p14:cNvPr>
                <p14:cNvContentPartPr/>
                <p14:nvPr/>
              </p14:nvContentPartPr>
              <p14:xfrm>
                <a:off x="4953592" y="2749532"/>
                <a:ext cx="97920" cy="222120"/>
              </p14:xfrm>
            </p:contentPart>
          </mc:Choice>
          <mc:Fallback>
            <p:pic>
              <p:nvPicPr>
                <p:cNvPr id="22" name="Ink 21">
                  <a:extLst>
                    <a:ext uri="{FF2B5EF4-FFF2-40B4-BE49-F238E27FC236}">
                      <a16:creationId xmlns:a16="http://schemas.microsoft.com/office/drawing/2014/main" id="{381E2F80-798B-5FCB-18E3-EC299F2262E3}"/>
                    </a:ext>
                  </a:extLst>
                </p:cNvPr>
                <p:cNvPicPr/>
                <p:nvPr/>
              </p:nvPicPr>
              <p:blipFill>
                <a:blip r:embed="rId23"/>
                <a:stretch>
                  <a:fillRect/>
                </a:stretch>
              </p:blipFill>
              <p:spPr>
                <a:xfrm>
                  <a:off x="4944592" y="2740532"/>
                  <a:ext cx="11556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2" name="Ink 31">
                  <a:extLst>
                    <a:ext uri="{FF2B5EF4-FFF2-40B4-BE49-F238E27FC236}">
                      <a16:creationId xmlns:a16="http://schemas.microsoft.com/office/drawing/2014/main" id="{3435CB07-C9DD-9D52-ED46-90D8E1DC0B6B}"/>
                    </a:ext>
                  </a:extLst>
                </p14:cNvPr>
                <p14:cNvContentPartPr/>
                <p14:nvPr/>
              </p14:nvContentPartPr>
              <p14:xfrm>
                <a:off x="2701792" y="2334092"/>
                <a:ext cx="768240" cy="560520"/>
              </p14:xfrm>
            </p:contentPart>
          </mc:Choice>
          <mc:Fallback>
            <p:pic>
              <p:nvPicPr>
                <p:cNvPr id="32" name="Ink 31">
                  <a:extLst>
                    <a:ext uri="{FF2B5EF4-FFF2-40B4-BE49-F238E27FC236}">
                      <a16:creationId xmlns:a16="http://schemas.microsoft.com/office/drawing/2014/main" id="{3435CB07-C9DD-9D52-ED46-90D8E1DC0B6B}"/>
                    </a:ext>
                  </a:extLst>
                </p:cNvPr>
                <p:cNvPicPr/>
                <p:nvPr/>
              </p:nvPicPr>
              <p:blipFill>
                <a:blip r:embed="rId25"/>
                <a:stretch>
                  <a:fillRect/>
                </a:stretch>
              </p:blipFill>
              <p:spPr>
                <a:xfrm>
                  <a:off x="2693152" y="2325452"/>
                  <a:ext cx="785880" cy="578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3" name="Ink 32">
                  <a:extLst>
                    <a:ext uri="{FF2B5EF4-FFF2-40B4-BE49-F238E27FC236}">
                      <a16:creationId xmlns:a16="http://schemas.microsoft.com/office/drawing/2014/main" id="{BE787B2F-4BE1-B0C3-D910-093582A40CCE}"/>
                    </a:ext>
                  </a:extLst>
                </p14:cNvPr>
                <p14:cNvContentPartPr/>
                <p14:nvPr/>
              </p14:nvContentPartPr>
              <p14:xfrm>
                <a:off x="3571912" y="2234732"/>
                <a:ext cx="33840" cy="82800"/>
              </p14:xfrm>
            </p:contentPart>
          </mc:Choice>
          <mc:Fallback>
            <p:pic>
              <p:nvPicPr>
                <p:cNvPr id="33" name="Ink 32">
                  <a:extLst>
                    <a:ext uri="{FF2B5EF4-FFF2-40B4-BE49-F238E27FC236}">
                      <a16:creationId xmlns:a16="http://schemas.microsoft.com/office/drawing/2014/main" id="{BE787B2F-4BE1-B0C3-D910-093582A40CCE}"/>
                    </a:ext>
                  </a:extLst>
                </p:cNvPr>
                <p:cNvPicPr/>
                <p:nvPr/>
              </p:nvPicPr>
              <p:blipFill>
                <a:blip r:embed="rId27"/>
                <a:stretch>
                  <a:fillRect/>
                </a:stretch>
              </p:blipFill>
              <p:spPr>
                <a:xfrm>
                  <a:off x="3563272" y="2226092"/>
                  <a:ext cx="514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4" name="Ink 33">
                  <a:extLst>
                    <a:ext uri="{FF2B5EF4-FFF2-40B4-BE49-F238E27FC236}">
                      <a16:creationId xmlns:a16="http://schemas.microsoft.com/office/drawing/2014/main" id="{86FCDDE6-6E6B-CEF7-83D6-2EF18297547D}"/>
                    </a:ext>
                  </a:extLst>
                </p14:cNvPr>
                <p14:cNvContentPartPr/>
                <p14:nvPr/>
              </p14:nvContentPartPr>
              <p14:xfrm>
                <a:off x="3605032" y="2326892"/>
                <a:ext cx="69120" cy="35280"/>
              </p14:xfrm>
            </p:contentPart>
          </mc:Choice>
          <mc:Fallback>
            <p:pic>
              <p:nvPicPr>
                <p:cNvPr id="34" name="Ink 33">
                  <a:extLst>
                    <a:ext uri="{FF2B5EF4-FFF2-40B4-BE49-F238E27FC236}">
                      <a16:creationId xmlns:a16="http://schemas.microsoft.com/office/drawing/2014/main" id="{86FCDDE6-6E6B-CEF7-83D6-2EF18297547D}"/>
                    </a:ext>
                  </a:extLst>
                </p:cNvPr>
                <p:cNvPicPr/>
                <p:nvPr/>
              </p:nvPicPr>
              <p:blipFill>
                <a:blip r:embed="rId29"/>
                <a:stretch>
                  <a:fillRect/>
                </a:stretch>
              </p:blipFill>
              <p:spPr>
                <a:xfrm>
                  <a:off x="3596032" y="2317892"/>
                  <a:ext cx="8676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5" name="Ink 34">
                  <a:extLst>
                    <a:ext uri="{FF2B5EF4-FFF2-40B4-BE49-F238E27FC236}">
                      <a16:creationId xmlns:a16="http://schemas.microsoft.com/office/drawing/2014/main" id="{87CD4923-3460-8C5C-8EC1-70421DE5C245}"/>
                    </a:ext>
                  </a:extLst>
                </p14:cNvPr>
                <p14:cNvContentPartPr/>
                <p14:nvPr/>
              </p14:nvContentPartPr>
              <p14:xfrm>
                <a:off x="3522952" y="2186132"/>
                <a:ext cx="70560" cy="44280"/>
              </p14:xfrm>
            </p:contentPart>
          </mc:Choice>
          <mc:Fallback>
            <p:pic>
              <p:nvPicPr>
                <p:cNvPr id="35" name="Ink 34">
                  <a:extLst>
                    <a:ext uri="{FF2B5EF4-FFF2-40B4-BE49-F238E27FC236}">
                      <a16:creationId xmlns:a16="http://schemas.microsoft.com/office/drawing/2014/main" id="{87CD4923-3460-8C5C-8EC1-70421DE5C245}"/>
                    </a:ext>
                  </a:extLst>
                </p:cNvPr>
                <p:cNvPicPr/>
                <p:nvPr/>
              </p:nvPicPr>
              <p:blipFill>
                <a:blip r:embed="rId31"/>
                <a:stretch>
                  <a:fillRect/>
                </a:stretch>
              </p:blipFill>
              <p:spPr>
                <a:xfrm>
                  <a:off x="3513952" y="2177132"/>
                  <a:ext cx="8820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6" name="Ink 35">
                  <a:extLst>
                    <a:ext uri="{FF2B5EF4-FFF2-40B4-BE49-F238E27FC236}">
                      <a16:creationId xmlns:a16="http://schemas.microsoft.com/office/drawing/2014/main" id="{33E2C48C-1BE2-9813-6DFC-27202A0C6FF8}"/>
                    </a:ext>
                  </a:extLst>
                </p14:cNvPr>
                <p14:cNvContentPartPr/>
                <p14:nvPr/>
              </p14:nvContentPartPr>
              <p14:xfrm>
                <a:off x="3716632" y="2206652"/>
                <a:ext cx="101880" cy="77400"/>
              </p14:xfrm>
            </p:contentPart>
          </mc:Choice>
          <mc:Fallback>
            <p:pic>
              <p:nvPicPr>
                <p:cNvPr id="36" name="Ink 35">
                  <a:extLst>
                    <a:ext uri="{FF2B5EF4-FFF2-40B4-BE49-F238E27FC236}">
                      <a16:creationId xmlns:a16="http://schemas.microsoft.com/office/drawing/2014/main" id="{33E2C48C-1BE2-9813-6DFC-27202A0C6FF8}"/>
                    </a:ext>
                  </a:extLst>
                </p:cNvPr>
                <p:cNvPicPr/>
                <p:nvPr/>
              </p:nvPicPr>
              <p:blipFill>
                <a:blip r:embed="rId33"/>
                <a:stretch>
                  <a:fillRect/>
                </a:stretch>
              </p:blipFill>
              <p:spPr>
                <a:xfrm>
                  <a:off x="3707992" y="2197652"/>
                  <a:ext cx="11952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7" name="Ink 36">
                  <a:extLst>
                    <a:ext uri="{FF2B5EF4-FFF2-40B4-BE49-F238E27FC236}">
                      <a16:creationId xmlns:a16="http://schemas.microsoft.com/office/drawing/2014/main" id="{B2A8793C-9ACE-1861-D100-81C718D502EE}"/>
                    </a:ext>
                  </a:extLst>
                </p14:cNvPr>
                <p14:cNvContentPartPr/>
                <p14:nvPr/>
              </p14:nvContentPartPr>
              <p14:xfrm>
                <a:off x="3845152" y="2212052"/>
                <a:ext cx="89280" cy="72360"/>
              </p14:xfrm>
            </p:contentPart>
          </mc:Choice>
          <mc:Fallback>
            <p:pic>
              <p:nvPicPr>
                <p:cNvPr id="37" name="Ink 36">
                  <a:extLst>
                    <a:ext uri="{FF2B5EF4-FFF2-40B4-BE49-F238E27FC236}">
                      <a16:creationId xmlns:a16="http://schemas.microsoft.com/office/drawing/2014/main" id="{B2A8793C-9ACE-1861-D100-81C718D502EE}"/>
                    </a:ext>
                  </a:extLst>
                </p:cNvPr>
                <p:cNvPicPr/>
                <p:nvPr/>
              </p:nvPicPr>
              <p:blipFill>
                <a:blip r:embed="rId35"/>
                <a:stretch>
                  <a:fillRect/>
                </a:stretch>
              </p:blipFill>
              <p:spPr>
                <a:xfrm>
                  <a:off x="3836152" y="2203412"/>
                  <a:ext cx="10692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8" name="Ink 37">
                  <a:extLst>
                    <a:ext uri="{FF2B5EF4-FFF2-40B4-BE49-F238E27FC236}">
                      <a16:creationId xmlns:a16="http://schemas.microsoft.com/office/drawing/2014/main" id="{A4803D05-8278-DC48-AFC2-D36850082013}"/>
                    </a:ext>
                  </a:extLst>
                </p14:cNvPr>
                <p14:cNvContentPartPr/>
                <p14:nvPr/>
              </p14:nvContentPartPr>
              <p14:xfrm>
                <a:off x="4098592" y="2154452"/>
                <a:ext cx="83520" cy="148680"/>
              </p14:xfrm>
            </p:contentPart>
          </mc:Choice>
          <mc:Fallback>
            <p:pic>
              <p:nvPicPr>
                <p:cNvPr id="38" name="Ink 37">
                  <a:extLst>
                    <a:ext uri="{FF2B5EF4-FFF2-40B4-BE49-F238E27FC236}">
                      <a16:creationId xmlns:a16="http://schemas.microsoft.com/office/drawing/2014/main" id="{A4803D05-8278-DC48-AFC2-D36850082013}"/>
                    </a:ext>
                  </a:extLst>
                </p:cNvPr>
                <p:cNvPicPr/>
                <p:nvPr/>
              </p:nvPicPr>
              <p:blipFill>
                <a:blip r:embed="rId37"/>
                <a:stretch>
                  <a:fillRect/>
                </a:stretch>
              </p:blipFill>
              <p:spPr>
                <a:xfrm>
                  <a:off x="4089592" y="2145452"/>
                  <a:ext cx="1011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9" name="Ink 38">
                  <a:extLst>
                    <a:ext uri="{FF2B5EF4-FFF2-40B4-BE49-F238E27FC236}">
                      <a16:creationId xmlns:a16="http://schemas.microsoft.com/office/drawing/2014/main" id="{01A2A586-B440-BB59-7D82-2248894B0C00}"/>
                    </a:ext>
                  </a:extLst>
                </p14:cNvPr>
                <p14:cNvContentPartPr/>
                <p14:nvPr/>
              </p14:nvContentPartPr>
              <p14:xfrm>
                <a:off x="4236112" y="2111612"/>
                <a:ext cx="66240" cy="157680"/>
              </p14:xfrm>
            </p:contentPart>
          </mc:Choice>
          <mc:Fallback>
            <p:pic>
              <p:nvPicPr>
                <p:cNvPr id="39" name="Ink 38">
                  <a:extLst>
                    <a:ext uri="{FF2B5EF4-FFF2-40B4-BE49-F238E27FC236}">
                      <a16:creationId xmlns:a16="http://schemas.microsoft.com/office/drawing/2014/main" id="{01A2A586-B440-BB59-7D82-2248894B0C00}"/>
                    </a:ext>
                  </a:extLst>
                </p:cNvPr>
                <p:cNvPicPr/>
                <p:nvPr/>
              </p:nvPicPr>
              <p:blipFill>
                <a:blip r:embed="rId39"/>
                <a:stretch>
                  <a:fillRect/>
                </a:stretch>
              </p:blipFill>
              <p:spPr>
                <a:xfrm>
                  <a:off x="4227112" y="2102612"/>
                  <a:ext cx="8388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0" name="Ink 39">
                  <a:extLst>
                    <a:ext uri="{FF2B5EF4-FFF2-40B4-BE49-F238E27FC236}">
                      <a16:creationId xmlns:a16="http://schemas.microsoft.com/office/drawing/2014/main" id="{1710BE42-6FDF-6625-838B-CF73DBC9F92D}"/>
                    </a:ext>
                  </a:extLst>
                </p14:cNvPr>
                <p14:cNvContentPartPr/>
                <p14:nvPr/>
              </p14:nvContentPartPr>
              <p14:xfrm>
                <a:off x="4360672" y="2145812"/>
                <a:ext cx="66600" cy="72360"/>
              </p14:xfrm>
            </p:contentPart>
          </mc:Choice>
          <mc:Fallback>
            <p:pic>
              <p:nvPicPr>
                <p:cNvPr id="40" name="Ink 39">
                  <a:extLst>
                    <a:ext uri="{FF2B5EF4-FFF2-40B4-BE49-F238E27FC236}">
                      <a16:creationId xmlns:a16="http://schemas.microsoft.com/office/drawing/2014/main" id="{1710BE42-6FDF-6625-838B-CF73DBC9F92D}"/>
                    </a:ext>
                  </a:extLst>
                </p:cNvPr>
                <p:cNvPicPr/>
                <p:nvPr/>
              </p:nvPicPr>
              <p:blipFill>
                <a:blip r:embed="rId41"/>
                <a:stretch>
                  <a:fillRect/>
                </a:stretch>
              </p:blipFill>
              <p:spPr>
                <a:xfrm>
                  <a:off x="4351672" y="2136812"/>
                  <a:ext cx="8424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1" name="Ink 40">
                  <a:extLst>
                    <a:ext uri="{FF2B5EF4-FFF2-40B4-BE49-F238E27FC236}">
                      <a16:creationId xmlns:a16="http://schemas.microsoft.com/office/drawing/2014/main" id="{A6A003E2-4C90-5402-A573-D03AFDD4ACF9}"/>
                    </a:ext>
                  </a:extLst>
                </p14:cNvPr>
                <p14:cNvContentPartPr/>
                <p14:nvPr/>
              </p14:nvContentPartPr>
              <p14:xfrm>
                <a:off x="4465072" y="2058692"/>
                <a:ext cx="101160" cy="168840"/>
              </p14:xfrm>
            </p:contentPart>
          </mc:Choice>
          <mc:Fallback>
            <p:pic>
              <p:nvPicPr>
                <p:cNvPr id="41" name="Ink 40">
                  <a:extLst>
                    <a:ext uri="{FF2B5EF4-FFF2-40B4-BE49-F238E27FC236}">
                      <a16:creationId xmlns:a16="http://schemas.microsoft.com/office/drawing/2014/main" id="{A6A003E2-4C90-5402-A573-D03AFDD4ACF9}"/>
                    </a:ext>
                  </a:extLst>
                </p:cNvPr>
                <p:cNvPicPr/>
                <p:nvPr/>
              </p:nvPicPr>
              <p:blipFill>
                <a:blip r:embed="rId43"/>
                <a:stretch>
                  <a:fillRect/>
                </a:stretch>
              </p:blipFill>
              <p:spPr>
                <a:xfrm>
                  <a:off x="4456072" y="2050052"/>
                  <a:ext cx="11880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2" name="Ink 41">
                  <a:extLst>
                    <a:ext uri="{FF2B5EF4-FFF2-40B4-BE49-F238E27FC236}">
                      <a16:creationId xmlns:a16="http://schemas.microsoft.com/office/drawing/2014/main" id="{596CEE91-950F-7224-6CDA-066205FA2879}"/>
                    </a:ext>
                  </a:extLst>
                </p14:cNvPr>
                <p14:cNvContentPartPr/>
                <p14:nvPr/>
              </p14:nvContentPartPr>
              <p14:xfrm>
                <a:off x="4738672" y="2091452"/>
                <a:ext cx="181800" cy="585360"/>
              </p14:xfrm>
            </p:contentPart>
          </mc:Choice>
          <mc:Fallback>
            <p:pic>
              <p:nvPicPr>
                <p:cNvPr id="42" name="Ink 41">
                  <a:extLst>
                    <a:ext uri="{FF2B5EF4-FFF2-40B4-BE49-F238E27FC236}">
                      <a16:creationId xmlns:a16="http://schemas.microsoft.com/office/drawing/2014/main" id="{596CEE91-950F-7224-6CDA-066205FA2879}"/>
                    </a:ext>
                  </a:extLst>
                </p:cNvPr>
                <p:cNvPicPr/>
                <p:nvPr/>
              </p:nvPicPr>
              <p:blipFill>
                <a:blip r:embed="rId45"/>
                <a:stretch>
                  <a:fillRect/>
                </a:stretch>
              </p:blipFill>
              <p:spPr>
                <a:xfrm>
                  <a:off x="4729672" y="2082812"/>
                  <a:ext cx="199440" cy="603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3" name="Ink 42">
                  <a:extLst>
                    <a:ext uri="{FF2B5EF4-FFF2-40B4-BE49-F238E27FC236}">
                      <a16:creationId xmlns:a16="http://schemas.microsoft.com/office/drawing/2014/main" id="{519A2B11-A268-0A63-6D72-B953889523E9}"/>
                    </a:ext>
                  </a:extLst>
                </p14:cNvPr>
                <p14:cNvContentPartPr/>
                <p14:nvPr/>
              </p14:nvContentPartPr>
              <p14:xfrm>
                <a:off x="4867552" y="2604812"/>
                <a:ext cx="84240" cy="53280"/>
              </p14:xfrm>
            </p:contentPart>
          </mc:Choice>
          <mc:Fallback>
            <p:pic>
              <p:nvPicPr>
                <p:cNvPr id="43" name="Ink 42">
                  <a:extLst>
                    <a:ext uri="{FF2B5EF4-FFF2-40B4-BE49-F238E27FC236}">
                      <a16:creationId xmlns:a16="http://schemas.microsoft.com/office/drawing/2014/main" id="{519A2B11-A268-0A63-6D72-B953889523E9}"/>
                    </a:ext>
                  </a:extLst>
                </p:cNvPr>
                <p:cNvPicPr/>
                <p:nvPr/>
              </p:nvPicPr>
              <p:blipFill>
                <a:blip r:embed="rId47"/>
                <a:stretch>
                  <a:fillRect/>
                </a:stretch>
              </p:blipFill>
              <p:spPr>
                <a:xfrm>
                  <a:off x="4858912" y="2595812"/>
                  <a:ext cx="101880" cy="70920"/>
                </a:xfrm>
                <a:prstGeom prst="rect">
                  <a:avLst/>
                </a:prstGeom>
              </p:spPr>
            </p:pic>
          </mc:Fallback>
        </mc:AlternateContent>
      </p:grpSp>
      <p:grpSp>
        <p:nvGrpSpPr>
          <p:cNvPr id="47" name="Group 46">
            <a:extLst>
              <a:ext uri="{FF2B5EF4-FFF2-40B4-BE49-F238E27FC236}">
                <a16:creationId xmlns:a16="http://schemas.microsoft.com/office/drawing/2014/main" id="{D59BA59A-A119-A175-686F-534793D155E1}"/>
              </a:ext>
            </a:extLst>
          </p:cNvPr>
          <p:cNvGrpSpPr/>
          <p:nvPr/>
        </p:nvGrpSpPr>
        <p:grpSpPr>
          <a:xfrm>
            <a:off x="1835272" y="3414092"/>
            <a:ext cx="141840" cy="65880"/>
            <a:chOff x="1835272" y="3414092"/>
            <a:chExt cx="141840" cy="65880"/>
          </a:xfrm>
        </p:grpSpPr>
        <mc:AlternateContent xmlns:mc="http://schemas.openxmlformats.org/markup-compatibility/2006">
          <mc:Choice xmlns:p14="http://schemas.microsoft.com/office/powerpoint/2010/main" Requires="p14">
            <p:contentPart p14:bwMode="auto" r:id="rId48">
              <p14:nvContentPartPr>
                <p14:cNvPr id="45" name="Ink 44">
                  <a:extLst>
                    <a:ext uri="{FF2B5EF4-FFF2-40B4-BE49-F238E27FC236}">
                      <a16:creationId xmlns:a16="http://schemas.microsoft.com/office/drawing/2014/main" id="{DC27E09D-4EED-06E9-E673-345301FA424D}"/>
                    </a:ext>
                  </a:extLst>
                </p14:cNvPr>
                <p14:cNvContentPartPr/>
                <p14:nvPr/>
              </p14:nvContentPartPr>
              <p14:xfrm>
                <a:off x="1835272" y="3414092"/>
                <a:ext cx="138960" cy="26280"/>
              </p14:xfrm>
            </p:contentPart>
          </mc:Choice>
          <mc:Fallback>
            <p:pic>
              <p:nvPicPr>
                <p:cNvPr id="45" name="Ink 44">
                  <a:extLst>
                    <a:ext uri="{FF2B5EF4-FFF2-40B4-BE49-F238E27FC236}">
                      <a16:creationId xmlns:a16="http://schemas.microsoft.com/office/drawing/2014/main" id="{DC27E09D-4EED-06E9-E673-345301FA424D}"/>
                    </a:ext>
                  </a:extLst>
                </p:cNvPr>
                <p:cNvPicPr/>
                <p:nvPr/>
              </p:nvPicPr>
              <p:blipFill>
                <a:blip r:embed="rId49"/>
                <a:stretch>
                  <a:fillRect/>
                </a:stretch>
              </p:blipFill>
              <p:spPr>
                <a:xfrm>
                  <a:off x="1826272" y="3405452"/>
                  <a:ext cx="15660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6" name="Ink 45">
                  <a:extLst>
                    <a:ext uri="{FF2B5EF4-FFF2-40B4-BE49-F238E27FC236}">
                      <a16:creationId xmlns:a16="http://schemas.microsoft.com/office/drawing/2014/main" id="{C4C2983B-5F36-CF0E-460D-34C203EF3B57}"/>
                    </a:ext>
                  </a:extLst>
                </p14:cNvPr>
                <p14:cNvContentPartPr/>
                <p14:nvPr/>
              </p14:nvContentPartPr>
              <p14:xfrm>
                <a:off x="1900792" y="3468092"/>
                <a:ext cx="76320" cy="11880"/>
              </p14:xfrm>
            </p:contentPart>
          </mc:Choice>
          <mc:Fallback>
            <p:pic>
              <p:nvPicPr>
                <p:cNvPr id="46" name="Ink 45">
                  <a:extLst>
                    <a:ext uri="{FF2B5EF4-FFF2-40B4-BE49-F238E27FC236}">
                      <a16:creationId xmlns:a16="http://schemas.microsoft.com/office/drawing/2014/main" id="{C4C2983B-5F36-CF0E-460D-34C203EF3B57}"/>
                    </a:ext>
                  </a:extLst>
                </p:cNvPr>
                <p:cNvPicPr/>
                <p:nvPr/>
              </p:nvPicPr>
              <p:blipFill>
                <a:blip r:embed="rId51"/>
                <a:stretch>
                  <a:fillRect/>
                </a:stretch>
              </p:blipFill>
              <p:spPr>
                <a:xfrm>
                  <a:off x="1892152" y="3459452"/>
                  <a:ext cx="93960" cy="29520"/>
                </a:xfrm>
                <a:prstGeom prst="rect">
                  <a:avLst/>
                </a:prstGeom>
              </p:spPr>
            </p:pic>
          </mc:Fallback>
        </mc:AlternateContent>
      </p:grpSp>
      <p:grpSp>
        <p:nvGrpSpPr>
          <p:cNvPr id="50" name="Group 49">
            <a:extLst>
              <a:ext uri="{FF2B5EF4-FFF2-40B4-BE49-F238E27FC236}">
                <a16:creationId xmlns:a16="http://schemas.microsoft.com/office/drawing/2014/main" id="{1B946652-F720-1561-4A4C-97EB8BF2B05F}"/>
              </a:ext>
            </a:extLst>
          </p:cNvPr>
          <p:cNvGrpSpPr/>
          <p:nvPr/>
        </p:nvGrpSpPr>
        <p:grpSpPr>
          <a:xfrm>
            <a:off x="1585432" y="4052372"/>
            <a:ext cx="171720" cy="72360"/>
            <a:chOff x="1585432" y="4052372"/>
            <a:chExt cx="171720" cy="72360"/>
          </a:xfrm>
        </p:grpSpPr>
        <mc:AlternateContent xmlns:mc="http://schemas.openxmlformats.org/markup-compatibility/2006">
          <mc:Choice xmlns:p14="http://schemas.microsoft.com/office/powerpoint/2010/main" Requires="p14">
            <p:contentPart p14:bwMode="auto" r:id="rId52">
              <p14:nvContentPartPr>
                <p14:cNvPr id="48" name="Ink 47">
                  <a:extLst>
                    <a:ext uri="{FF2B5EF4-FFF2-40B4-BE49-F238E27FC236}">
                      <a16:creationId xmlns:a16="http://schemas.microsoft.com/office/drawing/2014/main" id="{AA9D095F-33A9-D872-80FE-2A41F7A79E8E}"/>
                    </a:ext>
                  </a:extLst>
                </p14:cNvPr>
                <p14:cNvContentPartPr/>
                <p14:nvPr/>
              </p14:nvContentPartPr>
              <p14:xfrm>
                <a:off x="1585432" y="4052372"/>
                <a:ext cx="75600" cy="26280"/>
              </p14:xfrm>
            </p:contentPart>
          </mc:Choice>
          <mc:Fallback>
            <p:pic>
              <p:nvPicPr>
                <p:cNvPr id="48" name="Ink 47">
                  <a:extLst>
                    <a:ext uri="{FF2B5EF4-FFF2-40B4-BE49-F238E27FC236}">
                      <a16:creationId xmlns:a16="http://schemas.microsoft.com/office/drawing/2014/main" id="{AA9D095F-33A9-D872-80FE-2A41F7A79E8E}"/>
                    </a:ext>
                  </a:extLst>
                </p:cNvPr>
                <p:cNvPicPr/>
                <p:nvPr/>
              </p:nvPicPr>
              <p:blipFill>
                <a:blip r:embed="rId53"/>
                <a:stretch>
                  <a:fillRect/>
                </a:stretch>
              </p:blipFill>
              <p:spPr>
                <a:xfrm>
                  <a:off x="1576432" y="4043372"/>
                  <a:ext cx="9324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9" name="Ink 48">
                  <a:extLst>
                    <a:ext uri="{FF2B5EF4-FFF2-40B4-BE49-F238E27FC236}">
                      <a16:creationId xmlns:a16="http://schemas.microsoft.com/office/drawing/2014/main" id="{32B023A1-F5BC-5EF9-EF53-85F26052652C}"/>
                    </a:ext>
                  </a:extLst>
                </p14:cNvPr>
                <p14:cNvContentPartPr/>
                <p14:nvPr/>
              </p14:nvContentPartPr>
              <p14:xfrm>
                <a:off x="1598392" y="4102412"/>
                <a:ext cx="158760" cy="22320"/>
              </p14:xfrm>
            </p:contentPart>
          </mc:Choice>
          <mc:Fallback>
            <p:pic>
              <p:nvPicPr>
                <p:cNvPr id="49" name="Ink 48">
                  <a:extLst>
                    <a:ext uri="{FF2B5EF4-FFF2-40B4-BE49-F238E27FC236}">
                      <a16:creationId xmlns:a16="http://schemas.microsoft.com/office/drawing/2014/main" id="{32B023A1-F5BC-5EF9-EF53-85F26052652C}"/>
                    </a:ext>
                  </a:extLst>
                </p:cNvPr>
                <p:cNvPicPr/>
                <p:nvPr/>
              </p:nvPicPr>
              <p:blipFill>
                <a:blip r:embed="rId55"/>
                <a:stretch>
                  <a:fillRect/>
                </a:stretch>
              </p:blipFill>
              <p:spPr>
                <a:xfrm>
                  <a:off x="1589752" y="4093772"/>
                  <a:ext cx="176400" cy="39960"/>
                </a:xfrm>
                <a:prstGeom prst="rect">
                  <a:avLst/>
                </a:prstGeom>
              </p:spPr>
            </p:pic>
          </mc:Fallback>
        </mc:AlternateContent>
      </p:grpSp>
      <p:grpSp>
        <p:nvGrpSpPr>
          <p:cNvPr id="54" name="Group 53">
            <a:extLst>
              <a:ext uri="{FF2B5EF4-FFF2-40B4-BE49-F238E27FC236}">
                <a16:creationId xmlns:a16="http://schemas.microsoft.com/office/drawing/2014/main" id="{CF3E6247-DA95-4D3C-681C-DF13A6830273}"/>
              </a:ext>
            </a:extLst>
          </p:cNvPr>
          <p:cNvGrpSpPr/>
          <p:nvPr/>
        </p:nvGrpSpPr>
        <p:grpSpPr>
          <a:xfrm>
            <a:off x="2328472" y="3568892"/>
            <a:ext cx="282960" cy="415440"/>
            <a:chOff x="2328472" y="3568892"/>
            <a:chExt cx="282960" cy="415440"/>
          </a:xfrm>
        </p:grpSpPr>
        <mc:AlternateContent xmlns:mc="http://schemas.openxmlformats.org/markup-compatibility/2006">
          <mc:Choice xmlns:p14="http://schemas.microsoft.com/office/powerpoint/2010/main" Requires="p14">
            <p:contentPart p14:bwMode="auto" r:id="rId56">
              <p14:nvContentPartPr>
                <p14:cNvPr id="51" name="Ink 50">
                  <a:extLst>
                    <a:ext uri="{FF2B5EF4-FFF2-40B4-BE49-F238E27FC236}">
                      <a16:creationId xmlns:a16="http://schemas.microsoft.com/office/drawing/2014/main" id="{2CF17447-CE19-BD80-FB87-52CB461C8839}"/>
                    </a:ext>
                  </a:extLst>
                </p14:cNvPr>
                <p14:cNvContentPartPr/>
                <p14:nvPr/>
              </p14:nvContentPartPr>
              <p14:xfrm>
                <a:off x="2328472" y="3568892"/>
                <a:ext cx="154800" cy="87840"/>
              </p14:xfrm>
            </p:contentPart>
          </mc:Choice>
          <mc:Fallback>
            <p:pic>
              <p:nvPicPr>
                <p:cNvPr id="51" name="Ink 50">
                  <a:extLst>
                    <a:ext uri="{FF2B5EF4-FFF2-40B4-BE49-F238E27FC236}">
                      <a16:creationId xmlns:a16="http://schemas.microsoft.com/office/drawing/2014/main" id="{2CF17447-CE19-BD80-FB87-52CB461C8839}"/>
                    </a:ext>
                  </a:extLst>
                </p:cNvPr>
                <p:cNvPicPr/>
                <p:nvPr/>
              </p:nvPicPr>
              <p:blipFill>
                <a:blip r:embed="rId57"/>
                <a:stretch>
                  <a:fillRect/>
                </a:stretch>
              </p:blipFill>
              <p:spPr>
                <a:xfrm>
                  <a:off x="2319832" y="3560252"/>
                  <a:ext cx="1724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2" name="Ink 51">
                  <a:extLst>
                    <a:ext uri="{FF2B5EF4-FFF2-40B4-BE49-F238E27FC236}">
                      <a16:creationId xmlns:a16="http://schemas.microsoft.com/office/drawing/2014/main" id="{49CBA44B-5E73-2998-3371-9EDE289A81B3}"/>
                    </a:ext>
                  </a:extLst>
                </p14:cNvPr>
                <p14:cNvContentPartPr/>
                <p14:nvPr/>
              </p14:nvContentPartPr>
              <p14:xfrm>
                <a:off x="2426752" y="3706052"/>
                <a:ext cx="131400" cy="99360"/>
              </p14:xfrm>
            </p:contentPart>
          </mc:Choice>
          <mc:Fallback>
            <p:pic>
              <p:nvPicPr>
                <p:cNvPr id="52" name="Ink 51">
                  <a:extLst>
                    <a:ext uri="{FF2B5EF4-FFF2-40B4-BE49-F238E27FC236}">
                      <a16:creationId xmlns:a16="http://schemas.microsoft.com/office/drawing/2014/main" id="{49CBA44B-5E73-2998-3371-9EDE289A81B3}"/>
                    </a:ext>
                  </a:extLst>
                </p:cNvPr>
                <p:cNvPicPr/>
                <p:nvPr/>
              </p:nvPicPr>
              <p:blipFill>
                <a:blip r:embed="rId59"/>
                <a:stretch>
                  <a:fillRect/>
                </a:stretch>
              </p:blipFill>
              <p:spPr>
                <a:xfrm>
                  <a:off x="2418112" y="3697412"/>
                  <a:ext cx="14904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3" name="Ink 52">
                  <a:extLst>
                    <a:ext uri="{FF2B5EF4-FFF2-40B4-BE49-F238E27FC236}">
                      <a16:creationId xmlns:a16="http://schemas.microsoft.com/office/drawing/2014/main" id="{AF25BEE3-D634-C3EF-363B-69B5854C7ACC}"/>
                    </a:ext>
                  </a:extLst>
                </p14:cNvPr>
                <p14:cNvContentPartPr/>
                <p14:nvPr/>
              </p14:nvContentPartPr>
              <p14:xfrm>
                <a:off x="2453752" y="3883892"/>
                <a:ext cx="157680" cy="100440"/>
              </p14:xfrm>
            </p:contentPart>
          </mc:Choice>
          <mc:Fallback>
            <p:pic>
              <p:nvPicPr>
                <p:cNvPr id="53" name="Ink 52">
                  <a:extLst>
                    <a:ext uri="{FF2B5EF4-FFF2-40B4-BE49-F238E27FC236}">
                      <a16:creationId xmlns:a16="http://schemas.microsoft.com/office/drawing/2014/main" id="{AF25BEE3-D634-C3EF-363B-69B5854C7ACC}"/>
                    </a:ext>
                  </a:extLst>
                </p:cNvPr>
                <p:cNvPicPr/>
                <p:nvPr/>
              </p:nvPicPr>
              <p:blipFill>
                <a:blip r:embed="rId61"/>
                <a:stretch>
                  <a:fillRect/>
                </a:stretch>
              </p:blipFill>
              <p:spPr>
                <a:xfrm>
                  <a:off x="2444752" y="3874892"/>
                  <a:ext cx="175320" cy="118080"/>
                </a:xfrm>
                <a:prstGeom prst="rect">
                  <a:avLst/>
                </a:prstGeom>
              </p:spPr>
            </p:pic>
          </mc:Fallback>
        </mc:AlternateContent>
      </p:grpSp>
      <p:grpSp>
        <p:nvGrpSpPr>
          <p:cNvPr id="57" name="Group 56">
            <a:extLst>
              <a:ext uri="{FF2B5EF4-FFF2-40B4-BE49-F238E27FC236}">
                <a16:creationId xmlns:a16="http://schemas.microsoft.com/office/drawing/2014/main" id="{9E3AFA79-FE01-C2E2-2745-49D0C522F8B9}"/>
              </a:ext>
            </a:extLst>
          </p:cNvPr>
          <p:cNvGrpSpPr/>
          <p:nvPr/>
        </p:nvGrpSpPr>
        <p:grpSpPr>
          <a:xfrm>
            <a:off x="1231912" y="2205212"/>
            <a:ext cx="195480" cy="755280"/>
            <a:chOff x="1231912" y="2205212"/>
            <a:chExt cx="195480" cy="755280"/>
          </a:xfrm>
        </p:grpSpPr>
        <mc:AlternateContent xmlns:mc="http://schemas.openxmlformats.org/markup-compatibility/2006">
          <mc:Choice xmlns:p14="http://schemas.microsoft.com/office/powerpoint/2010/main" Requires="p14">
            <p:contentPart p14:bwMode="auto" r:id="rId62">
              <p14:nvContentPartPr>
                <p14:cNvPr id="55" name="Ink 54">
                  <a:extLst>
                    <a:ext uri="{FF2B5EF4-FFF2-40B4-BE49-F238E27FC236}">
                      <a16:creationId xmlns:a16="http://schemas.microsoft.com/office/drawing/2014/main" id="{B9B3C861-B874-AD4A-987E-562F44F1FC32}"/>
                    </a:ext>
                  </a:extLst>
                </p14:cNvPr>
                <p14:cNvContentPartPr/>
                <p14:nvPr/>
              </p14:nvContentPartPr>
              <p14:xfrm>
                <a:off x="1231912" y="2225732"/>
                <a:ext cx="195480" cy="734760"/>
              </p14:xfrm>
            </p:contentPart>
          </mc:Choice>
          <mc:Fallback>
            <p:pic>
              <p:nvPicPr>
                <p:cNvPr id="55" name="Ink 54">
                  <a:extLst>
                    <a:ext uri="{FF2B5EF4-FFF2-40B4-BE49-F238E27FC236}">
                      <a16:creationId xmlns:a16="http://schemas.microsoft.com/office/drawing/2014/main" id="{B9B3C861-B874-AD4A-987E-562F44F1FC32}"/>
                    </a:ext>
                  </a:extLst>
                </p:cNvPr>
                <p:cNvPicPr/>
                <p:nvPr/>
              </p:nvPicPr>
              <p:blipFill>
                <a:blip r:embed="rId63"/>
                <a:stretch>
                  <a:fillRect/>
                </a:stretch>
              </p:blipFill>
              <p:spPr>
                <a:xfrm>
                  <a:off x="1223272" y="2216732"/>
                  <a:ext cx="213120" cy="7524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6" name="Ink 55">
                  <a:extLst>
                    <a:ext uri="{FF2B5EF4-FFF2-40B4-BE49-F238E27FC236}">
                      <a16:creationId xmlns:a16="http://schemas.microsoft.com/office/drawing/2014/main" id="{9A1FEAFD-039F-A0D3-9E36-8C6163EEC6A3}"/>
                    </a:ext>
                  </a:extLst>
                </p14:cNvPr>
                <p14:cNvContentPartPr/>
                <p14:nvPr/>
              </p14:nvContentPartPr>
              <p14:xfrm>
                <a:off x="1256392" y="2205212"/>
                <a:ext cx="117720" cy="90720"/>
              </p14:xfrm>
            </p:contentPart>
          </mc:Choice>
          <mc:Fallback>
            <p:pic>
              <p:nvPicPr>
                <p:cNvPr id="56" name="Ink 55">
                  <a:extLst>
                    <a:ext uri="{FF2B5EF4-FFF2-40B4-BE49-F238E27FC236}">
                      <a16:creationId xmlns:a16="http://schemas.microsoft.com/office/drawing/2014/main" id="{9A1FEAFD-039F-A0D3-9E36-8C6163EEC6A3}"/>
                    </a:ext>
                  </a:extLst>
                </p:cNvPr>
                <p:cNvPicPr/>
                <p:nvPr/>
              </p:nvPicPr>
              <p:blipFill>
                <a:blip r:embed="rId65"/>
                <a:stretch>
                  <a:fillRect/>
                </a:stretch>
              </p:blipFill>
              <p:spPr>
                <a:xfrm>
                  <a:off x="1247392" y="2196572"/>
                  <a:ext cx="135360" cy="108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6">
            <p14:nvContentPartPr>
              <p14:cNvPr id="58" name="Ink 57">
                <a:extLst>
                  <a:ext uri="{FF2B5EF4-FFF2-40B4-BE49-F238E27FC236}">
                    <a16:creationId xmlns:a16="http://schemas.microsoft.com/office/drawing/2014/main" id="{3BC0C6E4-D740-0AA5-A35B-0664BC23E693}"/>
                  </a:ext>
                </a:extLst>
              </p14:cNvPr>
              <p14:cNvContentPartPr/>
              <p14:nvPr/>
            </p14:nvContentPartPr>
            <p14:xfrm>
              <a:off x="2025712" y="2709932"/>
              <a:ext cx="406440" cy="39960"/>
            </p14:xfrm>
          </p:contentPart>
        </mc:Choice>
        <mc:Fallback>
          <p:pic>
            <p:nvPicPr>
              <p:cNvPr id="58" name="Ink 57">
                <a:extLst>
                  <a:ext uri="{FF2B5EF4-FFF2-40B4-BE49-F238E27FC236}">
                    <a16:creationId xmlns:a16="http://schemas.microsoft.com/office/drawing/2014/main" id="{3BC0C6E4-D740-0AA5-A35B-0664BC23E693}"/>
                  </a:ext>
                </a:extLst>
              </p:cNvPr>
              <p:cNvPicPr/>
              <p:nvPr/>
            </p:nvPicPr>
            <p:blipFill>
              <a:blip r:embed="rId67"/>
              <a:stretch>
                <a:fillRect/>
              </a:stretch>
            </p:blipFill>
            <p:spPr>
              <a:xfrm>
                <a:off x="2017072" y="2700932"/>
                <a:ext cx="42408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9" name="Ink 58">
                <a:extLst>
                  <a:ext uri="{FF2B5EF4-FFF2-40B4-BE49-F238E27FC236}">
                    <a16:creationId xmlns:a16="http://schemas.microsoft.com/office/drawing/2014/main" id="{1786F9E1-4D96-9D5A-EE24-1A1380E48D1E}"/>
                  </a:ext>
                </a:extLst>
              </p14:cNvPr>
              <p14:cNvContentPartPr/>
              <p14:nvPr/>
            </p14:nvContentPartPr>
            <p14:xfrm>
              <a:off x="3039472" y="2826212"/>
              <a:ext cx="782640" cy="596520"/>
            </p14:xfrm>
          </p:contentPart>
        </mc:Choice>
        <mc:Fallback>
          <p:pic>
            <p:nvPicPr>
              <p:cNvPr id="59" name="Ink 58">
                <a:extLst>
                  <a:ext uri="{FF2B5EF4-FFF2-40B4-BE49-F238E27FC236}">
                    <a16:creationId xmlns:a16="http://schemas.microsoft.com/office/drawing/2014/main" id="{1786F9E1-4D96-9D5A-EE24-1A1380E48D1E}"/>
                  </a:ext>
                </a:extLst>
              </p:cNvPr>
              <p:cNvPicPr/>
              <p:nvPr/>
            </p:nvPicPr>
            <p:blipFill>
              <a:blip r:embed="rId69"/>
              <a:stretch>
                <a:fillRect/>
              </a:stretch>
            </p:blipFill>
            <p:spPr>
              <a:xfrm>
                <a:off x="3030472" y="2817572"/>
                <a:ext cx="800280" cy="614160"/>
              </a:xfrm>
              <a:prstGeom prst="rect">
                <a:avLst/>
              </a:prstGeom>
            </p:spPr>
          </p:pic>
        </mc:Fallback>
      </mc:AlternateContent>
      <p:grpSp>
        <p:nvGrpSpPr>
          <p:cNvPr id="63" name="Group 62">
            <a:extLst>
              <a:ext uri="{FF2B5EF4-FFF2-40B4-BE49-F238E27FC236}">
                <a16:creationId xmlns:a16="http://schemas.microsoft.com/office/drawing/2014/main" id="{6DE5AC63-8890-8464-3AF3-09394582C231}"/>
              </a:ext>
            </a:extLst>
          </p:cNvPr>
          <p:cNvGrpSpPr/>
          <p:nvPr/>
        </p:nvGrpSpPr>
        <p:grpSpPr>
          <a:xfrm>
            <a:off x="5992912" y="5229572"/>
            <a:ext cx="2679120" cy="196920"/>
            <a:chOff x="5992912" y="5229572"/>
            <a:chExt cx="2679120" cy="196920"/>
          </a:xfrm>
        </p:grpSpPr>
        <mc:AlternateContent xmlns:mc="http://schemas.openxmlformats.org/markup-compatibility/2006">
          <mc:Choice xmlns:p14="http://schemas.microsoft.com/office/powerpoint/2010/main" Requires="p14">
            <p:contentPart p14:bwMode="auto" r:id="rId70">
              <p14:nvContentPartPr>
                <p14:cNvPr id="60" name="Ink 59">
                  <a:extLst>
                    <a:ext uri="{FF2B5EF4-FFF2-40B4-BE49-F238E27FC236}">
                      <a16:creationId xmlns:a16="http://schemas.microsoft.com/office/drawing/2014/main" id="{1A74851F-51AE-141D-6678-9461B6001E60}"/>
                    </a:ext>
                  </a:extLst>
                </p14:cNvPr>
                <p14:cNvContentPartPr/>
                <p14:nvPr/>
              </p14:nvContentPartPr>
              <p14:xfrm>
                <a:off x="5992912" y="5272772"/>
                <a:ext cx="267480" cy="153720"/>
              </p14:xfrm>
            </p:contentPart>
          </mc:Choice>
          <mc:Fallback>
            <p:pic>
              <p:nvPicPr>
                <p:cNvPr id="60" name="Ink 59">
                  <a:extLst>
                    <a:ext uri="{FF2B5EF4-FFF2-40B4-BE49-F238E27FC236}">
                      <a16:creationId xmlns:a16="http://schemas.microsoft.com/office/drawing/2014/main" id="{1A74851F-51AE-141D-6678-9461B6001E60}"/>
                    </a:ext>
                  </a:extLst>
                </p:cNvPr>
                <p:cNvPicPr/>
                <p:nvPr/>
              </p:nvPicPr>
              <p:blipFill>
                <a:blip r:embed="rId71"/>
                <a:stretch>
                  <a:fillRect/>
                </a:stretch>
              </p:blipFill>
              <p:spPr>
                <a:xfrm>
                  <a:off x="5984272" y="5264132"/>
                  <a:ext cx="28512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1" name="Ink 60">
                  <a:extLst>
                    <a:ext uri="{FF2B5EF4-FFF2-40B4-BE49-F238E27FC236}">
                      <a16:creationId xmlns:a16="http://schemas.microsoft.com/office/drawing/2014/main" id="{04BE3094-7BDB-57B0-919C-0BCD41FE0740}"/>
                    </a:ext>
                  </a:extLst>
                </p14:cNvPr>
                <p14:cNvContentPartPr/>
                <p14:nvPr/>
              </p14:nvContentPartPr>
              <p14:xfrm>
                <a:off x="6483232" y="5276012"/>
                <a:ext cx="2188800" cy="46800"/>
              </p14:xfrm>
            </p:contentPart>
          </mc:Choice>
          <mc:Fallback>
            <p:pic>
              <p:nvPicPr>
                <p:cNvPr id="61" name="Ink 60">
                  <a:extLst>
                    <a:ext uri="{FF2B5EF4-FFF2-40B4-BE49-F238E27FC236}">
                      <a16:creationId xmlns:a16="http://schemas.microsoft.com/office/drawing/2014/main" id="{04BE3094-7BDB-57B0-919C-0BCD41FE0740}"/>
                    </a:ext>
                  </a:extLst>
                </p:cNvPr>
                <p:cNvPicPr/>
                <p:nvPr/>
              </p:nvPicPr>
              <p:blipFill>
                <a:blip r:embed="rId73"/>
                <a:stretch>
                  <a:fillRect/>
                </a:stretch>
              </p:blipFill>
              <p:spPr>
                <a:xfrm>
                  <a:off x="6474232" y="5267012"/>
                  <a:ext cx="220644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2" name="Ink 61">
                  <a:extLst>
                    <a:ext uri="{FF2B5EF4-FFF2-40B4-BE49-F238E27FC236}">
                      <a16:creationId xmlns:a16="http://schemas.microsoft.com/office/drawing/2014/main" id="{0D8376DC-F0F8-C0E6-8580-196941A15204}"/>
                    </a:ext>
                  </a:extLst>
                </p14:cNvPr>
                <p14:cNvContentPartPr/>
                <p14:nvPr/>
              </p14:nvContentPartPr>
              <p14:xfrm>
                <a:off x="8400952" y="5229572"/>
                <a:ext cx="148320" cy="195120"/>
              </p14:xfrm>
            </p:contentPart>
          </mc:Choice>
          <mc:Fallback>
            <p:pic>
              <p:nvPicPr>
                <p:cNvPr id="62" name="Ink 61">
                  <a:extLst>
                    <a:ext uri="{FF2B5EF4-FFF2-40B4-BE49-F238E27FC236}">
                      <a16:creationId xmlns:a16="http://schemas.microsoft.com/office/drawing/2014/main" id="{0D8376DC-F0F8-C0E6-8580-196941A15204}"/>
                    </a:ext>
                  </a:extLst>
                </p:cNvPr>
                <p:cNvPicPr/>
                <p:nvPr/>
              </p:nvPicPr>
              <p:blipFill>
                <a:blip r:embed="rId75"/>
                <a:stretch>
                  <a:fillRect/>
                </a:stretch>
              </p:blipFill>
              <p:spPr>
                <a:xfrm>
                  <a:off x="8391952" y="5220932"/>
                  <a:ext cx="165960" cy="212760"/>
                </a:xfrm>
                <a:prstGeom prst="rect">
                  <a:avLst/>
                </a:prstGeom>
              </p:spPr>
            </p:pic>
          </mc:Fallback>
        </mc:AlternateContent>
      </p:grpSp>
      <p:grpSp>
        <p:nvGrpSpPr>
          <p:cNvPr id="66" name="Group 65">
            <a:extLst>
              <a:ext uri="{FF2B5EF4-FFF2-40B4-BE49-F238E27FC236}">
                <a16:creationId xmlns:a16="http://schemas.microsoft.com/office/drawing/2014/main" id="{2ACEB478-936C-BED3-A4E4-1601521E21E3}"/>
              </a:ext>
            </a:extLst>
          </p:cNvPr>
          <p:cNvGrpSpPr/>
          <p:nvPr/>
        </p:nvGrpSpPr>
        <p:grpSpPr>
          <a:xfrm>
            <a:off x="9671032" y="5374292"/>
            <a:ext cx="107280" cy="73440"/>
            <a:chOff x="9671032" y="5374292"/>
            <a:chExt cx="107280" cy="73440"/>
          </a:xfrm>
        </p:grpSpPr>
        <mc:AlternateContent xmlns:mc="http://schemas.openxmlformats.org/markup-compatibility/2006">
          <mc:Choice xmlns:p14="http://schemas.microsoft.com/office/powerpoint/2010/main" Requires="p14">
            <p:contentPart p14:bwMode="auto" r:id="rId76">
              <p14:nvContentPartPr>
                <p14:cNvPr id="64" name="Ink 63">
                  <a:extLst>
                    <a:ext uri="{FF2B5EF4-FFF2-40B4-BE49-F238E27FC236}">
                      <a16:creationId xmlns:a16="http://schemas.microsoft.com/office/drawing/2014/main" id="{FAA1D507-9F5F-DD24-52AA-8B34FF8C0315}"/>
                    </a:ext>
                  </a:extLst>
                </p14:cNvPr>
                <p14:cNvContentPartPr/>
                <p14:nvPr/>
              </p14:nvContentPartPr>
              <p14:xfrm>
                <a:off x="9671032" y="5374292"/>
                <a:ext cx="107280" cy="13680"/>
              </p14:xfrm>
            </p:contentPart>
          </mc:Choice>
          <mc:Fallback>
            <p:pic>
              <p:nvPicPr>
                <p:cNvPr id="64" name="Ink 63">
                  <a:extLst>
                    <a:ext uri="{FF2B5EF4-FFF2-40B4-BE49-F238E27FC236}">
                      <a16:creationId xmlns:a16="http://schemas.microsoft.com/office/drawing/2014/main" id="{FAA1D507-9F5F-DD24-52AA-8B34FF8C0315}"/>
                    </a:ext>
                  </a:extLst>
                </p:cNvPr>
                <p:cNvPicPr/>
                <p:nvPr/>
              </p:nvPicPr>
              <p:blipFill>
                <a:blip r:embed="rId77"/>
                <a:stretch>
                  <a:fillRect/>
                </a:stretch>
              </p:blipFill>
              <p:spPr>
                <a:xfrm>
                  <a:off x="9662392" y="5365292"/>
                  <a:ext cx="1249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65" name="Ink 64">
                  <a:extLst>
                    <a:ext uri="{FF2B5EF4-FFF2-40B4-BE49-F238E27FC236}">
                      <a16:creationId xmlns:a16="http://schemas.microsoft.com/office/drawing/2014/main" id="{A9B9E4CB-2EB8-933A-AA11-5A166C993F86}"/>
                    </a:ext>
                  </a:extLst>
                </p14:cNvPr>
                <p14:cNvContentPartPr/>
                <p14:nvPr/>
              </p14:nvContentPartPr>
              <p14:xfrm>
                <a:off x="9673912" y="5433692"/>
                <a:ext cx="83880" cy="14040"/>
              </p14:xfrm>
            </p:contentPart>
          </mc:Choice>
          <mc:Fallback>
            <p:pic>
              <p:nvPicPr>
                <p:cNvPr id="65" name="Ink 64">
                  <a:extLst>
                    <a:ext uri="{FF2B5EF4-FFF2-40B4-BE49-F238E27FC236}">
                      <a16:creationId xmlns:a16="http://schemas.microsoft.com/office/drawing/2014/main" id="{A9B9E4CB-2EB8-933A-AA11-5A166C993F86}"/>
                    </a:ext>
                  </a:extLst>
                </p:cNvPr>
                <p:cNvPicPr/>
                <p:nvPr/>
              </p:nvPicPr>
              <p:blipFill>
                <a:blip r:embed="rId79"/>
                <a:stretch>
                  <a:fillRect/>
                </a:stretch>
              </p:blipFill>
              <p:spPr>
                <a:xfrm>
                  <a:off x="9664912" y="5424692"/>
                  <a:ext cx="101520" cy="31680"/>
                </a:xfrm>
                <a:prstGeom prst="rect">
                  <a:avLst/>
                </a:prstGeom>
              </p:spPr>
            </p:pic>
          </mc:Fallback>
        </mc:AlternateContent>
      </p:grpSp>
      <p:grpSp>
        <p:nvGrpSpPr>
          <p:cNvPr id="70" name="Group 69">
            <a:extLst>
              <a:ext uri="{FF2B5EF4-FFF2-40B4-BE49-F238E27FC236}">
                <a16:creationId xmlns:a16="http://schemas.microsoft.com/office/drawing/2014/main" id="{5E401589-2934-A3D2-15DD-FE5BA6AA6404}"/>
              </a:ext>
            </a:extLst>
          </p:cNvPr>
          <p:cNvGrpSpPr/>
          <p:nvPr/>
        </p:nvGrpSpPr>
        <p:grpSpPr>
          <a:xfrm>
            <a:off x="9152272" y="3794972"/>
            <a:ext cx="511920" cy="1013760"/>
            <a:chOff x="9152272" y="3794972"/>
            <a:chExt cx="511920" cy="1013760"/>
          </a:xfrm>
        </p:grpSpPr>
        <mc:AlternateContent xmlns:mc="http://schemas.openxmlformats.org/markup-compatibility/2006">
          <mc:Choice xmlns:p14="http://schemas.microsoft.com/office/powerpoint/2010/main" Requires="p14">
            <p:contentPart p14:bwMode="auto" r:id="rId80">
              <p14:nvContentPartPr>
                <p14:cNvPr id="67" name="Ink 66">
                  <a:extLst>
                    <a:ext uri="{FF2B5EF4-FFF2-40B4-BE49-F238E27FC236}">
                      <a16:creationId xmlns:a16="http://schemas.microsoft.com/office/drawing/2014/main" id="{38A5B354-777C-F52B-E633-34174A30810F}"/>
                    </a:ext>
                  </a:extLst>
                </p14:cNvPr>
                <p14:cNvContentPartPr/>
                <p14:nvPr/>
              </p14:nvContentPartPr>
              <p14:xfrm>
                <a:off x="9196192" y="3794972"/>
                <a:ext cx="468000" cy="1013760"/>
              </p14:xfrm>
            </p:contentPart>
          </mc:Choice>
          <mc:Fallback>
            <p:pic>
              <p:nvPicPr>
                <p:cNvPr id="67" name="Ink 66">
                  <a:extLst>
                    <a:ext uri="{FF2B5EF4-FFF2-40B4-BE49-F238E27FC236}">
                      <a16:creationId xmlns:a16="http://schemas.microsoft.com/office/drawing/2014/main" id="{38A5B354-777C-F52B-E633-34174A30810F}"/>
                    </a:ext>
                  </a:extLst>
                </p:cNvPr>
                <p:cNvPicPr/>
                <p:nvPr/>
              </p:nvPicPr>
              <p:blipFill>
                <a:blip r:embed="rId81"/>
                <a:stretch>
                  <a:fillRect/>
                </a:stretch>
              </p:blipFill>
              <p:spPr>
                <a:xfrm>
                  <a:off x="9187192" y="3786332"/>
                  <a:ext cx="485640" cy="10314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8" name="Ink 67">
                  <a:extLst>
                    <a:ext uri="{FF2B5EF4-FFF2-40B4-BE49-F238E27FC236}">
                      <a16:creationId xmlns:a16="http://schemas.microsoft.com/office/drawing/2014/main" id="{EFA12060-9284-9F80-4864-9E4841A2DB12}"/>
                    </a:ext>
                  </a:extLst>
                </p14:cNvPr>
                <p14:cNvContentPartPr/>
                <p14:nvPr/>
              </p14:nvContentPartPr>
              <p14:xfrm>
                <a:off x="9152272" y="3841412"/>
                <a:ext cx="60480" cy="105480"/>
              </p14:xfrm>
            </p:contentPart>
          </mc:Choice>
          <mc:Fallback>
            <p:pic>
              <p:nvPicPr>
                <p:cNvPr id="68" name="Ink 67">
                  <a:extLst>
                    <a:ext uri="{FF2B5EF4-FFF2-40B4-BE49-F238E27FC236}">
                      <a16:creationId xmlns:a16="http://schemas.microsoft.com/office/drawing/2014/main" id="{EFA12060-9284-9F80-4864-9E4841A2DB12}"/>
                    </a:ext>
                  </a:extLst>
                </p:cNvPr>
                <p:cNvPicPr/>
                <p:nvPr/>
              </p:nvPicPr>
              <p:blipFill>
                <a:blip r:embed="rId83"/>
                <a:stretch>
                  <a:fillRect/>
                </a:stretch>
              </p:blipFill>
              <p:spPr>
                <a:xfrm>
                  <a:off x="9143632" y="3832772"/>
                  <a:ext cx="7812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9" name="Ink 68">
                  <a:extLst>
                    <a:ext uri="{FF2B5EF4-FFF2-40B4-BE49-F238E27FC236}">
                      <a16:creationId xmlns:a16="http://schemas.microsoft.com/office/drawing/2014/main" id="{975ECBB6-0C07-C906-F3E7-CFA51270A802}"/>
                    </a:ext>
                  </a:extLst>
                </p14:cNvPr>
                <p14:cNvContentPartPr/>
                <p14:nvPr/>
              </p14:nvContentPartPr>
              <p14:xfrm>
                <a:off x="9262072" y="3820532"/>
                <a:ext cx="62640" cy="66600"/>
              </p14:xfrm>
            </p:contentPart>
          </mc:Choice>
          <mc:Fallback>
            <p:pic>
              <p:nvPicPr>
                <p:cNvPr id="69" name="Ink 68">
                  <a:extLst>
                    <a:ext uri="{FF2B5EF4-FFF2-40B4-BE49-F238E27FC236}">
                      <a16:creationId xmlns:a16="http://schemas.microsoft.com/office/drawing/2014/main" id="{975ECBB6-0C07-C906-F3E7-CFA51270A802}"/>
                    </a:ext>
                  </a:extLst>
                </p:cNvPr>
                <p:cNvPicPr/>
                <p:nvPr/>
              </p:nvPicPr>
              <p:blipFill>
                <a:blip r:embed="rId85"/>
                <a:stretch>
                  <a:fillRect/>
                </a:stretch>
              </p:blipFill>
              <p:spPr>
                <a:xfrm>
                  <a:off x="9253432" y="3811532"/>
                  <a:ext cx="80280" cy="84240"/>
                </a:xfrm>
                <a:prstGeom prst="rect">
                  <a:avLst/>
                </a:prstGeom>
              </p:spPr>
            </p:pic>
          </mc:Fallback>
        </mc:AlternateContent>
      </p:grpSp>
    </p:spTree>
    <p:extLst>
      <p:ext uri="{BB962C8B-B14F-4D97-AF65-F5344CB8AC3E}">
        <p14:creationId xmlns:p14="http://schemas.microsoft.com/office/powerpoint/2010/main" val="184549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Create DB Module</a:t>
            </a:r>
            <a:endParaRPr lang="en-US" dirty="0"/>
          </a:p>
        </p:txBody>
      </p:sp>
      <p:sp>
        <p:nvSpPr>
          <p:cNvPr id="5" name="TextBox 4">
            <a:extLst>
              <a:ext uri="{FF2B5EF4-FFF2-40B4-BE49-F238E27FC236}">
                <a16:creationId xmlns:a16="http://schemas.microsoft.com/office/drawing/2014/main" id="{C21469E4-175F-C0F0-122A-A58E62C81574}"/>
              </a:ext>
            </a:extLst>
          </p:cNvPr>
          <p:cNvSpPr txBox="1"/>
          <p:nvPr/>
        </p:nvSpPr>
        <p:spPr>
          <a:xfrm>
            <a:off x="189756" y="980728"/>
            <a:ext cx="11665296" cy="1200329"/>
          </a:xfrm>
          <a:prstGeom prst="rect">
            <a:avLst/>
          </a:prstGeom>
          <a:noFill/>
          <a:ln>
            <a:solidFill>
              <a:schemeClr val="bg1"/>
            </a:solid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Solution: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hlinkClick r:id="rId2"/>
              </a:rPr>
              <a:t>https://github.com/soyuztechnologies/SAP_BTP_Training_CLD200/blob/master/Day%203/01%20db.zip</a:t>
            </a:r>
            <a:endParaRPr kumimoji="0" lang="en-US" sz="24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descr="Database icons for free download | Freepik">
            <a:extLst>
              <a:ext uri="{FF2B5EF4-FFF2-40B4-BE49-F238E27FC236}">
                <a16:creationId xmlns:a16="http://schemas.microsoft.com/office/drawing/2014/main" id="{53697E66-CE08-835A-8815-829DBD6ED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172" y="2708920"/>
            <a:ext cx="3580656" cy="3580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15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985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Reuse Types and aspects</a:t>
            </a:r>
            <a:endParaRPr lang="en-US" dirty="0"/>
          </a:p>
        </p:txBody>
      </p:sp>
      <p:sp>
        <p:nvSpPr>
          <p:cNvPr id="3" name="TextBox 2">
            <a:extLst>
              <a:ext uri="{FF2B5EF4-FFF2-40B4-BE49-F238E27FC236}">
                <a16:creationId xmlns:a16="http://schemas.microsoft.com/office/drawing/2014/main" id="{7D710071-42A0-95C3-A71A-A66D7DB444D3}"/>
              </a:ext>
            </a:extLst>
          </p:cNvPr>
          <p:cNvSpPr txBox="1"/>
          <p:nvPr/>
        </p:nvSpPr>
        <p:spPr>
          <a:xfrm>
            <a:off x="189756" y="791728"/>
            <a:ext cx="11809312" cy="3170099"/>
          </a:xfrm>
          <a:prstGeom prst="rect">
            <a:avLst/>
          </a:prstGeom>
          <a:noFill/>
        </p:spPr>
        <p:txBody>
          <a:bodyPr wrap="square" rtlCol="0">
            <a:spAutoFit/>
          </a:bodyPr>
          <a:lstStyle/>
          <a:p>
            <a:r>
              <a:rPr lang="en-US" sz="2000" dirty="0">
                <a:solidFill>
                  <a:schemeClr val="bg1"/>
                </a:solidFill>
              </a:rPr>
              <a:t>When we design database artefacts, at times we have many similar objects and their data types. Instead of hardcoding the type as primitive type, it is recommended to create custom data types. Using custom data type increase reusability and reduce maintenance.</a:t>
            </a:r>
          </a:p>
          <a:p>
            <a:r>
              <a:rPr lang="en-US" sz="2000" dirty="0">
                <a:solidFill>
                  <a:schemeClr val="bg1"/>
                </a:solidFill>
              </a:rPr>
              <a:t>When we create a separate CDS file for reuse purpose and consume it. This file contain types, enumerators and aspects.</a:t>
            </a:r>
          </a:p>
          <a:p>
            <a:endParaRPr lang="en-US" sz="2000" dirty="0">
              <a:solidFill>
                <a:schemeClr val="bg1"/>
              </a:solidFill>
            </a:endParaRPr>
          </a:p>
          <a:p>
            <a:r>
              <a:rPr lang="en-US" sz="2000" dirty="0">
                <a:solidFill>
                  <a:schemeClr val="bg1"/>
                </a:solidFill>
              </a:rPr>
              <a:t>Every project would need some common aspects and types related to primary key generation, admin data (created by, created on, changed by, changed on) – temporal, Currency.</a:t>
            </a:r>
          </a:p>
          <a:p>
            <a:endParaRPr lang="en-IN" sz="2000" dirty="0">
              <a:solidFill>
                <a:schemeClr val="bg1"/>
              </a:solidFill>
            </a:endParaRPr>
          </a:p>
          <a:p>
            <a:r>
              <a:rPr lang="en-IN" sz="2000" dirty="0">
                <a:solidFill>
                  <a:schemeClr val="bg1"/>
                </a:solidFill>
              </a:rPr>
              <a:t>Aspect (structures in </a:t>
            </a:r>
            <a:r>
              <a:rPr lang="en-IN" sz="2000" dirty="0" err="1">
                <a:solidFill>
                  <a:schemeClr val="bg1"/>
                </a:solidFill>
              </a:rPr>
              <a:t>abap</a:t>
            </a:r>
            <a:r>
              <a:rPr lang="en-IN" sz="2000" dirty="0">
                <a:solidFill>
                  <a:schemeClr val="bg1"/>
                </a:solidFill>
              </a:rPr>
              <a:t>) is combination of many fields.</a:t>
            </a:r>
          </a:p>
        </p:txBody>
      </p:sp>
    </p:spTree>
    <p:extLst>
      <p:ext uri="{BB962C8B-B14F-4D97-AF65-F5344CB8AC3E}">
        <p14:creationId xmlns:p14="http://schemas.microsoft.com/office/powerpoint/2010/main" val="33397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85308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E1937-8B4B-AB16-1953-F007EE5EF58A}"/>
              </a:ext>
            </a:extLst>
          </p:cNvPr>
          <p:cNvSpPr>
            <a:spLocks noGrp="1"/>
          </p:cNvSpPr>
          <p:nvPr>
            <p:ph type="title"/>
          </p:nvPr>
        </p:nvSpPr>
        <p:spPr/>
        <p:txBody>
          <a:bodyPr/>
          <a:lstStyle/>
          <a:p>
            <a:r>
              <a:rPr lang="en-US" dirty="0"/>
              <a:t>Testing Services in BAS</a:t>
            </a:r>
          </a:p>
        </p:txBody>
      </p:sp>
      <p:pic>
        <p:nvPicPr>
          <p:cNvPr id="1026" name="Picture 2" descr="Web APIs, Web Services, &amp; Microservices: Basics &amp; Differences">
            <a:extLst>
              <a:ext uri="{FF2B5EF4-FFF2-40B4-BE49-F238E27FC236}">
                <a16:creationId xmlns:a16="http://schemas.microsoft.com/office/drawing/2014/main" id="{5863E59F-FEA2-F1F7-81D5-92DF06FB8EA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405780" y="1124744"/>
            <a:ext cx="7929352" cy="374441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FFAC21C-5D87-BA73-AE11-24E807D9A8A3}"/>
              </a:ext>
            </a:extLst>
          </p:cNvPr>
          <p:cNvSpPr/>
          <p:nvPr/>
        </p:nvSpPr>
        <p:spPr>
          <a:xfrm>
            <a:off x="4726260" y="4066961"/>
            <a:ext cx="6984776"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3"/>
              </a:rPr>
              <a:t>https://github.com/soyuztechnologies/SAP_BTP_Training_CLD200/blob/master/Day%203/02srv/tester.http</a:t>
            </a:r>
            <a:endParaRPr lang="en-US" dirty="0"/>
          </a:p>
          <a:p>
            <a:endParaRPr lang="en-US" dirty="0"/>
          </a:p>
        </p:txBody>
      </p:sp>
    </p:spTree>
    <p:extLst>
      <p:ext uri="{BB962C8B-B14F-4D97-AF65-F5344CB8AC3E}">
        <p14:creationId xmlns:p14="http://schemas.microsoft.com/office/powerpoint/2010/main" val="1222479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D1B55-C69F-0885-3A9B-69BAF965655E}"/>
              </a:ext>
            </a:extLst>
          </p:cNvPr>
          <p:cNvSpPr>
            <a:spLocks noGrp="1"/>
          </p:cNvSpPr>
          <p:nvPr>
            <p:ph type="title"/>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847D400-69F0-78E5-8365-E9A7208E222B}"/>
                  </a:ext>
                </a:extLst>
              </p14:cNvPr>
              <p14:cNvContentPartPr/>
              <p14:nvPr/>
            </p14:nvContentPartPr>
            <p14:xfrm>
              <a:off x="791272" y="1586372"/>
              <a:ext cx="3088800" cy="3421080"/>
            </p14:xfrm>
          </p:contentPart>
        </mc:Choice>
        <mc:Fallback>
          <p:pic>
            <p:nvPicPr>
              <p:cNvPr id="3" name="Ink 2">
                <a:extLst>
                  <a:ext uri="{FF2B5EF4-FFF2-40B4-BE49-F238E27FC236}">
                    <a16:creationId xmlns:a16="http://schemas.microsoft.com/office/drawing/2014/main" id="{7847D400-69F0-78E5-8365-E9A7208E222B}"/>
                  </a:ext>
                </a:extLst>
              </p:cNvPr>
              <p:cNvPicPr/>
              <p:nvPr/>
            </p:nvPicPr>
            <p:blipFill>
              <a:blip r:embed="rId3"/>
              <a:stretch>
                <a:fillRect/>
              </a:stretch>
            </p:blipFill>
            <p:spPr>
              <a:xfrm>
                <a:off x="782632" y="1577732"/>
                <a:ext cx="3106440" cy="3438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482C719-1E0D-DC1B-6DD1-62150E4E3969}"/>
                  </a:ext>
                </a:extLst>
              </p14:cNvPr>
              <p14:cNvContentPartPr/>
              <p14:nvPr/>
            </p14:nvContentPartPr>
            <p14:xfrm>
              <a:off x="909352" y="1115492"/>
              <a:ext cx="341280" cy="404280"/>
            </p14:xfrm>
          </p:contentPart>
        </mc:Choice>
        <mc:Fallback>
          <p:pic>
            <p:nvPicPr>
              <p:cNvPr id="4" name="Ink 3">
                <a:extLst>
                  <a:ext uri="{FF2B5EF4-FFF2-40B4-BE49-F238E27FC236}">
                    <a16:creationId xmlns:a16="http://schemas.microsoft.com/office/drawing/2014/main" id="{4482C719-1E0D-DC1B-6DD1-62150E4E3969}"/>
                  </a:ext>
                </a:extLst>
              </p:cNvPr>
              <p:cNvPicPr/>
              <p:nvPr/>
            </p:nvPicPr>
            <p:blipFill>
              <a:blip r:embed="rId5"/>
              <a:stretch>
                <a:fillRect/>
              </a:stretch>
            </p:blipFill>
            <p:spPr>
              <a:xfrm>
                <a:off x="900352" y="1106492"/>
                <a:ext cx="358920" cy="421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3970725D-390B-A207-F430-9B73043BB37D}"/>
                  </a:ext>
                </a:extLst>
              </p14:cNvPr>
              <p14:cNvContentPartPr/>
              <p14:nvPr/>
            </p14:nvContentPartPr>
            <p14:xfrm>
              <a:off x="1241992" y="1354532"/>
              <a:ext cx="94680" cy="150840"/>
            </p14:xfrm>
          </p:contentPart>
        </mc:Choice>
        <mc:Fallback>
          <p:pic>
            <p:nvPicPr>
              <p:cNvPr id="5" name="Ink 4">
                <a:extLst>
                  <a:ext uri="{FF2B5EF4-FFF2-40B4-BE49-F238E27FC236}">
                    <a16:creationId xmlns:a16="http://schemas.microsoft.com/office/drawing/2014/main" id="{3970725D-390B-A207-F430-9B73043BB37D}"/>
                  </a:ext>
                </a:extLst>
              </p:cNvPr>
              <p:cNvPicPr/>
              <p:nvPr/>
            </p:nvPicPr>
            <p:blipFill>
              <a:blip r:embed="rId7"/>
              <a:stretch>
                <a:fillRect/>
              </a:stretch>
            </p:blipFill>
            <p:spPr>
              <a:xfrm>
                <a:off x="1232992" y="1345892"/>
                <a:ext cx="11232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76D04AA2-602D-16B3-BE70-47AE594632BA}"/>
                  </a:ext>
                </a:extLst>
              </p14:cNvPr>
              <p14:cNvContentPartPr/>
              <p14:nvPr/>
            </p14:nvContentPartPr>
            <p14:xfrm>
              <a:off x="1370152" y="1293332"/>
              <a:ext cx="162720" cy="166320"/>
            </p14:xfrm>
          </p:contentPart>
        </mc:Choice>
        <mc:Fallback>
          <p:pic>
            <p:nvPicPr>
              <p:cNvPr id="6" name="Ink 5">
                <a:extLst>
                  <a:ext uri="{FF2B5EF4-FFF2-40B4-BE49-F238E27FC236}">
                    <a16:creationId xmlns:a16="http://schemas.microsoft.com/office/drawing/2014/main" id="{76D04AA2-602D-16B3-BE70-47AE594632BA}"/>
                  </a:ext>
                </a:extLst>
              </p:cNvPr>
              <p:cNvPicPr/>
              <p:nvPr/>
            </p:nvPicPr>
            <p:blipFill>
              <a:blip r:embed="rId9"/>
              <a:stretch>
                <a:fillRect/>
              </a:stretch>
            </p:blipFill>
            <p:spPr>
              <a:xfrm>
                <a:off x="1361152" y="1284332"/>
                <a:ext cx="18036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7A1A6BE2-461A-A95E-974B-BA3A3C3973F0}"/>
                  </a:ext>
                </a:extLst>
              </p14:cNvPr>
              <p14:cNvContentPartPr/>
              <p14:nvPr/>
            </p14:nvContentPartPr>
            <p14:xfrm>
              <a:off x="1571032" y="1268492"/>
              <a:ext cx="181440" cy="371520"/>
            </p14:xfrm>
          </p:contentPart>
        </mc:Choice>
        <mc:Fallback>
          <p:pic>
            <p:nvPicPr>
              <p:cNvPr id="7" name="Ink 6">
                <a:extLst>
                  <a:ext uri="{FF2B5EF4-FFF2-40B4-BE49-F238E27FC236}">
                    <a16:creationId xmlns:a16="http://schemas.microsoft.com/office/drawing/2014/main" id="{7A1A6BE2-461A-A95E-974B-BA3A3C3973F0}"/>
                  </a:ext>
                </a:extLst>
              </p:cNvPr>
              <p:cNvPicPr/>
              <p:nvPr/>
            </p:nvPicPr>
            <p:blipFill>
              <a:blip r:embed="rId11"/>
              <a:stretch>
                <a:fillRect/>
              </a:stretch>
            </p:blipFill>
            <p:spPr>
              <a:xfrm>
                <a:off x="1562032" y="1259852"/>
                <a:ext cx="199080" cy="389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1" name="Ink 20">
                <a:extLst>
                  <a:ext uri="{FF2B5EF4-FFF2-40B4-BE49-F238E27FC236}">
                    <a16:creationId xmlns:a16="http://schemas.microsoft.com/office/drawing/2014/main" id="{0324ED11-05A1-C7A7-E215-B768AAA86810}"/>
                  </a:ext>
                </a:extLst>
              </p14:cNvPr>
              <p14:cNvContentPartPr/>
              <p14:nvPr/>
            </p14:nvContentPartPr>
            <p14:xfrm>
              <a:off x="727912" y="4223012"/>
              <a:ext cx="3037320" cy="93600"/>
            </p14:xfrm>
          </p:contentPart>
        </mc:Choice>
        <mc:Fallback>
          <p:pic>
            <p:nvPicPr>
              <p:cNvPr id="21" name="Ink 20">
                <a:extLst>
                  <a:ext uri="{FF2B5EF4-FFF2-40B4-BE49-F238E27FC236}">
                    <a16:creationId xmlns:a16="http://schemas.microsoft.com/office/drawing/2014/main" id="{0324ED11-05A1-C7A7-E215-B768AAA86810}"/>
                  </a:ext>
                </a:extLst>
              </p:cNvPr>
              <p:cNvPicPr/>
              <p:nvPr/>
            </p:nvPicPr>
            <p:blipFill>
              <a:blip r:embed="rId13"/>
              <a:stretch>
                <a:fillRect/>
              </a:stretch>
            </p:blipFill>
            <p:spPr>
              <a:xfrm>
                <a:off x="719272" y="4214372"/>
                <a:ext cx="3054960" cy="111240"/>
              </a:xfrm>
              <a:prstGeom prst="rect">
                <a:avLst/>
              </a:prstGeom>
            </p:spPr>
          </p:pic>
        </mc:Fallback>
      </mc:AlternateContent>
      <p:grpSp>
        <p:nvGrpSpPr>
          <p:cNvPr id="56" name="Group 55">
            <a:extLst>
              <a:ext uri="{FF2B5EF4-FFF2-40B4-BE49-F238E27FC236}">
                <a16:creationId xmlns:a16="http://schemas.microsoft.com/office/drawing/2014/main" id="{A8AC5158-8850-9E20-3CD2-A95F0F31F8BA}"/>
              </a:ext>
            </a:extLst>
          </p:cNvPr>
          <p:cNvGrpSpPr/>
          <p:nvPr/>
        </p:nvGrpSpPr>
        <p:grpSpPr>
          <a:xfrm>
            <a:off x="618832" y="1862852"/>
            <a:ext cx="10620360" cy="2116440"/>
            <a:chOff x="618832" y="1862852"/>
            <a:chExt cx="10620360" cy="2116440"/>
          </a:xfrm>
        </p:grpSpPr>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BA20A9E1-4C1D-E7B8-79B1-B740B83240E4}"/>
                    </a:ext>
                  </a:extLst>
                </p14:cNvPr>
                <p14:cNvContentPartPr/>
                <p14:nvPr/>
              </p14:nvContentPartPr>
              <p14:xfrm>
                <a:off x="1176472" y="1862852"/>
                <a:ext cx="165240" cy="300600"/>
              </p14:xfrm>
            </p:contentPart>
          </mc:Choice>
          <mc:Fallback>
            <p:pic>
              <p:nvPicPr>
                <p:cNvPr id="8" name="Ink 7">
                  <a:extLst>
                    <a:ext uri="{FF2B5EF4-FFF2-40B4-BE49-F238E27FC236}">
                      <a16:creationId xmlns:a16="http://schemas.microsoft.com/office/drawing/2014/main" id="{BA20A9E1-4C1D-E7B8-79B1-B740B83240E4}"/>
                    </a:ext>
                  </a:extLst>
                </p:cNvPr>
                <p:cNvPicPr/>
                <p:nvPr/>
              </p:nvPicPr>
              <p:blipFill>
                <a:blip r:embed="rId15"/>
                <a:stretch>
                  <a:fillRect/>
                </a:stretch>
              </p:blipFill>
              <p:spPr>
                <a:xfrm>
                  <a:off x="1167472" y="1854212"/>
                  <a:ext cx="18288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6D81B67F-A61B-27AF-BF72-869BFCA56681}"/>
                    </a:ext>
                  </a:extLst>
                </p14:cNvPr>
                <p14:cNvContentPartPr/>
                <p14:nvPr/>
              </p14:nvContentPartPr>
              <p14:xfrm>
                <a:off x="1348552" y="2005772"/>
                <a:ext cx="117720" cy="256320"/>
              </p14:xfrm>
            </p:contentPart>
          </mc:Choice>
          <mc:Fallback>
            <p:pic>
              <p:nvPicPr>
                <p:cNvPr id="9" name="Ink 8">
                  <a:extLst>
                    <a:ext uri="{FF2B5EF4-FFF2-40B4-BE49-F238E27FC236}">
                      <a16:creationId xmlns:a16="http://schemas.microsoft.com/office/drawing/2014/main" id="{6D81B67F-A61B-27AF-BF72-869BFCA56681}"/>
                    </a:ext>
                  </a:extLst>
                </p:cNvPr>
                <p:cNvPicPr/>
                <p:nvPr/>
              </p:nvPicPr>
              <p:blipFill>
                <a:blip r:embed="rId17"/>
                <a:stretch>
                  <a:fillRect/>
                </a:stretch>
              </p:blipFill>
              <p:spPr>
                <a:xfrm>
                  <a:off x="1339552" y="1996772"/>
                  <a:ext cx="13536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1D16D952-DCC9-223A-97CF-08860200B149}"/>
                    </a:ext>
                  </a:extLst>
                </p14:cNvPr>
                <p14:cNvContentPartPr/>
                <p14:nvPr/>
              </p14:nvContentPartPr>
              <p14:xfrm>
                <a:off x="1537192" y="2007212"/>
                <a:ext cx="124200" cy="151560"/>
              </p14:xfrm>
            </p:contentPart>
          </mc:Choice>
          <mc:Fallback>
            <p:pic>
              <p:nvPicPr>
                <p:cNvPr id="10" name="Ink 9">
                  <a:extLst>
                    <a:ext uri="{FF2B5EF4-FFF2-40B4-BE49-F238E27FC236}">
                      <a16:creationId xmlns:a16="http://schemas.microsoft.com/office/drawing/2014/main" id="{1D16D952-DCC9-223A-97CF-08860200B149}"/>
                    </a:ext>
                  </a:extLst>
                </p:cNvPr>
                <p:cNvPicPr/>
                <p:nvPr/>
              </p:nvPicPr>
              <p:blipFill>
                <a:blip r:embed="rId19"/>
                <a:stretch>
                  <a:fillRect/>
                </a:stretch>
              </p:blipFill>
              <p:spPr>
                <a:xfrm>
                  <a:off x="1528192" y="1998212"/>
                  <a:ext cx="14184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BE2F49C0-5A4A-7B0E-3421-C89C0AB43047}"/>
                    </a:ext>
                  </a:extLst>
                </p14:cNvPr>
                <p14:cNvContentPartPr/>
                <p14:nvPr/>
              </p14:nvContentPartPr>
              <p14:xfrm>
                <a:off x="1728712" y="1925852"/>
                <a:ext cx="302760" cy="218880"/>
              </p14:xfrm>
            </p:contentPart>
          </mc:Choice>
          <mc:Fallback>
            <p:pic>
              <p:nvPicPr>
                <p:cNvPr id="11" name="Ink 10">
                  <a:extLst>
                    <a:ext uri="{FF2B5EF4-FFF2-40B4-BE49-F238E27FC236}">
                      <a16:creationId xmlns:a16="http://schemas.microsoft.com/office/drawing/2014/main" id="{BE2F49C0-5A4A-7B0E-3421-C89C0AB43047}"/>
                    </a:ext>
                  </a:extLst>
                </p:cNvPr>
                <p:cNvPicPr/>
                <p:nvPr/>
              </p:nvPicPr>
              <p:blipFill>
                <a:blip r:embed="rId21"/>
                <a:stretch>
                  <a:fillRect/>
                </a:stretch>
              </p:blipFill>
              <p:spPr>
                <a:xfrm>
                  <a:off x="1720072" y="1916852"/>
                  <a:ext cx="32040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CB15B47A-1002-77BF-B02D-2205BBE02A9E}"/>
                    </a:ext>
                  </a:extLst>
                </p14:cNvPr>
                <p14:cNvContentPartPr/>
                <p14:nvPr/>
              </p14:nvContentPartPr>
              <p14:xfrm>
                <a:off x="2064952" y="1947812"/>
                <a:ext cx="272880" cy="204840"/>
              </p14:xfrm>
            </p:contentPart>
          </mc:Choice>
          <mc:Fallback>
            <p:pic>
              <p:nvPicPr>
                <p:cNvPr id="12" name="Ink 11">
                  <a:extLst>
                    <a:ext uri="{FF2B5EF4-FFF2-40B4-BE49-F238E27FC236}">
                      <a16:creationId xmlns:a16="http://schemas.microsoft.com/office/drawing/2014/main" id="{CB15B47A-1002-77BF-B02D-2205BBE02A9E}"/>
                    </a:ext>
                  </a:extLst>
                </p:cNvPr>
                <p:cNvPicPr/>
                <p:nvPr/>
              </p:nvPicPr>
              <p:blipFill>
                <a:blip r:embed="rId23"/>
                <a:stretch>
                  <a:fillRect/>
                </a:stretch>
              </p:blipFill>
              <p:spPr>
                <a:xfrm>
                  <a:off x="2056312" y="1938812"/>
                  <a:ext cx="29052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01A715D3-360F-9AF2-95D8-B75BE6389D0A}"/>
                    </a:ext>
                  </a:extLst>
                </p14:cNvPr>
                <p14:cNvContentPartPr/>
                <p14:nvPr/>
              </p14:nvContentPartPr>
              <p14:xfrm>
                <a:off x="694792" y="2478812"/>
                <a:ext cx="3496680" cy="40680"/>
              </p14:xfrm>
            </p:contentPart>
          </mc:Choice>
          <mc:Fallback>
            <p:pic>
              <p:nvPicPr>
                <p:cNvPr id="13" name="Ink 12">
                  <a:extLst>
                    <a:ext uri="{FF2B5EF4-FFF2-40B4-BE49-F238E27FC236}">
                      <a16:creationId xmlns:a16="http://schemas.microsoft.com/office/drawing/2014/main" id="{01A715D3-360F-9AF2-95D8-B75BE6389D0A}"/>
                    </a:ext>
                  </a:extLst>
                </p:cNvPr>
                <p:cNvPicPr/>
                <p:nvPr/>
              </p:nvPicPr>
              <p:blipFill>
                <a:blip r:embed="rId25"/>
                <a:stretch>
                  <a:fillRect/>
                </a:stretch>
              </p:blipFill>
              <p:spPr>
                <a:xfrm>
                  <a:off x="685792" y="2470172"/>
                  <a:ext cx="351432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840B97BE-AF12-D8EE-3B43-D41DFEBEB846}"/>
                    </a:ext>
                  </a:extLst>
                </p14:cNvPr>
                <p14:cNvContentPartPr/>
                <p14:nvPr/>
              </p14:nvContentPartPr>
              <p14:xfrm>
                <a:off x="1271872" y="2750252"/>
                <a:ext cx="43920" cy="185760"/>
              </p14:xfrm>
            </p:contentPart>
          </mc:Choice>
          <mc:Fallback>
            <p:pic>
              <p:nvPicPr>
                <p:cNvPr id="14" name="Ink 13">
                  <a:extLst>
                    <a:ext uri="{FF2B5EF4-FFF2-40B4-BE49-F238E27FC236}">
                      <a16:creationId xmlns:a16="http://schemas.microsoft.com/office/drawing/2014/main" id="{840B97BE-AF12-D8EE-3B43-D41DFEBEB846}"/>
                    </a:ext>
                  </a:extLst>
                </p:cNvPr>
                <p:cNvPicPr/>
                <p:nvPr/>
              </p:nvPicPr>
              <p:blipFill>
                <a:blip r:embed="rId27"/>
                <a:stretch>
                  <a:fillRect/>
                </a:stretch>
              </p:blipFill>
              <p:spPr>
                <a:xfrm>
                  <a:off x="1262872" y="2741252"/>
                  <a:ext cx="6156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Ink 14">
                  <a:extLst>
                    <a:ext uri="{FF2B5EF4-FFF2-40B4-BE49-F238E27FC236}">
                      <a16:creationId xmlns:a16="http://schemas.microsoft.com/office/drawing/2014/main" id="{3FD3BAD8-F046-5AA8-3B19-F45CB9C282DF}"/>
                    </a:ext>
                  </a:extLst>
                </p14:cNvPr>
                <p14:cNvContentPartPr/>
                <p14:nvPr/>
              </p14:nvContentPartPr>
              <p14:xfrm>
                <a:off x="1262872" y="2752052"/>
                <a:ext cx="205920" cy="190800"/>
              </p14:xfrm>
            </p:contentPart>
          </mc:Choice>
          <mc:Fallback>
            <p:pic>
              <p:nvPicPr>
                <p:cNvPr id="15" name="Ink 14">
                  <a:extLst>
                    <a:ext uri="{FF2B5EF4-FFF2-40B4-BE49-F238E27FC236}">
                      <a16:creationId xmlns:a16="http://schemas.microsoft.com/office/drawing/2014/main" id="{3FD3BAD8-F046-5AA8-3B19-F45CB9C282DF}"/>
                    </a:ext>
                  </a:extLst>
                </p:cNvPr>
                <p:cNvPicPr/>
                <p:nvPr/>
              </p:nvPicPr>
              <p:blipFill>
                <a:blip r:embed="rId29"/>
                <a:stretch>
                  <a:fillRect/>
                </a:stretch>
              </p:blipFill>
              <p:spPr>
                <a:xfrm>
                  <a:off x="1253872" y="2743412"/>
                  <a:ext cx="22356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C026E85C-45C7-97D7-39A9-ACC12F5A6BD9}"/>
                    </a:ext>
                  </a:extLst>
                </p14:cNvPr>
                <p14:cNvContentPartPr/>
                <p14:nvPr/>
              </p14:nvContentPartPr>
              <p14:xfrm>
                <a:off x="1526032" y="2712452"/>
                <a:ext cx="1177560" cy="259200"/>
              </p14:xfrm>
            </p:contentPart>
          </mc:Choice>
          <mc:Fallback>
            <p:pic>
              <p:nvPicPr>
                <p:cNvPr id="16" name="Ink 15">
                  <a:extLst>
                    <a:ext uri="{FF2B5EF4-FFF2-40B4-BE49-F238E27FC236}">
                      <a16:creationId xmlns:a16="http://schemas.microsoft.com/office/drawing/2014/main" id="{C026E85C-45C7-97D7-39A9-ACC12F5A6BD9}"/>
                    </a:ext>
                  </a:extLst>
                </p:cNvPr>
                <p:cNvPicPr/>
                <p:nvPr/>
              </p:nvPicPr>
              <p:blipFill>
                <a:blip r:embed="rId31"/>
                <a:stretch>
                  <a:fillRect/>
                </a:stretch>
              </p:blipFill>
              <p:spPr>
                <a:xfrm>
                  <a:off x="1517392" y="2703812"/>
                  <a:ext cx="119520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 name="Ink 16">
                  <a:extLst>
                    <a:ext uri="{FF2B5EF4-FFF2-40B4-BE49-F238E27FC236}">
                      <a16:creationId xmlns:a16="http://schemas.microsoft.com/office/drawing/2014/main" id="{89567DF7-035D-F12C-1FE1-70C8335B05B6}"/>
                    </a:ext>
                  </a:extLst>
                </p14:cNvPr>
                <p14:cNvContentPartPr/>
                <p14:nvPr/>
              </p14:nvContentPartPr>
              <p14:xfrm>
                <a:off x="2697112" y="2832332"/>
                <a:ext cx="81360" cy="15120"/>
              </p14:xfrm>
            </p:contentPart>
          </mc:Choice>
          <mc:Fallback>
            <p:pic>
              <p:nvPicPr>
                <p:cNvPr id="17" name="Ink 16">
                  <a:extLst>
                    <a:ext uri="{FF2B5EF4-FFF2-40B4-BE49-F238E27FC236}">
                      <a16:creationId xmlns:a16="http://schemas.microsoft.com/office/drawing/2014/main" id="{89567DF7-035D-F12C-1FE1-70C8335B05B6}"/>
                    </a:ext>
                  </a:extLst>
                </p:cNvPr>
                <p:cNvPicPr/>
                <p:nvPr/>
              </p:nvPicPr>
              <p:blipFill>
                <a:blip r:embed="rId33"/>
                <a:stretch>
                  <a:fillRect/>
                </a:stretch>
              </p:blipFill>
              <p:spPr>
                <a:xfrm>
                  <a:off x="2688472" y="2823332"/>
                  <a:ext cx="990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Ink 17">
                  <a:extLst>
                    <a:ext uri="{FF2B5EF4-FFF2-40B4-BE49-F238E27FC236}">
                      <a16:creationId xmlns:a16="http://schemas.microsoft.com/office/drawing/2014/main" id="{B83BFB2F-F248-E036-E754-ADFE13D16AE4}"/>
                    </a:ext>
                  </a:extLst>
                </p14:cNvPr>
                <p14:cNvContentPartPr/>
                <p14:nvPr/>
              </p14:nvContentPartPr>
              <p14:xfrm>
                <a:off x="618832" y="3400412"/>
                <a:ext cx="3348360" cy="40320"/>
              </p14:xfrm>
            </p:contentPart>
          </mc:Choice>
          <mc:Fallback>
            <p:pic>
              <p:nvPicPr>
                <p:cNvPr id="18" name="Ink 17">
                  <a:extLst>
                    <a:ext uri="{FF2B5EF4-FFF2-40B4-BE49-F238E27FC236}">
                      <a16:creationId xmlns:a16="http://schemas.microsoft.com/office/drawing/2014/main" id="{B83BFB2F-F248-E036-E754-ADFE13D16AE4}"/>
                    </a:ext>
                  </a:extLst>
                </p:cNvPr>
                <p:cNvPicPr/>
                <p:nvPr/>
              </p:nvPicPr>
              <p:blipFill>
                <a:blip r:embed="rId35"/>
                <a:stretch>
                  <a:fillRect/>
                </a:stretch>
              </p:blipFill>
              <p:spPr>
                <a:xfrm>
                  <a:off x="609832" y="3391772"/>
                  <a:ext cx="336600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Ink 18">
                  <a:extLst>
                    <a:ext uri="{FF2B5EF4-FFF2-40B4-BE49-F238E27FC236}">
                      <a16:creationId xmlns:a16="http://schemas.microsoft.com/office/drawing/2014/main" id="{318CCE65-4F70-7FE7-A1D2-E01793223738}"/>
                    </a:ext>
                  </a:extLst>
                </p14:cNvPr>
                <p14:cNvContentPartPr/>
                <p14:nvPr/>
              </p14:nvContentPartPr>
              <p14:xfrm>
                <a:off x="1123912" y="3710012"/>
                <a:ext cx="280440" cy="269280"/>
              </p14:xfrm>
            </p:contentPart>
          </mc:Choice>
          <mc:Fallback>
            <p:pic>
              <p:nvPicPr>
                <p:cNvPr id="19" name="Ink 18">
                  <a:extLst>
                    <a:ext uri="{FF2B5EF4-FFF2-40B4-BE49-F238E27FC236}">
                      <a16:creationId xmlns:a16="http://schemas.microsoft.com/office/drawing/2014/main" id="{318CCE65-4F70-7FE7-A1D2-E01793223738}"/>
                    </a:ext>
                  </a:extLst>
                </p:cNvPr>
                <p:cNvPicPr/>
                <p:nvPr/>
              </p:nvPicPr>
              <p:blipFill>
                <a:blip r:embed="rId37"/>
                <a:stretch>
                  <a:fillRect/>
                </a:stretch>
              </p:blipFill>
              <p:spPr>
                <a:xfrm>
                  <a:off x="1114912" y="3701372"/>
                  <a:ext cx="2980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0" name="Ink 19">
                  <a:extLst>
                    <a:ext uri="{FF2B5EF4-FFF2-40B4-BE49-F238E27FC236}">
                      <a16:creationId xmlns:a16="http://schemas.microsoft.com/office/drawing/2014/main" id="{06D0B090-697A-F094-C935-513A1946A72A}"/>
                    </a:ext>
                  </a:extLst>
                </p14:cNvPr>
                <p14:cNvContentPartPr/>
                <p14:nvPr/>
              </p14:nvContentPartPr>
              <p14:xfrm>
                <a:off x="1414072" y="3769412"/>
                <a:ext cx="223920" cy="182880"/>
              </p14:xfrm>
            </p:contentPart>
          </mc:Choice>
          <mc:Fallback>
            <p:pic>
              <p:nvPicPr>
                <p:cNvPr id="20" name="Ink 19">
                  <a:extLst>
                    <a:ext uri="{FF2B5EF4-FFF2-40B4-BE49-F238E27FC236}">
                      <a16:creationId xmlns:a16="http://schemas.microsoft.com/office/drawing/2014/main" id="{06D0B090-697A-F094-C935-513A1946A72A}"/>
                    </a:ext>
                  </a:extLst>
                </p:cNvPr>
                <p:cNvPicPr/>
                <p:nvPr/>
              </p:nvPicPr>
              <p:blipFill>
                <a:blip r:embed="rId39"/>
                <a:stretch>
                  <a:fillRect/>
                </a:stretch>
              </p:blipFill>
              <p:spPr>
                <a:xfrm>
                  <a:off x="1405432" y="3760772"/>
                  <a:ext cx="24156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7A134E59-CC42-1AE5-27E5-892FA254BBE6}"/>
                    </a:ext>
                  </a:extLst>
                </p14:cNvPr>
                <p14:cNvContentPartPr/>
                <p14:nvPr/>
              </p14:nvContentPartPr>
              <p14:xfrm>
                <a:off x="3264112" y="2954372"/>
                <a:ext cx="161640" cy="100080"/>
              </p14:xfrm>
            </p:contentPart>
          </mc:Choice>
          <mc:Fallback>
            <p:pic>
              <p:nvPicPr>
                <p:cNvPr id="26" name="Ink 25">
                  <a:extLst>
                    <a:ext uri="{FF2B5EF4-FFF2-40B4-BE49-F238E27FC236}">
                      <a16:creationId xmlns:a16="http://schemas.microsoft.com/office/drawing/2014/main" id="{7A134E59-CC42-1AE5-27E5-892FA254BBE6}"/>
                    </a:ext>
                  </a:extLst>
                </p:cNvPr>
                <p:cNvPicPr/>
                <p:nvPr/>
              </p:nvPicPr>
              <p:blipFill>
                <a:blip r:embed="rId41"/>
                <a:stretch>
                  <a:fillRect/>
                </a:stretch>
              </p:blipFill>
              <p:spPr>
                <a:xfrm>
                  <a:off x="3255472" y="2945372"/>
                  <a:ext cx="17928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A5452A05-59A0-AB93-F2B2-81ECC70A848C}"/>
                    </a:ext>
                  </a:extLst>
                </p14:cNvPr>
                <p14:cNvContentPartPr/>
                <p14:nvPr/>
              </p14:nvContentPartPr>
              <p14:xfrm>
                <a:off x="3143872" y="2800292"/>
                <a:ext cx="470160" cy="447120"/>
              </p14:xfrm>
            </p:contentPart>
          </mc:Choice>
          <mc:Fallback>
            <p:pic>
              <p:nvPicPr>
                <p:cNvPr id="27" name="Ink 26">
                  <a:extLst>
                    <a:ext uri="{FF2B5EF4-FFF2-40B4-BE49-F238E27FC236}">
                      <a16:creationId xmlns:a16="http://schemas.microsoft.com/office/drawing/2014/main" id="{A5452A05-59A0-AB93-F2B2-81ECC70A848C}"/>
                    </a:ext>
                  </a:extLst>
                </p:cNvPr>
                <p:cNvPicPr/>
                <p:nvPr/>
              </p:nvPicPr>
              <p:blipFill>
                <a:blip r:embed="rId43"/>
                <a:stretch>
                  <a:fillRect/>
                </a:stretch>
              </p:blipFill>
              <p:spPr>
                <a:xfrm>
                  <a:off x="3134872" y="2791652"/>
                  <a:ext cx="487800" cy="464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A3871F41-ADA7-424B-6A4B-1200EF99DC98}"/>
                    </a:ext>
                  </a:extLst>
                </p14:cNvPr>
                <p14:cNvContentPartPr/>
                <p14:nvPr/>
              </p14:nvContentPartPr>
              <p14:xfrm>
                <a:off x="3653272" y="2939972"/>
                <a:ext cx="2090520" cy="99360"/>
              </p14:xfrm>
            </p:contentPart>
          </mc:Choice>
          <mc:Fallback>
            <p:pic>
              <p:nvPicPr>
                <p:cNvPr id="28" name="Ink 27">
                  <a:extLst>
                    <a:ext uri="{FF2B5EF4-FFF2-40B4-BE49-F238E27FC236}">
                      <a16:creationId xmlns:a16="http://schemas.microsoft.com/office/drawing/2014/main" id="{A3871F41-ADA7-424B-6A4B-1200EF99DC98}"/>
                    </a:ext>
                  </a:extLst>
                </p:cNvPr>
                <p:cNvPicPr/>
                <p:nvPr/>
              </p:nvPicPr>
              <p:blipFill>
                <a:blip r:embed="rId45"/>
                <a:stretch>
                  <a:fillRect/>
                </a:stretch>
              </p:blipFill>
              <p:spPr>
                <a:xfrm>
                  <a:off x="3644632" y="2930972"/>
                  <a:ext cx="210816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828BFD91-C223-0721-094F-0D36F123A767}"/>
                    </a:ext>
                  </a:extLst>
                </p14:cNvPr>
                <p14:cNvContentPartPr/>
                <p14:nvPr/>
              </p14:nvContentPartPr>
              <p14:xfrm>
                <a:off x="5624272" y="2884892"/>
                <a:ext cx="121680" cy="208440"/>
              </p14:xfrm>
            </p:contentPart>
          </mc:Choice>
          <mc:Fallback>
            <p:pic>
              <p:nvPicPr>
                <p:cNvPr id="29" name="Ink 28">
                  <a:extLst>
                    <a:ext uri="{FF2B5EF4-FFF2-40B4-BE49-F238E27FC236}">
                      <a16:creationId xmlns:a16="http://schemas.microsoft.com/office/drawing/2014/main" id="{828BFD91-C223-0721-094F-0D36F123A767}"/>
                    </a:ext>
                  </a:extLst>
                </p:cNvPr>
                <p:cNvPicPr/>
                <p:nvPr/>
              </p:nvPicPr>
              <p:blipFill>
                <a:blip r:embed="rId47"/>
                <a:stretch>
                  <a:fillRect/>
                </a:stretch>
              </p:blipFill>
              <p:spPr>
                <a:xfrm>
                  <a:off x="5615632" y="2875892"/>
                  <a:ext cx="13932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F6E503C8-C5D4-11EA-7781-D0E9BADFAFD4}"/>
                    </a:ext>
                  </a:extLst>
                </p14:cNvPr>
                <p14:cNvContentPartPr/>
                <p14:nvPr/>
              </p14:nvContentPartPr>
              <p14:xfrm>
                <a:off x="5873752" y="2650532"/>
                <a:ext cx="5019840" cy="1269360"/>
              </p14:xfrm>
            </p:contentPart>
          </mc:Choice>
          <mc:Fallback>
            <p:pic>
              <p:nvPicPr>
                <p:cNvPr id="30" name="Ink 29">
                  <a:extLst>
                    <a:ext uri="{FF2B5EF4-FFF2-40B4-BE49-F238E27FC236}">
                      <a16:creationId xmlns:a16="http://schemas.microsoft.com/office/drawing/2014/main" id="{F6E503C8-C5D4-11EA-7781-D0E9BADFAFD4}"/>
                    </a:ext>
                  </a:extLst>
                </p:cNvPr>
                <p:cNvPicPr/>
                <p:nvPr/>
              </p:nvPicPr>
              <p:blipFill>
                <a:blip r:embed="rId49"/>
                <a:stretch>
                  <a:fillRect/>
                </a:stretch>
              </p:blipFill>
              <p:spPr>
                <a:xfrm>
                  <a:off x="5865112" y="2641892"/>
                  <a:ext cx="5037480" cy="1287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3771384E-3012-31A8-EDE6-24B40BCB86BF}"/>
                    </a:ext>
                  </a:extLst>
                </p14:cNvPr>
                <p14:cNvContentPartPr/>
                <p14:nvPr/>
              </p14:nvContentPartPr>
              <p14:xfrm>
                <a:off x="5802112" y="2594732"/>
                <a:ext cx="5437080" cy="1362960"/>
              </p14:xfrm>
            </p:contentPart>
          </mc:Choice>
          <mc:Fallback>
            <p:pic>
              <p:nvPicPr>
                <p:cNvPr id="31" name="Ink 30">
                  <a:extLst>
                    <a:ext uri="{FF2B5EF4-FFF2-40B4-BE49-F238E27FC236}">
                      <a16:creationId xmlns:a16="http://schemas.microsoft.com/office/drawing/2014/main" id="{3771384E-3012-31A8-EDE6-24B40BCB86BF}"/>
                    </a:ext>
                  </a:extLst>
                </p:cNvPr>
                <p:cNvPicPr/>
                <p:nvPr/>
              </p:nvPicPr>
              <p:blipFill>
                <a:blip r:embed="rId51"/>
                <a:stretch>
                  <a:fillRect/>
                </a:stretch>
              </p:blipFill>
              <p:spPr>
                <a:xfrm>
                  <a:off x="5793112" y="2585732"/>
                  <a:ext cx="5454720" cy="1380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2DA619BB-9BA9-8275-4DE5-08F6847D9ABD}"/>
                    </a:ext>
                  </a:extLst>
                </p14:cNvPr>
                <p14:cNvContentPartPr/>
                <p14:nvPr/>
              </p14:nvContentPartPr>
              <p14:xfrm>
                <a:off x="6165352" y="2005772"/>
                <a:ext cx="185040" cy="427320"/>
              </p14:xfrm>
            </p:contentPart>
          </mc:Choice>
          <mc:Fallback>
            <p:pic>
              <p:nvPicPr>
                <p:cNvPr id="32" name="Ink 31">
                  <a:extLst>
                    <a:ext uri="{FF2B5EF4-FFF2-40B4-BE49-F238E27FC236}">
                      <a16:creationId xmlns:a16="http://schemas.microsoft.com/office/drawing/2014/main" id="{2DA619BB-9BA9-8275-4DE5-08F6847D9ABD}"/>
                    </a:ext>
                  </a:extLst>
                </p:cNvPr>
                <p:cNvPicPr/>
                <p:nvPr/>
              </p:nvPicPr>
              <p:blipFill>
                <a:blip r:embed="rId53"/>
                <a:stretch>
                  <a:fillRect/>
                </a:stretch>
              </p:blipFill>
              <p:spPr>
                <a:xfrm>
                  <a:off x="6156712" y="1997132"/>
                  <a:ext cx="202680" cy="4449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441A7501-C8A1-9CDA-3871-B219874B3C66}"/>
                    </a:ext>
                  </a:extLst>
                </p14:cNvPr>
                <p14:cNvContentPartPr/>
                <p14:nvPr/>
              </p14:nvContentPartPr>
              <p14:xfrm>
                <a:off x="6382072" y="2209892"/>
                <a:ext cx="104760" cy="144360"/>
              </p14:xfrm>
            </p:contentPart>
          </mc:Choice>
          <mc:Fallback>
            <p:pic>
              <p:nvPicPr>
                <p:cNvPr id="33" name="Ink 32">
                  <a:extLst>
                    <a:ext uri="{FF2B5EF4-FFF2-40B4-BE49-F238E27FC236}">
                      <a16:creationId xmlns:a16="http://schemas.microsoft.com/office/drawing/2014/main" id="{441A7501-C8A1-9CDA-3871-B219874B3C66}"/>
                    </a:ext>
                  </a:extLst>
                </p:cNvPr>
                <p:cNvPicPr/>
                <p:nvPr/>
              </p:nvPicPr>
              <p:blipFill>
                <a:blip r:embed="rId55"/>
                <a:stretch>
                  <a:fillRect/>
                </a:stretch>
              </p:blipFill>
              <p:spPr>
                <a:xfrm>
                  <a:off x="6373072" y="2201252"/>
                  <a:ext cx="1224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4D2763DD-B365-C00C-F5D4-8D9E7D8D5A61}"/>
                    </a:ext>
                  </a:extLst>
                </p14:cNvPr>
                <p14:cNvContentPartPr/>
                <p14:nvPr/>
              </p14:nvContentPartPr>
              <p14:xfrm>
                <a:off x="6553072" y="2144732"/>
                <a:ext cx="179280" cy="177120"/>
              </p14:xfrm>
            </p:contentPart>
          </mc:Choice>
          <mc:Fallback>
            <p:pic>
              <p:nvPicPr>
                <p:cNvPr id="34" name="Ink 33">
                  <a:extLst>
                    <a:ext uri="{FF2B5EF4-FFF2-40B4-BE49-F238E27FC236}">
                      <a16:creationId xmlns:a16="http://schemas.microsoft.com/office/drawing/2014/main" id="{4D2763DD-B365-C00C-F5D4-8D9E7D8D5A61}"/>
                    </a:ext>
                  </a:extLst>
                </p:cNvPr>
                <p:cNvPicPr/>
                <p:nvPr/>
              </p:nvPicPr>
              <p:blipFill>
                <a:blip r:embed="rId57"/>
                <a:stretch>
                  <a:fillRect/>
                </a:stretch>
              </p:blipFill>
              <p:spPr>
                <a:xfrm>
                  <a:off x="6544432" y="2135732"/>
                  <a:ext cx="19692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8A3BC662-0ADB-7696-BCCE-F39908C3FDB8}"/>
                    </a:ext>
                  </a:extLst>
                </p14:cNvPr>
                <p14:cNvContentPartPr/>
                <p14:nvPr/>
              </p14:nvContentPartPr>
              <p14:xfrm>
                <a:off x="6959512" y="2195852"/>
                <a:ext cx="117000" cy="142920"/>
              </p14:xfrm>
            </p:contentPart>
          </mc:Choice>
          <mc:Fallback>
            <p:pic>
              <p:nvPicPr>
                <p:cNvPr id="35" name="Ink 34">
                  <a:extLst>
                    <a:ext uri="{FF2B5EF4-FFF2-40B4-BE49-F238E27FC236}">
                      <a16:creationId xmlns:a16="http://schemas.microsoft.com/office/drawing/2014/main" id="{8A3BC662-0ADB-7696-BCCE-F39908C3FDB8}"/>
                    </a:ext>
                  </a:extLst>
                </p:cNvPr>
                <p:cNvPicPr/>
                <p:nvPr/>
              </p:nvPicPr>
              <p:blipFill>
                <a:blip r:embed="rId59"/>
                <a:stretch>
                  <a:fillRect/>
                </a:stretch>
              </p:blipFill>
              <p:spPr>
                <a:xfrm>
                  <a:off x="6950512" y="2187212"/>
                  <a:ext cx="13464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CB13E576-980F-D258-4CF9-0A455F05278A}"/>
                    </a:ext>
                  </a:extLst>
                </p14:cNvPr>
                <p14:cNvContentPartPr/>
                <p14:nvPr/>
              </p14:nvContentPartPr>
              <p14:xfrm>
                <a:off x="6985072" y="2002532"/>
                <a:ext cx="93600" cy="56520"/>
              </p14:xfrm>
            </p:contentPart>
          </mc:Choice>
          <mc:Fallback>
            <p:pic>
              <p:nvPicPr>
                <p:cNvPr id="36" name="Ink 35">
                  <a:extLst>
                    <a:ext uri="{FF2B5EF4-FFF2-40B4-BE49-F238E27FC236}">
                      <a16:creationId xmlns:a16="http://schemas.microsoft.com/office/drawing/2014/main" id="{CB13E576-980F-D258-4CF9-0A455F05278A}"/>
                    </a:ext>
                  </a:extLst>
                </p:cNvPr>
                <p:cNvPicPr/>
                <p:nvPr/>
              </p:nvPicPr>
              <p:blipFill>
                <a:blip r:embed="rId61"/>
                <a:stretch>
                  <a:fillRect/>
                </a:stretch>
              </p:blipFill>
              <p:spPr>
                <a:xfrm>
                  <a:off x="6976432" y="1993892"/>
                  <a:ext cx="11124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614E5BF9-F53C-A747-473E-95D2A4F37C77}"/>
                    </a:ext>
                  </a:extLst>
                </p14:cNvPr>
                <p14:cNvContentPartPr/>
                <p14:nvPr/>
              </p14:nvContentPartPr>
              <p14:xfrm>
                <a:off x="7117912" y="2124932"/>
                <a:ext cx="64440" cy="161280"/>
              </p14:xfrm>
            </p:contentPart>
          </mc:Choice>
          <mc:Fallback>
            <p:pic>
              <p:nvPicPr>
                <p:cNvPr id="37" name="Ink 36">
                  <a:extLst>
                    <a:ext uri="{FF2B5EF4-FFF2-40B4-BE49-F238E27FC236}">
                      <a16:creationId xmlns:a16="http://schemas.microsoft.com/office/drawing/2014/main" id="{614E5BF9-F53C-A747-473E-95D2A4F37C77}"/>
                    </a:ext>
                  </a:extLst>
                </p:cNvPr>
                <p:cNvPicPr/>
                <p:nvPr/>
              </p:nvPicPr>
              <p:blipFill>
                <a:blip r:embed="rId63"/>
                <a:stretch>
                  <a:fillRect/>
                </a:stretch>
              </p:blipFill>
              <p:spPr>
                <a:xfrm>
                  <a:off x="7108912" y="2115932"/>
                  <a:ext cx="8208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533E53CA-6E6C-51F2-E55D-F1997A4E37FB}"/>
                    </a:ext>
                  </a:extLst>
                </p14:cNvPr>
                <p14:cNvContentPartPr/>
                <p14:nvPr/>
              </p14:nvContentPartPr>
              <p14:xfrm>
                <a:off x="7146712" y="2174972"/>
                <a:ext cx="741960" cy="200160"/>
              </p14:xfrm>
            </p:contentPart>
          </mc:Choice>
          <mc:Fallback>
            <p:pic>
              <p:nvPicPr>
                <p:cNvPr id="38" name="Ink 37">
                  <a:extLst>
                    <a:ext uri="{FF2B5EF4-FFF2-40B4-BE49-F238E27FC236}">
                      <a16:creationId xmlns:a16="http://schemas.microsoft.com/office/drawing/2014/main" id="{533E53CA-6E6C-51F2-E55D-F1997A4E37FB}"/>
                    </a:ext>
                  </a:extLst>
                </p:cNvPr>
                <p:cNvPicPr/>
                <p:nvPr/>
              </p:nvPicPr>
              <p:blipFill>
                <a:blip r:embed="rId65"/>
                <a:stretch>
                  <a:fillRect/>
                </a:stretch>
              </p:blipFill>
              <p:spPr>
                <a:xfrm>
                  <a:off x="7138072" y="2166332"/>
                  <a:ext cx="75960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AB1E22A9-D1A7-9DED-7D6E-14F393D0E164}"/>
                    </a:ext>
                  </a:extLst>
                </p14:cNvPr>
                <p14:cNvContentPartPr/>
                <p14:nvPr/>
              </p14:nvContentPartPr>
              <p14:xfrm>
                <a:off x="5900752" y="2782652"/>
                <a:ext cx="4373280" cy="178200"/>
              </p14:xfrm>
            </p:contentPart>
          </mc:Choice>
          <mc:Fallback>
            <p:pic>
              <p:nvPicPr>
                <p:cNvPr id="39" name="Ink 38">
                  <a:extLst>
                    <a:ext uri="{FF2B5EF4-FFF2-40B4-BE49-F238E27FC236}">
                      <a16:creationId xmlns:a16="http://schemas.microsoft.com/office/drawing/2014/main" id="{AB1E22A9-D1A7-9DED-7D6E-14F393D0E164}"/>
                    </a:ext>
                  </a:extLst>
                </p:cNvPr>
                <p:cNvPicPr/>
                <p:nvPr/>
              </p:nvPicPr>
              <p:blipFill>
                <a:blip r:embed="rId67"/>
                <a:stretch>
                  <a:fillRect/>
                </a:stretch>
              </p:blipFill>
              <p:spPr>
                <a:xfrm>
                  <a:off x="5892112" y="2773652"/>
                  <a:ext cx="43909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934BB9A5-A469-1A5D-866C-C3EFC3FCF08D}"/>
                    </a:ext>
                  </a:extLst>
                </p14:cNvPr>
                <p14:cNvContentPartPr/>
                <p14:nvPr/>
              </p14:nvContentPartPr>
              <p14:xfrm>
                <a:off x="5986072" y="3263252"/>
                <a:ext cx="3020760" cy="65520"/>
              </p14:xfrm>
            </p:contentPart>
          </mc:Choice>
          <mc:Fallback>
            <p:pic>
              <p:nvPicPr>
                <p:cNvPr id="40" name="Ink 39">
                  <a:extLst>
                    <a:ext uri="{FF2B5EF4-FFF2-40B4-BE49-F238E27FC236}">
                      <a16:creationId xmlns:a16="http://schemas.microsoft.com/office/drawing/2014/main" id="{934BB9A5-A469-1A5D-866C-C3EFC3FCF08D}"/>
                    </a:ext>
                  </a:extLst>
                </p:cNvPr>
                <p:cNvPicPr/>
                <p:nvPr/>
              </p:nvPicPr>
              <p:blipFill>
                <a:blip r:embed="rId69"/>
                <a:stretch>
                  <a:fillRect/>
                </a:stretch>
              </p:blipFill>
              <p:spPr>
                <a:xfrm>
                  <a:off x="5977432" y="3254612"/>
                  <a:ext cx="30384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2284101A-E2FB-5A22-C32F-20E97FA023C5}"/>
                    </a:ext>
                  </a:extLst>
                </p14:cNvPr>
                <p14:cNvContentPartPr/>
                <p14:nvPr/>
              </p14:nvContentPartPr>
              <p14:xfrm>
                <a:off x="6239152" y="2788052"/>
                <a:ext cx="32760" cy="110160"/>
              </p14:xfrm>
            </p:contentPart>
          </mc:Choice>
          <mc:Fallback>
            <p:pic>
              <p:nvPicPr>
                <p:cNvPr id="42" name="Ink 41">
                  <a:extLst>
                    <a:ext uri="{FF2B5EF4-FFF2-40B4-BE49-F238E27FC236}">
                      <a16:creationId xmlns:a16="http://schemas.microsoft.com/office/drawing/2014/main" id="{2284101A-E2FB-5A22-C32F-20E97FA023C5}"/>
                    </a:ext>
                  </a:extLst>
                </p:cNvPr>
                <p:cNvPicPr/>
                <p:nvPr/>
              </p:nvPicPr>
              <p:blipFill>
                <a:blip r:embed="rId71"/>
                <a:stretch>
                  <a:fillRect/>
                </a:stretch>
              </p:blipFill>
              <p:spPr>
                <a:xfrm>
                  <a:off x="6230512" y="2779412"/>
                  <a:ext cx="5040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A4B40E6D-518E-EE18-43B3-177B1E1BEFA3}"/>
                    </a:ext>
                  </a:extLst>
                </p14:cNvPr>
                <p14:cNvContentPartPr/>
                <p14:nvPr/>
              </p14:nvContentPartPr>
              <p14:xfrm>
                <a:off x="6340672" y="2797412"/>
                <a:ext cx="114120" cy="104760"/>
              </p14:xfrm>
            </p:contentPart>
          </mc:Choice>
          <mc:Fallback>
            <p:pic>
              <p:nvPicPr>
                <p:cNvPr id="43" name="Ink 42">
                  <a:extLst>
                    <a:ext uri="{FF2B5EF4-FFF2-40B4-BE49-F238E27FC236}">
                      <a16:creationId xmlns:a16="http://schemas.microsoft.com/office/drawing/2014/main" id="{A4B40E6D-518E-EE18-43B3-177B1E1BEFA3}"/>
                    </a:ext>
                  </a:extLst>
                </p:cNvPr>
                <p:cNvPicPr/>
                <p:nvPr/>
              </p:nvPicPr>
              <p:blipFill>
                <a:blip r:embed="rId73"/>
                <a:stretch>
                  <a:fillRect/>
                </a:stretch>
              </p:blipFill>
              <p:spPr>
                <a:xfrm>
                  <a:off x="6331672" y="2788772"/>
                  <a:ext cx="13176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A7FEE057-E3E1-B789-190B-AEF9BF650E08}"/>
                    </a:ext>
                  </a:extLst>
                </p14:cNvPr>
                <p14:cNvContentPartPr/>
                <p14:nvPr/>
              </p14:nvContentPartPr>
              <p14:xfrm>
                <a:off x="6513832" y="2762492"/>
                <a:ext cx="184320" cy="136440"/>
              </p14:xfrm>
            </p:contentPart>
          </mc:Choice>
          <mc:Fallback>
            <p:pic>
              <p:nvPicPr>
                <p:cNvPr id="44" name="Ink 43">
                  <a:extLst>
                    <a:ext uri="{FF2B5EF4-FFF2-40B4-BE49-F238E27FC236}">
                      <a16:creationId xmlns:a16="http://schemas.microsoft.com/office/drawing/2014/main" id="{A7FEE057-E3E1-B789-190B-AEF9BF650E08}"/>
                    </a:ext>
                  </a:extLst>
                </p:cNvPr>
                <p:cNvPicPr/>
                <p:nvPr/>
              </p:nvPicPr>
              <p:blipFill>
                <a:blip r:embed="rId75"/>
                <a:stretch>
                  <a:fillRect/>
                </a:stretch>
              </p:blipFill>
              <p:spPr>
                <a:xfrm>
                  <a:off x="6505192" y="2753492"/>
                  <a:ext cx="20196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411E9273-3954-851F-E393-B8A7E1FAFEC3}"/>
                    </a:ext>
                  </a:extLst>
                </p14:cNvPr>
                <p14:cNvContentPartPr/>
                <p14:nvPr/>
              </p14:nvContentPartPr>
              <p14:xfrm>
                <a:off x="6780592" y="2754572"/>
                <a:ext cx="99000" cy="159480"/>
              </p14:xfrm>
            </p:contentPart>
          </mc:Choice>
          <mc:Fallback>
            <p:pic>
              <p:nvPicPr>
                <p:cNvPr id="45" name="Ink 44">
                  <a:extLst>
                    <a:ext uri="{FF2B5EF4-FFF2-40B4-BE49-F238E27FC236}">
                      <a16:creationId xmlns:a16="http://schemas.microsoft.com/office/drawing/2014/main" id="{411E9273-3954-851F-E393-B8A7E1FAFEC3}"/>
                    </a:ext>
                  </a:extLst>
                </p:cNvPr>
                <p:cNvPicPr/>
                <p:nvPr/>
              </p:nvPicPr>
              <p:blipFill>
                <a:blip r:embed="rId77"/>
                <a:stretch>
                  <a:fillRect/>
                </a:stretch>
              </p:blipFill>
              <p:spPr>
                <a:xfrm>
                  <a:off x="6771952" y="2745572"/>
                  <a:ext cx="11664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87155B0D-52FB-70FA-71AA-F5A397EBE643}"/>
                    </a:ext>
                  </a:extLst>
                </p14:cNvPr>
                <p14:cNvContentPartPr/>
                <p14:nvPr/>
              </p14:nvContentPartPr>
              <p14:xfrm>
                <a:off x="6189112" y="3000812"/>
                <a:ext cx="139680" cy="182160"/>
              </p14:xfrm>
            </p:contentPart>
          </mc:Choice>
          <mc:Fallback>
            <p:pic>
              <p:nvPicPr>
                <p:cNvPr id="46" name="Ink 45">
                  <a:extLst>
                    <a:ext uri="{FF2B5EF4-FFF2-40B4-BE49-F238E27FC236}">
                      <a16:creationId xmlns:a16="http://schemas.microsoft.com/office/drawing/2014/main" id="{87155B0D-52FB-70FA-71AA-F5A397EBE643}"/>
                    </a:ext>
                  </a:extLst>
                </p:cNvPr>
                <p:cNvPicPr/>
                <p:nvPr/>
              </p:nvPicPr>
              <p:blipFill>
                <a:blip r:embed="rId79"/>
                <a:stretch>
                  <a:fillRect/>
                </a:stretch>
              </p:blipFill>
              <p:spPr>
                <a:xfrm>
                  <a:off x="6180112" y="2992172"/>
                  <a:ext cx="15732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C16BF3E7-48CB-97F3-F251-28BC37ED3A3B}"/>
                    </a:ext>
                  </a:extLst>
                </p14:cNvPr>
                <p14:cNvContentPartPr/>
                <p14:nvPr/>
              </p14:nvContentPartPr>
              <p14:xfrm>
                <a:off x="6406552" y="3047252"/>
                <a:ext cx="78480" cy="138240"/>
              </p14:xfrm>
            </p:contentPart>
          </mc:Choice>
          <mc:Fallback>
            <p:pic>
              <p:nvPicPr>
                <p:cNvPr id="47" name="Ink 46">
                  <a:extLst>
                    <a:ext uri="{FF2B5EF4-FFF2-40B4-BE49-F238E27FC236}">
                      <a16:creationId xmlns:a16="http://schemas.microsoft.com/office/drawing/2014/main" id="{C16BF3E7-48CB-97F3-F251-28BC37ED3A3B}"/>
                    </a:ext>
                  </a:extLst>
                </p:cNvPr>
                <p:cNvPicPr/>
                <p:nvPr/>
              </p:nvPicPr>
              <p:blipFill>
                <a:blip r:embed="rId81"/>
                <a:stretch>
                  <a:fillRect/>
                </a:stretch>
              </p:blipFill>
              <p:spPr>
                <a:xfrm>
                  <a:off x="6397912" y="3038252"/>
                  <a:ext cx="9612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5D57E084-F837-9AD1-A8E4-187930BE8AF9}"/>
                    </a:ext>
                  </a:extLst>
                </p14:cNvPr>
                <p14:cNvContentPartPr/>
                <p14:nvPr/>
              </p14:nvContentPartPr>
              <p14:xfrm>
                <a:off x="6565312" y="3022412"/>
                <a:ext cx="130680" cy="213840"/>
              </p14:xfrm>
            </p:contentPart>
          </mc:Choice>
          <mc:Fallback>
            <p:pic>
              <p:nvPicPr>
                <p:cNvPr id="48" name="Ink 47">
                  <a:extLst>
                    <a:ext uri="{FF2B5EF4-FFF2-40B4-BE49-F238E27FC236}">
                      <a16:creationId xmlns:a16="http://schemas.microsoft.com/office/drawing/2014/main" id="{5D57E084-F837-9AD1-A8E4-187930BE8AF9}"/>
                    </a:ext>
                  </a:extLst>
                </p:cNvPr>
                <p:cNvPicPr/>
                <p:nvPr/>
              </p:nvPicPr>
              <p:blipFill>
                <a:blip r:embed="rId83"/>
                <a:stretch>
                  <a:fillRect/>
                </a:stretch>
              </p:blipFill>
              <p:spPr>
                <a:xfrm>
                  <a:off x="6556672" y="3013772"/>
                  <a:ext cx="14832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9" name="Ink 48">
                  <a:extLst>
                    <a:ext uri="{FF2B5EF4-FFF2-40B4-BE49-F238E27FC236}">
                      <a16:creationId xmlns:a16="http://schemas.microsoft.com/office/drawing/2014/main" id="{E4F34518-34F3-8397-593F-D3D2C5520174}"/>
                    </a:ext>
                  </a:extLst>
                </p14:cNvPr>
                <p14:cNvContentPartPr/>
                <p14:nvPr/>
              </p14:nvContentPartPr>
              <p14:xfrm>
                <a:off x="6768712" y="3025292"/>
                <a:ext cx="91440" cy="187200"/>
              </p14:xfrm>
            </p:contentPart>
          </mc:Choice>
          <mc:Fallback>
            <p:pic>
              <p:nvPicPr>
                <p:cNvPr id="49" name="Ink 48">
                  <a:extLst>
                    <a:ext uri="{FF2B5EF4-FFF2-40B4-BE49-F238E27FC236}">
                      <a16:creationId xmlns:a16="http://schemas.microsoft.com/office/drawing/2014/main" id="{E4F34518-34F3-8397-593F-D3D2C5520174}"/>
                    </a:ext>
                  </a:extLst>
                </p:cNvPr>
                <p:cNvPicPr/>
                <p:nvPr/>
              </p:nvPicPr>
              <p:blipFill>
                <a:blip r:embed="rId85"/>
                <a:stretch>
                  <a:fillRect/>
                </a:stretch>
              </p:blipFill>
              <p:spPr>
                <a:xfrm>
                  <a:off x="6759712" y="3016292"/>
                  <a:ext cx="10908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BF4E0202-B35B-9E1A-2B23-0DC50BFC7DC6}"/>
                    </a:ext>
                  </a:extLst>
                </p14:cNvPr>
                <p14:cNvContentPartPr/>
                <p14:nvPr/>
              </p14:nvContentPartPr>
              <p14:xfrm>
                <a:off x="6175072" y="3494012"/>
                <a:ext cx="169920" cy="163440"/>
              </p14:xfrm>
            </p:contentPart>
          </mc:Choice>
          <mc:Fallback>
            <p:pic>
              <p:nvPicPr>
                <p:cNvPr id="50" name="Ink 49">
                  <a:extLst>
                    <a:ext uri="{FF2B5EF4-FFF2-40B4-BE49-F238E27FC236}">
                      <a16:creationId xmlns:a16="http://schemas.microsoft.com/office/drawing/2014/main" id="{BF4E0202-B35B-9E1A-2B23-0DC50BFC7DC6}"/>
                    </a:ext>
                  </a:extLst>
                </p:cNvPr>
                <p:cNvPicPr/>
                <p:nvPr/>
              </p:nvPicPr>
              <p:blipFill>
                <a:blip r:embed="rId87"/>
                <a:stretch>
                  <a:fillRect/>
                </a:stretch>
              </p:blipFill>
              <p:spPr>
                <a:xfrm>
                  <a:off x="6166432" y="3485372"/>
                  <a:ext cx="1875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1" name="Ink 50">
                  <a:extLst>
                    <a:ext uri="{FF2B5EF4-FFF2-40B4-BE49-F238E27FC236}">
                      <a16:creationId xmlns:a16="http://schemas.microsoft.com/office/drawing/2014/main" id="{F826B462-1298-FE57-45AD-2E7BA865BDF0}"/>
                    </a:ext>
                  </a:extLst>
                </p14:cNvPr>
                <p14:cNvContentPartPr/>
                <p14:nvPr/>
              </p14:nvContentPartPr>
              <p14:xfrm>
                <a:off x="6190192" y="3451892"/>
                <a:ext cx="187560" cy="67680"/>
              </p14:xfrm>
            </p:contentPart>
          </mc:Choice>
          <mc:Fallback>
            <p:pic>
              <p:nvPicPr>
                <p:cNvPr id="51" name="Ink 50">
                  <a:extLst>
                    <a:ext uri="{FF2B5EF4-FFF2-40B4-BE49-F238E27FC236}">
                      <a16:creationId xmlns:a16="http://schemas.microsoft.com/office/drawing/2014/main" id="{F826B462-1298-FE57-45AD-2E7BA865BDF0}"/>
                    </a:ext>
                  </a:extLst>
                </p:cNvPr>
                <p:cNvPicPr/>
                <p:nvPr/>
              </p:nvPicPr>
              <p:blipFill>
                <a:blip r:embed="rId89"/>
                <a:stretch>
                  <a:fillRect/>
                </a:stretch>
              </p:blipFill>
              <p:spPr>
                <a:xfrm>
                  <a:off x="6181552" y="3443252"/>
                  <a:ext cx="20520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2" name="Ink 51">
                  <a:extLst>
                    <a:ext uri="{FF2B5EF4-FFF2-40B4-BE49-F238E27FC236}">
                      <a16:creationId xmlns:a16="http://schemas.microsoft.com/office/drawing/2014/main" id="{513B36D2-FBA2-E4FC-652E-674E3E63EE47}"/>
                    </a:ext>
                  </a:extLst>
                </p14:cNvPr>
                <p14:cNvContentPartPr/>
                <p14:nvPr/>
              </p14:nvContentPartPr>
              <p14:xfrm>
                <a:off x="6400072" y="3501572"/>
                <a:ext cx="137880" cy="136800"/>
              </p14:xfrm>
            </p:contentPart>
          </mc:Choice>
          <mc:Fallback>
            <p:pic>
              <p:nvPicPr>
                <p:cNvPr id="52" name="Ink 51">
                  <a:extLst>
                    <a:ext uri="{FF2B5EF4-FFF2-40B4-BE49-F238E27FC236}">
                      <a16:creationId xmlns:a16="http://schemas.microsoft.com/office/drawing/2014/main" id="{513B36D2-FBA2-E4FC-652E-674E3E63EE47}"/>
                    </a:ext>
                  </a:extLst>
                </p:cNvPr>
                <p:cNvPicPr/>
                <p:nvPr/>
              </p:nvPicPr>
              <p:blipFill>
                <a:blip r:embed="rId91"/>
                <a:stretch>
                  <a:fillRect/>
                </a:stretch>
              </p:blipFill>
              <p:spPr>
                <a:xfrm>
                  <a:off x="6391072" y="3492572"/>
                  <a:ext cx="1555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3" name="Ink 52">
                  <a:extLst>
                    <a:ext uri="{FF2B5EF4-FFF2-40B4-BE49-F238E27FC236}">
                      <a16:creationId xmlns:a16="http://schemas.microsoft.com/office/drawing/2014/main" id="{6AD68D28-D7B3-453C-2CAF-4CDE5755B959}"/>
                    </a:ext>
                  </a:extLst>
                </p14:cNvPr>
                <p14:cNvContentPartPr/>
                <p14:nvPr/>
              </p14:nvContentPartPr>
              <p14:xfrm>
                <a:off x="6617872" y="3481412"/>
                <a:ext cx="78480" cy="164880"/>
              </p14:xfrm>
            </p:contentPart>
          </mc:Choice>
          <mc:Fallback>
            <p:pic>
              <p:nvPicPr>
                <p:cNvPr id="53" name="Ink 52">
                  <a:extLst>
                    <a:ext uri="{FF2B5EF4-FFF2-40B4-BE49-F238E27FC236}">
                      <a16:creationId xmlns:a16="http://schemas.microsoft.com/office/drawing/2014/main" id="{6AD68D28-D7B3-453C-2CAF-4CDE5755B959}"/>
                    </a:ext>
                  </a:extLst>
                </p:cNvPr>
                <p:cNvPicPr/>
                <p:nvPr/>
              </p:nvPicPr>
              <p:blipFill>
                <a:blip r:embed="rId93"/>
                <a:stretch>
                  <a:fillRect/>
                </a:stretch>
              </p:blipFill>
              <p:spPr>
                <a:xfrm>
                  <a:off x="6608872" y="3472412"/>
                  <a:ext cx="9612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4" name="Ink 53">
                  <a:extLst>
                    <a:ext uri="{FF2B5EF4-FFF2-40B4-BE49-F238E27FC236}">
                      <a16:creationId xmlns:a16="http://schemas.microsoft.com/office/drawing/2014/main" id="{DCA4F8D4-3058-CBAE-3A83-D7A8CE2FC101}"/>
                    </a:ext>
                  </a:extLst>
                </p14:cNvPr>
                <p14:cNvContentPartPr/>
                <p14:nvPr/>
              </p14:nvContentPartPr>
              <p14:xfrm>
                <a:off x="6676912" y="3465572"/>
                <a:ext cx="80640" cy="60840"/>
              </p14:xfrm>
            </p:contentPart>
          </mc:Choice>
          <mc:Fallback>
            <p:pic>
              <p:nvPicPr>
                <p:cNvPr id="54" name="Ink 53">
                  <a:extLst>
                    <a:ext uri="{FF2B5EF4-FFF2-40B4-BE49-F238E27FC236}">
                      <a16:creationId xmlns:a16="http://schemas.microsoft.com/office/drawing/2014/main" id="{DCA4F8D4-3058-CBAE-3A83-D7A8CE2FC101}"/>
                    </a:ext>
                  </a:extLst>
                </p:cNvPr>
                <p:cNvPicPr/>
                <p:nvPr/>
              </p:nvPicPr>
              <p:blipFill>
                <a:blip r:embed="rId95"/>
                <a:stretch>
                  <a:fillRect/>
                </a:stretch>
              </p:blipFill>
              <p:spPr>
                <a:xfrm>
                  <a:off x="6668272" y="3456932"/>
                  <a:ext cx="9828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5" name="Ink 54">
                  <a:extLst>
                    <a:ext uri="{FF2B5EF4-FFF2-40B4-BE49-F238E27FC236}">
                      <a16:creationId xmlns:a16="http://schemas.microsoft.com/office/drawing/2014/main" id="{2552090B-ED1A-1826-D169-AF18135C067F}"/>
                    </a:ext>
                  </a:extLst>
                </p14:cNvPr>
                <p14:cNvContentPartPr/>
                <p14:nvPr/>
              </p14:nvContentPartPr>
              <p14:xfrm>
                <a:off x="6829912" y="3459812"/>
                <a:ext cx="160920" cy="244440"/>
              </p14:xfrm>
            </p:contentPart>
          </mc:Choice>
          <mc:Fallback>
            <p:pic>
              <p:nvPicPr>
                <p:cNvPr id="55" name="Ink 54">
                  <a:extLst>
                    <a:ext uri="{FF2B5EF4-FFF2-40B4-BE49-F238E27FC236}">
                      <a16:creationId xmlns:a16="http://schemas.microsoft.com/office/drawing/2014/main" id="{2552090B-ED1A-1826-D169-AF18135C067F}"/>
                    </a:ext>
                  </a:extLst>
                </p:cNvPr>
                <p:cNvPicPr/>
                <p:nvPr/>
              </p:nvPicPr>
              <p:blipFill>
                <a:blip r:embed="rId97"/>
                <a:stretch>
                  <a:fillRect/>
                </a:stretch>
              </p:blipFill>
              <p:spPr>
                <a:xfrm>
                  <a:off x="6820912" y="3451172"/>
                  <a:ext cx="178560" cy="262080"/>
                </a:xfrm>
                <a:prstGeom prst="rect">
                  <a:avLst/>
                </a:prstGeom>
              </p:spPr>
            </p:pic>
          </mc:Fallback>
        </mc:AlternateContent>
      </p:grpSp>
      <p:grpSp>
        <p:nvGrpSpPr>
          <p:cNvPr id="141" name="Group 140">
            <a:extLst>
              <a:ext uri="{FF2B5EF4-FFF2-40B4-BE49-F238E27FC236}">
                <a16:creationId xmlns:a16="http://schemas.microsoft.com/office/drawing/2014/main" id="{E15F9475-60DE-A39B-3F27-1DDAA019F5F9}"/>
              </a:ext>
            </a:extLst>
          </p:cNvPr>
          <p:cNvGrpSpPr/>
          <p:nvPr/>
        </p:nvGrpSpPr>
        <p:grpSpPr>
          <a:xfrm>
            <a:off x="269632" y="4098812"/>
            <a:ext cx="6940440" cy="2467800"/>
            <a:chOff x="269632" y="4098812"/>
            <a:chExt cx="6940440" cy="2467800"/>
          </a:xfrm>
        </p:grpSpPr>
        <mc:AlternateContent xmlns:mc="http://schemas.openxmlformats.org/markup-compatibility/2006">
          <mc:Choice xmlns:p14="http://schemas.microsoft.com/office/powerpoint/2010/main" Requires="p14">
            <p:contentPart p14:bwMode="auto" r:id="rId98">
              <p14:nvContentPartPr>
                <p14:cNvPr id="71" name="Ink 70">
                  <a:extLst>
                    <a:ext uri="{FF2B5EF4-FFF2-40B4-BE49-F238E27FC236}">
                      <a16:creationId xmlns:a16="http://schemas.microsoft.com/office/drawing/2014/main" id="{95198F8E-5479-144F-5D0A-E851A89DB523}"/>
                    </a:ext>
                  </a:extLst>
                </p14:cNvPr>
                <p14:cNvContentPartPr/>
                <p14:nvPr/>
              </p14:nvContentPartPr>
              <p14:xfrm>
                <a:off x="841672" y="6109052"/>
                <a:ext cx="139680" cy="216000"/>
              </p14:xfrm>
            </p:contentPart>
          </mc:Choice>
          <mc:Fallback>
            <p:pic>
              <p:nvPicPr>
                <p:cNvPr id="71" name="Ink 70">
                  <a:extLst>
                    <a:ext uri="{FF2B5EF4-FFF2-40B4-BE49-F238E27FC236}">
                      <a16:creationId xmlns:a16="http://schemas.microsoft.com/office/drawing/2014/main" id="{95198F8E-5479-144F-5D0A-E851A89DB523}"/>
                    </a:ext>
                  </a:extLst>
                </p:cNvPr>
                <p:cNvPicPr/>
                <p:nvPr/>
              </p:nvPicPr>
              <p:blipFill>
                <a:blip r:embed="rId99"/>
                <a:stretch>
                  <a:fillRect/>
                </a:stretch>
              </p:blipFill>
              <p:spPr>
                <a:xfrm>
                  <a:off x="833032" y="6100412"/>
                  <a:ext cx="15732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2" name="Ink 71">
                  <a:extLst>
                    <a:ext uri="{FF2B5EF4-FFF2-40B4-BE49-F238E27FC236}">
                      <a16:creationId xmlns:a16="http://schemas.microsoft.com/office/drawing/2014/main" id="{83D265F8-94BD-7A9E-F2EC-DC2D11DB5541}"/>
                    </a:ext>
                  </a:extLst>
                </p14:cNvPr>
                <p14:cNvContentPartPr/>
                <p14:nvPr/>
              </p14:nvContentPartPr>
              <p14:xfrm>
                <a:off x="920872" y="5978732"/>
                <a:ext cx="7200" cy="14400"/>
              </p14:xfrm>
            </p:contentPart>
          </mc:Choice>
          <mc:Fallback>
            <p:pic>
              <p:nvPicPr>
                <p:cNvPr id="72" name="Ink 71">
                  <a:extLst>
                    <a:ext uri="{FF2B5EF4-FFF2-40B4-BE49-F238E27FC236}">
                      <a16:creationId xmlns:a16="http://schemas.microsoft.com/office/drawing/2014/main" id="{83D265F8-94BD-7A9E-F2EC-DC2D11DB5541}"/>
                    </a:ext>
                  </a:extLst>
                </p:cNvPr>
                <p:cNvPicPr/>
                <p:nvPr/>
              </p:nvPicPr>
              <p:blipFill>
                <a:blip r:embed="rId101"/>
                <a:stretch>
                  <a:fillRect/>
                </a:stretch>
              </p:blipFill>
              <p:spPr>
                <a:xfrm>
                  <a:off x="911872" y="5969732"/>
                  <a:ext cx="248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3" name="Ink 72">
                  <a:extLst>
                    <a:ext uri="{FF2B5EF4-FFF2-40B4-BE49-F238E27FC236}">
                      <a16:creationId xmlns:a16="http://schemas.microsoft.com/office/drawing/2014/main" id="{B695A1C0-8E36-7F62-1571-A2B0161A2145}"/>
                    </a:ext>
                  </a:extLst>
                </p14:cNvPr>
                <p14:cNvContentPartPr/>
                <p14:nvPr/>
              </p14:nvContentPartPr>
              <p14:xfrm>
                <a:off x="1047952" y="6106532"/>
                <a:ext cx="76320" cy="83160"/>
              </p14:xfrm>
            </p:contentPart>
          </mc:Choice>
          <mc:Fallback>
            <p:pic>
              <p:nvPicPr>
                <p:cNvPr id="73" name="Ink 72">
                  <a:extLst>
                    <a:ext uri="{FF2B5EF4-FFF2-40B4-BE49-F238E27FC236}">
                      <a16:creationId xmlns:a16="http://schemas.microsoft.com/office/drawing/2014/main" id="{B695A1C0-8E36-7F62-1571-A2B0161A2145}"/>
                    </a:ext>
                  </a:extLst>
                </p:cNvPr>
                <p:cNvPicPr/>
                <p:nvPr/>
              </p:nvPicPr>
              <p:blipFill>
                <a:blip r:embed="rId103"/>
                <a:stretch>
                  <a:fillRect/>
                </a:stretch>
              </p:blipFill>
              <p:spPr>
                <a:xfrm>
                  <a:off x="1038952" y="6097532"/>
                  <a:ext cx="9396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4" name="Ink 73">
                  <a:extLst>
                    <a:ext uri="{FF2B5EF4-FFF2-40B4-BE49-F238E27FC236}">
                      <a16:creationId xmlns:a16="http://schemas.microsoft.com/office/drawing/2014/main" id="{C8B1CDE2-BA92-594A-F845-254D43EFCEDE}"/>
                    </a:ext>
                  </a:extLst>
                </p14:cNvPr>
                <p14:cNvContentPartPr/>
                <p14:nvPr/>
              </p14:nvContentPartPr>
              <p14:xfrm>
                <a:off x="1184032" y="6122732"/>
                <a:ext cx="16200" cy="59400"/>
              </p14:xfrm>
            </p:contentPart>
          </mc:Choice>
          <mc:Fallback>
            <p:pic>
              <p:nvPicPr>
                <p:cNvPr id="74" name="Ink 73">
                  <a:extLst>
                    <a:ext uri="{FF2B5EF4-FFF2-40B4-BE49-F238E27FC236}">
                      <a16:creationId xmlns:a16="http://schemas.microsoft.com/office/drawing/2014/main" id="{C8B1CDE2-BA92-594A-F845-254D43EFCEDE}"/>
                    </a:ext>
                  </a:extLst>
                </p:cNvPr>
                <p:cNvPicPr/>
                <p:nvPr/>
              </p:nvPicPr>
              <p:blipFill>
                <a:blip r:embed="rId105"/>
                <a:stretch>
                  <a:fillRect/>
                </a:stretch>
              </p:blipFill>
              <p:spPr>
                <a:xfrm>
                  <a:off x="1175392" y="6114092"/>
                  <a:ext cx="3384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5" name="Ink 74">
                  <a:extLst>
                    <a:ext uri="{FF2B5EF4-FFF2-40B4-BE49-F238E27FC236}">
                      <a16:creationId xmlns:a16="http://schemas.microsoft.com/office/drawing/2014/main" id="{C5D04C03-BF5B-E855-9946-510DAF8F82E7}"/>
                    </a:ext>
                  </a:extLst>
                </p14:cNvPr>
                <p14:cNvContentPartPr/>
                <p14:nvPr/>
              </p14:nvContentPartPr>
              <p14:xfrm>
                <a:off x="1203472" y="6010412"/>
                <a:ext cx="14040" cy="31320"/>
              </p14:xfrm>
            </p:contentPart>
          </mc:Choice>
          <mc:Fallback>
            <p:pic>
              <p:nvPicPr>
                <p:cNvPr id="75" name="Ink 74">
                  <a:extLst>
                    <a:ext uri="{FF2B5EF4-FFF2-40B4-BE49-F238E27FC236}">
                      <a16:creationId xmlns:a16="http://schemas.microsoft.com/office/drawing/2014/main" id="{C5D04C03-BF5B-E855-9946-510DAF8F82E7}"/>
                    </a:ext>
                  </a:extLst>
                </p:cNvPr>
                <p:cNvPicPr/>
                <p:nvPr/>
              </p:nvPicPr>
              <p:blipFill>
                <a:blip r:embed="rId107"/>
                <a:stretch>
                  <a:fillRect/>
                </a:stretch>
              </p:blipFill>
              <p:spPr>
                <a:xfrm>
                  <a:off x="1194472" y="6001412"/>
                  <a:ext cx="3168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6" name="Ink 75">
                  <a:extLst>
                    <a:ext uri="{FF2B5EF4-FFF2-40B4-BE49-F238E27FC236}">
                      <a16:creationId xmlns:a16="http://schemas.microsoft.com/office/drawing/2014/main" id="{76F06351-C441-4D19-D577-3087031E869A}"/>
                    </a:ext>
                  </a:extLst>
                </p14:cNvPr>
                <p14:cNvContentPartPr/>
                <p14:nvPr/>
              </p14:nvContentPartPr>
              <p14:xfrm>
                <a:off x="1262872" y="6115892"/>
                <a:ext cx="118800" cy="64440"/>
              </p14:xfrm>
            </p:contentPart>
          </mc:Choice>
          <mc:Fallback>
            <p:pic>
              <p:nvPicPr>
                <p:cNvPr id="76" name="Ink 75">
                  <a:extLst>
                    <a:ext uri="{FF2B5EF4-FFF2-40B4-BE49-F238E27FC236}">
                      <a16:creationId xmlns:a16="http://schemas.microsoft.com/office/drawing/2014/main" id="{76F06351-C441-4D19-D577-3087031E869A}"/>
                    </a:ext>
                  </a:extLst>
                </p:cNvPr>
                <p:cNvPicPr/>
                <p:nvPr/>
              </p:nvPicPr>
              <p:blipFill>
                <a:blip r:embed="rId109"/>
                <a:stretch>
                  <a:fillRect/>
                </a:stretch>
              </p:blipFill>
              <p:spPr>
                <a:xfrm>
                  <a:off x="1253872" y="6106892"/>
                  <a:ext cx="13644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7" name="Ink 76">
                  <a:extLst>
                    <a:ext uri="{FF2B5EF4-FFF2-40B4-BE49-F238E27FC236}">
                      <a16:creationId xmlns:a16="http://schemas.microsoft.com/office/drawing/2014/main" id="{11C6E1A5-1C40-CCE6-E769-2C3981A5AD2A}"/>
                    </a:ext>
                  </a:extLst>
                </p14:cNvPr>
                <p14:cNvContentPartPr/>
                <p14:nvPr/>
              </p14:nvContentPartPr>
              <p14:xfrm>
                <a:off x="1373752" y="6095372"/>
                <a:ext cx="90360" cy="187200"/>
              </p14:xfrm>
            </p:contentPart>
          </mc:Choice>
          <mc:Fallback>
            <p:pic>
              <p:nvPicPr>
                <p:cNvPr id="77" name="Ink 76">
                  <a:extLst>
                    <a:ext uri="{FF2B5EF4-FFF2-40B4-BE49-F238E27FC236}">
                      <a16:creationId xmlns:a16="http://schemas.microsoft.com/office/drawing/2014/main" id="{11C6E1A5-1C40-CCE6-E769-2C3981A5AD2A}"/>
                    </a:ext>
                  </a:extLst>
                </p:cNvPr>
                <p:cNvPicPr/>
                <p:nvPr/>
              </p:nvPicPr>
              <p:blipFill>
                <a:blip r:embed="rId111"/>
                <a:stretch>
                  <a:fillRect/>
                </a:stretch>
              </p:blipFill>
              <p:spPr>
                <a:xfrm>
                  <a:off x="1364752" y="6086372"/>
                  <a:ext cx="10800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8" name="Ink 77">
                  <a:extLst>
                    <a:ext uri="{FF2B5EF4-FFF2-40B4-BE49-F238E27FC236}">
                      <a16:creationId xmlns:a16="http://schemas.microsoft.com/office/drawing/2014/main" id="{4376F015-DAEE-FD77-4487-B3AE6049948A}"/>
                    </a:ext>
                  </a:extLst>
                </p14:cNvPr>
                <p14:cNvContentPartPr/>
                <p14:nvPr/>
              </p14:nvContentPartPr>
              <p14:xfrm>
                <a:off x="660592" y="6099692"/>
                <a:ext cx="119160" cy="262440"/>
              </p14:xfrm>
            </p:contentPart>
          </mc:Choice>
          <mc:Fallback>
            <p:pic>
              <p:nvPicPr>
                <p:cNvPr id="78" name="Ink 77">
                  <a:extLst>
                    <a:ext uri="{FF2B5EF4-FFF2-40B4-BE49-F238E27FC236}">
                      <a16:creationId xmlns:a16="http://schemas.microsoft.com/office/drawing/2014/main" id="{4376F015-DAEE-FD77-4487-B3AE6049948A}"/>
                    </a:ext>
                  </a:extLst>
                </p:cNvPr>
                <p:cNvPicPr/>
                <p:nvPr/>
              </p:nvPicPr>
              <p:blipFill>
                <a:blip r:embed="rId113"/>
                <a:stretch>
                  <a:fillRect/>
                </a:stretch>
              </p:blipFill>
              <p:spPr>
                <a:xfrm>
                  <a:off x="651592" y="6090692"/>
                  <a:ext cx="13680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0" name="Ink 79">
                  <a:extLst>
                    <a:ext uri="{FF2B5EF4-FFF2-40B4-BE49-F238E27FC236}">
                      <a16:creationId xmlns:a16="http://schemas.microsoft.com/office/drawing/2014/main" id="{7B7EE8DF-06DF-E7B7-AD7B-124815C3815A}"/>
                    </a:ext>
                  </a:extLst>
                </p14:cNvPr>
                <p14:cNvContentPartPr/>
                <p14:nvPr/>
              </p14:nvContentPartPr>
              <p14:xfrm>
                <a:off x="269632" y="6173852"/>
                <a:ext cx="136440" cy="9000"/>
              </p14:xfrm>
            </p:contentPart>
          </mc:Choice>
          <mc:Fallback>
            <p:pic>
              <p:nvPicPr>
                <p:cNvPr id="80" name="Ink 79">
                  <a:extLst>
                    <a:ext uri="{FF2B5EF4-FFF2-40B4-BE49-F238E27FC236}">
                      <a16:creationId xmlns:a16="http://schemas.microsoft.com/office/drawing/2014/main" id="{7B7EE8DF-06DF-E7B7-AD7B-124815C3815A}"/>
                    </a:ext>
                  </a:extLst>
                </p:cNvPr>
                <p:cNvPicPr/>
                <p:nvPr/>
              </p:nvPicPr>
              <p:blipFill>
                <a:blip r:embed="rId115"/>
                <a:stretch>
                  <a:fillRect/>
                </a:stretch>
              </p:blipFill>
              <p:spPr>
                <a:xfrm>
                  <a:off x="260632" y="6164852"/>
                  <a:ext cx="1540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1" name="Ink 80">
                  <a:extLst>
                    <a:ext uri="{FF2B5EF4-FFF2-40B4-BE49-F238E27FC236}">
                      <a16:creationId xmlns:a16="http://schemas.microsoft.com/office/drawing/2014/main" id="{03D8FC9F-225F-A54E-5A53-84FC4A94704C}"/>
                    </a:ext>
                  </a:extLst>
                </p14:cNvPr>
                <p14:cNvContentPartPr/>
                <p14:nvPr/>
              </p14:nvContentPartPr>
              <p14:xfrm>
                <a:off x="1788832" y="6167012"/>
                <a:ext cx="54720" cy="10440"/>
              </p14:xfrm>
            </p:contentPart>
          </mc:Choice>
          <mc:Fallback>
            <p:pic>
              <p:nvPicPr>
                <p:cNvPr id="81" name="Ink 80">
                  <a:extLst>
                    <a:ext uri="{FF2B5EF4-FFF2-40B4-BE49-F238E27FC236}">
                      <a16:creationId xmlns:a16="http://schemas.microsoft.com/office/drawing/2014/main" id="{03D8FC9F-225F-A54E-5A53-84FC4A94704C}"/>
                    </a:ext>
                  </a:extLst>
                </p:cNvPr>
                <p:cNvPicPr/>
                <p:nvPr/>
              </p:nvPicPr>
              <p:blipFill>
                <a:blip r:embed="rId117"/>
                <a:stretch>
                  <a:fillRect/>
                </a:stretch>
              </p:blipFill>
              <p:spPr>
                <a:xfrm>
                  <a:off x="1780192" y="6158012"/>
                  <a:ext cx="723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3" name="Ink 82">
                  <a:extLst>
                    <a:ext uri="{FF2B5EF4-FFF2-40B4-BE49-F238E27FC236}">
                      <a16:creationId xmlns:a16="http://schemas.microsoft.com/office/drawing/2014/main" id="{9AA4E734-76C6-A463-B523-8A2B432380CE}"/>
                    </a:ext>
                  </a:extLst>
                </p14:cNvPr>
                <p14:cNvContentPartPr/>
                <p14:nvPr/>
              </p14:nvContentPartPr>
              <p14:xfrm>
                <a:off x="1789912" y="6163772"/>
                <a:ext cx="130680" cy="118800"/>
              </p14:xfrm>
            </p:contentPart>
          </mc:Choice>
          <mc:Fallback>
            <p:pic>
              <p:nvPicPr>
                <p:cNvPr id="83" name="Ink 82">
                  <a:extLst>
                    <a:ext uri="{FF2B5EF4-FFF2-40B4-BE49-F238E27FC236}">
                      <a16:creationId xmlns:a16="http://schemas.microsoft.com/office/drawing/2014/main" id="{9AA4E734-76C6-A463-B523-8A2B432380CE}"/>
                    </a:ext>
                  </a:extLst>
                </p:cNvPr>
                <p:cNvPicPr/>
                <p:nvPr/>
              </p:nvPicPr>
              <p:blipFill>
                <a:blip r:embed="rId119"/>
                <a:stretch>
                  <a:fillRect/>
                </a:stretch>
              </p:blipFill>
              <p:spPr>
                <a:xfrm>
                  <a:off x="1780912" y="6154772"/>
                  <a:ext cx="1483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4" name="Ink 83">
                  <a:extLst>
                    <a:ext uri="{FF2B5EF4-FFF2-40B4-BE49-F238E27FC236}">
                      <a16:creationId xmlns:a16="http://schemas.microsoft.com/office/drawing/2014/main" id="{BEA10868-3AE4-4360-9762-B7C521B2520C}"/>
                    </a:ext>
                  </a:extLst>
                </p14:cNvPr>
                <p14:cNvContentPartPr/>
                <p14:nvPr/>
              </p14:nvContentPartPr>
              <p14:xfrm>
                <a:off x="2748952" y="5992772"/>
                <a:ext cx="124920" cy="86760"/>
              </p14:xfrm>
            </p:contentPart>
          </mc:Choice>
          <mc:Fallback>
            <p:pic>
              <p:nvPicPr>
                <p:cNvPr id="84" name="Ink 83">
                  <a:extLst>
                    <a:ext uri="{FF2B5EF4-FFF2-40B4-BE49-F238E27FC236}">
                      <a16:creationId xmlns:a16="http://schemas.microsoft.com/office/drawing/2014/main" id="{BEA10868-3AE4-4360-9762-B7C521B2520C}"/>
                    </a:ext>
                  </a:extLst>
                </p:cNvPr>
                <p:cNvPicPr/>
                <p:nvPr/>
              </p:nvPicPr>
              <p:blipFill>
                <a:blip r:embed="rId121"/>
                <a:stretch>
                  <a:fillRect/>
                </a:stretch>
              </p:blipFill>
              <p:spPr>
                <a:xfrm>
                  <a:off x="2740312" y="5983772"/>
                  <a:ext cx="14256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5" name="Ink 84">
                  <a:extLst>
                    <a:ext uri="{FF2B5EF4-FFF2-40B4-BE49-F238E27FC236}">
                      <a16:creationId xmlns:a16="http://schemas.microsoft.com/office/drawing/2014/main" id="{110921FA-3A5B-1C92-CE9A-695F1CDD7317}"/>
                    </a:ext>
                  </a:extLst>
                </p14:cNvPr>
                <p14:cNvContentPartPr/>
                <p14:nvPr/>
              </p14:nvContentPartPr>
              <p14:xfrm>
                <a:off x="2863072" y="6243332"/>
                <a:ext cx="98640" cy="74160"/>
              </p14:xfrm>
            </p:contentPart>
          </mc:Choice>
          <mc:Fallback>
            <p:pic>
              <p:nvPicPr>
                <p:cNvPr id="85" name="Ink 84">
                  <a:extLst>
                    <a:ext uri="{FF2B5EF4-FFF2-40B4-BE49-F238E27FC236}">
                      <a16:creationId xmlns:a16="http://schemas.microsoft.com/office/drawing/2014/main" id="{110921FA-3A5B-1C92-CE9A-695F1CDD7317}"/>
                    </a:ext>
                  </a:extLst>
                </p:cNvPr>
                <p:cNvPicPr/>
                <p:nvPr/>
              </p:nvPicPr>
              <p:blipFill>
                <a:blip r:embed="rId123"/>
                <a:stretch>
                  <a:fillRect/>
                </a:stretch>
              </p:blipFill>
              <p:spPr>
                <a:xfrm>
                  <a:off x="2854432" y="6234332"/>
                  <a:ext cx="1162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6" name="Ink 85">
                  <a:extLst>
                    <a:ext uri="{FF2B5EF4-FFF2-40B4-BE49-F238E27FC236}">
                      <a16:creationId xmlns:a16="http://schemas.microsoft.com/office/drawing/2014/main" id="{D108D7DB-CDAF-B59A-D7DF-454915C946E1}"/>
                    </a:ext>
                  </a:extLst>
                </p14:cNvPr>
                <p14:cNvContentPartPr/>
                <p14:nvPr/>
              </p14:nvContentPartPr>
              <p14:xfrm>
                <a:off x="2860552" y="6474092"/>
                <a:ext cx="114480" cy="92520"/>
              </p14:xfrm>
            </p:contentPart>
          </mc:Choice>
          <mc:Fallback>
            <p:pic>
              <p:nvPicPr>
                <p:cNvPr id="86" name="Ink 85">
                  <a:extLst>
                    <a:ext uri="{FF2B5EF4-FFF2-40B4-BE49-F238E27FC236}">
                      <a16:creationId xmlns:a16="http://schemas.microsoft.com/office/drawing/2014/main" id="{D108D7DB-CDAF-B59A-D7DF-454915C946E1}"/>
                    </a:ext>
                  </a:extLst>
                </p:cNvPr>
                <p:cNvPicPr/>
                <p:nvPr/>
              </p:nvPicPr>
              <p:blipFill>
                <a:blip r:embed="rId125"/>
                <a:stretch>
                  <a:fillRect/>
                </a:stretch>
              </p:blipFill>
              <p:spPr>
                <a:xfrm>
                  <a:off x="2851552" y="6465092"/>
                  <a:ext cx="13212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7" name="Ink 86">
                  <a:extLst>
                    <a:ext uri="{FF2B5EF4-FFF2-40B4-BE49-F238E27FC236}">
                      <a16:creationId xmlns:a16="http://schemas.microsoft.com/office/drawing/2014/main" id="{A80F5077-CE21-0517-2AA8-0DA753E25001}"/>
                    </a:ext>
                  </a:extLst>
                </p14:cNvPr>
                <p14:cNvContentPartPr/>
                <p14:nvPr/>
              </p14:nvContentPartPr>
              <p14:xfrm>
                <a:off x="1845352" y="6051812"/>
                <a:ext cx="927720" cy="171720"/>
              </p14:xfrm>
            </p:contentPart>
          </mc:Choice>
          <mc:Fallback>
            <p:pic>
              <p:nvPicPr>
                <p:cNvPr id="87" name="Ink 86">
                  <a:extLst>
                    <a:ext uri="{FF2B5EF4-FFF2-40B4-BE49-F238E27FC236}">
                      <a16:creationId xmlns:a16="http://schemas.microsoft.com/office/drawing/2014/main" id="{A80F5077-CE21-0517-2AA8-0DA753E25001}"/>
                    </a:ext>
                  </a:extLst>
                </p:cNvPr>
                <p:cNvPicPr/>
                <p:nvPr/>
              </p:nvPicPr>
              <p:blipFill>
                <a:blip r:embed="rId127"/>
                <a:stretch>
                  <a:fillRect/>
                </a:stretch>
              </p:blipFill>
              <p:spPr>
                <a:xfrm>
                  <a:off x="1836712" y="6043172"/>
                  <a:ext cx="94536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8" name="Ink 87">
                  <a:extLst>
                    <a:ext uri="{FF2B5EF4-FFF2-40B4-BE49-F238E27FC236}">
                      <a16:creationId xmlns:a16="http://schemas.microsoft.com/office/drawing/2014/main" id="{36DF9746-6ADF-61ED-107A-32085C2503FA}"/>
                    </a:ext>
                  </a:extLst>
                </p14:cNvPr>
                <p14:cNvContentPartPr/>
                <p14:nvPr/>
              </p14:nvContentPartPr>
              <p14:xfrm>
                <a:off x="1960192" y="6223172"/>
                <a:ext cx="957240" cy="60120"/>
              </p14:xfrm>
            </p:contentPart>
          </mc:Choice>
          <mc:Fallback>
            <p:pic>
              <p:nvPicPr>
                <p:cNvPr id="88" name="Ink 87">
                  <a:extLst>
                    <a:ext uri="{FF2B5EF4-FFF2-40B4-BE49-F238E27FC236}">
                      <a16:creationId xmlns:a16="http://schemas.microsoft.com/office/drawing/2014/main" id="{36DF9746-6ADF-61ED-107A-32085C2503FA}"/>
                    </a:ext>
                  </a:extLst>
                </p:cNvPr>
                <p:cNvPicPr/>
                <p:nvPr/>
              </p:nvPicPr>
              <p:blipFill>
                <a:blip r:embed="rId129"/>
                <a:stretch>
                  <a:fillRect/>
                </a:stretch>
              </p:blipFill>
              <p:spPr>
                <a:xfrm>
                  <a:off x="1951192" y="6214532"/>
                  <a:ext cx="97488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9" name="Ink 88">
                  <a:extLst>
                    <a:ext uri="{FF2B5EF4-FFF2-40B4-BE49-F238E27FC236}">
                      <a16:creationId xmlns:a16="http://schemas.microsoft.com/office/drawing/2014/main" id="{AF5FCCD9-417B-920B-AA40-3784CABDA076}"/>
                    </a:ext>
                  </a:extLst>
                </p14:cNvPr>
                <p14:cNvContentPartPr/>
                <p14:nvPr/>
              </p14:nvContentPartPr>
              <p14:xfrm>
                <a:off x="1994392" y="6288692"/>
                <a:ext cx="12240" cy="360"/>
              </p14:xfrm>
            </p:contentPart>
          </mc:Choice>
          <mc:Fallback>
            <p:pic>
              <p:nvPicPr>
                <p:cNvPr id="89" name="Ink 88">
                  <a:extLst>
                    <a:ext uri="{FF2B5EF4-FFF2-40B4-BE49-F238E27FC236}">
                      <a16:creationId xmlns:a16="http://schemas.microsoft.com/office/drawing/2014/main" id="{AF5FCCD9-417B-920B-AA40-3784CABDA076}"/>
                    </a:ext>
                  </a:extLst>
                </p:cNvPr>
                <p:cNvPicPr/>
                <p:nvPr/>
              </p:nvPicPr>
              <p:blipFill>
                <a:blip r:embed="rId131"/>
                <a:stretch>
                  <a:fillRect/>
                </a:stretch>
              </p:blipFill>
              <p:spPr>
                <a:xfrm>
                  <a:off x="1985752" y="6280052"/>
                  <a:ext cx="298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0" name="Ink 89">
                  <a:extLst>
                    <a:ext uri="{FF2B5EF4-FFF2-40B4-BE49-F238E27FC236}">
                      <a16:creationId xmlns:a16="http://schemas.microsoft.com/office/drawing/2014/main" id="{F1592DA7-4F95-6D9D-7E5C-6D6444D04BA9}"/>
                    </a:ext>
                  </a:extLst>
                </p14:cNvPr>
                <p14:cNvContentPartPr/>
                <p14:nvPr/>
              </p14:nvContentPartPr>
              <p14:xfrm>
                <a:off x="1986472" y="6288692"/>
                <a:ext cx="970560" cy="263160"/>
              </p14:xfrm>
            </p:contentPart>
          </mc:Choice>
          <mc:Fallback>
            <p:pic>
              <p:nvPicPr>
                <p:cNvPr id="90" name="Ink 89">
                  <a:extLst>
                    <a:ext uri="{FF2B5EF4-FFF2-40B4-BE49-F238E27FC236}">
                      <a16:creationId xmlns:a16="http://schemas.microsoft.com/office/drawing/2014/main" id="{F1592DA7-4F95-6D9D-7E5C-6D6444D04BA9}"/>
                    </a:ext>
                  </a:extLst>
                </p:cNvPr>
                <p:cNvPicPr/>
                <p:nvPr/>
              </p:nvPicPr>
              <p:blipFill>
                <a:blip r:embed="rId133"/>
                <a:stretch>
                  <a:fillRect/>
                </a:stretch>
              </p:blipFill>
              <p:spPr>
                <a:xfrm>
                  <a:off x="1977832" y="6280052"/>
                  <a:ext cx="98820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2" name="Ink 91">
                  <a:extLst>
                    <a:ext uri="{FF2B5EF4-FFF2-40B4-BE49-F238E27FC236}">
                      <a16:creationId xmlns:a16="http://schemas.microsoft.com/office/drawing/2014/main" id="{16510FA1-8EC6-DAE6-E6A9-22E6DE6C8910}"/>
                    </a:ext>
                  </a:extLst>
                </p14:cNvPr>
                <p14:cNvContentPartPr/>
                <p14:nvPr/>
              </p14:nvContentPartPr>
              <p14:xfrm>
                <a:off x="1824112" y="6403172"/>
                <a:ext cx="116640" cy="96480"/>
              </p14:xfrm>
            </p:contentPart>
          </mc:Choice>
          <mc:Fallback>
            <p:pic>
              <p:nvPicPr>
                <p:cNvPr id="92" name="Ink 91">
                  <a:extLst>
                    <a:ext uri="{FF2B5EF4-FFF2-40B4-BE49-F238E27FC236}">
                      <a16:creationId xmlns:a16="http://schemas.microsoft.com/office/drawing/2014/main" id="{16510FA1-8EC6-DAE6-E6A9-22E6DE6C8910}"/>
                    </a:ext>
                  </a:extLst>
                </p:cNvPr>
                <p:cNvPicPr/>
                <p:nvPr/>
              </p:nvPicPr>
              <p:blipFill>
                <a:blip r:embed="rId135"/>
                <a:stretch>
                  <a:fillRect/>
                </a:stretch>
              </p:blipFill>
              <p:spPr>
                <a:xfrm>
                  <a:off x="1815112" y="6394172"/>
                  <a:ext cx="13428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93" name="Ink 92">
                  <a:extLst>
                    <a:ext uri="{FF2B5EF4-FFF2-40B4-BE49-F238E27FC236}">
                      <a16:creationId xmlns:a16="http://schemas.microsoft.com/office/drawing/2014/main" id="{0E6B32D6-14B6-190E-436D-9E04ADF280EB}"/>
                    </a:ext>
                  </a:extLst>
                </p14:cNvPr>
                <p14:cNvContentPartPr/>
                <p14:nvPr/>
              </p14:nvContentPartPr>
              <p14:xfrm>
                <a:off x="1879912" y="6139292"/>
                <a:ext cx="890280" cy="334080"/>
              </p14:xfrm>
            </p:contentPart>
          </mc:Choice>
          <mc:Fallback>
            <p:pic>
              <p:nvPicPr>
                <p:cNvPr id="93" name="Ink 92">
                  <a:extLst>
                    <a:ext uri="{FF2B5EF4-FFF2-40B4-BE49-F238E27FC236}">
                      <a16:creationId xmlns:a16="http://schemas.microsoft.com/office/drawing/2014/main" id="{0E6B32D6-14B6-190E-436D-9E04ADF280EB}"/>
                    </a:ext>
                  </a:extLst>
                </p:cNvPr>
                <p:cNvPicPr/>
                <p:nvPr/>
              </p:nvPicPr>
              <p:blipFill>
                <a:blip r:embed="rId137"/>
                <a:stretch>
                  <a:fillRect/>
                </a:stretch>
              </p:blipFill>
              <p:spPr>
                <a:xfrm>
                  <a:off x="1870912" y="6130292"/>
                  <a:ext cx="90792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94" name="Ink 93">
                  <a:extLst>
                    <a:ext uri="{FF2B5EF4-FFF2-40B4-BE49-F238E27FC236}">
                      <a16:creationId xmlns:a16="http://schemas.microsoft.com/office/drawing/2014/main" id="{4AFEFBB7-F817-AE9D-C351-449FFF46395D}"/>
                    </a:ext>
                  </a:extLst>
                </p14:cNvPr>
                <p14:cNvContentPartPr/>
                <p14:nvPr/>
              </p14:nvContentPartPr>
              <p14:xfrm>
                <a:off x="1940392" y="6222812"/>
                <a:ext cx="816840" cy="270360"/>
              </p14:xfrm>
            </p:contentPart>
          </mc:Choice>
          <mc:Fallback>
            <p:pic>
              <p:nvPicPr>
                <p:cNvPr id="94" name="Ink 93">
                  <a:extLst>
                    <a:ext uri="{FF2B5EF4-FFF2-40B4-BE49-F238E27FC236}">
                      <a16:creationId xmlns:a16="http://schemas.microsoft.com/office/drawing/2014/main" id="{4AFEFBB7-F817-AE9D-C351-449FFF46395D}"/>
                    </a:ext>
                  </a:extLst>
                </p:cNvPr>
                <p:cNvPicPr/>
                <p:nvPr/>
              </p:nvPicPr>
              <p:blipFill>
                <a:blip r:embed="rId139"/>
                <a:stretch>
                  <a:fillRect/>
                </a:stretch>
              </p:blipFill>
              <p:spPr>
                <a:xfrm>
                  <a:off x="1931752" y="6214172"/>
                  <a:ext cx="8344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5" name="Ink 94">
                  <a:extLst>
                    <a:ext uri="{FF2B5EF4-FFF2-40B4-BE49-F238E27FC236}">
                      <a16:creationId xmlns:a16="http://schemas.microsoft.com/office/drawing/2014/main" id="{2B9928E2-C468-3D62-3776-F2D16638C62D}"/>
                    </a:ext>
                  </a:extLst>
                </p14:cNvPr>
                <p14:cNvContentPartPr/>
                <p14:nvPr/>
              </p14:nvContentPartPr>
              <p14:xfrm>
                <a:off x="1918072" y="6478772"/>
                <a:ext cx="1149840" cy="41040"/>
              </p14:xfrm>
            </p:contentPart>
          </mc:Choice>
          <mc:Fallback>
            <p:pic>
              <p:nvPicPr>
                <p:cNvPr id="95" name="Ink 94">
                  <a:extLst>
                    <a:ext uri="{FF2B5EF4-FFF2-40B4-BE49-F238E27FC236}">
                      <a16:creationId xmlns:a16="http://schemas.microsoft.com/office/drawing/2014/main" id="{2B9928E2-C468-3D62-3776-F2D16638C62D}"/>
                    </a:ext>
                  </a:extLst>
                </p:cNvPr>
                <p:cNvPicPr/>
                <p:nvPr/>
              </p:nvPicPr>
              <p:blipFill>
                <a:blip r:embed="rId141"/>
                <a:stretch>
                  <a:fillRect/>
                </a:stretch>
              </p:blipFill>
              <p:spPr>
                <a:xfrm>
                  <a:off x="1909072" y="6469772"/>
                  <a:ext cx="116748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7" name="Ink 96">
                  <a:extLst>
                    <a:ext uri="{FF2B5EF4-FFF2-40B4-BE49-F238E27FC236}">
                      <a16:creationId xmlns:a16="http://schemas.microsoft.com/office/drawing/2014/main" id="{0E540D48-1E1E-E1A7-BBE9-78FD25F2992C}"/>
                    </a:ext>
                  </a:extLst>
                </p14:cNvPr>
                <p14:cNvContentPartPr/>
                <p14:nvPr/>
              </p14:nvContentPartPr>
              <p14:xfrm>
                <a:off x="3939112" y="5790092"/>
                <a:ext cx="408960" cy="182160"/>
              </p14:xfrm>
            </p:contentPart>
          </mc:Choice>
          <mc:Fallback>
            <p:pic>
              <p:nvPicPr>
                <p:cNvPr id="97" name="Ink 96">
                  <a:extLst>
                    <a:ext uri="{FF2B5EF4-FFF2-40B4-BE49-F238E27FC236}">
                      <a16:creationId xmlns:a16="http://schemas.microsoft.com/office/drawing/2014/main" id="{0E540D48-1E1E-E1A7-BBE9-78FD25F2992C}"/>
                    </a:ext>
                  </a:extLst>
                </p:cNvPr>
                <p:cNvPicPr/>
                <p:nvPr/>
              </p:nvPicPr>
              <p:blipFill>
                <a:blip r:embed="rId143"/>
                <a:stretch>
                  <a:fillRect/>
                </a:stretch>
              </p:blipFill>
              <p:spPr>
                <a:xfrm>
                  <a:off x="3930112" y="5781092"/>
                  <a:ext cx="42660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98" name="Ink 97">
                  <a:extLst>
                    <a:ext uri="{FF2B5EF4-FFF2-40B4-BE49-F238E27FC236}">
                      <a16:creationId xmlns:a16="http://schemas.microsoft.com/office/drawing/2014/main" id="{A5BB2C71-3F63-4CB1-62C4-D276B5B7E937}"/>
                    </a:ext>
                  </a:extLst>
                </p14:cNvPr>
                <p14:cNvContentPartPr/>
                <p14:nvPr/>
              </p14:nvContentPartPr>
              <p14:xfrm>
                <a:off x="4413952" y="5818892"/>
                <a:ext cx="15840" cy="114840"/>
              </p14:xfrm>
            </p:contentPart>
          </mc:Choice>
          <mc:Fallback>
            <p:pic>
              <p:nvPicPr>
                <p:cNvPr id="98" name="Ink 97">
                  <a:extLst>
                    <a:ext uri="{FF2B5EF4-FFF2-40B4-BE49-F238E27FC236}">
                      <a16:creationId xmlns:a16="http://schemas.microsoft.com/office/drawing/2014/main" id="{A5BB2C71-3F63-4CB1-62C4-D276B5B7E937}"/>
                    </a:ext>
                  </a:extLst>
                </p:cNvPr>
                <p:cNvPicPr/>
                <p:nvPr/>
              </p:nvPicPr>
              <p:blipFill>
                <a:blip r:embed="rId145"/>
                <a:stretch>
                  <a:fillRect/>
                </a:stretch>
              </p:blipFill>
              <p:spPr>
                <a:xfrm>
                  <a:off x="4404952" y="5809892"/>
                  <a:ext cx="334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9" name="Ink 98">
                  <a:extLst>
                    <a:ext uri="{FF2B5EF4-FFF2-40B4-BE49-F238E27FC236}">
                      <a16:creationId xmlns:a16="http://schemas.microsoft.com/office/drawing/2014/main" id="{171C1709-29DE-0C42-FC14-4B810018344D}"/>
                    </a:ext>
                  </a:extLst>
                </p14:cNvPr>
                <p14:cNvContentPartPr/>
                <p14:nvPr/>
              </p14:nvContentPartPr>
              <p14:xfrm>
                <a:off x="4439872" y="5705852"/>
                <a:ext cx="20880" cy="9360"/>
              </p14:xfrm>
            </p:contentPart>
          </mc:Choice>
          <mc:Fallback>
            <p:pic>
              <p:nvPicPr>
                <p:cNvPr id="99" name="Ink 98">
                  <a:extLst>
                    <a:ext uri="{FF2B5EF4-FFF2-40B4-BE49-F238E27FC236}">
                      <a16:creationId xmlns:a16="http://schemas.microsoft.com/office/drawing/2014/main" id="{171C1709-29DE-0C42-FC14-4B810018344D}"/>
                    </a:ext>
                  </a:extLst>
                </p:cNvPr>
                <p:cNvPicPr/>
                <p:nvPr/>
              </p:nvPicPr>
              <p:blipFill>
                <a:blip r:embed="rId147"/>
                <a:stretch>
                  <a:fillRect/>
                </a:stretch>
              </p:blipFill>
              <p:spPr>
                <a:xfrm>
                  <a:off x="4430872" y="5697212"/>
                  <a:ext cx="3852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0" name="Ink 99">
                  <a:extLst>
                    <a:ext uri="{FF2B5EF4-FFF2-40B4-BE49-F238E27FC236}">
                      <a16:creationId xmlns:a16="http://schemas.microsoft.com/office/drawing/2014/main" id="{F1581FF7-2325-B87A-688F-F4D8E12CFDC1}"/>
                    </a:ext>
                  </a:extLst>
                </p14:cNvPr>
                <p14:cNvContentPartPr/>
                <p14:nvPr/>
              </p14:nvContentPartPr>
              <p14:xfrm>
                <a:off x="4466512" y="5843012"/>
                <a:ext cx="128160" cy="123480"/>
              </p14:xfrm>
            </p:contentPart>
          </mc:Choice>
          <mc:Fallback>
            <p:pic>
              <p:nvPicPr>
                <p:cNvPr id="100" name="Ink 99">
                  <a:extLst>
                    <a:ext uri="{FF2B5EF4-FFF2-40B4-BE49-F238E27FC236}">
                      <a16:creationId xmlns:a16="http://schemas.microsoft.com/office/drawing/2014/main" id="{F1581FF7-2325-B87A-688F-F4D8E12CFDC1}"/>
                    </a:ext>
                  </a:extLst>
                </p:cNvPr>
                <p:cNvPicPr/>
                <p:nvPr/>
              </p:nvPicPr>
              <p:blipFill>
                <a:blip r:embed="rId149"/>
                <a:stretch>
                  <a:fillRect/>
                </a:stretch>
              </p:blipFill>
              <p:spPr>
                <a:xfrm>
                  <a:off x="4457512" y="5834372"/>
                  <a:ext cx="14580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01" name="Ink 100">
                  <a:extLst>
                    <a:ext uri="{FF2B5EF4-FFF2-40B4-BE49-F238E27FC236}">
                      <a16:creationId xmlns:a16="http://schemas.microsoft.com/office/drawing/2014/main" id="{17CA17ED-3E99-2E12-322C-41407FE18EEA}"/>
                    </a:ext>
                  </a:extLst>
                </p14:cNvPr>
                <p14:cNvContentPartPr/>
                <p14:nvPr/>
              </p14:nvContentPartPr>
              <p14:xfrm>
                <a:off x="4499992" y="5783972"/>
                <a:ext cx="131400" cy="158760"/>
              </p14:xfrm>
            </p:contentPart>
          </mc:Choice>
          <mc:Fallback>
            <p:pic>
              <p:nvPicPr>
                <p:cNvPr id="101" name="Ink 100">
                  <a:extLst>
                    <a:ext uri="{FF2B5EF4-FFF2-40B4-BE49-F238E27FC236}">
                      <a16:creationId xmlns:a16="http://schemas.microsoft.com/office/drawing/2014/main" id="{17CA17ED-3E99-2E12-322C-41407FE18EEA}"/>
                    </a:ext>
                  </a:extLst>
                </p:cNvPr>
                <p:cNvPicPr/>
                <p:nvPr/>
              </p:nvPicPr>
              <p:blipFill>
                <a:blip r:embed="rId151"/>
                <a:stretch>
                  <a:fillRect/>
                </a:stretch>
              </p:blipFill>
              <p:spPr>
                <a:xfrm>
                  <a:off x="4490992" y="5775332"/>
                  <a:ext cx="14904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02" name="Ink 101">
                  <a:extLst>
                    <a:ext uri="{FF2B5EF4-FFF2-40B4-BE49-F238E27FC236}">
                      <a16:creationId xmlns:a16="http://schemas.microsoft.com/office/drawing/2014/main" id="{139D79F7-0FA7-64A3-2C64-225E7585155F}"/>
                    </a:ext>
                  </a:extLst>
                </p14:cNvPr>
                <p14:cNvContentPartPr/>
                <p14:nvPr/>
              </p14:nvContentPartPr>
              <p14:xfrm>
                <a:off x="4716712" y="5810252"/>
                <a:ext cx="15840" cy="137880"/>
              </p14:xfrm>
            </p:contentPart>
          </mc:Choice>
          <mc:Fallback>
            <p:pic>
              <p:nvPicPr>
                <p:cNvPr id="102" name="Ink 101">
                  <a:extLst>
                    <a:ext uri="{FF2B5EF4-FFF2-40B4-BE49-F238E27FC236}">
                      <a16:creationId xmlns:a16="http://schemas.microsoft.com/office/drawing/2014/main" id="{139D79F7-0FA7-64A3-2C64-225E7585155F}"/>
                    </a:ext>
                  </a:extLst>
                </p:cNvPr>
                <p:cNvPicPr/>
                <p:nvPr/>
              </p:nvPicPr>
              <p:blipFill>
                <a:blip r:embed="rId153"/>
                <a:stretch>
                  <a:fillRect/>
                </a:stretch>
              </p:blipFill>
              <p:spPr>
                <a:xfrm>
                  <a:off x="4707712" y="5801612"/>
                  <a:ext cx="3348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3" name="Ink 102">
                  <a:extLst>
                    <a:ext uri="{FF2B5EF4-FFF2-40B4-BE49-F238E27FC236}">
                      <a16:creationId xmlns:a16="http://schemas.microsoft.com/office/drawing/2014/main" id="{8322D317-4840-CA7B-B910-03E6C70D826A}"/>
                    </a:ext>
                  </a:extLst>
                </p14:cNvPr>
                <p14:cNvContentPartPr/>
                <p14:nvPr/>
              </p14:nvContentPartPr>
              <p14:xfrm>
                <a:off x="4741552" y="5720612"/>
                <a:ext cx="8280" cy="29520"/>
              </p14:xfrm>
            </p:contentPart>
          </mc:Choice>
          <mc:Fallback>
            <p:pic>
              <p:nvPicPr>
                <p:cNvPr id="103" name="Ink 102">
                  <a:extLst>
                    <a:ext uri="{FF2B5EF4-FFF2-40B4-BE49-F238E27FC236}">
                      <a16:creationId xmlns:a16="http://schemas.microsoft.com/office/drawing/2014/main" id="{8322D317-4840-CA7B-B910-03E6C70D826A}"/>
                    </a:ext>
                  </a:extLst>
                </p:cNvPr>
                <p:cNvPicPr/>
                <p:nvPr/>
              </p:nvPicPr>
              <p:blipFill>
                <a:blip r:embed="rId155"/>
                <a:stretch>
                  <a:fillRect/>
                </a:stretch>
              </p:blipFill>
              <p:spPr>
                <a:xfrm>
                  <a:off x="4732912" y="5711612"/>
                  <a:ext cx="2592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4" name="Ink 103">
                  <a:extLst>
                    <a:ext uri="{FF2B5EF4-FFF2-40B4-BE49-F238E27FC236}">
                      <a16:creationId xmlns:a16="http://schemas.microsoft.com/office/drawing/2014/main" id="{D9A6DCB7-10EC-7325-FEA1-1D9ED6DACBD1}"/>
                    </a:ext>
                  </a:extLst>
                </p14:cNvPr>
                <p14:cNvContentPartPr/>
                <p14:nvPr/>
              </p14:nvContentPartPr>
              <p14:xfrm>
                <a:off x="4749472" y="5837612"/>
                <a:ext cx="275760" cy="167040"/>
              </p14:xfrm>
            </p:contentPart>
          </mc:Choice>
          <mc:Fallback>
            <p:pic>
              <p:nvPicPr>
                <p:cNvPr id="104" name="Ink 103">
                  <a:extLst>
                    <a:ext uri="{FF2B5EF4-FFF2-40B4-BE49-F238E27FC236}">
                      <a16:creationId xmlns:a16="http://schemas.microsoft.com/office/drawing/2014/main" id="{D9A6DCB7-10EC-7325-FEA1-1D9ED6DACBD1}"/>
                    </a:ext>
                  </a:extLst>
                </p:cNvPr>
                <p:cNvPicPr/>
                <p:nvPr/>
              </p:nvPicPr>
              <p:blipFill>
                <a:blip r:embed="rId157"/>
                <a:stretch>
                  <a:fillRect/>
                </a:stretch>
              </p:blipFill>
              <p:spPr>
                <a:xfrm>
                  <a:off x="4740832" y="5828612"/>
                  <a:ext cx="29340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05" name="Ink 104">
                  <a:extLst>
                    <a:ext uri="{FF2B5EF4-FFF2-40B4-BE49-F238E27FC236}">
                      <a16:creationId xmlns:a16="http://schemas.microsoft.com/office/drawing/2014/main" id="{4036C250-1991-2F5C-AA0A-6D1105D945EF}"/>
                    </a:ext>
                  </a:extLst>
                </p14:cNvPr>
                <p14:cNvContentPartPr/>
                <p14:nvPr/>
              </p14:nvContentPartPr>
              <p14:xfrm>
                <a:off x="5019472" y="5792612"/>
                <a:ext cx="121680" cy="250200"/>
              </p14:xfrm>
            </p:contentPart>
          </mc:Choice>
          <mc:Fallback>
            <p:pic>
              <p:nvPicPr>
                <p:cNvPr id="105" name="Ink 104">
                  <a:extLst>
                    <a:ext uri="{FF2B5EF4-FFF2-40B4-BE49-F238E27FC236}">
                      <a16:creationId xmlns:a16="http://schemas.microsoft.com/office/drawing/2014/main" id="{4036C250-1991-2F5C-AA0A-6D1105D945EF}"/>
                    </a:ext>
                  </a:extLst>
                </p:cNvPr>
                <p:cNvPicPr/>
                <p:nvPr/>
              </p:nvPicPr>
              <p:blipFill>
                <a:blip r:embed="rId159"/>
                <a:stretch>
                  <a:fillRect/>
                </a:stretch>
              </p:blipFill>
              <p:spPr>
                <a:xfrm>
                  <a:off x="5010832" y="5783972"/>
                  <a:ext cx="13932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06" name="Ink 105">
                  <a:extLst>
                    <a:ext uri="{FF2B5EF4-FFF2-40B4-BE49-F238E27FC236}">
                      <a16:creationId xmlns:a16="http://schemas.microsoft.com/office/drawing/2014/main" id="{28101D4E-3C96-1402-EA79-5FD67803EF42}"/>
                    </a:ext>
                  </a:extLst>
                </p14:cNvPr>
                <p14:cNvContentPartPr/>
                <p14:nvPr/>
              </p14:nvContentPartPr>
              <p14:xfrm>
                <a:off x="3794392" y="5850572"/>
                <a:ext cx="144720" cy="367920"/>
              </p14:xfrm>
            </p:contentPart>
          </mc:Choice>
          <mc:Fallback>
            <p:pic>
              <p:nvPicPr>
                <p:cNvPr id="106" name="Ink 105">
                  <a:extLst>
                    <a:ext uri="{FF2B5EF4-FFF2-40B4-BE49-F238E27FC236}">
                      <a16:creationId xmlns:a16="http://schemas.microsoft.com/office/drawing/2014/main" id="{28101D4E-3C96-1402-EA79-5FD67803EF42}"/>
                    </a:ext>
                  </a:extLst>
                </p:cNvPr>
                <p:cNvPicPr/>
                <p:nvPr/>
              </p:nvPicPr>
              <p:blipFill>
                <a:blip r:embed="rId161"/>
                <a:stretch>
                  <a:fillRect/>
                </a:stretch>
              </p:blipFill>
              <p:spPr>
                <a:xfrm>
                  <a:off x="3785752" y="5841572"/>
                  <a:ext cx="162360" cy="3855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08" name="Ink 107">
                  <a:extLst>
                    <a:ext uri="{FF2B5EF4-FFF2-40B4-BE49-F238E27FC236}">
                      <a16:creationId xmlns:a16="http://schemas.microsoft.com/office/drawing/2014/main" id="{941AE589-1CD7-9FA3-AE59-DB0129DBD26E}"/>
                    </a:ext>
                  </a:extLst>
                </p14:cNvPr>
                <p14:cNvContentPartPr/>
                <p14:nvPr/>
              </p14:nvContentPartPr>
              <p14:xfrm>
                <a:off x="1612792" y="5611172"/>
                <a:ext cx="381240" cy="2880"/>
              </p14:xfrm>
            </p:contentPart>
          </mc:Choice>
          <mc:Fallback>
            <p:pic>
              <p:nvPicPr>
                <p:cNvPr id="108" name="Ink 107">
                  <a:extLst>
                    <a:ext uri="{FF2B5EF4-FFF2-40B4-BE49-F238E27FC236}">
                      <a16:creationId xmlns:a16="http://schemas.microsoft.com/office/drawing/2014/main" id="{941AE589-1CD7-9FA3-AE59-DB0129DBD26E}"/>
                    </a:ext>
                  </a:extLst>
                </p:cNvPr>
                <p:cNvPicPr/>
                <p:nvPr/>
              </p:nvPicPr>
              <p:blipFill>
                <a:blip r:embed="rId163"/>
                <a:stretch>
                  <a:fillRect/>
                </a:stretch>
              </p:blipFill>
              <p:spPr>
                <a:xfrm>
                  <a:off x="1603792" y="5602172"/>
                  <a:ext cx="3988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09" name="Ink 108">
                  <a:extLst>
                    <a:ext uri="{FF2B5EF4-FFF2-40B4-BE49-F238E27FC236}">
                      <a16:creationId xmlns:a16="http://schemas.microsoft.com/office/drawing/2014/main" id="{25B3E97A-B46D-A4C5-8FAE-4375455AB9BF}"/>
                    </a:ext>
                  </a:extLst>
                </p14:cNvPr>
                <p14:cNvContentPartPr/>
                <p14:nvPr/>
              </p14:nvContentPartPr>
              <p14:xfrm>
                <a:off x="1700992" y="5696132"/>
                <a:ext cx="352080" cy="26640"/>
              </p14:xfrm>
            </p:contentPart>
          </mc:Choice>
          <mc:Fallback>
            <p:pic>
              <p:nvPicPr>
                <p:cNvPr id="109" name="Ink 108">
                  <a:extLst>
                    <a:ext uri="{FF2B5EF4-FFF2-40B4-BE49-F238E27FC236}">
                      <a16:creationId xmlns:a16="http://schemas.microsoft.com/office/drawing/2014/main" id="{25B3E97A-B46D-A4C5-8FAE-4375455AB9BF}"/>
                    </a:ext>
                  </a:extLst>
                </p:cNvPr>
                <p:cNvPicPr/>
                <p:nvPr/>
              </p:nvPicPr>
              <p:blipFill>
                <a:blip r:embed="rId165"/>
                <a:stretch>
                  <a:fillRect/>
                </a:stretch>
              </p:blipFill>
              <p:spPr>
                <a:xfrm>
                  <a:off x="1692352" y="5687132"/>
                  <a:ext cx="36972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57" name="Ink 56">
                  <a:extLst>
                    <a:ext uri="{FF2B5EF4-FFF2-40B4-BE49-F238E27FC236}">
                      <a16:creationId xmlns:a16="http://schemas.microsoft.com/office/drawing/2014/main" id="{1482E84E-6C83-3949-A5CC-0E815F8C7730}"/>
                    </a:ext>
                  </a:extLst>
                </p14:cNvPr>
                <p14:cNvContentPartPr/>
                <p14:nvPr/>
              </p14:nvContentPartPr>
              <p14:xfrm>
                <a:off x="1381312" y="5314892"/>
                <a:ext cx="14040" cy="236880"/>
              </p14:xfrm>
            </p:contentPart>
          </mc:Choice>
          <mc:Fallback>
            <p:pic>
              <p:nvPicPr>
                <p:cNvPr id="57" name="Ink 56">
                  <a:extLst>
                    <a:ext uri="{FF2B5EF4-FFF2-40B4-BE49-F238E27FC236}">
                      <a16:creationId xmlns:a16="http://schemas.microsoft.com/office/drawing/2014/main" id="{1482E84E-6C83-3949-A5CC-0E815F8C7730}"/>
                    </a:ext>
                  </a:extLst>
                </p:cNvPr>
                <p:cNvPicPr/>
                <p:nvPr/>
              </p:nvPicPr>
              <p:blipFill>
                <a:blip r:embed="rId167"/>
                <a:stretch>
                  <a:fillRect/>
                </a:stretch>
              </p:blipFill>
              <p:spPr>
                <a:xfrm>
                  <a:off x="1372672" y="5306252"/>
                  <a:ext cx="316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58" name="Ink 57">
                  <a:extLst>
                    <a:ext uri="{FF2B5EF4-FFF2-40B4-BE49-F238E27FC236}">
                      <a16:creationId xmlns:a16="http://schemas.microsoft.com/office/drawing/2014/main" id="{72E1D4BC-5133-ED21-C82C-0F89EE67798E}"/>
                    </a:ext>
                  </a:extLst>
                </p14:cNvPr>
                <p14:cNvContentPartPr/>
                <p14:nvPr/>
              </p14:nvContentPartPr>
              <p14:xfrm>
                <a:off x="1355752" y="5066852"/>
                <a:ext cx="170640" cy="300600"/>
              </p14:xfrm>
            </p:contentPart>
          </mc:Choice>
          <mc:Fallback>
            <p:pic>
              <p:nvPicPr>
                <p:cNvPr id="58" name="Ink 57">
                  <a:extLst>
                    <a:ext uri="{FF2B5EF4-FFF2-40B4-BE49-F238E27FC236}">
                      <a16:creationId xmlns:a16="http://schemas.microsoft.com/office/drawing/2014/main" id="{72E1D4BC-5133-ED21-C82C-0F89EE67798E}"/>
                    </a:ext>
                  </a:extLst>
                </p:cNvPr>
                <p:cNvPicPr/>
                <p:nvPr/>
              </p:nvPicPr>
              <p:blipFill>
                <a:blip r:embed="rId169"/>
                <a:stretch>
                  <a:fillRect/>
                </a:stretch>
              </p:blipFill>
              <p:spPr>
                <a:xfrm>
                  <a:off x="1347112" y="5057852"/>
                  <a:ext cx="18828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59" name="Ink 58">
                  <a:extLst>
                    <a:ext uri="{FF2B5EF4-FFF2-40B4-BE49-F238E27FC236}">
                      <a16:creationId xmlns:a16="http://schemas.microsoft.com/office/drawing/2014/main" id="{056A5486-F9E6-06BC-A516-918ACC26EEFF}"/>
                    </a:ext>
                  </a:extLst>
                </p14:cNvPr>
                <p14:cNvContentPartPr/>
                <p14:nvPr/>
              </p14:nvContentPartPr>
              <p14:xfrm>
                <a:off x="1552312" y="5325692"/>
                <a:ext cx="130320" cy="142200"/>
              </p14:xfrm>
            </p:contentPart>
          </mc:Choice>
          <mc:Fallback>
            <p:pic>
              <p:nvPicPr>
                <p:cNvPr id="59" name="Ink 58">
                  <a:extLst>
                    <a:ext uri="{FF2B5EF4-FFF2-40B4-BE49-F238E27FC236}">
                      <a16:creationId xmlns:a16="http://schemas.microsoft.com/office/drawing/2014/main" id="{056A5486-F9E6-06BC-A516-918ACC26EEFF}"/>
                    </a:ext>
                  </a:extLst>
                </p:cNvPr>
                <p:cNvPicPr/>
                <p:nvPr/>
              </p:nvPicPr>
              <p:blipFill>
                <a:blip r:embed="rId171"/>
                <a:stretch>
                  <a:fillRect/>
                </a:stretch>
              </p:blipFill>
              <p:spPr>
                <a:xfrm>
                  <a:off x="1543312" y="5316692"/>
                  <a:ext cx="14796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60" name="Ink 59">
                  <a:extLst>
                    <a:ext uri="{FF2B5EF4-FFF2-40B4-BE49-F238E27FC236}">
                      <a16:creationId xmlns:a16="http://schemas.microsoft.com/office/drawing/2014/main" id="{369E34B2-7026-73E8-8A31-F6AF22DAB16D}"/>
                    </a:ext>
                  </a:extLst>
                </p14:cNvPr>
                <p14:cNvContentPartPr/>
                <p14:nvPr/>
              </p14:nvContentPartPr>
              <p14:xfrm>
                <a:off x="1749592" y="5168732"/>
                <a:ext cx="407160" cy="307080"/>
              </p14:xfrm>
            </p:contentPart>
          </mc:Choice>
          <mc:Fallback>
            <p:pic>
              <p:nvPicPr>
                <p:cNvPr id="60" name="Ink 59">
                  <a:extLst>
                    <a:ext uri="{FF2B5EF4-FFF2-40B4-BE49-F238E27FC236}">
                      <a16:creationId xmlns:a16="http://schemas.microsoft.com/office/drawing/2014/main" id="{369E34B2-7026-73E8-8A31-F6AF22DAB16D}"/>
                    </a:ext>
                  </a:extLst>
                </p:cNvPr>
                <p:cNvPicPr/>
                <p:nvPr/>
              </p:nvPicPr>
              <p:blipFill>
                <a:blip r:embed="rId173"/>
                <a:stretch>
                  <a:fillRect/>
                </a:stretch>
              </p:blipFill>
              <p:spPr>
                <a:xfrm>
                  <a:off x="1740592" y="5160092"/>
                  <a:ext cx="424800" cy="3247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61" name="Ink 60">
                  <a:extLst>
                    <a:ext uri="{FF2B5EF4-FFF2-40B4-BE49-F238E27FC236}">
                      <a16:creationId xmlns:a16="http://schemas.microsoft.com/office/drawing/2014/main" id="{E91F0C66-7AEC-307B-994D-98B7AC0ABADA}"/>
                    </a:ext>
                  </a:extLst>
                </p14:cNvPr>
                <p14:cNvContentPartPr/>
                <p14:nvPr/>
              </p14:nvContentPartPr>
              <p14:xfrm>
                <a:off x="2465992" y="5363132"/>
                <a:ext cx="74160" cy="65160"/>
              </p14:xfrm>
            </p:contentPart>
          </mc:Choice>
          <mc:Fallback>
            <p:pic>
              <p:nvPicPr>
                <p:cNvPr id="61" name="Ink 60">
                  <a:extLst>
                    <a:ext uri="{FF2B5EF4-FFF2-40B4-BE49-F238E27FC236}">
                      <a16:creationId xmlns:a16="http://schemas.microsoft.com/office/drawing/2014/main" id="{E91F0C66-7AEC-307B-994D-98B7AC0ABADA}"/>
                    </a:ext>
                  </a:extLst>
                </p:cNvPr>
                <p:cNvPicPr/>
                <p:nvPr/>
              </p:nvPicPr>
              <p:blipFill>
                <a:blip r:embed="rId175"/>
                <a:stretch>
                  <a:fillRect/>
                </a:stretch>
              </p:blipFill>
              <p:spPr>
                <a:xfrm>
                  <a:off x="2457352" y="5354492"/>
                  <a:ext cx="9180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62" name="Ink 61">
                  <a:extLst>
                    <a:ext uri="{FF2B5EF4-FFF2-40B4-BE49-F238E27FC236}">
                      <a16:creationId xmlns:a16="http://schemas.microsoft.com/office/drawing/2014/main" id="{BCA6F05C-5FF3-88AE-BA18-C06E48C4597F}"/>
                    </a:ext>
                  </a:extLst>
                </p14:cNvPr>
                <p14:cNvContentPartPr/>
                <p14:nvPr/>
              </p14:nvContentPartPr>
              <p14:xfrm>
                <a:off x="2360872" y="5251892"/>
                <a:ext cx="311040" cy="301320"/>
              </p14:xfrm>
            </p:contentPart>
          </mc:Choice>
          <mc:Fallback>
            <p:pic>
              <p:nvPicPr>
                <p:cNvPr id="62" name="Ink 61">
                  <a:extLst>
                    <a:ext uri="{FF2B5EF4-FFF2-40B4-BE49-F238E27FC236}">
                      <a16:creationId xmlns:a16="http://schemas.microsoft.com/office/drawing/2014/main" id="{BCA6F05C-5FF3-88AE-BA18-C06E48C4597F}"/>
                    </a:ext>
                  </a:extLst>
                </p:cNvPr>
                <p:cNvPicPr/>
                <p:nvPr/>
              </p:nvPicPr>
              <p:blipFill>
                <a:blip r:embed="rId177"/>
                <a:stretch>
                  <a:fillRect/>
                </a:stretch>
              </p:blipFill>
              <p:spPr>
                <a:xfrm>
                  <a:off x="2352232" y="5242892"/>
                  <a:ext cx="32868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63" name="Ink 62">
                  <a:extLst>
                    <a:ext uri="{FF2B5EF4-FFF2-40B4-BE49-F238E27FC236}">
                      <a16:creationId xmlns:a16="http://schemas.microsoft.com/office/drawing/2014/main" id="{C1022F0B-4C73-6244-86FD-CEF0ADB5A405}"/>
                    </a:ext>
                  </a:extLst>
                </p14:cNvPr>
                <p14:cNvContentPartPr/>
                <p14:nvPr/>
              </p14:nvContentPartPr>
              <p14:xfrm>
                <a:off x="2703592" y="5400212"/>
                <a:ext cx="1726560" cy="40680"/>
              </p14:xfrm>
            </p:contentPart>
          </mc:Choice>
          <mc:Fallback>
            <p:pic>
              <p:nvPicPr>
                <p:cNvPr id="63" name="Ink 62">
                  <a:extLst>
                    <a:ext uri="{FF2B5EF4-FFF2-40B4-BE49-F238E27FC236}">
                      <a16:creationId xmlns:a16="http://schemas.microsoft.com/office/drawing/2014/main" id="{C1022F0B-4C73-6244-86FD-CEF0ADB5A405}"/>
                    </a:ext>
                  </a:extLst>
                </p:cNvPr>
                <p:cNvPicPr/>
                <p:nvPr/>
              </p:nvPicPr>
              <p:blipFill>
                <a:blip r:embed="rId179"/>
                <a:stretch>
                  <a:fillRect/>
                </a:stretch>
              </p:blipFill>
              <p:spPr>
                <a:xfrm>
                  <a:off x="2694592" y="5391572"/>
                  <a:ext cx="174420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64" name="Ink 63">
                  <a:extLst>
                    <a:ext uri="{FF2B5EF4-FFF2-40B4-BE49-F238E27FC236}">
                      <a16:creationId xmlns:a16="http://schemas.microsoft.com/office/drawing/2014/main" id="{EC1EF035-66C2-A1CD-76D9-D39B641AD700}"/>
                    </a:ext>
                  </a:extLst>
                </p14:cNvPr>
                <p14:cNvContentPartPr/>
                <p14:nvPr/>
              </p14:nvContentPartPr>
              <p14:xfrm>
                <a:off x="4296952" y="5336492"/>
                <a:ext cx="96120" cy="168480"/>
              </p14:xfrm>
            </p:contentPart>
          </mc:Choice>
          <mc:Fallback>
            <p:pic>
              <p:nvPicPr>
                <p:cNvPr id="64" name="Ink 63">
                  <a:extLst>
                    <a:ext uri="{FF2B5EF4-FFF2-40B4-BE49-F238E27FC236}">
                      <a16:creationId xmlns:a16="http://schemas.microsoft.com/office/drawing/2014/main" id="{EC1EF035-66C2-A1CD-76D9-D39B641AD700}"/>
                    </a:ext>
                  </a:extLst>
                </p:cNvPr>
                <p:cNvPicPr/>
                <p:nvPr/>
              </p:nvPicPr>
              <p:blipFill>
                <a:blip r:embed="rId181"/>
                <a:stretch>
                  <a:fillRect/>
                </a:stretch>
              </p:blipFill>
              <p:spPr>
                <a:xfrm>
                  <a:off x="4287952" y="5327492"/>
                  <a:ext cx="1137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66" name="Ink 65">
                  <a:extLst>
                    <a:ext uri="{FF2B5EF4-FFF2-40B4-BE49-F238E27FC236}">
                      <a16:creationId xmlns:a16="http://schemas.microsoft.com/office/drawing/2014/main" id="{6755F5CC-A074-9B5C-CC2A-F6ACDBC967F7}"/>
                    </a:ext>
                  </a:extLst>
                </p14:cNvPr>
                <p14:cNvContentPartPr/>
                <p14:nvPr/>
              </p14:nvContentPartPr>
              <p14:xfrm>
                <a:off x="4575592" y="5387972"/>
                <a:ext cx="219960" cy="171000"/>
              </p14:xfrm>
            </p:contentPart>
          </mc:Choice>
          <mc:Fallback>
            <p:pic>
              <p:nvPicPr>
                <p:cNvPr id="66" name="Ink 65">
                  <a:extLst>
                    <a:ext uri="{FF2B5EF4-FFF2-40B4-BE49-F238E27FC236}">
                      <a16:creationId xmlns:a16="http://schemas.microsoft.com/office/drawing/2014/main" id="{6755F5CC-A074-9B5C-CC2A-F6ACDBC967F7}"/>
                    </a:ext>
                  </a:extLst>
                </p:cNvPr>
                <p:cNvPicPr/>
                <p:nvPr/>
              </p:nvPicPr>
              <p:blipFill>
                <a:blip r:embed="rId183"/>
                <a:stretch>
                  <a:fillRect/>
                </a:stretch>
              </p:blipFill>
              <p:spPr>
                <a:xfrm>
                  <a:off x="4566592" y="5379332"/>
                  <a:ext cx="23760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67" name="Ink 66">
                  <a:extLst>
                    <a:ext uri="{FF2B5EF4-FFF2-40B4-BE49-F238E27FC236}">
                      <a16:creationId xmlns:a16="http://schemas.microsoft.com/office/drawing/2014/main" id="{6C331C17-2B15-65DD-5299-372AD47EE5CE}"/>
                    </a:ext>
                  </a:extLst>
                </p14:cNvPr>
                <p14:cNvContentPartPr/>
                <p14:nvPr/>
              </p14:nvContentPartPr>
              <p14:xfrm>
                <a:off x="4861432" y="5375372"/>
                <a:ext cx="183600" cy="131400"/>
              </p14:xfrm>
            </p:contentPart>
          </mc:Choice>
          <mc:Fallback>
            <p:pic>
              <p:nvPicPr>
                <p:cNvPr id="67" name="Ink 66">
                  <a:extLst>
                    <a:ext uri="{FF2B5EF4-FFF2-40B4-BE49-F238E27FC236}">
                      <a16:creationId xmlns:a16="http://schemas.microsoft.com/office/drawing/2014/main" id="{6C331C17-2B15-65DD-5299-372AD47EE5CE}"/>
                    </a:ext>
                  </a:extLst>
                </p:cNvPr>
                <p:cNvPicPr/>
                <p:nvPr/>
              </p:nvPicPr>
              <p:blipFill>
                <a:blip r:embed="rId185"/>
                <a:stretch>
                  <a:fillRect/>
                </a:stretch>
              </p:blipFill>
              <p:spPr>
                <a:xfrm>
                  <a:off x="4852432" y="5366732"/>
                  <a:ext cx="20124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68" name="Ink 67">
                  <a:extLst>
                    <a:ext uri="{FF2B5EF4-FFF2-40B4-BE49-F238E27FC236}">
                      <a16:creationId xmlns:a16="http://schemas.microsoft.com/office/drawing/2014/main" id="{8E5F232B-8372-E0B7-994E-D1186507444A}"/>
                    </a:ext>
                  </a:extLst>
                </p14:cNvPr>
                <p14:cNvContentPartPr/>
                <p14:nvPr/>
              </p14:nvContentPartPr>
              <p14:xfrm>
                <a:off x="5110912" y="5237492"/>
                <a:ext cx="194040" cy="272520"/>
              </p14:xfrm>
            </p:contentPart>
          </mc:Choice>
          <mc:Fallback>
            <p:pic>
              <p:nvPicPr>
                <p:cNvPr id="68" name="Ink 67">
                  <a:extLst>
                    <a:ext uri="{FF2B5EF4-FFF2-40B4-BE49-F238E27FC236}">
                      <a16:creationId xmlns:a16="http://schemas.microsoft.com/office/drawing/2014/main" id="{8E5F232B-8372-E0B7-994E-D1186507444A}"/>
                    </a:ext>
                  </a:extLst>
                </p:cNvPr>
                <p:cNvPicPr/>
                <p:nvPr/>
              </p:nvPicPr>
              <p:blipFill>
                <a:blip r:embed="rId187"/>
                <a:stretch>
                  <a:fillRect/>
                </a:stretch>
              </p:blipFill>
              <p:spPr>
                <a:xfrm>
                  <a:off x="5101912" y="5228492"/>
                  <a:ext cx="21168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69" name="Ink 68">
                  <a:extLst>
                    <a:ext uri="{FF2B5EF4-FFF2-40B4-BE49-F238E27FC236}">
                      <a16:creationId xmlns:a16="http://schemas.microsoft.com/office/drawing/2014/main" id="{F562B7F9-81DD-3D5A-6E5A-6E02AA67FB98}"/>
                    </a:ext>
                  </a:extLst>
                </p14:cNvPr>
                <p14:cNvContentPartPr/>
                <p14:nvPr/>
              </p14:nvContentPartPr>
              <p14:xfrm>
                <a:off x="5426992" y="5445932"/>
                <a:ext cx="11880" cy="14040"/>
              </p14:xfrm>
            </p:contentPart>
          </mc:Choice>
          <mc:Fallback>
            <p:pic>
              <p:nvPicPr>
                <p:cNvPr id="69" name="Ink 68">
                  <a:extLst>
                    <a:ext uri="{FF2B5EF4-FFF2-40B4-BE49-F238E27FC236}">
                      <a16:creationId xmlns:a16="http://schemas.microsoft.com/office/drawing/2014/main" id="{F562B7F9-81DD-3D5A-6E5A-6E02AA67FB98}"/>
                    </a:ext>
                  </a:extLst>
                </p:cNvPr>
                <p:cNvPicPr/>
                <p:nvPr/>
              </p:nvPicPr>
              <p:blipFill>
                <a:blip r:embed="rId189"/>
                <a:stretch>
                  <a:fillRect/>
                </a:stretch>
              </p:blipFill>
              <p:spPr>
                <a:xfrm>
                  <a:off x="5418352" y="5436932"/>
                  <a:ext cx="2952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1" name="Ink 110">
                  <a:extLst>
                    <a:ext uri="{FF2B5EF4-FFF2-40B4-BE49-F238E27FC236}">
                      <a16:creationId xmlns:a16="http://schemas.microsoft.com/office/drawing/2014/main" id="{09AE8169-FD64-7E43-3EA2-EAEF99079B16}"/>
                    </a:ext>
                  </a:extLst>
                </p14:cNvPr>
                <p14:cNvContentPartPr/>
                <p14:nvPr/>
              </p14:nvContentPartPr>
              <p14:xfrm>
                <a:off x="2335312" y="4728092"/>
                <a:ext cx="13320" cy="456840"/>
              </p14:xfrm>
            </p:contentPart>
          </mc:Choice>
          <mc:Fallback>
            <p:pic>
              <p:nvPicPr>
                <p:cNvPr id="111" name="Ink 110">
                  <a:extLst>
                    <a:ext uri="{FF2B5EF4-FFF2-40B4-BE49-F238E27FC236}">
                      <a16:creationId xmlns:a16="http://schemas.microsoft.com/office/drawing/2014/main" id="{09AE8169-FD64-7E43-3EA2-EAEF99079B16}"/>
                    </a:ext>
                  </a:extLst>
                </p:cNvPr>
                <p:cNvPicPr/>
                <p:nvPr/>
              </p:nvPicPr>
              <p:blipFill>
                <a:blip r:embed="rId191"/>
                <a:stretch>
                  <a:fillRect/>
                </a:stretch>
              </p:blipFill>
              <p:spPr>
                <a:xfrm>
                  <a:off x="2326312" y="4719092"/>
                  <a:ext cx="30960" cy="4744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2" name="Ink 111">
                  <a:extLst>
                    <a:ext uri="{FF2B5EF4-FFF2-40B4-BE49-F238E27FC236}">
                      <a16:creationId xmlns:a16="http://schemas.microsoft.com/office/drawing/2014/main" id="{EAE6D57B-85D7-D26F-0D9D-5036B92800CA}"/>
                    </a:ext>
                  </a:extLst>
                </p14:cNvPr>
                <p14:cNvContentPartPr/>
                <p14:nvPr/>
              </p14:nvContentPartPr>
              <p14:xfrm>
                <a:off x="2573632" y="4710092"/>
                <a:ext cx="44640" cy="457920"/>
              </p14:xfrm>
            </p:contentPart>
          </mc:Choice>
          <mc:Fallback>
            <p:pic>
              <p:nvPicPr>
                <p:cNvPr id="112" name="Ink 111">
                  <a:extLst>
                    <a:ext uri="{FF2B5EF4-FFF2-40B4-BE49-F238E27FC236}">
                      <a16:creationId xmlns:a16="http://schemas.microsoft.com/office/drawing/2014/main" id="{EAE6D57B-85D7-D26F-0D9D-5036B92800CA}"/>
                    </a:ext>
                  </a:extLst>
                </p:cNvPr>
                <p:cNvPicPr/>
                <p:nvPr/>
              </p:nvPicPr>
              <p:blipFill>
                <a:blip r:embed="rId193"/>
                <a:stretch>
                  <a:fillRect/>
                </a:stretch>
              </p:blipFill>
              <p:spPr>
                <a:xfrm>
                  <a:off x="2564992" y="4701452"/>
                  <a:ext cx="6228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3" name="Ink 112">
                  <a:extLst>
                    <a:ext uri="{FF2B5EF4-FFF2-40B4-BE49-F238E27FC236}">
                      <a16:creationId xmlns:a16="http://schemas.microsoft.com/office/drawing/2014/main" id="{B099120B-1631-0855-9EFC-98E4CACA55FF}"/>
                    </a:ext>
                  </a:extLst>
                </p14:cNvPr>
                <p14:cNvContentPartPr/>
                <p14:nvPr/>
              </p14:nvContentPartPr>
              <p14:xfrm>
                <a:off x="2037952" y="4552052"/>
                <a:ext cx="396000" cy="388440"/>
              </p14:xfrm>
            </p:contentPart>
          </mc:Choice>
          <mc:Fallback>
            <p:pic>
              <p:nvPicPr>
                <p:cNvPr id="113" name="Ink 112">
                  <a:extLst>
                    <a:ext uri="{FF2B5EF4-FFF2-40B4-BE49-F238E27FC236}">
                      <a16:creationId xmlns:a16="http://schemas.microsoft.com/office/drawing/2014/main" id="{B099120B-1631-0855-9EFC-98E4CACA55FF}"/>
                    </a:ext>
                  </a:extLst>
                </p:cNvPr>
                <p:cNvPicPr/>
                <p:nvPr/>
              </p:nvPicPr>
              <p:blipFill>
                <a:blip r:embed="rId195"/>
                <a:stretch>
                  <a:fillRect/>
                </a:stretch>
              </p:blipFill>
              <p:spPr>
                <a:xfrm>
                  <a:off x="2029312" y="4543052"/>
                  <a:ext cx="413640" cy="4060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4" name="Ink 113">
                  <a:extLst>
                    <a:ext uri="{FF2B5EF4-FFF2-40B4-BE49-F238E27FC236}">
                      <a16:creationId xmlns:a16="http://schemas.microsoft.com/office/drawing/2014/main" id="{BAC24058-2DD4-32CE-7515-92B2104A0FC6}"/>
                    </a:ext>
                  </a:extLst>
                </p14:cNvPr>
                <p14:cNvContentPartPr/>
                <p14:nvPr/>
              </p14:nvContentPartPr>
              <p14:xfrm>
                <a:off x="2256472" y="4607492"/>
                <a:ext cx="504360" cy="360720"/>
              </p14:xfrm>
            </p:contentPart>
          </mc:Choice>
          <mc:Fallback>
            <p:pic>
              <p:nvPicPr>
                <p:cNvPr id="114" name="Ink 113">
                  <a:extLst>
                    <a:ext uri="{FF2B5EF4-FFF2-40B4-BE49-F238E27FC236}">
                      <a16:creationId xmlns:a16="http://schemas.microsoft.com/office/drawing/2014/main" id="{BAC24058-2DD4-32CE-7515-92B2104A0FC6}"/>
                    </a:ext>
                  </a:extLst>
                </p:cNvPr>
                <p:cNvPicPr/>
                <p:nvPr/>
              </p:nvPicPr>
              <p:blipFill>
                <a:blip r:embed="rId197"/>
                <a:stretch>
                  <a:fillRect/>
                </a:stretch>
              </p:blipFill>
              <p:spPr>
                <a:xfrm>
                  <a:off x="2247472" y="4598492"/>
                  <a:ext cx="522000" cy="3783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6" name="Ink 115">
                  <a:extLst>
                    <a:ext uri="{FF2B5EF4-FFF2-40B4-BE49-F238E27FC236}">
                      <a16:creationId xmlns:a16="http://schemas.microsoft.com/office/drawing/2014/main" id="{CE7F0440-BFA6-7B64-AF9F-10992BA34EDE}"/>
                    </a:ext>
                  </a:extLst>
                </p14:cNvPr>
                <p14:cNvContentPartPr/>
                <p14:nvPr/>
              </p14:nvContentPartPr>
              <p14:xfrm>
                <a:off x="3767752" y="5226692"/>
                <a:ext cx="69120" cy="216000"/>
              </p14:xfrm>
            </p:contentPart>
          </mc:Choice>
          <mc:Fallback>
            <p:pic>
              <p:nvPicPr>
                <p:cNvPr id="116" name="Ink 115">
                  <a:extLst>
                    <a:ext uri="{FF2B5EF4-FFF2-40B4-BE49-F238E27FC236}">
                      <a16:creationId xmlns:a16="http://schemas.microsoft.com/office/drawing/2014/main" id="{CE7F0440-BFA6-7B64-AF9F-10992BA34EDE}"/>
                    </a:ext>
                  </a:extLst>
                </p:cNvPr>
                <p:cNvPicPr/>
                <p:nvPr/>
              </p:nvPicPr>
              <p:blipFill>
                <a:blip r:embed="rId199"/>
                <a:stretch>
                  <a:fillRect/>
                </a:stretch>
              </p:blipFill>
              <p:spPr>
                <a:xfrm>
                  <a:off x="3758752" y="5217692"/>
                  <a:ext cx="8676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7" name="Ink 116">
                  <a:extLst>
                    <a:ext uri="{FF2B5EF4-FFF2-40B4-BE49-F238E27FC236}">
                      <a16:creationId xmlns:a16="http://schemas.microsoft.com/office/drawing/2014/main" id="{DA73D39C-B2CC-F532-6865-50BD2F2BBCB1}"/>
                    </a:ext>
                  </a:extLst>
                </p14:cNvPr>
                <p14:cNvContentPartPr/>
                <p14:nvPr/>
              </p14:nvContentPartPr>
              <p14:xfrm>
                <a:off x="3822112" y="5049212"/>
                <a:ext cx="360" cy="23040"/>
              </p14:xfrm>
            </p:contentPart>
          </mc:Choice>
          <mc:Fallback>
            <p:pic>
              <p:nvPicPr>
                <p:cNvPr id="117" name="Ink 116">
                  <a:extLst>
                    <a:ext uri="{FF2B5EF4-FFF2-40B4-BE49-F238E27FC236}">
                      <a16:creationId xmlns:a16="http://schemas.microsoft.com/office/drawing/2014/main" id="{DA73D39C-B2CC-F532-6865-50BD2F2BBCB1}"/>
                    </a:ext>
                  </a:extLst>
                </p:cNvPr>
                <p:cNvPicPr/>
                <p:nvPr/>
              </p:nvPicPr>
              <p:blipFill>
                <a:blip r:embed="rId201"/>
                <a:stretch>
                  <a:fillRect/>
                </a:stretch>
              </p:blipFill>
              <p:spPr>
                <a:xfrm>
                  <a:off x="3813112" y="5040212"/>
                  <a:ext cx="1800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8" name="Ink 117">
                  <a:extLst>
                    <a:ext uri="{FF2B5EF4-FFF2-40B4-BE49-F238E27FC236}">
                      <a16:creationId xmlns:a16="http://schemas.microsoft.com/office/drawing/2014/main" id="{E7C75E22-AF86-F551-C9F2-67D20FF35BFF}"/>
                    </a:ext>
                  </a:extLst>
                </p14:cNvPr>
                <p14:cNvContentPartPr/>
                <p14:nvPr/>
              </p14:nvContentPartPr>
              <p14:xfrm>
                <a:off x="3953152" y="5209772"/>
                <a:ext cx="90720" cy="137880"/>
              </p14:xfrm>
            </p:contentPart>
          </mc:Choice>
          <mc:Fallback>
            <p:pic>
              <p:nvPicPr>
                <p:cNvPr id="118" name="Ink 117">
                  <a:extLst>
                    <a:ext uri="{FF2B5EF4-FFF2-40B4-BE49-F238E27FC236}">
                      <a16:creationId xmlns:a16="http://schemas.microsoft.com/office/drawing/2014/main" id="{E7C75E22-AF86-F551-C9F2-67D20FF35BFF}"/>
                    </a:ext>
                  </a:extLst>
                </p:cNvPr>
                <p:cNvPicPr/>
                <p:nvPr/>
              </p:nvPicPr>
              <p:blipFill>
                <a:blip r:embed="rId203"/>
                <a:stretch>
                  <a:fillRect/>
                </a:stretch>
              </p:blipFill>
              <p:spPr>
                <a:xfrm>
                  <a:off x="3944152" y="5201132"/>
                  <a:ext cx="10836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9" name="Ink 118">
                  <a:extLst>
                    <a:ext uri="{FF2B5EF4-FFF2-40B4-BE49-F238E27FC236}">
                      <a16:creationId xmlns:a16="http://schemas.microsoft.com/office/drawing/2014/main" id="{1D255DAF-B357-5BAB-A834-5EBD0FD20C50}"/>
                    </a:ext>
                  </a:extLst>
                </p14:cNvPr>
                <p14:cNvContentPartPr/>
                <p14:nvPr/>
              </p14:nvContentPartPr>
              <p14:xfrm>
                <a:off x="4098232" y="5206892"/>
                <a:ext cx="22680" cy="146160"/>
              </p14:xfrm>
            </p:contentPart>
          </mc:Choice>
          <mc:Fallback>
            <p:pic>
              <p:nvPicPr>
                <p:cNvPr id="119" name="Ink 118">
                  <a:extLst>
                    <a:ext uri="{FF2B5EF4-FFF2-40B4-BE49-F238E27FC236}">
                      <a16:creationId xmlns:a16="http://schemas.microsoft.com/office/drawing/2014/main" id="{1D255DAF-B357-5BAB-A834-5EBD0FD20C50}"/>
                    </a:ext>
                  </a:extLst>
                </p:cNvPr>
                <p:cNvPicPr/>
                <p:nvPr/>
              </p:nvPicPr>
              <p:blipFill>
                <a:blip r:embed="rId205"/>
                <a:stretch>
                  <a:fillRect/>
                </a:stretch>
              </p:blipFill>
              <p:spPr>
                <a:xfrm>
                  <a:off x="4089592" y="5198252"/>
                  <a:ext cx="4032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0" name="Ink 119">
                  <a:extLst>
                    <a:ext uri="{FF2B5EF4-FFF2-40B4-BE49-F238E27FC236}">
                      <a16:creationId xmlns:a16="http://schemas.microsoft.com/office/drawing/2014/main" id="{A61FE9BC-4465-D42C-4F16-E931AD96B203}"/>
                    </a:ext>
                  </a:extLst>
                </p14:cNvPr>
                <p14:cNvContentPartPr/>
                <p14:nvPr/>
              </p14:nvContentPartPr>
              <p14:xfrm>
                <a:off x="4102912" y="5075492"/>
                <a:ext cx="21960" cy="22680"/>
              </p14:xfrm>
            </p:contentPart>
          </mc:Choice>
          <mc:Fallback>
            <p:pic>
              <p:nvPicPr>
                <p:cNvPr id="120" name="Ink 119">
                  <a:extLst>
                    <a:ext uri="{FF2B5EF4-FFF2-40B4-BE49-F238E27FC236}">
                      <a16:creationId xmlns:a16="http://schemas.microsoft.com/office/drawing/2014/main" id="{A61FE9BC-4465-D42C-4F16-E931AD96B203}"/>
                    </a:ext>
                  </a:extLst>
                </p:cNvPr>
                <p:cNvPicPr/>
                <p:nvPr/>
              </p:nvPicPr>
              <p:blipFill>
                <a:blip r:embed="rId207"/>
                <a:stretch>
                  <a:fillRect/>
                </a:stretch>
              </p:blipFill>
              <p:spPr>
                <a:xfrm>
                  <a:off x="4094272" y="5066852"/>
                  <a:ext cx="3960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1" name="Ink 120">
                  <a:extLst>
                    <a:ext uri="{FF2B5EF4-FFF2-40B4-BE49-F238E27FC236}">
                      <a16:creationId xmlns:a16="http://schemas.microsoft.com/office/drawing/2014/main" id="{4C423763-82F7-C88E-2678-E3C390C4A357}"/>
                    </a:ext>
                  </a:extLst>
                </p14:cNvPr>
                <p14:cNvContentPartPr/>
                <p14:nvPr/>
              </p14:nvContentPartPr>
              <p14:xfrm>
                <a:off x="4170592" y="5235332"/>
                <a:ext cx="109080" cy="117000"/>
              </p14:xfrm>
            </p:contentPart>
          </mc:Choice>
          <mc:Fallback>
            <p:pic>
              <p:nvPicPr>
                <p:cNvPr id="121" name="Ink 120">
                  <a:extLst>
                    <a:ext uri="{FF2B5EF4-FFF2-40B4-BE49-F238E27FC236}">
                      <a16:creationId xmlns:a16="http://schemas.microsoft.com/office/drawing/2014/main" id="{4C423763-82F7-C88E-2678-E3C390C4A357}"/>
                    </a:ext>
                  </a:extLst>
                </p:cNvPr>
                <p:cNvPicPr/>
                <p:nvPr/>
              </p:nvPicPr>
              <p:blipFill>
                <a:blip r:embed="rId209"/>
                <a:stretch>
                  <a:fillRect/>
                </a:stretch>
              </p:blipFill>
              <p:spPr>
                <a:xfrm>
                  <a:off x="4161592" y="5226332"/>
                  <a:ext cx="12672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2" name="Ink 121">
                  <a:extLst>
                    <a:ext uri="{FF2B5EF4-FFF2-40B4-BE49-F238E27FC236}">
                      <a16:creationId xmlns:a16="http://schemas.microsoft.com/office/drawing/2014/main" id="{DF615213-2978-601B-7F67-DC20C7F68320}"/>
                    </a:ext>
                  </a:extLst>
                </p14:cNvPr>
                <p14:cNvContentPartPr/>
                <p14:nvPr/>
              </p14:nvContentPartPr>
              <p14:xfrm>
                <a:off x="3676672" y="5008172"/>
                <a:ext cx="856440" cy="576720"/>
              </p14:xfrm>
            </p:contentPart>
          </mc:Choice>
          <mc:Fallback>
            <p:pic>
              <p:nvPicPr>
                <p:cNvPr id="122" name="Ink 121">
                  <a:extLst>
                    <a:ext uri="{FF2B5EF4-FFF2-40B4-BE49-F238E27FC236}">
                      <a16:creationId xmlns:a16="http://schemas.microsoft.com/office/drawing/2014/main" id="{DF615213-2978-601B-7F67-DC20C7F68320}"/>
                    </a:ext>
                  </a:extLst>
                </p:cNvPr>
                <p:cNvPicPr/>
                <p:nvPr/>
              </p:nvPicPr>
              <p:blipFill>
                <a:blip r:embed="rId211"/>
                <a:stretch>
                  <a:fillRect/>
                </a:stretch>
              </p:blipFill>
              <p:spPr>
                <a:xfrm>
                  <a:off x="3667672" y="4999532"/>
                  <a:ext cx="874080" cy="5943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4" name="Ink 123">
                  <a:extLst>
                    <a:ext uri="{FF2B5EF4-FFF2-40B4-BE49-F238E27FC236}">
                      <a16:creationId xmlns:a16="http://schemas.microsoft.com/office/drawing/2014/main" id="{EC76B473-69E9-8425-E86B-A1B07032BF92}"/>
                    </a:ext>
                  </a:extLst>
                </p14:cNvPr>
                <p14:cNvContentPartPr/>
                <p14:nvPr/>
              </p14:nvContentPartPr>
              <p14:xfrm>
                <a:off x="4689352" y="5610452"/>
                <a:ext cx="590400" cy="7560"/>
              </p14:xfrm>
            </p:contentPart>
          </mc:Choice>
          <mc:Fallback>
            <p:pic>
              <p:nvPicPr>
                <p:cNvPr id="124" name="Ink 123">
                  <a:extLst>
                    <a:ext uri="{FF2B5EF4-FFF2-40B4-BE49-F238E27FC236}">
                      <a16:creationId xmlns:a16="http://schemas.microsoft.com/office/drawing/2014/main" id="{EC76B473-69E9-8425-E86B-A1B07032BF92}"/>
                    </a:ext>
                  </a:extLst>
                </p:cNvPr>
                <p:cNvPicPr/>
                <p:nvPr/>
              </p:nvPicPr>
              <p:blipFill>
                <a:blip r:embed="rId213"/>
                <a:stretch>
                  <a:fillRect/>
                </a:stretch>
              </p:blipFill>
              <p:spPr>
                <a:xfrm>
                  <a:off x="4680352" y="5601812"/>
                  <a:ext cx="60804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5" name="Ink 124">
                  <a:extLst>
                    <a:ext uri="{FF2B5EF4-FFF2-40B4-BE49-F238E27FC236}">
                      <a16:creationId xmlns:a16="http://schemas.microsoft.com/office/drawing/2014/main" id="{CDA0F3B3-3C49-4C75-5084-F72F5A0369CD}"/>
                    </a:ext>
                  </a:extLst>
                </p14:cNvPr>
                <p14:cNvContentPartPr/>
                <p14:nvPr/>
              </p14:nvContentPartPr>
              <p14:xfrm>
                <a:off x="4792672" y="5735732"/>
                <a:ext cx="692640" cy="21960"/>
              </p14:xfrm>
            </p:contentPart>
          </mc:Choice>
          <mc:Fallback>
            <p:pic>
              <p:nvPicPr>
                <p:cNvPr id="125" name="Ink 124">
                  <a:extLst>
                    <a:ext uri="{FF2B5EF4-FFF2-40B4-BE49-F238E27FC236}">
                      <a16:creationId xmlns:a16="http://schemas.microsoft.com/office/drawing/2014/main" id="{CDA0F3B3-3C49-4C75-5084-F72F5A0369CD}"/>
                    </a:ext>
                  </a:extLst>
                </p:cNvPr>
                <p:cNvPicPr/>
                <p:nvPr/>
              </p:nvPicPr>
              <p:blipFill>
                <a:blip r:embed="rId215"/>
                <a:stretch>
                  <a:fillRect/>
                </a:stretch>
              </p:blipFill>
              <p:spPr>
                <a:xfrm>
                  <a:off x="4784032" y="5726732"/>
                  <a:ext cx="71028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6" name="Ink 125">
                  <a:extLst>
                    <a:ext uri="{FF2B5EF4-FFF2-40B4-BE49-F238E27FC236}">
                      <a16:creationId xmlns:a16="http://schemas.microsoft.com/office/drawing/2014/main" id="{5ECED418-2AA8-C608-D51D-9E4249D16BC1}"/>
                    </a:ext>
                  </a:extLst>
                </p14:cNvPr>
                <p14:cNvContentPartPr/>
                <p14:nvPr/>
              </p14:nvContentPartPr>
              <p14:xfrm>
                <a:off x="5326552" y="4162532"/>
                <a:ext cx="1769040" cy="1802520"/>
              </p14:xfrm>
            </p:contentPart>
          </mc:Choice>
          <mc:Fallback>
            <p:pic>
              <p:nvPicPr>
                <p:cNvPr id="126" name="Ink 125">
                  <a:extLst>
                    <a:ext uri="{FF2B5EF4-FFF2-40B4-BE49-F238E27FC236}">
                      <a16:creationId xmlns:a16="http://schemas.microsoft.com/office/drawing/2014/main" id="{5ECED418-2AA8-C608-D51D-9E4249D16BC1}"/>
                    </a:ext>
                  </a:extLst>
                </p:cNvPr>
                <p:cNvPicPr/>
                <p:nvPr/>
              </p:nvPicPr>
              <p:blipFill>
                <a:blip r:embed="rId217"/>
                <a:stretch>
                  <a:fillRect/>
                </a:stretch>
              </p:blipFill>
              <p:spPr>
                <a:xfrm>
                  <a:off x="5317912" y="4153892"/>
                  <a:ext cx="1786680" cy="182016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7" name="Ink 126">
                  <a:extLst>
                    <a:ext uri="{FF2B5EF4-FFF2-40B4-BE49-F238E27FC236}">
                      <a16:creationId xmlns:a16="http://schemas.microsoft.com/office/drawing/2014/main" id="{A1BF0AC0-80AA-1335-C58C-771F040913AC}"/>
                    </a:ext>
                  </a:extLst>
                </p14:cNvPr>
                <p14:cNvContentPartPr/>
                <p14:nvPr/>
              </p14:nvContentPartPr>
              <p14:xfrm>
                <a:off x="6929272" y="4120412"/>
                <a:ext cx="106200" cy="174600"/>
              </p14:xfrm>
            </p:contentPart>
          </mc:Choice>
          <mc:Fallback>
            <p:pic>
              <p:nvPicPr>
                <p:cNvPr id="127" name="Ink 126">
                  <a:extLst>
                    <a:ext uri="{FF2B5EF4-FFF2-40B4-BE49-F238E27FC236}">
                      <a16:creationId xmlns:a16="http://schemas.microsoft.com/office/drawing/2014/main" id="{A1BF0AC0-80AA-1335-C58C-771F040913AC}"/>
                    </a:ext>
                  </a:extLst>
                </p:cNvPr>
                <p:cNvPicPr/>
                <p:nvPr/>
              </p:nvPicPr>
              <p:blipFill>
                <a:blip r:embed="rId219"/>
                <a:stretch>
                  <a:fillRect/>
                </a:stretch>
              </p:blipFill>
              <p:spPr>
                <a:xfrm>
                  <a:off x="6920272" y="4111772"/>
                  <a:ext cx="1238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8" name="Ink 127">
                  <a:extLst>
                    <a:ext uri="{FF2B5EF4-FFF2-40B4-BE49-F238E27FC236}">
                      <a16:creationId xmlns:a16="http://schemas.microsoft.com/office/drawing/2014/main" id="{5443DE68-C570-E8EA-7340-CB6E5FE92AFA}"/>
                    </a:ext>
                  </a:extLst>
                </p14:cNvPr>
                <p14:cNvContentPartPr/>
                <p14:nvPr/>
              </p14:nvContentPartPr>
              <p14:xfrm>
                <a:off x="7018912" y="4098812"/>
                <a:ext cx="191160" cy="178920"/>
              </p14:xfrm>
            </p:contentPart>
          </mc:Choice>
          <mc:Fallback>
            <p:pic>
              <p:nvPicPr>
                <p:cNvPr id="128" name="Ink 127">
                  <a:extLst>
                    <a:ext uri="{FF2B5EF4-FFF2-40B4-BE49-F238E27FC236}">
                      <a16:creationId xmlns:a16="http://schemas.microsoft.com/office/drawing/2014/main" id="{5443DE68-C570-E8EA-7340-CB6E5FE92AFA}"/>
                    </a:ext>
                  </a:extLst>
                </p:cNvPr>
                <p:cNvPicPr/>
                <p:nvPr/>
              </p:nvPicPr>
              <p:blipFill>
                <a:blip r:embed="rId221"/>
                <a:stretch>
                  <a:fillRect/>
                </a:stretch>
              </p:blipFill>
              <p:spPr>
                <a:xfrm>
                  <a:off x="7010272" y="4089812"/>
                  <a:ext cx="20880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0" name="Ink 129">
                  <a:extLst>
                    <a:ext uri="{FF2B5EF4-FFF2-40B4-BE49-F238E27FC236}">
                      <a16:creationId xmlns:a16="http://schemas.microsoft.com/office/drawing/2014/main" id="{E83610C9-E4DF-1E9F-3DC5-10411ADCA138}"/>
                    </a:ext>
                  </a:extLst>
                </p14:cNvPr>
                <p14:cNvContentPartPr/>
                <p14:nvPr/>
              </p14:nvContentPartPr>
              <p14:xfrm>
                <a:off x="4584592" y="4319852"/>
                <a:ext cx="216360" cy="271080"/>
              </p14:xfrm>
            </p:contentPart>
          </mc:Choice>
          <mc:Fallback>
            <p:pic>
              <p:nvPicPr>
                <p:cNvPr id="130" name="Ink 129">
                  <a:extLst>
                    <a:ext uri="{FF2B5EF4-FFF2-40B4-BE49-F238E27FC236}">
                      <a16:creationId xmlns:a16="http://schemas.microsoft.com/office/drawing/2014/main" id="{E83610C9-E4DF-1E9F-3DC5-10411ADCA138}"/>
                    </a:ext>
                  </a:extLst>
                </p:cNvPr>
                <p:cNvPicPr/>
                <p:nvPr/>
              </p:nvPicPr>
              <p:blipFill>
                <a:blip r:embed="rId223"/>
                <a:stretch>
                  <a:fillRect/>
                </a:stretch>
              </p:blipFill>
              <p:spPr>
                <a:xfrm>
                  <a:off x="4575952" y="4311212"/>
                  <a:ext cx="23400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1" name="Ink 130">
                  <a:extLst>
                    <a:ext uri="{FF2B5EF4-FFF2-40B4-BE49-F238E27FC236}">
                      <a16:creationId xmlns:a16="http://schemas.microsoft.com/office/drawing/2014/main" id="{A2491407-A6D9-F287-19D6-D9046C89575A}"/>
                    </a:ext>
                  </a:extLst>
                </p14:cNvPr>
                <p14:cNvContentPartPr/>
                <p14:nvPr/>
              </p14:nvContentPartPr>
              <p14:xfrm>
                <a:off x="4841272" y="4376012"/>
                <a:ext cx="169560" cy="179280"/>
              </p14:xfrm>
            </p:contentPart>
          </mc:Choice>
          <mc:Fallback>
            <p:pic>
              <p:nvPicPr>
                <p:cNvPr id="131" name="Ink 130">
                  <a:extLst>
                    <a:ext uri="{FF2B5EF4-FFF2-40B4-BE49-F238E27FC236}">
                      <a16:creationId xmlns:a16="http://schemas.microsoft.com/office/drawing/2014/main" id="{A2491407-A6D9-F287-19D6-D9046C89575A}"/>
                    </a:ext>
                  </a:extLst>
                </p:cNvPr>
                <p:cNvPicPr/>
                <p:nvPr/>
              </p:nvPicPr>
              <p:blipFill>
                <a:blip r:embed="rId225"/>
                <a:stretch>
                  <a:fillRect/>
                </a:stretch>
              </p:blipFill>
              <p:spPr>
                <a:xfrm>
                  <a:off x="4832632" y="4367372"/>
                  <a:ext cx="18720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2" name="Ink 131">
                  <a:extLst>
                    <a:ext uri="{FF2B5EF4-FFF2-40B4-BE49-F238E27FC236}">
                      <a16:creationId xmlns:a16="http://schemas.microsoft.com/office/drawing/2014/main" id="{F09622E9-5F60-A79B-B121-CBB75F6FA774}"/>
                    </a:ext>
                  </a:extLst>
                </p14:cNvPr>
                <p14:cNvContentPartPr/>
                <p14:nvPr/>
              </p14:nvContentPartPr>
              <p14:xfrm>
                <a:off x="5078512" y="4413812"/>
                <a:ext cx="62640" cy="23400"/>
              </p14:xfrm>
            </p:contentPart>
          </mc:Choice>
          <mc:Fallback>
            <p:pic>
              <p:nvPicPr>
                <p:cNvPr id="132" name="Ink 131">
                  <a:extLst>
                    <a:ext uri="{FF2B5EF4-FFF2-40B4-BE49-F238E27FC236}">
                      <a16:creationId xmlns:a16="http://schemas.microsoft.com/office/drawing/2014/main" id="{F09622E9-5F60-A79B-B121-CBB75F6FA774}"/>
                    </a:ext>
                  </a:extLst>
                </p:cNvPr>
                <p:cNvPicPr/>
                <p:nvPr/>
              </p:nvPicPr>
              <p:blipFill>
                <a:blip r:embed="rId227"/>
                <a:stretch>
                  <a:fillRect/>
                </a:stretch>
              </p:blipFill>
              <p:spPr>
                <a:xfrm>
                  <a:off x="5069512" y="4405172"/>
                  <a:ext cx="8028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3" name="Ink 132">
                  <a:extLst>
                    <a:ext uri="{FF2B5EF4-FFF2-40B4-BE49-F238E27FC236}">
                      <a16:creationId xmlns:a16="http://schemas.microsoft.com/office/drawing/2014/main" id="{025705B7-E6A8-75C5-04B1-F9F848D1324D}"/>
                    </a:ext>
                  </a:extLst>
                </p14:cNvPr>
                <p14:cNvContentPartPr/>
                <p14:nvPr/>
              </p14:nvContentPartPr>
              <p14:xfrm>
                <a:off x="5270032" y="4252532"/>
                <a:ext cx="243360" cy="294480"/>
              </p14:xfrm>
            </p:contentPart>
          </mc:Choice>
          <mc:Fallback>
            <p:pic>
              <p:nvPicPr>
                <p:cNvPr id="133" name="Ink 132">
                  <a:extLst>
                    <a:ext uri="{FF2B5EF4-FFF2-40B4-BE49-F238E27FC236}">
                      <a16:creationId xmlns:a16="http://schemas.microsoft.com/office/drawing/2014/main" id="{025705B7-E6A8-75C5-04B1-F9F848D1324D}"/>
                    </a:ext>
                  </a:extLst>
                </p:cNvPr>
                <p:cNvPicPr/>
                <p:nvPr/>
              </p:nvPicPr>
              <p:blipFill>
                <a:blip r:embed="rId229"/>
                <a:stretch>
                  <a:fillRect/>
                </a:stretch>
              </p:blipFill>
              <p:spPr>
                <a:xfrm>
                  <a:off x="5261032" y="4243532"/>
                  <a:ext cx="261000" cy="3121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4" name="Ink 133">
                  <a:extLst>
                    <a:ext uri="{FF2B5EF4-FFF2-40B4-BE49-F238E27FC236}">
                      <a16:creationId xmlns:a16="http://schemas.microsoft.com/office/drawing/2014/main" id="{730F6704-C2B7-7659-92F6-E1740AD218A2}"/>
                    </a:ext>
                  </a:extLst>
                </p14:cNvPr>
                <p14:cNvContentPartPr/>
                <p14:nvPr/>
              </p14:nvContentPartPr>
              <p14:xfrm>
                <a:off x="5572432" y="4369172"/>
                <a:ext cx="122760" cy="195480"/>
              </p14:xfrm>
            </p:contentPart>
          </mc:Choice>
          <mc:Fallback>
            <p:pic>
              <p:nvPicPr>
                <p:cNvPr id="134" name="Ink 133">
                  <a:extLst>
                    <a:ext uri="{FF2B5EF4-FFF2-40B4-BE49-F238E27FC236}">
                      <a16:creationId xmlns:a16="http://schemas.microsoft.com/office/drawing/2014/main" id="{730F6704-C2B7-7659-92F6-E1740AD218A2}"/>
                    </a:ext>
                  </a:extLst>
                </p:cNvPr>
                <p:cNvPicPr/>
                <p:nvPr/>
              </p:nvPicPr>
              <p:blipFill>
                <a:blip r:embed="rId231"/>
                <a:stretch>
                  <a:fillRect/>
                </a:stretch>
              </p:blipFill>
              <p:spPr>
                <a:xfrm>
                  <a:off x="5563792" y="4360172"/>
                  <a:ext cx="14040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6" name="Ink 135">
                  <a:extLst>
                    <a:ext uri="{FF2B5EF4-FFF2-40B4-BE49-F238E27FC236}">
                      <a16:creationId xmlns:a16="http://schemas.microsoft.com/office/drawing/2014/main" id="{F8839B7C-3320-883D-69D7-49976B15BF3D}"/>
                    </a:ext>
                  </a:extLst>
                </p14:cNvPr>
                <p14:cNvContentPartPr/>
                <p14:nvPr/>
              </p14:nvContentPartPr>
              <p14:xfrm>
                <a:off x="5762512" y="4355132"/>
                <a:ext cx="289800" cy="203400"/>
              </p14:xfrm>
            </p:contentPart>
          </mc:Choice>
          <mc:Fallback>
            <p:pic>
              <p:nvPicPr>
                <p:cNvPr id="136" name="Ink 135">
                  <a:extLst>
                    <a:ext uri="{FF2B5EF4-FFF2-40B4-BE49-F238E27FC236}">
                      <a16:creationId xmlns:a16="http://schemas.microsoft.com/office/drawing/2014/main" id="{F8839B7C-3320-883D-69D7-49976B15BF3D}"/>
                    </a:ext>
                  </a:extLst>
                </p:cNvPr>
                <p:cNvPicPr/>
                <p:nvPr/>
              </p:nvPicPr>
              <p:blipFill>
                <a:blip r:embed="rId233"/>
                <a:stretch>
                  <a:fillRect/>
                </a:stretch>
              </p:blipFill>
              <p:spPr>
                <a:xfrm>
                  <a:off x="5753512" y="4346492"/>
                  <a:ext cx="30744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7" name="Ink 136">
                  <a:extLst>
                    <a:ext uri="{FF2B5EF4-FFF2-40B4-BE49-F238E27FC236}">
                      <a16:creationId xmlns:a16="http://schemas.microsoft.com/office/drawing/2014/main" id="{8FEAE7E7-0717-B1C6-690E-80E00C57A7A6}"/>
                    </a:ext>
                  </a:extLst>
                </p14:cNvPr>
                <p14:cNvContentPartPr/>
                <p14:nvPr/>
              </p14:nvContentPartPr>
              <p14:xfrm>
                <a:off x="6083632" y="4363772"/>
                <a:ext cx="137880" cy="176760"/>
              </p14:xfrm>
            </p:contentPart>
          </mc:Choice>
          <mc:Fallback>
            <p:pic>
              <p:nvPicPr>
                <p:cNvPr id="137" name="Ink 136">
                  <a:extLst>
                    <a:ext uri="{FF2B5EF4-FFF2-40B4-BE49-F238E27FC236}">
                      <a16:creationId xmlns:a16="http://schemas.microsoft.com/office/drawing/2014/main" id="{8FEAE7E7-0717-B1C6-690E-80E00C57A7A6}"/>
                    </a:ext>
                  </a:extLst>
                </p:cNvPr>
                <p:cNvPicPr/>
                <p:nvPr/>
              </p:nvPicPr>
              <p:blipFill>
                <a:blip r:embed="rId235"/>
                <a:stretch>
                  <a:fillRect/>
                </a:stretch>
              </p:blipFill>
              <p:spPr>
                <a:xfrm>
                  <a:off x="6074992" y="4354772"/>
                  <a:ext cx="15552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8" name="Ink 137">
                  <a:extLst>
                    <a:ext uri="{FF2B5EF4-FFF2-40B4-BE49-F238E27FC236}">
                      <a16:creationId xmlns:a16="http://schemas.microsoft.com/office/drawing/2014/main" id="{D4C49053-0B59-82F2-A973-99277F9CF39E}"/>
                    </a:ext>
                  </a:extLst>
                </p14:cNvPr>
                <p14:cNvContentPartPr/>
                <p14:nvPr/>
              </p14:nvContentPartPr>
              <p14:xfrm>
                <a:off x="6270472" y="4347572"/>
                <a:ext cx="149040" cy="181080"/>
              </p14:xfrm>
            </p:contentPart>
          </mc:Choice>
          <mc:Fallback>
            <p:pic>
              <p:nvPicPr>
                <p:cNvPr id="138" name="Ink 137">
                  <a:extLst>
                    <a:ext uri="{FF2B5EF4-FFF2-40B4-BE49-F238E27FC236}">
                      <a16:creationId xmlns:a16="http://schemas.microsoft.com/office/drawing/2014/main" id="{D4C49053-0B59-82F2-A973-99277F9CF39E}"/>
                    </a:ext>
                  </a:extLst>
                </p:cNvPr>
                <p:cNvPicPr/>
                <p:nvPr/>
              </p:nvPicPr>
              <p:blipFill>
                <a:blip r:embed="rId237"/>
                <a:stretch>
                  <a:fillRect/>
                </a:stretch>
              </p:blipFill>
              <p:spPr>
                <a:xfrm>
                  <a:off x="6261832" y="4338932"/>
                  <a:ext cx="1666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39" name="Ink 138">
                  <a:extLst>
                    <a:ext uri="{FF2B5EF4-FFF2-40B4-BE49-F238E27FC236}">
                      <a16:creationId xmlns:a16="http://schemas.microsoft.com/office/drawing/2014/main" id="{7929F3F8-C424-613B-1805-A13BDDB06FBB}"/>
                    </a:ext>
                  </a:extLst>
                </p14:cNvPr>
                <p14:cNvContentPartPr/>
                <p14:nvPr/>
              </p14:nvContentPartPr>
              <p14:xfrm>
                <a:off x="6465592" y="4227692"/>
                <a:ext cx="120600" cy="378000"/>
              </p14:xfrm>
            </p:contentPart>
          </mc:Choice>
          <mc:Fallback>
            <p:pic>
              <p:nvPicPr>
                <p:cNvPr id="139" name="Ink 138">
                  <a:extLst>
                    <a:ext uri="{FF2B5EF4-FFF2-40B4-BE49-F238E27FC236}">
                      <a16:creationId xmlns:a16="http://schemas.microsoft.com/office/drawing/2014/main" id="{7929F3F8-C424-613B-1805-A13BDDB06FBB}"/>
                    </a:ext>
                  </a:extLst>
                </p:cNvPr>
                <p:cNvPicPr/>
                <p:nvPr/>
              </p:nvPicPr>
              <p:blipFill>
                <a:blip r:embed="rId239"/>
                <a:stretch>
                  <a:fillRect/>
                </a:stretch>
              </p:blipFill>
              <p:spPr>
                <a:xfrm>
                  <a:off x="6456952" y="4218692"/>
                  <a:ext cx="138240" cy="3956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0" name="Ink 139">
                  <a:extLst>
                    <a:ext uri="{FF2B5EF4-FFF2-40B4-BE49-F238E27FC236}">
                      <a16:creationId xmlns:a16="http://schemas.microsoft.com/office/drawing/2014/main" id="{5B8C9E4D-2C7D-F0AC-B45C-82A34005B8AE}"/>
                    </a:ext>
                  </a:extLst>
                </p14:cNvPr>
                <p14:cNvContentPartPr/>
                <p14:nvPr/>
              </p14:nvContentPartPr>
              <p14:xfrm>
                <a:off x="4418272" y="4644212"/>
                <a:ext cx="2473920" cy="40320"/>
              </p14:xfrm>
            </p:contentPart>
          </mc:Choice>
          <mc:Fallback>
            <p:pic>
              <p:nvPicPr>
                <p:cNvPr id="140" name="Ink 139">
                  <a:extLst>
                    <a:ext uri="{FF2B5EF4-FFF2-40B4-BE49-F238E27FC236}">
                      <a16:creationId xmlns:a16="http://schemas.microsoft.com/office/drawing/2014/main" id="{5B8C9E4D-2C7D-F0AC-B45C-82A34005B8AE}"/>
                    </a:ext>
                  </a:extLst>
                </p:cNvPr>
                <p:cNvPicPr/>
                <p:nvPr/>
              </p:nvPicPr>
              <p:blipFill>
                <a:blip r:embed="rId241"/>
                <a:stretch>
                  <a:fillRect/>
                </a:stretch>
              </p:blipFill>
              <p:spPr>
                <a:xfrm>
                  <a:off x="4409272" y="4635212"/>
                  <a:ext cx="2491560" cy="57960"/>
                </a:xfrm>
                <a:prstGeom prst="rect">
                  <a:avLst/>
                </a:prstGeom>
              </p:spPr>
            </p:pic>
          </mc:Fallback>
        </mc:AlternateContent>
      </p:grpSp>
    </p:spTree>
    <p:extLst>
      <p:ext uri="{BB962C8B-B14F-4D97-AF65-F5344CB8AC3E}">
        <p14:creationId xmlns:p14="http://schemas.microsoft.com/office/powerpoint/2010/main" val="2864813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40,000+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Understanding Aspects and associations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01</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02</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Generic Service handlers</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Introduction to Fiori Elements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05</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Business Application Studio</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Adding UI module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06</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014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7710</TotalTime>
  <Words>586</Words>
  <Application>Microsoft Office PowerPoint</Application>
  <PresentationFormat>Custom</PresentationFormat>
  <Paragraphs>90</Paragraphs>
  <Slides>15</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Amasis MT Pro Black</vt:lpstr>
      <vt:lpstr>Arial</vt:lpstr>
      <vt:lpstr>Arial Black</vt:lpstr>
      <vt:lpstr>Calibri</vt:lpstr>
      <vt:lpstr>Cooper Black</vt:lpstr>
      <vt:lpstr>Segoe UI</vt:lpstr>
      <vt:lpstr>Segoe UI Light</vt:lpstr>
      <vt:lpstr>Office Theme</vt:lpstr>
      <vt:lpstr>SAP BTP Architect Training</vt:lpstr>
      <vt:lpstr>PowerPoint Presentation</vt:lpstr>
      <vt:lpstr>Agenda – Day 6</vt:lpstr>
      <vt:lpstr>DB Design</vt:lpstr>
      <vt:lpstr>Hands on: Create DB Module</vt:lpstr>
      <vt:lpstr>PowerPoint Presentation</vt:lpstr>
      <vt:lpstr>Reuse Types and aspects</vt:lpstr>
      <vt:lpstr>Introduction to CDS Views</vt:lpstr>
      <vt:lpstr>Hands on: Service creation</vt:lpstr>
      <vt:lpstr>Testing Services in BAS</vt:lpstr>
      <vt:lpstr>PowerPoint Presentation</vt:lpstr>
      <vt:lpstr>PowerPoint Presentation</vt:lpstr>
      <vt:lpstr>PowerPoint Presentation</vt:lpstr>
      <vt:lpstr>PowerPoint Presentation</vt:lpstr>
      <vt:lpstr>Agenda – Day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239</cp:revision>
  <dcterms:created xsi:type="dcterms:W3CDTF">2013-09-12T13:05:01Z</dcterms:created>
  <dcterms:modified xsi:type="dcterms:W3CDTF">2026-01-21T13:16:41Z</dcterms:modified>
</cp:coreProperties>
</file>