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5.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notesSlides/notesSlide6.xml" ContentType="application/vnd.openxmlformats-officedocument.presentationml.notesSlide+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5" r:id="rId4"/>
  </p:sldMasterIdLst>
  <p:notesMasterIdLst>
    <p:notesMasterId r:id="rId23"/>
  </p:notesMasterIdLst>
  <p:sldIdLst>
    <p:sldId id="256" r:id="rId5"/>
    <p:sldId id="402" r:id="rId6"/>
    <p:sldId id="276" r:id="rId7"/>
    <p:sldId id="358" r:id="rId8"/>
    <p:sldId id="359" r:id="rId9"/>
    <p:sldId id="360" r:id="rId10"/>
    <p:sldId id="422" r:id="rId11"/>
    <p:sldId id="423" r:id="rId12"/>
    <p:sldId id="361" r:id="rId13"/>
    <p:sldId id="424" r:id="rId14"/>
    <p:sldId id="362" r:id="rId15"/>
    <p:sldId id="420" r:id="rId16"/>
    <p:sldId id="421" r:id="rId17"/>
    <p:sldId id="365" r:id="rId18"/>
    <p:sldId id="367" r:id="rId19"/>
    <p:sldId id="368" r:id="rId20"/>
    <p:sldId id="419" r:id="rId21"/>
    <p:sldId id="409" r:id="rId22"/>
  </p:sldIdLst>
  <p:sldSz cx="12188825" cy="6858000"/>
  <p:notesSz cx="6858000" cy="9144000"/>
  <p:embeddedFontLst>
    <p:embeddedFont>
      <p:font typeface="72 Condensed" panose="020B0506030000000003" pitchFamily="34" charset="0"/>
      <p:regular r:id="rId24"/>
      <p:bold r:id="rId25"/>
    </p:embeddedFont>
    <p:embeddedFont>
      <p:font typeface="Arial Black" panose="020B0A04020102020204" pitchFamily="34" charset="0"/>
      <p:regular r:id="rId26"/>
      <p:bold r:id="rId27"/>
    </p:embeddedFont>
    <p:embeddedFont>
      <p:font typeface="Cambria" panose="02040503050406030204" pitchFamily="18" charset="0"/>
      <p:regular r:id="rId28"/>
      <p:bold r:id="rId29"/>
      <p:italic r:id="rId30"/>
      <p:boldItalic r:id="rId31"/>
    </p:embeddedFont>
    <p:embeddedFont>
      <p:font typeface="Cooper Black" panose="0208090404030B020404" pitchFamily="18" charset="0"/>
      <p:regular r:id="rId32"/>
    </p:embeddedFont>
    <p:embeddedFont>
      <p:font typeface="Corben" panose="020B0604020202020204" charset="0"/>
      <p:bold r:id="rId33"/>
    </p:embeddedFont>
    <p:embeddedFont>
      <p:font typeface="Open Sans" panose="020B0606030504020204" pitchFamily="34" charset="0"/>
      <p:regular r:id="rId34"/>
      <p:bold r:id="rId35"/>
      <p:italic r:id="rId36"/>
      <p:boldItalic r:id="rId37"/>
    </p:embeddedFont>
    <p:embeddedFont>
      <p:font typeface="Quattrocento Sans" panose="020B0502050000020003" pitchFamily="34"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Segoe UI Light" panose="020B0502040204020203" pitchFamily="34"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6.fntdata"/><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6.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8:38:38.542"/>
    </inkml:context>
    <inkml:brush xml:id="br0">
      <inkml:brushProperty name="width" value="0.05" units="cm"/>
      <inkml:brushProperty name="height" value="0.05" units="cm"/>
    </inkml:brush>
  </inkml:definitions>
  <inkml:trace contextRef="#ctx0" brushRef="#br0">4 0 24575,'-3'3'0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26:59.780"/>
    </inkml:context>
    <inkml:brush xml:id="br0">
      <inkml:brushProperty name="width" value="0.05" units="cm"/>
      <inkml:brushProperty name="height" value="0.05" units="cm"/>
    </inkml:brush>
  </inkml:definitions>
  <inkml:trace contextRef="#ctx0" brushRef="#br0">2 966 24575,'1'0'0,"-1"0"0,1 0 0,-1 1 0,1-1 0,-1 0 0,1 1 0,-1-1 0,0 1 0,1-1 0,-1 1 0,1-1 0,-1 1 0,0-1 0,1 1 0,-1-1 0,0 1 0,0-1 0,1 1 0,-1-1 0,0 1 0,0 0 0,0-1 0,0 1 0,0-1 0,0 1 0,0 0 0,2 20 0,-8 66 0,1-38 0,5-43 0,0 12 0,4-18 0,6-12 0,76-143 0,-34 56 0,76-121-305,216-280-1,-308 452 306,45-44 0,-51 67-1263,-13 17-5054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26:59.859"/>
    </inkml:context>
    <inkml:brush xml:id="br0">
      <inkml:brushProperty name="width" value="0.05" units="cm"/>
      <inkml:brushProperty name="height" value="0.05" units="cm"/>
    </inkml:brush>
  </inkml:definitions>
  <inkml:trace contextRef="#ctx0" brushRef="#br0">1 1084 24575,'1'6'0,"0"0"0,1 1 0,0-1 0,0 0 0,0 0 0,1 0 0,0-1 0,0 1 0,8 9 0,2 7 0,16 41 0,-17-37 0,16 30 0,-24-49 0,1 0 0,0-1 0,0 1 0,0-1 0,0 0 0,1-1 0,0 1 0,13 8 0,-17-13 0,0 0 0,0 0 0,0 0 0,0 0 0,0 0 0,1-1 0,-1 1 0,0-1 0,0 1 0,1-1 0,-1 0 0,0 0 0,1 0 0,-1 0 0,0 0 0,1 0 0,-1-1 0,0 1 0,0-1 0,1 0 0,2-1 0,2-2 0,0 0 0,0 0 0,-1-1 0,1 0 0,8-9 0,29-31 0,-3-3 0,66-95 0,-42 53 0,294-385-664,23 16-1,-364 439 665,21-23 0,-36 40 0,1 0 0,0 0 0,0 0 0,0 0 0,0 1 0,0 0 0,0-1 0,8-1 0,-12 4 0,1-1 1,0 1-1,0 0 0,-1 0 1,1 0-1,0 0 0,-1-1 1,1 1-1,0 0 0,0 0 1,-1 1-1,1-1 0,0 0 1,0 0-1,-1 0 0,1 0 1,0 1-1,-1-1 0,1 0 0,0 0 1,-1 1-1,1-1 0,0 1 1,-1-1-1,1 1 0,-1-1 1,2 1-1,-2 1-2,1-1 0,0 1 1,0-1-1,-1 1 0,1-1 0,-1 1 0,0-1 0,1 1 1,-1 0-1,0-1 0,0 4 0,0 4 61,-1 0-1,0-1 1,-3 13 0,-7 19-539,-1-4-6124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27:01.337"/>
    </inkml:context>
    <inkml:brush xml:id="br0">
      <inkml:brushProperty name="width" value="0.05" units="cm"/>
      <inkml:brushProperty name="height" value="0.05" units="cm"/>
    </inkml:brush>
  </inkml:definitions>
  <inkml:trace contextRef="#ctx0" brushRef="#br0">2 682 24575,'-1'24'0,"0"-16"0,1 0 0,0 0 0,0 0 0,1 0 0,0 0 0,3 13 0,-3-20 0,-1 0 0,1 1 0,0-1 0,-1 0 0,1 0 0,0 0 0,0 1 0,0-1 0,0 0 0,0 0 0,0 0 0,0 0 0,0 0 0,0-1 0,1 1 0,-1 0 0,0-1 0,0 1 0,1 0 0,-1-1 0,1 1 0,-1-1 0,0 0 0,1 0 0,-1 1 0,1-1 0,-1 0 0,1 0 0,-1 0 0,0 0 0,1-1 0,2 0 0,3 0 0,-1-1 0,1 0 0,0 0 0,-1-1 0,10-5 0,10-8 0,-1-1 0,0-2 0,37-37 0,-52 47 0,333-293 0,-22 18 0,-301 266 0,-9 7 0,0 1 0,1 1 0,18-13 0,-29 22 22,-1-1-1,1 1 0,0-1 1,0 1-1,0 0 0,0-1 1,-1 1-1,1 0 0,0 0 1,0-1-1,0 1 0,0 0 1,0 0-1,0 0 0,1 0 1,-2 0-77,0 1-1,1-1 1,-1 0 0,0 0 0,1 1 0,-1-1 0,0 0 0,1 0 0,-1 1 0,0-1 0,0 0 0,0 1 0,1-1 0,-1 0 0,0 1 0,0-1 0,0 0 0,0 1 0,0-1 0,0 1-1,1-1 1,-1 0 0,0 1 0,0-1 0,0 0 0,0 1 0,0-1 0,0 1 0,-1-1 0,1 1 0,-3 15-6771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08.358"/>
    </inkml:context>
    <inkml:brush xml:id="br0">
      <inkml:brushProperty name="width" value="0.05" units="cm"/>
      <inkml:brushProperty name="height" value="0.05" units="cm"/>
    </inkml:brush>
  </inkml:definitions>
  <inkml:trace contextRef="#ctx0" brushRef="#br0">1 0 24575,'0'4'0,"9"16"0,19 17 0,23 31 0,29 28 0,22 11 0,18 0 0,12-6 0,-5-14 0,-14-19 0,-21-17 0,-22-15 0,-14-10 0,-13-9 0,-14-2 0,-12-3-8191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09.152"/>
    </inkml:context>
    <inkml:brush xml:id="br0">
      <inkml:brushProperty name="width" value="0.05" units="cm"/>
      <inkml:brushProperty name="height" value="0.05" units="cm"/>
    </inkml:brush>
  </inkml:definitions>
  <inkml:trace contextRef="#ctx0" brushRef="#br0">0 811 24575,'33'-1'0,"1"-1"0,-1-1 0,0-2 0,0-1 0,0-2 0,-1-1 0,33-14 0,0-7 0,-1-2 0,-1-3 0,80-61 0,163-149 0,-282 225 0,89-81 0,-98 85 0,1 0 0,-2-1 0,-1-1 0,19-31 0,-28 42-227,0-1-1,-1 0 1,0 0-1,0 0 1,1-11-1,-1-2-6598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10.301"/>
    </inkml:context>
    <inkml:brush xml:id="br0">
      <inkml:brushProperty name="width" value="0.05" units="cm"/>
      <inkml:brushProperty name="height" value="0.05" units="cm"/>
    </inkml:brush>
  </inkml:definitions>
  <inkml:trace contextRef="#ctx0" brushRef="#br0">18 667 24575,'0'0'0,"-1"1"0,0-1 0,1 0 0,-1 0 0,0 1 0,1-1 0,-1 0 0,1 1 0,-1-1 0,0 1 0,1-1 0,-1 1 0,1-1 0,-1 1 0,1-1 0,-1 1 0,1-1 0,0 1 0,-1-1 0,1 1 0,0 0 0,-1-1 0,1 1 0,0 0 0,0-1 0,0 1 0,-1 1 0,-2 23 0,2-21 0,1 5 0,0 1 0,0 0 0,1-1 0,0 1 0,1-1 0,0 1 0,4 11 0,30 65 0,-14-34 0,-17-41 0,-1 1 0,1-1 0,0 0 0,0 0 0,1 0 0,8 10 0,-12-19 0,0 0 0,-1 0 0,1 0 0,0 0 0,0 0 0,1-1 0,-1 1 0,0-1 0,1 1 0,-1-1 0,1 0 0,-1 0 0,1 0 0,-1 0 0,1 0 0,0-1 0,-1 1 0,1-1 0,0 0 0,0 1 0,-1-1 0,1 0 0,0-1 0,0 1 0,-1-1 0,1 1 0,0-1 0,2-1 0,8-3 0,0 0 0,-1-2 0,0 1 0,0-1 0,-1-1 0,1 0 0,14-15 0,68-78 0,-89 95 0,42-49 0,239-263 0,-224 257 0,2 3 0,140-97 0,-124 104-455,2 4 0,120-49 0,-128 68-6371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12.424"/>
    </inkml:context>
    <inkml:brush xml:id="br0">
      <inkml:brushProperty name="width" value="0.05" units="cm"/>
      <inkml:brushProperty name="height" value="0.05" units="cm"/>
    </inkml:brush>
  </inkml:definitions>
  <inkml:trace contextRef="#ctx0" brushRef="#br0">0 807 24575,'5'0'0,"1"1"0,-1 0 0,0 0 0,0 0 0,0 1 0,0 0 0,0 0 0,0 0 0,0 1 0,-1-1 0,1 1 0,-1 0 0,8 6 0,5 7 0,28 33 0,-26-27 0,69 89 0,13 15 0,-98-123 0,0 0 0,0 0 0,0 0 0,1 0 0,-1 0 0,1-1 0,-1 1 0,1-1 0,0 0 0,0 0 0,0-1 0,0 1 0,0-1 0,0 0 0,1 0 0,7 1 0,-6-3 0,0 0 0,0 0 0,0 0 0,0-1 0,0 1 0,0-1 0,-1-1 0,1 1 0,-1-1 0,1 0 0,7-6 0,27-22 0,-1-1 0,-2-1 0,43-50 0,-74 76 0,420-485-1107,-292 331 914,-114 137 193,103-117 0,-91 108 0,72-57 0,-99 85-95,1 0-1,1 1 0,-1-1 0,0 1 1,1 1-1,0-1 0,0 1 1,0 1-1,0-1 0,0 1 0,9-1 1,6 5-5648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13.228"/>
    </inkml:context>
    <inkml:brush xml:id="br0">
      <inkml:brushProperty name="width" value="0.05" units="cm"/>
      <inkml:brushProperty name="height" value="0.05" units="cm"/>
    </inkml:brush>
  </inkml:definitions>
  <inkml:trace contextRef="#ctx0" brushRef="#br0">1 397 24575,'3'0'0,"1"0"0,-1 1 0,1 0 0,-1 0 0,0 0 0,1 0 0,-1 0 0,0 1 0,0-1 0,0 1 0,3 2 0,34 28 0,4 13 0,76 98 0,-109-128 0,-6-8 0,0-2 0,-1 1 0,0-1 0,1 0 0,6 6 0,-9-10 0,-1 0 0,0 0 0,1 0 0,-1 0 0,1-1 0,-1 1 0,1 0 0,-1-1 0,1 1 0,-1-1 0,1 1 0,0-1 0,-1 0 0,1 0 0,-1 0 0,1 0 0,0 0 0,-1 0 0,1 0 0,0 0 0,-1-1 0,1 1 0,2-1 0,1-2 0,0 0 0,-1 0 0,1 0 0,-1 0 0,0-1 0,1 1 0,5-8 0,28-38 0,-30 38 0,233-285 0,-201 253 0,3 2 0,1 2 0,1 2 0,74-46 0,-99 71 0,0 1 0,0 1 0,26-9 0,-42 18 0,0-1 0,1 1 0,-1-1 0,1 1 0,-1 0 0,1 1 0,0-1 0,0 1 0,-1 0 0,1 0 0,0 1 0,-1-1 0,1 1 0,0 0 0,-1 0 0,1 1 0,-1-1 0,0 1 0,1 0 0,-1 0 0,6 4 0,-8-4-170,0 1-1,0-1 0,0 0 1,0 1-1,0-1 0,0 1 1,2 4-1,5 18-6655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07:14.589"/>
    </inkml:context>
    <inkml:brush xml:id="br0">
      <inkml:brushProperty name="width" value="0.05" units="cm"/>
      <inkml:brushProperty name="height" value="0.05" units="cm"/>
    </inkml:brush>
  </inkml:definitions>
  <inkml:trace contextRef="#ctx0" brushRef="#br0">0 1124 24575,'6'0'0,"0"1"0,0 0 0,0 0 0,0 1 0,-1-1 0,1 1 0,0 1 0,-1-1 0,1 1 0,-1 0 0,0 0 0,0 0 0,5 5 0,8 8 0,-1 0 0,16 19 0,-17-17 0,15 16 0,-11-10 0,39 34 0,-53-52 0,1-1 0,-1 0 0,1-1 0,0 0 0,0 0 0,1 0 0,-1-1 0,1 0 0,0 0 0,0-1 0,11 2 0,-16-4 0,1 0 0,0 0 0,0 0 0,-1-1 0,1 0 0,0 1 0,-1-1 0,1 0 0,-1-1 0,1 1 0,-1-1 0,1 0 0,-1 1 0,0-1 0,0-1 0,0 1 0,0 0 0,0-1 0,0 1 0,3-6 0,6-7 0,-1 0 0,-1-1 0,9-18 0,-10 18 0,176-332 0,-79 145 0,4-14 0,104-180 0,-206 383-227,1 0-1,1 1 1,0 1-1,1 0 1,15-14-1,1 7-6598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3.635"/>
    </inkml:context>
    <inkml:brush xml:id="br0">
      <inkml:brushProperty name="width" value="0.05" units="cm"/>
      <inkml:brushProperty name="height" value="0.05" units="cm"/>
    </inkml:brush>
  </inkml:definitions>
  <inkml:trace contextRef="#ctx0" brushRef="#br0">0 609 24575,'11'-12'0,"-5"4"0,1 1 0,0 0 0,1 0 0,-1 1 0,10-7 0,-16 12 0,0 0 0,1 1 0,-1-1 0,1 0 0,-1 1 0,1-1 0,-1 1 0,1-1 0,-1 1 0,1 0 0,0-1 0,-1 1 0,1 0 0,-1 0 0,1 0 0,-1 0 0,1 1 0,0-1 0,-1 0 0,1 1 0,-1-1 0,1 1 0,-1-1 0,1 1 0,-1 0 0,0 0 0,1-1 0,-1 1 0,0 0 0,1 0 0,-1 0 0,0 1 0,0-1 0,0 0 0,0 0 0,0 1 0,0-1 0,1 2 0,2 5 0,0 0 0,0 0 0,-1 1 0,0-1 0,-1 1 0,3 13 0,5 59 0,-7-48 0,8 118 0,-10-123 0,-2-1 0,-1 0 0,-8 42 0,10-67 0,-1-1 0,1 1 0,-1 0 0,1 0 0,-1 0 0,0 0 0,1-1 0,-1 1 0,0 0 0,0-1 0,-2 3 0,3-4 0,-1 0 0,1 1 0,0-1 0,0 0 0,-1 0 0,1 0 0,0 0 0,-1 0 0,1 0 0,0 0 0,-1 0 0,1 0 0,0 0 0,0 0 0,-1 0 0,1 0 0,0 0 0,-1 0 0,1 0 0,0 0 0,-1 0 0,1 0 0,0 0 0,0 0 0,-1-1 0,1 1 0,0 0 0,-1 0 0,1 0 0,0 0 0,0-1 0,0 1 0,-1 0 0,1 0 0,0-1 0,0 1 0,0 0 0,-1-1 0,-1-2 0,0-1 0,0 0 0,0 0 0,1-1 0,-1 1 0,1 0 0,0 0 0,-1-7 0,-5-70 0,4-142 0,4 181 0,11-224 0,-6 201 0,3-1 0,19-64 0,-25 116 0,2 0 0,-1 1 0,2-1 0,0 1 0,0 0 0,16-22 0,-20 32 0,0 0 0,1 0 0,-1 0 0,1 1 0,0-1 0,0 1 0,0-1 0,0 1 0,0 0 0,0 0 0,0 1 0,1-1 0,-1 1 0,1-1 0,0 1 0,-1 0 0,1 0 0,0 1 0,-1-1 0,1 1 0,0 0 0,0 0 0,-1 0 0,1 0 0,0 1 0,0-1 0,-1 1 0,1 0 0,0 0 0,5 3 0,1 1 0,0 0 0,-1 1 0,0 0 0,0 0 0,-1 1 0,0 0 0,0 0 0,0 1 0,-1 0 0,0 1 0,-1-1 0,0 1 0,0 1 0,4 9 0,-1 1 0,0-1 0,-2 1 0,0 1 0,-1-1 0,-2 1 0,4 25 0,-6-28 0,-1 0 0,-1 0 0,0-1 0,-2 1 0,0 0 0,0 0 0,-2-1 0,0 1 0,-10 23 0,9-29 0,0-2 0,0 1 0,-1-1 0,-1 0 0,0 0 0,0 0 0,-1-1 0,0 0 0,-1-1 0,0 0 0,0 0 0,0-1 0,-1 0 0,0-1 0,-12 6 0,11-7 0,-1 0 0,0-1 0,0-1 0,0 0 0,0 0 0,-18 1 0,22-4 0,0 1 0,-1-1 0,1-1 0,-1 1 0,1-2 0,0 1 0,-1-1 0,1 0 0,0-1 0,-9-4 0,16 7 0,1 0 0,-1 0 0,1 0 0,-1 0 0,0 0 0,1-1 0,-1 1 0,1 0 0,-1-1 0,1 1 0,-1 0 0,1-1 0,-1 1 0,1 0 0,-1-1 0,1 1 0,0-1 0,-1 1 0,1-1 0,0 1 0,-1-1 0,1 1 0,0-1 0,0 1 0,-1-1 0,1 0 0,0 1 0,0-1 0,0 1 0,0-1 0,0 0 0,0 1 0,0-1 0,0-1 0,1 2 0,-1-1 0,1 1 0,0-1 0,0 0 0,0 1 0,-1-1 0,1 1 0,0 0 0,0-1 0,0 1 0,0 0 0,0 0 0,0-1 0,0 1 0,0 0 0,0 0 0,0 0 0,0 0 0,0 0 0,0 0 0,1 1 0,12 1 0,0 1 0,0 1 0,0 0 0,-1 1 0,0 1 0,0 0 0,0 0 0,20 15 0,-1 2 0,-2 1 0,28 28 0,8 20-1365,-52-57-5461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4.054"/>
    </inkml:context>
    <inkml:brush xml:id="br0">
      <inkml:brushProperty name="width" value="0.05" units="cm"/>
      <inkml:brushProperty name="height" value="0.05" units="cm"/>
    </inkml:brush>
  </inkml:definitions>
  <inkml:trace contextRef="#ctx0" brushRef="#br0">0 389 24575,'5'-13'0,"-1"-1"0,-1 0 0,-1 0 0,0 0 0,0-1 0,-1-17 0,8 242 0,1 24 0,-10-226 0,0-6 0,0 1 0,1 0 0,-1 0 0,0 0 0,0-1 0,-1 1 0,1 0 0,-1 0 0,1-1 0,-1 1 0,0 0 0,0-1 0,0 1 0,-2 3 0,3-6 0,0 0 0,-1 0 0,1 0 0,0 0 0,0 0 0,0 0 0,-1 0 0,1 0 0,0 0 0,0 0 0,0 0 0,-1 0 0,1 0 0,0 0 0,0-1 0,0 1 0,0 0 0,-1 0 0,1 0 0,0 0 0,0 0 0,0 0 0,0 0 0,0-1 0,-1 1 0,1 0 0,0 0 0,0 0 0,0 0 0,0-1 0,0 1 0,0 0 0,0 0 0,0 0 0,0 0 0,0-1 0,0 1 0,0 0 0,0 0 0,0 0 0,0-1 0,0 1 0,0 0 0,0 0 0,-3-12 0,-2-63 0,3 0 0,12-115 0,-10 188 0,18-171 0,-14 142 0,2 1 0,2 1 0,17-48 0,-22 70 0,0 0 0,0 1 0,1-1 0,0 1 0,0 0 0,7-8 0,-9 12 0,-1 1 0,1-1 0,0 1 0,-1 0 0,1-1 0,0 1 0,0 0 0,0 0 0,0 0 0,0 1 0,0-1 0,0 0 0,0 1 0,0-1 0,1 1 0,-1 0 0,0-1 0,0 1 0,0 0 0,1 0 0,-1 1 0,0-1 0,0 0 0,0 1 0,2 0 0,4 2 0,-1 1 0,0-1 0,0 1 0,0 0 0,-1 1 0,0 0 0,0 0 0,0 0 0,0 1 0,-1 0 0,8 10 0,1 3 0,-1 2 0,15 31 0,-11-17-151,-2 1-1,-2 0 0,-1 1 0,-2 1 1,-1-1-1,-3 1 0,0 1 1,-1 68-1,-7-66-6674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4.227"/>
    </inkml:context>
    <inkml:brush xml:id="br0">
      <inkml:brushProperty name="width" value="0.05" units="cm"/>
      <inkml:brushProperty name="height" value="0.05" units="cm"/>
    </inkml:brush>
  </inkml:definitions>
  <inkml:trace contextRef="#ctx0" brushRef="#br0">1 106 24575,'0'-3'0,"3"-1"0,7 0 0,9-2 0,7 0 0,8-3 0,8-2 0,6-3 0,8-2 0,3-1 0,-8 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4.691"/>
    </inkml:context>
    <inkml:brush xml:id="br0">
      <inkml:brushProperty name="width" value="0.05" units="cm"/>
      <inkml:brushProperty name="height" value="0.05" units="cm"/>
    </inkml:brush>
  </inkml:definitions>
  <inkml:trace contextRef="#ctx0" brushRef="#br0">1 73 24575,'2'28'0,"8"40"0,1-1 0,22 366 0,-34-414 0,-2-13 0,-1-12 0,0-10 0,1 0 0,1 0 0,-1-26 0,0-1 0,-7-53 0,4-159 0,7 244 0,0 1 0,1-1 0,1 0 0,-1 1 0,2-1 0,-1 1 0,2 0 0,-1 0 0,10-15 0,-9 18 0,0 0 0,1 0 0,-1 0 0,1 1 0,0 0 0,1 0 0,0 0 0,0 1 0,0 0 0,0 0 0,1 1 0,12-6 0,-19 10 0,1-1 0,0 0 0,0 1 0,0-1 0,-1 1 0,1 0 0,0-1 0,0 1 0,0 0 0,0 0 0,0 0 0,0 1 0,0-1 0,-1 0 0,1 1 0,0-1 0,0 1 0,0 0 0,-1-1 0,1 1 0,3 2 0,-3-1 0,0 0 0,1 0 0,-1 1 0,-1-1 0,1 0 0,0 1 0,0-1 0,-1 1 0,0 0 0,1 0 0,-1-1 0,1 7 0,0-4 0,-1 0 0,0 1 0,0-1 0,-1 1 0,1-1 0,-1 1 0,0-1 0,-1 1 0,1-1 0,-1 1 0,0-1 0,-1 1 0,1-1 0,-1 0 0,-3 7 0,2-9 29,0 1-1,0-1 1,0 0-1,0 0 0,0 0 1,-1 0-1,1 0 1,-1-1-1,0 0 1,1 1-1,-7 1 1,-2 1-598,-1-1 0,-18 3 0,3-1-6257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1.992"/>
    </inkml:context>
    <inkml:brush xml:id="br0">
      <inkml:brushProperty name="width" value="0.05" units="cm"/>
      <inkml:brushProperty name="height" value="0.05" units="cm"/>
    </inkml:brush>
  </inkml:definitions>
  <inkml:trace contextRef="#ctx0" brushRef="#br0">531 261 24575,'3'-3'0,"-1"-1"0,0 0 0,0 0 0,0 0 0,0 0 0,-1 0 0,0-1 0,0 1 0,0 0 0,0-1 0,0 1 0,-1-1 0,0-4 0,3-18 0,-2 21 0,2-6 0,-1 0 0,0 0 0,-1 0 0,0-20 0,-1 29 0,-1-1 0,1 1 0,-1 0 0,1 0 0,-1 0 0,0 0 0,-1 0 0,1 0 0,0 0 0,-1 0 0,1 1 0,-1-1 0,0 0 0,0 1 0,0-1 0,0 1 0,-1 0 0,1 0 0,-1 0 0,1 0 0,-1 0 0,0 0 0,-2-1 0,-6-1 0,1 0 0,-1 1 0,1 0 0,-1 1 0,0 0 0,0 1 0,0 0 0,0 1 0,0 0 0,-19 3 0,10-1 0,0 2 0,0 1 0,1 0 0,-38 16 0,47-16 0,-1 0 0,1 1 0,0 0 0,0 1 0,1 0 0,0 0 0,0 1 0,1 0 0,-12 15 0,17-19 0,0 1 0,0 0 0,0 0 0,0 0 0,1 0 0,0 1 0,0-1 0,0 1 0,1-1 0,0 1 0,0 0 0,0-1 0,1 1 0,0 0 0,0 0 0,0-1 0,1 1 0,0 0 0,0-1 0,0 1 0,3 6 0,3 4 0,1 0 0,0 0 0,1-1 0,1-1 0,0 0 0,1 0 0,0-1 0,1 0 0,20 16 0,16 10 0,66 41 0,-109-77 0,21 13 0,-9-5 0,0 0 0,24 22 0,-40-32 0,0 0 0,0-1 0,0 1 0,0 0 0,-1 0 0,1 0 0,0 0 0,0 0 0,-1 1 0,1-1 0,0 0 0,-1 0 0,1 0 0,-1 0 0,0 1 0,1-1 0,-1 0 0,0 0 0,0 1 0,0-1 0,0 2 0,0-2 0,-1 0 0,1 0 0,-1 1 0,1-1 0,-1 0 0,0 0 0,1 0 0,-1 0 0,0 0 0,0 0 0,0 0 0,0-1 0,0 1 0,0 0 0,0 0 0,0-1 0,-2 2 0,-6 2 0,-1-1 0,1 0 0,-1 0 0,-13 2 0,17-4 0,-25 5 0,0-2 0,0 0 0,-1-3 0,-36-2 0,50 0 0,1-1 0,-1-1 0,1 0 0,-1-1 0,1-1 0,1-1 0,-1 0 0,-29-17 0,41 20-105,1 0 0,-1 0 0,1 0 0,0-1 0,0 0 0,0 1 0,1-1 0,-1-1 0,1 1 0,0 0 0,0-1 0,-2-4 0,-4-19-6721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2.165"/>
    </inkml:context>
    <inkml:brush xml:id="br0">
      <inkml:brushProperty name="width" value="0.05" units="cm"/>
      <inkml:brushProperty name="height" value="0.05" units="cm"/>
    </inkml:brush>
  </inkml:definitions>
  <inkml:trace contextRef="#ctx0" brushRef="#br0">1 51 24575,'3'0'0,"4"0"0,4 0 0,1-3 0,-3-5 0,-2-3 0,-2-3 0,-3 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2.602"/>
    </inkml:context>
    <inkml:brush xml:id="br0">
      <inkml:brushProperty name="width" value="0.05" units="cm"/>
      <inkml:brushProperty name="height" value="0.05" units="cm"/>
    </inkml:brush>
  </inkml:definitions>
  <inkml:trace contextRef="#ctx0" brushRef="#br0">233 240 24575,'3'-3'0,"6"-5"0,0-1 0,-1 0 0,0 0 0,0-1 0,-1 0 0,0 0 0,-1-1 0,9-19 0,-12 23 0,0-1 0,-1 1 0,-1 0 0,1-1 0,-1 0 0,0 1 0,-1-1 0,0-7 0,0 12 0,0 1 0,0 0 0,-1-1 0,0 1 0,1-1 0,-1 1 0,0 0 0,0 0 0,0-1 0,0 1 0,0 0 0,-1 0 0,1 0 0,-1 0 0,1 0 0,-1 1 0,0-1 0,1 0 0,-1 1 0,0-1 0,0 1 0,0 0 0,0 0 0,-1-1 0,1 2 0,0-1 0,0 0 0,-4-1 0,-2 1 0,1 0 0,-1 1 0,0-1 0,1 2 0,-1-1 0,1 1 0,-1 0 0,0 0 0,1 1 0,0 0 0,-1 1 0,1 0 0,0 0 0,0 0 0,-6 5 0,-3 1 0,1 1 0,0 1 0,0 1 0,1 0 0,-14 16 0,22-22 0,1 0 0,0 0 0,0 1 0,0 0 0,1 0 0,0 1 0,1-1 0,0 1 0,0-1 0,0 1 0,1 0 0,-3 15 0,5-16 0,0 0 0,0 0 0,0 1 0,1-1 0,0 0 0,1 0 0,-1 0 0,1 0 0,1 0 0,-1-1 0,1 1 0,0-1 0,1 1 0,0-1 0,4 6 0,5 4 0,1 0 0,0 0 0,1-2 0,0 0 0,32 21 0,93 48 0,-113-68 0,-21-12 0,22 13 0,-27-15 0,0 0 0,0-1 0,0 1 0,0 0 0,0 0 0,0 0 0,0 0 0,0-1 0,0 1 0,0 0 0,-1 1 0,1-1 0,0 0 0,-1 0 0,1 0 0,-1 0 0,1 0 0,-1 1 0,1 1 0,-2-3 0,1 1 0,0-1 0,-1 1 0,1 0 0,-1-1 0,1 1 0,-1-1 0,1 1 0,-1-1 0,1 1 0,-1-1 0,1 0 0,-1 1 0,0-1 0,1 0 0,-1 1 0,0-1 0,1 0 0,-1 0 0,0 0 0,1 1 0,-1-1 0,0 0 0,1 0 0,-1 0 0,0 0 0,0 0 0,-1-1 0,-25 0 0,24 1 0,-34-4 0,0-1 0,1-1 0,-1-3 0,2 0 0,-41-18 0,73 26-114,1 0 1,0 0-1,0 0 0,0 0 0,0 0 1,-1-1-1,2 1 0,-1-1 0,0 0 1,0 0-1,-1-1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6.351"/>
    </inkml:context>
    <inkml:brush xml:id="br0">
      <inkml:brushProperty name="width" value="0.05" units="cm"/>
      <inkml:brushProperty name="height" value="0.05" units="cm"/>
    </inkml:brush>
  </inkml:definitions>
  <inkml:trace contextRef="#ctx0" brushRef="#br0">317 168 24575,'-39'-27'0,"29"20"0,1 1 0,-16-13 0,23 17 0,1 0 0,-1 0 0,0 1 0,1-1 0,-1 0 0,1 0 0,0 0 0,0-1 0,0 1 0,0 0 0,0 0 0,0-1 0,0 1 0,1 0 0,-1-1 0,1 1 0,-1-5 0,2 6 0,-1-1 0,0 1 0,1-1 0,0 0 0,-1 1 0,1-1 0,0 1 0,-1 0 0,1-1 0,0 1 0,0 0 0,0-1 0,0 1 0,1 0 0,-1 0 0,0 0 0,0 0 0,1 0 0,-1 0 0,0 0 0,1 0 0,-1 1 0,1-1 0,3 0 0,4-3 0,1 1 0,19-3 0,-23 5 0,59-9 0,110-2 0,68 15 0,-234-3 0,441 21 0,-174-7 0,-237-12 0,-3-2 0,-1 3 0,54 10 0,-86-13 0,-1 0 0,0 1 0,0-1 0,0 1 0,0 0 0,0 0 0,0 0 0,0 0 0,0 0 0,0 0 0,-1 0 0,1 1 0,0-1 0,-1 0 0,2 3 0,-2-3 0,-1 0 0,1 1 0,-1-1 0,1 0 0,-1 1 0,0-1 0,0 0 0,0 1 0,0-1 0,0 1 0,0-1 0,0 0 0,0 1 0,0-1 0,-1 0 0,1 1 0,-1-1 0,1 0 0,-1 1 0,1-1 0,-1 0 0,0 0 0,0 2 0,-17 26 0,-25 31 0,21-31 0,-21 37 0,22-23-22,2 0 0,2 1 0,2 1 0,2 0 0,1 1 0,3 0 0,-6 90 0,11-16-142,23 230 0,25 18 54,14 164 119,-43-219 168,24 248 251,-33-501-428,5 35 0,-9-82 0,1 0 0,1-1 0,0 1 0,0-1 0,7 13 0,-10-23 0,0-1 0,-1 1 0,1 0 0,0-1 0,0 1 0,0-1 0,0 1 0,0-1 0,0 1 0,0-1 0,1 1 0,-1-1 0,0 0 0,1 0 0,-1 0 0,1 0 0,-1 0 0,1 0 0,1 1 0,1-5 0,-8-2 0,-7-5 0,-6 1 0,0 2 0,-1 0 0,0 1 0,-1 1 0,1 1 0,-27-3 0,32 5 0,-290-42-255,-2 13-1,-328 11 1,594 20 255,-89 3 0,108-1 0,0 0 0,1 1 0,-1 1 0,-20 8 0,38-12 37,-1 1 1,1 0-1,0 0 1,-1 0 0,1 0-1,0 1 1,0-1 0,0 1-1,0-1 1,0 1 0,0 0-1,0-1 1,0 1 0,-1 3-1,3-5-72,0 1-1,-1 0 0,1 0 0,0 0 0,0 0 0,0 0 0,0 0 1,0 0-1,0 0 0,0 0 0,1 0 0,-1 0 0,0 0 0,0 0 0,1 0 1,-1-1-1,0 1 0,1 0 0,-1 0 0,1 0 0,0 0 0,-1-1 0,1 1 1,-1 0-1,1-1 0,0 1 0,0 0 0,-1-1 0,1 1 0,0-1 1,0 1-1,0-1 0,-1 1 0,1-1 0,2 1 0,15 8-6662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8.851"/>
    </inkml:context>
    <inkml:brush xml:id="br0">
      <inkml:brushProperty name="width" value="0.05" units="cm"/>
      <inkml:brushProperty name="height" value="0.05" units="cm"/>
    </inkml:brush>
  </inkml:definitions>
  <inkml:trace contextRef="#ctx0" brushRef="#br0">596 123 24575,'1'-9'0,"1"0"0,0 0 0,0 0 0,7-15 0,-6 16 0,-2 6 0,0 0 0,0 0 0,-1 0 0,1-1 0,-1 1 0,1 0 0,-1-1 0,0 1 0,0 0 0,0-1 0,0 1 0,0 0 0,-1 0 0,0-5 0,0 6 0,0 0 0,0 0 0,1-1 0,-1 1 0,0 0 0,0 0 0,0 0 0,0 1 0,0-1 0,0 0 0,-1 0 0,1 0 0,0 1 0,0-1 0,-1 1 0,1-1 0,0 1 0,-1-1 0,1 1 0,0 0 0,-1 0 0,1 0 0,0 0 0,-1 0 0,1 0 0,-3 0 0,-20 3 0,0 0 0,-1 2 0,1 1 0,-35 13 0,33-11 0,-25 9 0,2 1 0,0 3 0,1 2 0,-51 33 0,90-50 0,1 0 0,0 0 0,0 1 0,1 0 0,0 0 0,0 1 0,-7 10 0,12-15 0,1-1 0,-1 1 0,1-1 0,-1 1 0,1-1 0,0 1 0,0 0 0,0 0 0,1-1 0,-1 1 0,1 0 0,-1 0 0,1 0 0,0 0 0,0 0 0,0 0 0,1 0 0,-1 0 0,1-1 0,-1 1 0,1 0 0,0 0 0,0 0 0,0-1 0,0 1 0,1-1 0,-1 1 0,1-1 0,2 4 0,3 1 0,0-1 0,0 0 0,0 0 0,0 0 0,1-1 0,0 0 0,0-1 0,12 5 0,75 24 0,-82-29 0,189 42 0,-52-15 0,-145-29 0,0-1 0,-1 0 0,1 1 0,0 0 0,-1 0 0,8 5 0,-12-6 0,1-1 0,0 1 0,-1-1 0,1 1 0,-1-1 0,1 1 0,-1-1 0,1 1 0,-1 0 0,1-1 0,-1 1 0,0 0 0,1 0 0,-1-1 0,0 1 0,0 0 0,1 0 0,-1-1 0,0 1 0,0 0 0,0 0 0,0-1 0,0 1 0,0 0 0,0 0 0,0 0 0,0-1 0,-1 1 0,1 0 0,0 0 0,0-1 0,-1 1 0,1 0 0,0-1 0,-1 1 0,1 0 0,-1-1 0,1 1 0,-1 0 0,1-1 0,-1 1 0,1-1 0,-1 1 0,0-1 0,1 1 0,-1-1 0,0 1 0,0-1 0,-7 5 0,1 0 0,-1 0 0,0-1 0,0 0 0,0-1 0,-12 4 0,-59 12 0,55-13 0,-53 11 0,0-3 0,-141 7 0,212-20-170,0-1-1,-1-1 0,1 1 1,0-1-1,0 0 0,0 0 1,-10-4-1,2-3-6655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9.319"/>
    </inkml:context>
    <inkml:brush xml:id="br0">
      <inkml:brushProperty name="width" value="0.05" units="cm"/>
      <inkml:brushProperty name="height" value="0.05" units="cm"/>
    </inkml:brush>
  </inkml:definitions>
  <inkml:trace contextRef="#ctx0" brushRef="#br0">224 71 24575,'0'-3'0,"0"1"0,0-1 0,0 0 0,0 0 0,0 1 0,-1-1 0,0 0 0,1 0 0,-1 1 0,0-1 0,0 1 0,0-1 0,-1 1 0,1-1 0,-1 1 0,1 0 0,-1-1 0,0 1 0,0 0 0,0 0 0,0 1 0,0-1 0,0 0 0,0 0 0,-1 1 0,1 0 0,0-1 0,-1 1 0,0 0 0,1 0 0,-1 0 0,0 1 0,1-1 0,-1 1 0,0-1 0,0 1 0,1 0 0,-1 0 0,0 0 0,-3 1 0,0-1 0,1 1 0,-1 0 0,1 0 0,0 0 0,0 1 0,0 0 0,-1 0 0,2 0 0,-1 0 0,0 1 0,0 0 0,1 0 0,-7 6 0,5-3 0,0-1 0,1 2 0,0-1 0,1 0 0,-1 1 0,1 0 0,1 0 0,-5 11 0,2 1 0,0 0 0,2 0 0,0 0 0,1 1 0,1-1 0,1 34 0,1-40 0,1 1 0,0-1 0,1 0 0,1 1 0,0-1 0,1 0 0,0-1 0,9 19 0,-12-28 0,1 1 0,0-1 0,0 0 0,0 0 0,1 0 0,-1 0 0,1 0 0,0 0 0,-1-1 0,1 1 0,1-1 0,-1 0 0,0 1 0,0-2 0,1 1 0,-1 0 0,1-1 0,0 1 0,-1-1 0,1 0 0,0 0 0,0-1 0,-1 1 0,1-1 0,0 0 0,0 0 0,0 0 0,0 0 0,-1-1 0,1 0 0,0 1 0,0-1 0,4-2 0,3-2 0,0 1 0,-1-2 0,0 1 0,0-1 0,0-1 0,-1 0 0,0 0 0,0-1 0,-1 0 0,0 0 0,0-1 0,6-10 0,-7 9 0,0 0 0,-1 0 0,0-1 0,0 0 0,-2 0 0,1-1 0,-1 1 0,-1-1 0,0 0 0,-1 0 0,2-16 0,-4 23 16,0-1-1,0 1 1,-1 0-1,1 0 1,-1 0-1,0-1 1,-1 1-1,1 0 1,-1 1-1,0-1 1,0 0-1,-1 0 1,1 1-1,-1-1 1,0 1-1,0 0 1,-1 0 0,1 0-1,-1 0 1,0 1-1,-7-6 1,4 5-138,0 0 0,0 0 0,-1 1 0,1 0 0,-1 0 0,0 1 0,1 0 0,-1 0 0,0 1 1,0 0-1,0 0 0,-1 1 0,-9 1 0,-12 2-6704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9.572"/>
    </inkml:context>
    <inkml:brush xml:id="br0">
      <inkml:brushProperty name="width" value="0.05" units="cm"/>
      <inkml:brushProperty name="height" value="0.05" units="cm"/>
    </inkml:brush>
  </inkml:definitions>
  <inkml:trace contextRef="#ctx0" brushRef="#br0">1 65 24575,'0'3'0,"0"5"0,0-4 0,6-4 0,5-2 0,8-5 0,6 0 0,8-3 0,8 0 0,7 3 0,1-1 0,-2 0 0,-2 3 0,-5 1 0,-7 2 0,-9-2 0,-9-1-8191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0.997"/>
    </inkml:context>
    <inkml:brush xml:id="br0">
      <inkml:brushProperty name="width" value="0.05" units="cm"/>
      <inkml:brushProperty name="height" value="0.05" units="cm"/>
    </inkml:brush>
  </inkml:definitions>
  <inkml:trace contextRef="#ctx0" brushRef="#br0">1 57 24575,'3'0'0,"4"-3"0,7-1 0,11 0 0,10-2 0,12-1 0,11 2 0,7-2 0,6 0 0,3 1 0,-2 2 0,-7 2 0,-7 1 0,-15 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1.277"/>
    </inkml:context>
    <inkml:brush xml:id="br0">
      <inkml:brushProperty name="width" value="0.05" units="cm"/>
      <inkml:brushProperty name="height" value="0.05" units="cm"/>
    </inkml:brush>
  </inkml:definitions>
  <inkml:trace contextRef="#ctx0" brushRef="#br0">1 1 24575,'3'0'0,"4"0"0,4 0 0,7 0 0,6 0 0,8 0 0,9 0 0,10 0 0,8 0 0,7 0 0,4 0 0,1 0 0,-4 0 0,-6 0 0,-13 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2.101"/>
    </inkml:context>
    <inkml:brush xml:id="br0">
      <inkml:brushProperty name="width" value="0.05" units="cm"/>
      <inkml:brushProperty name="height" value="0.05" units="cm"/>
    </inkml:brush>
  </inkml:definitions>
  <inkml:trace contextRef="#ctx0" brushRef="#br0">4 1 24575,'-3'0'0,"2"0"0,4 0 0,9 0 0,7 0 0,8 0 0,8 0 0,4 0 0,5 0 0,2 0 0,-1 0 0,-5 0 0,-7 0 0,-8 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2.337"/>
    </inkml:context>
    <inkml:brush xml:id="br0">
      <inkml:brushProperty name="width" value="0.05" units="cm"/>
      <inkml:brushProperty name="height" value="0.05" units="cm"/>
    </inkml:brush>
  </inkml:definitions>
  <inkml:trace contextRef="#ctx0" brushRef="#br0">0 0 24575,'3'0'0,"5"0"0,3 0 0,4 0 0,2 0 0,4 0 0,2 0 0,6 0 0,5 0 0,3 0 0,4 0 0,1 0 0,-2 0 0,-3 0 0,-4 0 0,-8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1.523"/>
    </inkml:context>
    <inkml:brush xml:id="br0">
      <inkml:brushProperty name="width" value="0.05" units="cm"/>
      <inkml:brushProperty name="height" value="0.05" units="cm"/>
    </inkml:brush>
  </inkml:definitions>
  <inkml:trace contextRef="#ctx0" brushRef="#br0">0 8 24575,'3'0'0,"4"0"0,5 0 0,5 0 0,7 0 0,9 0 0,7 0 0,11 0 0,8 0 0,4 0 0,3 0 0,1 0 0,-3 0 0,-5 0 0,-7 0 0,-12-3 0,-12-1-8191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2.569"/>
    </inkml:context>
    <inkml:brush xml:id="br0">
      <inkml:brushProperty name="width" value="0.05" units="cm"/>
      <inkml:brushProperty name="height" value="0.05" units="cm"/>
    </inkml:brush>
  </inkml:definitions>
  <inkml:trace contextRef="#ctx0" brushRef="#br0">1 0 24575,'3'0'0,"4"0"0,4 0 0,4 3 0,5 2 0,5-1 0,9-1 0,6-1 0,8 0 0,0-1 0,-1-1 0,-2 0 0,-3 0 0,-5 0 0,-9-1-8191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4.616"/>
    </inkml:context>
    <inkml:brush xml:id="br0">
      <inkml:brushProperty name="width" value="0.05" units="cm"/>
      <inkml:brushProperty name="height" value="0.05" units="cm"/>
    </inkml:brush>
  </inkml:definitions>
  <inkml:trace contextRef="#ctx0" brushRef="#br0">0 34 24575,'1'-2'0,"-1"1"0,0-1 0,1 1 0,-1 0 0,1-1 0,-1 1 0,1-1 0,0 1 0,0 0 0,-1 0 0,1-1 0,0 1 0,0 0 0,0 0 0,1 0 0,-1 0 0,0 0 0,0 0 0,0 0 0,1 1 0,-1-1 0,0 0 0,1 1 0,-1-1 0,1 1 0,-1-1 0,1 1 0,2-1 0,2 0 0,-1 0 0,1 0 0,0 1 0,0-1 0,0 1 0,7 1 0,4 3 0,0 0 0,0 1 0,0 0 0,-1 2 0,0 0 0,0 1 0,21 13 0,9 10 0,43 39 0,-28-15 0,-2 2 0,-2 3 0,64 88 0,-115-138 0,-4-7 0,0 0 0,0 1 0,0-1 0,1 0 0,-1-1 0,0 1 0,1 0 0,0-1 0,0 0 0,0 1 0,0-1 0,0 0 0,4 2 0,-1-7-1365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45.066"/>
    </inkml:context>
    <inkml:brush xml:id="br0">
      <inkml:brushProperty name="width" value="0.05" units="cm"/>
      <inkml:brushProperty name="height" value="0.05" units="cm"/>
    </inkml:brush>
  </inkml:definitions>
  <inkml:trace contextRef="#ctx0" brushRef="#br0">603 0 24575,'0'3'0,"-2"0"0,1-1 0,0 1 0,0-1 0,-1 1 0,1-1 0,-1 1 0,0-1 0,-3 3 0,-25 27 0,-242 194 0,38-35 0,220-180 184,10-8-378,0 1 0,0-1 1,1 1-1,-1-1 1,1 1-1,0 0 1,-4 7-1,4-4-6632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5.328"/>
    </inkml:context>
    <inkml:brush xml:id="br0">
      <inkml:brushProperty name="width" value="0.05" units="cm"/>
      <inkml:brushProperty name="height" value="0.05" units="cm"/>
    </inkml:brush>
  </inkml:definitions>
  <inkml:trace contextRef="#ctx0" brushRef="#br0">3 58 24575,'-1'-10'0,"1"7"0,-1 1 0,1-1 0,0 1 0,0-1 0,0 0 0,0 1 0,0-1 0,1 0 0,-1 1 0,1-1 0,0 0 0,0 1 0,0-1 0,0 1 0,0 0 0,2-3 0,-3 4 0,0 1 0,1 0 0,-1 0 0,1 0 0,-1 0 0,0 0 0,1 0 0,-1 0 0,1 0 0,-1 0 0,1 0 0,-1 0 0,0 0 0,1 0 0,-1 0 0,1 0 0,-1 0 0,0 1 0,1-1 0,-1 0 0,0 0 0,1 0 0,-1 1 0,0-1 0,1 0 0,-1 1 0,0-1 0,1 0 0,-1 0 0,0 1 0,0-1 0,1 0 0,-1 1 0,0-1 0,0 1 0,0-1 0,0 0 0,1 1 0,-1 0 0,7 17 0,4 35 0,-3 1 0,3 69 0,-6-49 0,3 34-1365,-6-63-5461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5.543"/>
    </inkml:context>
    <inkml:brush xml:id="br0">
      <inkml:brushProperty name="width" value="0.05" units="cm"/>
      <inkml:brushProperty name="height" value="0.05" units="cm"/>
    </inkml:brush>
  </inkml:definitions>
  <inkml:trace contextRef="#ctx0" brushRef="#br0">16 68 24575,'-3'0'0,"-4"0"0,2-3 0,5-1 0,9 0 0,9-2 0,11-1 0,13 2 0,12-2 0,9 0 0,7 1 0,3 2 0,2 2 0,-1-2 0,-9-1 0,-14 1-8191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5.730"/>
    </inkml:context>
    <inkml:brush xml:id="br0">
      <inkml:brushProperty name="width" value="0.05" units="cm"/>
      <inkml:brushProperty name="height" value="0.05" units="cm"/>
    </inkml:brush>
  </inkml:definitions>
  <inkml:trace contextRef="#ctx0" brushRef="#br0">1 162 24575,'0'-6'0,"0"-6"0,0-3 0,0-3 0,3-1 0,4 3 0,7 0 0,8 4 0,6 0 0,8 2 0,7 4 0,6-2 0,6 2 0,-5 1-8191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6.214"/>
    </inkml:context>
    <inkml:brush xml:id="br0">
      <inkml:brushProperty name="width" value="0.05" units="cm"/>
      <inkml:brushProperty name="height" value="0.05" units="cm"/>
    </inkml:brush>
  </inkml:definitions>
  <inkml:trace contextRef="#ctx0" brushRef="#br0">56 167 24575,'2'37'0,"1"0"0,10 40 0,4 48 0,-16-117 0,0 70 0,-1-68 0,-1-1 0,0 0 0,-1 1 0,0-1 0,0 0 0,-4 10 0,6-19 0,0 1 0,-1-1 0,1 1 0,0 0 0,0-1 0,-1 1 0,1 0 0,0-1 0,-1 1 0,1-1 0,0 1 0,-1-1 0,1 1 0,-1-1 0,1 1 0,-1-1 0,1 1 0,-1-1 0,1 0 0,-1 1 0,1-1 0,-1 0 0,0 1 0,0-1 0,0 0 0,1 0 0,-1-1 0,0 1 0,1-1 0,-1 1 0,1 0 0,-1-1 0,1 1 0,0-1 0,-1 1 0,1-1 0,-1 1 0,1-1 0,0 1 0,-1-1 0,1 0 0,0 1 0,0-1 0,-1-1 0,-9-41 0,9 37 0,-7-31 0,-23-138 0,27 142 0,1-1 0,2 0 0,3-40 0,-1 65 0,0 1 0,1-1 0,-1 1 0,2-1 0,-1 1 0,1 0 0,1 0 0,-1 0 0,1 0 0,0 1 0,10-13 0,-9 15 0,0 0 0,0 0 0,1 0 0,0 1 0,-1 0 0,1 0 0,1 0 0,-1 1 0,0 0 0,1 0 0,0 0 0,-1 1 0,1 0 0,13-1 0,-7 1 0,0 1 0,1 0 0,-1 1 0,1 1 0,-1 0 0,0 1 0,0 0 0,1 1 0,-1 0 0,-1 1 0,1 1 0,-1 0 0,1 1 0,-2 0 0,1 1 0,-1 0 0,0 0 0,19 18 0,-27-22 0,-1-1 0,1 1 0,-1 0 0,0 0 0,0 0 0,0 0 0,0 0 0,0 0 0,-1 1 0,0-1 0,1 0 0,-1 1 0,0-1 0,-1 1 0,1 0 0,-1-1 0,1 1 0,-1-1 0,0 1 0,-1 0 0,1-1 0,0 1 0,-1-1 0,0 1 0,0-1 0,0 1 0,0-1 0,-1 1 0,1-1 0,-1 0 0,0 0 0,0 0 0,0 0 0,0 0 0,-1 0 0,1 0 0,-1-1 0,1 0 0,-6 4 0,-7 5 49,1-2 0,-1 0 0,-1-1-1,1-1 1,-1 0 0,-30 8 0,4-4-903,-65 8 1,64-14-5973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6.772"/>
    </inkml:context>
    <inkml:brush xml:id="br0">
      <inkml:brushProperty name="width" value="0.05" units="cm"/>
      <inkml:brushProperty name="height" value="0.05" units="cm"/>
    </inkml:brush>
  </inkml:definitions>
  <inkml:trace contextRef="#ctx0" brushRef="#br0">20 75 24575,'-7'0'0,"-1"-3"0,3-1 0,9-3 0,14 0 0,15-3 0,12 1 0,11-1 0,8 1 0,3 2 0,-4 3 0,-6 1 0,-7 1 0,-12 2-8191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6.990"/>
    </inkml:context>
    <inkml:brush xml:id="br0">
      <inkml:brushProperty name="width" value="0.05" units="cm"/>
      <inkml:brushProperty name="height" value="0.05" units="cm"/>
    </inkml:brush>
  </inkml:definitions>
  <inkml:trace contextRef="#ctx0" brushRef="#br0">0 1 24575,'0'2'0,"1"1"0,-1 0 0,1 0 0,0-1 0,0 1 0,0 0 0,0-1 0,0 1 0,0-1 0,1 1 0,-1-1 0,1 0 0,0 1 0,2 2 0,35 30 0,-18-17 0,2 6 79,-1 0 0,-1 2 1,34 55-1,37 93-719,-57-104-402,-24-48-5784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7.222"/>
    </inkml:context>
    <inkml:brush xml:id="br0">
      <inkml:brushProperty name="width" value="0.05" units="cm"/>
      <inkml:brushProperty name="height" value="0.05" units="cm"/>
    </inkml:brush>
  </inkml:definitions>
  <inkml:trace contextRef="#ctx0" brushRef="#br0">38 12 24575,'0'-1'0,"0"1"0,0 0 0,0-1 0,0 1 0,0-1 0,0 1 0,0-1 0,0 1 0,1 0 0,-1-1 0,0 1 0,0-1 0,0 1 0,0 0 0,0-1 0,1 1 0,-1 0 0,0-1 0,0 1 0,1 0 0,-1-1 0,0 1 0,1 0 0,-1-1 0,0 1 0,1 0 0,-1 0 0,0-1 0,1 1 0,-1 0 0,0 0 0,1 0 0,-1 0 0,1 0 0,-1-1 0,1 1 0,-1 0 0,0 0 0,1 0 0,-1 0 0,1 0 0,-1 0 0,0 0 0,1 1 0,-1-1 0,1 0 0,-1 0 0,1 0 0,-1 0 0,2 1 0,-1-1 0,0 1 0,0-1 0,0 1 0,0-1 0,0 1 0,0 0 0,0 0 0,0-1 0,0 1 0,0 0 0,0 0 0,0 0 0,0 0 0,-1 0 0,2 2 0,0 5 0,1 0 0,-1 0 0,-1 0 0,0 1 0,0-1 0,0 1 0,-1-1 0,-1 1 0,1-1 0,-1 1 0,-1-1 0,-2 11 0,-5 10 0,-25 55 0,32-80 0,-16 26-1365,8-19-5461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7.519"/>
    </inkml:context>
    <inkml:brush xml:id="br0">
      <inkml:brushProperty name="width" value="0.05" units="cm"/>
      <inkml:brushProperty name="height" value="0.05" units="cm"/>
    </inkml:brush>
  </inkml:definitions>
  <inkml:trace contextRef="#ctx0" brushRef="#br0">179 5 24575,'12'-2'0,"0"-1"0,-22 12 0,-8 2 107,0 0 1,-25 9-1,28-14-388,0 0-1,1 2 1,0 0 0,1 0 0,-21 17 0,26-16-6545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8.681"/>
    </inkml:context>
    <inkml:brush xml:id="br0">
      <inkml:brushProperty name="width" value="0.05" units="cm"/>
      <inkml:brushProperty name="height" value="0.05" units="cm"/>
    </inkml:brush>
  </inkml:definitions>
  <inkml:trace contextRef="#ctx0" brushRef="#br0">20 249 24575,'1'83'0,"-2"89"0,1-168 0,-1 0 0,1 1 0,-1-1 0,0 1 0,0-1 0,-2 5 0,3-9 0,0 0 0,0 0 0,0 0 0,0 0 0,0 0 0,0 0 0,0 0 0,0 0 0,0 0 0,0 1 0,0-1 0,0 0 0,0 0 0,0 0 0,-1 0 0,1 0 0,0 0 0,0 0 0,0 0 0,0 0 0,0 0 0,0 0 0,0 0 0,0 0 0,0 0 0,0 0 0,0 0 0,0 0 0,0 0 0,-1 0 0,1 0 0,0 0 0,0 0 0,0 0 0,0 0 0,0 0 0,0 0 0,0 0 0,0 0 0,0 0 0,0 0 0,0 0 0,-1 0 0,1 0 0,0 0 0,0 0 0,0 0 0,0 0 0,0 0 0,0 0 0,0 0 0,0 0 0,0 0 0,0 0 0,0 0 0,0 0 0,0 0 0,0 0 0,-1-1 0,-1-6 0,-2-11 0,2-17 0,2-1 0,1 1 0,11-69 0,-7 77 0,1 0 0,2 0 0,1 0 0,1 1 0,20-38 0,-26 56 0,1 1 0,1-1 0,-1 1 0,1 0 0,1 0 0,-1 0 0,1 1 0,0 0 0,1 1 0,-1-1 0,1 1 0,0 1 0,12-5 0,-13 6 0,0 0 0,0 1 0,1 0 0,-1 1 0,1 0 0,-1 0 0,1 0 0,-1 1 0,1 0 0,-1 1 0,1-1 0,-1 2 0,1-1 0,-1 1 0,0 0 0,13 5 0,-18-6 0,1 0 0,0 1 0,0-1 0,-1 0 0,1 1 0,-1 0 0,0-1 0,1 1 0,-1 0 0,0 0 0,0 0 0,0 1 0,0-1 0,-1 0 0,1 1 0,0-1 0,-1 1 0,0 0 0,0-1 0,0 1 0,0 0 0,0 0 0,0 0 0,-1 0 0,1 0 0,-1 0 0,0 0 0,0-1 0,0 1 0,0 0 0,-1 0 0,1 0 0,-1 0 0,0 4 0,-2 0 0,0 1 0,-1 0 0,0-1 0,0 0 0,0 1 0,-1-2 0,0 1 0,0 0 0,-1-1 0,0 0 0,-7 6 0,-12 6 0,-27 16 0,-6 5 0,56-38 0,1 0 0,-1 0 0,1 0 0,-1 0 0,1 1 0,0-1 0,0 0 0,0 1 0,0-1 0,0 1 0,0-1 0,0 1 0,0 0 0,0 1 0,1-2 0,0 0 0,0 0 0,0 0 0,0-1 0,0 1 0,0 0 0,1 0 0,-1 0 0,0 0 0,0-1 0,1 1 0,-1 0 0,1 0 0,-1-1 0,1 1 0,-1 0 0,1-1 0,-1 1 0,1 0 0,-1-1 0,1 1 0,0-1 0,0 1 0,-1-1 0,1 1 0,0-1 0,0 0 0,-1 1 0,1-1 0,0 0 0,1 1 0,21 7 0,1 0 0,33 6 0,-29-8 0,42 15 0,-54-14 0,0 0 0,19 11 0,-33-16 0,1-1 0,0 1 0,-1 0 0,1 0 0,-1-1 0,1 2 0,-1-1 0,0 0 0,0 0 0,0 1 0,0-1 0,0 1 0,-1 0 0,1-1 0,-1 1 0,0 0 0,0 0 0,0 0 0,0 0 0,1 5 0,-2-5 0,-1-1 0,1 0 0,-1 0 0,0 0 0,0 0 0,1 0 0,-1 0 0,-1 0 0,1-1 0,0 1 0,0 0 0,-1 0 0,1-1 0,-1 1 0,1-1 0,-1 1 0,0-1 0,1 0 0,-1 0 0,0 0 0,-3 2 0,-4 1 0,-1 1 0,-19 5 0,8-4 0,0-1 0,-1-1 0,-24 2 0,33-5 0,1-1 0,0 0 0,0-1 0,0 0 0,0-1 0,0 0 0,-14-5 0,23 6-97,0-1-1,0 1 1,0 0-1,0-1 1,0 0-1,1 0 1,-1 0-1,0 0 1,1 0-1,0 0 1,-1-1-1,1 1 0,-2-4 1,-6-12-6729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9.041"/>
    </inkml:context>
    <inkml:brush xml:id="br0">
      <inkml:brushProperty name="width" value="0.05" units="cm"/>
      <inkml:brushProperty name="height" value="0.05" units="cm"/>
    </inkml:brush>
  </inkml:definitions>
  <inkml:trace contextRef="#ctx0" brushRef="#br0">0 105 24575,'4'0'0,"-1"0"0,1 0 0,-1 1 0,1 0 0,-1 0 0,1 0 0,-1 0 0,0 0 0,1 1 0,-1 0 0,0-1 0,0 1 0,0 0 0,0 1 0,-1-1 0,1 0 0,0 1 0,-1 0 0,3 3 0,4 6 0,-1 1 0,0 1 0,8 18 0,8 13 0,-15-32 0,0 0 0,0 0 0,1-1 0,1 0 0,13 11 0,-21-20 0,0-1 0,1 0 0,-1 0 0,0 0 0,1 0 0,-1 0 0,1-1 0,0 0 0,0 1 0,-1-1 0,7 0 0,-7-1 0,0 0 0,-1 0 0,1 0 0,0-1 0,-1 1 0,1-1 0,-1 1 0,1-1 0,0 0 0,-1 0 0,0-1 0,1 1 0,-1 0 0,0-1 0,0 1 0,1-1 0,-1 0 0,3-3 0,3-4 0,-1-1 0,0 0 0,0 0 0,-1 0 0,0-1 0,5-14 0,21-70 0,-31 93 0,16-68 0,-15 62 0,-1-1 0,0 1 0,-1 0 0,0-1 0,0 1 0,-2-12 0,2 19 0,0 0 0,0 0 0,0 0 0,0 0 0,0 0 0,-1 1 0,1-1 0,0 0 0,-1 0 0,1 0 0,0 0 0,-1 0 0,1 1 0,-1-1 0,0 0 0,1 0 0,-1 1 0,1-1 0,-1 1 0,0-1 0,-1-1 0,1 2 0,1 0 0,-1 0 0,0 1 0,1-1 0,-1 0 0,0 0 0,1 0 0,-1 0 0,0 1 0,1-1 0,-1 0 0,1 1 0,-1-1 0,1 0 0,-1 1 0,0-1 0,1 1 0,0-1 0,-1 1 0,1-1 0,-1 1 0,0 0 0,-2 3 0,0 1 0,0 0 0,0 0 0,1 0 0,-4 9 0,5-9-80,-1 1 0,1-1-1,0 1 1,0-1 0,1 1-1,0-1 1,0 1 0,0 0-1,1-1 1,0 1 0,0-1 0,0 1-1,1-1 1,-1 0 0,1 1-1,5 7 1,4 5-6746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9.259"/>
    </inkml:context>
    <inkml:brush xml:id="br0">
      <inkml:brushProperty name="width" value="0.05" units="cm"/>
      <inkml:brushProperty name="height" value="0.05" units="cm"/>
    </inkml:brush>
  </inkml:definitions>
  <inkml:trace contextRef="#ctx0" brushRef="#br0">75 244 24575,'5'-19'0,"0"0"0,-2 0 0,0-1 0,-2 1 0,0 0 0,-1-1 0,0 1 0,-6-32 0,5 48 0,0-1 0,0 0 0,0 0 0,0 1 0,-1-1 0,1 1 0,-3-5 0,3 7 0,1 1 0,0 0 0,0-1 0,-1 1 0,1 0 0,0-1 0,-1 1 0,1 0 0,0 0 0,-1-1 0,1 1 0,0 0 0,-1 0 0,1-1 0,-1 1 0,1 0 0,0 0 0,-1 0 0,1 0 0,-1 0 0,1 0 0,-1 0 0,1 0 0,-1 0 0,0 0 0,0 0 0,0 1 0,0-1 0,0 1 0,1-1 0,-1 1 0,0 0 0,0 0 0,0-1 0,1 1 0,-1 0 0,0 0 0,1 0 0,-1 0 0,0 0 0,0 1 0,-5 11 0,0 0 0,1 1 0,0-1 0,1 1 0,0 0 0,-1 16 0,-6 90 0,10-107 0,-2 55 171,9 116 0,-2-147-513,2 0 1,1 0 0,2-1-1,23 61 1,-20-71-6485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9.448"/>
    </inkml:context>
    <inkml:brush xml:id="br0">
      <inkml:brushProperty name="width" value="0.05" units="cm"/>
      <inkml:brushProperty name="height" value="0.05" units="cm"/>
    </inkml:brush>
  </inkml:definitions>
  <inkml:trace contextRef="#ctx0" brushRef="#br0">76 22 24575,'0'-1'0,"0"1"0,1-1 0,-1 0 0,0 0 0,0 0 0,-1 0 0,1 1 0,0-1 0,0 0 0,0 0 0,0 0 0,-1 0 0,1 1 0,0-1 0,-1 0 0,1 0 0,-1 1 0,1-1 0,-1 0 0,1 1 0,-1-1 0,1 0 0,-1 1 0,0-1 0,1 1 0,-1-1 0,0 1 0,-1-1 0,1 1 0,1 0 0,-1 0 0,0 0 0,0 0 0,0 0 0,0 0 0,0 1 0,0-1 0,0 0 0,0 1 0,1-1 0,-1 1 0,0-1 0,0 1 0,0-1 0,1 1 0,-1-1 0,0 1 0,1 0 0,-1-1 0,0 1 0,1 0 0,-1 0 0,1 0 0,-1 1 0,-5 8 0,0 1 0,1 0 0,1 0 0,0 0 0,0 1 0,1-1 0,-2 23 0,-2 86 0,7-104 0,11 182-1365,-7-160-5461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29.643"/>
    </inkml:context>
    <inkml:brush xml:id="br0">
      <inkml:brushProperty name="width" value="0.05" units="cm"/>
      <inkml:brushProperty name="height" value="0.05" units="cm"/>
    </inkml:brush>
  </inkml:definitions>
  <inkml:trace contextRef="#ctx0" brushRef="#br0">19 97 24575,'-3'-3'0,"-1"-4"0,-3-1 0,2 1 0,9 1 0,7 3 0,8 0 0,9-1 0,10 0 0,11-3 0,7 0 0,3 1 0,1-2 0,-1 1 0,0-1 0,-11 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30.779"/>
    </inkml:context>
    <inkml:brush xml:id="br0">
      <inkml:brushProperty name="width" value="0.05" units="cm"/>
      <inkml:brushProperty name="height" value="0.05" units="cm"/>
    </inkml:brush>
  </inkml:definitions>
  <inkml:trace contextRef="#ctx0" brushRef="#br0">254 576 24575,'1'-4'0,"0"-1"0,0 1 0,0-1 0,1 0 0,0 1 0,-1 0 0,6-8 0,5-16 0,-11 25 0,0 0 0,-1 0 0,1 1 0,-1-1 0,0 0 0,0 0 0,0-1 0,0 1 0,0 1 0,-2-7 0,2 9 0,0-1 0,0 0 0,-1 1 0,1-1 0,0 0 0,-1 1 0,1-1 0,0 1 0,-1-1 0,1 1 0,-1-1 0,1 1 0,-1-1 0,1 1 0,-1 0 0,1-1 0,-1 1 0,0 0 0,1-1 0,-2 1 0,1-1 0,0 1 0,0 0 0,-1 0 0,1 0 0,0 0 0,0 0 0,-1 1 0,1-1 0,0 0 0,0 1 0,-1-1 0,1 0 0,0 1 0,0-1 0,-1 2 0,-12 6 0,1 1 0,0 0 0,1 1 0,-17 18 0,1-2 0,17-16 0,-14 12 0,-34 39 0,53-55 0,1 0 0,0 1 0,1 0 0,0 0 0,0 0 0,0 0 0,1 1 0,0-1 0,0 1 0,1 0 0,0-1 0,-1 10 0,3-14 0,0 0 0,0 1 0,0-1 0,0 0 0,1 0 0,0 0 0,-1 0 0,1 0 0,0 0 0,0 0 0,1 0 0,-1 0 0,1 0 0,-1 0 0,1-1 0,0 1 0,0-1 0,0 1 0,0-1 0,1 0 0,-1 0 0,1 0 0,-1 0 0,1 0 0,0 0 0,-1-1 0,1 0 0,0 1 0,0-1 0,6 2 0,7 1 0,0-1 0,0 0 0,0-1 0,27 0 0,136-4 0,-176 2 0,-1 0 0,0 0 0,0 1 0,1-1 0,-1 1 0,0 0 0,0-1 0,0 1 0,0 0 0,0 0 0,0 1 0,0-1 0,0 0 0,0 0 0,3 4 0,19 30 0,-20-29 0,0 1 0,0-1 0,1 0 0,5 6 0,-4-6 0,1-1 0,0 0 0,0 0 0,0 0 0,1-1 0,-1 0 0,1 0 0,0-1 0,0 0 0,10 2 0,-4-2 0,0-1 0,0 0 0,-1-1 0,1-1 0,25-2 0,-8-3 0,0-1 0,0-2 0,0 0 0,52-24 0,-53 18 0,-1 0 0,0-2 0,-2-2 0,0 0 0,40-35 0,-54 41 0,-1 0 0,-1 0 0,1-1 0,-2-1 0,0 0 0,-1 0 0,0-1 0,-1 0 0,0-1 0,-2 0 0,0 0 0,6-23 0,-11 32 0,-1 0 0,1 0 0,-1 0 0,0 0 0,0-1 0,-1 1 0,0 0 0,-1 0 0,-3-12 0,5 17 0,-1-1 0,0 1 0,0-1 0,0 1 0,-1-1 0,1 1 0,0 0 0,-1-1 0,0 1 0,1 0 0,-1 0 0,0 0 0,0 0 0,0 1 0,0-1 0,-1 0 0,1 1 0,0 0 0,-1-1 0,1 1 0,-1 0 0,1 0 0,-1 0 0,1 1 0,-1-1 0,0 1 0,1-1 0,-4 1 0,4 0 0,0 0 0,1 0 0,-1 0 0,0 1 0,0-1 0,0 1 0,1-1 0,-1 1 0,0-1 0,1 1 0,-1 0 0,0 0 0,1 0 0,-1 0 0,1 0 0,-1 0 0,1 0 0,0 1 0,0-1 0,-1 0 0,1 1 0,0-1 0,0 1 0,0-1 0,0 1 0,1 0 0,-1-1 0,0 1 0,1 0 0,-1 0 0,1-1 0,0 1 0,-1 0 0,1 0 0,0 0 0,0-1 0,0 1 0,1 3 0,-1-1 0,0 0 0,1 0 0,-1-1 0,1 1 0,0 0 0,0-1 0,1 1 0,-1-1 0,1 1 0,0-1 0,0 1 0,0-1 0,0 0 0,0 0 0,1 0 0,-1 0 0,1-1 0,3 4 0,-3-5 0,-1 1 0,1 0 0,0 0 0,0-1 0,-1 0 0,1 0 0,0 1 0,1-2 0,-1 1 0,0 0 0,0-1 0,0 1 0,0-1 0,0 0 0,1 0 0,-1 0 0,0 0 0,0-1 0,0 1 0,0-1 0,0 0 0,0 0 0,0 0 0,0 0 0,0-1 0,0 1 0,0-1 0,-1 0 0,1 0 0,0 0 0,-1 0 0,0 0 0,1 0 0,1-4 0,2-1 0,-1-1 0,0 0 0,0-1 0,-1 1 0,0-1 0,0 0 0,-1 0 0,0 0 0,-1 0 0,2-14 0,-2 7 0,-1 0 0,-1 0 0,-1 0 0,0 0 0,-1 0 0,0 0 0,-2 0 0,0 1 0,0-1 0,-2 1 0,0 0 0,0 0 0,-2 1 0,0 0 0,0 0 0,-1 1 0,-1 0 0,0 1 0,-1 0 0,-20-18 0,16 17 0,0 1 0,-1 0 0,-1 2 0,1-1 0,-2 2 0,1 1 0,-1 0 0,-1 1 0,1 1 0,-1 0 0,0 2 0,0 0 0,-1 1 0,1 1 0,-1 1 0,-32 2 0,43 0 0,-1 0 0,1 1 0,0 0 0,0 1 0,0 0 0,0 0 0,0 1 0,1 0 0,-13 8 0,18-10 0,-1 1 0,1 0 0,0-1 0,-1 1 0,1 1 0,1-1 0,-1 0 0,0 1 0,1-1 0,0 1 0,0 0 0,0 0 0,0 0 0,0 0 0,1 0 0,0 0 0,0 0 0,0 1 0,0-1 0,1 0 0,0 1 0,0 4 0,-2-8 0,1-1 0,-1 1 0,1-1 0,-1 0 0,1 0 0,-1 0 0,1 0 0,-1 0 0,1 0 0,-1 0 0,1 0 0,-1-1 0,1 1 0,-1 0 0,-1-2 0,-12 0 0,2 2 0,0 1 0,0 0 0,1 1 0,-1 0 0,1 1 0,-1 0 0,1 1 0,0 1 0,0 0 0,-19 12 0,8-4 0,1 2 0,1 0 0,0 1 0,-23 25 0,24-21 0,-26 36 0,40-49 0,1 0 0,0 1 0,1 0 0,0 0 0,0 1 0,1-1 0,0 1 0,-4 16 0,7-21 0,-1 0 0,1 0 0,1 0 0,-1 0 0,0 0 0,1 0 0,0 0 0,0 0 0,0 0 0,0 0 0,1 0 0,0-1 0,-1 1 0,1 0 0,0-1 0,1 1 0,-1-1 0,1 0 0,0 0 0,-1 0 0,1 0 0,0 0 0,1-1 0,-1 0 0,0 1 0,5 1 0,5 3 0,1 0 0,0-1 0,1 0 0,0-1 0,22 4 0,-25-7-1365,-4-3-5461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2.565"/>
    </inkml:context>
    <inkml:brush xml:id="br0">
      <inkml:brushProperty name="width" value="0.05" units="cm"/>
      <inkml:brushProperty name="height" value="0.05" units="cm"/>
    </inkml:brush>
  </inkml:definitions>
  <inkml:trace contextRef="#ctx0" brushRef="#br0">93 56 24575,'-62'0'0,"37"0"0,20 0 0,8 0 0,87-3 0,1-3 0,110-23 0,-189 28 0,-8 0 0,0 1 0,-1 0 0,1-1 0,0 0 0,0 0 0,0 0 0,-1 0 0,1-1 0,-1 1 0,5-4 0,-10 3-1365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4.407"/>
    </inkml:context>
    <inkml:brush xml:id="br0">
      <inkml:brushProperty name="width" value="0.05" units="cm"/>
      <inkml:brushProperty name="height" value="0.05" units="cm"/>
    </inkml:brush>
  </inkml:definitions>
  <inkml:trace contextRef="#ctx0" brushRef="#br0">549 8 24575,'0'0'0,"0"-1"0,0 1 0,0 0 0,0-1 0,0 1 0,0 0 0,0 0 0,0-1 0,0 1 0,0 0 0,-1 0 0,1-1 0,0 1 0,0 0 0,0 0 0,0-1 0,0 1 0,-1 0 0,1 0 0,0-1 0,0 1 0,-1 0 0,1 0 0,0 0 0,0 0 0,0 0 0,-1-1 0,1 1 0,0 0 0,-1 0 0,1 0 0,-1 0 0,-12 1 0,-16 9 0,26-8 0,-34 14 0,2 3 0,-1 1 0,-51 39 0,37-20 0,-70 73 0,103-95 0,1 1 0,1 0 0,1 1 0,1 1 0,0 0 0,-16 37 0,26-49 0,0 1 0,0-1 0,1 1 0,1 0 0,-1 0 0,1-1 0,1 1 0,-1 0 0,2 10 0,0-12 0,0-1 0,1 1 0,0-1 0,0 1 0,0-1 0,1 0 0,0 1 0,0-1 0,0-1 0,1 1 0,0 0 0,0-1 0,7 7 0,2-1 0,0 1 0,1-2 0,0 0 0,1 0 0,0-1 0,1-1 0,0-1 0,30 10 0,-4-4 0,0-3 0,60 8 0,79-4-1365,-103-13-5461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5.432"/>
    </inkml:context>
    <inkml:brush xml:id="br0">
      <inkml:brushProperty name="width" value="0.05" units="cm"/>
      <inkml:brushProperty name="height" value="0.05" units="cm"/>
    </inkml:brush>
  </inkml:definitions>
  <inkml:trace contextRef="#ctx0" brushRef="#br0">403 102 24575,'8'-32'0,"-6"27"0,0 0 0,0 0 0,-1 0 0,0-1 0,0-4 0,-1 8 0,0 1 0,0 0 0,0-1 0,0 1 0,0 0 0,0-1 0,-1 1 0,1 0 0,-1-1 0,1 1 0,-1 0 0,1 0 0,-1 0 0,0 0 0,0-1 0,1 1 0,-1 0 0,0 0 0,0 0 0,0 1 0,0-1 0,0 0 0,0 0 0,-2-1 0,0 2 0,1-1 0,-1 0 0,0 0 0,1 1 0,-1-1 0,1 1 0,-1 0 0,0 0 0,0 0 0,1 0 0,-1 1 0,1-1 0,-1 1 0,0-1 0,1 1 0,-1 0 0,1 0 0,-1 0 0,-2 2 0,-9 4 0,-27 19 0,33-21 0,-25 18 0,1 1 0,1 2 0,-43 46 0,61-57 0,0 1 0,0 0 0,2 1 0,0 0 0,1 0 0,0 2 0,2-1 0,0 1 0,-5 20 0,12-32 0,-1 0 0,1 0 0,0 0 0,0 0 0,1 0 0,0 0 0,1 0 0,-1 0 0,1 0 0,1 0 0,-1 0 0,1 0 0,0-1 0,1 1 0,0 0 0,0-1 0,0 0 0,0 0 0,1 0 0,9 10 0,-5-7 0,1 0 0,1-1 0,-1 0 0,1-1 0,0 0 0,1-1 0,0 0 0,0-1 0,0 0 0,1 0 0,15 3 0,6-1-341,-1-1 0,1-2-1,41 1 1,-26-4-6485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6.005"/>
    </inkml:context>
    <inkml:brush xml:id="br0">
      <inkml:brushProperty name="width" value="0.05" units="cm"/>
      <inkml:brushProperty name="height" value="0.05" units="cm"/>
    </inkml:brush>
  </inkml:definitions>
  <inkml:trace contextRef="#ctx0" brushRef="#br0">508 49 24575,'16'-12'0,"-14"11"0,0 0 0,0 0 0,0-1 0,-1 1 0,1 0 0,0-1 0,0 1 0,-1-1 0,1 0 0,-1 0 0,0 1 0,1-1 0,-1 0 0,0 0 0,1-3 0,-2 5 0,0-1 0,0 1 0,0-1 0,0 1 0,0 0 0,0-1 0,0 1 0,-1 0 0,1-1 0,0 1 0,0 0 0,0-1 0,0 1 0,-1 0 0,1-1 0,0 1 0,0 0 0,-1 0 0,1-1 0,0 1 0,-1 0 0,1 0 0,0-1 0,0 1 0,-1 0 0,1 0 0,0 0 0,-1 0 0,1-1 0,-1 1 0,1 0 0,0 0 0,-1 0 0,1 0 0,0 0 0,-1 0 0,1 0 0,-1 0 0,1 0 0,0 0 0,-1 0 0,1 0 0,0 0 0,-1 1 0,1-1 0,-21 4 0,20-4 0,-63 20 0,1 2 0,0 4 0,-108 61 0,163-82 0,-18 10 0,-31 25 0,51-36 0,0 1 0,0 0 0,1 1 0,-1 0 0,1-1 0,1 2 0,-1-1 0,1 0 0,0 1 0,-4 10 0,7-14 0,0 0 0,0 0 0,1 0 0,-1-1 0,1 1 0,0 0 0,0 0 0,0 0 0,0 0 0,0 0 0,0 0 0,1 0 0,-1-1 0,1 1 0,0 0 0,2 4 0,-1-3 0,0 0 0,1 0 0,0 0 0,0-1 0,0 1 0,0-1 0,1 1 0,-1-1 0,6 3 0,5 3 0,0 0 0,1-1 0,0-1 0,26 8 0,0-2 114,0-2 0,70 10 0,86-7-1821,-131-12-5119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8.867"/>
    </inkml:context>
    <inkml:brush xml:id="br0">
      <inkml:brushProperty name="width" value="0.05" units="cm"/>
      <inkml:brushProperty name="height" value="0.05" units="cm"/>
    </inkml:brush>
  </inkml:definitions>
  <inkml:trace contextRef="#ctx0" brushRef="#br0">1159 37 24575,'-6'-4'0,"0"0"0,0 1 0,0 0 0,0 0 0,0 1 0,-1 0 0,1 0 0,-1 0 0,-13-1 0,18 2 0,-27-2 0,0 0 0,0 2 0,0 0 0,0 3 0,0 0 0,0 2 0,0 1 0,1 1 0,0 1 0,-54 23 0,29-7 0,1 3 0,2 2 0,0 2 0,-69 57 0,76-53 0,2 2 0,1 1 0,3 3 0,0 1 0,-58 88 0,81-105 0,0 2 0,2 0 0,1 0 0,0 1 0,-8 41 0,14-47 0,2 0 0,0 0 0,2 1 0,0-1 0,2 1 0,0-1 0,1 1 0,6 22 0,-2-20-21,1 0 0,1-1 0,1 0-1,1 0 1,1-1 0,18 27 0,-9-21-45,0-1 1,2-1-1,1-1 1,29 25-1,-9-15-13,2-2 0,1-2-1,1-2 1,2-2 0,78 32-1,-42-28-260,1-3 0,1-4 0,175 25 0,-128-36-337,1-5 0,134-11 1,-144-5 601,-1-6 1,-1-6 0,-1-4 0,196-67-1,-231 59 52,-1-4 0,-1-4 0,-3-3 0,-1-4-1,-3-3 1,135-113 0,-171 124-247,-2-1 1,45-57-1,-66 72 274,-2-1 0,0 0 0,-2-1 1,-1-1-1,18-48 0,-27 62 55,-1 0 0,-1-1 1,0 1-1,-1-1 0,-1 0 0,0 0 1,-1 1-1,-2-24 0,0 27 30,0 1-1,0-1 0,-1 1 1,-1 0-1,0 0 1,0 0-1,-1 1 1,0-1-1,-1 1 1,1 0-1,-2 1 1,-10-12-1,2 6-58,0 0 0,-1 1 0,-1 1-1,0 1 1,0 1 0,-1 0 0,-31-12 0,-7 2 49,-82-18 0,-266-32 788,-7 31-1485,-598-18-163,771 55-9,162 5-2499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39:59.611"/>
    </inkml:context>
    <inkml:brush xml:id="br0">
      <inkml:brushProperty name="width" value="0.05" units="cm"/>
      <inkml:brushProperty name="height" value="0.05" units="cm"/>
    </inkml:brush>
  </inkml:definitions>
  <inkml:trace contextRef="#ctx0" brushRef="#br0">1703 74 24575,'-1'-1'0,"1"-1"0,-1 1 0,0 0 0,1 0 0,-1-1 0,0 1 0,0 0 0,0 0 0,0 0 0,0 0 0,0 0 0,0 0 0,-1 0 0,1 1 0,0-1 0,0 0 0,-1 1 0,1-1 0,-1 1 0,1-1 0,0 1 0,-4-1 0,3 0 0,-31-9 0,-1 1 0,1 2 0,-46-4 0,-105 0 0,169 10 0,-115-1 0,-175 18 0,224-6 0,1 3 0,1 4 0,-106 38 0,147-42 0,1 3 0,1 1 0,0 2 0,2 1 0,-39 30 0,57-37 0,0 0 0,0 1 0,2 1 0,0 0 0,0 1 0,2 1 0,0 0 0,1 0 0,0 1 0,2 1 0,-13 33 0,18-41 0,2 1 0,-1-1 0,1 1 0,1-1 0,0 1 0,0-1 0,2 1 0,-1 0 0,1-1 0,1 1 0,0 0 0,1-1 0,0 0 0,0 0 0,2 0 0,-1 0 0,1 0 0,1-1 0,0 0 0,0 0 0,14 16 0,0-5 0,0 0 0,1-1 0,1-2 0,1 0 0,1-1 0,0-2 0,48 24 0,0-8-301,0-2 0,2-4 0,150 30 0,-71-30-560,158 5 0,-131-22 713,268-22 0,-352 4-49,0-4 0,-1-4 1,-2-4-1,136-52 0,-189 58 138,0-2 0,-2-1 0,63-43 1,-88 53 66,0-1 0,-1 0 0,-1 0 0,0-1 0,0-1 0,-1 0 0,0 0 0,-1-1 0,-1-1 0,0 1 0,-1-1 0,0 0 0,7-22 0,-12 27 71,0 0 0,-1 0 0,1 0 0,-2 0 0,1 0 0,-1 0 0,-1 0 0,0-1 0,0 1-1,-1 0 1,0 0 0,-5-13 0,2 9 70,-1 1 1,0 0-1,-1 1 0,0 0 0,-1 0 0,0 0 0,-18-17 0,0 5-32,-1 1-1,-1 2 0,-1 0 1,0 2-1,-59-26 0,2 8-264,-1 4-1,-2 4 1,-92-17 0,-283-22-511,84 48-262,225 20-3685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0.308"/>
    </inkml:context>
    <inkml:brush xml:id="br0">
      <inkml:brushProperty name="width" value="0.05" units="cm"/>
      <inkml:brushProperty name="height" value="0.05" units="cm"/>
    </inkml:brush>
  </inkml:definitions>
  <inkml:trace contextRef="#ctx0" brushRef="#br0">1375 229 24575,'4'0'0,"0"0"0,-1-1 0,1 1 0,-1-1 0,1 0 0,-1 0 0,1-1 0,-1 1 0,1-1 0,-1 0 0,0 1 0,0-1 0,0-1 0,0 1 0,0 0 0,-1-1 0,1 1 0,-1-1 0,1 0 0,-1 0 0,0 0 0,0 0 0,0 0 0,1-4 0,-2 4 0,0 0 0,1 0 0,-1 0 0,-1 0 0,1 0 0,0 0 0,-1 0 0,0 0 0,1 0 0,-1 0 0,0 0 0,-1 0 0,1 0 0,0-1 0,-1 1 0,0 0 0,0 0 0,0 1 0,0-1 0,0 0 0,-1 0 0,1 0 0,-1 1 0,1-1 0,-1 1 0,0-1 0,0 1 0,-4-3 0,-1 0 0,0 0 0,0 1 0,0 0 0,-1 0 0,0 1 0,0 0 0,0 0 0,0 1 0,0 0 0,0 0 0,-1 1 0,-9 0 0,-10 0 0,0 1 0,-39 6 0,3 4-61,1 2 1,1 4-1,0 2 0,1 2 0,-64 32 1,39-9-62,3 2 1,-140 103-1,168-106 122,-74 73 0,104-88 0,1 0 0,0 2 0,3 0 0,-29 51 0,43-68 0,1 0 0,1 1 0,0-1 0,1 1 0,0 1 0,1-1 0,0 0 0,1 1 0,0 19 0,2-24 0,1 0 0,0 0 0,0-1 0,1 1 0,0-1 0,1 1 0,0-1 0,0 0 0,1 0 0,0 0 0,0 0 0,1 0 0,-1-1 0,2 0 0,10 11 0,-3-5 1,1-1-1,0 0 1,1-1 0,1-1-1,0 0 1,0-1-1,21 8 1,10 1-41,73 18 1,0-9-480,0-5 1,189 10 0,251-29-2240,-314-15 2553,289-52 0,-369 33 136,-3-8 1,264-97-1,-182 24-931,-204 89 1002,-1-2-1,-1-1 1,56-50-1,-80 62 83,-1 0 0,-1 0 0,0-1 0,-1-1 0,17-29 0,-25 39-6,-1-1 0,0 0 0,0 0 0,0-1 0,-1 1 0,0 0 0,-1-1 1,0 1-1,0-1 0,0 0 0,-1 1 0,0-1 0,-1 0 0,0 1 0,0-1 1,0 0-1,-4-7 0,2 6-44,0 1-1,-1 0 1,-1 0 0,1 0 0,-1 0-1,0 1 1,-1 0 0,0 0 0,-7-7 0,-2 1-51,0 1 0,-1 0 0,-24-13 0,-7 0 228,-2 1 0,-94-32 0,-115-14 422,-414-47-776,-5 69-1067,503 44-2348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1.035"/>
    </inkml:context>
    <inkml:brush xml:id="br0">
      <inkml:brushProperty name="width" value="0.05" units="cm"/>
      <inkml:brushProperty name="height" value="0.05" units="cm"/>
    </inkml:brush>
  </inkml:definitions>
  <inkml:trace contextRef="#ctx0" brushRef="#br0">729 60 24575,'0'-1'0,"-1"1"0,1 0 0,0 0 0,0 0 0,0-1 0,0 1 0,0 0 0,0 0 0,0 0 0,-1-1 0,1 1 0,0 0 0,0 0 0,0 0 0,-1 0 0,1 0 0,0 0 0,0-1 0,0 1 0,-1 0 0,1 0 0,0 0 0,0 0 0,0 0 0,-1 0 0,1 0 0,0 0 0,0 0 0,-1 0 0,1 0 0,0 0 0,0 0 0,0 0 0,-1 0 0,1 0 0,0 0 0,0 0 0,0 0 0,-1 0 0,1 0 0,0 1 0,0-1 0,0 0 0,-1 0 0,1 0 0,0 0 0,0 0 0,0 1 0,0-1 0,-1 0 0,1 0 0,0 1 0,-13 8 0,-158 121 0,-15 12 0,135-99 0,-69 75 0,96-91 0,2 0 0,0 1 0,3 1 0,0 1 0,-18 40 0,30-56 0,2 1 0,0 0 0,0 1 0,1-1 0,1 1 0,1-1 0,0 1 0,1 0 0,1 0 0,0 0 0,1 0 0,1 0 0,0-1 0,5 16 0,-1-13-7,0 0-1,1 0 1,1-1-1,1-1 1,0 1-1,1-1 1,14 16-1,-7-11-22,2-1 0,0-1 0,1-1 0,32 23 0,-9-13-49,0-2 1,2-2 0,1-2-1,92 30 1,-61-30-14,0-3-1,2-4 1,-1-3 0,2-4-1,0-3 1,-1-3 0,1-4-1,0-4 1,105-20-1,-106 10 19,-2-3 0,0-4-1,-1-3 1,-2-3 0,-1-4-1,-1-3 1,-2-2 0,-2-4-1,83-66 1,-111 75 1,-1-2-1,65-78 1,-90 96 51,-1 0 0,-1-1 0,-1 0 0,0-1 0,-2-1 0,0 1 0,-1-1 0,-1-1-1,8-36 1,-14 45 37,0 0-1,-1 1 0,0-1 0,-1 0 0,0 0 1,-1 1-1,0-1 0,-1 1 0,0-1 0,-1 1 1,0 0-1,0 0 0,-2 1 0,1-1 0,-1 1 0,-1 0 1,0 1-1,0 0 0,-1 0 0,-10-10 0,-6-3 52,-1 2 0,-1 0-1,0 2 1,-2 1 0,0 1-1,-37-15 1,-33-9 139,-3 3 1,-114-24 0,-216-23-1130,243 58 401,0 8 0,-324 11 0,429 12-3840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3.246"/>
    </inkml:context>
    <inkml:brush xml:id="br0">
      <inkml:brushProperty name="width" value="0.05" units="cm"/>
      <inkml:brushProperty name="height" value="0.05" units="cm"/>
    </inkml:brush>
  </inkml:definitions>
  <inkml:trace contextRef="#ctx0" brushRef="#br0">8 34 24575,'0'-3'0,"0"-5"0,-3-3 0,-1-1-8191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3.479"/>
    </inkml:context>
    <inkml:brush xml:id="br0">
      <inkml:brushProperty name="width" value="0.05" units="cm"/>
      <inkml:brushProperty name="height" value="0.05" units="cm"/>
    </inkml:brush>
  </inkml:definitions>
  <inkml:trace contextRef="#ctx0" brushRef="#br0">266 1 24575,'-26'8'0,"-4"2"0,1 0 0,-38 20 0,61-27 0,0 1 0,0 0 0,0 0 0,0 0 0,0 1 0,1-1 0,0 1 0,0 0 0,0 1 0,0 0 0,1-1 0,0 1 0,0 1 0,1-1 0,-5 12 0,7-14 0,0 0 0,0 1 0,0-1 0,1 0 0,0 1 0,0-1 0,0 1 0,0-1 0,1 0 0,-1 1 0,1-1 0,0 0 0,2 5 0,0-2 0,0 0 0,1 0 0,0-1 0,0 0 0,0 1 0,1-1 0,5 5 0,5 4 0,1-1 0,1 0 0,0-2 0,27 16 0,11 1 0,-37-20 0,0 0 0,-1 0 0,-1 2 0,1 0 0,-2 1 0,25 24 0,-38-34 0,0 1 0,0-1 0,0 1 0,0 0 0,0 0 0,-1 0 0,1-1 0,-1 2 0,0-1 0,0 0 0,0 0 0,0 0 0,-1 0 0,1 1 0,-1-1 0,0 0 0,0 0 0,0 1 0,0-1 0,-1 0 0,1 1 0,-1-1 0,0 0 0,0 0 0,0 0 0,0 0 0,-1 0 0,1 0 0,-1 0 0,1 0 0,-1-1 0,0 1 0,0 0 0,-1-1 0,-2 3 0,-5 5 0,-2 0 0,1-1 0,-1-1 0,0 1 0,-1-2 0,-21 10 0,7-5-195,-1-1 0,-1-2 0,1-1 0,-1-1 0,-1-1 0,-33 1 0,32-5-6631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4.302"/>
    </inkml:context>
    <inkml:brush xml:id="br0">
      <inkml:brushProperty name="width" value="0.05" units="cm"/>
      <inkml:brushProperty name="height" value="0.05" units="cm"/>
    </inkml:brush>
  </inkml:definitions>
  <inkml:trace contextRef="#ctx0" brushRef="#br0">107 4 24575,'40'-3'0,"-40"3"0,0 0 0,1 0 0,-1 0 0,0 0 0,0 0 0,0 0 0,1 0 0,-1 0 0,0 0 0,0 0 0,0 0 0,0 1 0,1-1 0,-1 0 0,0 0 0,0 0 0,0 0 0,0 0 0,1 1 0,-1-1 0,0 0 0,0 0 0,0 0 0,0 0 0,0 1 0,0-1 0,0 0 0,0 0 0,0 0 0,0 1 0,0-1 0,0 0 0,0 0 0,0 0 0,0 1 0,0-1 0,0 0 0,0 0 0,0 0 0,0 1 0,0-1 0,0 0 0,0 0 0,0 0 0,0 1 0,0-1 0,0 0 0,0 0 0,-1 0 0,1 0 0,0 1 0,0-1 0,0 0 0,0 0 0,0 0 0,-1 0 0,1 0 0,0 1 0,-12 11 0,10-9 0,-17 16 0,1 1 0,2 1 0,-23 36 0,33-47 0,0 0 0,1 0 0,0 1 0,1-1 0,0 1 0,1 0 0,0 0 0,1 1 0,0-1 0,1 1 0,0 11 0,1-19 0,0 0 0,1-1 0,-1 1 0,1 0 0,0 0 0,0-1 0,0 1 0,0 0 0,1-1 0,-1 1 0,1-1 0,0 0 0,0 1 0,0-1 0,1 0 0,-1 0 0,1-1 0,0 1 0,0 0 0,-1-1 0,5 3 0,-3-3 0,1 0 0,-1 0 0,0-1 0,1 1 0,-1-1 0,1 0 0,-1 0 0,1-1 0,0 1 0,-1-1 0,1 0 0,0 0 0,-1-1 0,1 1 0,0-1 0,8-2 0,-5 0 0,-1 0 0,1 0 0,-1-1 0,1 1 0,-1-1 0,0-1 0,-1 0 0,1 0 0,-1 0 0,0-1 0,0 1 0,-1-2 0,1 1 0,-1 0 0,-1-1 0,1 0 0,-1 0 0,3-9 0,-4 9 0,0 0 0,-1 0 0,0 0 0,0 0 0,-1-1 0,0 1 0,0-1 0,-1 1 0,0 0 0,0-1 0,0 1 0,-1-1 0,-1 1 0,1 0 0,-1-1 0,0 1 0,-1 0 0,0 0 0,0 1 0,-5-9 0,7 12 0,-1 0 0,0 0 0,0 0 0,0 1 0,0-1 0,-1 1 0,1-1 0,-1 1 0,0 0 0,1 0 0,-1 0 0,0 0 0,0 0 0,0 1 0,0-1 0,-1 1 0,1 0 0,0 0 0,-1 0 0,1 1 0,0-1 0,-5 1 0,8-1 0,-1 1 0,1 0 0,0 0 0,-1 0 0,1 0 0,0 0 0,-1 0 0,1 0 0,0 0 0,0 0 0,-1 0 0,1 0 0,0 0 0,-1 0 0,1 0 0,0 0 0,-1 0 0,1 0 0,0 0 0,-1 0 0,1 1 0,0-1 0,0 0 0,-1 0 0,1 0 0,0 1 0,0-1 0,-1 0 0,1 0 0,0 0 0,0 1 0,0-1 0,-1 0 0,1 0 0,0 1 0,0-1 0,0 0 0,0 1 0,0-1 0,0 0 0,-1 1 0,1-1 0,0 0 0,0 1 0,0-1 0,0 0 0,0 0 0,0 1 0,0-1 0,0 0 0,1 1 0,-1-1 0,0 0 0,0 1 0,0-1 0,0 0 0,0 0 0,0 1 0,1-1 0,-1 0 0,0 1 0,0-1 0,0 0 0,1 0 0,-1 0 0,0 1 0,20 12 0,1-8 0,-1-1 0,1-1 0,0 0 0,0-2 0,1-1 0,-1 0 0,0-2 0,34-6 0,49-21 0,-104 29 0,1-1 0,-1 1 0,1 0 0,0 0 0,-1 0 0,1 0 0,-1 0 0,1 0 0,0 0 0,-1 0 0,1 0 0,-1 0 0,1 0 0,0 0 0,-1 1 0,1-1 0,-1 0 0,1 0 0,-1 1 0,1-1 0,-1 0 0,1 1 0,-1-1 0,1 0 0,-1 1 0,1-1 0,-1 1 0,0-1 0,1 1 0,-1 0 0,1 0 0,-1 1 0,1-1 0,-1 1 0,0-1 0,0 1 0,0 0 0,0-1 0,0 1 0,0-1 0,0 1 0,-1 2 0,-2 8 0,-1-1 0,-7 17 0,7-20 0,0 2 0,-9 28 0,12-36 0,0 0 0,1 0 0,0 0 0,-1 0 0,1 1 0,0-1 0,0 0 0,0 0 0,0 0 0,0 0 0,1 0 0,-1 0 0,1 0 0,-1 0 0,2 3 0,-1-4 0,0-1 0,-1 1 0,1 0 0,0-1 0,0 1 0,0-1 0,0 1 0,-1-1 0,1 0 0,0 1 0,0-1 0,0 0 0,0 0 0,0 1 0,0-1 0,0 0 0,0 0 0,0 0 0,0 0 0,0 0 0,0 0 0,0 0 0,-1-1 0,1 1 0,0 0 0,0 0 0,0-1 0,0 1 0,0-1 0,0 1 0,-1-1 0,1 1 0,1-2 0,30-20 0,-30 21 0,74-71 0,-57 52 0,1 1 0,1 0 0,24-16 0,-44 34 0,1 0 0,-1 0 0,0 1 0,1-1 0,-1 0 0,0 0 0,1 1 0,-1-1 0,1 1 0,-1-1 0,1 1 0,-1-1 0,1 1 0,-1 0 0,1 0 0,0 0 0,-1 0 0,1 0 0,-1 0 0,1 0 0,-1 1 0,1-1 0,-1 0 0,1 1 0,-1-1 0,1 1 0,-1 0 0,1-1 0,-1 1 0,0 0 0,1 0 0,-1 0 0,0 0 0,0 0 0,0 0 0,0 0 0,0 1 0,0-1 0,0 0 0,0 1 0,0-1 0,0 3 0,4 6 0,-1 1 0,0 0 0,-1 0 0,3 21 0,-3-17 0,0 0 0,1 0 0,0-1 0,1 0 0,0 0 0,13 22 0,-17-33 0,1 0 0,0 0 0,-1 0 0,2-1 0,-1 1 0,0-1 0,0 1 0,1-1 0,-1 0 0,1 0 0,0 0 0,0 0 0,-1-1 0,1 1 0,0-1 0,1 0 0,-1 1 0,0-1 0,0-1 0,0 1 0,1 0 0,-1-1 0,0 0 0,1 0 0,-1 0 0,0 0 0,1 0 0,-1-1 0,0 1 0,0-1 0,5-1 0,0-1 0,-1-1 0,0 1 0,0-1 0,0-1 0,0 1 0,0-1 0,-1 0 0,0-1 0,0 1 0,0-1 0,-1 0 0,0-1 0,6-9 0,5-11 0,-1 0 0,12-33 0,-21 46 0,23-62 0,-26 92 0,-2 11 0,-2-5 164,0-9-546,1 0 0,0-1-1,3 20 1,0-18-6444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4.429"/>
    </inkml:context>
    <inkml:brush xml:id="br0">
      <inkml:brushProperty name="width" value="0.05" units="cm"/>
      <inkml:brushProperty name="height" value="0.05" units="cm"/>
    </inkml:brush>
  </inkml:definitions>
  <inkml:trace contextRef="#ctx0" brushRef="#br0">77 168 24575,'-3'-9'0,"-5"-13"0,0-8 0,-2-3 0,0 1 0,-1 6 0,2 11 0,1 14 0,3 11 0,2 9 0,2 2-8191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4.798"/>
    </inkml:context>
    <inkml:brush xml:id="br0">
      <inkml:brushProperty name="width" value="0.05" units="cm"/>
      <inkml:brushProperty name="height" value="0.05" units="cm"/>
    </inkml:brush>
  </inkml:definitions>
  <inkml:trace contextRef="#ctx0" brushRef="#br0">82 43 24575,'4'0'0,"0"0"0,0-1 0,0 1 0,0-1 0,0 0 0,6-2 0,-9 3 0,0 0 0,0-1 0,0 1 0,-1-1 0,1 1 0,0-1 0,0 1 0,0-1 0,-1 1 0,1-1 0,0 0 0,-1 1 0,1-1 0,0 0 0,-1 0 0,1 0 0,-1 1 0,1-1 0,-1 0 0,0 0 0,1 0 0,-1 0 0,0 0 0,1 0 0,-1 0 0,0 0 0,0 0 0,0 0 0,0 0 0,0 1 0,0-1 0,-1-2 0,1 2 0,0 1 0,0-1 0,-1 0 0,1 1 0,0-1 0,-1 1 0,1-1 0,0 1 0,-1-1 0,1 1 0,-1-1 0,1 1 0,-1 0 0,1-1 0,-1 1 0,1 0 0,-1-1 0,1 1 0,-1 0 0,0-1 0,1 1 0,-1 0 0,1 0 0,-1 0 0,0 0 0,1 0 0,-1 0 0,1 0 0,-1 0 0,0 0 0,1 0 0,-1 0 0,0 0 0,1 0 0,-1 0 0,1 0 0,-1 1 0,0-1 0,-24 10 0,15-4 0,2 0 0,-1 1 0,0 0 0,-8 10 0,13-14 0,1 0 0,0 1 0,0 0 0,0 0 0,0 0 0,1 0 0,0 0 0,0 0 0,0 1 0,0-1 0,-2 10 0,4-13 0,0 0 0,0 0 0,0 0 0,0 0 0,0 0 0,1 0 0,-1 0 0,0 0 0,1 1 0,-1-1 0,0-1 0,1 1 0,-1 0 0,1 0 0,0 0 0,-1 0 0,1 0 0,0 0 0,-1-1 0,1 1 0,0 0 0,0 0 0,0-1 0,0 1 0,0-1 0,0 1 0,-1-1 0,1 1 0,0-1 0,1 1 0,-1-1 0,0 0 0,0 0 0,0 0 0,0 1 0,0-1 0,0 0 0,0 0 0,0-1 0,2 1 0,4 0 0,-1 0 0,1-1 0,0 0 0,-1 0 0,9-3 0,-10 2 0,0 1 0,-1-1 0,1-1 0,0 1 0,-1-1 0,1 0 0,-1 0 0,0 0 0,0 0 0,0-1 0,-1 0 0,1 1 0,-1-1 0,0-1 0,0 1 0,0 0 0,0-1 0,-1 0 0,0 1 0,2-8 0,-3 80 0,-2 39-1365,0-51-5461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5.218"/>
    </inkml:context>
    <inkml:brush xml:id="br0">
      <inkml:brushProperty name="width" value="0.05" units="cm"/>
      <inkml:brushProperty name="height" value="0.05" units="cm"/>
    </inkml:brush>
  </inkml:definitions>
  <inkml:trace contextRef="#ctx0" brushRef="#br0">117 471 24575,'-21'-1'0,"13"0"0,0 1 0,0 0 0,-1 0 0,-8 2 0,15-1 0,0-1 0,0 1 0,0-1 0,0 1 0,0 0 0,1-1 0,-1 1 0,0 0 0,1 0 0,-1 1 0,1-1 0,-1 0 0,1 0 0,-1 1 0,1-1 0,0 1 0,0-1 0,0 1 0,0-1 0,0 1 0,0 0 0,-1 3 0,-2 11 0,1 0 0,1 0 0,1 0 0,0 1 0,1-1 0,1 1 0,3 18 0,-4-34 0,0 0 0,0 0 0,0 0 0,0 0 0,1 0 0,-1 0 0,0 0 0,1 0 0,-1 0 0,0 0 0,1 0 0,-1 0 0,1 0 0,0 0 0,-1 0 0,2 1 0,-1-1 0,-1-1 0,0 0 0,1 0 0,-1 0 0,1 0 0,-1 0 0,1 0 0,-1 0 0,0 0 0,1 0 0,-1 0 0,1 0 0,-1 0 0,1-1 0,-1 1 0,0 0 0,1 0 0,-1 0 0,1-1 0,-1 1 0,0 0 0,1 0 0,-1-1 0,0 1 0,1 0 0,-1 0 0,1-1 0,3-5 0,1 1 0,-1-1 0,6-11 0,-8 15 0,37-72 0,30-81 0,-15 33 0,-19 42 0,39-75 0,-72 151 0,1 0 0,0-1 0,0 1 0,0 0 0,0 0 0,1 0 0,-1 1 0,6-5 0,-8 8 0,-1 0 0,1-1 0,-1 1 0,1 0 0,0-1 0,-1 1 0,1 0 0,0 0 0,0-1 0,-1 1 0,1 0 0,0 0 0,0 0 0,-1 0 0,1 0 0,0 0 0,0 0 0,-1 0 0,1 1 0,0-1 0,-1 0 0,1 0 0,1 1 0,-1 0 0,0 0 0,0 0 0,1 0 0,-1 1 0,0-1 0,0 0 0,0 1 0,0-1 0,0 1 0,-1-1 0,1 1 0,0-1 0,-1 1 0,1 2 0,8 35 0,-2 0 0,-1 0 0,-2 0 0,-2 47 0,1-6 0,11 265-1365,-13-310-5461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6.074"/>
    </inkml:context>
    <inkml:brush xml:id="br0">
      <inkml:brushProperty name="width" value="0.05" units="cm"/>
      <inkml:brushProperty name="height" value="0.05" units="cm"/>
    </inkml:brush>
  </inkml:definitions>
  <inkml:trace contextRef="#ctx0" brushRef="#br0">48 159 24575,'-5'-14'0,"-1"1"0,-11-21 0,0 2 0,17 31 0,-1 1 0,1 0 0,0-1 0,0 1 0,-1 0 0,1-1 0,0 1 0,0 0 0,0-1 0,0 1 0,-1 0 0,1-1 0,0 1 0,0-1 0,0 1 0,0 0 0,0-1 0,0 1 0,0-1 0,0 1 0,0 0 0,0-1 0,0 1 0,0-1 0,0 1 0,1 0 0,-1-1 0,0 1 0,0-1 0,0 1 0,0 0 0,1-1 0,-1 1 0,0 0 0,0-1 0,1 1 0,-1 0 0,0 0 0,1-1 0,-1 1 0,0 0 0,1 0 0,-1-1 0,0 1 0,1 0 0,-1 0 0,0 0 0,1 0 0,-1 0 0,1 0 0,-1-1 0,0 1 0,1 0 0,-1 0 0,1 0 0,-1 0 0,1 0 0,0 1 0,29 5 0,-23-4 0,28 5 0,0-1 0,0-1 0,1-2 0,39-1 0,-47-4 0,0 0 0,-1-1 0,1-2 0,-1-1 0,49-17 0,-68 19 0,-1 1 0,0-1 0,11-8 0,5-4 0,-23 16 0,0 0 0,1 0 0,-1 0 0,0 0 0,0 0 0,0 0 0,1 0 0,-1 0 0,0-1 0,0 1 0,0 0 0,1 0 0,-1 0 0,0 0 0,0 0 0,0 0 0,1 0 0,-1 0 0,0 0 0,0 0 0,0 1 0,1-1 0,-1 0 0,0 0 0,0 0 0,0 0 0,1 0 0,-1 0 0,0 0 0,0 0 0,0 1 0,0-1 0,1 0 0,-1 0 0,0 0 0,0 0 0,0 1 0,3 9 0,-4 17 0,1-23 0,-2 31 0,-2 4 0,3 0 0,1 0 0,8 67 0,-3-87 0,-5-19 0,1 0 0,-1 0 0,0 0 0,0 0 0,0 0 0,0 0 0,0 0 0,0 0 0,0 0 0,1 0 0,-1 0 0,0 0 0,0 0 0,0 0 0,0 0 0,0 0 0,0 0 0,0 0 0,1 0 0,-1 0 0,0 0 0,0 0 0,0 0 0,0 0 0,0-1 0,0 1 0,0 0 0,0 0 0,1 0 0,-1 0 0,0 0 0,0 0 0,0 0 0,0 0 0,0 0 0,0-1 0,0 1 0,0 0 0,0 0 0,0 0 0,0 0 0,0 0 0,0 0 0,0 0 0,0-1 0,0 1 0,0 0 0,0 0 0,0 0 0,0 0 0,0 0 0,0 0 0,0 0 0,0-1 0,0 1 0,0 0 0,0 0 0,0 0 0,0 0 0,3-35 0,-2 27 0,1-27 0,2 1 0,1 1 0,19-64 0,-23 95 0,-1 0 0,1 0 0,0 0 0,0 0 0,-1 0 0,2 0 0,-1 0 0,0 1 0,0-1 0,0 0 0,1 1 0,-1-1 0,1 1 0,-1 0 0,1-1 0,0 1 0,0 0 0,-1 0 0,1 0 0,0 0 0,3-1 0,0 1 0,0 1 0,0-1 0,0 1 0,0 1 0,1-1 0,-1 0 0,6 3 0,3-1 0,-2-1 0,0 2 0,0-1 0,13 6 0,-21-7 0,0 1 0,0 0 0,0 0 0,0 0 0,0 1 0,0-1 0,0 1 0,-1 0 0,1 0 0,-1 0 0,5 6 0,-8-8 0,1 0 0,0 0 0,-1 0 0,1 0 0,-1 0 0,0 0 0,1 0 0,-1 1 0,0-1 0,0 0 0,0 0 0,0 0 0,0 0 0,0 1 0,0-1 0,0 0 0,0 0 0,0 0 0,-1 0 0,1 1 0,-1-1 0,1 0 0,0 0 0,-1 0 0,0 0 0,1 0 0,-1 0 0,0 0 0,1 0 0,-1 0 0,0-1 0,0 1 0,0 0 0,0 0 0,0-1 0,0 1 0,0 0 0,-1 0 0,-6 3 0,1 0 0,-1 0 0,-15 6 0,5-5 0,-32 5 0,33-7 0,0 1 0,-17 6 0,33-10 0,1 0 0,0 0 0,0 0 0,0-1 0,0 1 0,0 0 0,0 0 0,0 0 0,-1 0 0,1 0 0,0 0 0,0 0 0,0 0 0,0 0 0,0 0 0,0 0 0,0 0 0,-1 0 0,1 1 0,0-1 0,0 0 0,0 0 0,0 0 0,0 0 0,0 0 0,0 0 0,0 0 0,0 0 0,-1 0 0,1 0 0,0 0 0,0 0 0,0 0 0,0 1 0,0-1 0,0 0 0,0 0 0,0 0 0,0 0 0,0 0 0,0 0 0,0 0 0,0 0 0,0 1 0,0-1 0,0 0 0,0 0 0,0 0 0,0 0 0,0 0 0,0 0 0,0 0 0,0 1 0,0-1 0,0 0 0,0 0 0,0 0 0,0 0 0,0 0 0,0 0 0,0 0 0,0 0 0,0 1 0,0-1 0,0 0 0,1 0 0,-1 0 0,12 3 0,17-1 0,309-1 232,-155-2-1829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6.521"/>
    </inkml:context>
    <inkml:brush xml:id="br0">
      <inkml:brushProperty name="width" value="0.05" units="cm"/>
      <inkml:brushProperty name="height" value="0.05" units="cm"/>
    </inkml:brush>
  </inkml:definitions>
  <inkml:trace contextRef="#ctx0" brushRef="#br0">212 199 24575,'6'-3'0,"0"-1"0,0 1 0,0 0 0,0 1 0,0-1 0,0 1 0,1 1 0,12-3 0,6-2 0,1-1 0,35-17 0,-53 21 0,-1-1 0,0 1 0,0-2 0,0 1 0,-1-1 0,0 0 0,0-1 0,0 1 0,7-9 0,-12 13 0,0 0 0,0-1 0,0 1 0,0 0 0,0 0 0,0-1 0,-1 1 0,1-1 0,0 1 0,-1-1 0,1 1 0,-1-1 0,0 1 0,1-1 0,-1 1 0,0-1 0,0 1 0,0-1 0,0 1 0,0-1 0,0 0 0,0 1 0,-1-1 0,1 1 0,0-1 0,-1 1 0,0-1 0,1 1 0,-1 0 0,0-1 0,1 1 0,-1 0 0,0-1 0,0 1 0,0 0 0,0 0 0,-1 0 0,1 0 0,0 0 0,-2-2 0,-3 0 0,0 0 0,0 0 0,0 0 0,-1 1 0,1 0 0,-1 0 0,1 1 0,-10-2 0,-9 1 0,0 2 0,0 0 0,0 2 0,0 0 0,0 2 0,1 1 0,-1 1 0,1 0 0,1 2 0,-1 1 0,-40 22 0,60-28 0,-1 0 0,1 0 0,0 0 0,-1 1 0,2 0 0,-1-1 0,0 1 0,1 1 0,-1-1 0,1 0 0,1 1 0,-6 9 0,7-10 0,0-1 0,0 1 0,0 0 0,0 0 0,1 0 0,-1 0 0,1 0 0,0 0 0,0 0 0,1 0 0,-1 0 0,1 0 0,0 0 0,0 0 0,0 0 0,0 0 0,4 6 0,2 1 0,0 0 0,0-1 0,1 0 0,0 0 0,1-1 0,0 0 0,18 14 0,78 48 0,-99-67 0,83 46 0,-55-33 0,0 3 0,0 1 0,46 39 0,-78-60 0,-1 1 0,0 0 0,1 0 0,-1 1 0,0-1 0,0 0 0,0 0 0,0 1 0,0-1 0,0 0 0,0 1 0,0-1 0,0 1 0,-1-1 0,1 1 0,-1 0 0,1-1 0,-1 1 0,0 0 0,1-1 0,-1 1 0,0 0 0,0-1 0,0 1 0,-1 1 0,0-1 0,0 0 0,0-1 0,0 0 0,-1 1 0,1-1 0,-1 1 0,1-1 0,-1 0 0,1 0 0,-1 0 0,0 0 0,0 0 0,1-1 0,-1 1 0,0 0 0,0-1 0,0 1 0,0-1 0,0 0 0,-3 1 0,-18 2 0,1-2 0,-1 0 0,-42-4 0,51 1 0,0 0 0,0 0 0,0-2 0,0 0 0,1 0 0,0-1 0,-17-9 0,9-3-1365,9 1-5461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6.914"/>
    </inkml:context>
    <inkml:brush xml:id="br0">
      <inkml:brushProperty name="width" value="0.05" units="cm"/>
      <inkml:brushProperty name="height" value="0.05" units="cm"/>
    </inkml:brush>
  </inkml:definitions>
  <inkml:trace contextRef="#ctx0" brushRef="#br0">0 70 24575,'20'-1'0,"30"-5"0,-22 2 0,-25 4 0,0 0 0,0 0 0,0 0 0,0 0 0,0 1 0,0-1 0,0 1 0,0 0 0,0-1 0,0 1 0,-1 1 0,1-1 0,0 0 0,3 3 0,-1 0 0,0 0 0,0 0 0,0 0 0,-1 1 0,1 0 0,4 7 0,0 2 0,-1-1 0,-1 2 0,0-1 0,8 26 0,-12-33 0,-1-1 0,0 1 0,-1 0 0,1-1 0,-1 1 0,-1 0 0,1 0 0,-1 0 0,0 0 0,-2 9 0,2-16 0,0 1 0,0-1 0,0 1 0,0-1 0,0 0 0,-1 1 0,1-1 0,0 1 0,0-1 0,0 0 0,0 1 0,0-1 0,-1 1 0,1-1 0,0 0 0,0 1 0,-1-1 0,1 0 0,0 0 0,-1 1 0,1-1 0,0 0 0,-1 0 0,1 1 0,0-1 0,-1 0 0,1 0 0,-1 0 0,1 0 0,0 1 0,-2-1 0,-7-9 0,-4-21 0,12 22 0,0 0 0,1-1 0,0 1 0,0 0 0,1-1 0,0 1 0,0 0 0,1 0 0,0 0 0,1 0 0,0 0 0,0 1 0,0-1 0,1 1 0,0 0 0,1 0 0,0 0 0,10-11 0,-7 8 0,1 1 0,1 0 0,-1 0 0,2 1 0,-1 0 0,1 1 0,0 0 0,0 1 0,1 1 0,0-1 0,18-4 0,-22 8 17,-1 0-1,1 1 0,0 0 0,0 1 1,-1 0-1,1 0 0,0 0 0,0 1 1,-1 0-1,1 1 0,0 0 0,-1 0 1,0 1-1,1-1 0,-1 2 0,0-1 1,0 1-1,-1 0 0,1 0 0,8 8 1,-8-5-131,0 0 0,0 0 0,0 1 0,-1 0 1,0 1-1,0-1 0,-1 1 0,0 0 1,-1 1-1,0-1 0,0 1 0,-1-1 1,0 1-1,3 21 0,-5-12-6712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7.068"/>
    </inkml:context>
    <inkml:brush xml:id="br0">
      <inkml:brushProperty name="width" value="0.05" units="cm"/>
      <inkml:brushProperty name="height" value="0.05" units="cm"/>
    </inkml:brush>
  </inkml:definitions>
  <inkml:trace contextRef="#ctx0" brushRef="#br0">19 1 24575,'-3'0'0,"-1"3"0,0 4 0,1 4 0,0 3 0,2 3 0,0-2-8191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7.239"/>
    </inkml:context>
    <inkml:brush xml:id="br0">
      <inkml:brushProperty name="width" value="0.05" units="cm"/>
      <inkml:brushProperty name="height" value="0.05" units="cm"/>
    </inkml:brush>
  </inkml:definitions>
  <inkml:trace contextRef="#ctx0" brushRef="#br0">9 32 24575,'-3'3'0,"-1"-1"0,3-6 0,5-1 0,2-2 0,3-2 0,3 2 0,-1 2-8191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8.452"/>
    </inkml:context>
    <inkml:brush xml:id="br0">
      <inkml:brushProperty name="width" value="0.05" units="cm"/>
      <inkml:brushProperty name="height" value="0.05" units="cm"/>
    </inkml:brush>
  </inkml:definitions>
  <inkml:trace contextRef="#ctx0" brushRef="#br0">37 406 24575,'-1'-1'0,"-1"1"0,1 0 0,0-1 0,0 0 0,0 1 0,0-1 0,0 0 0,0 1 0,0-1 0,0 0 0,0 0 0,0 0 0,0 0 0,0 0 0,1 0 0,-1 0 0,0 0 0,1 0 0,-1 0 0,1 0 0,-2-3 0,-8-26 0,8 20 0,1 1 0,-1-1 0,2 1 0,-1-1 0,1 0 0,1 1 0,0-1 0,2-10 0,-2 17 0,0 0 0,0-1 0,0 1 0,1 0 0,-1-1 0,1 1 0,-1 0 0,1 0 0,0 0 0,1 0 0,2-2 0,-4 3 0,1 1 0,0-1 0,0 1 0,0 0 0,0 0 0,0 0 0,1 0 0,-1 0 0,0 0 0,0 1 0,1-1 0,-1 1 0,0-1 0,1 1 0,-1 0 0,0 0 0,1 0 0,2 1 0,0 0 0,0 0 0,-1 0 0,0 1 0,1 0 0,-1 0 0,0 0 0,0 1 0,0-1 0,0 1 0,0 0 0,-1 0 0,1 0 0,-1 1 0,0-1 0,0 1 0,0 0 0,0-1 0,-1 1 0,0 1 0,0-1 0,2 5 0,3 6 0,-1 0 0,-1 0 0,0 1 0,4 29 0,-6-20 0,-1-1 0,-2 37 0,0-62 0,1-23 0,6-30 0,1 19 0,2 1 0,1 0 0,22-46 0,-27 68 0,0 0 0,1 0 0,1 0 0,-1 1 0,2 0 0,0 1 0,0 0 0,0 0 0,1 1 0,1 0 0,0 1 0,12-8 0,-20 15 0,0-1 0,0 0 0,0 1 0,0 0 0,1 0 0,-1 0 0,0 0 0,0 0 0,1 1 0,-1-1 0,1 1 0,-1 0 0,0 0 0,1 0 0,-1 1 0,1-1 0,-1 1 0,4 1 0,-3-1 0,-1 1 0,0 0 0,0 0 0,0 1 0,0-1 0,0 0 0,0 1 0,-1 0 0,1 0 0,-1 0 0,0 0 0,0 0 0,0 0 0,0 0 0,0 1 0,1 4 0,2 5 0,-1 0 0,0 1 0,-1 0 0,0 0 0,-1 0 0,0 0 0,-1 18 0,-2-1 0,-2 0 0,-7 36 0,11-63 0,3-8 0,4-10 0,22-45 0,29-54 0,-48 95 0,1 0 0,0 1 0,28-29 0,-39 44 0,1 1 0,0-1 0,0 0 0,0 0 0,0 1 0,0-1 0,1 1 0,-1 0 0,0 0 0,1 0 0,-1 0 0,1 0 0,-1 0 0,1 1 0,3-1 0,-4 1 0,-1 0 0,1 1 0,-1-1 0,1 0 0,-1 1 0,1 0 0,-1-1 0,1 1 0,-1 0 0,0 0 0,1 0 0,-1 0 0,0 0 0,0 0 0,0 0 0,0 0 0,0 0 0,0 0 0,0 1 0,0-1 0,0 0 0,-1 1 0,1-1 0,-1 1 0,1-1 0,-1 1 0,1 1 0,17 65 0,-12-44 0,12 37 0,-15-54 0,0-1 0,0 1 0,1-1 0,0 1 0,0-1 0,0 0 0,1-1 0,0 1 0,10 8 0,-13-12 0,0 0 0,1-1 0,-1 1 0,1-1 0,-1 1 0,1-1 0,0 0 0,0 0 0,-1 0 0,1 0 0,0 0 0,0-1 0,0 0 0,0 1 0,0-1 0,0 0 0,0 0 0,4-1 0,-2 0 0,0-1 0,0 0 0,0 0 0,0 0 0,-1 0 0,1 0 0,-1-1 0,1 0 0,7-6 0,-2-1 0,-1 0 0,1 0 0,-1-1 0,-1 0 0,0-1 0,-1 1 0,7-15 0,16-61 0,-33 105 0,2 0 0,-1 0 0,2 0 0,1 1 0,0-1 0,5 26 0,-4-37 0,0 1 0,0 0 0,0 0 0,1-1 0,0 0 0,1 1 0,-1-1 0,1 0 0,1-1 0,-1 1 0,1-1 0,0 0 0,1 0 0,0 0 0,-1-1 0,2 0 0,7 6 0,-11-10 0,0 1 0,0-1 0,0 1 0,0-1 0,0 0 0,0 0 0,1 0 0,-1 0 0,0-1 0,0 0 0,1 1 0,-1-1 0,0 0 0,1 0 0,-1-1 0,0 1 0,7-3 0,-5 2 0,-1-2 0,1 1 0,-1 0 0,1-1 0,-1 0 0,0 0 0,0 0 0,0-1 0,0 1 0,4-7 0,4-6 0,-2 1 0,0-2 0,-1 1 0,0-1 0,7-22 0,19-80 0,-2 5 0,-22 92 0,-4 17 0,-2 15 0,-2 7 0,0 0 0,-2 0 0,0 0 0,-3 33 0,0-30 0,2 0 0,0 0 0,4 27 0,-4-44 22,1 0-1,0 0 0,-1 0 1,1 0-1,0 0 0,0 0 1,1-1-1,-1 1 0,1 0 1,-1-1-1,1 1 0,0-1 1,0 1-1,0-1 0,4 4 1,-3-5-117,-1 0 0,0 1 0,1-1 0,-1 0 1,1 0-1,-1-1 0,1 1 0,-1 0 0,1-1 0,0 0 1,-1 0-1,1 1 0,0-1 0,-1-1 0,1 1 1,0 0-1,4-2 0,18-5-6731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8.590"/>
    </inkml:context>
    <inkml:brush xml:id="br0">
      <inkml:brushProperty name="width" value="0.05" units="cm"/>
      <inkml:brushProperty name="height" value="0.05" units="cm"/>
    </inkml:brush>
  </inkml:definitions>
  <inkml:trace contextRef="#ctx0" brushRef="#br0">18 168 24575,'7'-20'0,"-1"-1"0,-2 1 0,0-1 0,0 0 0,-1-34 0,-6 45 0,-2 14 0,-3 18 0,-2 30-170,1 1-1,4 0 0,1 0 1,3 0-1,2 1 0,2-1 1,21 102-1,-15-116-6655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9.086"/>
    </inkml:context>
    <inkml:brush xml:id="br0">
      <inkml:brushProperty name="width" value="0.05" units="cm"/>
      <inkml:brushProperty name="height" value="0.05" units="cm"/>
    </inkml:brush>
  </inkml:definitions>
  <inkml:trace contextRef="#ctx0" brushRef="#br0">40 431 24575,'-15'-21'0,"-4"-9"0,18 29 0,0 0 0,1 0 0,-1 0 0,1-1 0,-1 1 0,1 0 0,0-1 0,-1 1 0,1 0 0,0 0 0,0-1 0,0 1 0,0 0 0,0-1 0,0 1 0,0 0 0,0-1 0,1 1 0,0-2 0,-1 2 0,1 0 0,0 0 0,0 0 0,0 0 0,0 0 0,0 0 0,0 0 0,0 1 0,0-1 0,0 0 0,1 1 0,-1-1 0,0 1 0,0-1 0,1 1 0,-1-1 0,0 1 0,2 0 0,27-3 0,-23 3 0,5-1 0,163-14 0,-154 12 0,-1-1 0,0-1 0,1-1 0,-2-1 0,1-1 0,23-13 0,-38 18 0,-1 0 0,1 0 0,-1-1 0,0 0 0,0 0 0,0 0 0,-1 0 0,0-1 0,1 1 0,-1-1 0,-1 0 0,1 0 0,-1 0 0,0 0 0,0 0 0,0-1 0,-1 1 0,0 0 0,0-1 0,0 1 0,-1-12 0,0 1 0,-1 0 0,0 0 0,-2-1 0,0 1 0,0 1 0,-8-20 0,11 33 0,-1 0 0,0 0 0,0-1 0,0 1 0,0 0 0,0 0 0,0 0 0,-3-3 0,4 5 0,-1 0 0,1-1 0,0 1 0,0 0 0,0 0 0,-1 0 0,1 0 0,0 0 0,0 0 0,0 0 0,-1 0 0,1 0 0,0 0 0,0 0 0,0 0 0,-1 0 0,1 0 0,0 0 0,0 0 0,0 0 0,-1 0 0,1 0 0,0 0 0,0 1 0,0-1 0,-1 0 0,1 0 0,0 0 0,0 0 0,0 0 0,0 0 0,-1 1 0,1-1 0,0 0 0,0 0 0,0 0 0,0 0 0,0 1 0,0-1 0,0 0 0,0 0 0,-1 0 0,1 1 0,0-1 0,0 0 0,0 0 0,0 0 0,0 1 0,-2 6 0,1 0 0,0 0 0,0 0 0,0 11 0,0 323 0,3-157 0,2-195 0,0 0 0,1 1 0,0 0 0,1-1 0,7-9 0,-6 9 0,3-7 0,1 1 0,1 0 0,1 1 0,0 0 0,1 1 0,1 1 0,0 0 0,34-23 0,-46 35 0,1 0 0,-1 0 0,0 1 0,1-1 0,-1 1 0,1 0 0,0 0 0,-1 0 0,1 1 0,0-1 0,0 1 0,0 0 0,-1 0 0,1 0 0,7 1 0,-8 0 0,0 0 0,0 1 0,0-1 0,0 1 0,0-1 0,0 1 0,-1 0 0,1 0 0,-1 0 0,1 0 0,-1 1 0,0-1 0,0 0 0,0 1 0,0 0 0,0-1 0,-1 1 0,3 5 0,1 7 48,0-1-1,-1 1 0,0 0 0,-1 0 1,-1 0-1,0 20 0,-1-16-471,1-1 0,1 0 0,8 30 0,-6-35-6402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09.242"/>
    </inkml:context>
    <inkml:brush xml:id="br0">
      <inkml:brushProperty name="width" value="0.05" units="cm"/>
      <inkml:brushProperty name="height" value="0.05" units="cm"/>
    </inkml:brush>
  </inkml:definitions>
  <inkml:trace contextRef="#ctx0" brushRef="#br0">1 0 24575,'3'0'0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0.741"/>
    </inkml:context>
    <inkml:brush xml:id="br0">
      <inkml:brushProperty name="width" value="0.05" units="cm"/>
      <inkml:brushProperty name="height" value="0.05" units="cm"/>
    </inkml:brush>
  </inkml:definitions>
  <inkml:trace contextRef="#ctx0" brushRef="#br0">60 365 24575,'-5'-3'0,"0"0"0,0 1 0,0-2 0,0 1 0,1-1 0,0 1 0,0-1 0,0-1 0,0 1 0,0 0 0,1-1 0,-5-7 0,9 9 0,6 7 0,5 10 0,-3 0 0,-2 1 0,0 0 0,-1 0 0,0 1 0,-2 0 0,1 0 0,2 24 0,-2 1 0,-1 73 0,-3-102 0,-2 0 0,1 0 0,-2 0 0,1 0 0,-2 0 0,-5 18 0,8-29 0,0 0 0,-1-1 0,1 1 0,0 0 0,0-1 0,-1 1 0,1 0 0,0-1 0,-1 1 0,1-1 0,0 1 0,-1 0 0,1-1 0,-1 1 0,1-1 0,-1 0 0,1 1 0,-1-1 0,0 1 0,1-1 0,-1 0 0,-1 1 0,2-1 0,-1 0 0,1-1 0,-1 1 0,1 0 0,-1 0 0,1-1 0,-1 1 0,1 0 0,-1-1 0,1 1 0,-1 0 0,1-1 0,0 1 0,-1-1 0,1 1 0,0-1 0,-1 1 0,1-1 0,0 1 0,0-1 0,-1 0 0,-9-34 0,-2-32 0,-4-121 0,15 145 0,2 0 0,3 0 0,16-82 0,-16 110 0,0 0 0,1 0 0,0 1 0,1 0 0,1 0 0,0 1 0,13-18 0,-17 26 0,1 1 0,0-1 0,0 1 0,0 0 0,0 0 0,1 1 0,0-1 0,0 1 0,0 0 0,0 0 0,0 1 0,0-1 0,1 1 0,0 0 0,-1 1 0,1-1 0,0 1 0,-1 0 0,1 1 0,0-1 0,0 1 0,6 1 0,0 1 0,-1 0 0,1 1 0,-1 0 0,0 1 0,0 0 0,-1 1 0,1 0 0,-1 1 0,0 0 0,-1 0 0,1 1 0,-1 1 0,-1-1 0,13 15 0,-17-17 0,1 0 0,-1 0 0,-1 1 0,1 0 0,-1 0 0,0 0 0,0 0 0,-1 0 0,0 1 0,0-1 0,1 11 0,-2-11 0,-1-1 0,0 0 0,0 0 0,-1 0 0,0 0 0,0 0 0,0 1 0,0-1 0,-1-1 0,0 1 0,0 0 0,0 0 0,0-1 0,-1 1 0,0-1 0,-5 7 0,-3 0 0,0 0 0,-1-1 0,0-1 0,0 0 0,-1 0 0,-1-1 0,1-1 0,-24 10 0,-21 11 0,57-27 0,0-1 0,0 1 0,-1-1 0,1 1 0,0-1 0,0 1 0,0 0 0,0 0 0,0 0 0,0-1 0,0 1 0,0 0 0,0 0 0,0 0 0,1 1 0,-1-1 0,0 0 0,1 0 0,-1 0 0,1 0 0,-1 1 0,1-1 0,0 0 0,-1 0 0,1 1 0,0-1 0,0 0 0,0 1 0,0-1 0,0 0 0,0 1 0,0-1 0,0 0 0,1 1 0,-1-1 0,0 0 0,1 0 0,-1 0 0,1 1 0,0-1 0,-1 0 0,1 0 0,0 0 0,-1 0 0,3 2 0,4 5 0,1-1 0,0 1 0,0-1 0,16 10 0,-8-6 0,30 26 0,-22-17 0,1 0 0,1-1 0,1-2 0,52 26 0,-73-41 0,0 0 0,-1 0 0,1-1 0,0 0 0,0 0 0,0 0 0,0-1 0,0 1 0,0-1 0,0-1 0,0 1 0,0-1 0,0 0 0,0-1 0,10-3 0,-9 2 0,0-1 0,0 0 0,0 0 0,0-1 0,0 0 0,-1 0 0,0-1 0,0 1 0,0-1 0,-1-1 0,5-7 0,2-2 0,-1-1 0,0-1 0,-1 1 0,-2-2 0,1 1 0,-2-1 0,-1-1 0,0 1 0,-2-1 0,0 0 0,1-20 0,-4 37 0,-1 0 0,0 0 0,-1 0 0,1 0 0,0 0 0,-1 0 0,1 0 0,-1 0 0,0 0 0,0 0 0,0 1 0,-1-1 0,1 0 0,-1 1 0,1-1 0,-1 1 0,0-1 0,0 1 0,-3-3 0,3 4 0,0-1 0,0 1 0,0 1 0,0-1 0,0 0 0,0 0 0,0 1 0,0-1 0,0 1 0,-1 0 0,1-1 0,0 1 0,0 0 0,0 0 0,0 1 0,-1-1 0,1 0 0,0 1 0,0-1 0,0 1 0,0 0 0,0 0 0,0-1 0,0 1 0,0 1 0,1-1 0,-4 2 0,-4 4 0,1 0 0,0 1 0,1 0 0,0 1 0,0-1 0,0 1 0,1 0 0,1 1 0,-1 0 0,2 0 0,-1 0 0,1 0 0,1 1 0,0-1 0,0 1 0,1 0 0,-1 18 0,3-24 0,0 0 0,0 0 0,1 0 0,-1-1 0,1 1 0,0 0 0,1-1 0,-1 1 0,1-1 0,0 1 0,0-1 0,0 0 0,0 0 0,1 0 0,0 0 0,0 0 0,0 0 0,0-1 0,0 0 0,1 1 0,0-1 0,-1 0 0,1-1 0,5 4 0,-3-4 0,-1 0 0,0 0 0,1 0 0,0-1 0,-1 1 0,1-1 0,0-1 0,0 1 0,-1-1 0,1 0 0,0 0 0,0-1 0,0 0 0,-1 0 0,1 0 0,0 0 0,-1-1 0,1 0 0,8-5 0,-5 2 0,1-1 0,-1-1 0,0 0 0,0 0 0,-1-1 0,0 1 0,0-2 0,-1 1 0,0-1 0,0-1 0,-1 1 0,-1-1 0,1 0 0,-2 0 0,5-11 0,-7 2 0,-2 18 0,0 1 0,-1-1 0,1 1 0,0-1 0,0 1 0,0 0 0,0-1 0,0 1 0,-1 0 0,1-1 0,0 1 0,0 0 0,0-1 0,-1 1 0,1 0 0,0-1 0,-1 1 0,1 0 0,0 0 0,-1-1 0,1 1 0,0 0 0,-1 0 0,0-1 0,0 2 0,0-1 0,0 0 0,0 0 0,0 0 0,-1 1 0,1-1 0,0 0 0,0 1 0,0-1 0,0 1 0,0-1 0,0 1 0,0 0 0,0 0 0,0-1 0,0 1 0,1 0 0,-1 0 0,0 0 0,0 0 0,1 0 0,-1 0 0,1 0 0,-2 1 0,1 1 0,-1 0 0,1 0 0,-1 0 0,1 0 0,0 0 0,0 0 0,0 0 0,0 0 0,1 0 0,-1 1 0,1-1 0,0 0 0,0 0 0,0 1 0,1-1 0,-1 0 0,1 0 0,-1 1 0,2 3 0,-1-6 0,0 1 0,0 0 0,0 0 0,0 0 0,1-1 0,-1 1 0,0 0 0,1-1 0,-1 1 0,1-1 0,-1 0 0,1 1 0,0-1 0,0 0 0,0 0 0,-1 0 0,1 0 0,0-1 0,0 1 0,0 0 0,0-1 0,0 1 0,0-1 0,1 0 0,-1 0 0,0 0 0,0 0 0,0 0 0,0 0 0,0 0 0,3-1 0,3-2 0,0 1 0,0-2 0,0 1 0,0-1 0,-1 0 0,1 0 0,-1-1 0,0 0 0,-1-1 0,8-6 0,31-22 0,-44 33 0,0 1 0,0-1 0,0 0 0,0 1 0,0-1 0,1 1 0,-1-1 0,0 1 0,0 0 0,1-1 0,-1 1 0,0 0 0,0 0 0,1 0 0,-1 0 0,0 0 0,1 0 0,-1 0 0,0 0 0,0 1 0,1-1 0,-1 0 0,0 1 0,0-1 0,0 1 0,1-1 0,-1 1 0,0 0 0,0 0 0,0-1 0,0 1 0,0 0 0,0 0 0,0 0 0,-1 0 0,1 0 0,0 0 0,0 0 0,-1 0 0,1 2 0,3 4 0,-1 1 0,0-1 0,-1 1 0,0-1 0,2 12 0,9 73-682,2 159-1,-14-217-6143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0.880"/>
    </inkml:context>
    <inkml:brush xml:id="br0">
      <inkml:brushProperty name="width" value="0.05" units="cm"/>
      <inkml:brushProperty name="height" value="0.05" units="cm"/>
    </inkml:brush>
  </inkml:definitions>
  <inkml:trace contextRef="#ctx0" brushRef="#br0">1 57 24575,'3'-3'0,"4"-4"0,1-5 0,2 1 0,0-2 0,-3 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1.949"/>
    </inkml:context>
    <inkml:brush xml:id="br0">
      <inkml:brushProperty name="width" value="0.05" units="cm"/>
      <inkml:brushProperty name="height" value="0.05" units="cm"/>
    </inkml:brush>
  </inkml:definitions>
  <inkml:trace contextRef="#ctx0" brushRef="#br0">56 344 24575,'9'157'0,"0"-13"0,-8-105 0,-2-1 0,-10 65 0,11-103 0,1 1 0,-1-1 0,0 0 0,0 1 0,0-1 0,0 0 0,0 0 0,0 1 0,0-1 0,0 0 0,0 1 0,0-1 0,-1 0 0,1 1 0,0-1 0,0 0 0,0 1 0,0-1 0,0 0 0,-1 0 0,1 1 0,0-1 0,0 0 0,0 0 0,-1 1 0,1-1 0,0 0 0,0 0 0,-1 0 0,1 1 0,0-1 0,0 0 0,-1 0 0,1 0 0,0 0 0,-1 1 0,-5-13 0,-2-23 0,-32-281 0,37 266 0,3 0 0,2 0 0,2 0 0,14-67 0,-14 99 0,1 0 0,0 1 0,9-17 0,-12 29 0,0 0 0,1 0 0,0 1 0,-1-1 0,2 1 0,-1 0 0,0 0 0,1 0 0,0 0 0,0 1 0,0-1 0,0 1 0,0 0 0,9-4 0,-11 6 0,0 1 0,1-1 0,-1 0 0,0 1 0,1 0 0,-1-1 0,1 1 0,-1 0 0,0 0 0,1 1 0,-1-1 0,0 0 0,1 1 0,-1 0 0,0-1 0,1 1 0,-1 0 0,0 0 0,0 0 0,0 0 0,0 1 0,0-1 0,0 1 0,0-1 0,0 1 0,-1-1 0,1 1 0,-1 0 0,1 0 0,-1 0 0,1 0 0,0 3 0,3 4 0,0 0 0,0 0 0,-1 1 0,0 0 0,-1 0 0,2 11 0,-2-3 0,0 0 0,-1 0 0,-1 1 0,-1-1 0,-1 0 0,0 1 0,-2-1 0,-5 24 0,0-13 0,-2 0 0,0-2 0,-2 1 0,-20 35 0,29-59 0,1 0 0,-1 1 0,1-1 0,0 0 0,0 1 0,1 0 0,-1-1 0,1 1 0,0 0 0,1 0 0,-1 0 0,1 0 0,0 0 0,0 0 0,0 0 0,1-1 0,0 1 0,0 0 0,0 0 0,0 0 0,1-1 0,0 1 0,0-1 0,4 7 0,15 32 0,-4-6 0,2-1 0,47 66 0,-63-98 0,1 0 0,0 0 0,-1-1 0,1 1 0,0-1 0,1 1 0,-1-2 0,1 1 0,-1 0 0,1-1 0,0 0 0,6 2 0,-8-3 0,0 0 0,0-1 0,0 1 0,1-1 0,-1 0 0,0 0 0,0 0 0,0 0 0,0-1 0,0 0 0,0 1 0,0-1 0,0 0 0,0 0 0,0 0 0,-1-1 0,1 1 0,0-1 0,-1 1 0,1-1 0,-1 0 0,3-3 0,5-5 0,-1 0 0,-1-1 0,0 0 0,0-1 0,-2 0 0,1 0 0,-1 0 0,-1-1 0,0 1 0,-1-2 0,5-24 0,-4 9 0,-1 0 0,-1 0 0,-2-1 0,-4-43 0,-3 44 0,6 29 0,0 0 0,0 0 0,-1-1 0,1 1 0,0 0 0,0 0 0,0 0 0,0-1 0,-1 1 0,1 0 0,0 0 0,0-1 0,0 1 0,-1 0 0,1 0 0,0 0 0,0 0 0,-1 0 0,1-1 0,0 1 0,0 0 0,-1 0 0,1 0 0,0 0 0,0 0 0,-1 0 0,1 0 0,0 0 0,-1 0 0,1 0 0,-11 12 0,6-1 0,0 0 0,1 0 0,0 1 0,1-1 0,0 1 0,0 0 0,2 0 0,-1 0 0,2 1 0,-1-1 0,2 0 0,0 0 0,0 0 0,1 0 0,0 0 0,1 0 0,1 0 0,8 19 0,-10-28 0,0 1 0,0-1 0,0 0 0,1 0 0,-1 0 0,1 0 0,0 0 0,0-1 0,0 1 0,0-1 0,1 0 0,-1 0 0,0 0 0,1 0 0,-1-1 0,1 1 0,0-1 0,0 0 0,-1 0 0,1 0 0,0-1 0,0 1 0,0-1 0,4 0 0,-3-1 0,-1 1 0,1-1 0,0 0 0,-1 0 0,1 0 0,-1 0 0,1-1 0,-1 0 0,0 0 0,0 0 0,0-1 0,0 1 0,0-1 0,0 0 0,0 0 0,-1 0 0,0 0 0,0-1 0,5-6 0,-2-1 0,0 0 0,0 0 0,-2 0 0,1-1 0,-2 1 0,1-1 0,-1 0 0,1-20 0,-3 23 0,0-1 0,-1 0 0,0 0 0,-1 0 0,0 0 0,0 0 0,-1 0 0,0 1 0,-1-1 0,-8-18 0,11 27 0,-1-1 0,0 1 0,0-1 0,0 1 0,1-1 0,-1 1 0,-1 0 0,1-1 0,0 1 0,0 0 0,0 0 0,-1 0 0,1 0 0,0 0 0,-1 0 0,1 0 0,-1 0 0,1 1 0,-1-1 0,0 0 0,1 1 0,-1-1 0,0 1 0,1 0 0,-1 0 0,0-1 0,1 1 0,-4 1 0,3-1 0,0 1 0,-1 0 0,1 0 0,0 0 0,-1 0 0,1 1 0,0-1 0,0 1 0,0-1 0,0 1 0,1 0 0,-1-1 0,0 1 0,1 0 0,-1 0 0,1 0 0,-1 1 0,1-1 0,-1 3 0,-9 21-1365,1 1-5461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2.586"/>
    </inkml:context>
    <inkml:brush xml:id="br0">
      <inkml:brushProperty name="width" value="0.05" units="cm"/>
      <inkml:brushProperty name="height" value="0.05" units="cm"/>
    </inkml:brush>
  </inkml:definitions>
  <inkml:trace contextRef="#ctx0" brushRef="#br0">169 301 24575,'0'-6'0,"0"0"0,-1-1 0,1 1 0,-2 0 0,1 0 0,0 0 0,-1 0 0,0 1 0,-4-8 0,-2 47 0,-83 331 0,89-358 0,1-3 0,0 1 0,0-1 0,0 0 0,0 1 0,-1-1 0,0 0 0,0 0 0,0 0 0,-1-1 0,1 1 0,-1 0 0,0-1 0,-6 6 0,9-9 0,0 1 0,-1-1 0,1 0 0,0 0 0,0 0 0,-1 0 0,1 0 0,0 0 0,0 0 0,-1 0 0,1 0 0,0 0 0,-1 0 0,1 0 0,0 0 0,0 0 0,-1 0 0,1 0 0,0 0 0,0 0 0,-1 0 0,1 0 0,0 0 0,0-1 0,-1 1 0,1 0 0,0 0 0,0 0 0,-1 0 0,1 0 0,0-1 0,0 1 0,-1 0 0,-4-13 0,2-16 0,3 27 0,-2-50 0,2-1 0,3 1 0,1 0 0,4 0 0,1 0 0,3 1 0,32-90 0,-38 126 0,-1 0 0,2 0 0,0 1 0,1 0 0,0 1 0,1 0 0,19-23 0,-26 35 0,-1-1 0,1 1 0,-1-1 0,1 1 0,0 0 0,-1 0 0,1 0 0,0 0 0,0 0 0,0 0 0,0 1 0,-1-1 0,1 1 0,0-1 0,0 1 0,0 0 0,0-1 0,1 1 0,-1 0 0,0 0 0,3 1 0,-2 0 0,-1 0 0,1 0 0,-1 1 0,1-1 0,-1 1 0,1-1 0,-1 1 0,0 0 0,0 0 0,0 0 0,0 0 0,0 0 0,2 4 0,3 6 0,0 0 0,-1 0 0,-1 0 0,0 1 0,4 16 0,9 45-455,-3 0 0,8 129 0,-19-145-6371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2.709"/>
    </inkml:context>
    <inkml:brush xml:id="br0">
      <inkml:brushProperty name="width" value="0.05" units="cm"/>
      <inkml:brushProperty name="height" value="0.05" units="cm"/>
    </inkml:brush>
  </inkml:definitions>
  <inkml:trace contextRef="#ctx0" brushRef="#br0">39 129 24575,'-3'-6'0,"-4"-9"0,-4-4 0,-1-6 0,6 2 0,7 5 0,8 5 0,11 5 0,7 7 0,8 3 0,12 2 0,-3 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2.896"/>
    </inkml:context>
    <inkml:brush xml:id="br0">
      <inkml:brushProperty name="width" value="0.05" units="cm"/>
      <inkml:brushProperty name="height" value="0.05" units="cm"/>
    </inkml:brush>
  </inkml:definitions>
  <inkml:trace contextRef="#ctx0" brushRef="#br0">20 103 24575,'4'-5'0,"1"0"0,-2-1 0,1 1 0,-1-1 0,0 0 0,0 0 0,0 0 0,-1 0 0,0 0 0,0-1 0,-1 1 0,0 0 0,0-1 0,0-12 0,-23 121 0,-12 259-1365,32-314-5461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3.080"/>
    </inkml:context>
    <inkml:brush xml:id="br0">
      <inkml:brushProperty name="width" value="0.05" units="cm"/>
      <inkml:brushProperty name="height" value="0.05" units="cm"/>
    </inkml:brush>
  </inkml:definitions>
  <inkml:trace contextRef="#ctx0" brushRef="#br0">1 23 24575,'3'-3'0,"4"-4"0,4-2 0,1 5 0,-3 6 0,-2 6 0,-3 4 0,2 4 0,-1 1 0,3 2 0,2 4 0,3 1 0,2-1 0,2-4 0,-2-5-8191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3.959"/>
    </inkml:context>
    <inkml:brush xml:id="br0">
      <inkml:brushProperty name="width" value="0.05" units="cm"/>
      <inkml:brushProperty name="height" value="0.05" units="cm"/>
    </inkml:brush>
  </inkml:definitions>
  <inkml:trace contextRef="#ctx0" brushRef="#br0">36 135 24575,'-4'-5'0,"0"0"0,1-1 0,-1 1 0,1-1 0,0 1 0,1-1 0,-1 0 0,1 0 0,0 0 0,0-1 0,1 1 0,0 0 0,0-1 0,1 1 0,-1 0 0,1-1 0,1 1 0,1-10 0,-3 15 0,1 1 0,1 0 0,-1-1 0,0 1 0,0-1 0,0 1 0,0-1 0,0 1 0,0 0 0,0-1 0,1 1 0,-1-1 0,0 1 0,0 0 0,0-1 0,1 1 0,-1 0 0,0-1 0,1 1 0,-1 0 0,0-1 0,1 1 0,-1 0 0,0-1 0,1 1 0,-1 0 0,1 0 0,-1 0 0,0 0 0,1-1 0,-1 1 0,1 0 0,-1 0 0,1 0 0,-1 0 0,0 0 0,1 0 0,-1 0 0,1 0 0,-1 0 0,1 0 0,-1 0 0,1 0 0,-1 1 0,0-1 0,1 0 0,-1 0 0,1 0 0,-1 0 0,0 1 0,1-1 0,-1 0 0,0 0 0,1 1 0,-1-1 0,0 0 0,1 1 0,-1-1 0,1 1 0,1 2 0,0-1 0,0 1 0,0 0 0,0 0 0,-1 0 0,3 6 0,1 7 0,-1 1 0,0 0 0,-1 0 0,0 24 0,-2 71 0,-1-110 0,0 26 0,-1 0 0,-2 0 0,0-1 0,-2 1 0,-8 26 0,26-90 0,3-12 0,2 1 0,42-75 0,-58 119 0,0 0 0,1-1 0,-1 1 0,1 0 0,0 0 0,-1 1 0,6-5 0,-8 7 0,1 0 0,-1 0 0,1-1 0,-1 1 0,1 0 0,-1 0 0,1 0 0,-1-1 0,1 1 0,-1 0 0,1 0 0,-1 0 0,1 0 0,-1 0 0,1 0 0,-1 0 0,1 0 0,-1 0 0,1 0 0,-1 0 0,0 0 0,1 1 0,-1-1 0,2 0 0,-1 1 0,-1 0 0,1 0 0,0 0 0,-1 0 0,1 0 0,0 0 0,-1 0 0,1 0 0,-1 0 0,0 0 0,1 0 0,-1 0 0,0 0 0,0 1 0,1-1 0,-1 1 0,1 24 0,2 15 0,-3-39 0,1 0 0,-1 0 0,1 0 0,-1 0 0,1 0 0,0 0 0,0 0 0,0-1 0,0 1 0,0 0 0,0 0 0,0-1 0,1 1 0,-1-1 0,4 3 0,-4-3 0,0-1 0,0 0 0,0 1 0,0-1 0,1 0 0,-1 1 0,0-1 0,0 0 0,0 0 0,0 0 0,1 0 0,-1 0 0,0 0 0,0-1 0,0 1 0,1 0 0,-1-1 0,0 1 0,0 0 0,0-1 0,0 1 0,0-1 0,2-1 0,25-19 0,-21 15 0,26-22 0,-17 13 0,1 1 0,0 1 0,34-19 0,-50 31 0,1 0 0,0 1 0,-1-1 0,1 0 0,-1 1 0,1-1 0,0 1 0,0 0 0,-1 0 0,1 0 0,0 0 0,-1 0 0,1 0 0,0 0 0,0 0 0,-1 0 0,1 1 0,0-1 0,-1 1 0,1 0 0,-1-1 0,1 1 0,-1 0 0,1 0 0,-1 0 0,1 0 0,-1 0 0,0 0 0,1 0 0,-1 0 0,0 1 0,0-1 0,0 0 0,2 4 0,2 4 0,0 1 0,-1 0 0,0 0 0,5 17 0,-2-6 0,-5-13 0,1 0 0,1 0 0,-1-1 0,1 1 0,1-1 0,5 9 0,-8-14 0,0 0 0,0 0 0,0-1 0,0 1 0,1 0 0,-1-1 0,0 0 0,1 1 0,-1-1 0,1 0 0,-1 0 0,1 0 0,-1-1 0,1 1 0,0-1 0,-1 1 0,1-1 0,0 0 0,0 0 0,-1 0 0,1 0 0,0-1 0,3 0 0,101-28-1365,-88 26-5461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4.099"/>
    </inkml:context>
    <inkml:brush xml:id="br0">
      <inkml:brushProperty name="width" value="0.05" units="cm"/>
      <inkml:brushProperty name="height" value="0.05" units="cm"/>
    </inkml:brush>
  </inkml:definitions>
  <inkml:trace contextRef="#ctx0" brushRef="#br0">0 0 24575,'3'3'0,"5"2"0,3-1 0,6-1 0,11-1 0,8-3 0,12-3 0,-3 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5.962"/>
    </inkml:context>
    <inkml:brush xml:id="br0">
      <inkml:brushProperty name="width" value="0.05" units="cm"/>
      <inkml:brushProperty name="height" value="0.05" units="cm"/>
    </inkml:brush>
  </inkml:definitions>
  <inkml:trace contextRef="#ctx0" brushRef="#br0">7 39 24575,'-3'0'0,"-1"-3"0,7-1 0,14-3 0,24-1 0,24 2 0,28 1 0,31 2 0,25 2 0,18 0-1223,9 1 1223,3 3 0,-29 2-6968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6.446"/>
    </inkml:context>
    <inkml:brush xml:id="br0">
      <inkml:brushProperty name="width" value="0.05" units="cm"/>
      <inkml:brushProperty name="height" value="0.05" units="cm"/>
    </inkml:brush>
  </inkml:definitions>
  <inkml:trace contextRef="#ctx0" brushRef="#br0">0 0 24575,'7'0'0,"10"0"0,13 0 0,10 0 0,11 0 0,13 0 0,10 0 0,9 0 0,9 4 0,-11 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7.004"/>
    </inkml:context>
    <inkml:brush xml:id="br0">
      <inkml:brushProperty name="width" value="0.05" units="cm"/>
      <inkml:brushProperty name="height" value="0.05" units="cm"/>
    </inkml:brush>
  </inkml:definitions>
  <inkml:trace contextRef="#ctx0" brushRef="#br0">1 1 24575,'0'3'0,"3"4"0,4 1 0,8 2 0,4 0 0,5 1 0,4-1 0,8-3 0,6-2 0,9-2 0,12-2 0,10 0 0,12-1 0,10-1 0,7-2 0,-13-2-8191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7.514"/>
    </inkml:context>
    <inkml:brush xml:id="br0">
      <inkml:brushProperty name="width" value="0.05" units="cm"/>
      <inkml:brushProperty name="height" value="0.05" units="cm"/>
    </inkml:brush>
  </inkml:definitions>
  <inkml:trace contextRef="#ctx0" brushRef="#br0">0 0 24575,'3'4'0,"2"3"0,2 1 0,3 2 0,4 3 0,1-1 0,6 0 0,8 2 0,8-2 0,11-2 0,13-4 0,11-3 0,16-1 0,15-1 0,14-5 0,10-3 0,5-9 0,-20 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19.753"/>
    </inkml:context>
    <inkml:brush xml:id="br0">
      <inkml:brushProperty name="width" value="0.05" units="cm"/>
      <inkml:brushProperty name="height" value="0.05" units="cm"/>
    </inkml:brush>
  </inkml:definitions>
  <inkml:trace contextRef="#ctx0" brushRef="#br0">19 234 24575,'3'-4'0,"-1"0"0,1 0 0,-1 0 0,-1-1 0,1 1 0,-1 0 0,1-1 0,-1 1 0,0-6 0,-1 1 0,-6 36 0,-6 41 0,-6 137 0,17-175 0,2 1 0,1-1 0,2 1 0,1-1 0,1 0 0,20 57 0,-22-78 0,0 0 0,0-1 0,1 1 0,0-1 0,1 0 0,0 0 0,0 0 0,13 12 0,-15-17 0,-1-1 0,1 1 0,0-1 0,-1 1 0,1-1 0,0 0 0,0-1 0,0 1 0,1-1 0,-1 1 0,0-1 0,1 0 0,-1-1 0,0 1 0,1-1 0,-1 0 0,1 0 0,-1 0 0,0-1 0,1 0 0,7-2 0,0-1 0,0-1 0,0-1 0,-1 0 0,0-1 0,0 0 0,0-1 0,-1 0 0,0 0 0,0-1 0,-1 0 0,11-16 0,-3 3 0,-1 0 0,-1-2 0,-2 0 0,16-34 0,-18 31 0,-2 0 0,0-1 0,-1 0 0,-2 0 0,-1-1 0,1-30 0,-6 51 0,0 7 0,1 44 0,3-10 0,2 0 0,19 55 0,-21-75 0,1 0 0,1 0 0,0 0 0,1-1 0,0 0 0,1 0 0,0-1 0,1 0 0,12 12 0,-17-20 0,0 1 0,-1-1 0,1-1 0,0 1 0,0 0 0,1-1 0,-1 0 0,0 0 0,1 0 0,-1 0 0,1-1 0,0 0 0,0 0 0,-1 0 0,1-1 0,0 1 0,0-1 0,0 0 0,-1-1 0,1 1 0,0-1 0,0 0 0,-1 0 0,1 0 0,0-1 0,-1 1 0,1-1 0,-1 0 0,5-4 0,3-2 0,0 0 0,-1-1 0,0-1 0,-1 0 0,0 0 0,0-1 0,-1 0 0,13-22 0,-6 7 0,-2-1 0,0 0 0,-2-1 0,-1 0 0,-2-1 0,10-44 0,-15 53 0,-1 0 0,-1 0 0,-1-1 0,0 1 0,-2-1 0,0 1 0,-2 0 0,0-1 0,-1 1 0,-10-30 0,11 42 31,-1 0 0,0 0 0,0 0 0,0 1 0,-1-1 0,0 1 0,0 0 0,-1 1 1,0-1-1,-10-8 0,12 13-106,1-1 1,-1 1 0,0 0 0,0 0 0,0 0-1,0 0 1,0 1 0,0-1 0,0 1 0,-1 0-1,1 0 1,0 1 0,-1-1 0,1 1 0,0 0-1,-1 0 1,1 1 0,0-1 0,-1 1 0,1 0-1,0 0 1,-6 3 0,-20 10-6752</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0.092"/>
    </inkml:context>
    <inkml:brush xml:id="br0">
      <inkml:brushProperty name="width" value="0.05" units="cm"/>
      <inkml:brushProperty name="height" value="0.05" units="cm"/>
    </inkml:brush>
  </inkml:definitions>
  <inkml:trace contextRef="#ctx0" brushRef="#br0">1 176 24575,'0'-10'0,"1"1"0,0-1 0,1 0 0,0 1 0,0-1 0,1 1 0,0 0 0,1 0 0,0 0 0,1 0 0,5-8 0,-8 14 0,-1 1 0,1-1 0,0 1 0,0-1 0,0 1 0,0 0 0,1-1 0,-1 1 0,1 1 0,-1-1 0,1 0 0,0 0 0,0 1 0,0 0 0,-1 0 0,1-1 0,0 2 0,1-1 0,-1 0 0,0 1 0,0-1 0,0 1 0,0 0 0,0 0 0,1 0 0,-1 0 0,0 1 0,0-1 0,0 1 0,0 0 0,0 0 0,0 0 0,0 0 0,0 0 0,0 1 0,4 3 0,5 3 0,0 1 0,-1 1 0,0 0 0,-1 0 0,0 1 0,-1 0 0,0 1 0,0 0 0,-2 0 0,9 17 0,-6-9 0,-2 0 0,0 0 0,-1 1 0,-1 0 0,-1 0 0,4 28 0,-9-43 0,0 0 0,0 0 0,0 0 0,0-1 0,-1 1 0,0 0 0,-3 10 0,3-15 0,1 0 0,0 0 0,-1 0 0,1 0 0,-1 1 0,1-1 0,-1 0 0,0 0 0,1 0 0,-1 0 0,0-1 0,0 1 0,0 0 0,0 0 0,1 0 0,-1-1 0,0 1 0,-1 0 0,1-1 0,0 1 0,0-1 0,0 1 0,0-1 0,0 1 0,0-1 0,-1 0 0,1 0 0,0 0 0,0 0 0,0 0 0,-1 0 0,1 0 0,0 0 0,0 0 0,0 0 0,-1 0 0,1-1 0,0 1 0,0-1 0,0 1 0,0-1 0,0 1 0,-2-2 0,-2-1 0,0 0 0,1-1 0,-1 0 0,1 0 0,0 0 0,0 0 0,0-1 0,0 1 0,1-1 0,0 0 0,0 0 0,0 0 0,1-1 0,-1 1 0,1-1 0,0 1 0,-1-10 0,0 2 0,1-1 0,0 1 0,1 0 0,1-1 0,0 1 0,3-23 0,-1 24 29,1 0-1,0 0 1,1 1-1,0 0 0,1 0 1,0 0-1,1 0 1,0 1-1,1 0 1,0 0-1,9-10 1,-10 14-119,-1 0 0,1 1 0,0 0 0,0 0 0,0 1 1,1-1-1,-1 1 0,1 1 0,0-1 0,0 1 1,0 0-1,1 1 0,-1 0 0,1 0 0,-1 1 0,1 0 1,0 0-1,8 0 0,18 5-6736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0.483"/>
    </inkml:context>
    <inkml:brush xml:id="br0">
      <inkml:brushProperty name="width" value="0.05" units="cm"/>
      <inkml:brushProperty name="height" value="0.05" units="cm"/>
    </inkml:brush>
  </inkml:definitions>
  <inkml:trace contextRef="#ctx0" brushRef="#br0">307 235 24575,'1'0'0,"0"0"0,-1 0 0,1-1 0,0 1 0,-1 0 0,1-1 0,0 1 0,-1-1 0,1 1 0,0 0 0,-1-1 0,1 1 0,-1-1 0,1 0 0,-1 1 0,0-1 0,1 1 0,-1-1 0,1 0 0,-1 1 0,0-1 0,0 0 0,1 1 0,-1-1 0,0 0 0,0 0 0,0-1 0,3-21 0,-3 5 0,-1 0 0,-1 1 0,-1 0 0,0-1 0,-1 1 0,-1 0 0,-7-18 0,11 33 0,0 0 0,1-1 0,-1 1 0,0 0 0,-1 0 0,1 0 0,0 0 0,-1 0 0,1 1 0,-1-1 0,1 0 0,-1 1 0,0-1 0,0 1 0,0-1 0,0 1 0,0 0 0,0 0 0,0 0 0,0 0 0,0 0 0,0 1 0,-1-1 0,1 0 0,-3 1 0,1 0 0,0 1 0,0-1 0,0 1 0,1 0 0,-1 1 0,0-1 0,1 1 0,-1-1 0,1 1 0,0 0 0,-1 0 0,1 1 0,0-1 0,-4 5 0,-16 15 0,0 1 0,2 0 0,1 2 0,2 0 0,0 2 0,1 0 0,-19 42 0,34-63 0,-1 0 0,1 0 0,0 0 0,1 1 0,-1-1 0,1 1 0,1-1 0,-1 1 0,1 10 0,1-15 0,-1 0 0,0 0 0,1 0 0,0 0 0,-1 0 0,1 0 0,0 0 0,0 0 0,0 0 0,0-1 0,0 1 0,0 0 0,1-1 0,-1 1 0,1 0 0,-1-1 0,1 0 0,-1 1 0,1-1 0,0 0 0,0 0 0,0 0 0,0 0 0,0 0 0,-1 0 0,2-1 0,-1 1 0,0-1 0,0 1 0,0-1 0,0 0 0,0 0 0,2 0 0,3 0 0,-1 0 0,0-1 0,0 0 0,1 0 0,-1 0 0,0-1 0,0 0 0,0 0 0,-1-1 0,1 1 0,-1-1 0,11-7 0,-2-1 0,1-1 0,-1 0 0,13-16 0,-7 5 0,-2-1 0,-1 0 0,-1-2 0,-1 0 0,-1-1 0,14-40 0,-26 62 0,0 2 0,-1-1 0,0 1 0,1-1 0,0 1 0,0-1 0,3-3 0,-5 7 0,1-1 0,-1 1 0,0 0 0,0 0 0,0 0 0,0 0 0,0 0 0,0 0 0,0 0 0,0 0 0,0 0 0,1 0 0,-1 0 0,0-1 0,0 1 0,0 0 0,0 0 0,0 0 0,0 0 0,0 0 0,1 0 0,-1 0 0,0 0 0,0 0 0,0 0 0,0 0 0,0 0 0,0 0 0,1 0 0,-1 0 0,0 0 0,0 0 0,0 0 0,0 0 0,0 1 0,0-1 0,0 0 0,1 0 0,-1 0 0,0 0 0,0 0 0,0 0 0,0 0 0,0 0 0,0 1 0,3 7 0,-1 10 0,-1 8-273,0 0 0,2-1 0,1 1 0,13 45 0,-8-49-6553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0.868"/>
    </inkml:context>
    <inkml:brush xml:id="br0">
      <inkml:brushProperty name="width" value="0.05" units="cm"/>
      <inkml:brushProperty name="height" value="0.05" units="cm"/>
    </inkml:brush>
  </inkml:definitions>
  <inkml:trace contextRef="#ctx0" brushRef="#br0">69 156 24575,'0'-25'0,"1"12"0,-1 0 0,0 0 0,-1 0 0,-1 0 0,-3-16 0,5 29 0,0 0 0,0 0 0,0-1 0,0 1 0,0 0 0,0 0 0,0 0 0,0 0 0,0 0 0,0 0 0,0 0 0,0 0 0,0 0 0,0-1 0,0 1 0,0 0 0,0 0 0,0 0 0,-1 0 0,1 0 0,0 0 0,0 0 0,0 0 0,0 0 0,0 0 0,0 0 0,0 0 0,0 0 0,0-1 0,0 1 0,0 0 0,-1 0 0,1 0 0,0 0 0,0 0 0,0 0 0,0 0 0,0 0 0,0 0 0,0 0 0,0 0 0,0 0 0,-1 0 0,1 0 0,0 0 0,0 0 0,0 0 0,0 0 0,0 0 0,0 0 0,0 1 0,0-1 0,0 0 0,0 0 0,-1 0 0,1 0 0,0 0 0,0 0 0,0 0 0,0 0 0,0 0 0,0 0 0,0 0 0,0 0 0,0 0 0,0 1 0,0-1 0,-5 11 0,-3 16 0,0 38 0,0 112 0,18 66 0,-8-194 0,-2-23 0,1 0 0,2 0 0,10 44 0,-13-70 0,0 0 0,0 0 0,0 0 0,0 0 0,0 0 0,0-1 0,0 1 0,0 0 0,0 0 0,0 0 0,0 0 0,0 0 0,0 0 0,0 0 0,1 0 0,-1 0 0,0 1 0,0-1 0,0 0 0,0 0 0,0 0 0,0 0 0,0 0 0,0 0 0,0 0 0,0 0 0,0 0 0,0 0 0,0 0 0,0 0 0,0 0 0,0 0 0,0 0 0,0 0 0,0 0 0,1 0 0,-1 0 0,0-12 0,-2-20 0,-6-26 0,-40-368 0,47 410 0,1 1 0,0 0 0,1 0 0,1-1 0,0 1 0,1 0 0,6-19 0,-7 29 0,0 0 0,0 0 0,1 1 0,-1-1 0,1 0 0,0 1 0,1 0 0,-1 0 0,1 0 0,0 0 0,-1 0 0,2 1 0,-1-1 0,0 1 0,1 0 0,0 1 0,-1-1 0,1 1 0,0 0 0,0 0 0,0 0 0,1 1 0,8-2 0,-4 2 0,-1 0 0,1 0 0,0 1 0,0 0 0,-1 0 0,1 1 0,0 1 0,16 4 0,-22-5 0,0 0 0,0 1 0,-1 0 0,1-1 0,-1 1 0,1 1 0,-1-1 0,0 0 0,0 1 0,0 0 0,0-1 0,-1 1 0,1 0 0,-1 0 0,1 1 0,-1-1 0,0 1 0,-1-1 0,1 1 0,0-1 0,-1 1 0,0 0 0,0 0 0,1 4 0,-2 0 22,1 0-1,-1 0 0,-1 0 1,1 0-1,-1-1 0,-1 1 1,1 0-1,-1 0 0,-1-1 1,0 1-1,0-1 0,0 0 1,-1 0-1,0 0 0,-9 12 1,4-7-236,-1 0 1,0 0 0,-1-1-1,-1 0 1,1-1 0,-2-1-1,-14 10 1,-4-2-6613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1.336"/>
    </inkml:context>
    <inkml:brush xml:id="br0">
      <inkml:brushProperty name="width" value="0.05" units="cm"/>
      <inkml:brushProperty name="height" value="0.05" units="cm"/>
    </inkml:brush>
  </inkml:definitions>
  <inkml:trace contextRef="#ctx0" brushRef="#br0">13 250 24575,'-1'0'0,"0"1"0,1-1 0,-1 0 0,0 0 0,1 1 0,-1-1 0,0 0 0,1 1 0,-1-1 0,1 1 0,-1-1 0,1 1 0,-1-1 0,1 1 0,-1-1 0,1 1 0,0-1 0,-1 1 0,1-1 0,0 1 0,-1 0 0,1-1 0,0 1 0,0 0 0,0-1 0,-1 1 0,1 0 0,0-1 0,0 1 0,0 0 0,0 0 0,0-1 0,0 1 0,0 0 0,1-1 0,-1 2 0,5 29 0,-5-28 0,27 111 0,-10-44 0,-3 0 0,10 116 0,-26-170 0,2-16 0,0 1 0,0-1 0,0 0 0,0 0 0,0 0 0,0 0 0,0 0 0,0 0 0,0 0 0,-1 0 0,1 0 0,0 0 0,0 0 0,0 0 0,0 0 0,0 0 0,0 0 0,0 0 0,0 0 0,-1 0 0,1 0 0,0 0 0,0 0 0,0 0 0,0 0 0,0 0 0,0 0 0,0 0 0,0 0 0,-1 0 0,1 0 0,0 0 0,0 0 0,0-1 0,0 1 0,0 0 0,0 0 0,0 0 0,0 0 0,0 0 0,0 0 0,0 0 0,0 0 0,0 0 0,0-1 0,-1 1 0,1 0 0,0 0 0,0 0 0,0 0 0,0 0 0,0 0 0,0 0 0,0 0 0,0-1 0,0 1 0,0 0 0,0 0 0,-9-30 0,-1-27 0,2 0 0,3 0 0,2 0 0,8-88 0,-2 103 0,15-76 0,-14 100 0,1 0 0,1 0 0,1 1 0,0-1 0,1 2 0,16-26 0,-21 38 0,0 0 0,0 0 0,0 1 0,0-1 0,0 1 0,1 0 0,0 0 0,0 0 0,0 0 0,0 1 0,0-1 0,0 1 0,1 0 0,7-2 0,-9 3 0,0 1 0,0-1 0,0 1 0,0 0 0,0 0 0,0 1 0,0-1 0,0 1 0,0-1 0,0 1 0,0 0 0,-1 0 0,1 0 0,0 1 0,0-1 0,-1 1 0,1-1 0,-1 1 0,1 0 0,-1 0 0,0 0 0,0 0 0,0 0 0,3 4 0,2 4 20,0-1 0,-1 1 0,0 1 1,-1-1-1,0 1 0,0 0 0,-2 0 0,1 1 0,-1-1 0,-1 1 0,0 0 0,0-1 0,-1 1 0,-1 0 0,0 0 0,-3 18 1,2-23-80,0 0 0,0 0 0,-1 0 0,0-1 0,0 1 0,0 0 1,-1-1-1,0 0 0,-1 1 0,1-1 0,-1 0 0,0-1 1,-1 1-1,1-1 0,-1 0 0,0 0 0,-1 0 0,1-1 0,-1 0 1,0 0-1,0 0 0,0-1 0,0 0 0,-1 0 0,1 0 0,-1-1 1,0 0-1,-11 2 0,-3-2-6767</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1.680"/>
    </inkml:context>
    <inkml:brush xml:id="br0">
      <inkml:brushProperty name="width" value="0.05" units="cm"/>
      <inkml:brushProperty name="height" value="0.05" units="cm"/>
    </inkml:brush>
  </inkml:definitions>
  <inkml:trace contextRef="#ctx0" brushRef="#br0">18 256 24575,'24'26'0,"-18"-20"0,0 1 0,0-1 0,12 10 0,-15-14 0,1-1 0,-1 1 0,0 0 0,1-1 0,-1 0 0,0 0 0,1 0 0,0 0 0,-1 0 0,1-1 0,-1 1 0,8-1 0,9-2 0,1 0 0,-1-2 0,0 0 0,0-1 0,0-1 0,0-1 0,-1-1 0,25-13 0,-37 17 0,-1 0 0,0-1 0,0 0 0,0 0 0,0 0 0,-1 0 0,0-1 0,0 0 0,-1 0 0,1-1 0,-1 1 0,-1-1 0,1 0 0,-1 0 0,4-12 0,-6 14 0,0 0 0,0 0 0,-1 0 0,1 0 0,-1 0 0,0 0 0,0 0 0,-1 0 0,0 0 0,0 0 0,0 0 0,0 0 0,-1 0 0,0 0 0,0 1 0,0-1 0,0 0 0,-1 1 0,0 0 0,0 0 0,0 0 0,0 0 0,-1 0 0,-4-3 0,2 1 0,0 1 0,-1 1 0,1-1 0,-1 1 0,0 1 0,0-1 0,0 1 0,0 0 0,-1 1 0,0-1 0,1 2 0,-1-1 0,0 1 0,0 0 0,1 1 0,-1-1 0,0 2 0,0-1 0,0 1 0,0 0 0,1 1 0,-1 0 0,0 0 0,1 1 0,0-1 0,-14 9 0,9-5 0,0 1 0,1 1 0,0 0 0,0 0 0,1 1 0,0 1 0,1-1 0,0 1 0,0 1 0,1 0 0,1 0 0,0 1 0,0 0 0,1 0 0,-4 13 0,6-13 0,0 0 0,1 1 0,1 0 0,0-1 0,1 1 0,1 0 0,-1 0 0,2 0 0,0-1 0,4 19 0,-3-21 0,1 0 0,0 0 0,1-1 0,0 0 0,0 1 0,1-1 0,0-1 0,1 1 0,0-1 0,0 0 0,1 0 0,0-1 0,13 12 0,22 9-1365,-1-6-5461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1.987"/>
    </inkml:context>
    <inkml:brush xml:id="br0">
      <inkml:brushProperty name="width" value="0.05" units="cm"/>
      <inkml:brushProperty name="height" value="0.05" units="cm"/>
    </inkml:brush>
  </inkml:definitions>
  <inkml:trace contextRef="#ctx0" brushRef="#br0">7 331 24575,'1'-37'0,"1"-1"0,11-53 0,-7 80 0,1 15 0,6 21 0,-11-21 0,17 38 0,-1 0 0,-2 1 0,-3 1 0,16 81 0,-28-117 0,-1 0 0,1-1 0,-2 1 0,1-1 0,-1 1 0,0-1 0,-4 15 0,5-20 0,-1-1 0,1 1 0,-1 0 0,0-1 0,1 1 0,-1-1 0,0 1 0,0 0 0,0-1 0,0 0 0,0 1 0,0-1 0,-1 0 0,1 1 0,0-1 0,-1 0 0,1 0 0,-1 0 0,1 0 0,-1 0 0,1-1 0,-1 1 0,0 0 0,1-1 0,-1 1 0,0-1 0,1 0 0,-1 1 0,0-1 0,0 0 0,1 0 0,-1 0 0,0 0 0,0 0 0,1-1 0,-1 1 0,0-1 0,0 1 0,-1-1 0,-2-2 0,0 1 0,0 0 0,1-1 0,-1 0 0,1 0 0,0 0 0,0-1 0,0 0 0,0 1 0,1-1 0,0 0 0,-1-1 0,1 1 0,1-1 0,-1 1 0,1-1 0,-1 0 0,1 0 0,1 0 0,-2-5 0,0-1 0,1-1 0,0 1 0,0 0 0,1-1 0,1 1 0,0-1 0,0 1 0,4-17 0,0 8 0,2 1 0,1 0 0,0 0 0,1 0 0,1 1 0,1 0 0,0 1 0,1 0 0,1 1 0,1 0 0,0 1 0,19-17 0,-15 16 0,0 2 0,1 0 0,0 1 0,1 1 0,0 1 0,1 1 0,0 0 0,0 1 0,1 2 0,42-10 0,-54 15-151,-1 1-1,1 0 0,-1 1 0,1 0 1,-1 0-1,1 1 0,-1 0 1,15 4-1,7 6-6674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5.514"/>
    </inkml:context>
    <inkml:brush xml:id="br0">
      <inkml:brushProperty name="width" value="0.05" units="cm"/>
      <inkml:brushProperty name="height" value="0.05" units="cm"/>
    </inkml:brush>
  </inkml:definitions>
  <inkml:trace contextRef="#ctx0" brushRef="#br0">682 448 24575,'-1'-2'0,"1"0"0,0 0 0,-1 1 0,1-1 0,-1 0 0,0 0 0,0 1 0,0-1 0,0 0 0,0 1 0,0-1 0,0 1 0,0-1 0,-1 1 0,1 0 0,0-1 0,-1 1 0,1 0 0,-1 0 0,-2-1 0,-1-1 0,0 0 0,0 1 0,0-1 0,0 1 0,-9-2 0,5 3 0,0 0 0,0 1 0,-1-1 0,1 2 0,0 0 0,0 0 0,0 0 0,0 1 0,0 0 0,0 1 0,0 0 0,1 1 0,-1-1 0,1 2 0,-15 9 0,-3 4 0,1 1 0,0 1 0,-28 30 0,6-1 0,3 2 0,-48 68 0,67-81 0,2 0 0,2 1 0,1 1 0,-20 59 0,35-85 0,1 0 0,1 1 0,0-1 0,1 1 0,-1 25 0,3-34 0,0-1 0,1 0 0,-1 0 0,1 1 0,0-1 0,1 0 0,-1 0 0,1 0 0,0 0 0,1-1 0,-1 1 0,1 0 0,0-1 0,0 0 0,0 0 0,0 0 0,1 0 0,0 0 0,6 4 0,1 0 0,1-2 0,0 1 0,0-2 0,0 1 0,1-2 0,0 0 0,0 0 0,0-1 0,26 2 0,-1-2 0,1-1 0,46-6 0,50-17 0,-100 14 0,-15 7 0,-20 0 0,0 0 0,0 1 0,1-1 0,-1 0 0,0 0 0,0 0 0,1 0 0,-1 1 0,0-1 0,0 0 0,0 0 0,0 1 0,1-1 0,-1 0 0,0 0 0,0 1 0,0-1 0,0 0 0,0 1 0,0-1 0,0 0 0,0 0 0,0 1 0,0-1 0,0 0 0,0 1 0,0-1 0,0 0 0,0 1 0,0-1 0,0 0 0,0 1 0,-2 3 0,0 0 0,0 0 0,-1 0 0,1 0 0,-6 6 0,-1 4 0,0 0 0,0 1 0,2 1 0,0-1 0,0 1 0,2 1 0,0-1 0,1 1 0,0-1 0,2 1 0,0 1 0,0-1 0,3 31 0,0-34 0,1 0 0,1 1 0,0-1 0,1 0 0,1 0 0,0-1 0,1 1 0,0-1 0,1 0 0,0-1 0,1 0 0,0 0 0,1 0 0,1-1 0,16 15 0,-9-11 0,1-1 0,1-1 0,0-1 0,1 0 0,0-1 0,25 9 0,-14-9 0,1-1 0,0-1 0,56 7 0,-22-11 0,1-2 0,-1-3 0,114-14 0,-89 1 0,0-3 0,-1-5 0,-1-3 0,93-39 0,-135 43 0,0-1 0,-1-3 0,-2-2 0,-1-1 0,0-3 0,-3-1 0,0-2 0,65-71 0,-61 47 0,-44 57 0,0-1 0,1 1 0,-1 0 0,0 0 0,0-1 0,0 1 0,1 0 0,-1 0 0,0 0 0,0-1 0,1 1 0,-1 0 0,0 0 0,1 0 0,-1 0 0,0 0 0,1-1 0,-1 1 0,0 0 0,0 0 0,1 0 0,-1 0 0,0 0 0,1 0 0,-1 0 0,0 0 0,1 0 0,-1 0 0,0 0 0,1 0 0,-1 0 0,0 1 0,1-1 0,-1 0 0,0 0 0,0 0 0,1 0 0,-1 1 0,0-1 0,1 0 0,-1 0 0,0 0 0,0 1 0,0-1 0,1 0 0,-1 0 0,0 1 0,0-1 0,0 0 0,0 1 0,1-1 0,-1 0 0,0 0 0,0 1 0,0-1 0,0 0 0,0 1 0,0-1 0,10 31 0,-3-10 0,-3-13 0,1 0 0,0 0 0,0-1 0,1 1 0,0-1 0,1 0 0,-1-1 0,1 0 0,0 0 0,1 0 0,0-1 0,-1 0 0,2 0 0,-1-1 0,0 0 0,18 5 0,1-1 0,1-2 0,0 0 0,0-2 0,39 1 0,6-4 0,0-3 0,0-3 0,0-3 0,111-28 0,-100 14 0,0-5 0,-1-3 0,115-60 0,-156 68 0,-2-1 0,0-2 0,-2-2 0,-1-2 0,55-54 0,-78 68 0,-1-1 0,0-1 0,-1 0 0,-1-1 0,-1 0 0,12-28 0,-17 33 0,0-1 0,-1 0 0,-1-1 0,0 1 0,-1-1 0,-1 1 0,0-1 0,-1 1 0,0-1 0,-3-16 0,0 15 0,0 0 0,-2 0 0,1 1 0,-2-1 0,0 1 0,-1 0 0,-1 1 0,-18-28 0,12 24 0,0 1 0,-2 0 0,0 1 0,0 1 0,-2 0 0,-19-12 0,11 10 0,-2 1 0,0 1 0,-1 1 0,0 2 0,-1 1 0,-1 1 0,0 2 0,0 1 0,-45-4 0,53 9 0,0 2 0,0 1 0,0 0 0,1 2 0,-1 0 0,0 2 0,1 0 0,-31 13 0,41-13 0,-1 0 0,1 2 0,1 0 0,-1 0 0,1 1 0,-17 16 0,21-18 0,1 1 0,0 0 0,0 1 0,0 0 0,1 0 0,1 0 0,-1 0 0,1 1 0,1 0 0,-4 13 0,5-19 0,1 0 0,1 1 0,-1-1 0,0 1 0,1-1 0,0 1 0,0-1 0,0 1 0,0-1 0,0 1 0,1-1 0,0 1 0,-1-1 0,1 1 0,0-1 0,1 0 0,-1 0 0,1 1 0,-1-1 0,1 0 0,0 0 0,0 0 0,0-1 0,1 1 0,-1-1 0,1 1 0,-1-1 0,1 0 0,0 1 0,0-1 0,6 3 0,-4-3 0,1 0 0,-1 0 0,1-1 0,-1 1 0,1-1 0,0-1 0,-1 1 0,1-1 0,0 0 0,-1 0 0,1 0 0,0-1 0,-1 0 0,1 0 0,0 0 0,-1-1 0,0 0 0,1 0 0,5-3 0,-1-1 0,1-1 0,-1 0 0,-1 0 0,1-1 0,-1 0 0,0 0 0,-1-1 0,0 0 0,-1-1 0,0 0 0,9-16 0,-10 13 0,1-1 0,-2 0 0,0 0 0,-1-1 0,0 1 0,-1-1 0,-1 0 0,1-25 0,-3 23 0,0-1 0,-1 0 0,-2 1 0,1 0 0,-2 0 0,0-1 0,-1 2 0,-1-1 0,-1 1 0,0 0 0,-1 0 0,0 1 0,-2 0 0,0 0 0,0 1 0,-20-20 0,14 19 0,-1 1 0,0 1 0,-1 1 0,-1 0 0,0 1 0,-1 1 0,-20-7 0,9 5 0,-1 3 0,0 0 0,-1 2 0,-34-3 0,-6 6 0,0 2 0,1 4 0,-110 16 0,25 7 0,-155 45 0,303-67 0,-18 4 0,0 1 0,-31 15 0,52-21 0,0 1 0,0 0 0,1 0 0,-1 1 0,1 0 0,0 0 0,0 0 0,0 0 0,1 1 0,-1 0 0,1 0 0,0 0 0,1 0 0,-1 1 0,-4 8 0,7-10 0,0 1 0,1-1 0,-1 0 0,1 0 0,-1 1 0,1-1 0,1 0 0,-1 0 0,1 1 0,-1-1 0,1 0 0,0 0 0,1 0 0,-1 0 0,1 0 0,0 0 0,-1 0 0,2-1 0,-1 1 0,0 0 0,1-1 0,0 0 0,0 0 0,0 0 0,0 0 0,0 0 0,7 4 0,-6-3 0,1-1 0,0 0 0,-1 0 0,1 0 0,0-1 0,1 0 0,-1 0 0,0 0 0,1 0 0,-1-1 0,1 0 0,-1 0 0,1 0 0,0-1 0,-1 0 0,1 0 0,0 0 0,-1-1 0,1 0 0,8-2 0,-12 2 0,0 0 0,0 0 0,-1 1 0,1-1 0,0 0 0,-1-1 0,1 1 0,-1 0 0,1 0 0,-1-1 0,0 1 0,0-1 0,1 1 0,-1-1 0,0 1 0,0-1 0,-1 0 0,1 1 0,0-1 0,0 0 0,-1 0 0,1 0 0,-1 0 0,0 0 0,1 1 0,-1-1 0,0 0 0,0 0 0,0 0 0,-1 0 0,1 0 0,0 0 0,-2-3 0,0-2 0,0 1 0,0-1 0,-1 1 0,0 0 0,0 0 0,-1 0 0,0 1 0,-7-9 0,-2 0 0,-1 1 0,-1 1 0,0 0 0,0 1 0,-1 0 0,-1 2 0,0 0 0,-20-8 0,-6 0 0,-1 3 0,-55-12 0,20 11-49,-1 4-1,0 3 1,0 4 0,-1 3-1,1 4 1,0 4-1,0 2 1,1 5-1,0 2 1,-104 38 0,150-44 87,2 3 1,-1 0 0,1 2 0,1 1 0,1 2 0,-52 40-1,71-49-17,0 1 0,0 1 0,1-1-1,1 2 1,0-1 0,0 1 0,1 0 0,-7 17-1,9-18-13,2 0 0,0 0 1,0 0-1,1 1 0,0 0 0,1-1 0,0 1 0,1 0 0,0-1 0,1 1 0,3 13 0,-3-16-7,1 1 0,1 0 0,0-1 0,0 0 0,1 0 0,0 0 0,0 0 0,1 0 0,0-1 0,1 0 0,9 11 0,-11-15 0,0 0 0,-1-1 0,2 0 0,-1 0 0,0 0 0,0-1 0,1 1 0,-1-1 0,1 0 0,0-1 0,0 1 0,0-1 0,0 1 0,0-2 0,0 1 0,0 0 0,0-1 0,0 0 0,0 0 0,0-1 0,0 1 0,0-1 0,9-3 0,19-10-1365,-21 6-5461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5.915"/>
    </inkml:context>
    <inkml:brush xml:id="br0">
      <inkml:brushProperty name="width" value="0.05" units="cm"/>
      <inkml:brushProperty name="height" value="0.05" units="cm"/>
    </inkml:brush>
  </inkml:definitions>
  <inkml:trace contextRef="#ctx0" brushRef="#br0">75 82 24575,'-6'0'0,"-9"0"0,-4 0 0,-3 0 0,9 0 0,13-3 0,19-2 0,19 1 0,18-2 0,19-1 0,15-1 0,11 0 0,5 1 0,-1-1 0,-9 1 0,-11 2 0,-17-2 0,-20 1-8191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6.072"/>
    </inkml:context>
    <inkml:brush xml:id="br0">
      <inkml:brushProperty name="width" value="0.05" units="cm"/>
      <inkml:brushProperty name="height" value="0.05" units="cm"/>
    </inkml:brush>
  </inkml:definitions>
  <inkml:trace contextRef="#ctx0" brushRef="#br0">145 3 24575,'-25'-1'0,"14"0"0,0 1 0,1 0 0,-1 0 0,1 1 0,-15 4 0,23-5 0,0 1 0,-1 0 0,1 0 0,0 0 0,0 0 0,0 0 0,0 1 0,0-1 0,0 0 0,0 1 0,0 0 0,1-1 0,-1 1 0,0 0 0,1 0 0,0 0 0,-1 0 0,1 0 0,0 0 0,0 0 0,0 1 0,0-1 0,1 0 0,-1 1 0,1-1 0,-1 0 0,1 1 0,0 3 0,0 12 0,1 0 0,1 1 0,1-1 0,0 0 0,7 17 0,0 5 0,16 102 277,-13-70-1098,31 105 0,-32-142-6005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6.262"/>
    </inkml:context>
    <inkml:brush xml:id="br0">
      <inkml:brushProperty name="width" value="0.05" units="cm"/>
      <inkml:brushProperty name="height" value="0.05" units="cm"/>
    </inkml:brush>
  </inkml:definitions>
  <inkml:trace contextRef="#ctx0" brushRef="#br0">1 40 24575,'0'-3'0,"0"-4"0,0-4 0,3-1 0,4 6 0,4 6 0,4 10 0,2 6 0,4 7 0,5 5 0,4 5 0,4 0 0,2 0 0,1-2 0,1-4 0,-4-6 0,-6-6-8191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6.400"/>
    </inkml:context>
    <inkml:brush xml:id="br0">
      <inkml:brushProperty name="width" value="0.05" units="cm"/>
      <inkml:brushProperty name="height" value="0.05" units="cm"/>
    </inkml:brush>
  </inkml:definitions>
  <inkml:trace contextRef="#ctx0" brushRef="#br0">257 99 24575,'-3'-6'0,"-4"-9"0,-5-4 0,-2-3 0,-3 3 0,-1 5 0,-1 10 0,-3 13 0,-2 11 0,1 8 0,1 9 0,1 4 0,1 5 0,4 0 0,5 0 0,4-9-8191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6.993"/>
    </inkml:context>
    <inkml:brush xml:id="br0">
      <inkml:brushProperty name="width" value="0.05" units="cm"/>
      <inkml:brushProperty name="height" value="0.05" units="cm"/>
    </inkml:brush>
  </inkml:definitions>
  <inkml:trace contextRef="#ctx0" brushRef="#br0">1 273 24575,'1'12'0,"0"0"0,1 0 0,1-1 0,4 14 0,3 15 0,4 44 0,-7-36 0,19 70 0,-23-128 0,-2-10 0,-9-90 0,-1-107 0,10 189 0,1-1 0,1 1 0,1 0 0,2 0 0,14-41 0,-19 64 0,1 0 0,0 1 0,1-1 0,-1 0 0,1 1 0,0 0 0,0-1 0,0 1 0,0 0 0,1 1 0,8-8 0,-10 10 0,0 0 0,0 0 0,1 0 0,-1 0 0,0 0 0,1 0 0,-1 0 0,1 1 0,-1 0 0,0-1 0,1 1 0,-1 0 0,1 0 0,-1 0 0,1 0 0,-1 1 0,1-1 0,-1 1 0,1 0 0,-1-1 0,0 1 0,1 0 0,-1 0 0,0 0 0,0 1 0,3 1 0,4 3 0,0 1 0,-1 0 0,0 0 0,0 1 0,0 0 0,-1 0 0,-1 1 0,1 0 0,-1 0 0,-1 0 0,0 1 0,0 0 0,4 13 0,-7-17 0,0 1 0,0 0 0,-1 0 0,0-1 0,0 1 0,0 0 0,-1 0 0,0 0 0,0 0 0,-1 0 0,0 0 0,0 0 0,-1 0 0,0-1 0,0 1 0,0-1 0,-1 1 0,0-1 0,0 0 0,-1 0 0,-6 10 0,0-7 0,1 1 0,-1-2 0,-1 1 0,0-1 0,0-1 0,-15 8 0,-16 11 0,36-19 0,12-2 0,16-3 0,-21-2 0,156 16 0,-136-12 0,-1 0 0,1 2 0,-1 0 0,-1 1 0,29 15 0,-43-20 0,-1 1 0,0-1 0,-1 1 0,1 0 0,0 0 0,-1 1 0,0-1 0,0 0 0,0 1 0,3 4 0,-5-6 0,0 0 0,0-1 0,0 1 0,-1 0 0,1 0 0,-1 0 0,1 0 0,-1 0 0,0 0 0,1 0 0,-1 0 0,0 0 0,0 0 0,-1 0 0,1 0 0,0 0 0,-1 0 0,1-1 0,-1 1 0,1 0 0,-1 0 0,0 0 0,0 0 0,0-1 0,0 1 0,-1 1 0,-3 3 0,-1 0 0,1-1 0,-1 0 0,0 0 0,0 0 0,0-1 0,-1 0 0,0 0 0,0-1 0,0 0 0,0 0 0,-13 3 0,-6 1 0,0-1 0,-35 2 0,42-6-227,1-1-1,-1 0 1,1-2-1,-1 0 1,-27-6-1,14-1-6598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7.380"/>
    </inkml:context>
    <inkml:brush xml:id="br0">
      <inkml:brushProperty name="width" value="0.05" units="cm"/>
      <inkml:brushProperty name="height" value="0.05" units="cm"/>
    </inkml:brush>
  </inkml:definitions>
  <inkml:trace contextRef="#ctx0" brushRef="#br0">0 177 24575,'1'1'0,"-1"1"0,1 0 0,0-1 0,-1 1 0,0 0 0,1-1 0,-1 1 0,0 0 0,0-1 0,0 1 0,0 0 0,0-1 0,0 1 0,0 0 0,-1 1 0,0 8 0,3 12 0,0 0 0,2 0 0,10 36 0,-9-44 0,0 0 0,1-1 0,0 0 0,1 0 0,1-1 0,13 18 0,-17-26 0,0 0 0,0 0 0,1 0 0,0-1 0,0 0 0,0 0 0,0 0 0,1 0 0,-1-1 0,1 0 0,0 0 0,0-1 0,0 1 0,0-1 0,1-1 0,-1 1 0,0-1 0,1 0 0,-1-1 0,1 1 0,0-1 0,-1 0 0,1-1 0,-1 0 0,1 0 0,-1 0 0,0-1 0,0 0 0,1 0 0,-1-1 0,0 1 0,-1-1 0,1-1 0,8-5 0,-3 0 0,0 0 0,0 0 0,-1-1 0,-1 0 0,1-1 0,-2 0 0,0-1 0,0 0 0,-1 0 0,0 0 0,-1-1 0,6-20 0,-5 12 0,0-1 0,-2 1 0,-1-2 0,-1 1 0,0 0 0,-2 0 0,-1-26 0,-1 35 0,-1 0 0,0 0 0,-1 0 0,-6-19 0,8 29 0,-1 0 0,1 0 0,-1-1 0,0 1 0,1 0 0,-2 0 0,1 1 0,0-1 0,-5-4 0,6 6 0,0 0 0,-1 0 0,1 0 0,-1 0 0,1 1 0,-1-1 0,1 1 0,-1-1 0,1 1 0,-1-1 0,1 1 0,-1 0 0,0 0 0,1 0 0,-1 0 0,0 0 0,1 0 0,-1 0 0,1 0 0,-1 1 0,1-1 0,-3 1 0,0 1 0,0 0 0,1 1 0,-1-1 0,0 1 0,1-1 0,0 1 0,0 0 0,-1 0 0,2 1 0,-1-1 0,0 1 0,1-1 0,-1 1 0,1 0 0,0 0 0,1 0 0,-1 0 0,0 0 0,-1 9 0,0 1 0,0 0 0,1 1 0,0-1 0,1 27 0,1-27-97,1 0-1,1-1 1,1 1-1,-1-1 1,2 0-1,0 1 1,1-2-1,0 1 1,1 0-1,0-1 1,1 0-1,0-1 0,13 16 1,12 7-6729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7.584"/>
    </inkml:context>
    <inkml:brush xml:id="br0">
      <inkml:brushProperty name="width" value="0.05" units="cm"/>
      <inkml:brushProperty name="height" value="0.05" units="cm"/>
    </inkml:brush>
  </inkml:definitions>
  <inkml:trace contextRef="#ctx0" brushRef="#br0">96 157 24575,'-4'-20'0,"-1"0"0,-1 1 0,-1 0 0,-1 0 0,-14-25 0,21 43 0,1 0 0,-1 0 0,1 0 0,-1 0 0,1 0 0,-1 0 0,1 1 0,-1-1 0,0 0 0,0 0 0,1 1 0,-1-1 0,0 0 0,0 1 0,0-1 0,0 1 0,0-1 0,1 1 0,-1 0 0,0-1 0,0 1 0,0 0 0,-2-1 0,2 2 0,1-1 0,-1 1 0,0-1 0,0 1 0,1-1 0,-1 1 0,0-1 0,1 1 0,-1 0 0,1 0 0,-1-1 0,1 1 0,-1 0 0,1 0 0,-1-1 0,1 1 0,0 0 0,-1 0 0,1 0 0,0 1 0,-3 9 0,1 1 0,-1 21 0,3-32 0,-4 76 0,4 0 0,15 124 0,-8-154 0,1-1 0,3 0 0,2 0 0,2-1 0,32 66 0,-44-102-105,2-1 0,0 0 0,0 0 0,0 0 0,1 0 0,0-1 0,0 0 0,1 0 0,0-1 0,0 0 0,0 0 0,15 8 0,8-1-6721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7.722"/>
    </inkml:context>
    <inkml:brush xml:id="br0">
      <inkml:brushProperty name="width" value="0.05" units="cm"/>
      <inkml:brushProperty name="height" value="0.05" units="cm"/>
    </inkml:brush>
  </inkml:definitions>
  <inkml:trace contextRef="#ctx0" brushRef="#br0">133 106 24575,'-4'-9'0,"-3"-10"0,-1-7 0,-3 0 0,-1 8 0,-3 10 0,-2 13 0,3 15 0,-1 13 0,4 10 0,2 8 0,4 4 0,2 3 0,2-10-8191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8.374"/>
    </inkml:context>
    <inkml:brush xml:id="br0">
      <inkml:brushProperty name="width" value="0.05" units="cm"/>
      <inkml:brushProperty name="height" value="0.05" units="cm"/>
    </inkml:brush>
  </inkml:definitions>
  <inkml:trace contextRef="#ctx0" brushRef="#br0">81 557 24575,'-77'-27'0,"77"27"0,0 0 0,0 0 0,0 0 0,0 0 0,-1 0 0,1 0 0,0 0 0,0 0 0,0 0 0,0 0 0,0 0 0,0 0 0,0 0 0,-1 0 0,1 0 0,0 0 0,0 0 0,0 0 0,0 0 0,0-1 0,0 1 0,0 0 0,-1 0 0,1 0 0,0 0 0,0 0 0,0 0 0,0 0 0,0 0 0,0 0 0,0-1 0,0 1 0,0 0 0,0 0 0,0 0 0,0 0 0,0 0 0,0 0 0,0 0 0,0-1 0,0 1 0,0 0 0,0 0 0,0 0 0,0 0 0,0 0 0,0 0 0,0-1 0,0 1 0,0 0 0,0 0 0,0 0 0,0 0 0,0 0 0,0 0 0,0 0 0,0-1 0,0 1 0,0 0 0,0 0 0,0 0 0,1 0 0,-1 0 0,0 0 0,13-3 0,19 0 0,50 3 0,32-1 0,116-15 0,-206 12 0,7 1 0,0-2 0,0-1 0,58-20 0,-86 25 0,1-1 0,0 1 0,-1-1 0,0 0 0,1-1 0,-1 1 0,0 0 0,0-1 0,0 0 0,0 0 0,2-4 0,-4 6 0,0-1 0,0 1 0,-1 0 0,1-1 0,-1 1 0,1-1 0,-1 1 0,0-1 0,0 1 0,0-1 0,1 1 0,-1-1 0,-1 1 0,1-1 0,0 1 0,0-1 0,0 1 0,-1-1 0,1 1 0,-1-1 0,1 1 0,-1-1 0,0 1 0,0 0 0,1-1 0,-1 1 0,0 0 0,0 0 0,0 0 0,0-1 0,-2 0 0,-4-5 0,-1 1 0,0 0 0,-1 0 0,1 1 0,-1 0 0,0 0 0,-1 1 0,-10-4 0,20 8 0,-1 0 0,1-1 0,-1 1 0,1 0 0,-1-1 0,1 1 0,-1 0 0,0 0 0,1 0 0,-1 0 0,0 0 0,1 0 0,-1 0 0,1 0 0,-1 0 0,0 0 0,1 0 0,-1 0 0,0 0 0,1 0 0,-1 0 0,1 1 0,-1-1 0,1 0 0,-2 1 0,2-1 0,0 1 0,0 0 0,0-1 0,0 1 0,0 0 0,0-1 0,0 1 0,0 0 0,0-1 0,0 1 0,1 0 0,-1-1 0,0 1 0,0-1 0,1 1 0,-1 0 0,0-1 0,1 2 0,23 26 0,-19-24 0,0 0 0,0 0 0,0-1 0,1 1 0,8 3 0,-14-7 0,1 0 0,0 1 0,-1-1 0,1 0 0,0 1 0,0-1 0,-1 0 0,1 0 0,0 1 0,0-1 0,0 0 0,-1 0 0,1 0 0,0 0 0,0 0 0,0 0 0,-1 0 0,1 0 0,0-1 0,0 1 0,-1 0 0,1 0 0,0-1 0,0 1 0,-1 0 0,1-1 0,0 1 0,-1-1 0,1 1 0,0-1 0,-1 1 0,1-1 0,-1 1 0,1-1 0,-1 0 0,1 1 0,-1-1 0,1 0 0,-1 1 0,0-1 0,1 0 0,-1 0 0,0 1 0,0-1 0,0 0 0,1 0 0,-1 0 0,0 1 0,0-1 0,0 0 0,0 0 0,0 0 0,0 1 0,-1-2 0,1-3 0,-1 0 0,0 0 0,0 0 0,-1 1 0,1-1 0,-1 0 0,0 1 0,0-1 0,-1 1 0,1 0 0,-1 0 0,0 0 0,0 0 0,-5-4 0,8 8 0,0 0 0,0 0 0,0 0 0,0 0 0,0 0 0,0 1 0,0-1 0,0 0 0,0 0 0,0 0 0,1 0 0,-2 1 0,1-1 0,0 0 0,0 0 0,0 0 0,0 0 0,0 1 0,0-1 0,0 0 0,0 0 0,0 0 0,0 0 0,0 0 0,0 0 0,0 1 0,0-1 0,0 0 0,-1 0 0,1 0 0,0 0 0,0 0 0,0 0 0,0 0 0,0 1 0,0-1 0,-1 0 0,1 0 0,0 0 0,0 0 0,0 0 0,0 0 0,-1 0 0,1 0 0,0 0 0,0 0 0,0 0 0,0 0 0,0 0 0,-1 0 0,1 0 0,0 0 0,0 0 0,0 0 0,0 0 0,-1 0 0,1 0 0,0 0 0,0 0 0,0-1 0,0 1 0,3 16 0,11 17 0,1 0 0,33 54 0,-22-43 0,-11-24 0,-15-20 0,0 0 0,1 0 0,-1 1 0,0-1 0,0 0 0,1 0 0,-1 0 0,0 0 0,0 0 0,0 0 0,1 0 0,-1 1 0,0-1 0,1 0 0,-1 0 0,0 0 0,0 0 0,1 0 0,-1 0 0,0 0 0,0 0 0,1-1 0,-1 1 0,0 0 0,0 0 0,1 0 0,-1 0 0,0 0 0,1 0 0,4-13 0,1-48 0,-5 38 0,9-43 0,-2 35 0,2 1 0,0 1 0,2 0 0,2 0 0,31-49 0,-37 65 0,0 1 0,1 0 0,1 1 0,0 0 0,0 1 0,1 0 0,0 1 0,1 0 0,0 0 0,0 2 0,1-1 0,0 1 0,0 1 0,24-7 0,-30 11-49,1 0 1,-1 1-1,1 0 0,-1 0 0,1 1 1,0 0-1,-1 0 0,1 1 0,-1 0 1,1 1-1,-1-1 0,1 1 0,-1 1 1,0-1-1,0 1 0,0 1 0,0-1 1,0 1-1,-1 0 0,0 0 0,0 1 1,0 0-1,0 0 0,-1 1 0,0-1 0,0 1 1,6 10-1,14 27-6777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29.648"/>
    </inkml:context>
    <inkml:brush xml:id="br0">
      <inkml:brushProperty name="width" value="0.05" units="cm"/>
      <inkml:brushProperty name="height" value="0.05" units="cm"/>
    </inkml:brush>
  </inkml:definitions>
  <inkml:trace contextRef="#ctx0" brushRef="#br0">503 99 24575,'67'-53'0,"-55"39"0,-9 11 0,-1 0 0,1 0 0,0 0 0,0 0 0,0 0 0,0 0 0,0 1 0,1-1 0,5-2 0,-9 5 0,0 0 0,0 0 0,1 0 0,-1 0 0,0 0 0,0 0 0,0 0 0,0 0 0,0 0 0,0 0 0,0 0 0,1 0 0,-1 0 0,0 0 0,0 0 0,0 0 0,0 0 0,0 0 0,0 0 0,0 1 0,0-1 0,0 0 0,0 0 0,1 0 0,-1 0 0,0 0 0,0 0 0,0 0 0,0 0 0,0 0 0,0 1 0,0-1 0,0 0 0,0 0 0,0 0 0,0 0 0,0 0 0,0 0 0,0 0 0,0 0 0,0 1 0,0-1 0,0 0 0,0 0 0,0 0 0,0 0 0,0 0 0,0 0 0,0 0 0,0 1 0,0-1 0,-1 0 0,-2 11 0,-7 11 0,-166 276 0,35-63 0,102-168 0,-86 155 0,89-150 0,-32 87 0,64-147 0,1-6 0,0 1 0,1 0 0,-1-1 0,2 1 0,-1 0 0,1 0 0,0 0 0,0 0 0,1 0 0,0 13 0,1-20-28,-1 1 1,0-1-1,0 1 0,0-1 0,1 1 0,-1-1 0,0 0 0,0 1 0,1-1 1,-1 0-1,0 1 0,1-1 0,-1 0 0,0 1 0,1-1 0,-1 0 1,1 0-1,-1 1 0,1-1 0,-1 0 0,0 0 0,1 0 0,-1 0 1,1 0-1,-1 1 0,1-1 0,-1 0 0,1 0 0,-1 0 0,1 0 1,-1 0-1,1 0 0,-1-1 0,0 1 0,1 0 0,-1 0 0,1 0 0,-1 0 1,1-1-1,-1 1 0,1 0 0,-1 0 0,0-1 0,1 1 0,-1 0 1,0 0-1,1-1 0,0 0 0,12-8-6798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1.567"/>
    </inkml:context>
    <inkml:brush xml:id="br0">
      <inkml:brushProperty name="width" value="0.05" units="cm"/>
      <inkml:brushProperty name="height" value="0.05" units="cm"/>
    </inkml:brush>
  </inkml:definitions>
  <inkml:trace contextRef="#ctx0" brushRef="#br0">370 149 24575,'0'-10'0,"0"-1"0,-1 1 0,0 0 0,0 0 0,-1 0 0,0 0 0,-4-10 0,4 17 0,0-1 0,0 1 0,0 0 0,0-1 0,0 1 0,-1 0 0,1 0 0,-1 0 0,0 1 0,0-1 0,0 1 0,0 0 0,0-1 0,0 1 0,-1 1 0,1-1 0,-1 0 0,0 1 0,1 0 0,-1 0 0,-5-1 0,2 0 0,0 1 0,0 0 0,-1 1 0,1 0 0,0 0 0,0 0 0,0 1 0,0 0 0,0 1 0,0-1 0,0 1 0,1 1 0,-8 2 0,5 0 0,0 1 0,0-1 0,0 1 0,1 1 0,0 0 0,0 0 0,0 0 0,-7 10 0,3 0 0,1-1 0,0 1 0,1 1 0,0 0 0,2 1 0,0 0 0,2 0 0,-9 36 0,12-39 57,0 1 0,1 0 0,1 1 0,1-1 0,3 31 0,-2-42-147,0 0 0,0 0 0,1 0 0,0 0 0,0 0 1,0 0-1,1 0 0,0-1 0,0 1 0,0-1 1,0 0-1,1 0 0,0 0 0,0 0 0,1 0 0,-1-1 1,1 0-1,9 6 0,15 4-6736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1.797"/>
    </inkml:context>
    <inkml:brush xml:id="br0">
      <inkml:brushProperty name="width" value="0.05" units="cm"/>
      <inkml:brushProperty name="height" value="0.05" units="cm"/>
    </inkml:brush>
  </inkml:definitions>
  <inkml:trace contextRef="#ctx0" brushRef="#br0">93 83 24575,'-3'-7'0,"-5"-4"0,-3-1 0,0-2 0,-2 2 0,2 0 0,-1 2 0,3 5 0,2 8 0,2 5 0,2 2-8191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2.326"/>
    </inkml:context>
    <inkml:brush xml:id="br0">
      <inkml:brushProperty name="width" value="0.05" units="cm"/>
      <inkml:brushProperty name="height" value="0.05" units="cm"/>
    </inkml:brush>
  </inkml:definitions>
  <inkml:trace contextRef="#ctx0" brushRef="#br0">424 147 24575,'6'-9'0,"0"0"0,0 0 0,1 1 0,14-13 0,-15 15 0,0 0 0,-1 0 0,1 0 0,-1-1 0,-1 0 0,1 0 0,-1 0 0,4-9 0,-8 16 0,0-1 0,0 1 0,1-1 0,-1 0 0,0 1 0,0-1 0,0 1 0,0-1 0,0 0 0,0 1 0,0-1 0,0 1 0,0-1 0,0 0 0,0 1 0,-1-1 0,1 1 0,0-1 0,0 0 0,-1 1 0,1-1 0,0 1 0,-1-1 0,1 1 0,0-1 0,-2 0 0,1 0 0,0 0 0,0 0 0,-1 1 0,1-1 0,-1 0 0,1 1 0,0-1 0,-1 1 0,1 0 0,-4-1 0,-37 2 0,13 3 0,0 1 0,0 2 0,1 1 0,0 1 0,0 1 0,1 2 0,0 0 0,-26 18 0,48-27 0,0 0 0,1 1 0,-1 0 0,1-1 0,0 2 0,0-1 0,0 0 0,0 1 0,1 0 0,0-1 0,0 1 0,0 0 0,1 1 0,0-1 0,0 0 0,0 1 0,0 0 0,-1 10 0,3-9 0,0 1 0,1 0 0,-1-1 0,2 1 0,-1-1 0,1 1 0,0-1 0,0 0 0,1 0 0,0 0 0,0 0 0,1 0 0,8 11 0,0-1 0,1 0 0,1-1 0,1 0 0,19 15 0,71 48 0,-82-63 0,-18-12 0,0 0 0,0 0 0,-1 0 0,1 0 0,-1 1 0,6 8 0,-9-12 0,0 1 0,0-1 0,-1 0 0,1 0 0,0 1 0,-1-1 0,1 1 0,-1-1 0,0 0 0,1 1 0,-1-1 0,0 1 0,0-1 0,0 1 0,0-1 0,0 1 0,0-1 0,-1 1 0,1-1 0,0 0 0,-1 1 0,1-1 0,-1 1 0,1-1 0,-1 0 0,0 0 0,0 1 0,1-1 0,-1 0 0,0 0 0,0 0 0,0 0 0,-2 2 0,-3 2 0,0-1 0,-1 0 0,1 0 0,-1 0 0,0-1 0,0 0 0,-13 4 0,-55 11 0,59-15 0,-12 2 114,0 0 0,-31 0 0,52-5-228,0 0 0,0 0 0,0-1 0,0 1 1,0-1-1,0-1 0,0 0 0,1 0 1,-1 0-1,0 0 0,1-1 0,0 0 1,0-1-1,-7-4 0,-4-9-6712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3.370"/>
    </inkml:context>
    <inkml:brush xml:id="br0">
      <inkml:brushProperty name="width" value="0.05" units="cm"/>
      <inkml:brushProperty name="height" value="0.05" units="cm"/>
    </inkml:brush>
  </inkml:definitions>
  <inkml:trace contextRef="#ctx0" brushRef="#br0">107 185 24575,'24'-7'0,"-19"7"0,0-1 0,0-1 0,-1 1 0,1-1 0,0 1 0,-1-1 0,1-1 0,-1 1 0,0-1 0,0 0 0,7-5 0,-10 7 0,-1 1 0,1-1 0,-1 1 0,1-1 0,-1 1 0,0-1 0,1 0 0,-1 1 0,0-1 0,1 1 0,-1-1 0,0 0 0,0 1 0,0-1 0,1 0 0,-1 1 0,0-1 0,0 0 0,0 1 0,0-1 0,0 0 0,0 1 0,0-1 0,-1 1 0,1-1 0,0 0 0,0 0 0,-1 0 0,0 0 0,0 0 0,0 0 0,0 0 0,0 0 0,0 0 0,0 1 0,0-1 0,0 0 0,0 1 0,0-1 0,0 1 0,-2-1 0,-2-1 0,0 1 0,1 0 0,-1 0 0,0 1 0,0-1 0,-8 1 0,7 2 0,0-1 0,-1 1 0,1 1 0,1-1 0,-1 1 0,0 0 0,0 0 0,1 1 0,0-1 0,0 1 0,0 0 0,0 1 0,1-1 0,-1 1 0,1 0 0,0 0 0,1 1 0,-1-1 0,1 1 0,-4 9 0,1-2 0,1-1 0,0 1 0,1 0 0,1 0 0,0 0 0,1 0 0,0 1 0,0 25 0,2-33 0,1 0 0,0 0 0,0 0 0,0 0 0,0 0 0,1-1 0,0 1 0,0 0 0,1-1 0,0 1 0,-1-1 0,2 0 0,-1 0 0,1 0 0,0-1 0,0 1 0,6 4 0,-6-5 0,1-1 0,-1 0 0,1-1 0,0 1 0,0-1 0,0 0 0,0 0 0,0-1 0,0 1 0,1-1 0,-1 0 0,0-1 0,1 1 0,-1-1 0,1 0 0,-1 0 0,0-1 0,1 0 0,7-1 0,-3-2 0,1 1 0,0-2 0,-1 1 0,0-2 0,0 1 0,0-1 0,-1-1 0,0 0 0,0 0 0,-1 0 0,0-1 0,0-1 0,-1 1 0,0-1 0,0-1 0,-1 1 0,0-1 0,-1 0 0,0 0 0,-1-1 0,6-20 0,-7 20 0,0 0 0,-1-1 0,0 1 0,-1-1 0,0 1 0,-1-1 0,-1 0 0,0 1 0,-3-19 0,2 21 0,-1 1 0,0-1 0,0 1 0,-1-1 0,0 1 0,0 0 0,-1 1 0,0-1 0,0 1 0,-1 0 0,0 0 0,0 1 0,-8-7 0,8 8 0,0 1 0,0-1 0,-1 1 0,0 0 0,0 1 0,0 0 0,0 0 0,-9-2 0,13 4 0,-1 0 0,1 1 0,-1-1 0,0 1 0,1 0 0,-1-1 0,1 2 0,-1-1 0,1 0 0,-1 1 0,0 0 0,1-1 0,-1 1 0,1 1 0,0-1 0,-1 0 0,1 1 0,0 0 0,-4 2 0,6-3 0,0 0 0,0 0 0,-1 0 0,1 0 0,0 1 0,0-1 0,0 0 0,0 1 0,1-1 0,-1 0 0,0 1 0,0-1 0,1 1 0,-1-1 0,1 1 0,0-1 0,-1 1 0,1 0 0,0-1 0,0 1 0,0-1 0,0 1 0,0 0 0,0-1 0,0 1 0,1-1 0,-1 1 0,0-1 0,1 1 0,-1-1 0,1 1 0,0-1 0,0 1 0,-1-1 0,1 0 0,0 1 0,0-1 0,2 2 0,1 2 0,1 0 0,0 0 0,0-1 0,0 0 0,0 0 0,0 0 0,1-1 0,6 4 0,-7-5 0,0 1 0,0-2 0,0 1 0,1 0 0,-1-1 0,0 0 0,1 0 0,-1-1 0,0 0 0,1 1 0,-1-2 0,1 1 0,-1-1 0,0 0 0,1 0 0,-1 0 0,6-3 0,1-1 0,1-2 0,-1 0 0,0-1 0,-1 0 0,15-13 0,-21 17 0,-1 0 0,2 0 0,-1 0 0,0 1 0,1 0 0,-1 0 0,12-4 0,-15 7 0,1-1 0,-1 1 0,1 0 0,-1 0 0,1 0 0,-1 0 0,1 0 0,-1 1 0,1-1 0,-1 1 0,1 0 0,-1 0 0,0 0 0,1 0 0,-1 0 0,0 0 0,0 0 0,0 1 0,0-1 0,0 1 0,0 0 0,3 2 0,3 6 0,0-1 0,0 1 0,-1 1 0,0-1 0,-1 1 0,0 0 0,-1 1 0,0-1 0,-1 1 0,4 16 0,-1 0 0,-2 0 0,0 1 0,-1 38 0,-4-67 0,0 0 0,0 0 0,0 0 0,0 0 0,0 1 0,0-1 0,0 0 0,0 0 0,0 0 0,0 0 0,0 0 0,0 0 0,0 0 0,0 0 0,0 0 0,0 1 0,0-1 0,0 0 0,0 0 0,0 0 0,0 0 0,0 0 0,0 0 0,0 0 0,0 0 0,0 1 0,0-1 0,0 0 0,0 0 0,0 0 0,0 0 0,0 0 0,0 0 0,1 0 0,-1 0 0,0 0 0,0 0 0,0 0 0,0 0 0,0 1 0,0-1 0,0 0 0,0 0 0,0 0 0,0 0 0,1 0 0,-1 0 0,0 0 0,0 0 0,0 0 0,0 0 0,0 0 0,0 0 0,0 0 0,0 0 0,1 0 0,-1 0 0,0 0 0,0 0 0,0 0 0,0 0 0,0 0 0,0 0 0,0 0 0,0-1 0,0 1 0,1 0 0,6-10 0,11-26 0,-12 24 0,20-34 0,1 1 0,62-79 0,-84 119 0,0 0 0,0-1 0,0 2 0,11-8 0,-16 11 0,1 1 0,0-1 0,-1 1 0,1-1 0,0 1 0,0 0 0,-1-1 0,1 1 0,0 0 0,0 0 0,0 0 0,0 0 0,-1-1 0,1 1 0,0 0 0,0 1 0,0-1 0,0 0 0,0 0 0,0 0 0,0 1 0,0 0 0,0-1 0,-1 1 0,1 0 0,0 0 0,-1 0 0,1-1 0,-1 1 0,1 0 0,-1 0 0,1 0 0,-1 0 0,0 0 0,1 0 0,-1 0 0,0 0 0,0 0 0,0 0 0,0 0 0,0 0 0,0 2 0,0 18 0,-2 0 0,-6 36 0,3-31 0,-1 45 0,6-64 0,0 0 0,0 0 0,1 0 0,0 0 0,0 0 0,1-1 0,0 1 0,0 0 0,1-1 0,0 1 0,4 6 0,-6-11 0,1 1 0,-1-1 0,1 0 0,0 0 0,0 0 0,0 0 0,0-1 0,0 1 0,0 0 0,0-1 0,0 0 0,1 1 0,-1-1 0,1 0 0,-1 0 0,1 0 0,-1-1 0,1 1 0,-1 0 0,1-1 0,0 0 0,-1 0 0,1 0 0,0 0 0,-1 0 0,1 0 0,0-1 0,-1 1 0,1-1 0,0 1 0,-1-1 0,1 0 0,-1 0 0,5-3 0,3-2 0,-1 1 0,0-1 0,0-1 0,0 0 0,-1 0 0,0-1 0,9-11 0,3-9 0,-1 0 0,-1-2 0,-2 0 0,19-47 0,-7 13 0,-20 54 0,-4 17 0,-2 29 0,-2-20 0,2-9 0,-1-1 0,1 1 0,0-1 0,1 1 0,0-1 0,0 0 0,0 0 0,1 0 0,-1 0 0,1 0 0,1-1 0,-1 0 0,9 8 0,0 1 0,-5-4 0,-1 0 0,-1 0 0,1 1 0,-2 0 0,1 1 0,-2-1 0,1 1 0,-2 0 0,1 0 0,-2 0 0,1 0 0,-2 0 0,1 18 0,-1-14 0,-2 1 0,0 0 0,0 0 0,-2 0 0,0-1 0,0 1 0,-2-1 0,0 0 0,-10 21 0,7-25 0,0 0 0,-1 0 0,0-1 0,-1 0 0,0 0 0,-1-1 0,0-1 0,0 1 0,-1-2 0,-1 0 0,1 0 0,-1-1 0,0-1 0,-1 0 0,1-1 0,-27 6 0,36-10 19,0 0 0,0 0 0,-1 0 0,1-1 0,0 0 0,-1 0 0,1 0 0,0-1 0,0 1 0,0-1 0,-1 0 0,1 0 0,0-1 0,0 1 0,0-1 0,0 0 0,-5-3 0,5 2-126,1-1 0,0 1 1,-1 0-1,1-1 0,1 1 1,-1-1-1,0 0 0,1 0 1,0 0-1,0 0 0,0-1 1,0 1-1,1-1 0,0 1 1,-2-8-1,-1-17-6719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4.055"/>
    </inkml:context>
    <inkml:brush xml:id="br0">
      <inkml:brushProperty name="width" value="0.05" units="cm"/>
      <inkml:brushProperty name="height" value="0.05" units="cm"/>
    </inkml:brush>
  </inkml:definitions>
  <inkml:trace contextRef="#ctx0" brushRef="#br0">471 110 24575,'4'-4'0,"1"-1"0,-1 1 0,0-1 0,0 0 0,5-9 0,-8 12 0,0 1 0,0-1 0,-1 0 0,1 0 0,-1 1 0,1-1 0,-1 0 0,0 0 0,1 0 0,-1 0 0,0 0 0,-1 1 0,1-1 0,0 0 0,0 0 0,-1 0 0,1 0 0,-1 1 0,1-1 0,-1 0 0,0 0 0,0 1 0,-2-4 0,1 3 0,0 0 0,0-1 0,0 1 0,-1 0 0,1 0 0,-1 0 0,0 1 0,1-1 0,-1 1 0,0-1 0,0 1 0,0 0 0,0 0 0,0 0 0,0 0 0,0 1 0,0-1 0,0 1 0,-7 0 0,-1 0 0,-1 1 0,0 0 0,-23 5 0,13 1 0,0 1 0,0 1 0,0 0 0,1 2 0,1 1 0,0 0 0,0 1 0,2 1 0,-1 1 0,2 1 0,0 0 0,1 1 0,1 1 0,0 1 0,1 0 0,1 1 0,-16 33 0,25-43 0,0 0 0,0 0 0,1 1 0,0-1 0,1 1 0,0-1 0,1 1 0,0 0 0,0 0 0,1 0 0,2 13 0,0-17 0,-1 0 0,1 0 0,0 0 0,1 0 0,0-1 0,0 1 0,0-1 0,1 1 0,0-1 0,0 0 0,1-1 0,-1 1 0,1-1 0,1 0 0,-1 0 0,1 0 0,9 6 0,1-2 31,0-1 0,0 0 0,1-1 0,0-1 0,0 0 0,0-2 0,1 0 0,0 0 1,0-2-1,26 1 0,-13-3-316,1-2 1,-1 0-1,0-2 1,-1-1-1,37-12 1,-3-4-6542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4.368"/>
    </inkml:context>
    <inkml:brush xml:id="br0">
      <inkml:brushProperty name="width" value="0.05" units="cm"/>
      <inkml:brushProperty name="height" value="0.05" units="cm"/>
    </inkml:brush>
  </inkml:definitions>
  <inkml:trace contextRef="#ctx0" brushRef="#br0">1 102 24575,'4'-5'0,"0"0"0,0 0 0,0-1 0,-1 0 0,0 1 0,0-1 0,3-8 0,-4 8 0,0 0 0,1 1 0,0-1 0,0 1 0,1 0 0,6-9 0,-10 14 0,0-1 0,0 1 0,1 0 0,-1 0 0,0 0 0,0 0 0,0 0 0,0-1 0,0 1 0,0 0 0,1 0 0,-1 0 0,0 0 0,0 0 0,0 0 0,0 0 0,0 0 0,1 0 0,-1-1 0,0 1 0,0 0 0,0 0 0,0 0 0,1 0 0,-1 0 0,0 0 0,0 0 0,0 0 0,1 0 0,-1 0 0,0 0 0,0 1 0,0-1 0,0 0 0,1 0 0,-1 0 0,0 0 0,0 0 0,0 0 0,0 0 0,3 9 0,-4 13 0,-17 90 0,-6 70 0,22-153 0,1 0 0,1 0 0,2 0 0,6 35 0,-7-58 0,1 0 0,-1 0 0,1 0 0,0-1 0,0 1 0,1 0 0,0-1 0,0 0 0,0 0 0,0 0 0,6 6 0,-7-9 0,1 1 0,0-1 0,0 0 0,1 1 0,-1-2 0,0 1 0,1 0 0,-1-1 0,1 1 0,-1-1 0,1 0 0,0 0 0,-1 0 0,1-1 0,0 0 0,0 1 0,0-1 0,6-1 0,11-1-227,1-2-1,-1 0 1,0-1-1,-1-1 1,38-17-1,-33 11-6598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4.664"/>
    </inkml:context>
    <inkml:brush xml:id="br0">
      <inkml:brushProperty name="width" value="0.05" units="cm"/>
      <inkml:brushProperty name="height" value="0.05" units="cm"/>
    </inkml:brush>
  </inkml:definitions>
  <inkml:trace contextRef="#ctx0" brushRef="#br0">1 77 24575,'3'0'0,"4"0"0,11 0 0,8 0 0,12-4 0,13-3 0,9-1 0,8-2 0,4 0 0,3-1 0,-2 2 0,-4 1 0,-11 3 0,-12 2 0,-17 2 0,-20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5.532"/>
    </inkml:context>
    <inkml:brush xml:id="br0">
      <inkml:brushProperty name="width" value="0.05" units="cm"/>
      <inkml:brushProperty name="height" value="0.05" units="cm"/>
    </inkml:brush>
  </inkml:definitions>
  <inkml:trace contextRef="#ctx0" brushRef="#br0">1 19 24575,'0'3'0,"3"2"0,4-1 0,4-1 0,7-1 0,9-3 0,10-3 0,10 0 0,11 1 0,4-3 0,5 1 0,0 0 0,-6 1 0,-6 1 0,-13 2-8191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7.639"/>
    </inkml:context>
    <inkml:brush xml:id="br0">
      <inkml:brushProperty name="width" value="0.05" units="cm"/>
      <inkml:brushProperty name="height" value="0.05" units="cm"/>
    </inkml:brush>
  </inkml:definitions>
  <inkml:trace contextRef="#ctx0" brushRef="#br0">18 744 24575,'0'42'0,"-11"71"0,10-108 0,-1 7 0,0 0 0,1 0 0,1 18 0,0-27 0,0-1 0,1 1 0,-1-1 0,1 1 0,0-1 0,-1 1 0,1-1 0,0 1 0,0-1 0,2 2 0,-2-3 0,0 0 0,-1 0 0,1 0 0,0 0 0,0 0 0,0-1 0,0 1 0,0 0 0,0-1 0,0 1 0,1 0 0,-1-1 0,0 0 0,0 1 0,0-1 0,0 0 0,1 1 0,-1-1 0,0 0 0,0 0 0,2 0 0,1-1 0,-1 1 0,0-1 0,1 0 0,-1 0 0,0 0 0,0-1 0,0 1 0,0-1 0,0 1 0,0-1 0,0 0 0,-1 0 0,1-1 0,3-2 0,2-3 0,-1-1 0,0 1 0,7-12 0,-2 0 0,-1 0 0,-1-2 0,-1 1 0,-1-1 0,-1 0 0,7-34 0,-3-8 0,3-70 0,-11 56 0,-3 0 0,-3 0 0,-3 0 0,-20-89 0,25 162 0,0-2 0,0 0 0,-1 1 0,0-1 0,0 0 0,0 1 0,-1-1 0,0 1 0,-5-9 0,8 15 0,-1-1 0,1 1 0,-1-1 0,1 1 0,0-1 0,-1 1 0,1-1 0,-1 1 0,1 0 0,-1-1 0,1 1 0,-1 0 0,0-1 0,1 1 0,-1 0 0,1 0 0,-1-1 0,0 1 0,1 0 0,-1 0 0,1 0 0,-1 0 0,0 0 0,1 0 0,-1 0 0,0 0 0,1 0 0,-1 0 0,0 0 0,1 1 0,-1-1 0,1 0 0,-1 0 0,0 1 0,1-1 0,-1 0 0,1 0 0,-1 1 0,1-1 0,-1 1 0,1-1 0,-1 1 0,1-1 0,0 1 0,-1-1 0,1 1 0,0-1 0,-1 1 0,1 0 0,-3 3 0,0 1 0,1 0 0,0-1 0,-3 11 0,-5 24 0,1 0 0,-5 67 0,8 84 0,8-123 114,3 0 0,21 98 0,-18-127-399,2-1 1,2-1-1,1 0 1,2 0-1,34 59 1,-19-50-6542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8.413"/>
    </inkml:context>
    <inkml:brush xml:id="br0">
      <inkml:brushProperty name="width" value="0.05" units="cm"/>
      <inkml:brushProperty name="height" value="0.05" units="cm"/>
    </inkml:brush>
  </inkml:definitions>
  <inkml:trace contextRef="#ctx0" brushRef="#br0">143 226 24575,'-31'-22'0,"17"13"0,14 9 0,0 0 0,0 0 0,0 0 0,-1 0 0,1 0 0,0-1 0,0 1 0,0 0 0,0 0 0,0 0 0,0 0 0,0 0 0,0-1 0,0 1 0,0 0 0,0 0 0,0 0 0,0 0 0,0 0 0,0-1 0,0 1 0,0 0 0,0 0 0,0 0 0,0 0 0,0 0 0,0-1 0,0 1 0,1 0 0,-1 0 0,0 0 0,0 0 0,0 0 0,0 0 0,0-1 0,0 1 0,0 0 0,1 0 0,-1 0 0,0 0 0,0 0 0,0 0 0,0 0 0,0 0 0,0 0 0,1 0 0,-1 0 0,0 0 0,0 0 0,0 0 0,0 0 0,0 0 0,1 0 0,-1 0 0,0 0 0,0 0 0,0 0 0,0 0 0,1 0 0,-1 0 0,0 0 0,0 0 0,0 0 0,0 0 0,19-3 0,-5 0 0,-11 1 0,0 0 0,0 0 0,0 0 0,0 0 0,0-1 0,0 1 0,-1-1 0,1 0 0,-1 0 0,0 0 0,0 0 0,0 0 0,0 0 0,0-1 0,-1 1 0,1-1 0,-1 1 0,0-1 0,0 0 0,0 1 0,0-7 0,0 4 0,-1 1 0,1-1 0,-1 1 0,0-1 0,0 0 0,-1 1 0,0-1 0,0 1 0,0-1 0,-1 1 0,1-1 0,-1 1 0,-5-9 0,6 12 0,0 1 0,0 0 0,0 0 0,0 0 0,0 0 0,0 0 0,0 0 0,0 0 0,0 0 0,0 1 0,0-1 0,-1 0 0,1 1 0,0-1 0,-1 1 0,1-1 0,0 1 0,-1 0 0,1-1 0,-1 1 0,1 0 0,0 0 0,-1 0 0,1 0 0,-1 0 0,1 0 0,0 1 0,-1-1 0,1 0 0,-1 1 0,1-1 0,0 1 0,-1-1 0,1 1 0,0 0 0,0 0 0,-2 1 0,-3 2 0,0 0 0,1 1 0,0 0 0,0 0 0,0 0 0,-6 9 0,1 1 0,1 1 0,0 0 0,1 1 0,0 0 0,2 0 0,0 1 0,1-1 0,-4 27 0,7-33 0,0 1 0,1-1 0,1 1 0,0-1 0,1 1 0,0-1 0,0 1 0,1-1 0,1 0 0,0 0 0,0 0 0,1 0 0,1 0 0,9 16 0,-11-22 0,1-1 0,-1 1 0,1 0 0,0-1 0,1 0 0,-1 0 0,1 0 0,0 0 0,0-1 0,0 0 0,0 0 0,0 0 0,1-1 0,10 4 0,-7-4 0,0-1 0,0 1 0,0-1 0,0-1 0,0 0 0,0 0 0,0-1 0,0 0 0,9-3 0,4-2 0,-1-1 0,1-1 0,-1 0 0,-1-2 0,0-1 0,0 0 0,18-15 0,-16 9 0,-2 0 0,0-1 0,-1-2 0,0 0 0,23-34 0,-31 37 0,0-1 0,0 0 0,-2 0 0,0-1 0,-2 0 0,0-1 0,8-36 0,-14 52 0,-1 1 0,0 0 0,1-1 0,-1 1 0,0 0 0,-1-1 0,1 1 0,-1-1 0,1 1 0,-1 0 0,0 0 0,-3-7 0,3 9 0,1 0 0,-1 0 0,0 0 0,0 0 0,1 0 0,-1 1 0,0-1 0,0 0 0,0 0 0,0 1 0,0-1 0,0 1 0,-1-1 0,1 1 0,0-1 0,0 1 0,0-1 0,0 1 0,-1 0 0,1 0 0,0 0 0,0 0 0,0 0 0,-1 0 0,1 0 0,0 0 0,0 0 0,0 0 0,-1 1 0,1-1 0,0 1 0,0-1 0,0 1 0,0-1 0,0 1 0,0-1 0,-2 2 0,-2 2 0,-1 0 0,1 0 0,0 0 0,0 1 0,1-1 0,-1 1 0,1 0 0,0 1 0,1-1 0,-1 1 0,-2 5 0,2-3 0,0 0 0,1 1 0,0-1 0,0 1 0,1-1 0,0 1 0,-2 13 0,5-18 0,-1 0 0,1 0 0,0-1 0,0 1 0,0 0 0,0-1 0,1 1 0,-1-1 0,1 1 0,0-1 0,4 5 0,9 20 0,-4 8 0,-1 0 0,10 74 0,-5 77 0,-12-143 0,0 5 0,-1 0 0,-9 88 0,6-135 0,1 1 0,0-1 0,-1 1 0,1-1 0,-1 1 0,0-1 0,0 0 0,0 1 0,0-1 0,0 0 0,-1 0 0,1 0 0,0 0 0,-1 0 0,0 0 0,0 0 0,1 0 0,-1 0 0,0-1 0,0 1 0,-3 0 0,3-1 0,0 0 0,-1-1 0,1 0 0,0 1 0,-1-1 0,1 0 0,0 0 0,-1-1 0,1 1 0,0 0 0,-1-1 0,1 1 0,0-1 0,0 0 0,-1 0 0,1 0 0,0 0 0,0 0 0,0 0 0,0-1 0,0 1 0,-3-3 0,-3-4 0,0 0 0,1 0 0,-1 0 0,2-1 0,-1 0 0,1 0 0,0-1 0,1 1 0,-6-18 0,2 3 0,1-1 0,1 0 0,-3-27 0,6 30-105,1 1 0,1-1 0,2 0 0,0-1 0,1 1 0,1 0 0,1 1 0,1-1 0,1 0 0,1 1 0,1 0 0,17-37 0,2 11-6721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8.832"/>
    </inkml:context>
    <inkml:brush xml:id="br0">
      <inkml:brushProperty name="width" value="0.05" units="cm"/>
      <inkml:brushProperty name="height" value="0.05" units="cm"/>
    </inkml:brush>
  </inkml:definitions>
  <inkml:trace contextRef="#ctx0" brushRef="#br0">187 200 24575,'4'-10'0,"0"0"0,-1-1 0,0 1 0,-1-1 0,0 0 0,0-17 0,-1 2 0,-4-41 0,3 67 0,0-1 0,0 0 0,0 1 0,0-1 0,0 1 0,0-1 0,0 0 0,0 1 0,0-1 0,0 1 0,0-1 0,-1 1 0,1-1 0,0 0 0,0 1 0,-1-1 0,1 1 0,0-1 0,-1 1 0,1 0 0,0-1 0,-1 1 0,1-1 0,-1 1 0,1-1 0,-1 1 0,1 0 0,-1 0 0,1-1 0,-1 1 0,1 0 0,-2-1 0,1 2 0,-1-1 0,1 0 0,0 1 0,-1-1 0,1 0 0,0 1 0,0 0 0,-1-1 0,1 1 0,0 0 0,0 0 0,0 0 0,-2 1 0,-31 37 0,33-38 0,-18 23 0,1 1 0,2 0 0,0 1 0,2 1 0,1 0 0,1 1 0,-17 58 0,28-82 0,1 0 0,-1 0 0,0 0 0,1 0 0,0 0 0,0 0 0,0 1 0,1-1 0,1 6 0,-2-9 0,1 1 0,0-1 0,-1 1 0,1-1 0,0 0 0,0 1 0,0-1 0,0 0 0,0 0 0,0 0 0,1 1 0,-1-1 0,0-1 0,1 1 0,-1 0 0,0 0 0,1 0 0,-1-1 0,1 1 0,-1-1 0,1 1 0,-1-1 0,1 1 0,0-1 0,-1 0 0,4 0 0,4 0 0,1 0 0,-1-1 0,1 0 0,-1 0 0,1-1 0,-1 0 0,1-1 0,-1 0 0,0 0 0,-1-1 0,1-1 0,-1 1 0,16-11 0,-18 10 0,1 0 0,-1 0 0,0-1 0,0 1 0,-1-1 0,1 0 0,-1-1 0,-1 1 0,1-1 0,-1 0 0,0 0 0,-1-1 0,0 1 0,0-1 0,0 0 0,2-12 0,-3-9 0,-3 21 0,-5 20 0,2 1 69,0-1-1,1 1 0,1 0 0,-2 20 1,4-27-191,0-1 0,0 1 0,0-1 0,1 1 0,0-1 0,0 0 0,0 1 0,1-1 0,-1 0 1,1 0-1,1 0 0,-1 0 0,5 7 0,4 1-6704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39.471"/>
    </inkml:context>
    <inkml:brush xml:id="br0">
      <inkml:brushProperty name="width" value="0.05" units="cm"/>
      <inkml:brushProperty name="height" value="0.05" units="cm"/>
    </inkml:brush>
  </inkml:definitions>
  <inkml:trace contextRef="#ctx0" brushRef="#br0">41 159 24575,'1'-10'0,"0"-1"0,1 1 0,3-13 0,5-29 0,-10 49 0,0 0 0,0 0 0,0 0 0,0 0 0,-1 0 0,1-1 0,-1 1 0,0 0 0,0 0 0,0 0 0,0 0 0,0 0 0,-2-3 0,2 6 0,1 0 0,0-1 0,0 1 0,-1-1 0,1 1 0,0 0 0,0-1 0,-1 1 0,1 0 0,0-1 0,-1 1 0,1 0 0,0 0 0,-1-1 0,1 1 0,-1 0 0,1 0 0,0-1 0,-1 1 0,1 0 0,-1 0 0,1 0 0,-1 0 0,1 0 0,-1 0 0,1 0 0,0 0 0,-1 0 0,1 0 0,-1 0 0,1 0 0,-1 0 0,1 0 0,-1 0 0,1 1 0,0-1 0,-1 0 0,1 0 0,-1 0 0,1 1 0,0-1 0,-1 0 0,1 0 0,0 1 0,-1-1 0,1 0 0,0 1 0,-1-1 0,1 0 0,0 1 0,0-1 0,-1 1 0,1 0 0,-12 24 0,7-6 0,1-1 0,1 1 0,0 0 0,2-1 0,0 1 0,1 0 0,1 0 0,0 0 0,7 26 0,-8-41 0,1-1 0,0 0 0,0 0 0,0 0 0,0 0 0,1 0 0,-1 0 0,1 0 0,0-1 0,0 1 0,0 0 0,0-1 0,0 1 0,0-1 0,6 4 0,-7-5 0,1 0 0,0 0 0,0-1 0,0 1 0,0-1 0,1 1 0,-1-1 0,0 0 0,0 0 0,0 1 0,0-2 0,0 1 0,0 0 0,0 0 0,0-1 0,0 1 0,0-1 0,0 1 0,0-1 0,0 0 0,0 0 0,0 0 0,0 0 0,0 0 0,2-2 0,7-6 0,0-1 0,-1 0 0,1-1 0,-2 0 0,0 0 0,9-15 0,26-30 0,-43 55 0,-1 0 0,1 1 0,-1-1 0,1 1 0,-1-1 0,1 1 0,-1-1 0,1 1 0,0-1 0,-1 1 0,1 0 0,-1-1 0,1 1 0,0 0 0,0-1 0,-1 1 0,1 0 0,0 0 0,-1 0 0,1 0 0,0 0 0,0 0 0,-1 0 0,1 0 0,0 0 0,1 0 0,12 13 0,4 4 0,-15-15 0,0-1 0,0 0 0,0 1 0,1-1 0,-1-1 0,0 1 0,1 0 0,-1-1 0,1 0 0,-1 0 0,1 0 0,5-1 0,1-1 0,-1 0 0,20-8 0,1 0 0,-29 9 0,-1 1 0,1 0 0,-1 0 0,1-1 0,0 1 0,-1 0 0,1 0 0,0 0 0,-1 0 0,1 0 0,0 0 0,-1 0 0,1 0 0,0 0 0,-1 0 0,1 0 0,0 1 0,-1-1 0,1 0 0,0 0 0,-1 1 0,1-1 0,-1 0 0,1 1 0,0-1 0,-1 0 0,1 1 0,-1-1 0,1 1 0,-1-1 0,0 1 0,1-1 0,-1 1 0,1-1 0,-1 1 0,0 0 0,0-1 0,1 1 0,-1 0 0,0-1 0,0 1 0,0 0 0,1-1 0,-1 1 0,0 0 0,0-1 0,0 1 0,-1 1 0,1 5 0,0 0 0,-1 0 0,0-1 0,-3 9 0,1-3 0,-8 77 0,0 178 0,3-19 0,6-228 0,-16 137 0,14-132 0,-2-1 0,0 0 0,-1 1 0,-13 25 0,19-46 0,-1 0 0,-1 0 0,1-1 0,0 1 0,-1 0 0,0-1 0,0 0 0,0 1 0,-6 3 0,8-6 0,0 0 0,0 0 0,-1-1 0,1 1 0,0-1 0,-1 1 0,1-1 0,0 1 0,-1-1 0,1 0 0,-1 0 0,1 0 0,0 0 0,-1 0 0,1 0 0,-1 0 0,1 0 0,-1 0 0,1-1 0,0 1 0,-1 0 0,1-1 0,0 0 0,-1 1 0,1-1 0,0 0 0,0 1 0,0-1 0,-1 0 0,1 0 0,0 0 0,-1-1 0,-3-4 0,0 0 0,1 1 0,0-1 0,0-1 0,0 1 0,1 0 0,0-1 0,0 0 0,0 0 0,-2-12 0,-1-10 0,-3-40 0,8 64 0,-3-65 0,2 0 0,4-1 0,3 1 0,3 0 0,2 0 0,4 1 0,46-133 0,-47 165 0,31-60 0,-38 86 0,0 1 0,0 0 0,1 1 0,1-1 0,-1 1 0,2 1 0,-1-1 0,1 1 0,19-13 0,-23 19 0,0 0 0,0-1 0,0 2 0,0-1 0,0 1 0,0-1 0,0 1 0,1 1 0,-1-1 0,0 1 0,1 0 0,-1 0 0,0 0 0,1 1 0,-1 0 0,0 0 0,1 0 0,-1 1 0,0 0 0,0 0 0,5 3 0,-2-1 0,-1 0 0,1 1 0,-1 0 0,0 0 0,-1 1 0,1 0 0,-1 0 0,0 0 0,-1 1 0,0-1 0,0 2 0,6 10 0,-4 2-1365,-4-3-5461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0.727"/>
    </inkml:context>
    <inkml:brush xml:id="br0">
      <inkml:brushProperty name="width" value="0.05" units="cm"/>
      <inkml:brushProperty name="height" value="0.05" units="cm"/>
    </inkml:brush>
  </inkml:definitions>
  <inkml:trace contextRef="#ctx0" brushRef="#br0">92 133 24575,'-28'-70'0,"25"62"0,0 1 0,-1 0 0,-1 0 0,1 0 0,-1 1 0,-10-11 0,14 16 0,1 1 0,0 0 0,0 0 0,-1-1 0,1 1 0,0 0 0,-1 0 0,1-1 0,0 1 0,-1 0 0,1 0 0,0 0 0,-1 0 0,1-1 0,0 1 0,-1 0 0,1 0 0,0 0 0,-1 0 0,1 0 0,0 0 0,-1 0 0,1 0 0,-1 0 0,1 0 0,0 0 0,-1 0 0,1 0 0,0 1 0,-1-1 0,1 0 0,0 0 0,-1 0 0,1 0 0,-1 1 0,-6 14 0,3 23 0,5 46-8,4 1 0,17 84-1,-9-76-221,204 1903-7479,-62 95 1780,-76 10 4002,-116 986 1364,-51-1620 705,-26-8 129,104-1345-251,-17 252 240,7-50 433,7 326 2177,17-522 1066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1.697"/>
    </inkml:context>
    <inkml:brush xml:id="br0">
      <inkml:brushProperty name="width" value="0.05" units="cm"/>
      <inkml:brushProperty name="height" value="0.05" units="cm"/>
    </inkml:brush>
  </inkml:definitions>
  <inkml:trace contextRef="#ctx0" brushRef="#br0">1 148 24575,'12'-39'0,"-7"22"0,0 1 0,1 1 0,15-31 0,-20 45 0,-1 0 0,0 0 0,1 1 0,-1-1 0,1 0 0,-1 0 0,1 0 0,0 1 0,-1-1 0,1 0 0,0 1 0,-1-1 0,1 1 0,0-1 0,0 1 0,-1-1 0,1 1 0,0-1 0,0 1 0,0 0 0,0 0 0,0-1 0,0 1 0,0 0 0,-1 0 0,1 0 0,0 0 0,0 0 0,0 0 0,0 0 0,0 0 0,0 0 0,0 0 0,0 1 0,0-1 0,-1 0 0,1 1 0,0-1 0,0 1 0,0-1 0,0 1 0,-1-1 0,1 1 0,0-1 0,-1 1 0,1 0 0,0-1 0,-1 1 0,2 1 0,3 5 0,1 0 0,-1 1 0,-1-1 0,5 11 0,-8-16 0,26 55 29,24 74 1,12 70-269,-58-183 185,369 1630-7353,-144 33 2614,100 4514 844,-335-5618 3984,0 255 128,23-9 120,17-290 696,47-15 966,-68-459-905,2-1 0,38 90 1,-47-132-318,1-1 1,11 17 0,-15-27-639,0 0 0,0 0 1,0 0-1,0-1 0,1 1 1,0-1-1,0 0 0,7 3 1,22 6-1359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5.770"/>
    </inkml:context>
    <inkml:brush xml:id="br0">
      <inkml:brushProperty name="width" value="0.05" units="cm"/>
      <inkml:brushProperty name="height" value="0.05" units="cm"/>
    </inkml:brush>
  </inkml:definitions>
  <inkml:trace contextRef="#ctx0" brushRef="#br0">150 16 24575,'-14'-1'0,"0"-1"0,-19-3 0,24 2 0,-1 1 0,1 1 0,-1 0 0,1 0 0,-1 1 0,-15 2 0,18 0 0,9 1 0,13 1 0,59 2 0,85-6 0,-73-1 0,108 2 0,247-3 0,-429 2 107,24-1 88,-34 1-324,0 0 1,0 0 0,0-1 0,-1 1 0,1-1-1,0 1 1,0-1 0,0 0 0,0 1 0,-1-1-1,1 0 1,2-2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6.159"/>
    </inkml:context>
    <inkml:brush xml:id="br0">
      <inkml:brushProperty name="width" value="0.05" units="cm"/>
      <inkml:brushProperty name="height" value="0.05" units="cm"/>
    </inkml:brush>
  </inkml:definitions>
  <inkml:trace contextRef="#ctx0" brushRef="#br0">1 1 24575,'3'3'0,"4"1"0,4 0 0,7-1 0,6-1 0,8-1 0,12 0 0,11-1 0,11-3 0,10-1 0,9 0 0,4 1 0,1 1 0,-4 0 0,-9 2 0,-9-1 0,-12 1 0,-17 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6.482"/>
    </inkml:context>
    <inkml:brush xml:id="br0">
      <inkml:brushProperty name="width" value="0.05" units="cm"/>
      <inkml:brushProperty name="height" value="0.05" units="cm"/>
    </inkml:brush>
  </inkml:definitions>
  <inkml:trace contextRef="#ctx0" brushRef="#br0">13 0 24575,'-1'1'0,"0"-1"0,0 1 0,0 0 0,0 0 0,1-1 0,-1 1 0,0 0 0,1 0 0,-1 0 0,0 0 0,1 0 0,-1 0 0,1-1 0,0 1 0,-1 1 0,1-1 0,0 0 0,-1 0 0,1 0 0,0 0 0,0 0 0,0 0 0,0 0 0,0 0 0,0 0 0,0 0 0,0 0 0,1 0 0,-1 0 0,0 0 0,1 0 0,-1 0 0,0 0 0,1 0 0,-1 0 0,1 0 0,0 1 0,1 0 0,1 0 0,-1-1 0,0 1 0,1-1 0,-1 1 0,1-1 0,-1 0 0,1 0 0,0 0 0,-1 0 0,1-1 0,0 1 0,3 0 0,77 4 0,157-10 0,-159 0 0,118-3 241,224-13-1847,-403 20-5220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6.839"/>
    </inkml:context>
    <inkml:brush xml:id="br0">
      <inkml:brushProperty name="width" value="0.05" units="cm"/>
      <inkml:brushProperty name="height" value="0.05" units="cm"/>
    </inkml:brush>
  </inkml:definitions>
  <inkml:trace contextRef="#ctx0" brushRef="#br0">12 17 24575,'0'0'0,"-1"0"0,1-1 0,0 1 0,-1 0 0,1 0 0,-1 0 0,1 0 0,0 0 0,-1 0 0,1 1 0,-1-1 0,1 0 0,0 0 0,-1 0 0,1 0 0,0 0 0,-1 1 0,1-1 0,-1 0 0,1 0 0,0 0 0,-1 1 0,1-1 0,0 0 0,0 1 0,-1-1 0,1 0 0,0 0 0,0 1 0,-1-1 0,1 1 0,0-1 0,0 0 0,0 1 0,0-1 0,0 0 0,0 1 0,-1-1 0,1 1 0,0-1 0,0 0 0,0 1 0,0-1 0,0 1 0,0-1 0,0 0 0,1 1 0,-1-1 0,0 1 0,0-1 0,0 0 0,0 1 0,0-1 0,1 0 0,-1 1 0,0-1 0,1 1 0,0 1 0,0-1 0,0 1 0,0 0 0,0-1 0,0 1 0,1-1 0,-1 1 0,1-1 0,-1 0 0,4 3 0,4 0 0,1-1 0,-1 0 0,1 0 0,0-1 0,0 0 0,11 1 0,63-1 0,-49-2 0,858-44 0,-880 43 16,37-3-707,74-15 1,-109 15-6136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7.946"/>
    </inkml:context>
    <inkml:brush xml:id="br0">
      <inkml:brushProperty name="width" value="0.05" units="cm"/>
      <inkml:brushProperty name="height" value="0.05" units="cm"/>
    </inkml:brush>
  </inkml:definitions>
  <inkml:trace contextRef="#ctx0" brushRef="#br0">482 110 24575,'0'-4'0,"-1"1"0,1-1 0,0 1 0,-1-1 0,0 1 0,0-1 0,0 1 0,0 0 0,-1-1 0,1 1 0,-1 0 0,1 0 0,-1 0 0,0 0 0,-1 1 0,-3-6 0,1 4 0,0 0 0,-1 0 0,1 0 0,-1 1 0,1 0 0,-1 0 0,0 0 0,-10-2 0,-1 0 0,0 1 0,0 1 0,-1 1 0,1 1 0,-1 0 0,-17 2 0,14 0 0,1 2 0,0 0 0,-1 2 0,-37 12 0,50-14 0,0 1 0,0-1 0,0 1 0,1 1 0,-1-1 0,1 1 0,0 0 0,1 1 0,-1 0 0,1 0 0,0 0 0,1 1 0,-1 0 0,-5 10 0,10-15 0,-1 1 0,1 0 0,0-1 0,0 1 0,0 0 0,0 0 0,1 0 0,-1 0 0,1 0 0,0 0 0,0 0 0,0-1 0,0 1 0,0 0 0,0 0 0,1 0 0,0 0 0,1 4 0,0-3 0,0 0 0,0 0 0,1 0 0,-1-1 0,1 1 0,0-1 0,0 0 0,1 0 0,-1 0 0,0 0 0,5 3 0,8 3 0,1 0 0,0-1 0,0-1 0,29 9 0,11 0 0,50 18 0,-91-28 0,-1 1 0,1 0 0,-2 1 0,22 15 0,-33-21 0,1 1 0,0 0 0,-1 0 0,1 1 0,-1-1 0,0 1 0,0-1 0,-1 1 0,1 0 0,-1 0 0,0 0 0,0 1 0,0-1 0,0 0 0,-1 1 0,0-1 0,0 1 0,1 9 0,-2-10 0,0 0 0,-1 1 0,0-1 0,0 0 0,0 0 0,0 0 0,0 0 0,-1 0 0,0 0 0,0 0 0,0-1 0,0 1 0,-1-1 0,1 1 0,-1-1 0,0 0 0,0 0 0,0 0 0,0-1 0,-8 6 0,3-3 20,0 0 0,-1-1 0,0 0 1,0 0-1,0-1 0,0 0 0,-1 0 0,1-1 0,-1-1 0,0 1 0,1-2 0,-1 1 0,0-1 0,0-1 0,1 0 0,-15-3 1,11 2-164,0-2 1,1 0 0,0 0 0,0-1-1,0 0 1,1-1 0,0-1 0,0 0 0,0 0-1,1-1 1,-18-18 0,13 10-6684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8.398"/>
    </inkml:context>
    <inkml:brush xml:id="br0">
      <inkml:brushProperty name="width" value="0.05" units="cm"/>
      <inkml:brushProperty name="height" value="0.05" units="cm"/>
    </inkml:brush>
  </inkml:definitions>
  <inkml:trace contextRef="#ctx0" brushRef="#br0">257 104 24575,'5'-17'0,"-4"16"0,-1 0 0,1-1 0,0 1 0,-1 0 0,1-1 0,-1 1 0,0-1 0,1 1 0,-1-1 0,0 1 0,0-1 0,0 1 0,0-3 0,-1 1 0,1 0 0,-1-1 0,0 1 0,0 0 0,0 0 0,0 0 0,-1 1 0,1-1 0,-1 0 0,0 0 0,1 1 0,-1-1 0,0 1 0,-1 0 0,1-1 0,0 1 0,-1 0 0,1 0 0,-1 0 0,0 1 0,0-1 0,1 1 0,-6-2 0,4 2 0,0 0 0,-1 0 0,1 0 0,0 0 0,-1 1 0,1 0 0,-1 0 0,1 0 0,-1 1 0,1 0 0,0-1 0,-1 1 0,1 1 0,0-1 0,0 1 0,-6 2 0,0 2 0,-1 1 0,1 1 0,0-1 0,0 1 0,1 1 0,0 0 0,1 0 0,0 1 0,0 0 0,1 0 0,1 1 0,-11 21 0,14-25 0,0 0 0,1 0 0,0 1 0,0-1 0,1 1 0,-1 0 0,2-1 0,-1 1 0,2 14 0,0-17 0,0 1 0,0-1 0,0 1 0,1-1 0,0 0 0,0 0 0,1 0 0,-1 0 0,1 0 0,0-1 0,0 1 0,1-1 0,-1 0 0,8 8 0,-8-10 0,0 1 0,0-1 0,1 0 0,-1 0 0,0 0 0,1 0 0,-1-1 0,1 1 0,0-1 0,-1 0 0,1 0 0,0 0 0,0-1 0,-1 1 0,5-1 0,-1 0 0,-1-1 0,0 1 0,1-2 0,-1 1 0,0 0 0,0-1 0,0-1 0,9-3 0,-4 0 0,-1 0 0,0-1 0,0 0 0,-1 0 0,1-1 0,-2 0 0,1-1 0,-1 0 0,9-13 0,-4-2 0,14-37 0,-21 47 0,-8 40 95,0-7 11,2 32 0,0-46-234,0-1-1,1 0 0,-1 1 1,1-1-1,0 0 0,1 0 1,-1 0-1,1 0 1,0 0-1,0 0 0,0 0 1,5 7-1,5-1-6697</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8.676"/>
    </inkml:context>
    <inkml:brush xml:id="br0">
      <inkml:brushProperty name="width" value="0.05" units="cm"/>
      <inkml:brushProperty name="height" value="0.05" units="cm"/>
    </inkml:brush>
  </inkml:definitions>
  <inkml:trace contextRef="#ctx0" brushRef="#br0">17 170 24575,'-1'-39'0,"-2"0"0,-9-40 0,18 107 0,3 0 0,18 44 0,35 63 0,-59-128 0,1 0 0,0 0 0,0-1 0,10 12 0,-13-17 0,-1-1 0,1 1 0,0 0 0,0-1 0,-1 1 0,1 0 0,0-1 0,0 1 0,0-1 0,0 0 0,0 1 0,0-1 0,-1 0 0,1 1 0,0-1 0,0 0 0,0 0 0,0 0 0,2 0 0,-2 0 0,0-1 0,0 1 0,0-1 0,0 1 0,0-1 0,0 0 0,0 1 0,0-1 0,-1 0 0,1 0 0,0 0 0,0 1 0,-1-1 0,1 0 0,0 0 0,-1 0 0,1 0 0,-1-1 0,1 1 0,-1 0 0,1-1 0,3-9 0,-1 0 0,0 0 0,-1-1 0,0 1 0,0-17 0,-2-62 0,-1 54 0,0-50-1365,1 73-5461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49.016"/>
    </inkml:context>
    <inkml:brush xml:id="br0">
      <inkml:brushProperty name="width" value="0.05" units="cm"/>
      <inkml:brushProperty name="height" value="0.05" units="cm"/>
    </inkml:brush>
  </inkml:definitions>
  <inkml:trace contextRef="#ctx0" brushRef="#br0">0 177 24575,'1'0'0,"-1"-1"0,0 0 0,0 1 0,0-1 0,1 0 0,-1 1 0,0-1 0,1 1 0,-1-1 0,1 1 0,-1-1 0,1 1 0,-1-1 0,1 1 0,-1-1 0,1 1 0,-1-1 0,1 1 0,-1 0 0,1-1 0,0 1 0,-1 0 0,1 0 0,-1 0 0,1-1 0,0 1 0,1 0 0,21-3 0,-21 2 0,112-1 0,-18 2 0,-92 0 0,-1-1 0,0 1 0,0 0 0,0-1 0,0 0 0,0 0 0,-1 0 0,1 0 0,0 0 0,0-1 0,0 1 0,-1-1 0,1 1 0,-1-1 0,0 0 0,1 0 0,-1-1 0,3-2 0,-4 3 0,0 0 0,0 0 0,0 0 0,0 0 0,0 0 0,-1 0 0,1 0 0,-1-1 0,1 1 0,-1 0 0,0 0 0,0-1 0,0 1 0,0 0 0,0 0 0,0-1 0,-1 1 0,1 0 0,-1 0 0,0 0 0,1 0 0,-1-1 0,0 1 0,0 0 0,-2-2 0,-1-2 0,0 0 0,0 1 0,-1 0 0,0 0 0,0 0 0,0 1 0,0-1 0,-1 1 0,1 0 0,-1 1 0,0-1 0,0 1 0,-1 1 0,1-1 0,-1 1 0,1 0 0,-1 0 0,0 1 0,1 0 0,-1 0 0,0 1 0,0 0 0,0 0 0,0 0 0,0 1 0,1 0 0,-1 0 0,0 1 0,1 0 0,-1 0 0,1 1 0,-1-1 0,1 1 0,0 1 0,0-1 0,1 1 0,-1 0 0,1 0 0,0 1 0,0 0 0,0 0 0,0 0 0,-4 7 0,4-5 19,1 1 0,-1 0 0,1 1 0,1-1 0,-1 1 0,1-1 0,1 1 0,0 0 0,0 0 0,1 0 0,0 1 0,0-1 0,1 0 0,0 0 0,1 0 0,0 0 0,5 18 0,-2-13-175,1-1 1,0 0 0,1 0 0,1 0 0,0-1 0,0 1 0,1-2-1,1 1 1,0-1 0,19 17 0,13 8-6671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0.407"/>
    </inkml:context>
    <inkml:brush xml:id="br0">
      <inkml:brushProperty name="width" value="0.05" units="cm"/>
      <inkml:brushProperty name="height" value="0.05" units="cm"/>
    </inkml:brush>
  </inkml:definitions>
  <inkml:trace contextRef="#ctx0" brushRef="#br0">350 258 24575,'0'-1'0,"-1"0"0,1-1 0,-1 1 0,1 0 0,-1 0 0,0 0 0,0-1 0,1 1 0,-1 0 0,0 0 0,0 0 0,0 0 0,0 0 0,0 0 0,-2 0 0,-19-15 0,21 15 0,-6-3 0,1 0 0,-1 0 0,0 0 0,0 1 0,0 0 0,-1 1 0,1 0 0,0 0 0,-1 0 0,0 1 0,1 0 0,-1 1 0,0-1 0,0 1 0,1 1 0,-1 0 0,0 0 0,1 0 0,-1 1 0,1 0 0,-1 1 0,1-1 0,0 1 0,0 1 0,0 0 0,1 0 0,-1 0 0,1 0 0,0 1 0,0 0 0,0 0 0,1 1 0,-5 6 0,2-2 0,0 0 0,1 1 0,0 0 0,1 0 0,0 0 0,1 1 0,0 0 0,1 0 0,1 0 0,0 1 0,0-1 0,1 1 0,-1 20 0,3-25 0,0 0 0,1 0 0,0 0 0,0 0 0,0-1 0,1 1 0,0 0 0,1-1 0,0 1 0,0-1 0,0 0 0,1 0 0,0 0 0,1-1 0,-1 1 0,1-1 0,1 0 0,-1 0 0,1-1 0,0 0 0,0 0 0,13 8 0,-9-8 0,0 0 0,0-1 0,1 0 0,-1 0 0,1-2 0,-1 1 0,1-1 0,0-1 0,0 0 0,0 0 0,0-1 0,0-1 0,0 0 0,0 0 0,0-1 0,0 0 0,0-1 0,-1 0 0,1-1 0,16-8 0,-12 4 0,-1 0 0,1-1 0,-2 0 0,1-1 0,-1-1 0,-1 0 0,0-1 0,0 0 0,-1 0 0,-1-2 0,0 1 0,-1-1 0,8-17 0,-7 8 0,-1 0 0,-1-1 0,-1 0 0,-1-1 0,-1 0 0,1-30 0,-4 20 0,-1 1 0,-2 0 0,-10-68 0,11 99 0,-1 1 0,1-1 0,-1 1 0,1 0 0,-1-1 0,0 1 0,0 0 0,0 0 0,0 0 0,-1 0 0,-1-4 0,3 6 0,-1 0 0,1 0 0,0 0 0,0 0 0,0 0 0,-1 0 0,1-1 0,0 1 0,0 0 0,0 0 0,-1 0 0,1 0 0,0 0 0,0 0 0,-1 0 0,1 0 0,0 0 0,0 0 0,0 0 0,-1 0 0,1 0 0,0 0 0,0 0 0,-1 0 0,1 1 0,0-1 0,0 0 0,0 0 0,-1 0 0,1 0 0,0 0 0,0 0 0,0 1 0,0-1 0,-1 0 0,1 0 0,0 0 0,-7 18 0,2 8 0,2-1 0,1 1 0,1-1 0,1 1 0,6 44 0,30 125 0,-35-193 0,1 12 0,-1-9 0,-1-1 0,1-1 0,-1 1 0,1 0 0,1 0 0,-1 0 0,0 0 0,1-1 0,0 1 0,0 0 0,0-1 0,0 0 0,4 5 0,-5-8 0,0 0 0,-1 1 0,1-1 0,0 0 0,-1 0 0,1 0 0,0 0 0,0 0 0,-1 0 0,1 0 0,0 0 0,-1 0 0,1 0 0,0 0 0,0 0 0,-1 0 0,1 0 0,0-1 0,-1 1 0,1 0 0,0-1 0,-1 1 0,1 0 0,-1-1 0,1 1 0,0-1 0,-1 1 0,1-1 0,-1 1 0,0-1 0,1 1 0,-1-1 0,1 0 0,-1 1 0,0-1 0,1 0 0,-1 1 0,1-2 0,14-32 0,-13 29 0,13-35 0,-12 29 0,0 1 0,1 0 0,0-1 0,0 2 0,1-1 0,1 0 0,0 1 0,7-9 0,-12 16 0,0 1 0,0 0 0,0 0 0,0 0 0,1 0 0,-1 1 0,0-1 0,0 0 0,1 0 0,-1 1 0,0-1 0,1 0 0,-1 1 0,0 0 0,1-1 0,-1 1 0,1 0 0,-1 0 0,1 0 0,-1 0 0,1 0 0,-1 0 0,1 0 0,-1 0 0,0 0 0,1 1 0,-1-1 0,1 1 0,-1-1 0,0 1 0,1-1 0,-1 1 0,0 0 0,0 0 0,1 0 0,-1 0 0,0-1 0,0 2 0,0-1 0,0 0 0,0 0 0,1 1 0,4 7 0,1 1 0,-2-1 0,1 1 0,6 16 0,-6-12 0,-3-9 0,0 1 0,-1-1 0,2 0 0,-1 0 0,0 0 0,1-1 0,0 1 0,0-1 0,1 0 0,-1 0 0,1 0 0,0-1 0,-1 1 0,2-1 0,-1 0 0,0-1 0,1 1 0,-1-1 0,1 0 0,0-1 0,-1 1 0,1-1 0,0 0 0,0-1 0,0 1 0,0-1 0,0 0 0,0-1 0,0 1 0,11-4 0,-2 0 0,0-1 0,0 0 0,0-1 0,0-1 0,-1 0 0,0-1 0,-1-1 0,0 0 0,0 0 0,-1-2 0,0 1 0,0-2 0,-2 1 0,1-2 0,-2 1 0,17-28 0,-24 36 0,0 0 0,0 0 0,-1 0 0,1 0 0,-1 0 0,0 0 0,0-1 0,0 1 0,-1-1 0,0 1 0,0 0 0,0-6 0,0 8 0,-1 0 0,1-1 0,-1 1 0,0 0 0,0 0 0,0-1 0,0 1 0,0 0 0,0 0 0,-1 0 0,1 0 0,-1 1 0,1-1 0,-1 0 0,0 0 0,0 1 0,0-1 0,0 1 0,0 0 0,0 0 0,0-1 0,0 1 0,-4-1 0,-4-1 0,-1 0 0,1 1 0,-1 0 0,0 1 0,1 0 0,-1 0 0,0 1 0,0 1 0,0 0 0,1 0 0,-1 1 0,0 1 0,1-1 0,0 2 0,0-1 0,0 2 0,0-1 0,0 1 0,1 1 0,-13 8 0,15-8 0,-1-1 0,1 1 0,0 0 0,1 1 0,-1-1 0,1 1 0,1 1 0,-1-1 0,1 1 0,1 0 0,-1 0 0,1 0 0,1 1 0,-1-1 0,1 1 0,1 0 0,0 0 0,0 0 0,1 0 0,0 0 0,0 1 0,1-1 0,1 0 0,1 11 0,-1-15 0,0 0 0,0 0 0,1 0 0,-1 0 0,1-1 0,1 1 0,-1 0 0,1-1 0,0 1 0,0-1 0,0 0 0,0 0 0,1 0 0,5 4 0,-3-3 0,0-1 0,0 0 0,1-1 0,-1 0 0,1 0 0,0 0 0,0 0 0,0-1 0,9 1 0,4 0 0,1-1 0,0-1 0,-1-1 0,1-1 0,0 0 0,26-7 0,-7 0 0,-1-2 0,0-2 0,-1-1 0,0-2 0,-1-2 0,-1-1 0,49-33 0,-74 43 0,0-1 0,15-14 0,-23 20 0,-1 1 0,0-1 0,1 1 0,-1-1 0,0 0 0,-1 0 0,1 0 0,0 0 0,-1 0 0,0 0 0,0-1 0,0 1 0,0 0 0,0-1 0,0-4 0,-2 6 0,1 0 0,-1 0 0,0 0 0,0-1 0,0 1 0,0 1 0,0-1 0,0 0 0,0 0 0,-1 0 0,1 1 0,-1-1 0,1 0 0,-1 1 0,0 0 0,0-1 0,0 1 0,1 0 0,-1 0 0,0 0 0,-4-1 0,0-1 0,-1 0 0,0 0 0,0 1 0,0 0 0,-11-1 0,16 3 0,-1-1 0,1 1 0,-1 1 0,0-1 0,1 0 0,-1 1 0,1-1 0,-1 1 0,0 0 0,1 0 0,0 0 0,-1 0 0,1 0 0,0 0 0,-1 1 0,1-1 0,-3 3 0,2 0 0,-1-1 0,1 1 0,0 0 0,0 0 0,0 1 0,0-1 0,1 1 0,-3 6 0,1 1 0,0 0 0,1 0 0,0 0 0,1 0 0,0 0 0,1 22 0,1-29 0,0-1 0,0 0 0,1 0 0,0 0 0,0 0 0,0 0 0,0 0 0,0 0 0,1 0 0,0 0 0,0 0 0,0-1 0,0 1 0,0-1 0,1 1 0,0-1 0,2 3 0,-1-3 0,0 0 0,1 0 0,-1 0 0,0-1 0,1 0 0,0 0 0,-1 0 0,1 0 0,0-1 0,0 1 0,0-1 0,7 0 0,0 0 0,-1-1 0,0-1 0,0 1 0,0-2 0,0 0 0,0 0 0,0-1 0,0 0 0,-1-1 0,1 0 0,-1 0 0,11-8 0,-13 6 0,0 0 0,0 0 0,-1-1 0,0 0 0,0 0 0,-1-1 0,0 0 0,0 0 0,-1-1 0,0 1 0,0-1 0,-1 0 0,0-1 0,-1 1 0,3-11 0,-2 0 0,0 1 0,-1-1 0,-1 1 0,-1-1 0,-1 0 0,-4-33 0,2 41 0,0 1 0,0-1 0,-1 1 0,-6-14 0,8 21 0,-1 0 0,0 1 0,0-1 0,0 0 0,0 1 0,-1-1 0,1 1 0,-1 0 0,0 0 0,0 0 0,0 0 0,0 0 0,-1 1 0,-6-5 0,9 7 0,1-1 0,-1 1 0,0 0 0,0-1 0,0 1 0,0 0 0,0-1 0,0 1 0,0 0 0,0 0 0,0 0 0,0 0 0,0 0 0,0 0 0,0 0 0,0 0 0,0 0 0,0 1 0,0-1 0,0 0 0,0 1 0,0-1 0,1 0 0,-1 1 0,0-1 0,0 1 0,0 0 0,0-1 0,1 1 0,-1 0 0,0-1 0,1 1 0,-1 0 0,0 0 0,1-1 0,-1 1 0,1 0 0,-1 0 0,1 0 0,0 0 0,-1 0 0,1 0 0,0 0 0,-1 1 0,0 3 0,0 1 0,0-1 0,1 1 0,-1-1 0,1 1 0,1 9 0,1-1 0,1 0 0,1 0 0,0-1 0,1 0 0,0 0 0,1 0 0,0 0 0,1-1 0,0 0 0,1-1 0,16 19 0,2-3 0,0-1 0,1-2 0,40 28 0,-61-48 0,18 15 0,-23-19 0,0 1 0,0 0 0,0 0 0,0 0 0,0-1 0,0 1 0,-1 0 0,1 0 0,0 0 0,-1 0 0,1 0 0,-1 0 0,1 1 0,-1-1 0,1 0 0,-1 0 0,0 0 0,1 3 0,-2-4 0,0 1 0,1 0 0,-1 0 0,0 0 0,0-1 0,0 1 0,1 0 0,-1-1 0,0 1 0,0-1 0,0 1 0,0-1 0,0 1 0,0-1 0,0 0 0,0 1 0,0-1 0,0 0 0,-2 0 0,1 0 0,1 1 0,-1-1 0,0 1 0,0 0 0,1-1 0,-1 1 0,0 0 0,1 0 0,-4 2 0,5-2 0,-1 0 0,0 1 0,1-1 0,-1 0 0,1 0 0,-1 1 0,1-1 0,-1 1 0,1-1 0,0 0 0,0 1 0,0-1 0,0 1 0,0-1 0,0 0 0,0 1 0,0-1 0,1 1 0,-1-1 0,1 0 0,-1 1 0,1-1 0,-1 0 0,1 1 0,0-1 0,-1 0 0,1 0 0,0 0 0,2 2 0,1 3 0,1 0 0,0-1 0,1 0 0,7 6 0,-6-5-273,1-1 0,0-1 0,1 1 0,8 3 0,7 0-6553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1.615"/>
    </inkml:context>
    <inkml:brush xml:id="br0">
      <inkml:brushProperty name="width" value="0.05" units="cm"/>
      <inkml:brushProperty name="height" value="0.05" units="cm"/>
    </inkml:brush>
  </inkml:definitions>
  <inkml:trace contextRef="#ctx0" brushRef="#br0">28 131 24575,'-1'0'0,"0"0"0,0 0 0,0 0 0,0 0 0,-1 0 0,1 1 0,0-1 0,0 0 0,0 1 0,0-1 0,0 1 0,0-1 0,0 1 0,0 0 0,0-1 0,0 1 0,0 0 0,0 0 0,0-1 0,1 1 0,-1 0 0,0 0 0,1 0 0,-1 0 0,0 0 0,1 0 0,-1 0 0,1 0 0,0 1 0,-1-1 0,1 0 0,0 0 0,0 0 0,0 0 0,-1 2 0,1 5 0,0 1 0,0-1 0,1 0 0,2 10 0,-1-3 0,22 309 0,-24-310 0,0-9 0,0 1 0,0-1 0,0 1 0,1-1 0,0 1 0,0-1 0,0 1 0,1-1 0,3 8 0,0-32 0,0-73 0,-3 36 0,15-85 0,-17 139 0,32-138 0,-26 121 0,0 1 0,1-1 0,1 1 0,1 0 0,12-18 0,-18 32 0,0 0 0,0 0 0,0 0 0,0 1 0,0 0 0,1 0 0,0 0 0,-1 0 0,1 0 0,0 1 0,0-1 0,7-2 0,-9 5 0,0-1 0,0 1 0,0-1 0,1 1 0,-1 0 0,0 0 0,0 0 0,0 0 0,0 1 0,1-1 0,-1 0 0,0 1 0,0 0 0,0-1 0,0 1 0,0 0 0,0 0 0,0 0 0,0 0 0,0 0 0,-1 1 0,1-1 0,0 1 0,-1-1 0,1 1 0,-1-1 0,0 1 0,2 2 0,2 4 0,0 0 0,0 0 0,-1 1 0,-1-1 0,1 1 0,-2 0 0,1 0 0,-1 0 0,0 0 0,-1 0 0,0 0 0,0 1 0,-1-1 0,-1 11 0,-1 1 0,-1 0 0,-1 0 0,0 0 0,-2 0 0,-8 21 0,4-21 0,-1 1 0,-1-1 0,-17 24 0,0-2 0,28-41 0,0-1 0,0 1 0,0-1 0,0 1 0,1 0 0,-1-1 0,1 1 0,-1 0 0,1 0 0,-1-1 0,1 1 0,0 0 0,0 0 0,0 0 0,0-1 0,0 1 0,0 0 0,1 0 0,-1-1 0,1 1 0,-1 0 0,1 0 0,-1-1 0,1 1 0,0-1 0,0 1 0,1 1 0,3 3 0,0-1 0,0 1 0,1-1 0,-1-1 0,10 7 0,3 2 0,21 21 164,-24-20-419,1-1 0,0 0 0,1-1 1,0 0-1,34 15 0,-26-18-6571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1.946"/>
    </inkml:context>
    <inkml:brush xml:id="br0">
      <inkml:brushProperty name="width" value="0.05" units="cm"/>
      <inkml:brushProperty name="height" value="0.05" units="cm"/>
    </inkml:brush>
  </inkml:definitions>
  <inkml:trace contextRef="#ctx0" brushRef="#br0">58 189 24575,'1'-15'0,"-1"0"0,-1 0 0,-1 1 0,0-1 0,-1 0 0,0 1 0,-1 0 0,-1 0 0,0 0 0,-9-15 0,14 29 0,0-1 0,-1 0 0,1 0 0,-1 0 0,1 0 0,-1 1 0,1-1 0,-1 0 0,0 0 0,1 1 0,-1-1 0,0 1 0,1-1 0,-1 0 0,-1 0 0,1 1 0,1 0 0,0 0 0,-1 1 0,1-1 0,0 0 0,0 0 0,-1 0 0,1 0 0,0 0 0,0 1 0,-1-1 0,1 0 0,0 0 0,0 0 0,0 1 0,-1-1 0,1 0 0,0 0 0,0 1 0,0-1 0,0 0 0,-1 0 0,1 1 0,0-1 0,0 0 0,0 1 0,0-1 0,0 0 0,0 0 0,0 1 0,-3 32 0,3-30 0,0-2 0,0 37 0,5 45 0,-4-73 0,0 0 0,1 0 0,0 0 0,1 0 0,0-1 0,1 1 0,0-1 0,0 0 0,12 17 0,-13-23 0,0 1 0,0 0 0,1-1 0,-1 0 0,1 0 0,0 0 0,0 0 0,0-1 0,0 1 0,0-1 0,1 0 0,-1 0 0,1-1 0,-1 1 0,1-1 0,0 0 0,0-1 0,-1 1 0,1-1 0,0 1 0,0-2 0,0 1 0,-1 0 0,1-1 0,0 0 0,0 0 0,-1 0 0,6-3 0,-4 2 0,0-1 0,0 0 0,0 0 0,-1 0 0,1 0 0,-1-1 0,0 0 0,0 0 0,-1-1 0,1 1 0,-1-1 0,0 0 0,0 0 0,0-1 0,-1 1 0,0-1 0,0 0 0,0 0 0,-1 0 0,3-9 0,-4 7 0,0 0 0,-1 1 0,0-1 0,0 0 0,-1 0 0,0 0 0,0 1 0,-1-1 0,0 1 0,0-1 0,0 1 0,-1-1 0,-1 1 0,1 0 0,-1 1 0,-7-10 0,7 10 0,0 0 0,-1 0 0,0 0 0,0 1 0,0 0 0,-1 0 0,0 0 0,0 1 0,0 0 0,-1 0 0,1 0 0,-1 1 0,0 0 0,0 0 0,0 1 0,0 0 0,-8-1 0,13 2 0,0 1 0,1 0 0,-1 0 0,0 0 0,0 0 0,1 1 0,-1-1 0,0 0 0,1 1 0,-1-1 0,1 1 0,-1 0 0,0-1 0,1 1 0,-1 0 0,1 0 0,0 0 0,-1 0 0,1 0 0,0 0 0,0 0 0,-1 0 0,1 1 0,0-1 0,0 1 0,0-1 0,1 0 0,-1 1 0,0-1 0,0 1 0,1 0 0,-1-1 0,1 1 0,-1 0 0,1-1 0,0 1 0,0 3 0,-1 2 0,1-1 0,0 1 0,0 0 0,1 0 0,0 0 0,0-1 0,0 1 0,4 9 0,-2-9-105,0 0 0,1-1 0,-1 1 0,1-1 0,1 1 0,-1-1 0,1 0 0,0-1 0,1 1 0,-1-1 0,1 0 0,10 6 0,16 8-6721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2.224"/>
    </inkml:context>
    <inkml:brush xml:id="br0">
      <inkml:brushProperty name="width" value="0.05" units="cm"/>
      <inkml:brushProperty name="height" value="0.05" units="cm"/>
    </inkml:brush>
  </inkml:definitions>
  <inkml:trace contextRef="#ctx0" brushRef="#br0">47 286 24575,'-3'-51'0,"-2"0"0,-3 0 0,-22-78 0,30 125 0,1 5 0,4 12 0,8 24 0,11 40 0,3-1 0,39 72 0,-63-140 0,1-1 0,0 0 0,1 0 0,0 0 0,9 9 0,-13-14 0,0-1 0,1 0 0,-1 0 0,0 0 0,1 1 0,-1-1 0,1 0 0,0-1 0,-1 1 0,1 0 0,0 0 0,-1-1 0,1 1 0,0-1 0,0 0 0,0 1 0,0-1 0,-1 0 0,1 0 0,0 0 0,0 0 0,0 0 0,0-1 0,-1 1 0,1-1 0,0 1 0,0-1 0,-1 1 0,1-1 0,2-1 0,2-2 0,1-1 0,-1 0 0,0 0 0,-1-1 0,1 1 0,-1-1 0,7-10 0,29-51 0,-21 33 0,-18 30 0,1-1 0,0 0 0,0 0 0,0 0 0,1 1 0,0-1 0,0 1 0,0 0 0,6-4 0,-10 7 0,1 1 0,0 0 0,-1-1 0,1 1 0,0 0 0,-1 0 0,1 0 0,0-1 0,0 1 0,-1 0 0,1 0 0,0 0 0,0 0 0,0 0 0,-1 0 0,1 0 0,0 1 0,0-1 0,-1 0 0,1 0 0,0 1 0,-1-1 0,1 0 0,0 1 0,-1-1 0,1 1 0,0-1 0,-1 0 0,1 1 0,-1 0 0,1-1 0,-1 1 0,1-1 0,-1 1 0,1 0 0,-1-1 0,0 1 0,1 0 0,-1-1 0,0 1 0,1 0 0,-1-1 0,0 1 0,0 0 0,0 0 0,0 0 0,7 39 0,-6 12-1365,-3 1-5461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2.628"/>
    </inkml:context>
    <inkml:brush xml:id="br0">
      <inkml:brushProperty name="width" value="0.05" units="cm"/>
      <inkml:brushProperty name="height" value="0.05" units="cm"/>
    </inkml:brush>
  </inkml:definitions>
  <inkml:trace contextRef="#ctx0" brushRef="#br0">275 97 24575,'2'-37'0,"0"-12"0,-2 48 0,0 1 0,0 0 0,0-1 0,0 1 0,0-1 0,-1 1 0,1 0 0,0-1 0,0 1 0,0-1 0,0 1 0,-1 0 0,1-1 0,0 1 0,0 0 0,-1-1 0,1 1 0,0 0 0,0-1 0,-1 1 0,1 0 0,0-1 0,-1 1 0,1 0 0,-1 0 0,1 0 0,0-1 0,-1 1 0,1 0 0,-1 0 0,1 0 0,0 0 0,-1 0 0,1 0 0,-1 0 0,1 0 0,0 0 0,-1 0 0,1 0 0,-1 0 0,1 0 0,-1 0 0,1 0 0,0 0 0,-1 0 0,0 1 0,-19 9 0,-3 6 0,0 2 0,1 0 0,1 1 0,0 2 0,2 0 0,1 1 0,0 1 0,2 0 0,-22 40 0,34-54 0,0-1 0,1 1 0,-1 0 0,2 0 0,-1 0 0,2 0 0,-3 15 0,4-20 0,0-1 0,0 1 0,1-1 0,-1 1 0,1-1 0,0 0 0,0 1 0,0-1 0,0 0 0,0 0 0,1 0 0,-1 1 0,1-1 0,0-1 0,0 1 0,0 0 0,0 0 0,1-1 0,-1 1 0,1-1 0,-1 0 0,1 0 0,5 3 0,0-1-151,0 0-1,0-1 0,0 0 0,0-1 1,1 0-1,-1 0 0,1 0 1,10-1-1,28 2-6674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3.574"/>
    </inkml:context>
    <inkml:brush xml:id="br0">
      <inkml:brushProperty name="width" value="0.05" units="cm"/>
      <inkml:brushProperty name="height" value="0.05" units="cm"/>
    </inkml:brush>
  </inkml:definitions>
  <inkml:trace contextRef="#ctx0" brushRef="#br0">19 72 24575,'0'-6'0,"1"1"0,-1 0 0,0-1 0,0 1 0,-1 0 0,1 0 0,-1-1 0,-1 1 0,1 0 0,-1 0 0,-3-8 0,5 13 0,0 0 0,0 0 0,0 0 0,0 0 0,0 0 0,0 0 0,0-1 0,0 1 0,0 0 0,-1 0 0,1 0 0,0 0 0,0 0 0,0 0 0,0 0 0,0 0 0,0 0 0,0 0 0,0 0 0,0 0 0,0 0 0,0 0 0,0 0 0,-1 0 0,1 0 0,0 0 0,0 0 0,0 0 0,0 0 0,0 0 0,0 0 0,0 0 0,0 0 0,0 0 0,0 0 0,0 0 0,0 0 0,0 1 0,-1-1 0,1 0 0,0 0 0,0 0 0,0 0 0,0 0 0,0 0 0,0 0 0,0 0 0,0 0 0,0 0 0,0 0 0,0 0 0,0 0 0,0 0 0,0 1 0,0-1 0,0 0 0,0 0 0,0 0 0,0 0 0,0 0 0,0 0 0,0 0 0,0 0 0,-2 11 0,-1 10 0,4 218 0,-1-231 0,1-1 0,0 1 0,0 0 0,1 0 0,-1-1 0,2 1 0,-1-1 0,1 0 0,5 10 0,-6-15 0,-1 1 0,1-1 0,0 0 0,0 0 0,0 0 0,0 0 0,0 0 0,0 0 0,1 0 0,-1-1 0,1 1 0,-1-1 0,1 0 0,0 0 0,-1 0 0,1 0 0,0 0 0,0 0 0,-1-1 0,1 1 0,0-1 0,0 0 0,0 0 0,0 0 0,0 0 0,0-1 0,-1 1 0,5-1 0,15-6 0,0 0 0,0-2 0,39-20 0,-33 15 0,87-49 0,-114 63 0,-1-1 0,1 1 0,0 0 0,-1-1 0,1 1 0,-1 0 0,1-1 0,0 1 0,-1 0 0,1 0 0,0 0 0,0 0 0,-1-1 0,1 1 0,0 0 0,-1 0 0,1 0 0,0 1 0,-1-1 0,1 0 0,0 0 0,-1 0 0,1 0 0,0 1 0,-1-1 0,1 0 0,0 0 0,-1 1 0,2 0 0,11 18 0,-3-2 0,-6-13 0,0 0 0,1 0 0,-1 0 0,1 0 0,0-1 0,0 0 0,0 0 0,1 0 0,-1 0 0,0-1 0,1 0 0,0 0 0,8 1 0,-5-1 0,0-1 0,0-1 0,0 0 0,1 0 0,-1-1 0,0 0 0,0 0 0,10-4 0,-3 1 0,-1-2 0,-1 0 0,1 0 0,-1-1 0,-1-1 0,1 0 0,-1-1 0,0-1 0,21-20 0,-29 24 0,1 0 0,-1-1 0,-1 1 0,1-1 0,-1 0 0,0 0 0,-1-1 0,0 1 0,0-1 0,2-9 0,-4 15 0,-1-1 0,1 1 0,-1-1 0,0 0 0,0 1 0,0-1 0,0 0 0,0 1 0,-1-1 0,1 1 0,-1-1 0,1 0 0,-1 1 0,0-1 0,0 1 0,0 0 0,-1-1 0,1 1 0,0 0 0,-1 0 0,0-1 0,1 1 0,-1 1 0,0-1 0,0 0 0,0 0 0,0 1 0,0-1 0,-1 1 0,1-1 0,0 1 0,-1 0 0,-4-1 0,2 0 0,-1 0 0,1 1 0,-1 0 0,1 0 0,-1 1 0,0-1 0,1 1 0,-1 0 0,0 1 0,1-1 0,-1 1 0,-7 3 0,4-2 0,1 1 0,-1 1 0,1-1 0,0 1 0,0 1 0,0 0 0,-11 9 0,12-8 0,0 0 0,1 1 0,0 0 0,0 0 0,1 0 0,0 0 0,-8 14 0,11-16 0,0 1 0,0-1 0,0 0 0,0 1 0,1-1 0,0 1 0,0 0 0,0-1 0,1 1 0,0 0 0,0-1 0,1 9 0,0-10 0,0 1 0,0 0 0,1 0 0,0-1 0,0 1 0,0-1 0,0 0 0,0 1 0,1-1 0,0 0 0,0 0 0,7 6 0,-4-5 0,0 0 0,0 0 0,0-1 0,1 0 0,-1-1 0,1 1 0,12 3 0,2-1 0,1-1 0,-1-1 0,1-1 0,40 1 0,-49-3 0,1-1 0,-1-1 0,0 0 0,1-1 0,-1 0 0,20-7 0,-27 7 0,-1 0 0,1-1 0,-1 0 0,0 1 0,0-2 0,0 1 0,0 0 0,-1-1 0,0 0 0,1 0 0,-1-1 0,-1 1 0,1-1 0,-1 1 0,1-1 0,-2 0 0,5-8 0,-1-4 0,-1-1 0,0 1 0,-1-1 0,1-22 0,2-2 0,-7 46 0,0 1 0,0-1 0,1 0 0,0 1 0,0-1 0,0 1 0,3 5 0,1 6 0,-2-3 0,1 1 0,0-1 0,1 0 0,1 0 0,0-1 0,12 19 0,-15-27 0,0 0 0,0 0 0,1 0 0,-1-1 0,1 1 0,0-1 0,0 0 0,0 0 0,0-1 0,1 1 0,-1-1 0,1 0 0,0 0 0,-1 0 0,1-1 0,0 1 0,0-1 0,0-1 0,0 1 0,0-1 0,8 0 0,-1-1 0,0-1 0,0 0 0,0-1 0,0 0 0,-1-1 0,0 0 0,0-1 0,12-7 0,13-8 0,32-26 0,-56 37 0,-7 4 0,1 1 0,0 1 0,0-1 0,11-4 0,-15 7 0,1 0 0,-1 0 0,1 1 0,0 0 0,0-1 0,-1 1 0,1 0 0,0 0 0,0 1 0,-1-1 0,1 0 0,0 1 0,-1 0 0,1-1 0,3 3 0,78 33 198,-50-19-510,1-2-1,0-2 0,1-1 1,45 8-1,-46-15-6513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6.507"/>
    </inkml:context>
    <inkml:brush xml:id="br0">
      <inkml:brushProperty name="width" value="0.05" units="cm"/>
      <inkml:brushProperty name="height" value="0.05" units="cm"/>
    </inkml:brush>
  </inkml:definitions>
  <inkml:trace contextRef="#ctx0" brushRef="#br0">8 4427 24575,'0'0'0,"0"0"0,-1 0 0,1 0 0,0 0 0,0 0 0,-1 0 0,1 0 0,0 0 0,0 0 0,-1 0 0,1 0 0,0 0 0,0 0 0,-1 0 0,1 0 0,0 0 0,0-1 0,-1 1 0,1 0 0,0 0 0,0 0 0,0 0 0,-1 0 0,1-1 0,0 1 0,0 0 0,0 0 0,0 0 0,-1-1 0,1 1 0,0 0 0,0 0 0,0 0 0,0-1 0,4-8 0,12-8 0,47-28 0,2 2 0,84-40 0,-97 55 0,537-276-2576,14 17-1717,-339 162 3193,168-79 392,2137-1025-4512,-1765 835 5192,459-223-39,7 21 154,-1163 548-132,454-217 2910,-520 244-942,55-38-1,-69 36 330,-20 10-1126,-7 12-1092,0 1 1,0 0 0,0-1-1,0 1 1,0-1 0,0 1-1,0 0 1,0-1-1,0 1 1,0-1 0,-1 1-1,1 0 1,0-1 0,0 1-1,0 0 1,-1-1 0,1 1-1,0 0 1,-1-1-1,1 1 1,0 0 0,0 0-1,-1-1 1,1 1 0,0 0-1,-1 0 1,1 0-1,-1 0 1,1-1 0,-1 1-1,-13-3-5436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7.100"/>
    </inkml:context>
    <inkml:brush xml:id="br0">
      <inkml:brushProperty name="width" value="0.05" units="cm"/>
      <inkml:brushProperty name="height" value="0.05" units="cm"/>
    </inkml:brush>
  </inkml:definitions>
  <inkml:trace contextRef="#ctx0" brushRef="#br0">1 1250 24575,'7'-1'0,"0"0"0,0 0 0,0 0 0,13-5 0,-2 1 0,711-150-2450,9 43-1055,-723 110 3461,431-59-1366,65-4-1526,57-4 1683,1588-162-1026,5 24 19,-1370 133 2014,-284 24 246,-62 3 97,-62 2 292,-65 2-56,-67 4 1641,-61 5 3425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7.685"/>
    </inkml:context>
    <inkml:brush xml:id="br0">
      <inkml:brushProperty name="width" value="0.05" units="cm"/>
      <inkml:brushProperty name="height" value="0.05" units="cm"/>
    </inkml:brush>
  </inkml:definitions>
  <inkml:trace contextRef="#ctx0" brushRef="#br0">0 0 24575,'25'1'0,"0"1"0,38 8 0,-10 0 0,287 40-526,1622 254-8922,914 210 3415,-8 40 5945,-1974-380 139,-536-105 181,-59-15 427,-59-11-141,72 7 1882,-239-42 265,-36-7-1286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0:58.240"/>
    </inkml:context>
    <inkml:brush xml:id="br0">
      <inkml:brushProperty name="width" value="0.05" units="cm"/>
      <inkml:brushProperty name="height" value="0.05" units="cm"/>
    </inkml:brush>
  </inkml:definitions>
  <inkml:trace contextRef="#ctx0" brushRef="#br0">0 0 24575,'1028'614'-3295,"-857"-517"2804,2527 1387-9626,-505-285 9063,-1422-762 760,40 22 1136,-263-159 2638,-492-269-3262,137 66 3436,-161-84-4788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1.402"/>
    </inkml:context>
    <inkml:brush xml:id="br0">
      <inkml:brushProperty name="width" value="0.05" units="cm"/>
      <inkml:brushProperty name="height" value="0.05" units="cm"/>
    </inkml:brush>
  </inkml:definitions>
  <inkml:trace contextRef="#ctx0" brushRef="#br0">3 5104 24575,'0'0'0,"0"0"0,-1 0 0,1-1 0,0 1 0,0 0 0,0 0 0,-1 0 0,1 0 0,0-1 0,0 1 0,0 0 0,0 0 0,0-1 0,0 1 0,-1 0 0,1 0 0,0 0 0,0-1 0,0 1 0,0 0 0,0 0 0,0-1 0,0 1 0,0 0 0,0 0 0,0-1 0,0 1 0,0 0 0,0 0 0,0-1 0,0 1 0,1 0 0,-1 0 0,0-1 0,9-4 0,17 2 0,-24 3 0,274-6 0,-8 2 0,-85-13-373,-1-7 0,-1-7 0,-2-9 0,-1-8-1,-3-7 1,275-127 0,-309 112 283,-3-6 0,-3-6 1,-4-5-1,-4-6 0,200-191 0,-234 190-89,-4-5-1,-4-3 1,-5-4-1,-5-3 1,-5-3-1,-4-3 1,60-149-1,-92 179 77,-4-1 1,-4-2-1,-4 0 0,-3-2 0,-5 0 0,5-116 0,-18 145 59,-2 0 0,-3 0 0,-3 0 0,-2 0 0,-3 2 0,-3-1 1,-2 1-1,-3 2 0,-2 0 0,-38-70 0,28 73 44,-2 1 0,-2 2 0,-3 1 0,-86-84 0,61 76 0,-3 2 0,-2 4 0,-77-44 0,25 27 0,-149-61 0,-134-26 0,-75-3-3,3 2 63,10-24 1782,438 169-1130,20 10-590,-1-1 0,1-1 0,-1 0 0,1 0 0,0 0 1,1-1-1,-1 0 0,1-1 0,-10-9 0,11 5-6355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1.670"/>
    </inkml:context>
    <inkml:brush xml:id="br0">
      <inkml:brushProperty name="width" value="0.05" units="cm"/>
      <inkml:brushProperty name="height" value="0.05" units="cm"/>
    </inkml:brush>
  </inkml:definitions>
  <inkml:trace contextRef="#ctx0" brushRef="#br0">542 19 24575,'1'-7'0,"-1"6"0,0 1 0,1 0 0,-1-1 0,0 1 0,0 0 0,0-1 0,0 1 0,0 0 0,0 0 0,0-1 0,0 1 0,0 0 0,0-1 0,0 1 0,0 0 0,0-1 0,-1 1 0,1 0 0,0 0 0,0-1 0,0 1 0,0 0 0,0-1 0,-1 1 0,1 0 0,0 0 0,0-1 0,0 1 0,-1 0 0,1 0 0,0 0 0,0-1 0,-1 1 0,1 0 0,0 0 0,0 0 0,-1 0 0,1 0 0,0 0 0,-1 0 0,1-1 0,0 1 0,-1 0 0,1 0 0,0 0 0,-1 0 0,1 0 0,0 0 0,0 0 0,-1 0 0,1 1 0,-1-1 0,-5-1 0,0 1 0,0 0 0,0 0 0,1 0 0,-1 1 0,0 0 0,-11 3 0,-43 17 0,37-13 0,-24 11 0,0 1 0,1 2 0,2 3 0,0 1 0,-52 42 0,88-63 0,1 2 0,0-1 0,0 1 0,0 0 0,1 1 0,-9 13 0,13-18 0,1 1 0,-1-1 0,1 0 0,-1 1 0,1-1 0,0 1 0,1-1 0,-1 1 0,1 0 0,-1-1 0,1 1 0,0 0 0,1-1 0,-1 1 0,0-1 0,1 1 0,0 0 0,0-1 0,0 1 0,3 5 0,3 5 0,1-1 0,0 0 0,1-1 0,0 1 0,20 18 0,62 51 0,-67-62 0,191 175-1365,-154-137-5461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5.758"/>
    </inkml:context>
    <inkml:brush xml:id="br0">
      <inkml:brushProperty name="width" value="0.05" units="cm"/>
      <inkml:brushProperty name="height" value="0.05" units="cm"/>
    </inkml:brush>
  </inkml:definitions>
  <inkml:trace contextRef="#ctx0" brushRef="#br0">13 0 24575,'-1'1'0,"1"0"0,0-1 0,0 1 0,-1 0 0,1-1 0,0 1 0,-1 0 0,1-1 0,0 1 0,-1-1 0,1 1 0,-1 0 0,1-1 0,-1 1 0,0-1 0,1 1 0,-2 0 0,-2 3 0,16-1 0,308-1 48,-132-3-352,788 33-2719,-1 29 1559,-912-56 1288,-20-1 41,1-1-1,-1-3 1,49-5-1,-60-2-2594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7.076"/>
    </inkml:context>
    <inkml:brush xml:id="br0">
      <inkml:brushProperty name="width" value="0.05" units="cm"/>
      <inkml:brushProperty name="height" value="0.05" units="cm"/>
    </inkml:brush>
  </inkml:definitions>
  <inkml:trace contextRef="#ctx0" brushRef="#br0">2755 191 24575,'1'-9'0,"0"1"0,0-1 0,5-13 0,2-18 0,-7 33 0,0 1 0,-1-1 0,0 0 0,-1 0 0,1 0 0,-3-9 0,3 14 0,-1 0 0,0 0 0,0 0 0,0 0 0,0 0 0,0 0 0,-1 0 0,1 0 0,0 0 0,-1 1 0,1-1 0,-1 1 0,0-1 0,0 1 0,1-1 0,-1 1 0,0 0 0,0 0 0,0 0 0,0 0 0,0 0 0,-1 1 0,-2-2 0,-10-1 0,-1 1 0,1 0 0,-1 1 0,1 1 0,-1 0 0,-28 5 0,-92 24 0,35 2 0,1 4 0,1 5 0,3 4 0,1 4 0,-95 65 0,119-65-91,2 3 0,2 3 0,-94 100 1,91-76-32,3 4 1,-89 142 0,-386 755-1288,263-340 1409,211-441 0,-58 273 0,85-250 0,10 1 0,9 2 0,16 445 0,25-425 0,11-1 0,9-2 0,107 351 0,71 43 0,-133-431 0,113 199 0,-145-312-14,3-2 0,4-2 0,4-4 0,4-2-1,3-3 1,3-3 0,110 86 0,-86-89-298,211 119-1,-221-147 369,3-3-1,178 54 0,-255-92-31,24 8 453,41 5 1,-69-14-318,1-1 0,0 0 1,-1-1-1,1 0 0,-1-1 1,1 0-1,-1 0 0,1-1 0,16-5 1,-24 6-203,1 0 1,-1 0 0,0 0 0,1 0-1,-1-1 1,0 1 0,0-1-1,0 0 1,0 1 0,0-1-1,0 0 1,-1 0 0,1 0 0,-1 0-1,1-1 1,-1 1 0,0 0-1,0-1 1,0 1 0,0 0 0,0-1-1,0 1 1,-1-1 0,1 0-1,-1 1 1,0-1 0,0 1 0,0-1-1,0-4 1,-4-10-6785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7.387"/>
    </inkml:context>
    <inkml:brush xml:id="br0">
      <inkml:brushProperty name="width" value="0.05" units="cm"/>
      <inkml:brushProperty name="height" value="0.05" units="cm"/>
    </inkml:brush>
  </inkml:definitions>
  <inkml:trace contextRef="#ctx0" brushRef="#br0">224 20 24575,'-1'-1'0,"0"0"0,0 0 0,0 0 0,0 0 0,0 0 0,0 0 0,1 0 0,-1 0 0,0 0 0,1 0 0,-1-1 0,1 1 0,-2-3 0,3 4 0,-1 0 0,0 0 0,1 0 0,-1-1 0,0 1 0,1 0 0,-1 0 0,1 0 0,-1 0 0,0 0 0,1-1 0,-1 1 0,1 0 0,-1 0 0,0 0 0,1 0 0,-1 0 0,1 0 0,-1 0 0,0 1 0,1-1 0,-1 0 0,0 0 0,1 0 0,-1 0 0,1 0 0,-1 1 0,1-1 0,43 20 0,-39-18 0,19 11 0,1 0 0,-2 2 0,0 1 0,-1 1 0,27 25 0,-40-32 0,0 0 0,0 0 0,-1 1 0,0 1 0,9 18 0,-14-23 0,1 1 0,-2 0 0,1-1 0,-1 1 0,0 1 0,-1-1 0,1 0 0,-2 0 0,1 17 0,-2-19 0,0 1 0,0-1 0,-1 1 0,1-1 0,-1 0 0,-1 0 0,1 1 0,-1-2 0,0 1 0,-1 0 0,-6 9 0,3-6 0,-1-1 0,-1 0 0,1 0 0,-1 0 0,0-1 0,-12 6 0,-9 4 0,-1-2 0,-1-1 0,-48 14 0,20-10-682,-103 18-1,145-34-6143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8.133"/>
    </inkml:context>
    <inkml:brush xml:id="br0">
      <inkml:brushProperty name="width" value="0.05" units="cm"/>
      <inkml:brushProperty name="height" value="0.05" units="cm"/>
    </inkml:brush>
  </inkml:definitions>
  <inkml:trace contextRef="#ctx0" brushRef="#br0">1 446 24575,'5'-6'0,"-1"0"0,1 0 0,-1 0 0,-1 0 0,1-1 0,-1 0 0,0 0 0,0 0 0,-1 0 0,3-13 0,-2 8 0,0 0 0,11-22 0,-6 20 0,1 1 0,0 0 0,1 1 0,0 0 0,1 0 0,0 1 0,1 0 0,1 1 0,-1 1 0,1 0 0,1 1 0,0 0 0,20-8 0,13-3 0,1 3 0,93-20 0,-3 11-687,223-12-1,145 26-1298,672 57 193,-11 125 613,-999-133 920,-3 7 1,302 126-1,-378-130 149,-2 4 0,-2 4-1,-2 3 1,-3 5 0,-2 2 0,106 106 0,-103-80 475,-5 4 1,-3 3 0,102 171 0,-125-175 791,-5 3 0,-4 2-1,-3 1 1,38 154 0,-43-83-503,-32-162-653,-1 1 0,1-1 0,0 0 0,0 0 0,1 0 0,-1 1 0,0-1 0,3 3 0,-4-8-39,0 0 0,0 1 0,0-1 0,0 0 0,-1 0 0,1 0 0,-1 1 0,1-1 0,-1 0 0,1 0 0,-1 1 0,-2-4 0,2 3-819,-6-12-5968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8.441"/>
    </inkml:context>
    <inkml:brush xml:id="br0">
      <inkml:brushProperty name="width" value="0.05" units="cm"/>
      <inkml:brushProperty name="height" value="0.05" units="cm"/>
    </inkml:brush>
  </inkml:definitions>
  <inkml:trace contextRef="#ctx0" brushRef="#br0">27 1 24575,'-1'0'0,"-1"0"0,1 0 0,0 0 0,0 0 0,0 0 0,0 0 0,0 0 0,-1 1 0,1-1 0,0 0 0,0 0 0,0 1 0,0-1 0,0 1 0,0-1 0,0 1 0,0 0 0,0-1 0,0 1 0,0 0 0,0 0 0,1-1 0,-2 3 0,2-2 0,0-1 0,0 1 0,0 0 0,0 0 0,0 0 0,0 0 0,0 0 0,0 0 0,0 0 0,1 0 0,-1 0 0,0 0 0,1 0 0,-1-1 0,1 1 0,-1 0 0,1 0 0,-1 0 0,1-1 0,0 1 0,-1 0 0,1-1 0,0 1 0,-1 0 0,1-1 0,0 1 0,1 0 0,61 56 0,-49-43 0,0-1 0,0 0 0,1-1 0,1 0 0,0-1 0,24 11 0,-32-19 0,0-1 0,0 0 0,0 0 0,0-1 0,0 0 0,0-1 0,0 0 0,1 0 0,-1-1 0,0 1 0,0-2 0,0 1 0,0-1 0,0-1 0,-1 1 0,1-1 0,-1-1 0,12-6 0,11-8 0,-1-1 0,53-46 0,-67 53 0,-12 10 21,23-18 294,-25 19-346,-1 1 0,0 0 0,1-1 0,-1 1 0,0 0 0,1 0 0,-1-1 0,1 1 0,-1 0 0,0 0 1,1 0-1,-1-1 0,1 1 0,-1 0 0,1 0 0,-1 0 0,0 0 0,1 0 0,-1 0 0,1 0 0,-1 0 0,1 0 0,-1 0 1,1 0-1,-1 0 0,1 0 0,-1 0 0,0 0 0,1 1 0,-1-1 0,1 0 0,-1 0 0,1 1 0,-1-1 0,0 0 0,1 0 1,-1 1-1,0-1 0,1 0 0,-1 1 0,0-1 0,0 0 0,1 1 0,-1-1 0,0 1 0,0-1 0,1 0 0,-1 1 1,0-1-1,0 1 0,0-1 0,0 1 0,0-1 0,0 1 0,0 13-6795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9.029"/>
    </inkml:context>
    <inkml:brush xml:id="br0">
      <inkml:brushProperty name="width" value="0.05" units="cm"/>
      <inkml:brushProperty name="height" value="0.05" units="cm"/>
    </inkml:brush>
  </inkml:definitions>
  <inkml:trace contextRef="#ctx0" brushRef="#br0">1184 73 24575,'-1'-1'0,"1"1"0,0-1 0,0 0 0,0 1 0,-1-1 0,1 0 0,0 1 0,-1-1 0,1 1 0,-1-1 0,1 0 0,-1 1 0,1-1 0,-1 1 0,1 0 0,-1-1 0,1 1 0,-1-1 0,1 1 0,-1 0 0,0-1 0,1 1 0,-1 0 0,0 0 0,1-1 0,-1 1 0,-1 0 0,-22-4 0,22 4 0,-766-20 0,612 30 0,135-7 0,0 1 0,0 0 0,0 2 0,1 1 0,-23 10 0,37-14 0,-1 0 0,2 1 0,-1-1 0,0 1 0,1 0 0,0 1 0,0-1 0,-9 11 0,13-13 0,-1 0 0,1 1 0,0-1 0,0 0 0,-1 0 0,2 1 0,-1-1 0,0 1 0,0-1 0,1 0 0,-1 1 0,1-1 0,0 1 0,0 0 0,0-1 0,0 1 0,0-1 0,0 1 0,1-1 0,-1 1 0,1-1 0,0 1 0,0-1 0,0 0 0,0 1 0,2 2 0,2 2 0,0 0 0,1-1 0,0 1 0,0-1 0,1 0 0,0 0 0,0-1 0,0 0 0,1 0 0,-1-1 0,14 6 0,15 4 0,47 14 0,-78-26 0,91 24-91,105 13 1,102 2-254,-287-39 327,299 27-101,-219-25 123,122-11-1,-211 6-4,24-2 0,40-8 0,-62 9 0,-1 0 0,1-1 0,-1 0 0,0 0 0,0-1 0,-1 0 0,1 0 0,-1-1 0,10-8 0,-14 11 6,-1 0-1,0 0 0,0 0 1,0-1-1,0 1 1,0-1-1,0 1 0,-1-1 1,1 0-1,-1 0 0,1 0 1,-1 0-1,0 0 0,-1 0 1,1 0-1,0 0 0,-1 0 1,1-6-1,-2 4 14,0 0-1,0 1 1,0-1 0,0 0-1,-1 1 1,1 0 0,-1-1-1,0 1 1,-1 0 0,1 0-1,-5-6 1,-3-2 27,-2-1 1,1 2-1,-2 0 1,1 0-1,-1 1 1,-18-10-1,-14-5-46,-1 2 0,-1 2 0,-1 2 0,-1 2 0,-97-20 0,26 17 0,-168-7 0,-170 28-1365,380 4-5461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09.666"/>
    </inkml:context>
    <inkml:brush xml:id="br0">
      <inkml:brushProperty name="width" value="0.05" units="cm"/>
      <inkml:brushProperty name="height" value="0.05" units="cm"/>
    </inkml:brush>
  </inkml:definitions>
  <inkml:trace contextRef="#ctx0" brushRef="#br0">73 0 24575,'-4'68'0,"-2"-1"0,-20 83 0,12-76 0,-8 111 0,21-161 0,2 0 0,0-1 0,1 1 0,1 0 0,2-1 0,0 0 0,1 0 0,18 41 0,-20-55 0,1 1 0,0-1 0,1 0 0,0 0 0,1-1 0,0 1 0,0-2 0,0 1 0,1-1 0,0 0 0,1 0 0,0-1 0,0-1 0,0 1 0,0-1 0,1-1 0,0 0 0,0 0 0,0-1 0,1 0 0,-1-1 0,16 2 0,258 19 0,-93-11 0,-135-6 0,0-3 0,73-6 0,-110 1 0,1 0 0,-1-2 0,0 0 0,0-2 0,0 0 0,0-1 0,-1-1 0,-1 0 0,1-1 0,19-15 0,-18 10 0,-1-1 0,-1 0 0,0-2 0,-2 0 0,1-1 0,-2 0 0,-1-1 0,0-1 0,-1 0 0,11-28 0,-11 21 0,-3-1 0,0 0 0,-1 0 0,-2-1 0,-1 0 0,-1-1 0,-1-50 0,-7 13 0,-3 1 0,-24-103 0,31 211 0,-2-10 0,6 100-341,4-1 0,7-1-1,54 222 1,-60-318-6485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11.698"/>
    </inkml:context>
    <inkml:brush xml:id="br0">
      <inkml:brushProperty name="width" value="0.05" units="cm"/>
      <inkml:brushProperty name="height" value="0.05" units="cm"/>
    </inkml:brush>
  </inkml:definitions>
  <inkml:trace contextRef="#ctx0" brushRef="#br0">179 98 24575,'-11'4'0,"1"0"0,0-1 0,-1 0 0,0-1 0,-14 2 0,-3 0 0,12-1 0,10-3 0,0 1 0,0 0 0,1 0 0,-1 1 0,0 0 0,1 0 0,-11 5 0,16-7 0,0 0 0,0 1 0,0-1 0,0 0 0,0 0 0,0 0 0,0 1 0,0-1 0,0 0 0,0 0 0,0 0 0,0 1 0,0-1 0,0 0 0,0 0 0,0 0 0,0 0 0,0 1 0,0-1 0,0 0 0,0 0 0,0 0 0,0 1 0,0-1 0,1 0 0,-1 0 0,0 0 0,0 0 0,0 0 0,0 1 0,0-1 0,1 0 0,-1 0 0,0 0 0,0 0 0,0 0 0,0 0 0,1 0 0,-1 0 0,0 1 0,0-1 0,0 0 0,1 0 0,-1 0 0,0 0 0,0 0 0,0 0 0,1 0 0,-1 0 0,0 0 0,0 0 0,0 0 0,1 0 0,-1-1 0,0 1 0,17 3 0,78 1 0,103-8 0,-128 1 0,1754-123-4043,-1737 115 3352,-24 1-2766</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11.966"/>
    </inkml:context>
    <inkml:brush xml:id="br0">
      <inkml:brushProperty name="width" value="0.05" units="cm"/>
      <inkml:brushProperty name="height" value="0.05" units="cm"/>
    </inkml:brush>
  </inkml:definitions>
  <inkml:trace contextRef="#ctx0" brushRef="#br0">57 180 24575,'-9'5'0,"2"-2"0,1 0 0,0 0 0,0 1 0,1 0 0,-9 7 0,14-11 0,0 0 0,-1 0 0,1 0 0,0 0 0,0 1 0,-1-1 0,1 0 0,0 0 0,0 0 0,0 1 0,0-1 0,0 0 0,-1 0 0,1 1 0,0-1 0,0 0 0,0 0 0,0 1 0,0-1 0,0 0 0,0 1 0,0-1 0,0 0 0,0 0 0,0 1 0,0-1 0,0 0 0,0 1 0,0-1 0,0 0 0,0 0 0,0 1 0,0-1 0,1 0 0,9 4 0,21-3 0,-28-1 0,337-38 31,-163 15-257,1326-123-752,-1366 132 978,-114 9-1169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20.236"/>
    </inkml:context>
    <inkml:brush xml:id="br0">
      <inkml:brushProperty name="width" value="0.05" units="cm"/>
      <inkml:brushProperty name="height" value="0.05" units="cm"/>
    </inkml:brush>
  </inkml:definitions>
  <inkml:trace contextRef="#ctx0" brushRef="#br0">29 93 24575,'-13'1'0,"-2"-1"0,23-1 0,671-52 0,-410 33 0,-262 20-195,1-1 0,-1 0 0,0 0 0,0-1 0,1 0 0,7-3 0,-1-3-6631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20.515"/>
    </inkml:context>
    <inkml:brush xml:id="br0">
      <inkml:brushProperty name="width" value="0.05" units="cm"/>
      <inkml:brushProperty name="height" value="0.05" units="cm"/>
    </inkml:brush>
  </inkml:definitions>
  <inkml:trace contextRef="#ctx0" brushRef="#br0">12 2 24575,'0'-1'0,"0"1"0,-1 0 0,1 0 0,0 0 0,-1 0 0,1 0 0,0 0 0,-1 0 0,1 0 0,0 0 0,-1 0 0,1 0 0,0 0 0,-1 0 0,1 0 0,0 0 0,-1 0 0,1 0 0,0 0 0,0 0 0,-1 0 0,1 0 0,0 0 0,-1 1 0,1-1 0,0 0 0,0 0 0,-1 0 0,1 1 0,0-1 0,0 0 0,-1 0 0,1 1 0,0-1 0,0 0 0,0 1 0,0-1 0,-1 0 0,1 0 0,0 1 0,0-1 0,0 0 0,0 1 0,0-1 0,0 0 0,0 1 0,13 14 0,27 12 0,-40-26 0,59 31 0,33 21 0,-84-47 0,0-1 0,-1 2 0,0-1 0,0 1 0,0 0 0,-1 0 0,0 0 0,7 13 0,-12-18 9,0 0 0,0 0 0,0 0 0,0 0 0,-1 0 0,1 0 0,-1 0 0,1 0 0,-1 0 0,0 1 0,1-1 0,-1 0 0,0 0 0,-1 0 0,1 0 0,0 1 0,-1-1 0,0 4 0,-1-3 6,0 0 1,1 0-1,-1 0 1,0 0-1,0-1 1,0 1 0,-1-1-1,1 1 1,-1-1-1,-5 4 1,-3 1-358,-1 0 1,-1-1 0,1 0-1,-23 6 1,-14 3-6485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20.945"/>
    </inkml:context>
    <inkml:brush xml:id="br0">
      <inkml:brushProperty name="width" value="0.05" units="cm"/>
      <inkml:brushProperty name="height" value="0.05" units="cm"/>
    </inkml:brush>
  </inkml:definitions>
  <inkml:trace contextRef="#ctx0" brushRef="#br0">353 167 24575,'10'-10'0,"-3"3"0,0 0 0,0 0 0,0-1 0,-1 1 0,6-12 0,-11 17 0,0 0 0,0 1 0,0-1 0,-1 0 0,1 0 0,-1 0 0,1 1 0,-1-1 0,0 0 0,1 0 0,-1 0 0,0 0 0,0 0 0,-1 0 0,1 1 0,0-1 0,0 0 0,-1 0 0,0 0 0,1 0 0,-1 1 0,0-1 0,0 0 0,1 1 0,-1-1 0,-1 1 0,1-1 0,0 1 0,0-1 0,-1 1 0,1 0 0,0-1 0,-1 1 0,-1-1 0,-6-4 0,0 1 0,0 0 0,0 1 0,-1 0 0,1 0 0,-1 1 0,0 0 0,0 1 0,0 0 0,0 1 0,-13-1 0,2 1 0,1 2 0,-1 0 0,1 1 0,-34 7 0,45-6 0,0-1 0,0 2 0,0-1 0,0 1 0,1 1 0,0-1 0,0 1 0,0 1 0,0-1 0,1 1 0,-8 8 0,13-11 0,-1 0 0,1-1 0,0 1 0,0 0 0,0 0 0,0 0 0,1 0 0,-1 0 0,1 1 0,0-1 0,0 0 0,0 1 0,0-1 0,1 1 0,-1-1 0,1 1 0,0-1 0,0 1 0,0-1 0,1 1 0,-1-1 0,1 0 0,0 1 0,0-1 0,0 1 0,0-1 0,0 0 0,1 0 0,-1 0 0,1 0 0,0 0 0,0 0 0,3 3 0,1 1 0,1-1 0,0 1 0,0-1 0,1-1 0,0 1 0,0-1 0,0-1 0,0 1 0,1-1 0,0-1 0,0 1 0,0-2 0,0 1 0,0-1 0,15 1 0,8 0 0,-1-1 0,1-2 0,42-4 0,-46 1 0,0-1 0,0-1 0,-1-1 0,0-1 0,0-2 0,-1 0 0,36-19 0,-57 25 0,0 0 0,-1 0 0,1 0 0,-1-1 0,0 0 0,0 1 0,0-1 0,0-1 0,3-4 0,-6 7 0,0 0 0,0 0 0,0 0 0,0 0 0,0-1 0,-1 1 0,1 0 0,-1 0 0,1 0 0,-1-1 0,0 1 0,0 0 0,0 0 0,0-1 0,0 1 0,-1 0 0,1 0 0,-1-1 0,1 1 0,-1 0 0,0 0 0,0 0 0,0 0 0,-2-3 0,-2-2-114,-1 0 1,-1 0-1,1 1 0,-1 0 0,0 0 1,-1 1-1,1 0 0,-1 0 0,0 1 1,0 0-1,-10-4 0,-22-9-6712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21.334"/>
    </inkml:context>
    <inkml:brush xml:id="br0">
      <inkml:brushProperty name="width" value="0.05" units="cm"/>
      <inkml:brushProperty name="height" value="0.05" units="cm"/>
    </inkml:brush>
  </inkml:definitions>
  <inkml:trace contextRef="#ctx0" brushRef="#br0">19 0 24575,'-8'122'0,"0"-24"0,6-35 0,2 1 0,3-1 0,3 0 0,3 0 0,22 84 0,-28-136 0,1 6 0,1 0 0,1-1 0,1 1 0,16 29 0,-22-45 0,0 0 0,0 1 0,0-1 0,0 0 0,0 0 0,0 0 0,0 0 0,1 0 0,-1 0 0,0-1 0,1 1 0,-1 0 0,1-1 0,-1 1 0,1-1 0,-1 1 0,1-1 0,-1 0 0,1 1 0,-1-1 0,1 0 0,-1 0 0,3 0 0,3-1 0,1-1 0,-1 1 0,0-1 0,7-3 0,11-3 0,123-13 0,-95 15 0,90-21 0,-138 26-85,0-1 0,0 1-1,0-1 1,0 0 0,-1-1-1,1 1 1,-1-1 0,1 0-1,-1 0 1,0 0 0,0-1-1,0 1 1,-1-1 0,1 0-1,3-6 1,1-5-6741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21.570"/>
    </inkml:context>
    <inkml:brush xml:id="br0">
      <inkml:brushProperty name="width" value="0.05" units="cm"/>
      <inkml:brushProperty name="height" value="0.05" units="cm"/>
    </inkml:brush>
  </inkml:definitions>
  <inkml:trace contextRef="#ctx0" brushRef="#br0">57 137 24575,'-14'-50'0,"10"33"0,-1 1 0,-12-29 0,17 45 0,0-1 0,-1 1 0,1-1 0,0 1 0,0-1 0,0 1 0,-1 0 0,1-1 0,0 1 0,-1-1 0,1 1 0,0-1 0,-1 1 0,1 0 0,0-1 0,-1 1 0,1 0 0,-1-1 0,1 1 0,-1 0 0,1 0 0,-1-1 0,0 1 0,-4 9 0,3 23 0,1-31 0,2 100 156,17 121 0,1 11-1833,-18-198-5149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5.651"/>
    </inkml:context>
    <inkml:brush xml:id="br0">
      <inkml:brushProperty name="width" value="0.05" units="cm"/>
      <inkml:brushProperty name="height" value="0.05" units="cm"/>
    </inkml:brush>
  </inkml:definitions>
  <inkml:trace contextRef="#ctx0" brushRef="#br0">178 608 24575,'0'-15'0,"0"4"0,1 22 0,14 123 0,6 91 0,-19-173 0,-2 0 0,-12 101 0,12-150 0,-1 0 0,0 1 0,0-1 0,0 0 0,0 0 0,0 0 0,-1-1 0,-1 5 0,2-7 0,1 0 0,0 1 0,0-1 0,0 0 0,-1 0 0,1 1 0,0-1 0,0 0 0,0 0 0,-1 0 0,1 0 0,0 0 0,-1 1 0,1-1 0,0 0 0,0 0 0,-1 0 0,1 0 0,0 0 0,0 0 0,-1 0 0,1 0 0,0 0 0,-1 0 0,1 0 0,0 0 0,0 0 0,-1 0 0,1 0 0,0 0 0,0 0 0,-1-1 0,-9-14 0,0-15 0,3-1 0,0 1 0,2-1 0,-2-37 0,6 55 0,-9-101 0,4-1 0,6 0 0,19-154 0,-13 229 0,2 0 0,1 1 0,18-47 0,-21 71 0,0 0 0,1 0 0,1 1 0,0 0 0,1 0 0,0 1 0,1 0 0,1 1 0,0 0 0,24-20 0,-28 27 0,0 1 0,0 0 0,0 0 0,1 0 0,0 1 0,-1 0 0,1 1 0,0 0 0,1 0 0,-1 1 0,0-1 0,0 2 0,1-1 0,-1 1 0,0 1 0,1 0 0,-1 0 0,0 0 0,0 1 0,0 0 0,14 6 0,-13-4 0,-1 0 0,0 0 0,0 1 0,0 0 0,0 1 0,-1 0 0,0 0 0,0 0 0,-1 1 0,1 0 0,-2 0 0,1 1 0,-1 0 0,0-1 0,0 2 0,-1-1 0,0 1 0,-1-1 0,3 12 0,-3-5 0,-1-1 0,-1 1 0,0-1 0,-1 1 0,0 0 0,-1-1 0,-1 1 0,-1-1 0,0 1 0,0-1 0,-2 0 0,0 0 0,0-1 0,-9 17 0,-7 7 0,-1 0 0,-2-2 0,-46 54 0,7-20 0,-3-4 0,-2-2 0,-3-4 0,-115 74 0,186-133 0,0-1 0,0 1 0,0 0 0,0 0 0,0 0 0,1 0 0,-1 0 0,0 0 0,0 0 0,0 0 0,0 0 0,0 1 0,0-1 0,0 0 0,0 0 0,0 0 0,0 0 0,0 0 0,0 0 0,0 0 0,1 0 0,-1 0 0,0 0 0,0 0 0,0 0 0,0 0 0,0 0 0,0 0 0,0 0 0,0 0 0,0 0 0,0 0 0,0 0 0,0 0 0,0 1 0,0-1 0,0 0 0,0 0 0,0 0 0,0 0 0,0 0 0,0 0 0,0 0 0,0 0 0,0 0 0,0 0 0,0 0 0,0 0 0,0 1 0,0-1 0,0 0 0,0 0 0,0 0 0,0 0 0,0 0 0,14-1 0,27-4 0,-31 4 0,13-2 0,0 2 0,0 0 0,1 2 0,-1 1 0,0 0 0,0 2 0,0 1 0,-1 0 0,0 2 0,41 18 0,-31-9 0,-1 1 0,0 1 0,-2 2 0,0 1 0,-1 1 0,36 38 0,-7-4-1365,-38-40-5461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6.024"/>
    </inkml:context>
    <inkml:brush xml:id="br0">
      <inkml:brushProperty name="width" value="0.05" units="cm"/>
      <inkml:brushProperty name="height" value="0.05" units="cm"/>
    </inkml:brush>
  </inkml:definitions>
  <inkml:trace contextRef="#ctx0" brushRef="#br0">0 375 24575,'11'-44'0,"-10"36"0,1 0 0,-1 1 0,1-1 0,1 1 0,-1 0 0,1 0 0,1 0 0,7-13 0,-11 20 0,0 0 0,0 0 0,0 0 0,0-1 0,1 1 0,-1 0 0,0 0 0,0 0 0,0 0 0,0 0 0,0 0 0,0 0 0,1-1 0,-1 1 0,0 0 0,0 0 0,0 0 0,0 0 0,0 0 0,1 0 0,-1 0 0,0 0 0,0 0 0,0 0 0,0 0 0,1 0 0,-1 0 0,0 0 0,0 0 0,0 0 0,0 0 0,1 0 0,-1 0 0,0 0 0,0 0 0,0 0 0,0 0 0,0 0 0,1 1 0,-1-1 0,0 0 0,0 0 0,0 0 0,0 0 0,0 0 0,0 0 0,1 0 0,-1 1 0,0-1 0,4 13 0,0 16 0,-2 28 0,-3 1 0,-8 60 0,-30 114 0,35-215 0,3-20 0,5-30 0,18-156 0,6-40 0,-19 174 0,3 0 0,20-57 0,-28 101 0,1-1 0,-1 1 0,2 0 0,10-16 0,-15 25 0,0 0 0,1 0 0,-1 0 0,1 0 0,-1 0 0,1 1 0,0-1 0,0 1 0,0-1 0,0 1 0,0 0 0,0-1 0,0 1 0,0 0 0,0 1 0,1-1 0,-1 0 0,0 0 0,1 1 0,-1 0 0,0-1 0,1 1 0,-1 0 0,1 0 0,-1 0 0,0 1 0,1-1 0,-1 0 0,4 2 0,2 2 0,-1-1 0,1 2 0,-1-1 0,0 1 0,-1 0 0,1 0 0,-1 1 0,0 0 0,0 0 0,-1 1 0,0-1 0,7 11 0,6 14 0,23 50 0,-35-67 0,21 47-273,-3 2 0,-2 1 0,-4 1 0,16 96 0,-29-125-6553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6.553"/>
    </inkml:context>
    <inkml:brush xml:id="br0">
      <inkml:brushProperty name="width" value="0.05" units="cm"/>
      <inkml:brushProperty name="height" value="0.05" units="cm"/>
    </inkml:brush>
  </inkml:definitions>
  <inkml:trace contextRef="#ctx0" brushRef="#br0">100 758 24575,'-5'-1'0,"-1"1"0,1 0 0,0-1 0,0 0 0,-1 0 0,1-1 0,0 0 0,0 0 0,1 0 0,-1 0 0,0-1 0,1 1 0,-1-1 0,-5-5 0,8 6 0,1 1 0,-1-1 0,0 0 0,1 0 0,-1 0 0,1 0 0,0 0 0,0 0 0,0 0 0,0 0 0,0-1 0,0 1 0,1 0 0,-1-1 0,1 1 0,-1 0 0,1-1 0,0 1 0,0 0 0,0-1 0,0 1 0,0-1 0,1 1 0,-1 0 0,1-1 0,-1 1 0,1 0 0,0 0 0,0-1 0,0 1 0,0 0 0,3-4 0,3-3 0,1-1 0,0 1 0,1 0 0,-1 1 0,2 0 0,-1 0 0,1 1 0,13-7 0,12-6 0,41-15 0,100-34 0,-143 58 0,0 2 0,1 1 0,49-5 0,-80 13 0,-1-1 0,1 1 0,0 0 0,-1 0 0,1 0 0,-1 1 0,1-1 0,0 1 0,-1-1 0,1 1 0,-1 0 0,1 0 0,-1 0 0,1 0 0,-1 0 0,0 0 0,3 3 0,-3-2 0,0 1 0,0-1 0,-1 0 0,1 1 0,-1-1 0,0 1 0,0 0 0,0-1 0,0 1 0,0 0 0,0 0 0,-1-1 0,1 1 0,-1 0 0,0 5 0,23 277 0,-13-215 0,38 137 0,-42-191 0,-6-20 0,-7-29 0,-52-152 0,-24-98 0,72 237 0,3 0 0,1-1 0,3 0 0,1-55 0,3 88 0,2 1 0,-1-1 0,1 1 0,1-1 0,1 1 0,0 0 0,0 0 0,11-20 0,-11 26 0,1 0 0,0 0 0,0 0 0,0 0 0,1 1 0,0 0 0,0 0 0,1 0 0,0 1 0,0 0 0,0 0 0,0 1 0,1 0 0,14-5 0,-8 4 0,1 2 0,-1-1 0,1 2 0,-1 0 0,1 1 0,0 0 0,0 1 0,0 1 0,-1 1 0,21 3 0,-27-3 0,0 0 0,0 0 0,1 0 0,-2 1 0,1 0 0,0 1 0,-1 0 0,1 0 0,-1 0 0,0 1 0,0 0 0,-1 1 0,0-1 0,0 1 0,0 0 0,0 1 0,-1 0 0,0 0 0,6 11 0,-10-13 0,1 0 0,-1 0 0,0 1 0,0-1 0,0 0 0,-1 1 0,0-1 0,0 0 0,0 1 0,-1-1 0,1 0 0,-1 1 0,-1-1 0,1 0 0,-1 0 0,0 0 0,0 0 0,0 0 0,-1 0 0,-6 8 0,-2 3 0,0-1 0,-2 0 0,0-1 0,-22 19 0,4-8-682,-49 31-1,28-25-6143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7.411"/>
    </inkml:context>
    <inkml:brush xml:id="br0">
      <inkml:brushProperty name="width" value="0.05" units="cm"/>
      <inkml:brushProperty name="height" value="0.05" units="cm"/>
    </inkml:brush>
  </inkml:definitions>
  <inkml:trace contextRef="#ctx0" brushRef="#br0">349 268 24575,'-1'-4'0,"0"0"0,0 0 0,-1 0 0,1 0 0,-1 1 0,0-1 0,0 1 0,-4-5 0,-2-7 0,8 14 0,-1 0 0,1 0 0,-1-1 0,0 1 0,1 0 0,-1 0 0,0-1 0,0 1 0,1 0 0,-1 0 0,0 0 0,0 0 0,0 0 0,-1 1 0,1-1 0,-2-1 0,3 2 0,-1 0 0,1 0 0,-1 1 0,1-1 0,-1 0 0,1 0 0,-1 1 0,1-1 0,0 0 0,-1 1 0,1-1 0,-1 0 0,1 1 0,0-1 0,-1 1 0,1-1 0,0 0 0,0 1 0,-1-1 0,1 1 0,0-1 0,0 1 0,0-1 0,0 1 0,-1-1 0,1 1 0,0-1 0,0 2 0,-2 10 0,0 1 0,0 18 0,2-21 0,-36 503 0,31-479 0,-2-24 0,7-10 0,-1 0 0,1 0 0,-1 0 0,1 0 0,-1-1 0,1 1 0,-1 0 0,1-1 0,-1 1 0,1 0 0,-1 0 0,1-1 0,0 1 0,-1-1 0,1 1 0,0 0 0,-1-1 0,1 1 0,0-1 0,-1 1 0,1-1 0,0 1 0,0-1 0,0 1 0,-1-2 0,-18-43 0,1-1 0,-12-56 0,3 13 0,-10-20 0,-57-204 0,93 310 0,-1-6 0,0 0 0,1-1 0,0 1 0,0 0 0,1-16 0,0 23 0,1 0 0,-1 0 0,0 0 0,1 0 0,0 1 0,-1-1 0,1 0 0,0 0 0,0 0 0,0 0 0,0 1 0,0-1 0,1 1 0,-1-1 0,0 1 0,1-1 0,-1 1 0,1 0 0,-1-1 0,1 1 0,0 0 0,0 0 0,-1 0 0,1 1 0,0-1 0,0 0 0,0 1 0,0-1 0,0 1 0,0-1 0,4 1 0,7-1 0,-1 1 0,1 0 0,0 1 0,0 1 0,-1 0 0,1 1 0,13 4 0,86 36 0,-102-39 0,8 3 0,0 1 0,-1 1 0,0 1 0,27 19 0,-40-26 0,0 1 0,0 0 0,0 0 0,0 0 0,0 1 0,-1-1 0,0 1 0,0 0 0,0 0 0,-1 0 0,0 0 0,0 1 0,0-1 0,0 1 0,-1-1 0,0 1 0,0-1 0,-1 1 0,1 0 0,-2 9 0,0-6 0,0 0 0,-1 0 0,-1 0 0,1-1 0,-2 1 0,-6 14 0,8-20 0,2-2 0,-1 0 0,1 1 0,-1-1 0,1 0 0,0 0 0,0 1 0,-1-1 0,1 0 0,0 1 0,0-1 0,0 0 0,1 0 0,-1 1 0,0-1 0,0 0 0,1 0 0,-1 1 0,0-1 0,1 0 0,0 0 0,-1 0 0,1 0 0,0 1 0,-1-1 0,1 0 0,0 0 0,0-1 0,0 1 0,0 0 0,0 0 0,1 1 0,5 3 0,0-1 0,0 0 0,0 0 0,9 3 0,2 1 0,-1 2 0,0 0 0,-1 1 0,0 0 0,-1 1 0,-1 1 0,26 28 0,-36-36 0,-1 0 0,1 0 0,-1 0 0,1 0 0,-2 0 0,1 1 0,0 0 0,-1-1 0,0 1 0,-1 0 0,1 0 0,-1 0 0,0 0 0,0 0 0,-1 0 0,0 0 0,0 0 0,0 1 0,-1-1 0,0 0 0,0 0 0,-1 0 0,0 0 0,0-1 0,-4 11 0,-1-4 0,-1-1 0,0 0 0,0 0 0,-1-1 0,-1 0 0,1-1 0,-2 0 0,1 0 0,-21 12 0,6-6 0,0-2 0,-1 0 0,-44 14 0,61-23 0,0-1 0,0 0 0,-1-1 0,1 0 0,-1 0 0,0-1 0,1 0 0,-1-1 0,0 0 0,-18-3 0,26 3 14,1 0 1,-1-1-1,1 1 0,0-1 0,-1 1 1,1-1-1,-1 0 0,1 1 0,0-1 0,0 0 1,-1 0-1,1 0 0,0 0 0,0 0 1,0 0-1,0-1 0,0 1 0,0 0 0,0 0 1,1-1-1,-1 1 0,0 0 0,0-3 1,0 1-186,1-1 0,0 1 1,-1 0-1,1-1 0,0 1 1,1-1-1,-1 1 0,1 0 1,1-5-1,7-25-6655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7.701"/>
    </inkml:context>
    <inkml:brush xml:id="br0">
      <inkml:brushProperty name="width" value="0.05" units="cm"/>
      <inkml:brushProperty name="height" value="0.05" units="cm"/>
    </inkml:brush>
  </inkml:definitions>
  <inkml:trace contextRef="#ctx0" brushRef="#br0">0 103 24575,'51'-27'0,"43"-20"0,-81 41 0,0 1 0,1 1 0,0 0 0,27-4 0,-40 8 0,0-1 0,-1 1 0,1 0 0,0 0 0,0 0 0,-1-1 0,1 1 0,0 0 0,0 0 0,-1 0 0,1 1 0,0-1 0,0 0 0,-1 0 0,1 0 0,0 0 0,0 1 0,-1-1 0,1 0 0,0 1 0,-1-1 0,1 1 0,0-1 0,-1 0 0,1 1 0,-1-1 0,1 1 0,-1 0 0,1-1 0,-1 1 0,1-1 0,-1 1 0,1 0 0,-1-1 0,0 1 0,0 0 0,1 0 0,-1-1 0,0 1 0,0 0 0,0 0 0,0-1 0,1 1 0,-1 0 0,0 0 0,0-1 0,-1 2 0,0 4 0,0 0 0,-1-1 0,0 1 0,0-1 0,-3 7 0,2-6 0,-8 20 0,1 1 0,1 1 0,2-1 0,1 1 0,0 0 0,2 1 0,2-1 0,0 39 0,3-52 0,0-1 0,1 1 0,0-1 0,1 0 0,1 0 0,0 0 0,1 0 0,1 0 0,0-1 0,1 0 0,0 0 0,0-1 0,2 0 0,0 0 0,0-1 0,1 0 0,0-1 0,14 11 0,-16-14 0,1-1 0,0 0 0,1-1 0,-1 0 0,1 0 0,0-1 0,1 0 0,-1-1 0,0 0 0,1-1 0,18 2 0,-23-4 0,0 1 0,-1-2 0,1 1 0,0-1 0,-1 0 0,1 0 0,0 0 0,-1-1 0,0 0 0,1 0 0,-1-1 0,0 1 0,0-1 0,0 0 0,0 0 0,-1-1 0,1 1 0,-1-1 0,0 0 0,0 0 0,0-1 0,-1 1 0,6-9 0,-5 4 0,1 0 0,-2 0 0,1-1 0,-1 1 0,-1-1 0,0 1 0,0-1 0,-1 0 0,0 0 0,0 0 0,-1 0 0,-1 0 0,0 0 0,0 1 0,-1-1 0,-4-13 0,2 7 0,-2-1 0,0 2 0,0-1 0,-2 1 0,0 0 0,-1 0 0,0 1 0,-21-24 0,21 28 31,-1 1 0,-1 0 0,1 0 0,-1 1 0,0 1 0,-1 0 0,0 0 0,0 1 1,-1 1-1,-18-6 0,13 6-245,0 1 1,0 1 0,0 1-1,0 1 1,-1 0 0,1 1-1,-19 3 1,-50 9-6613</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8.263"/>
    </inkml:context>
    <inkml:brush xml:id="br0">
      <inkml:brushProperty name="width" value="0.05" units="cm"/>
      <inkml:brushProperty name="height" value="0.05" units="cm"/>
    </inkml:brush>
  </inkml:definitions>
  <inkml:trace contextRef="#ctx0" brushRef="#br0">21 206 24575,'-7'-8'0,"-4"-2"0,9 14 0,4 9 0,16 49 0,4-1 0,1-1 0,41 72 0,-55-114 0,0-1 0,2 0 0,0 0 0,1-1 0,1 0 0,0-1 0,30 25 0,-35-34 0,0 0 0,0 0 0,1-1 0,0-1 0,0 0 0,0 0 0,1 0 0,-1-1 0,1-1 0,0 1 0,0-2 0,0 1 0,0-2 0,0 1 0,0-1 0,0-1 0,17-2 0,-17 1 0,0 0 0,0-1 0,-1 0 0,1-1 0,-1 0 0,0 0 0,0-1 0,0 0 0,0-1 0,-1 1 0,13-13 0,-11 7 0,0 1 0,-1-2 0,-1 1 0,1-1 0,-2 0 0,0-1 0,9-20 0,-6 2 0,0 0 0,-2 0 0,-2-1 0,0 0 0,-2 0 0,-1-54 0,-9-48 0,4 116 0,0 0 0,-2 0 0,0 0 0,-2 0 0,-7-19 0,7 26 342,5 11-376,1 0 1,0 0-1,0 0 1,0 0-1,0 0 1,0 0-1,-1 0 1,1-1-1,0 1 1,0 0-1,0 0 1,0 0 0,-1 0-1,1 0 1,0 0-1,0 0 1,0 0-1,0 0 1,-1 0-1,1 0 1,0 0-1,0 0 1,0 0-1,-1 0 1,1 0 0,0 0-1,0 0 1,0 0-1,0 0 1,-1 1-1,1-1 1,0 0-1,0 0 1,0 0-1,0 0 1,0 0-1,-1 0 1,1 0-1,0 1 1,0-1 0,0 0-1,0 0 1,0 0-1,0 0 1,0 0-1,0 1 1,0-1-1,0 0 1,-1 0-1,1 1 1,-3 9-6793</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8.620"/>
    </inkml:context>
    <inkml:brush xml:id="br0">
      <inkml:brushProperty name="width" value="0.05" units="cm"/>
      <inkml:brushProperty name="height" value="0.05" units="cm"/>
    </inkml:brush>
  </inkml:definitions>
  <inkml:trace contextRef="#ctx0" brushRef="#br0">32 174 24575,'-1'-7'0,"0"0"0,0 0 0,-1 0 0,0 0 0,0 1 0,-4-9 0,-5-17 0,9 25 0,1 1 0,0-1 0,0 0 0,1 0 0,0 1 0,0-8 0,0 12 0,0 1 0,0 0 0,1-1 0,-1 1 0,0 0 0,1 0 0,-1-1 0,1 1 0,-1 0 0,1 0 0,-1 0 0,1 0 0,0 0 0,-1 0 0,1 0 0,0 0 0,0 0 0,0 0 0,0 0 0,0 0 0,0 0 0,0 1 0,0-1 0,0 0 0,1 1 0,-1-1 0,0 1 0,0-1 0,0 1 0,1 0 0,-1 0 0,0-1 0,0 1 0,1 0 0,-1 0 0,0 0 0,1 0 0,-1 0 0,2 1 0,3 0 0,1 1 0,0 0 0,-1 1 0,0-1 0,1 1 0,-1 0 0,0 1 0,0-1 0,-1 1 0,1 1 0,-1-1 0,7 8 0,4 4 0,-1 1 0,17 27 0,-20-28 0,-1 0 0,-1 1 0,-1 1 0,-1 0 0,0 0 0,-1 1 0,-1-1 0,-1 2 0,-1-1 0,0 0 0,1 25 0,-5-41 0,-1-1 0,1 1 0,0 0 0,-1 0 0,0-1 0,0 1 0,0 0 0,0-1 0,-1 3 0,1-4 0,1-1 0,0 0 0,0 1 0,0-1 0,-1 0 0,1 1 0,0-1 0,0 0 0,-1 1 0,1-1 0,0 0 0,-1 0 0,1 0 0,0 1 0,-1-1 0,1 0 0,0 0 0,-1 0 0,1 0 0,-1 1 0,1-1 0,0 0 0,-1 0 0,1 0 0,-1 0 0,0 0 0,1-1 0,-1 1 0,0-1 0,1 1 0,-1-1 0,0 1 0,1-1 0,-1 1 0,1-1 0,-1 0 0,1 1 0,-1-1 0,1 1 0,0-1 0,-1 0 0,1 0 0,0 1 0,-1-2 0,-2-7 0,1 0 0,-1 0 0,2 0 0,-1 0 0,1 0 0,0 0 0,1 0 0,0 0 0,3-14 0,0 1 0,1 1 0,14-40 0,-13 46 0,1 0 0,0 1 0,1 0 0,1 0 0,1 0 0,0 1 0,0 0 0,20-19 0,-25 28 0,0 0 0,0 1 0,1-1 0,-1 1 0,1 0 0,0 0 0,0 0 0,0 1 0,0 0 0,0 0 0,1 0 0,-1 0 0,0 1 0,1 0 0,-1 0 0,1 1 0,0 0 0,-1 0 0,1 0 0,0 0 0,-1 1 0,1 0 0,-1 0 0,1 0 0,-1 1 0,0 0 0,10 4 0,-5 1 34,1-1 1,-1 1-1,0 1 0,-1 0 0,1 0 0,-2 1 0,1 0 0,-1 1 0,11 17 1,4 9-889,24 56 1,-30-57-5973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49.785"/>
    </inkml:context>
    <inkml:brush xml:id="br0">
      <inkml:brushProperty name="width" value="0.05" units="cm"/>
      <inkml:brushProperty name="height" value="0.05" units="cm"/>
    </inkml:brush>
  </inkml:definitions>
  <inkml:trace contextRef="#ctx0" brushRef="#br0">1 134 24575,'2'0'0,"1"1"0,-1-1 0,1 1 0,-1-1 0,0 1 0,1 0 0,-1 0 0,0 0 0,1 1 0,-1-1 0,0 0 0,0 1 0,0-1 0,0 1 0,-1 0 0,1 0 0,0 0 0,-1-1 0,1 2 0,-1-1 0,0 0 0,1 0 0,-1 0 0,0 1 0,1 3 0,2 6 0,0 1 0,0-1 0,2 21 0,4 97 0,1-164 0,36-107 0,-36 114 0,0 1 0,2 1 0,19-29 0,-27 47 0,0 0 0,0 1 0,0 0 0,1 0 0,0 0 0,9-6 0,-13 10 0,-1 2 0,0-1 0,0 0 0,1 0 0,-1 0 0,1 1 0,-1-1 0,1 1 0,-1-1 0,1 1 0,-1-1 0,1 1 0,-1 0 0,1 0 0,-1 0 0,1 0 0,0 0 0,-1 0 0,1 0 0,-1 0 0,1 1 0,-1-1 0,1 1 0,-1-1 0,1 1 0,-1-1 0,0 1 0,1 0 0,-1 0 0,0 0 0,1 0 0,-1 0 0,0 0 0,0 0 0,0 0 0,0 0 0,0 1 0,0-1 0,0 0 0,0 2 0,8 13 0,-2 1 0,0 1 0,-1-1 0,0 1 0,-2 0 0,4 26 0,5 16 0,-7-34 0,-5-16 0,1-1 0,1 1 0,0-1 0,0 0 0,7 13 0,-10-21 0,0-1 0,0 0 0,0 0 0,0 0 0,1 1 0,-1-1 0,0 0 0,0 0 0,0 0 0,1 0 0,-1 1 0,0-1 0,0 0 0,0 0 0,1 0 0,-1 0 0,0 0 0,0 0 0,1 0 0,-1 1 0,0-1 0,0 0 0,1 0 0,-1 0 0,0 0 0,0 0 0,1 0 0,-1 0 0,0 0 0,0 0 0,1-1 0,-1 1 0,0 0 0,0 0 0,0 0 0,1 0 0,-1 0 0,0 0 0,0 0 0,1 0 0,-1-1 0,0 1 0,0 0 0,0 0 0,0 0 0,1-1 0,-1 1 0,0 0 0,0 0 0,0 0 0,0-1 0,0 1 0,0 0 0,1 0 0,-1-1 0,0 1 0,0 0 0,0 0 0,0-1 0,7-17 0,-7 16 0,19-67 0,-15 50 0,1-1 0,1 1 0,0 0 0,2 0 0,0 1 0,21-35 0,-28 51 0,1 0 0,-1 0 0,1 0 0,0 0 0,0 0 0,0 1 0,0-1 0,0 0 0,1 1 0,-1 0 0,0-1 0,1 1 0,-1 0 0,1 0 0,-1 0 0,1 1 0,0-1 0,3 0 0,-4 1 0,0 0 0,0 1 0,0-1 0,0 0 0,0 1 0,0-1 0,0 1 0,0 0 0,0 0 0,0 0 0,0 0 0,0 0 0,0 0 0,0 0 0,-1 1 0,1-1 0,0 1 0,-1-1 0,1 1 0,-1-1 0,0 1 0,0 0 0,2 2 0,4 10 0,-1 1 0,0-1 0,-1 1 0,0 0 0,3 23 0,5 14 0,-10-42 0,0 1 0,1 0 0,0 0 0,1-1 0,9 15 0,-12-22 0,0-1 0,0 0 0,0 1 0,0-1 0,0 0 0,1 0 0,-1 0 0,1 0 0,-1-1 0,1 1 0,0-1 0,-1 1 0,1-1 0,0 0 0,0 0 0,0-1 0,0 1 0,0 0 0,0-1 0,0 0 0,0 1 0,0-1 0,0-1 0,0 1 0,5-1 0,9-3 0,0-1 0,-1 0 0,0-1 0,0-1 0,0 0 0,-1-1 0,0-1 0,25-20 0,-6 2 0,-2-2 0,39-44 0,-62 63 0,31-39 0,-37 46 0,0-1 0,0-1 0,-1 1 0,0 0 0,0 0 0,0-1 0,0 1 0,-1-1 0,0 0 0,1-4 0,-2 8 0,0 0 0,0 0 0,0 0 0,0 0 0,0 0 0,-1 0 0,1 0 0,0 0 0,0 0 0,-1 0 0,1 0 0,-1 0 0,1 0 0,-1 0 0,1 0 0,-1 0 0,0 1 0,1-1 0,-1 0 0,0 1 0,0-1 0,1 0 0,-1 1 0,0-1 0,0 1 0,0-1 0,0 1 0,0-1 0,0 1 0,0 0 0,0-1 0,0 1 0,0 0 0,0 0 0,0 0 0,0 0 0,0 0 0,0 0 0,-1 0 0,-6 0 0,0 1 0,0-1 0,-14 4 0,16-3 0,-34 4 0,27-4 0,1 1 0,-1 0 0,0 0 0,-14 6 0,25-7 0,0 1 0,0-1 0,0 1 0,1-1 0,-1 1 0,0 0 0,1-1 0,-1 1 0,1 0 0,0 0 0,-1 0 0,1 0 0,0 0 0,0 1 0,0-1 0,1 0 0,-1 0 0,0 1 0,1-1 0,0 0 0,-1 1 0,1 4 0,0 8 0,0 0 0,3 22 0,-2-23 0,1 4 0,0 1 0,9 28 0,-10-43 0,0 1 0,0-1 0,1 1 0,0-1 0,0 1 0,0-1 0,1 0 0,-1 0 0,1 0 0,0 0 0,0-1 0,0 1 0,1-1 0,-1 0 0,6 4 0,-7-6 0,0 0 0,-1-1 0,1 0 0,0 1 0,-1-1 0,1 0 0,0 0 0,-1 0 0,1 0 0,0 0 0,-1 0 0,1 0 0,0-1 0,-1 1 0,1-1 0,0 1 0,-1-1 0,1 1 0,-1-1 0,1 0 0,-1 0 0,1 0 0,-1 0 0,0 0 0,2-2 0,6-4 0,-1-1 0,13-16 0,-11 12 0,0 1 0,-2 2 0,-1 1 0,2-1 0,-1 2 0,11-8 0,-17 13 0,1 0 0,-1 1 0,1 0 0,0-1 0,-1 1 0,1 0 0,0 0 0,-1 1 0,1-1 0,0 0 0,0 1 0,0 0 0,0 0 0,0 0 0,-1 0 0,1 0 0,0 0 0,0 1 0,0-1 0,0 1 0,4 2 0,1 0 0,-2 0 0,0-1 0,0 1 0,0-1 0,0-1 0,9 2 0,-12-3 0,-1 0 0,1 0 0,0 0 0,0 0 0,0-1 0,-1 0 0,1 1 0,0-1 0,0 0 0,-1 0 0,1-1 0,-1 1 0,1 0 0,-1-1 0,4-2 0,4-5 0,0 1 0,0-1 0,0-1 0,-1 1 0,-1-2 0,1 1 0,-2-1 0,0-1 0,0 1 0,8-19 0,-15 29 0,0 0 0,1 0 0,-1 0 0,1 0 0,-1 0 0,1 0 0,-1 0 0,1 0 0,-1 0 0,1 0 0,0 1 0,0-1 0,-1 0 0,1 0 0,0 1 0,0-1 0,0 1 0,1-2 0,-1 2 0,-1 0 0,1 1 0,-1-1 0,1 0 0,0 0 0,-1 0 0,1 0 0,-1 0 0,1 1 0,-1-1 0,1 0 0,-1 0 0,1 1 0,-1-1 0,1 0 0,-1 1 0,1-1 0,-1 1 0,1-1 0,-1 0 0,0 1 0,1-1 0,0 2 0,3 5 0,0 1 0,0 0 0,4 15 0,-2-7 0,73 149 0,23 53 0,-83-172 0,-2 2 0,18 84 0,-32-117 0,-1-1 0,-1 1 0,0 0 0,-1 0 0,-1 17 0,0-28 0,0 0 0,0 0 0,0 0 0,0 0 0,0 0 0,-1 0 0,0 0 0,0-1 0,0 1 0,-3 4 0,4-6 0,-1-1 0,0 1 0,0 0 0,0-1 0,0 1 0,0-1 0,0 1 0,-1-1 0,1 0 0,0 0 0,-1 0 0,1 0 0,-1 0 0,1-1 0,-1 1 0,1-1 0,-6 1 0,5-1 25,-1 0-1,0-1 0,0 1 1,0-1-1,0 0 1,1 0-1,-1 0 0,0 0 1,1-1-1,-1 1 0,1-1 1,-1 0-1,-5-4 1,1-1-452,0 0 0,1 0 1,-13-16-1,-10-17-6399</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0.173"/>
    </inkml:context>
    <inkml:brush xml:id="br0">
      <inkml:brushProperty name="width" value="0.05" units="cm"/>
      <inkml:brushProperty name="height" value="0.05" units="cm"/>
    </inkml:brush>
  </inkml:definitions>
  <inkml:trace contextRef="#ctx0" brushRef="#br0">1 272 24575,'20'0'0,"0"1"0,1 0 0,-1 2 0,23 6 0,-33-6 0,-1 0 0,1 1 0,-1 0 0,0 0 0,0 1 0,0 0 0,0 1 0,-1 0 0,0 0 0,9 9 0,-12-10 0,0 0 0,0 0 0,0 0 0,1-1 0,0 0 0,0 0 0,0 0 0,0-1 0,0 0 0,1 0 0,0-1 0,-1 1 0,1-2 0,0 1 0,0-1 0,0 0 0,0 0 0,0-1 0,0 0 0,8 0 0,-1-2 0,0 0 0,0-1 0,0 0 0,-1-1 0,1 0 0,-1-1 0,0-1 0,-1 0 0,1-1 0,-1 0 0,0-1 0,-1 0 0,15-14 0,-18 15 0,1-1 0,-1-1 0,-1 1 0,0-1 0,0-1 0,-1 1 0,0-1 0,0 0 0,-1-1 0,0 1 0,-1-1 0,-1 0 0,0 0 0,0 0 0,-1 0 0,2-20 0,-4 26 0,0-1 0,0 1 0,-1 0 0,0 0 0,0-1 0,0 1 0,0 0 0,-1 0 0,0 0 0,0 0 0,0 0 0,-1 1 0,1-1 0,-1 1 0,0-1 0,-1 1 0,1 0 0,-1 0 0,0 1 0,-7-7 0,5 7 0,1 0 0,-1 0 0,0 0 0,0 1 0,0-1 0,0 2 0,0-1 0,-1 1 0,1 0 0,-1 0 0,1 0 0,-1 1 0,1 0 0,0 1 0,-1-1 0,-12 4 0,6-1 0,1 1 0,-1 0 0,1 1 0,0 1 0,0 0 0,0 0 0,1 1 0,0 1 0,1 0 0,-1 0 0,1 1 0,1 1 0,0-1 0,0 1 0,1 1 0,0 0 0,1 0 0,0 0 0,1 1 0,-7 17 0,7-12 0,0 1 0,0 0 0,2 0 0,0 0 0,1 0 0,1 1 0,1 0 0,1-1 0,0 1 0,1-1 0,1 1 0,1-1 0,1 1 0,6 17 0,-3-15 31,1-1 0,1 0 0,1 0 0,1-1 0,0 0 0,1-1 0,2-1 0,-1 0 1,2 0-1,23 20 0,-24-26-153,-1-1 0,2 0 0,-1-1 0,2 0 0,-1-1 0,1-1 0,0 0 0,0-1 0,1-1 1,0 0-1,0-2 0,0 0 0,26 1 0,7-4-6704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0.693"/>
    </inkml:context>
    <inkml:brush xml:id="br0">
      <inkml:brushProperty name="width" value="0.05" units="cm"/>
      <inkml:brushProperty name="height" value="0.05" units="cm"/>
    </inkml:brush>
  </inkml:definitions>
  <inkml:trace contextRef="#ctx0" brushRef="#br0">77 2489 24575,'-25'57'0,"-11"32"0,33-77 0,-1 0 0,1 0 0,1 0 0,0 0 0,0 18 0,2-28 0,0 0 0,0-1 0,0 1 0,0 0 0,1-1 0,-1 1 0,0 0 0,1-1 0,-1 1 0,1-1 0,-1 1 0,1-1 0,0 1 0,0-1 0,0 1 0,0-1 0,1 2 0,-1-2 0,0 0 0,0-1 0,0 1 0,1-1 0,-1 1 0,0-1 0,0 1 0,0-1 0,1 0 0,-1 1 0,0-1 0,0 0 0,1 0 0,-1 0 0,0 0 0,0 0 0,1 0 0,0-1 0,7-1 0,0-1 0,0 0 0,-1-1 0,1 0 0,9-5 0,-10 4 0,669-306-1887,-421 218 13,48-11 812,47-9-1310,1083-312-2126,15 35 1974,2715-604 1430,-3759 907 1927,125-28 1070,-178 39 2801,-271 58-2105,-68 14-5518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0.980"/>
    </inkml:context>
    <inkml:brush xml:id="br0">
      <inkml:brushProperty name="width" value="0.05" units="cm"/>
      <inkml:brushProperty name="height" value="0.05" units="cm"/>
    </inkml:brush>
  </inkml:definitions>
  <inkml:trace contextRef="#ctx0" brushRef="#br0">74 38 24575,'-3'-2'0,"0"-1"0,1 0 0,-1-1 0,1 1 0,0 0 0,0-1 0,0 1 0,-2-6 0,4 8 0,0 1 0,0 0 0,0 0 0,1 0 0,-1-1 0,0 1 0,0 0 0,0 0 0,1 0 0,-1-1 0,0 1 0,0 0 0,1 0 0,-1 0 0,0 0 0,0 0 0,1 0 0,-1-1 0,0 1 0,0 0 0,1 0 0,-1 0 0,0 0 0,1 0 0,-1 0 0,0 0 0,1 0 0,-1 0 0,0 0 0,0 1 0,1-1 0,-1 0 0,0 0 0,0 0 0,1 0 0,-1 0 0,0 0 0,0 1 0,1-1 0,-1 0 0,16 7 0,-15-7 0,32 18 0,-1 0 0,-1 2 0,0 2 0,-2 0 0,0 2 0,39 43 0,-57-55 0,-1 0 0,-1 1 0,0 0 0,-1 1 0,0 0 0,-1 0 0,0 0 0,6 24 0,-10-26 0,0 1 0,-1-1 0,-1 0 0,0 1 0,-1-1 0,0 0 0,0 1 0,-2-1 0,1 0 0,-2 1 0,-5 17 0,0-9 38,-1-1 0,0 0 0,-2 0 0,0-1 0,-1-1 0,-1 0 0,-1-1 0,-21 22 0,-1-5-607,-1 0 0,-64 41 0,-11-1-6257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6.311"/>
    </inkml:context>
    <inkml:brush xml:id="br0">
      <inkml:brushProperty name="width" value="0.05" units="cm"/>
      <inkml:brushProperty name="height" value="0.05" units="cm"/>
    </inkml:brush>
  </inkml:definitions>
  <inkml:trace contextRef="#ctx0" brushRef="#br0">310 4 24575,'3'-3'0,"1"2"0,-3 5 0,-5 4 0,-5 7 0,-7 11 0,-7 10 0,-3 11 0,-4 11 0,-2 11 0,-2 9 0,1 4 0,1 4 0,1-1 0,4-5 0,7-16-8191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6.730"/>
    </inkml:context>
    <inkml:brush xml:id="br0">
      <inkml:brushProperty name="width" value="0.05" units="cm"/>
      <inkml:brushProperty name="height" value="0.05" units="cm"/>
    </inkml:brush>
  </inkml:definitions>
  <inkml:trace contextRef="#ctx0" brushRef="#br0">276 492 24575,'2'-2'0,"0"0"0,-1 0 0,1 0 0,-1 0 0,1-1 0,-1 1 0,0 0 0,0 0 0,0-1 0,0 1 0,-1-1 0,1 1 0,-1-1 0,1 1 0,-1-1 0,0 1 0,0-1 0,0 0 0,0 1 0,0-1 0,-1 1 0,1-1 0,-1 1 0,0-1 0,1 1 0,-1 0 0,0-1 0,-1 1 0,1 0 0,0 0 0,-1-1 0,-1-1 0,0-1 0,-1 0 0,0 0 0,-1 0 0,1 0 0,-1 1 0,0-1 0,0 1 0,0 0 0,-1 1 0,1-1 0,-10-3 0,12 6 0,0 0 0,-1 0 0,1 0 0,-1 1 0,1-1 0,-1 1 0,1 0 0,-1 0 0,1 0 0,-1 0 0,1 1 0,-1-1 0,1 1 0,-1 0 0,-4 2 0,3 0 0,-1-1 0,1 1 0,0 1 0,0-1 0,0 1 0,1 0 0,-1 0 0,-4 6 0,-3 5 0,1 1 0,0 0 0,2 0 0,-14 30 0,-5 25 0,26-64 0,0 0 0,0 0 0,1 0 0,0 0 0,0 0 0,1 0 0,0 0 0,1 12 0,0-18 0,-1 1 0,0-1 0,1 1 0,-1-1 0,1 1 0,-1-1 0,1 0 0,0 1 0,-1-1 0,1 0 0,0 1 0,0-1 0,0 0 0,0 0 0,0 0 0,0 0 0,1 0 0,-1 0 0,0 0 0,0 0 0,2 0 0,0 0 0,0 0 0,0 0 0,0-1 0,0 1 0,0-1 0,-1 0 0,1 0 0,0 0 0,0 0 0,4-1 0,3 0 0,-1-2 0,0 1 0,0-1 0,0 0 0,16-9 0,-14 5 0,0-1 0,0 0 0,0 0 0,-1-1 0,0 0 0,-1-1 0,16-20 0,-14 13 0,0-1 0,-1 0 0,-1 0 0,11-32 0,-8 12 0,-3 0 0,0-1 0,-3 0 0,3-73 0,-8 86 0,-1 1 0,-1 0 0,-2 0 0,-6-30 0,9 53 0,0 0 0,-1 1 0,1-1 0,-1 1 0,1-1 0,-1 0 0,0 1 0,0-1 0,1 1 0,-1 0 0,0-1 0,-2-1 0,3 3 0,-1 0 0,1 0 0,0-1 0,-1 1 0,1 0 0,0 0 0,-1 0 0,1 0 0,0 0 0,-1 0 0,1 0 0,0 0 0,-1 0 0,1 0 0,0 0 0,-1 0 0,1 0 0,0 1 0,-1-1 0,1 0 0,0 0 0,0 0 0,-1 0 0,1 0 0,0 1 0,-1-1 0,1 0 0,0 0 0,0 1 0,0-1 0,-1 0 0,1 0 0,0 1 0,0-1 0,-1 1 0,-1 3 0,0 0 0,-1 1 0,1 0 0,1-1 0,-1 1 0,-1 8 0,-5 32 114,2-1 0,-2 80 0,9-95-399,1 0 1,1 1-1,1-1 1,2 0-1,11 34 1,1-15-6542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7.240"/>
    </inkml:context>
    <inkml:brush xml:id="br0">
      <inkml:brushProperty name="width" value="0.05" units="cm"/>
      <inkml:brushProperty name="height" value="0.05" units="cm"/>
    </inkml:brush>
  </inkml:definitions>
  <inkml:trace contextRef="#ctx0" brushRef="#br0">1 165 24575,'0'-4'0,"-1"-16"0,2 0 0,0 0 0,1 0 0,0 0 0,7-21 0,-9 40 0,1 0 0,-1-1 0,1 1 0,-1 0 0,1-1 0,-1 1 0,1 0 0,0 0 0,0-1 0,0 1 0,-1 0 0,1 0 0,0 0 0,2-1 0,-3 2 0,1 0 0,-1-1 0,1 1 0,-1 0 0,1 0 0,-1 0 0,1 0 0,-1 0 0,1 0 0,-1 0 0,1 0 0,-1 0 0,1 0 0,-1 0 0,1 0 0,-1 1 0,0-1 0,1 0 0,-1 0 0,1 0 0,-1 1 0,1-1 0,-1 0 0,0 0 0,1 1 0,-1-1 0,1 1 0,1 2 0,1 0 0,-1 0 0,1 1 0,-1-1 0,0 1 0,0 0 0,2 7 0,12 31 0,-2 1 0,-2 0 0,-2 1 0,5 52 0,-18-71 0,-1-19 0,0-16 0,2-4 0,1 0 0,0 1 0,1-1 0,1 0 0,0 0 0,1 0 0,0 1 0,5-18 0,0 10 0,0 0 0,1 0 0,1 1 0,17-28 0,-23 43 0,0-1 0,1 1 0,0 0 0,0 1 0,0-1 0,10-7 0,-13 11 0,0 1 0,0-1 0,0 1 0,0-1 0,0 1 0,0-1 0,0 1 0,0-1 0,0 1 0,0 0 0,1 0 0,-1 0 0,0-1 0,0 1 0,0 0 0,0 0 0,0 1 0,2-1 0,-2 1 0,0-1 0,1 1 0,-1 0 0,0-1 0,0 1 0,0 0 0,0 0 0,0 0 0,0 0 0,0 0 0,0 1 0,0-1 0,0 0 0,0 0 0,-1 0 0,1 1 0,0-1 0,0 2 0,4 14 0,-1 0 0,0 1 0,-1-1 0,-1 0 0,0 35 0,1 1 0,8 51 0,-11-103 0,0 0 0,0-1 0,0 1 0,0 0 0,0-1 0,0 1 0,0 0 0,0-1 0,1 1 0,-1 0 0,0-1 0,0 1 0,1 0 0,-1-1 0,0 1 0,1-1 0,-1 1 0,1-1 0,-1 1 0,1-1 0,-1 1 0,1-1 0,-1 1 0,1-1 0,0 1 0,0-1 0,-1-1 0,1 1 0,0 0 0,-1 0 0,1-1 0,0 1 0,-1-1 0,1 1 0,-1-1 0,1 1 0,-1-1 0,1 1 0,-1-1 0,1 1 0,-1-1 0,1 0 0,-1 1 0,1-2 0,19-43 0,-18 38 0,-1 5 0,55-124 0,-47 107 0,2 1 0,0-1 0,1 2 0,20-23 0,-29 37 0,0 0 0,0 0 0,0 0 0,0 1 0,0-1 0,0 1 0,1 0 0,-1 0 0,1 0 0,7-2 0,-9 4 0,0-1 0,0 1 0,0 0 0,0 0 0,-1 0 0,1 0 0,0 0 0,0 1 0,0-1 0,0 0 0,0 1 0,0 0 0,0-1 0,-1 1 0,1 0 0,0 0 0,0 0 0,-1 0 0,1 0 0,-1 0 0,1 1 0,-1-1 0,1 0 0,0 2 0,5 5 36,-1 0 0,0 1 0,0 0 0,-1 0 0,-1 0 0,1 0 0,5 19-1,15 75-315,-10-36-1092,-7-37-5454</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7.566"/>
    </inkml:context>
    <inkml:brush xml:id="br0">
      <inkml:brushProperty name="width" value="0.05" units="cm"/>
      <inkml:brushProperty name="height" value="0.05" units="cm"/>
    </inkml:brush>
  </inkml:definitions>
  <inkml:trace contextRef="#ctx0" brushRef="#br0">30 175 24575,'9'-58'0,"-14"69"0,0 1 0,1 0 0,1 1 0,0-1 0,1 1 0,0 0 0,1-1 0,0 1 0,1 0 0,2 17 0,-1-25 0,0 0 0,0-1 0,0 1 0,0 0 0,1-1 0,0 1 0,0-1 0,0 1 0,1-1 0,-1 0 0,1 0 0,0 0 0,3 3 0,-3-4 0,1-1 0,-1 1 0,0-1 0,1 0 0,-1 0 0,1-1 0,-1 1 0,1-1 0,0 0 0,0 0 0,0 0 0,-1 0 0,1-1 0,0 1 0,0-1 0,0 0 0,0 0 0,5-1 0,1-1 0,0 0 0,0-1 0,0 0 0,0 0 0,-1-1 0,1 0 0,-1-1 0,0 0 0,-1-1 0,1 0 0,-1 0 0,0 0 0,0-1 0,-1-1 0,0 1 0,11-16 0,-13 17 0,-1-1 0,0 1 0,0-1 0,0 1 0,-1-1 0,0 0 0,-1 0 0,1 0 0,-1-1 0,0 1 0,-1 0 0,0-1 0,0 0 0,-1 1 0,0-1 0,0 1 0,-1-1 0,0 1 0,0-1 0,-1 1 0,1 0 0,-2-1 0,-3-8 0,2 10 16,0 0-1,0 1 1,0 0-1,-1 0 1,0 0-1,0 0 1,0 1-1,0 0 1,-1 0-1,1 0 1,-1 1-1,0 0 1,-1 0-1,1 0 1,0 1-1,-1 0 1,1 0 0,-1 1-1,0-1 1,1 1-1,-12 1 1,8-1-130,0 1 0,0 0 0,0 0 0,0 1 1,0 1-1,0 0 0,1 0 0,-1 1 1,1 0-1,-1 1 0,1 0 0,0 0 1,0 1-1,-8 6 0,0 4-6712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7.782"/>
    </inkml:context>
    <inkml:brush xml:id="br0">
      <inkml:brushProperty name="width" value="0.05" units="cm"/>
      <inkml:brushProperty name="height" value="0.05" units="cm"/>
    </inkml:brush>
  </inkml:definitions>
  <inkml:trace contextRef="#ctx0" brushRef="#br0">197 30 24575,'0'-3'0,"3"-4"0,1-4 0,0 2 0,-1 10 0,-1 11 0,-4 12 0,-4 15 0,-5 14 0,-3 9 0,-3 8 0,-2 4 0,-3 5 0,-1-2 0,-4-1 0,0-4 0,2-8 0,5-15-8191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8.077"/>
    </inkml:context>
    <inkml:brush xml:id="br0">
      <inkml:brushProperty name="width" value="0.05" units="cm"/>
      <inkml:brushProperty name="height" value="0.05" units="cm"/>
    </inkml:brush>
  </inkml:definitions>
  <inkml:trace contextRef="#ctx0" brushRef="#br0">0 79 24575,'0'-1'0,"3"-40"0,-2 39 0,-1-1 0,1 1 0,-1 0 0,1 0 0,0 0 0,0 0 0,0 0 0,0 0 0,0 0 0,0 0 0,0 1 0,1-1 0,-1 0 0,1 1 0,2-3 0,-3 3 0,-1 1 0,0 0 0,1 0 0,-1-1 0,1 1 0,-1 0 0,1 0 0,-1-1 0,1 1 0,-1 0 0,1 0 0,-1 0 0,1 0 0,-1 0 0,1 0 0,-1 0 0,1 0 0,-1 0 0,1 0 0,-1 0 0,1 0 0,-1 0 0,1 1 0,-1-1 0,1 0 0,-1 0 0,1 0 0,0 1 0,10 14 0,2 25 0,-12-37 0,57 356 0,-49-290 0,-2-6-1365,-1-9-5461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8.417"/>
    </inkml:context>
    <inkml:brush xml:id="br0">
      <inkml:brushProperty name="width" value="0.05" units="cm"/>
      <inkml:brushProperty name="height" value="0.05" units="cm"/>
    </inkml:brush>
  </inkml:definitions>
  <inkml:trace contextRef="#ctx0" brushRef="#br0">10 234 24575,'-5'-27'0,"4"25"0,0-1 0,0 1 0,1 0 0,-1 0 0,1-1 0,0 1 0,-1 0 0,1-1 0,0 1 0,0 0 0,1-1 0,-1 1 0,0 0 0,1-1 0,0 1 0,-1 0 0,2-4 0,1 2 0,0 0 0,0-1 0,1 1 0,-1 0 0,1 1 0,0-1 0,0 1 0,0-1 0,0 1 0,1 0 0,-1 1 0,8-4 0,5-2 0,0 1 0,21-6 0,-25 10 0,0-1 0,0 2 0,0-1 0,1 2 0,-1 0 0,0 1 0,23 1 0,-31 0 0,1 0 0,-1 0 0,0 0 0,1 1 0,-1 0 0,0 0 0,0 0 0,0 1 0,0-1 0,-1 1 0,1 0 0,-1 1 0,0-1 0,1 1 0,-2 0 0,1 0 0,0 0 0,-1 0 0,0 1 0,0-1 0,3 6 0,-2-1 0,-1 1 0,1-1 0,-2 0 0,0 1 0,0 0 0,0 0 0,-1-1 0,-1 20 0,-1-12 0,0 0 0,-2 1 0,0-1 0,-6 18 0,9-32 0,-1-1 0,0 0 0,1 0 0,-1 0 0,0 0 0,0 0 0,-1 0 0,1 0 0,0 0 0,-3 2 0,4-4 0,0 0 0,0 0 0,0 0 0,0 0 0,0 0 0,-1 0 0,1 0 0,0 1 0,0-1 0,0 0 0,0 0 0,-1 0 0,1 0 0,0 0 0,0 0 0,0 0 0,0 0 0,0 0 0,-1 0 0,1 0 0,0 0 0,0 0 0,0-1 0,0 1 0,-1 0 0,1 0 0,0 0 0,0 0 0,0 0 0,0 0 0,0 0 0,0 0 0,-1 0 0,1 0 0,0-1 0,0 1 0,0 0 0,0 0 0,0 0 0,0 0 0,0 0 0,0-1 0,-3-15 0,3 3 0,1 0 0,0 0 0,1 0 0,1 0 0,0 0 0,1 1 0,10-25 0,-3 13 0,2 0 0,28-41 0,-31 52-170,-1 1-1,2 0 0,0 1 1,0 0-1,1 0 0,0 1 1,16-9-1,4 2-6655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9.608"/>
    </inkml:context>
    <inkml:brush xml:id="br0">
      <inkml:brushProperty name="width" value="0.05" units="cm"/>
      <inkml:brushProperty name="height" value="0.05" units="cm"/>
    </inkml:brush>
  </inkml:definitions>
  <inkml:trace contextRef="#ctx0" brushRef="#br0">224 531 24575,'1'0'0,"-1"0"0,1 0 0,0 0 0,0 0 0,0 0 0,-1 0 0,1 0 0,0 0 0,0 0 0,0-1 0,0 1 0,-1 0 0,1-1 0,0 1 0,0 0 0,-1-1 0,1 1 0,0-1 0,-1 1 0,1-1 0,-1 1 0,1-1 0,0 0 0,-1 1 0,1-1 0,-1 0 0,1 0 0,0-1 0,-1 0 0,0 1 0,0-1 0,0 1 0,0-1 0,0 0 0,0 1 0,0-1 0,-1 1 0,1-1 0,0 1 0,-1-1 0,-1-2 0,-2-6 0,-2-1 0,0 1 0,-8-10 0,12 16 0,0 1 0,0 0 0,0 1 0,0-1 0,0 1 0,0-1 0,-1 1 0,1 0 0,-1 0 0,1 0 0,-1 0 0,0 0 0,0 1 0,0-1 0,-4 0 0,6 1 0,-1 1 0,0 0 0,0 0 0,1 0 0,-1 0 0,0 1 0,0-1 0,1 0 0,-1 1 0,0-1 0,1 1 0,-1 0 0,0-1 0,1 1 0,-1 0 0,1 0 0,-1 0 0,1 0 0,0 0 0,-1 0 0,1 0 0,0 1 0,0-1 0,0 0 0,0 1 0,0-1 0,0 1 0,-1 2 0,-16 27 0,1 1 0,1 1 0,2 1 0,1 0 0,2 1 0,1 0 0,2 1 0,1 0 0,2 0 0,0 54 0,5-87 0,0-1 0,0 1 0,0 0 0,1-1 0,-1 1 0,1-1 0,-1 1 0,1-1 0,0 1 0,0-1 0,0 1 0,0-1 0,1 1 0,-1-1 0,1 0 0,-1 0 0,1 0 0,2 2 0,-2-3 0,-1 0 0,1 0 0,0 0 0,0-1 0,-1 1 0,1 0 0,0-1 0,0 0 0,0 1 0,0-1 0,0 0 0,-1 0 0,1 0 0,0 0 0,0 0 0,0-1 0,0 1 0,0-1 0,0 1 0,-1-1 0,1 1 0,0-1 0,0 0 0,-1 0 0,4-2 0,4-3 0,-1 0 0,1-1 0,-1 0 0,-1 0 0,1-1 0,-1 0 0,0 0 0,7-13 0,1-3 0,22-49 0,-25 46 0,-1-1 0,-1 0 0,-1-1 0,-1 0 0,-2 0 0,4-44 0,-19 121 0,0-6 0,8-30 0,-1 4 0,0 1 0,2 33 0,0-47 0,0 1 0,1-1 0,-1 0 0,1 1 0,0-1 0,0 1 0,0-1 0,0 0 0,1 0 0,-1 0 0,1 0 0,0 0 0,0 0 0,0 0 0,0 0 0,0-1 0,1 1 0,-1-1 0,1 0 0,4 4 0,-6-6 0,1 1 0,0 0 0,-1-1 0,1 0 0,-1 1 0,1-1 0,-1 0 0,1 0 0,0 0 0,-1 0 0,1 0 0,0 0 0,-1 0 0,1 0 0,-1-1 0,1 1 0,-1-1 0,1 1 0,-1-1 0,1 0 0,-1 1 0,1-1 0,-1 0 0,0 0 0,1 0 0,-1 0 0,0 0 0,0 0 0,2-3 0,3-3 0,-1 0 0,1 0 0,-1 0 0,3-9 0,8-17 0,-1-1 0,-2-1 0,9-40 0,8-23 0,-16 69 0,-5 20 0,-9 9 0,1 1 0,-1-1 0,1 0 0,-1 0 0,0 0 0,1 1 0,-1-1 0,0 0 0,1 0 0,-1 1 0,0-1 0,0 0 0,1 1 0,-1-1 0,0 0 0,0 1 0,1-1 0,-1 0 0,0 1 0,0-1 0,0 0 0,0 1 0,1-1 0,-1 1 0,0-1 0,0 0 0,0 1 0,0-1 0,0 1 0,0 0 0,13 119 0,-11-86 0,2-1 0,0 1 0,13 40 0,-16-71 0,-1 0 0,1 0 0,1 0 0,-1 0 0,0 0 0,1 0 0,-1 0 0,1-1 0,0 1 0,0-1 0,0 1 0,0-1 0,1 0 0,-1 0 0,1 1 0,-1-2 0,1 1 0,5 3 0,-5-4 0,-1-1 0,1 0 0,0 1 0,0-1 0,-1 0 0,1 0 0,0 0 0,0-1 0,0 1 0,-1-1 0,1 1 0,0-1 0,-1 0 0,1 0 0,-1 0 0,1 0 0,-1-1 0,1 1 0,-1-1 0,0 1 0,0-1 0,3-2 0,9-9 0,-1 0 0,0 0 0,-1-2 0,-1 1 0,14-23 0,40-85 0,-63 118 0,9-23 0,-10 25 0,-1 1 0,1 0 0,-1-1 0,0 1 0,1-1 0,-1 1 0,0-1 0,0 1 0,0-1 0,0 1 0,0-1 0,0 1 0,0-1 0,-1 1 0,0-2 0,1 3 0,0-1 0,0 1 0,-1 0 0,1 0 0,0 0 0,-1 0 0,1 0 0,0 0 0,0 0 0,-1 0 0,1 0 0,0 0 0,-1 0 0,1 0 0,0 0 0,-1 0 0,1 0 0,0 0 0,0 0 0,-1 0 0,1 0 0,0 0 0,-1 0 0,1 1 0,0-1 0,0 0 0,-1 0 0,1 0 0,0 0 0,0 1 0,0-1 0,-1 0 0,1 0 0,0 1 0,0-1 0,0 0 0,-1 0 0,1 1 0,0-1 0,0 0 0,0 0 0,0 1 0,0-1 0,0 0 0,0 1 0,-9 14 0,7-10 0,0 0 0,1 0 0,-1 1 0,1-1 0,0 1 0,0-1 0,1 1 0,0-1 0,0 1 0,1 8 0,0-10 0,-1 0 0,2-1 0,-1 1 0,0 0 0,1-1 0,-1 1 0,1 0 0,0-1 0,0 0 0,1 0 0,-1 1 0,1-1 0,-1-1 0,1 1 0,5 4 0,2 0 0,-1 1 0,0 0 0,-1 1 0,0 0 0,0 0 0,-1 1 0,9 15 0,-14-21 0,0 0 0,1-1 0,-1 1 0,1-1 0,0 1 0,0-1 0,0 0 0,0 0 0,0-1 0,1 1 0,-1-1 0,1 1 0,0-1 0,0 0 0,-1-1 0,1 1 0,1-1 0,-1 1 0,0-1 0,0 0 0,0-1 0,1 1 0,-1-1 0,0 0 0,1 0 0,-1 0 0,0 0 0,0-1 0,1 0 0,-1 0 0,0 0 0,0 0 0,0-1 0,4-1 0,3-3 0,1 0 0,-1-1 0,-1 0 0,0 0 0,0-1 0,0-1 0,-1 1 0,0-2 0,13-16 0,-16 18 0,-1 0 0,0 0 0,0 0 0,0-1 0,-1 1 0,0-1 0,-1 0 0,0-1 0,-1 1 0,0 0 0,0-1 0,-1 0 0,1-12 0,-2 20 0,0 0 0,0 0 0,0 0 0,-1 0 0,1 0 0,0 0 0,-1 0 0,1 0 0,-1 1 0,0-1 0,0 0 0,0 0 0,0 0 0,0 1 0,0-1 0,0 1 0,0-1 0,-1 0 0,1 1 0,0 0 0,-1-1 0,0 1 0,1 0 0,-1 0 0,0 0 0,1 0 0,-1 0 0,0 0 0,0 1 0,0-1 0,-3 0 0,2 1 0,1 0 0,-1 0 0,0 0 0,1 0 0,-1 0 0,0 1 0,1-1 0,-1 1 0,0 0 0,1 0 0,-1 0 0,1 0 0,-1 0 0,1 1 0,0-1 0,-1 1 0,1 0 0,0-1 0,0 1 0,0 0 0,0 0 0,-2 4 0,-1 3 0,0 0 0,0 0 0,1 0 0,0 1 0,0 0 0,1 0 0,1 0 0,0 0 0,-2 17 0,3-6 0,0 1 0,1 0 0,5 33 0,-4-46 0,0-1 0,1 0 0,0 0 0,1 0 0,0 0 0,0-1 0,1 1 0,4 8 0,-6-14 0,0 0 0,-1 1 0,1-1 0,0 0 0,0 0 0,1 0 0,-1 0 0,0 0 0,1 0 0,-1-1 0,1 1 0,-1-1 0,1 0 0,0 1 0,-1-1 0,1-1 0,0 1 0,0 0 0,0-1 0,0 1 0,0-1 0,0 0 0,-1 0 0,1 0 0,0 0 0,4-1 0,4-2 0,0 0 0,-1-1 0,1 0 0,-1-1 0,0 0 0,0-1 0,-1 0 0,0 0 0,0-1 0,0 0 0,12-13 0,1-4 0,0-1 0,30-47 0,-35 45 0,-2 0 0,0-1 0,-2-1 0,-1-1 0,14-54 0,-19 58 0,-3 0 0,0 0 0,-1-1 0,-2 1 0,0-1 0,-2 1 0,-5-34 0,3 47 0,1 1 0,-2 0 0,0 0 0,0 0 0,-8-14 0,10 22 0,0 0 0,-1 0 0,1 0 0,-1 1 0,0 0 0,0-1 0,0 1 0,-5-3 0,6 4 0,0 1 0,0 0 0,0 0 0,0 0 0,0 0 0,0 1 0,0-1 0,0 0 0,0 1 0,0 0 0,-1-1 0,1 1 0,0 0 0,0 0 0,0 0 0,-1 1 0,-2 0 0,2 0 0,-1 0 0,1 0 0,1 1 0,-1 0 0,0-1 0,0 1 0,1 0 0,-1 0 0,1 1 0,-1-1 0,1 1 0,0-1 0,0 1 0,0-1 0,1 1 0,-1 0 0,0 0 0,1 0 0,-2 4 0,-2 8 0,0 0 0,-5 25 0,2 6 0,3 0 0,1 0 0,3 63 0,27 138 0,-21-217-682,11 34-1,-4-30-6143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1:59.795"/>
    </inkml:context>
    <inkml:brush xml:id="br0">
      <inkml:brushProperty name="width" value="0.05" units="cm"/>
      <inkml:brushProperty name="height" value="0.05" units="cm"/>
    </inkml:brush>
  </inkml:definitions>
  <inkml:trace contextRef="#ctx0" brushRef="#br0">1 19 24575,'0'3'0,"0"4"0,3 1 0,4-1 0,4-1 0,3-2 0,6-5 0,6-6 0,1 0 0,2-1 0,0-1 0,-2-2 0,-6 1-8191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0.452"/>
    </inkml:context>
    <inkml:brush xml:id="br0">
      <inkml:brushProperty name="width" value="0.05" units="cm"/>
      <inkml:brushProperty name="height" value="0.05" units="cm"/>
    </inkml:brush>
  </inkml:definitions>
  <inkml:trace contextRef="#ctx0" brushRef="#br0">1 43 24575,'0'-3'0,"3"-4"0,1-5 0,3 1 0,1 1-8191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2.073"/>
    </inkml:context>
    <inkml:brush xml:id="br0">
      <inkml:brushProperty name="width" value="0.05" units="cm"/>
      <inkml:brushProperty name="height" value="0.05" units="cm"/>
    </inkml:brush>
  </inkml:definitions>
  <inkml:trace contextRef="#ctx0" brushRef="#br0">202 711 24575,'-2'0'0,"0"-1"0,0 0 0,0 1 0,0-1 0,0 0 0,0 0 0,0 0 0,0-1 0,0 1 0,1 0 0,-4-4 0,-12-7 0,3 5 0,0 0 0,1-1 0,0 0 0,0-1 0,-11-11 0,24 20 0,-1 0 0,1 0 0,0 0 0,-1 0 0,1 0 0,0-1 0,-1 1 0,1 0 0,0 0 0,-1 0 0,1 0 0,0 0 0,-1 0 0,1 0 0,0 0 0,-1 0 0,1 0 0,0 0 0,-1 1 0,1-1 0,0 0 0,-1 0 0,1 0 0,0 0 0,-1 0 0,1 1 0,0-1 0,-1 0 0,1 0 0,0 0 0,0 1 0,-1-1 0,1 0 0,0 1 0,0-1 0,0 0 0,-1 0 0,1 1 0,0-1 0,0 0 0,0 1 0,0-1 0,0 0 0,0 1 0,0-1 0,0 0 0,0 1 0,0-1 0,0 0 0,0 1 0,-5 25 0,4-21 0,-18 96 0,9-55 0,2 0 0,1 1 0,1 68 0,6-109 0,1-1 0,-1 1 0,1-1 0,0 0 0,1 0 0,-1 0 0,1 1 0,3 5 0,-5-10 0,1 0 0,0 1 0,0-1 0,0 1 0,0-1 0,0 0 0,0 0 0,0 0 0,1 0 0,-1 0 0,0 0 0,1 0 0,-1 0 0,1 0 0,-1 0 0,1-1 0,-1 1 0,1-1 0,-1 1 0,1-1 0,-1 0 0,1 1 0,0-1 0,-1 0 0,1 0 0,0 0 0,-1 0 0,1 0 0,-1-1 0,3 0 0,2-1 0,0 0 0,0 0 0,0-1 0,0 0 0,-1-1 0,0 1 0,1-1 0,-1 0 0,-1 0 0,1 0 0,6-8 0,7-10 0,20-30 0,-32 44 0,18-30 0,-1-1 0,-2-1 0,-2 0 0,-2-2 0,-1 0 0,-2-1 0,12-70 0,-19 75 0,-2 0 0,-2 0 0,-1-1 0,-2 1 0,-2-1 0,-2 1 0,-1-1 0,-2 1 0,-12-41 0,12 59 0,-15-32 0,19 45 0,-1 1 0,0-1 0,0 1 0,-1 0 0,1 0 0,-1 1 0,-11-10 0,15 14 0,0 0 0,0 0 0,0 0 0,0 0 0,0 0 0,0 0 0,0 1 0,-1-1 0,1 0 0,0 1 0,0-1 0,0 1 0,-1 0 0,1-1 0,0 1 0,-1 0 0,1 0 0,0-1 0,-1 1 0,1 0 0,0 0 0,-1 1 0,1-1 0,0 0 0,-1 0 0,1 1 0,0-1 0,0 0 0,-1 1 0,1 0 0,0-1 0,0 1 0,0 0 0,0-1 0,0 1 0,0 0 0,0 0 0,0 0 0,0 0 0,0 0 0,0 0 0,0 1 0,-3 4 0,1 0 0,1 0 0,-1 0 0,1 0 0,1 0 0,-1 0 0,-1 12 0,-2 28 0,2 1 0,2-1 0,7 59 0,29 139 0,-22-173-341,3-1 0,3-1-1,41 98 1,-41-126-6485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2.586"/>
    </inkml:context>
    <inkml:brush xml:id="br0">
      <inkml:brushProperty name="width" value="0.05" units="cm"/>
      <inkml:brushProperty name="height" value="0.05" units="cm"/>
    </inkml:brush>
  </inkml:definitions>
  <inkml:trace contextRef="#ctx0" brushRef="#br0">1 349 24575,'6'-5'0,"0"0"0,0 1 0,0 0 0,1 0 0,-1 1 0,1-1 0,14-3 0,55-12 0,-16 4 0,-49 12 0,-1-1 0,0 0 0,0-1 0,0 0 0,-1 0 0,0-1 0,0 0 0,0-1 0,-1 0 0,0-1 0,11-12 0,-15 15 0,0 0 0,-1 1 0,0-1 0,0 0 0,-1-1 0,1 1 0,-1 0 0,-1-1 0,1 0 0,0 1 0,-1-1 0,0 0 0,-1 1 0,1-1 0,-1 0 0,0 0 0,-1 0 0,1 1 0,-1-1 0,0 0 0,-1 0 0,1 1 0,-4-8 0,3 9 0,0 0 0,0 1 0,0-1 0,0 1 0,0-1 0,-1 1 0,0 0 0,0 0 0,0 0 0,0 0 0,0 1 0,0-1 0,-1 1 0,1 0 0,-1 0 0,1 0 0,-1 0 0,0 1 0,0-1 0,0 1 0,0 0 0,0 0 0,-7 0 0,5 1 0,0-1 0,0 2 0,0-1 0,0 1 0,0 0 0,0 0 0,0 0 0,0 1 0,0 0 0,1 0 0,-1 1 0,1-1 0,-1 1 0,1 0 0,-7 6 0,3-1 0,1 0 0,1 1 0,-1-1 0,1 1 0,1 1 0,0-1 0,0 1 0,1 0 0,0 1 0,1-1 0,0 1 0,0 0 0,2 0 0,-4 20 0,4-18 0,1 0 0,0 0 0,1 0 0,1 0 0,0 0 0,1 0 0,0 0 0,1 0 0,0 0 0,1-1 0,0 0 0,11 20 0,-13-27 0,0-1 0,1 0 0,0 0 0,0 0 0,0-1 0,1 1 0,-1-1 0,1 1 0,0-1 0,0 0 0,0-1 0,0 1 0,0-1 0,1 1 0,7 2 0,-6-4 0,0 0 0,1 1 0,-1-2 0,0 1 0,1-1 0,-1 0 0,0 0 0,1-1 0,-1 0 0,12-3 0,-4 0 0,0-2 0,0 1 0,-1-2 0,0 0 0,0 0 0,0-1 0,-1-1 0,0 0 0,16-17 0,-10 5 0,0-1 0,-2 0 0,23-41 0,-39 63 0,0 0 0,0 0 0,0 0 0,0 1 0,0-1 0,0 0 0,0 0 0,0 0 0,0 0 0,1 0 0,-1 0 0,0 0 0,0 0 0,0 0 0,0 0 0,0 0 0,0 0 0,0 0 0,0 0 0,0 0 0,1 0 0,-1 0 0,0 0 0,0 0 0,0 0 0,0 0 0,0 0 0,-6 24 0,-14 36 0,-9 31 0,4 2 0,-17 132 0,37-196-1365,-1-9-5461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3.021"/>
    </inkml:context>
    <inkml:brush xml:id="br0">
      <inkml:brushProperty name="width" value="0.05" units="cm"/>
      <inkml:brushProperty name="height" value="0.05" units="cm"/>
    </inkml:brush>
  </inkml:definitions>
  <inkml:trace contextRef="#ctx0" brushRef="#br0">128 112 24575,'1'-1'0,"0"-1"0,0 1 0,0 0 0,0-1 0,0 1 0,0 0 0,0-1 0,0 0 0,-1 1 0,1-1 0,0 1 0,-1-1 0,0 0 0,1 1 0,-1-1 0,0 0 0,0 0 0,0 1 0,0-1 0,0-2 0,-1 1 0,1 0 0,-1 0 0,0 0 0,-1 0 0,1 0 0,0 1 0,-1-1 0,1 0 0,-1 1 0,-4-5 0,2 3 0,0 0 0,0 0 0,0 0 0,0 1 0,-1-1 0,0 1 0,0 0 0,0 1 0,0-1 0,0 1 0,-11-3 0,15 5 0,0-1 0,-1 1 0,1 0 0,0 0 0,-1 0 0,1 1 0,0-1 0,-1 0 0,1 0 0,0 1 0,-1-1 0,1 1 0,0-1 0,0 1 0,-1-1 0,1 1 0,0 0 0,0 0 0,0-1 0,0 1 0,-1 2 0,-1-1 0,1 1 0,0 0 0,0 0 0,1 0 0,-1 1 0,1-1 0,-1 0 0,0 4 0,-1 5 0,0-1 0,1 1 0,1 0 0,-1 12 0,2-19 0,0-1 0,0 0 0,1 0 0,-1 0 0,1 0 0,0 1 0,0-1 0,0 0 0,1 0 0,-1-1 0,1 1 0,0 0 0,0 0 0,0-1 0,0 1 0,1-1 0,0 0 0,0 0 0,-1 0 0,2 0 0,-1 0 0,0-1 0,1 1 0,6 3 0,-6-4 0,1 0 0,-1-1 0,1 1 0,0-1 0,0 0 0,0-1 0,0 1 0,0-1 0,0 0 0,0 0 0,0 0 0,0-1 0,0 1 0,-1-1 0,1 0 0,0-1 0,0 1 0,-1-1 0,1 0 0,6-4 0,-5 2 0,0 0 0,0-1 0,0 0 0,0 0 0,-1 0 0,0 0 0,0-1 0,8-12 0,-10 14 0,-1 0 0,0 0 0,0 0 0,0-1 0,0 1 0,-1 0 0,1-1 0,-1 1 0,0-1 0,-1 1 0,1-1 0,-1 0 0,0 1 0,0-1 0,-1-7 0,1 11 0,0 0 0,0 1 0,0-1 0,0 0 0,0 0 0,0 1 0,-1-1 0,1 0 0,0 1 0,0-1 0,-1 0 0,1 1 0,0-1 0,-1 0 0,1 1 0,0-1 0,-1 0 0,1 1 0,-1-1 0,1 1 0,-1-1 0,1 1 0,-1-1 0,0 1 0,1-1 0,-1 1 0,0 0 0,1-1 0,-1 1 0,0 0 0,1 0 0,-1-1 0,0 1 0,1 0 0,-1 0 0,0 0 0,0 0 0,1 0 0,-1 0 0,0 0 0,0 0 0,1 0 0,-1 0 0,0 1 0,1-1 0,-1 0 0,0 0 0,0 1 0,1-1 0,-2 1 0,0 1 0,-1 0 0,0 0 0,1 0 0,0 0 0,-1 0 0,1 0 0,0 1 0,0-1 0,0 1 0,-2 4 0,0 3 34,1 0 1,-1-1-1,2 1 0,-1 1 0,1-1 0,1 0 0,0 0 0,0 1 0,2 14 1,-1-20-113,0 0 0,1 0 1,0 0-1,0-1 1,0 1-1,0 0 1,1 0-1,0-1 0,0 1 1,0-1-1,0 1 1,1-1-1,-1 0 1,1 0-1,1 0 0,-1 0 1,0 0-1,1-1 1,0 0-1,-1 0 1,7 4-1,5 0-6748</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3.597"/>
    </inkml:context>
    <inkml:brush xml:id="br0">
      <inkml:brushProperty name="width" value="0.05" units="cm"/>
      <inkml:brushProperty name="height" value="0.05" units="cm"/>
    </inkml:brush>
  </inkml:definitions>
  <inkml:trace contextRef="#ctx0" brushRef="#br0">1 165 24575,'9'-10'0,"-1"0"0,14-19 0,-19 24 0,0 1 0,0-1 0,-1 0 0,0 0 0,0-1 0,0 1 0,0 0 0,1-11 0,-3 16 0,0-1 0,1 1 0,-1 0 0,0-1 0,0 1 0,0-1 0,0 1 0,0-1 0,0 1 0,0-1 0,0 1 0,0-1 0,0 1 0,0-1 0,0 1 0,-1 0 0,1-1 0,0 1 0,0-1 0,0 1 0,-1-1 0,1 1 0,0 0 0,0-1 0,-1 1 0,1 0 0,0-1 0,-1 1 0,1 0 0,-1-1 0,1 1 0,0 0 0,-1 0 0,1-1 0,-1 1 0,0 0 0,1 0 0,-1 1 0,0-1 0,1 0 0,-1 1 0,1-1 0,-1 0 0,1 1 0,-1-1 0,1 1 0,-1-1 0,1 1 0,-1-1 0,1 1 0,-1-1 0,1 1 0,0 0 0,-1-1 0,1 1 0,0 0 0,0-1 0,-1 1 0,1 0 0,0 0 0,-1 7 0,-1-1 0,2 0 0,-1 1 0,1-1 0,0 1 0,1-1 0,-1 0 0,2 1 0,-1-1 0,5 13 0,-3-11 0,0 0 0,0 0 0,1-1 0,1 0 0,-1 0 0,1 0 0,1 0 0,7 8 0,-11-14 0,-1 0 0,1 0 0,0-1 0,0 1 0,-1-1 0,1 1 0,0-1 0,0 0 0,0 0 0,1 1 0,-1-2 0,0 1 0,0 0 0,1 0 0,-1-1 0,0 1 0,1-1 0,-1 0 0,0 0 0,1 0 0,-1 0 0,0 0 0,1 0 0,-1 0 0,0-1 0,1 0 0,-1 1 0,0-1 0,0 0 0,1 0 0,-1 0 0,0 0 0,0 0 0,0-1 0,0 1 0,-1-1 0,1 1 0,0-1 0,1-2 0,3-2 0,0-1 0,-1 0 0,0 0 0,0-1 0,-1 1 0,0-1 0,0 0 0,-1 0 0,4-13 0,-3 8 0,-2-1 0,1 1 0,-2-1 0,0 0 0,0 1 0,-1-1 0,-1 0 0,-2-15 0,3 28 0,-1 0 0,1 1 0,0-1 0,0 1 0,0-1 0,0 1 0,0-1 0,-1 1 0,1-1 0,0 1 0,-1-1 0,1 1 0,0-1 0,-1 1 0,1-1 0,0 1 0,-1-1 0,1 1 0,-1 0 0,0-1 0,-7 5 0,-4 18 0,10-14 0,1-1 0,-1 1 0,1-1 0,1 1 0,-1-1 0,1 1 0,1 0 0,-1-1 0,1 1 0,1-1 0,2 10 0,-3-12 0,1-1 0,0 1 0,0 0 0,0-1 0,1 1 0,-1-1 0,1 0 0,0 1 0,0-2 0,1 1 0,-1 0 0,1-1 0,0 1 0,0-1 0,0 0 0,0 0 0,8 4 0,-9-6 0,0 0 0,-1 1 0,1 0 0,-1 0 0,1 0 0,-1 0 0,0 0 0,0 0 0,0 1 0,0-1 0,0 1 0,0-1 0,-1 1 0,1 0 0,-1-1 0,0 1 0,0 0 0,0 0 0,0 0 0,0 0 0,-1 0 0,1 0 0,-1 0 0,0 0 0,0 0 0,0 1 0,0-1 0,-2 6 0,-1 8 0,0 1 0,-2-1 0,-12 32 0,11-34 0,6-15 0,-42 104 0,35-90 0,0 0 0,-1 0 0,0-1 0,-21 24 0,27-34 0,0-1 0,0 0 0,0 0 0,-1 0 0,1 0 0,0-1 0,-1 1 0,1-1 0,-1 1 0,0-1 0,1 0 0,-1 0 0,0 0 0,0 0 0,0 0 0,0-1 0,0 1 0,-5-1 0,6 0 0,-1-1 0,1 0 0,0 1 0,0-1 0,-1 0 0,1 0 0,0 0 0,0-1 0,0 1 0,0 0 0,0-1 0,0 1 0,1-1 0,-1 0 0,0 0 0,1 0 0,-1 1 0,1-1 0,0 0 0,-1-1 0,1 1 0,0 0 0,-1-3 0,-3-10 0,1 1 0,0-1 0,0 0 0,2 0 0,0 0 0,0 0 0,2 0 0,0 0 0,0 0 0,2 0 0,0-1 0,4-15 0,0 6 0,2 0 0,0 0 0,1 1 0,2 0 0,0 1 0,20-28 0,-21 36 86,0 0-1,2 1 0,25-25 1,-31 34-229,0 0 1,0 0 0,0 1 0,0 0-1,1 0 1,0 1 0,0-1 0,0 1 0,0 1-1,0 0 1,14-3 0,8 4-6684</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03.952"/>
    </inkml:context>
    <inkml:brush xml:id="br0">
      <inkml:brushProperty name="width" value="0.05" units="cm"/>
      <inkml:brushProperty name="height" value="0.05" units="cm"/>
    </inkml:brush>
  </inkml:definitions>
  <inkml:trace contextRef="#ctx0" brushRef="#br0">80 419 24575,'-63'12'0,"47"-9"0,21-3 0,415-40-853,-222 24 255,630-53-3530,334-30 1839,-8-23 550,-1083 114 1728,-26 4 903,-1-2 0,84-22 1,-127 27-769,1 1 0,-1 0 0,1-1 0,-1 1 1,0-1-1,1 1 0,-1-1 0,0 0 1,1 1-1,-1-1 0,0 0 0,0 0 0,0 0 1,0 0-1,0 0 0,2-2 0,-3 2-48,0 1 0,0-1 0,0 1-1,-1-1 1,1 1 0,0-1 0,0 1-1,-1-1 1,1 1 0,0-1 0,-1 1 0,1-1-1,0 1 1,-1 0 0,1-1 0,-1 1 0,1 0-1,-1-1 1,1 1 0,-1 0 0,1-1-1,-1 1 1,1 0 0,-1 0 0,1 0 0,-1 0-1,0-1 1,-10-2-42,-1 0 1,-16-2-1,-14 0-5620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13.332"/>
    </inkml:context>
    <inkml:brush xml:id="br0">
      <inkml:brushProperty name="width" value="0.05" units="cm"/>
      <inkml:brushProperty name="height" value="0.05" units="cm"/>
    </inkml:brush>
  </inkml:definitions>
  <inkml:trace contextRef="#ctx0" brushRef="#br0">22 65 24575,'-1'0'0,"0"1"0,-1-1 0,1 1 0,0-1 0,0 1 0,0 0 0,0-1 0,-1 1 0,1 0 0,0 0 0,1 0 0,-1 0 0,0 0 0,0 0 0,0 0 0,0 0 0,1 0 0,-1 0 0,1 1 0,-1-1 0,1 0 0,-1 0 0,1 1 0,0-1 0,-1 0 0,1 1 0,0-1 0,0 0 0,0 1 0,0-1 0,0 0 0,0 1 0,1-1 0,-1 0 0,0 0 0,1 1 0,-1-1 0,1 0 0,-1 0 0,1 2 0,2-1 0,-1 0 0,1 0 0,-1 0 0,1-1 0,-1 1 0,1-1 0,0 1 0,0-1 0,0 0 0,0 0 0,0 0 0,5 0 0,41 4 0,-38-5 0,422-12-1040,-316 5 660,278-15-1769,1640-71-5517,-337 105 6281,-973 19 6827,-608-26-167,-104 0-4140,-17-8-1741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0.777"/>
    </inkml:context>
    <inkml:brush xml:id="br0">
      <inkml:brushProperty name="width" value="0.05" units="cm"/>
      <inkml:brushProperty name="height" value="0.05" units="cm"/>
    </inkml:brush>
  </inkml:definitions>
  <inkml:trace contextRef="#ctx0" brushRef="#br0">365 361 24478,'-4'12'0,"0"-1"0,0 1 0,-1 0 0,0-1 0,0 0 0,0 0 0,0 0 0,-1 0 0,0-1 0,0 0 0,0 0 0,0 0 0,-1-1 0,1 0 0,-1 0 0,0-1 0,0 0 0,0 0 0,0-1 0,-1 0 0,1-1 0,-1 0 0,1 0 0,-1-1 0,1 0 0,-1-1 0,0 0 0,1-1 0,-1 0 0,1-1 0,-1 0 0,1 0 0,-1-1 0,1 0 0,0-1 0,0-1 0,0 1 0,0-2 0,0 0 0,0 0 0,1-1 0,-1 0 0,1 0 0,0-2 0,1 1 0,-1-1 0,1 0 0,-1-1 0,2-1 0,-1 1 0,0-1 0,1-1 0,0 1 0,1-2 0,-1 1 0,1-1 0,0 0 0,0-1 0,1 1 0,0-1 0,0-1 0,1 1 0,0-1 0,0 0 0,0 0 0,1 0 0,0-1 0,0 1 0,1-1 0,0 0 0,0 0 0,1 0 0,0 0 0,0 0 0,0 0 0,1-1 0,0 1 0,0 0 0,0 0 0,1 0 0,0 1 0,0-1 0,1 0 0,0 1 0,0 0 0,0 0 0,0 0 0,1 0 0,0 1 0,0 0 0,0 0 0,0 0 0,1 1 0,-1 0 0,1 0 0,0 1 0,0 0 0,0 0 0,0 1 0,1 0 0,-1 1 0,1 0 0,-1 0 0,1 1 0,-1 0 0,1 1 0,0 0 0,-1 1 0,1 0 0,-1 1 0,1 0 0,-1 0 0,1 1 0,-1 0 0,0 1 0,0 1 0,0-1 0,0 2 0,0 0 0,0 0 0,-1 1 0,1 0 0,-1 0 0,0 2 0,-1-1 0,1 1 0,-1 0 0,1 1 0,-2 1 0,1-1 0,0 1 0,-1 1 0,0-1 0,-1 2 0,1-1 0,-1 1 0,0 0 0,0 1 0,-1-1 0,0 1 0,0 1 0,-1-1 0,0 1 0,0 0 0,0 0 0,-1 0 0,0 1 0,0-1 0,-1 1 0,0 0 0,0 0 0,-1 0 0,0 0 0,0 0 0,0 0 0,-1 1 0,0-1 0,0 0 0,0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28.547"/>
    </inkml:context>
    <inkml:brush xml:id="br0">
      <inkml:brushProperty name="width" value="0.05" units="cm"/>
      <inkml:brushProperty name="height" value="0.05" units="cm"/>
    </inkml:brush>
  </inkml:definitions>
  <inkml:trace contextRef="#ctx0" brushRef="#br0">0 12 24575,'4'-3'0,"3"-1"0,4 0 0,1 4 0,-3 8 0,-2 9 0,-3 11 0,-1 10 0,1 11 0,0 7 0,3 6 0,3 6 0,0-1 0,2-1 0,-2-3 0,-3-6 0,-1-6 0,-3-12-8191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28.701"/>
    </inkml:context>
    <inkml:brush xml:id="br0">
      <inkml:brushProperty name="width" value="0.05" units="cm"/>
      <inkml:brushProperty name="height" value="0.05" units="cm"/>
    </inkml:brush>
  </inkml:definitions>
  <inkml:trace contextRef="#ctx0" brushRef="#br0">37 210 24575,'-3'-6'0,"-4"-2"0,-4-3 0,-1-3 0,9-1 0,8 0 0,12 1 0,12 3 0,11-1 0,12 3 0,9-2 0,9 0 0,7-3 0,1-4 0,-2-3 0,-15 2-8191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28.855"/>
    </inkml:context>
    <inkml:brush xml:id="br0">
      <inkml:brushProperty name="width" value="0.05" units="cm"/>
      <inkml:brushProperty name="height" value="0.05" units="cm"/>
    </inkml:brush>
  </inkml:definitions>
  <inkml:trace contextRef="#ctx0" brushRef="#br0">100 218 24575,'-9'-10'0,"-10"-12"0,-5-8 0,3-6 0,4 0 0,8 3 0,15 8 0,13 7 0,12 11 0,14 8 0,8 9 0,8 5 0,3 6 0,-10 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29.042"/>
    </inkml:context>
    <inkml:brush xml:id="br0">
      <inkml:brushProperty name="width" value="0.05" units="cm"/>
      <inkml:brushProperty name="height" value="0.05" units="cm"/>
    </inkml:brush>
  </inkml:definitions>
  <inkml:trace contextRef="#ctx0" brushRef="#br0">50 19 24575,'0'-3'0,"-3"-1"0,-1-4 0,0 4 0,1 5 0,0 9 0,2 12 0,0 15 0,1 13 0,0 14 0,0 12 0,0 9 0,0 5 0,-3 3 0,-4-1 0,-1-5 0,1-7 0,2-17-8191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29.354"/>
    </inkml:context>
    <inkml:brush xml:id="br0">
      <inkml:brushProperty name="width" value="0.05" units="cm"/>
      <inkml:brushProperty name="height" value="0.05" units="cm"/>
    </inkml:brush>
  </inkml:definitions>
  <inkml:trace contextRef="#ctx0" brushRef="#br0">121 40 24575,'8'-12'0,"-5"6"0,-13 14 0,-3 4 0,1 0 0,0 1 0,1 0 0,0 1 0,1 0 0,1 1 0,0 0 0,1 0 0,-8 22 0,14-30 0,0 1 0,0-1 0,0 1 0,1 0 0,0-1 0,0 1 0,1 0 0,0 0 0,1 0 0,1 8 0,-1-10 0,1-1 0,-1 1 0,1-1 0,1 0 0,-1 1 0,1-1 0,0 0 0,0 0 0,1-1 0,-1 1 0,1-1 0,0 1 0,0-1 0,1-1 0,4 5 0,1-2 0,0 0 0,1 0 0,0-1 0,0 0 0,1-1 0,-1 0 0,1-1 0,0 0 0,0-1 0,0 0 0,0-1 0,0 0 0,0-1 0,14-1 0,-16 0 0,1 0 0,-1-1 0,0 0 0,0 0 0,0-1 0,0 0 0,0-1 0,-1 0 0,1-1 0,-1 0 0,0 0 0,-1-1 0,1 0 0,-1 0 0,0-1 0,11-14 0,-14 15 0,-1 0 0,0 0 0,0 0 0,-1-1 0,0 0 0,0 0 0,-1 0 0,0 0 0,0 0 0,-1 0 0,1 0 0,-1-1 0,-1 1 0,0-1 0,0 1 0,0 0 0,-1-1 0,0 1 0,0 0 0,-1 0 0,0-1 0,-1 1 0,1 1 0,-1-1 0,0 0 0,-1 1 0,-7-12 0,4 8 0,-1 0 0,1 1 0,-1 0 0,-1 1 0,0-1 0,0 2 0,-1-1 0,1 1 0,-2 1 0,1 0 0,-1 0 0,0 1 0,0 0 0,0 1 0,-1 0 0,-17-3 0,21 6-114,-1 0 1,1 0-1,-1 1 0,0 0 0,1 1 1,-1 0-1,1 0 0,-1 1 0,1 0 1,-1 0-1,-12 6 0,-2 5-6712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0.397"/>
    </inkml:context>
    <inkml:brush xml:id="br0">
      <inkml:brushProperty name="width" value="0.05" units="cm"/>
      <inkml:brushProperty name="height" value="0.05" units="cm"/>
    </inkml:brush>
  </inkml:definitions>
  <inkml:trace contextRef="#ctx0" brushRef="#br0">309 133 24575,'-36'-42'0,"30"33"0,-1 1 0,0-1 0,-1 1 0,1 1 0,-2-1 0,-9-5 0,15 10 0,-1 1 0,0 0 0,1 0 0,-1 0 0,0 0 0,0 1 0,-1-1 0,1 1 0,0 0 0,0 1 0,-8-1 0,9 1 0,0 0 0,0 1 0,0-1 0,0 1 0,1 0 0,-1 0 0,0 0 0,0 0 0,1 1 0,-1-1 0,1 1 0,-1-1 0,1 1 0,0 0 0,0 0 0,-1 0 0,1 0 0,-2 4 0,-3 3 0,1 1 0,0 0 0,0 0 0,1 1 0,0 0 0,1 0 0,1 0 0,-1 0 0,2 1 0,-3 20 0,3-17 0,2 0 0,-1 0 0,2 0 0,0 0 0,0 0 0,2 0 0,0-1 0,5 17 0,-4-22 0,0-1 0,1 1 0,0-1 0,0 0 0,1 0 0,-1-1 0,2 1 0,-1-1 0,1-1 0,0 1 0,1-1 0,-1-1 0,1 1 0,1-1 0,-1 0 0,1-1 0,-1 0 0,1-1 0,0 0 0,0 0 0,20 3 0,-19-4 0,1 0 0,0-1 0,0 0 0,0-1 0,0-1 0,0 1 0,0-2 0,0 1 0,0-2 0,0 1 0,-1-1 0,1-1 0,-1 0 0,0-1 0,0 1 0,0-2 0,-1 0 0,17-13 0,-20 14 0,-1 0 0,-1 0 0,1-1 0,-1 1 0,0-1 0,0 0 0,-1 0 0,1 0 0,-1-1 0,-1 1 0,1-1 0,-1 0 0,0 1 0,-1-1 0,0 0 0,0 0 0,0 0 0,-1 0 0,0 0 0,0 0 0,-1 0 0,0 0 0,0 0 0,-1 0 0,0 0 0,0 0 0,0 1 0,-6-11 0,1 4 0,0 0 0,-1 0 0,-1 1 0,0-1 0,0 2 0,-1 0 0,-1 0 0,0 1 0,0 0 0,-1 1 0,0 0 0,-20-10 0,13 9 49,0 2 0,-1 0 0,0 1-1,0 1 1,-1 1 0,-23-3 0,36 7-144,-1 0 0,0 0 0,0 1 0,1 0 1,-1 1-1,0-1 0,1 2 0,-1-1 0,1 1 0,-1 1 1,1 0-1,0 0 0,0 0 0,0 1 0,0 0 1,1 1-1,-10 6 0,-5 13-6731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0.585"/>
    </inkml:context>
    <inkml:brush xml:id="br0">
      <inkml:brushProperty name="width" value="0.05" units="cm"/>
      <inkml:brushProperty name="height" value="0.05" units="cm"/>
    </inkml:brush>
  </inkml:definitions>
  <inkml:trace contextRef="#ctx0" brushRef="#br0">171 36 24575,'3'-3'0,"2"-4"0,2-2 0,0-1 0,-4 3 0,-2 13 0,-5 12 0,-5 11 0,-7 17 0,-4 14 0,-5 11 0,-1 13 0,-3 7 0,1 5 0,5 1 0,7-15-8191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1.019"/>
    </inkml:context>
    <inkml:brush xml:id="br0">
      <inkml:brushProperty name="width" value="0.05" units="cm"/>
      <inkml:brushProperty name="height" value="0.05" units="cm"/>
    </inkml:brush>
  </inkml:definitions>
  <inkml:trace contextRef="#ctx0" brushRef="#br0">1 367 24575,'2'0'0,"0"-1"0,0 1 0,0 1 0,0-1 0,1 0 0,-1 0 0,0 1 0,0-1 0,0 1 0,0 0 0,0 0 0,0 0 0,-1 0 0,1 0 0,0 0 0,0 0 0,-1 0 0,1 1 0,0-1 0,-1 1 0,0-1 0,1 1 0,1 2 0,-1 0 0,-1 1 0,1-1 0,0 1 0,-1 0 0,0-1 0,0 1 0,-1 0 0,1 0 0,-1 6 0,0 231 0,-2-121 0,-17-467 0,9 222 0,0 20 0,-2-52 0,11 150 0,1 0 0,0-1 0,1 1 0,-1 0 0,1 0 0,0-1 0,3-6 0,-3 12 0,-1 0 0,1-1 0,-1 1 0,1 0 0,-1 1 0,1-1 0,0 0 0,0 0 0,-1 0 0,1 0 0,0 0 0,0 1 0,0-1 0,0 0 0,0 1 0,0-1 0,0 1 0,1-1 0,0 0 0,-1 1 0,1 0 0,0 0 0,0 0 0,-1 0 0,1 0 0,0 0 0,0 1 0,-1-1 0,1 0 0,0 1 0,-1-1 0,1 1 0,-1 0 0,4 1 0,20 12 0,0 1 0,-1 0 0,0 2 0,-2 1 0,0 1 0,34 38 0,-52-53 0,-1 1 0,1 0 0,-1 0 0,0 0 0,0 1 0,-1-1 0,1 1 0,1 9 0,-3-13 0,-1 0 0,1 0 0,-1 1 0,0-1 0,0 0 0,0 1 0,0-1 0,-1 0 0,1 0 0,-1 1 0,1-1 0,-1 0 0,0 0 0,1 0 0,-1 0 0,0 0 0,-1 0 0,1 0 0,0 0 0,-1 0 0,1 0 0,-1 0 0,1-1 0,-1 1 0,-2 1 0,-4 2-151,1-1-1,-1 0 0,0 0 0,-1-1 1,1 0-1,-1-1 0,1 1 1,-14 0-1,-31 6-6674</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2.458"/>
    </inkml:context>
    <inkml:brush xml:id="br0">
      <inkml:brushProperty name="width" value="0.05" units="cm"/>
      <inkml:brushProperty name="height" value="0.05" units="cm"/>
    </inkml:brush>
  </inkml:definitions>
  <inkml:trace contextRef="#ctx0" brushRef="#br0">4 427 24575,'9'-1'0,"-8"0"0,-1 1 0,1 0 0,-1 0 0,1 0 0,0 0 0,-1-1 0,1 1 0,-1 0 0,1 0 0,0 0 0,-1 0 0,1 0 0,-1 1 0,1-1 0,0 0 0,-1 0 0,1 0 0,-1 0 0,1 1 0,-1-1 0,1 0 0,-1 1 0,1-1 0,-1 0 0,1 1 0,-1-1 0,1 1 0,-1-1 0,0 0 0,1 1 0,-1-1 0,0 1 0,1-1 0,-1 1 0,0 0 0,1-1 0,-1 1 0,0 0 0,7 17 0,-2 1 0,0-1 0,-1 1 0,-1 0 0,2 30 0,1 3 0,14 60 0,7 60 0,-39-217 0,-6-67 0,5-1 0,1-189 0,13 270 0,0 0 0,3 0 0,0 1 0,12-41 0,-13 62 0,1 0 0,0 0 0,1 0 0,0 1 0,0 0 0,1 0 0,8-11 0,-10 15 0,1 1 0,0-1 0,0 0 0,0 1 0,1 0 0,-1 1 0,1-1 0,0 1 0,0 0 0,0 0 0,1 1 0,9-3 0,-5 3 0,-1 1 0,1 0 0,0 1 0,-1 0 0,1 0 0,-1 1 0,1 1 0,-1 0 0,1 0 0,-1 1 0,0 0 0,0 1 0,0 0 0,-1 0 0,1 1 0,-1 1 0,11 8 0,-9-6 0,0 0 0,-1 0 0,-1 1 0,1 1 0,-2 0 0,1 0 0,-1 0 0,-1 1 0,0 1 0,0-1 0,-1 1 0,-1 0 0,7 20 0,-10-23 0,-1-1 0,0 1 0,0 0 0,-1 0 0,0 0 0,-1-1 0,0 1 0,0 0 0,-1 0 0,0-1 0,-1 1 0,1-1 0,-2 0 0,1 0 0,-1 0 0,0 0 0,-1 0 0,0-1 0,-8 10 0,-3 2 0,-1-2 0,0 0 0,-1 0 0,0-2 0,-42 26 0,27-22 0,-1-1 0,-62 23 0,-76 11 0,171-51 0,5 1 0,14 3 0,36 7 0,-25-6 0,41 11 0,-1 4 0,0 3 0,-2 3 0,82 45 0,-69-33-1365,-51-28-5461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2.800"/>
    </inkml:context>
    <inkml:brush xml:id="br0">
      <inkml:brushProperty name="width" value="0.05" units="cm"/>
      <inkml:brushProperty name="height" value="0.05" units="cm"/>
    </inkml:brush>
  </inkml:definitions>
  <inkml:trace contextRef="#ctx0" brushRef="#br0">294 276 24575,'32'-54'0,"-20"35"0,17-33 0,-26 46 0,-1-1 0,0 1 0,0-1 0,0 1 0,-1-1 0,0 0 0,0 1 0,-1-1 0,0-12 0,0 16 0,-1 0 0,1 0 0,-1 0 0,0 1 0,0-1 0,0 0 0,0 1 0,0-1 0,0 1 0,-1-1 0,1 1 0,-1-1 0,0 1 0,0 0 0,0 0 0,-2-2 0,0 1 0,0 0 0,0 1 0,0-1 0,0 1 0,-1 0 0,1 0 0,-1 1 0,-8-3 0,1 2 0,1 0 0,-1 1 0,1 1 0,-1 0 0,1 0 0,-1 1 0,-13 3 0,10 0 0,0 1 0,1 0 0,0 0 0,0 2 0,0 0 0,1 0 0,0 1 0,-20 16 0,27-18 0,0-1 0,1 1 0,-1 0 0,1 0 0,0 1 0,1-1 0,-1 1 0,-2 8 0,5-11 0,0 1 0,0-1 0,1 1 0,0 0 0,0 0 0,0 0 0,1-1 0,0 1 0,-1 0 0,2 0 0,-1 0 0,1 0 0,-1-1 0,3 7 0,-1-6 0,-1 1 0,2-1 0,-1 0 0,1 0 0,-1 0 0,1 0 0,1 0 0,-1-1 0,1 1 0,0-1 0,0 0 0,5 5 0,-1-4 0,-1 0 0,1 0 0,0-1 0,0 0 0,0 0 0,0-1 0,12 4 0,-6-4 0,0 0 0,-1-1 0,1 0 0,0-1 0,1-1 0,-1 0 0,0-1 0,0 0 0,26-7 0,-31 5 0,0 1 0,-1-2 0,1 0 0,-1 0 0,0 0 0,0-1 0,0 0 0,-1 0 0,0-1 0,0 0 0,0-1 0,-1 1 0,0-1 0,0 0 0,0-1 0,-1 1 0,-1-1 0,1 0 0,3-10 0,11-17 0,-19 35 0,0 0 0,1 0 0,-1 0 0,0-1 0,0 1 0,0 0 0,0 0 0,0 0 0,0 0 0,1 0 0,-1 0 0,0-1 0,0 1 0,0 0 0,0 0 0,1 0 0,-1 0 0,0 0 0,0 0 0,0 0 0,1 0 0,-1 0 0,0 0 0,0 0 0,0 0 0,1 0 0,-1 0 0,0 0 0,0 0 0,0 0 0,1 0 0,-1 0 0,0 0 0,0 0 0,0 0 0,1 0 0,-1 0 0,0 0 0,0 1 0,0-1 0,0 0 0,1 0 0,-1 0 0,0 0 0,0 0 0,0 1 0,0-1 0,0 0 0,0 0 0,1 0 0,-1 0 0,0 1 0,0-1 0,0 0 0,0 0 0,0 0 0,0 1 0,0-1 0,0 0 0,0 0 0,0 0 0,0 1 0,0-1 0,3 18 0,-3-15 0,2 16-341,2 1 0,0-1-1,10 29 1,-4-25-6485</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3.216"/>
    </inkml:context>
    <inkml:brush xml:id="br0">
      <inkml:brushProperty name="width" value="0.05" units="cm"/>
      <inkml:brushProperty name="height" value="0.05" units="cm"/>
    </inkml:brush>
  </inkml:definitions>
  <inkml:trace contextRef="#ctx0" brushRef="#br0">18 121 24575,'-1'-26'0,"-1"0"0,-9-42 0,8 79 0,2 15 0,7 52 0,27 123 0,-27-170 0,49 204 0,-47-204 0,-31-127 0,-22-99 0,36 145 0,-5-98 0,14 143 0,0 0 0,0-1 0,1 1 0,-1-1 0,1 1 0,1 0 0,-1 0 0,1-1 0,3-6 0,-4 10 0,0 0 0,0 1 0,0-1 0,0 1 0,1-1 0,-1 1 0,1 0 0,-1-1 0,1 1 0,-1 0 0,1 0 0,0 0 0,0 0 0,-1 0 0,1 0 0,0 1 0,0-1 0,0 1 0,0-1 0,0 1 0,0-1 0,0 1 0,0 0 0,0 0 0,0 0 0,0 1 0,0-1 0,2 1 0,8 1 0,-1 1 0,0 0 0,0 1 0,0 0 0,0 1 0,-1 1 0,12 6 0,0 3 0,-1 0 0,21 20 0,-38-31 0,1 0 0,-1 1 0,0 0 0,0-1 0,0 1 0,-1 0 0,0 1 0,5 9 0,-7-13 0,-1 0 0,1 0 0,-1-1 0,1 1 0,-1 0 0,0 0 0,0 0 0,0 0 0,0 0 0,0 0 0,0-1 0,-1 1 0,1 0 0,-1 0 0,1 0 0,-1 0 0,0-1 0,1 1 0,-1 0 0,0-1 0,0 1 0,0-1 0,0 1 0,-1-1 0,1 1 0,0-1 0,-1 0 0,1 0 0,-1 1 0,1-1 0,-1 0 0,-2 1 0,-4 2 42,-1 1-1,0-2 0,0 1 1,0-1-1,0 0 0,-1-1 1,-13 2-1,-72 2-1007,75-6 236,-40 2-6096</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5.382"/>
    </inkml:context>
    <inkml:brush xml:id="br0">
      <inkml:brushProperty name="width" value="0.05" units="cm"/>
      <inkml:brushProperty name="height" value="0.05" units="cm"/>
    </inkml:brush>
  </inkml:definitions>
  <inkml:trace contextRef="#ctx0" brushRef="#br0">0 147 24575,'1'-46'0,"-1"46"0,0 0 0,0 0 0,0 0 0,0 0 0,0 0 0,0-1 0,0 1 0,0 0 0,0 0 0,0 0 0,0 0 0,0 0 0,0 0 0,0 0 0,0 0 0,0 0 0,0 0 0,0-1 0,1 1 0,-1 0 0,0 0 0,0 0 0,0 0 0,0 0 0,0 0 0,0 0 0,0 0 0,0 0 0,0 0 0,1 0 0,-1 0 0,0 0 0,0 0 0,0 0 0,0 0 0,0 0 0,0 0 0,0 0 0,0 0 0,1 0 0,-1 0 0,0 0 0,0 0 0,0 0 0,0 0 0,0 0 0,0 0 0,0 0 0,0 0 0,0 0 0,1 0 0,5 7 0,5 9 0,11 30 0,26 84 0,-33-85 0,-6-22 0,-3-9 0,-1 1 0,-1 0 0,0 0 0,4 29 0,-10-36 0,-2-10 0,-4-12 0,3-2 0,1-1 0,1 0 0,0 0 0,1-1 0,1 1 0,1 0 0,1-1 0,3-21 0,-1 12 0,3 0 0,0 1 0,1 0 0,18-41 0,-20 57 0,-1 1 0,2 0 0,-1 0 0,1 1 0,1 0 0,13-15 0,-18 21 0,0 1 0,1-1 0,-1 0 0,0 1 0,0 0 0,0-1 0,1 1 0,-1 0 0,1 0 0,-1 0 0,1 1 0,-1-1 0,6 0 0,-6 1 0,0 0 0,0 1 0,0-1 0,0 1 0,0-1 0,0 1 0,0 0 0,0-1 0,-1 1 0,1 0 0,0 0 0,0 1 0,-1-1 0,1 0 0,-1 0 0,1 1 0,-1-1 0,1 1 0,-1-1 0,2 4 0,3 4 0,0 1 0,-1 0 0,0 0 0,-1 0 0,0 0 0,0 1 0,1 11 0,11 82 0,-8-49 0,-6-37 0,-1-9 0,0-1 0,1 0 0,0 0 0,4 14 0,-5-21 0,-1-1 0,0 0 0,0 1 0,1-1 0,-1 0 0,0 1 0,0-1 0,1 0 0,-1 1 0,0-1 0,1 0 0,-1 0 0,0 1 0,1-1 0,-1 0 0,1 0 0,-1 0 0,0 0 0,1 1 0,-1-1 0,1 0 0,-1 0 0,0 0 0,1 0 0,-1 0 0,1 0 0,-1 0 0,1 0 0,-1 0 0,0 0 0,1 0 0,-1-1 0,1 1 0,-1 0 0,0 0 0,1 0 0,-1 0 0,1-1 0,-1 1 0,0 0 0,1 0 0,-1-1 0,0 1 0,1 0 0,-1-1 0,0 1 0,0 0 0,1-1 0,-1 1 0,0 0 0,0-1 0,19-24 0,-16 21 0,44-72 0,-27 43 0,38-50 0,-57 81 0,1 0 0,0 0 0,-1 0 0,1 0 0,0 0 0,0 0 0,0 1 0,1-1 0,-1 1 0,0-1 0,0 1 0,1 0 0,-1 0 0,1 0 0,-1 0 0,5 0 0,-5 1 0,-1 0 0,1 1 0,0-1 0,0 1 0,0-1 0,-1 1 0,1 0 0,0-1 0,-1 1 0,1 0 0,-1 0 0,1 1 0,-1-1 0,1 0 0,-1 0 0,0 1 0,1-1 0,-1 1 0,0-1 0,0 1 0,0-1 0,0 1 0,0 0 0,0 1 0,29 57 0,-20-37 0,1 0 0,1-1 0,1-1 0,17 21 0,-26-37 0,1 1 0,1-1 0,-1 0 0,1 0 0,-1-1 0,1 1 0,1-1 0,-1-1 0,0 1 0,1-1 0,0 0 0,0-1 0,0 0 0,0 0 0,0 0 0,0-1 0,1 0 0,9 0 0,-4-1 0,-1-1 0,0-1 0,0 0 0,0-1 0,0 0 0,0 0 0,-1-1 0,1-1 0,-1 0 0,0-1 0,0 0 0,-1-1 0,0 0 0,0 0 0,16-16 0,-14 11 0,-1-1 0,0 1 0,-1-2 0,0 1 0,-1-1 0,-1-1 0,0 0 0,-1 0 0,0-1 0,-1 1 0,4-19 0,-9 29 0,0-1 0,-1 1 0,1-1 0,-1 1 0,0-1 0,0 0 0,0 1 0,-1-1 0,0 1 0,0-1 0,-1 1 0,1 0 0,-1 0 0,0-1 0,-1 1 0,-3-6 0,4 8 0,0 1 0,0 0 0,0-1 0,0 1 0,0 0 0,-1 0 0,1 0 0,-1 1 0,0-1 0,1 0 0,-1 1 0,0 0 0,0 0 0,0 0 0,0 0 0,0 0 0,0 0 0,0 1 0,0-1 0,0 1 0,0 0 0,0 0 0,-1 0 0,1 1 0,0-1 0,0 1 0,0-1 0,0 1 0,0 0 0,-4 2 0,0 0 0,0 0 0,0 1 0,1-1 0,-1 1 0,1 1 0,0-1 0,0 1 0,0 0 0,1 0 0,0 1 0,0 0 0,-5 6 0,4-2 0,0-1 0,1 1 0,0 1 0,0-1 0,1 1 0,1 0 0,-5 19 0,6-19 0,0 1 0,1-1 0,0 0 0,1 1 0,0-1 0,1 0 0,0 1 0,1-1 0,0 0 0,1 0 0,0 0 0,1 0 0,0 0 0,0-1 0,1 0 0,1 0 0,8 13 0,-9-18 17,-1 0 0,1-1 0,0 1 1,0-1-1,1 0 0,-1-1 0,1 1 0,0-1 0,0 0 0,0 0 0,0-1 0,1 0 0,-1 0 0,1 0 0,-1-1 0,1 0 0,-1 0 0,1-1 1,9 0-1,-3-1-207,0-1 0,0 0 1,-1 0-1,1-1 0,0-1 1,-1 0-1,0-1 1,22-11-1,10-11-6636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5.568"/>
    </inkml:context>
    <inkml:brush xml:id="br0">
      <inkml:brushProperty name="width" value="0.05" units="cm"/>
      <inkml:brushProperty name="height" value="0.05" units="cm"/>
    </inkml:brush>
  </inkml:definitions>
  <inkml:trace contextRef="#ctx0" brushRef="#br0">73 261 24575,'-2'-33'0,"-1"1"0,-1-1 0,-3 1 0,-18-59 0,24 86 0,-1 0 0,0 0 0,-1 0 0,1 0 0,-5-6 0,7 11 0,0 0 0,0 0 0,0-1 0,0 1 0,-1 0 0,1 0 0,0 0 0,0-1 0,0 1 0,0 0 0,-1 0 0,1 0 0,0 0 0,0 0 0,0 0 0,-1-1 0,1 1 0,0 0 0,0 0 0,-1 0 0,1 0 0,0 0 0,0 0 0,0 0 0,-1 0 0,1 0 0,0 0 0,0 0 0,-1 0 0,1 0 0,0 0 0,0 0 0,-1 0 0,1 0 0,0 0 0,0 0 0,0 1 0,-1-1 0,1 0 0,0 0 0,-1 2 0,0-1 0,0 1 0,1-1 0,-1 1 0,0 0 0,1-1 0,0 1 0,-1 0 0,1-1 0,0 4 0,-1 35 0,2 0 0,2-1 0,1 1 0,12 47 0,-12-66 0,49 224 0,-31-151 0,-20-84-273,1-1 0,0 0 0,0 0 0,5 9 0,1-2-6553</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6.811"/>
    </inkml:context>
    <inkml:brush xml:id="br0">
      <inkml:brushProperty name="width" value="0.05" units="cm"/>
      <inkml:brushProperty name="height" value="0.05" units="cm"/>
    </inkml:brush>
  </inkml:definitions>
  <inkml:trace contextRef="#ctx0" brushRef="#br0">55 579 24575,'-6'-8'0,"1"0"0,0 0 0,0 0 0,0-1 0,1 0 0,0 1 0,-5-19 0,2 6 0,6 20 0,1-1 0,-1 1 0,1 0 0,-1 0 0,1-1 0,0 1 0,-1 0 0,1-1 0,0 1 0,0-1 0,0 1 0,0 0 0,0-1 0,0 1 0,0 0 0,1-1 0,-1 1 0,0 0 0,1-1 0,-1 1 0,1 0 0,0 0 0,-1-1 0,1 1 0,1-2 0,1 1 0,0 0 0,0-1 0,1 1 0,-1 0 0,0 1 0,1-1 0,5-1 0,18-11 0,-21 10 0,0-1 0,0 0 0,-1-1 0,0 1 0,0-1 0,6-9 0,14-16 0,-25 31 0,0 0 0,0-1 0,0 1 0,0 0 0,1 0 0,-1 0 0,0-1 0,0 1 0,1 0 0,-1 0 0,0 0 0,0 0 0,1 0 0,-1 0 0,0-1 0,0 1 0,1 0 0,-1 0 0,0 0 0,0 0 0,1 0 0,-1 0 0,0 0 0,1 0 0,-1 0 0,0 0 0,0 0 0,1 0 0,-1 0 0,0 1 0,1-1 0,-1 0 0,0 0 0,0 0 0,1 0 0,-1 0 0,0 0 0,0 1 0,0-1 0,1 0 0,-1 0 0,0 0 0,0 1 0,0-1 0,1 0 0,-1 0 0,0 1 0,0-1 0,0 0 0,0 0 0,0 1 0,0-1 0,0 0 0,0 0 0,1 1 0,3 20 0,-3-17 0,12 84 0,1 110 0,-13-169 0,1 51 0,-2-43 0,1 0 0,12 67 0,-13-103 0,0 0 0,0 0 0,1 0 0,-1 1 0,0-1 0,1 0 0,-1 0 0,1 0 0,-1 0 0,1 0 0,0 0 0,-1 0 0,1 0 0,1 1 0,-2-2 0,0 0 0,1 1 0,-1-1 0,0 0 0,1 0 0,-1 0 0,0 0 0,1 0 0,-1 0 0,0 0 0,1 0 0,-1 0 0,0-1 0,1 1 0,-1 0 0,0 0 0,1 0 0,-1 0 0,0 0 0,0 0 0,1-1 0,-1 1 0,0 0 0,0 0 0,1-1 0,-1 1 0,0 0 0,0 0 0,0-1 0,1 1 0,-1 0 0,0-1 0,16-32 0,-15 30 0,38-108 0,17-39 0,-55 147 0,0 0 0,0 1 0,0-1 0,1 1 0,-1-1 0,1 1 0,0 0 0,2-3 0,-4 5 0,0 0 0,0 0 0,0 0 0,1 0 0,-1 0 0,0-1 0,0 1 0,1 0 0,-1 0 0,0 0 0,0 0 0,0 0 0,1 0 0,-1 0 0,0 0 0,0 0 0,1 0 0,-1 0 0,0 0 0,0 0 0,0 0 0,1 0 0,-1 0 0,0 0 0,0 1 0,1-1 0,-1 0 0,0 0 0,0 0 0,0 0 0,0 0 0,1 0 0,-1 1 0,7 13 0,7 42 0,-10-35 0,1-1 0,0 0 0,2 0 0,0 0 0,15 26 0,-20-42 0,1 0 0,0 0 0,0 0 0,1 0 0,-1 0 0,1-1 0,0 1 0,0-1 0,0 0 0,0 0 0,0-1 0,1 1 0,-1-1 0,1 0 0,0 0 0,-1 0 0,1-1 0,0 0 0,0 0 0,0 0 0,0 0 0,0-1 0,0 0 0,1 0 0,-1 0 0,0-1 0,7-1 0,0-1 0,0 0 0,-1-1 0,0 0 0,0-1 0,0 0 0,-1-1 0,0 0 0,0-1 0,0 0 0,9-8 0,-4 2 0,-1-1 0,-1-1 0,0 0 0,-1 0 0,14-23 0,-21 30 0,0-1 0,-1-1 0,6-17 0,-9 24 0,0 1 0,-1-1 0,1 1 0,-1-1 0,0 0 0,0 1 0,0-1 0,0 0 0,-1-2 0,1 4 0,0 0 0,-1 0 0,1-1 0,-1 1 0,1 0 0,-1 1 0,1-1 0,-1 0 0,1 0 0,-1 0 0,0 0 0,0 0 0,1 0 0,-1 1 0,0-1 0,0 0 0,0 1 0,0-1 0,0 1 0,0-1 0,0 1 0,-1-1 0,-1 0 0,1 1 0,-1 0 0,1-1 0,-1 1 0,1 0 0,-1 0 0,1 1 0,-1-1 0,1 1 0,0-1 0,-1 1 0,1 0 0,-1-1 0,1 1 0,0 0 0,0 1 0,-1-1 0,1 0 0,0 1 0,0-1 0,0 1 0,1 0 0,-1-1 0,0 1 0,-2 3 0,-1 2 0,-1 0 0,1 1 0,0-1 0,0 1 0,-6 14 0,9-15 0,1-1 0,-1 1 0,1-1 0,0 1 0,0-1 0,1 1 0,0 0 0,0-1 0,1 1 0,-1-1 0,1 1 0,1-1 0,-1 1 0,1-1 0,1 0 0,-1 1 0,5 7 0,-4-9 0,-1 0 0,1-1 0,0 1 0,0-1 0,1 0 0,-1 0 0,1 0 0,0 0 0,0-1 0,1 1 0,-1-1 0,0 0 0,1 0 0,0-1 0,0 1 0,0-1 0,0 0 0,0-1 0,0 1 0,0-1 0,11 1 0,-13-2 0,0 0 0,0 0 0,0 0 0,0 0 0,0-1 0,-1 1 0,1-1 0,0 0 0,0 0 0,-1 0 0,1 0 0,0-1 0,-1 1 0,1-1 0,-1 1 0,0-1 0,4-3 0,-3 1 0,1 0 0,-1-1 0,0 1 0,0-1 0,0 1 0,-1-1 0,0 0 0,3-10 0,0-3 0,-1 0 0,-1 0 0,-1-1 0,0-25 0,-7-39 0,5 83 0,0-1 0,0 0 0,1 0 0,-1 1 0,0-1 0,1 0 0,-1 1 0,0-1 0,1 1 0,-1-1 0,1 0 0,-1 1 0,1-1 0,0 1 0,-1-1 0,1 1 0,-1 0 0,1-1 0,0 1 0,0 0 0,-1-1 0,1 1 0,0 0 0,-1 0 0,1-1 0,0 1 0,0 0 0,-1 0 0,1 0 0,1 0 0,28 0 0,-23 0 0,44 2 0,86-1 0,-112-2 0,-1-2 0,1 0 0,35-10 0,-56 12 0,0 0 0,-1-1 0,1 1 0,-1-1 0,1 0 0,-1 0 0,5-4 0,-7 6 0,-1 0 0,1-1 0,-1 1 0,0-1 0,1 1 0,-1-1 0,1 0 0,-1 1 0,0-1 0,1 1 0,-1-1 0,0 0 0,1 1 0,-1-1 0,0 0 0,0 1 0,0-1 0,0 0 0,0 1 0,0-1 0,0 0 0,0 1 0,0-1 0,0 0 0,0 1 0,0-1 0,0 0 0,-1 1 0,1-1 0,0 0 0,0 1 0,-1-1 0,1 1 0,0-1 0,-1 0 0,1 1 0,-1-1 0,1 1 0,-1-1 0,1 1 0,-1-1 0,1 1 0,-1 0 0,1-1 0,-1 1 0,0 0 0,0-1 0,-5-3 0,0 1 0,0 0 0,-1 0 0,1 1 0,-1-1 0,1 1 0,-1 1 0,0 0 0,1-1 0,-1 2 0,0-1 0,0 1 0,0 0 0,0 1 0,-11 1 0,14-1 0,0 0 0,0 0 0,-1 0 0,2 0 0,-1 0 0,0 1 0,0 0 0,0 0 0,1 0 0,-1 0 0,1 0 0,-1 1 0,1 0 0,0 0 0,0 0 0,0 0 0,1 0 0,-1 0 0,1 1 0,0-1 0,-1 1 0,2-1 0,-1 1 0,0 0 0,1 0 0,-2 8 0,1 1 0,2 0 0,-1 0 0,2 0 0,0 0 0,0 1 0,2-1 0,-1-1 0,2 1 0,-1 0 0,2-1 0,0 0 0,0 0 0,1 0 0,0 0 0,1-1 0,1 0 0,15 17 0,-20-25 0,0 0 0,1 0 0,-1 0 0,1-1 0,0 1 0,0-1 0,0 0 0,0 0 0,0 0 0,0-1 0,1 1 0,-1-1 0,0 0 0,1 0 0,-1-1 0,1 1 0,-1-1 0,9 0 0,-8-2 0,1 1 0,-1 0 0,0-1 0,1 0 0,-1 0 0,0-1 0,0 1 0,-1-1 0,1 0 0,0 0 0,-1-1 0,0 0 0,0 1 0,7-10 0,0-2 0,0 0 0,-1-1 0,-1 0 0,0-1 0,-2 0 0,0 0 0,0 0 0,-2-1 0,5-24 0,-3 2 0,-2-1 0,-1 0 0,-2-48 0,-4 34 0,-13-76 0,10 101 0,-2 1 0,-1 0 0,-1 0 0,-14-30 0,21 53 0,-1 1 0,1-1 0,-1 1 0,0 0 0,-1 0 0,1 1 0,-1-1 0,0 1 0,0-1 0,0 1 0,-7-5 0,10 9 0,0-1 0,0 1 0,0 0 0,0 0 0,0-1 0,1 1 0,-1 0 0,0 0 0,0 0 0,0 0 0,0 0 0,0 0 0,0 0 0,0 0 0,0 0 0,0 1 0,0-1 0,0 0 0,0 1 0,0-1 0,0 0 0,0 1 0,1-1 0,-1 1 0,0 0 0,0-1 0,0 1 0,1 0 0,-1-1 0,0 1 0,1 0 0,-1 0 0,1-1 0,-1 1 0,1 0 0,-1 0 0,1 0 0,0 0 0,-1 0 0,1 0 0,0 0 0,-1 1 0,-1 6 0,-1 1 0,1-1 0,-1 14 0,3-21 0,-4 41 0,2 0 0,1 0 0,11 79 0,34 126 0,38 75-1365,-73-293-5461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7.793"/>
    </inkml:context>
    <inkml:brush xml:id="br0">
      <inkml:brushProperty name="width" value="0.05" units="cm"/>
      <inkml:brushProperty name="height" value="0.05" units="cm"/>
    </inkml:brush>
  </inkml:definitions>
  <inkml:trace contextRef="#ctx0" brushRef="#br0">0 209 24575,'1'-9'0,"0"-1"0,1 1 0,1-1 0,-1 1 0,7-14 0,-2 4 0,-1-1 0,-2 7 0,0 0 0,0 1 0,2 0 0,-1 0 0,9-13 0,-13 24 0,-1 0 0,0 0 0,1 1 0,-1-1 0,1 0 0,-1 1 0,1-1 0,-1 0 0,1 1 0,-1-1 0,1 1 0,0-1 0,-1 1 0,1-1 0,0 1 0,-1-1 0,1 1 0,0 0 0,0-1 0,-1 1 0,1 0 0,0 0 0,0-1 0,0 1 0,-1 0 0,1 0 0,0 0 0,0 0 0,0 0 0,-1 0 0,1 0 0,0 1 0,0-1 0,0 0 0,-1 0 0,1 0 0,0 1 0,0-1 0,-1 1 0,1-1 0,0 0 0,-1 1 0,1-1 0,0 1 0,-1-1 0,1 1 0,-1 0 0,1-1 0,-1 1 0,1 0 0,-1-1 0,1 1 0,-1 0 0,0 0 0,1-1 0,-1 2 0,5 7 0,-1 1 0,-1-1 0,4 17 0,-5-20 0,53 259 341,-2-9-2047,-43-219-5120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8.058"/>
    </inkml:context>
    <inkml:brush xml:id="br0">
      <inkml:brushProperty name="width" value="0.05" units="cm"/>
      <inkml:brushProperty name="height" value="0.05" units="cm"/>
    </inkml:brush>
  </inkml:definitions>
  <inkml:trace contextRef="#ctx0" brushRef="#br0">158 65 24575,'3'-11'0,"1"-1"0,-1 0 0,1-14 0,-4 26 0,-1 0 0,1 1 0,0-1 0,0 0 0,0 0 0,0 0 0,0 0 0,-1 0 0,1 0 0,0 0 0,0 0 0,0 0 0,0 0 0,0 0 0,-1 0 0,1 0 0,0 0 0,0 0 0,0 0 0,0 0 0,-1 0 0,1 0 0,0 0 0,0 0 0,0 0 0,0 0 0,-1 0 0,1 0 0,0 0 0,0 0 0,0 0 0,0 0 0,0 0 0,-1-1 0,1 1 0,0 0 0,0 0 0,0 0 0,0 0 0,0 0 0,0 0 0,0-1 0,-1 1 0,1 0 0,0 0 0,0 0 0,0 0 0,0-1 0,0 1 0,0 0 0,0 0 0,0 0 0,0 0 0,0-1 0,0 1 0,0 0 0,0 0 0,0 0 0,0-1 0,-10 14 0,-17 25 0,16-20 0,-1 0 0,-1-1 0,-1 0 0,0-2 0,-1 1 0,-20 15 0,23-21 0,11-5 0,21-3 0,-7-2 0,0 1 57,1 0-1,-1 1 0,0 1 1,1 0-1,22 9 0,62 33-1322,-87-40 829,15 8-6389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8.848"/>
    </inkml:context>
    <inkml:brush xml:id="br0">
      <inkml:brushProperty name="width" value="0.05" units="cm"/>
      <inkml:brushProperty name="height" value="0.05" units="cm"/>
    </inkml:brush>
  </inkml:definitions>
  <inkml:trace contextRef="#ctx0" brushRef="#br0">56 226 24575,'-2'-11'0,"1"11"0,1 0 0,0-1 0,0 1 0,0 0 0,-1-1 0,1 1 0,0 0 0,0-1 0,0 1 0,0-1 0,0 1 0,0 0 0,0-1 0,0 1 0,0-1 0,0 1 0,0 0 0,0-1 0,0 1 0,0 0 0,0-1 0,0 1 0,0-1 0,0 1 0,0 0 0,0-1 0,1 1 0,-1 0 0,0-1 0,0 1 0,1 0 0,-1-1 0,0 1 0,0 0 0,1 0 0,-1-1 0,0 1 0,1 0 0,-1 0 0,0 0 0,1-1 0,-1 1 0,0 0 0,1 0 0,-1 0 0,0 0 0,1 0 0,-1 0 0,1-1 0,-1 1 0,0 0 0,1 0 0,-1 0 0,0 1 0,1-1 0,-1 0 0,1 0 0,-1 0 0,0 0 0,1 0 0,0 1 0,30 1 0,32 2 0,-58-4 0,1 0 0,-1 0 0,0-1 0,0 0 0,0 0 0,1 0 0,-1-1 0,0 0 0,5-2 0,-9 3 0,1 0 0,0 0 0,0 0 0,-1 0 0,1 0 0,-1-1 0,1 1 0,-1-1 0,1 1 0,-1-1 0,0 1 0,0-1 0,1 0 0,-1 1 0,-1-1 0,1 0 0,0 0 0,0 0 0,-1 0 0,1 0 0,-1 1 0,1-1 0,-1 0 0,0 0 0,0-1 0,0 1 0,0 0 0,0 0 0,0 0 0,-1 0 0,1 0 0,0 0 0,-1 1 0,0-1 0,0 0 0,1 0 0,-1 0 0,0 0 0,0 1 0,-1-1 0,0-1 0,-3-4 0,0 1 0,0-1 0,-1 1 0,0 1 0,0-1 0,0 1 0,0 0 0,-15-8 0,17 11 0,0 0 0,0 0 0,-1 0 0,1 1 0,0-1 0,-1 1 0,1 0 0,-1 0 0,0 1 0,1-1 0,-1 1 0,0 0 0,1 1 0,-1-1 0,0 1 0,1 0 0,-1 0 0,1 0 0,-1 0 0,1 1 0,0 0 0,0 0 0,-1 0 0,1 0 0,1 1 0,-1 0 0,0 0 0,1 0 0,-1 0 0,1 0 0,0 1 0,0-1 0,0 1 0,0 0 0,1 0 0,0 0 0,0 0 0,0 0 0,0 1 0,-1 5 0,0 0 0,1 0 0,1 0 0,0 0 0,0 1 0,1-1 0,0 0 0,1 0 0,0 1 0,1-1 0,0 0 0,0 0 0,1 0 0,1-1 0,-1 1 0,2-1 0,9 17 0,-7-14 0,0-1 0,1 0 0,1 0 0,0-1 0,0 0 0,1-1 0,0 0 0,1-1 0,0 1 0,0-2 0,1 0 0,16 8 0,-21-13 0,0 1 0,0-1 0,0 0 0,0-1 0,0 1 0,0-2 0,0 1 0,0-1 0,1 0 0,-1 0 0,0-1 0,0 0 0,1 0 0,-1 0 0,0-1 0,-1-1 0,1 1 0,0-1 0,0 0 0,-1 0 0,0-1 0,0 0 0,0 0 0,0 0 0,-1-1 0,10-10 0,-5 4 0,0 0 0,-1-1 0,-1-1 0,0 1 0,0-1 0,-1 0 0,-1-1 0,-1 0 0,0 0 0,0 0 0,-1 0 0,2-17 0,-1-30 0,-5 56 0,0-1 0,0 1 0,-1-1 0,1 1 0,-1 0 0,-1-1 0,1 1 0,-4-8 0,5 13 0,0 0 0,0-1 0,0 1 0,0 0 0,0 0 0,0-1 0,0 1 0,-1 0 0,1 0 0,0-1 0,0 1 0,0 0 0,0 0 0,-1 0 0,1 0 0,0-1 0,0 1 0,0 0 0,-1 0 0,1 0 0,0 0 0,0 0 0,-1-1 0,1 1 0,0 0 0,0 0 0,-1 0 0,1 0 0,0 0 0,0 0 0,-1 0 0,1 0 0,0 0 0,0 0 0,-1 0 0,1 0 0,0 0 0,-1 0 0,-7 10 0,-1 15 0,8-20 0,0 0 0,0-1 0,0 1 0,1 0 0,0 0 0,0 0 0,1-1 0,-1 1 0,1 0 0,0 0 0,0-1 0,0 1 0,4 7 0,-3-9 0,-1 0 0,1 0 0,0-1 0,0 1 0,0 0 0,1-1 0,-1 1 0,1-1 0,-1 0 0,1 0 0,0 0 0,0 0 0,0 0 0,0-1 0,0 1 0,0-1 0,0 0 0,1 0 0,-1 0 0,5 0 0,5 1 0,0 0 0,1-1 0,-1-1 0,1 0 0,-1-1 0,1 0 0,-1-1 0,1-1 0,-1 0 0,0-1 0,0 0 0,-1-1 0,21-11 0,-25 12 0,0-1 0,-1 0 0,0-1 0,0 0 0,0 0 0,0 0 0,-1-1 0,0 0 0,-1 0 0,0-1 0,0 1 0,0-1 0,-1 0 0,0 0 0,-1-1 0,0 1 0,0-1 0,-1 0 0,0 0 0,0 1 0,0-13 0,-2 18 0,1 0 0,-1-1 0,0 1 0,-1 0 0,1 0 0,0 0 0,-1 0 0,0 0 0,-1-4 0,2 7 0,0-1 0,0 1 0,0 0 0,0 0 0,0 0 0,0 0 0,0 0 0,-1 0 0,1 0 0,0 0 0,0 0 0,0-1 0,0 1 0,0 0 0,0 0 0,0 0 0,0 0 0,0 0 0,0 0 0,0 0 0,0 0 0,0 0 0,-1 0 0,1 0 0,0 0 0,0 0 0,0 0 0,0 0 0,0 0 0,0 0 0,0 0 0,0 0 0,0 0 0,-1 0 0,1 0 0,0 0 0,0 0 0,0 0 0,0 0 0,0 0 0,0 0 0,0 0 0,0 0 0,-1 0 0,1 0 0,0 0 0,0 0 0,0 0 0,0 0 0,0 0 0,0 0 0,0 0 0,0 0 0,0 0 0,0 0 0,0 0 0,-1 1 0,-2 8 0,-1 12 0,-3 282 0,-4 35 0,8-307 0,2-13 0,-1 0 0,-1-1 0,-9 32 0,11-48 0,1 0 0,0 0 0,-1 0 0,1 0 0,0 0 0,-1 0 0,1 0 0,-1 0 0,0 0 0,1 0 0,-1 0 0,0-1 0,1 1 0,-1 0 0,0 0 0,0-1 0,0 1 0,0 0 0,-1 0 0,1-1 0,0 0 0,1 0 0,-1 0 0,0 0 0,1 0 0,-1 0 0,0-1 0,1 1 0,-1 0 0,1 0 0,-1-1 0,0 1 0,1 0 0,-1-1 0,1 1 0,-1-1 0,1 1 0,-1-1 0,1 1 0,-1-1 0,1 1 0,-1-2 0,-3-3 0,1-1 0,0 0 0,0 0 0,1 0 0,-3-7 0,-6-30-273,1-1 0,2 0 0,3-1 0,-1-71 0,7 60-6553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9.126"/>
    </inkml:context>
    <inkml:brush xml:id="br0">
      <inkml:brushProperty name="width" value="0.05" units="cm"/>
      <inkml:brushProperty name="height" value="0.05" units="cm"/>
    </inkml:brush>
  </inkml:definitions>
  <inkml:trace contextRef="#ctx0" brushRef="#br0">45 103 24575,'8'-7'0,"0"0"0,0 1 0,12-7 0,-14 9 0,1 0 0,-1-1 0,0 1 0,0-1 0,-1-1 0,0 1 0,6-7 0,-10 11 0,-1 0 0,1 0 0,-1 1 0,1-1 0,-1 0 0,1 0 0,-1 0 0,0 0 0,1 0 0,-1 0 0,0 0 0,0 0 0,0 0 0,0 1 0,0-1 0,0-2 0,0 3 0,0-1 0,0 1 0,0-1 0,-1 1 0,1-1 0,0 1 0,0 0 0,-1-1 0,1 1 0,0 0 0,-1-1 0,1 1 0,-1 0 0,1 0 0,0-1 0,-1 1 0,1 0 0,-1 0 0,1 0 0,0-1 0,-1 1 0,1 0 0,-2 0 0,0 0 0,-1-1 0,1 1 0,-1 0 0,1 0 0,-1 1 0,1-1 0,-1 1 0,1-1 0,-1 1 0,-3 1 0,1 0 0,0 0 0,1 1 0,-1-1 0,1 1 0,0 0 0,-1 0 0,1 0 0,1 1 0,-1-1 0,0 1 0,1 0 0,0 0 0,-5 8 0,7-9 0,-1 1 0,1 0 0,0-1 0,0 1 0,0 0 0,0-1 0,1 1 0,-1 0 0,1 0 0,0 0 0,0 0 0,1 0 0,-1-1 0,1 1 0,0 0 0,0 0 0,0-1 0,0 1 0,3 3 0,6 12 0,1 0 0,1 0 0,0-1 0,1-1 0,18 18 0,20 27 0,-50-61 0,-1 0 0,1 0 0,0 0 0,0 0 0,-1 0 0,1 0 0,-1 0 0,1 0 0,-1 0 0,1 0 0,-1 1 0,0-1 0,1 0 0,-1 0 0,0 0 0,0 1 0,0-1 0,0 0 0,0 2 0,-1-2 0,1 0 0,-1 0 0,1-1 0,-1 1 0,1 0 0,-1 0 0,0-1 0,1 1 0,-1 0 0,0-1 0,0 1 0,1-1 0,-1 1 0,0-1 0,0 1 0,0-1 0,0 0 0,1 1 0,-3-1 0,-6 2 0,1-1 0,-1 0 0,0 0 0,-13-1 0,11 0 0,-43 0-1365,-2-1-5461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39.607"/>
    </inkml:context>
    <inkml:brush xml:id="br0">
      <inkml:brushProperty name="width" value="0.05" units="cm"/>
      <inkml:brushProperty name="height" value="0.05" units="cm"/>
    </inkml:brush>
  </inkml:definitions>
  <inkml:trace contextRef="#ctx0" brushRef="#br0">16 31 24575,'0'-3'0,"-3"-1"0,-4 0 0,2 0 0,5 2 0,9 1 0,9-3 0,8-1 0,-1 1-8191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0.164"/>
    </inkml:context>
    <inkml:brush xml:id="br0">
      <inkml:brushProperty name="width" value="0.05" units="cm"/>
      <inkml:brushProperty name="height" value="0.05" units="cm"/>
    </inkml:brush>
  </inkml:definitions>
  <inkml:trace contextRef="#ctx0" brushRef="#br0">1 351 24575,'0'-1'0,"0"0"0,0 0 0,0 1 0,0-1 0,0 0 0,1 1 0,-1-1 0,0 0 0,0 1 0,1-1 0,-1 0 0,0 1 0,1-1 0,-1 1 0,1-1 0,-1 1 0,1-1 0,-1 1 0,1-1 0,-1 1 0,1-1 0,-1 1 0,1-1 0,0 1 0,-1 0 0,1 0 0,0-1 0,-1 1 0,1 0 0,0 0 0,-1 0 0,1-1 0,0 1 0,0 0 0,-1 0 0,1 0 0,0 0 0,-1 0 0,1 1 0,0-1 0,-1 0 0,1 0 0,0 0 0,-1 1 0,1-1 0,0 0 0,-1 1 0,1-1 0,0 0 0,-1 1 0,1-1 0,-1 1 0,1-1 0,-1 1 0,1-1 0,-1 1 0,1-1 0,-1 1 0,0 0 0,1-1 0,-1 2 0,8 14 0,0 0 0,-2 1 0,0 0 0,7 34 0,-4-17 0,55 237 0,-69-289 0,-11-31 0,2 7 0,-2-14 0,2 0 0,-11-114 0,23 127 0,1 0 0,1 0 0,3 0 0,14-70 0,-15 103 0,0 0 0,1 1 0,0-1 0,1 1 0,4-9 0,-7 16 0,0 0 0,0 1 0,-1 0 0,1-1 0,0 1 0,0-1 0,0 1 0,1 0 0,-1 0 0,0 0 0,0 0 0,1 0 0,-1 0 0,0 0 0,1 0 0,-1 0 0,1 1 0,0-1 0,-1 0 0,1 1 0,-1-1 0,1 1 0,0 0 0,-1 0 0,1 0 0,0-1 0,-1 1 0,1 1 0,0-1 0,-1 0 0,1 0 0,0 1 0,-1-1 0,1 1 0,-1-1 0,1 1 0,2 1 0,5 4 0,1 0 0,-1 0 0,0 1 0,-1 1 0,0-1 0,14 18 0,-5-3 0,24 40 0,-35-52 0,-1 0 0,1 1 0,-2 0 0,0 0 0,0 0 0,-1 0 0,0 1 0,-1-1 0,1 16 0,-3-20 0,0 1 0,-1-1 0,1 1 0,-2-1 0,1 0 0,-1 0 0,0 0 0,-1 0 0,1 0 0,-1 0 0,-1-1 0,1 1 0,-1-1 0,0 0 0,-10 11 0,1-4 0,-1-1 0,0 0 0,-1-1 0,0-1 0,-21 12 0,-11 6 0,46-27 0,-1 0 0,1 0 0,0 0 0,0-1 0,0 1 0,0 0 0,0 1 0,0-1 0,0 0 0,0 0 0,0 0 0,0 0 0,1 1 0,-2 1 0,2-3 0,0 1 0,0-1 0,0 1 0,0 0 0,0-1 0,0 1 0,0-1 0,0 1 0,0 0 0,1-1 0,-1 1 0,0-1 0,0 1 0,1 0 0,-1-1 0,0 1 0,0-1 0,1 1 0,-1-1 0,1 1 0,-1-1 0,0 0 0,1 1 0,4 3 0,-1-2 0,1 1 0,0 0 0,0-1 0,-1 0 0,7 2 0,-2-1 0,183 91 96,-118-55-1557,-48-26-5365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0.322"/>
    </inkml:context>
    <inkml:brush xml:id="br0">
      <inkml:brushProperty name="width" value="0.05" units="cm"/>
      <inkml:brushProperty name="height" value="0.05" units="cm"/>
    </inkml:brush>
  </inkml:definitions>
  <inkml:trace contextRef="#ctx0" brushRef="#br0">1 19 24575,'0'-3'0,"3"-1"0,1-3 0,0 2 0,-1 6 0,-1 6 0,2 5 0,1 6 0,3 3 0,2 5 0,0 4 0,-1-3-8191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0.524"/>
    </inkml:context>
    <inkml:brush xml:id="br0">
      <inkml:brushProperty name="width" value="0.05" units="cm"/>
      <inkml:brushProperty name="height" value="0.05" units="cm"/>
    </inkml:brush>
  </inkml:definitions>
  <inkml:trace contextRef="#ctx0" brushRef="#br0">19 30 24575,'0'-6'0,"0"-5"0,0 2 0,0 6 0,0 6 0,-3 13 0,-1 9 0,0 10 0,1 9 0,0 6 0,2 3 0,3 0 0,5 0 0,4-3 0,1-10-8191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0.770"/>
    </inkml:context>
    <inkml:brush xml:id="br0">
      <inkml:brushProperty name="width" value="0.05" units="cm"/>
      <inkml:brushProperty name="height" value="0.05" units="cm"/>
    </inkml:brush>
  </inkml:definitions>
  <inkml:trace contextRef="#ctx0" brushRef="#br0">75 442 24575,'-51'-180'0,"43"144"0,2-1 0,1 0 0,1-37 0,4 69 0,0 0 0,0 0 0,1 0 0,0 0 0,0 0 0,0 0 0,0 0 0,3-6 0,-3 9 0,0 0 0,0 1 0,0-1 0,1 0 0,-1 1 0,0-1 0,0 1 0,1 0 0,-1-1 0,1 1 0,-1 0 0,1 0 0,0 0 0,-1 0 0,1 0 0,0 0 0,0 0 0,0 1 0,-1-1 0,1 1 0,0-1 0,0 1 0,0 0 0,3-1 0,4 2 0,-1 0 0,0 0 0,1 1 0,-1 0 0,0 0 0,0 1 0,0 0 0,0 1 0,0-1 0,-1 2 0,13 7 0,2 4 0,-1 1 0,26 27 0,-24-21 0,-2 1 0,-1 0 0,-1 2 0,-1 0 0,-1 2 0,-1 0 0,-2 0 0,-1 1 0,13 42 0,-23-60 0,0-1 0,-1 0 0,-1 1 0,0-1 0,0 1 0,-1 0 0,0-1 0,-1 1 0,0-1 0,-1 1 0,0-1 0,-1 1 0,-4 10 0,4-12 0,-1-1 0,-1 0 0,0 0 0,0-1 0,0 1 0,-1-1 0,0 0 0,0-1 0,-1 1 0,0-1 0,0 0 0,0-1 0,-1 0 0,0 0 0,-12 6 0,-4-2-227,-1-1-1,1-1 1,-1-1-1,0-1 1,-27 2-1,-43 2-6598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2.648"/>
    </inkml:context>
    <inkml:brush xml:id="br0">
      <inkml:brushProperty name="width" value="0.05" units="cm"/>
      <inkml:brushProperty name="height" value="0.05" units="cm"/>
    </inkml:brush>
  </inkml:definitions>
  <inkml:trace contextRef="#ctx0" brushRef="#br0">94 143 24575,'0'0'0,"1"0"0,0-1 0,0 1 0,0-1 0,0 1 0,0-1 0,-1 1 0,1-1 0,0 0 0,-1 1 0,1-1 0,0 0 0,-1 0 0,1 0 0,-1 1 0,1-1 0,-1 0 0,1 0 0,-1 0 0,0 0 0,1 0 0,-1 0 0,0 0 0,0 0 0,0 1 0,0-1 0,0 0 0,0 0 0,0 0 0,0 0 0,0 0 0,0-1 0,0 1 0,0 0 0,0 1 0,0-1 0,0 0 0,0 1 0,0-1 0,0 0 0,-1 1 0,1-1 0,0 0 0,0 1 0,0-1 0,-1 1 0,1-1 0,0 0 0,-1 1 0,1-1 0,0 1 0,-1-1 0,1 1 0,-1-1 0,1 1 0,-1-1 0,1 1 0,-1 0 0,1-1 0,-1 1 0,0 0 0,1-1 0,-1 1 0,1 0 0,-1 0 0,0-1 0,1 1 0,-1 0 0,0 0 0,1 0 0,-1 0 0,0 0 0,1 0 0,-1 0 0,0 0 0,1 0 0,-1 0 0,0 1 0,1-1 0,-1 0 0,0 0 0,1 1 0,-1-1 0,0 1 0,-5 2 0,1 1 0,-1 0 0,1 0 0,0 1 0,0-1 0,1 1 0,-1 0 0,1 0 0,0 1 0,1-1 0,-1 1 0,1 0 0,0 0 0,1 0 0,-1 0 0,-2 12 0,4-16 0,1 1 0,-1 0 0,0 0 0,1 0 0,0 0 0,0 0 0,0 0 0,0 0 0,0 0 0,0 0 0,1 0 0,-1 0 0,1 0 0,0 0 0,0-1 0,0 1 0,1 0 0,-1 0 0,0-1 0,1 1 0,0-1 0,0 1 0,-1-1 0,1 0 0,1 0 0,-1 0 0,0 0 0,0 0 0,1 0 0,-1-1 0,1 1 0,0-1 0,-1 0 0,1 1 0,0-1 0,0-1 0,0 1 0,4 1 0,2-1 0,0-1 0,0 1 0,0-1 0,0-1 0,0 0 0,0 0 0,0 0 0,0-1 0,-1-1 0,1 0 0,-1 0 0,1 0 0,-1-1 0,0 0 0,0-1 0,-1 0 0,1 0 0,12-12 0,-14 12 0,-1-1 0,0 1 0,0-1 0,-1 0 0,1 0 0,-1 0 0,-1-1 0,1 1 0,-1-1 0,3-11 0,-4 13 0,-1 0 0,0-1 0,-1 1 0,1 0 0,-1-1 0,0 1 0,0-1 0,-1 1 0,1 0 0,-1-1 0,0 1 0,-1 0 0,0 0 0,1 0 0,-5-8 0,3 9 0,1-1 0,-1 1 0,0 0 0,-1 0 0,1 0 0,-1 0 0,1 1 0,-1-1 0,0 1 0,0 0 0,-1 0 0,1 1 0,-1-1 0,1 1 0,-1 0 0,0 0 0,0 0 0,0 1 0,0 0 0,0 0 0,0 0 0,0 0 0,-11 1 0,9 0 0,0 0 0,0 1 0,0 0 0,0 1 0,0-1 0,1 1 0,-1 1 0,0-1 0,1 1 0,-1 0 0,1 0 0,0 1 0,0 0 0,0 0 0,1 1 0,-11 9 0,11-7 0,-1 1 0,1 0 0,0 0 0,0 0 0,1 0 0,0 1 0,0 0 0,1-1 0,1 1 0,-1 1 0,1-1 0,1 0 0,-1 11 0,2-7 0,0-1 0,1 1 0,0 0 0,1-1 0,0 1 0,1-1 0,0 0 0,1 0 0,8 16 0,-7-17 0,1 0 0,1 0 0,0 0 0,0-1 0,1 0 0,0-1 0,1 1 0,0-2 0,14 12 0,-16-15 0,1 0 0,0 0 0,0 0 0,1-1 0,-1-1 0,1 1 0,0-2 0,0 1 0,0-1 0,0 0 0,0-1 0,0 0 0,12 0 0,20-5-1365,-6-4-5461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2.975"/>
    </inkml:context>
    <inkml:brush xml:id="br0">
      <inkml:brushProperty name="width" value="0.05" units="cm"/>
      <inkml:brushProperty name="height" value="0.05" units="cm"/>
    </inkml:brush>
  </inkml:definitions>
  <inkml:trace contextRef="#ctx0" brushRef="#br0">8 280 24575,'4'-16'0,"0"1"0,-1 0 0,-1-1 0,0 1 0,-1-1 0,-1 1 0,-1-18 0,-4-11 0,-12-50 0,20 108 0,35 198 0,-36-195 0,-2-10 0,1 0 0,-1 0 0,2 0 0,-1 0 0,5 13 0,-6-20 0,0-1 0,0 1 0,0 0 0,0 0 0,0 0 0,0 0 0,0-1 0,0 1 0,0 0 0,0 0 0,1 0 0,-1 0 0,0 0 0,0 0 0,0-1 0,0 1 0,0 0 0,0 0 0,0 0 0,0 0 0,0 0 0,1 0 0,-1 0 0,0 0 0,0 0 0,0-1 0,0 1 0,0 0 0,1 0 0,-1 0 0,0 0 0,0 0 0,0 0 0,0 0 0,0 0 0,1 0 0,-1 0 0,0 0 0,0 0 0,0 0 0,0 0 0,0 0 0,1 0 0,-1 0 0,0 0 0,0 1 0,0-1 0,0 0 0,0 0 0,1 0 0,-1 0 0,0 0 0,0 0 0,0 0 0,0 0 0,0 0 0,0 1 0,0-1 0,0 0 0,0 0 0,1 0 0,-1 0 0,0 0 0,0 0 0,0 1 0,0-1 0,0 0 0,0 0 0,4-14 0,-3 12 0,13-46 0,28-66 0,-42 112 0,1 0 0,0 1 0,0-1 0,0 0 0,0 1 0,0-1 0,0 1 0,0-1 0,1 1 0,-1-1 0,0 1 0,1 0 0,-1 0 0,1 0 0,1-1 0,-2 1 0,0 1 0,0 0 0,0 0 0,0 0 0,0 0 0,0 0 0,0 0 0,0 1 0,0-1 0,0 0 0,0 0 0,0 1 0,0-1 0,0 1 0,0-1 0,0 0 0,0 1 0,-1 0 0,1-1 0,0 1 0,0 0 0,-1-1 0,1 1 0,0 0 0,-1 0 0,1-1 0,-1 1 0,1 0 0,-1 0 0,1 1 0,10 17 0,-1 0 0,13 35 0,-18-40 0,0 0 0,1 0 0,1 0 0,0-1 0,1 0 0,0 0 0,19 21 0,-25-33-50,0 1-1,-1 0 1,1-1-1,0 0 0,0 1 1,0-1-1,0 0 1,0 0-1,0 0 1,0 0-1,1-1 0,-1 1 1,0 0-1,0-1 1,1 0-1,-1 1 1,0-1-1,1 0 0,-1 0 1,0-1-1,1 1 1,-1 0-1,0-1 1,0 1-1,1-1 1,3-1-1,14-9-6775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3.133"/>
    </inkml:context>
    <inkml:brush xml:id="br0">
      <inkml:brushProperty name="width" value="0.05" units="cm"/>
      <inkml:brushProperty name="height" value="0.05" units="cm"/>
    </inkml:brush>
  </inkml:definitions>
  <inkml:trace contextRef="#ctx0" brushRef="#br0">37 370 24575,'2'-86'0,"0"41"0,-2 0 0,-2 1 0,-1-1 0,-10-44 0,7 74 0,5 15 0,1 0 0,0 0 0,0 0 0,0 0 0,0 0 0,0 0 0,0-1 0,0 1 0,0 0 0,-1 0 0,1 0 0,0 0 0,0 0 0,0 0 0,0 0 0,0 0 0,0 0 0,-1 0 0,1 0 0,0 0 0,0 0 0,0 0 0,0 0 0,0 0 0,-1 0 0,1 0 0,0 0 0,0 0 0,0 0 0,0 0 0,0 1 0,0-1 0,0 0 0,-1 0 0,1 0 0,0 0 0,0 0 0,0 0 0,0 0 0,0 0 0,0 0 0,0 1 0,0-1 0,0 0 0,0 0 0,0 0 0,-1 0 0,1 0 0,-6 28 0,2 40 0,4 1 0,2 0 0,4 0 0,27 129 0,-19-140-1365,0-12-5461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3.412"/>
    </inkml:context>
    <inkml:brush xml:id="br0">
      <inkml:brushProperty name="width" value="0.05" units="cm"/>
      <inkml:brushProperty name="height" value="0.05" units="cm"/>
    </inkml:brush>
  </inkml:definitions>
  <inkml:trace contextRef="#ctx0" brushRef="#br0">26 180 24575,'-3'-2'0,"1"0"0,0 0 0,0 0 0,0 0 0,0-1 0,0 1 0,1-1 0,-1 1 0,1-1 0,-1 0 0,1 0 0,0 0 0,0 1 0,0-1 0,0-4 0,1 6 0,1-1 0,-1 1 0,0-1 0,1 0 0,-1 1 0,1-1 0,-1 1 0,1-1 0,0 0 0,0 1 0,0 0 0,-1-1 0,1 1 0,1 0 0,-1-1 0,0 1 0,0 0 0,0 0 0,1 0 0,-1 0 0,0 0 0,1 0 0,-1 0 0,1 1 0,-1-1 0,1 0 0,0 1 0,2-1 0,21-7 0,50-9 0,-47 12 0,39-13 0,-58 15 0,-1 0 0,0-1 0,0 0 0,0 0 0,0-1 0,0 0 0,-1 0 0,11-11 0,-18 16 0,0 0 0,0-1 0,1 1 0,-1 0 0,0 0 0,0 0 0,1-1 0,-1 1 0,0 0 0,0 0 0,1 0 0,-1 0 0,0-1 0,0 1 0,1 0 0,-1 0 0,0 0 0,0 0 0,1 0 0,-1 0 0,0 0 0,1 0 0,-1 0 0,0 0 0,1 0 0,-1 0 0,0 0 0,0 0 0,1 0 0,-1 0 0,0 0 0,1 0 0,-1 1 0,0-1 0,0 0 0,1 0 0,6 13 0,2 29 0,-7-29 0,33 214-1365,-32-201-5461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3.568"/>
    </inkml:context>
    <inkml:brush xml:id="br0">
      <inkml:brushProperty name="width" value="0.05" units="cm"/>
      <inkml:brushProperty name="height" value="0.05" units="cm"/>
    </inkml:brush>
  </inkml:definitions>
  <inkml:trace contextRef="#ctx0" brushRef="#br0">19 177 24575,'0'-9'0,"-3"-13"0,-1-9 0,0-5 0,1 1 0,1 8 0,0 13 0,2 11 0,2 10 0,2 4-8191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3.738"/>
    </inkml:context>
    <inkml:brush xml:id="br0">
      <inkml:brushProperty name="width" value="0.05" units="cm"/>
      <inkml:brushProperty name="height" value="0.05" units="cm"/>
    </inkml:brush>
  </inkml:definitions>
  <inkml:trace contextRef="#ctx0" brushRef="#br0">8 23 24575,'0'-3'0,"0"-4"0,-3-1 0,-1 4 0,3 5 0,6 10 0,4 12 0,4 11 0,6 13 0,3 10 0,4 6 0,1 1 0,1-1 0,-2-12-8191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4.045"/>
    </inkml:context>
    <inkml:brush xml:id="br0">
      <inkml:brushProperty name="width" value="0.05" units="cm"/>
      <inkml:brushProperty name="height" value="0.05" units="cm"/>
    </inkml:brush>
  </inkml:definitions>
  <inkml:trace contextRef="#ctx0" brushRef="#br0">46 280 24575,'-4'-2'0,"1"0"0,0-1 0,0 1 0,-1-1 0,1 0 0,1 0 0,-1 0 0,0 0 0,1-1 0,0 1 0,0-1 0,0 1 0,0-1 0,0 0 0,1 0 0,0 0 0,-2-4 0,3 7 0,0 1 0,0 0 0,0-1 0,0 1 0,0 0 0,0 0 0,0-1 0,0 1 0,0 0 0,0-1 0,0 1 0,0 0 0,0-1 0,0 1 0,0 0 0,0-1 0,0 1 0,0 0 0,1-1 0,-1 1 0,0 0 0,0 0 0,0-1 0,1 1 0,-1 0 0,0-1 0,0 1 0,0 0 0,1 0 0,-1 0 0,0-1 0,1 1 0,13 0 0,22 12 0,-26-8 0,2 0 0,0-1 0,0 0 0,1-1 0,-1 0 0,1-1 0,0-1 0,-1 0 0,1 0 0,0-1 0,14-3 0,-19 2 0,-1 0 0,1-1 0,-1 0 0,0 0 0,0 0 0,0-1 0,0 0 0,-1 0 0,1-1 0,-1 0 0,0 0 0,-1 0 0,1-1 0,-1 0 0,0 0 0,-1 0 0,7-12 0,-3 2 0,10-30 0,-13 32 0,0 1 0,1 0 0,10-17 0,-16 29 0,0 0 0,1 1 0,-1-1 0,1 0 0,-1 1 0,1-1 0,-1 1 0,1-1 0,-1 0 0,1 1 0,-1-1 0,1 1 0,0-1 0,-1 1 0,1 0 0,0-1 0,0 1 0,-1 0 0,1-1 0,0 1 0,0 0 0,-1 0 0,1 0 0,0 0 0,0-1 0,0 1 0,-1 0 0,2 1 0,0-1 0,-1 1 0,0 0 0,1-1 0,-1 1 0,0 0 0,0 0 0,1 0 0,-1 0 0,0 0 0,0 0 0,0 1 0,0-1 0,1 2 0,4 8 0,-1-1 0,0 1 0,4 11 0,-8-18 0,69 228-1365,-61-198-5461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4.200"/>
    </inkml:context>
    <inkml:brush xml:id="br0">
      <inkml:brushProperty name="width" value="0.05" units="cm"/>
      <inkml:brushProperty name="height" value="0.05" units="cm"/>
    </inkml:brush>
  </inkml:definitions>
  <inkml:trace contextRef="#ctx0" brushRef="#br0">1 5 24575,'0'-3'0,"0"2"0,0 4 0,0 5 0,0 7 0,3 11 0,4 7 0,4 4 0,1-4-8191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4.528"/>
    </inkml:context>
    <inkml:brush xml:id="br0">
      <inkml:brushProperty name="width" value="0.05" units="cm"/>
      <inkml:brushProperty name="height" value="0.05" units="cm"/>
    </inkml:brush>
  </inkml:definitions>
  <inkml:trace contextRef="#ctx0" brushRef="#br0">93 241 24575,'2'2'0,"0"-1"0,0 1 0,0 0 0,0-1 0,0 1 0,0-1 0,0 0 0,1 0 0,-1 0 0,0 0 0,1 0 0,-1 0 0,1 0 0,-1-1 0,1 0 0,-1 1 0,1-1 0,2 0 0,0-1 0,-1 0 0,1 0 0,0-1 0,-1 1 0,1-1 0,-1 0 0,0 0 0,8-5 0,-3 0 0,1 1 0,-1-2 0,0 1 0,0-1 0,-1 0 0,0-1 0,12-18 0,-17 23 0,0 0 0,-1-1 0,1 0 0,-1 1 0,0-1 0,0 0 0,0 0 0,-1 0 0,0-1 0,0 1 0,0 0 0,-1 0 0,0-1 0,0 1 0,0 0 0,0-1 0,-1 1 0,0 0 0,-2-8 0,1 10 0,1-1 0,-1 1 0,0 0 0,0 0 0,0 0 0,0 0 0,0 0 0,-1 1 0,1-1 0,-1 1 0,0-1 0,0 1 0,0 0 0,0 0 0,0 0 0,0 1 0,0-1 0,-1 1 0,1 0 0,-1 0 0,1 0 0,-1 0 0,1 0 0,-1 1 0,1-1 0,-1 1 0,0 0 0,1 1 0,-7 0 0,1 0 0,0 0 0,0 1 0,0 0 0,1 1 0,-1 0 0,1 0 0,-1 1 0,1 0 0,0 0 0,1 1 0,-8 6 0,6-4 0,2 1 0,-1 1 0,1-1 0,0 1 0,1 0 0,0 1 0,1 0 0,0 0 0,0 0 0,1 0 0,0 1 0,1 0 0,0-1 0,1 1 0,0 0 0,0 19 0,1-17 0,1 0 0,1 0 0,0 0 0,0 0 0,2-1 0,-1 1 0,2-1 0,-1 1 0,2-1 0,0 0 0,0-1 0,1 1 0,0-1 0,11 13 0,-13-18-151,1-1-1,0 0 0,0-1 0,0 1 1,0-1-1,1 0 0,0 0 1,8 4-1,14 3-6674</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4.683"/>
    </inkml:context>
    <inkml:brush xml:id="br0">
      <inkml:brushProperty name="width" value="0.05" units="cm"/>
      <inkml:brushProperty name="height" value="0.05" units="cm"/>
    </inkml:brush>
  </inkml:definitions>
  <inkml:trace contextRef="#ctx0" brushRef="#br0">4 0 24575,'-3'0'0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5.164"/>
    </inkml:context>
    <inkml:brush xml:id="br0">
      <inkml:brushProperty name="width" value="0.05" units="cm"/>
      <inkml:brushProperty name="height" value="0.05" units="cm"/>
    </inkml:brush>
  </inkml:definitions>
  <inkml:trace contextRef="#ctx0" brushRef="#br0">21 86 24575,'-1'0'0,"1"0"0,-1 1 0,0-1 0,1 0 0,-1 0 0,0 0 0,1 0 0,-1 0 0,0 0 0,1 0 0,-1 0 0,0 0 0,1-1 0,-1 1 0,0 0 0,1 0 0,-1-1 0,1 1 0,-1 0 0,0-1 0,1 1 0,-1 0 0,1-1 0,-1 1 0,1-1 0,-1 1 0,1-1 0,-1 1 0,1-1 0,0 1 0,-1-1 0,1 0 0,0 1 0,-1-1 0,1 1 0,0-1 0,0 0 0,0 1 0,-1-1 0,1-1 0,1 1 0,-1 0 0,1 0 0,-1 0 0,1 0 0,-1 0 0,1 0 0,0 0 0,0 0 0,-1 0 0,1 0 0,0 0 0,0 1 0,0-1 0,0 0 0,0 1 0,0-1 0,0 0 0,0 1 0,0-1 0,0 1 0,1 0 0,-1-1 0,1 1 0,20-5 0,42-3 0,10-2 0,-55 6 133,-6 1-508,-1 1 1,0-2-1,22-8 1,-24 7-6452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6.178"/>
    </inkml:context>
    <inkml:brush xml:id="br0">
      <inkml:brushProperty name="width" value="0.05" units="cm"/>
      <inkml:brushProperty name="height" value="0.05" units="cm"/>
    </inkml:brush>
  </inkml:definitions>
  <inkml:trace contextRef="#ctx0" brushRef="#br0">330 52 24575,'0'-2'0,"-1"0"0,1 0 0,0-1 0,-1 1 0,0 0 0,1 0 0,-1 0 0,0 0 0,0 0 0,0 0 0,0 0 0,0 0 0,-1 0 0,1 0 0,-1 0 0,1 1 0,-1-1 0,0 1 0,1-1 0,-1 1 0,0 0 0,0-1 0,0 1 0,0 0 0,0 0 0,0 1 0,0-1 0,0 0 0,-1 1 0,1-1 0,0 1 0,-4-1 0,0 0 0,-1 1 0,0-1 0,1 1 0,-1 0 0,0 1 0,1 0 0,-1 0 0,0 0 0,1 1 0,-7 2 0,0 2 0,0 1 0,1 1 0,0 0 0,0 0 0,1 1 0,0 1 0,1 0 0,0 0 0,1 1 0,0 0 0,-14 22 0,15-20 0,1 0 0,0 1 0,1-1 0,1 1 0,0 0 0,0 1 0,2-1 0,0 1 0,0 0 0,2-1 0,-1 21 0,2-29 0,1 1 0,0 0 0,0-1 0,0 1 0,1 0 0,0-1 0,0 0 0,1 1 0,0-1 0,0 0 0,0 0 0,1 0 0,0-1 0,8 10 0,-4-8 0,-1 0 0,1-1 0,0 0 0,1 0 0,0-1 0,0 0 0,0 0 0,0-1 0,11 3 0,10 1 0,1-1 0,0-2 0,0-1 0,0-1 0,45-2 0,-53-1-227,-1-1-1,1-1 1,0-1-1,-1-2 1,28-8-1,-17 0-6598</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6.405"/>
    </inkml:context>
    <inkml:brush xml:id="br0">
      <inkml:brushProperty name="width" value="0.05" units="cm"/>
      <inkml:brushProperty name="height" value="0.05" units="cm"/>
    </inkml:brush>
  </inkml:definitions>
  <inkml:trace contextRef="#ctx0" brushRef="#br0">0 1 24575,'0'3'0,"0"4"0,4 4 0,0 7 0,3 3 0,0 4 0,-1 1 0,-1 3 0,-2 2 0,-1-1 0,-2-5-8191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6.826"/>
    </inkml:context>
    <inkml:brush xml:id="br0">
      <inkml:brushProperty name="width" value="0.05" units="cm"/>
      <inkml:brushProperty name="height" value="0.05" units="cm"/>
    </inkml:brush>
  </inkml:definitions>
  <inkml:trace contextRef="#ctx0" brushRef="#br0">40 131 24575,'-7'-9'0,"6"7"0,-1 0 0,1 1 0,0-1 0,-1 0 0,1 1 0,-1-1 0,1 1 0,-1-1 0,0 1 0,1 0 0,-1 0 0,0 0 0,-2-1 0,3 2 0,1 1 0,-1-1 0,1 0 0,-1 1 0,1-1 0,-1 1 0,1 0 0,0-1 0,-1 1 0,1-1 0,0 1 0,0-1 0,-1 1 0,1 0 0,0-1 0,0 1 0,0 0 0,0-1 0,-1 1 0,1 0 0,0 1 0,0 18 0,0-15 0,-2 25 0,2-1 0,2 1 0,1 0 0,0-1 0,10 35 0,-10-55 0,1 1 0,0-1 0,0 0 0,0 0 0,1 0 0,1 0 0,-1-1 0,9 9 0,-8-11 0,-1-1 0,1 0 0,0 0 0,0-1 0,0 0 0,0 0 0,1 0 0,0-1 0,0 0 0,0 0 0,0-1 0,10 2 0,-7-2 0,0-1 0,0 0 0,1 0 0,-1-1 0,0-1 0,1 0 0,-1 0 0,0-1 0,0 0 0,0-1 0,0 0 0,-1 0 0,1-1 0,-1-1 0,0 0 0,0 0 0,0 0 0,-1-1 0,0-1 0,13-11 0,-10 7 0,0-1 0,-1 1 0,-1-2 0,0 1 0,-1-1 0,0-1 0,-1 1 0,0-1 0,-1 0 0,-1-1 0,0 1 0,-1-1 0,3-19 0,-5 12 0,0 1 0,-2-41 0,-1 55 0,0-1 0,0 0 0,0 0 0,-1 1 0,0-1 0,-1 1 0,0 0 0,0-1 0,0 1 0,-1 1 0,-5-9 0,-5 2-1365,2 5-5461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8.273"/>
    </inkml:context>
    <inkml:brush xml:id="br0">
      <inkml:brushProperty name="width" value="0.05" units="cm"/>
      <inkml:brushProperty name="height" value="0.05" units="cm"/>
    </inkml:brush>
  </inkml:definitions>
  <inkml:trace contextRef="#ctx0" brushRef="#br0">104 316 24575,'-30'-7'0,"7"0"0,14 6 0,5 1 0,0-1 0,-1 0 0,1 0 0,-1 0 0,1 0 0,0-1 0,-5-2 0,9 4 0,0 0 0,-1 0 0,1 0 0,0 0 0,0 0 0,0 0 0,0 0 0,0 0 0,0 0 0,-1 0 0,1-1 0,0 1 0,0 0 0,0 0 0,0 0 0,0 0 0,0 0 0,0 0 0,0-1 0,0 1 0,0 0 0,0 0 0,0 0 0,0 0 0,0 0 0,0-1 0,0 1 0,0 0 0,0 0 0,0 0 0,0 0 0,0 0 0,0-1 0,0 1 0,0 0 0,0 0 0,0 0 0,0 0 0,0 0 0,0-1 0,0 1 0,0 0 0,0 0 0,0 0 0,1 0 0,-1 0 0,0 0 0,0 0 0,0-1 0,0 1 0,0 0 0,0 0 0,1 0 0,-1 0 0,0 0 0,10-5 0,40-10 0,0 1 0,65-8 0,-56 12 0,1506-200-1157,-1467 203-16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49.372"/>
    </inkml:context>
    <inkml:brush xml:id="br0">
      <inkml:brushProperty name="width" value="0.05" units="cm"/>
      <inkml:brushProperty name="height" value="0.05" units="cm"/>
    </inkml:brush>
  </inkml:definitions>
  <inkml:trace contextRef="#ctx0" brushRef="#br0">0 234 24575,'0'2'0,"2"7"0,10-12 0,-6 1 0,86-25-81,128-22-1,101 3-250,-227 33 235,676-78-21,-762 90 118,3 0 0,0 0 0,0-1 0,12-4 0,-18 4 39,-6 1 134,-8 1-1158,-7 2-5723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58.332"/>
    </inkml:context>
    <inkml:brush xml:id="br0">
      <inkml:brushProperty name="width" value="0.05" units="cm"/>
      <inkml:brushProperty name="height" value="0.05" units="cm"/>
    </inkml:brush>
  </inkml:definitions>
  <inkml:trace contextRef="#ctx0" brushRef="#br0">22 564 24575,'1'0'0,"1"-1"0,0 0 0,-1 1 0,1-1 0,-1 0 0,1 0 0,-1 0 0,0 0 0,1 0 0,-1 0 0,0 0 0,0-1 0,2 0 0,4-5 0,18-11 0,-1-1 0,-1-1 0,0-1 0,-2-1 0,23-30 0,-35 40 0,-1 0 0,-1-1 0,0 1 0,-1-1 0,0-1 0,-1 1 0,-1-1 0,0 0 0,-1 0 0,0 0 0,-1-1 0,-1 1 0,0-19 0,-2 18 0,0 0 0,-1 0 0,-1 0 0,0 0 0,-10-27 0,11 37 0,-1 0 0,1 0 0,-1 0 0,0 0 0,-1 0 0,1 0 0,-1 1 0,-5-5 0,7 7 0,0 0 0,-1 0 0,1 0 0,-1 1 0,0-1 0,1 1 0,-1 0 0,0 0 0,0 0 0,0 0 0,0 0 0,0 1 0,0-1 0,0 1 0,0 0 0,-4 0 0,2 0 0,1 1 0,-1 0 0,1 1 0,0-1 0,-1 1 0,1 0 0,0 0 0,0 0 0,0 1 0,0-1 0,1 1 0,-1 0 0,1 0 0,0 0 0,-1 0 0,1 1 0,1 0 0,-6 7 0,-1 3 0,1 1 0,0 0 0,-10 30 0,6-4 0,1-1 0,2 1 0,3 0 0,0 1 0,2 57 0,6 4 0,15 103 0,14 7 247,2 7-286,-27-156-747,-2 91-1,-7-110-6039</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59.026"/>
    </inkml:context>
    <inkml:brush xml:id="br0">
      <inkml:brushProperty name="width" value="0.05" units="cm"/>
      <inkml:brushProperty name="height" value="0.05" units="cm"/>
    </inkml:brush>
  </inkml:definitions>
  <inkml:trace contextRef="#ctx0" brushRef="#br0">1 277 24575,'6'-5'0,"1"-1"0,0 1 0,0 1 0,0-1 0,1 1 0,0 0 0,-1 1 0,1 0 0,12-3 0,11-2 0,37-3 0,-59 9 0,478-64 0,-448 62 0,-29 3 0,0 1 0,0-2 0,-1 1 0,1-1 0,0 0 0,-1-1 0,1 0 0,10-6 0,-19 8 0,1 1 0,-1-1 0,-1 0 0,1 0 0,0 0 0,0 1 0,0-1 0,0 0 0,-1 0 0,1 0 0,0 0 0,-1-1 0,1 1 0,-1 0 0,1 0 0,-1 0 0,1 0 0,-1 0 0,0-1 0,0 1 0,0 0 0,1-2 0,-2 0 0,1 0 0,-1 0 0,1 0 0,-1 0 0,0 1 0,0-1 0,0 0 0,0 1 0,-3-5 0,1 2 0,-1-1 0,0 1 0,0 1 0,0-1 0,0 1 0,-1-1 0,1 1 0,-11-6 0,11 8 0,1 0 0,-1 0 0,0 1 0,1 0 0,-1 0 0,0 0 0,0 0 0,0 0 0,1 1 0,-1 0 0,0 0 0,0 0 0,0 0 0,0 1 0,0-1 0,-4 2 0,3 0 0,0 0 0,0 0 0,0 1 0,1-1 0,-1 1 0,0 1 0,1-1 0,0 0 0,0 1 0,-5 5 0,-5 9 0,1 0 0,1 1 0,0 0 0,-13 31 0,21-42 0,-5 11 0,-1 1 0,-12 31 0,20-46 0,1 0 0,-1 0 0,1 0 0,0 0 0,1 0 0,-1 0 0,1 0 0,0 0 0,0 0 0,0 0 0,1 0 0,1 7 0,-1-10 0,0 0 0,-1 0 0,1 0 0,0 0 0,0 0 0,0 0 0,1-1 0,-1 1 0,0 0 0,1-1 0,-1 1 0,1-1 0,0 1 0,-1-1 0,1 0 0,0 0 0,0 1 0,0-1 0,3 1 0,-1-1 0,0 0 0,0 0 0,0-1 0,0 1 0,0-1 0,1 0 0,-1 0 0,0 0 0,7-2 0,1-1 0,0 0 0,0-1 0,-1 0 0,1-1 0,-1 0 0,10-8 0,-10 7 0,-1-2 0,0 1 0,0-2 0,-1 1 0,0-1 0,-1 0 0,14-20 0,-18 22 0,0 0 0,0 0 0,0 0 0,-1-1 0,-1 1 0,1-1 0,-1 0 0,0 0 0,-1 0 0,1 0 0,-2 0 0,1 0 0,-2-10 0,-3 3 0,4 15 0,0 0 0,0 0 0,-1 0 0,1-1 0,0 1 0,0 0 0,0 0 0,0 0 0,-1 0 0,1 0 0,0 0 0,0 0 0,0 0 0,-1 0 0,1 0 0,0 0 0,0 1 0,0-1 0,-1 0 0,1 0 0,0 0 0,0 0 0,0 0 0,0 0 0,-1 0 0,1 0 0,0 1 0,0-1 0,0 0 0,0 0 0,0 0 0,0 0 0,-1 0 0,1 1 0,0-1 0,0 0 0,0 0 0,0 1 0,-2 1 0,1 1 0,0-1 0,0 1 0,0 0 0,0 0 0,0 0 0,-1 5 0,1 1 0,1 0 0,-1 1 0,2-1 0,-1 1 0,1-1 0,1 0 0,-1 0 0,2 1 0,-1-1 0,1 0 0,1-1 0,-1 1 0,7 8 0,-7-11 0,1-1 0,0 0 0,0 0 0,0 0 0,1 0 0,0-1 0,-1 0 0,2 0 0,-1 0 0,0 0 0,1-1 0,0 0 0,0 0 0,0-1 0,0 1 0,0-1 0,0-1 0,1 1 0,10 0 0,-11-1 0,-1-1 0,1 1 0,-1-1 0,0-1 0,1 1 0,-1-1 0,0 0 0,1 0 0,-1 0 0,0-1 0,0 0 0,0 0 0,0 0 0,0-1 0,0 1 0,6-6 0,-5 2 0,-1 1 0,0-1 0,0 0 0,0 0 0,-1 0 0,0-1 0,0 1 0,-1-1 0,0 0 0,0 0 0,2-11 0,1-2 0,-1-1 0,-1 1 0,2-26 0,-5 35 0,-1 1 0,0-1 0,0 0 0,-2 0 0,1 0 0,-1 0 0,-6-19 0,8 29 0,-1 0 0,1 0 0,0 0 0,0 1 0,-1-1 0,1 0 0,0 0 0,-1 0 0,1 0 0,-1 1 0,1-1 0,-1 0 0,1 1 0,-1-1 0,0 0 0,1 1 0,-1-1 0,0 0 0,1 1 0,-1-1 0,-1 0 0,1 2 0,1-1 0,-1 0 0,1 1 0,-1-1 0,1 1 0,-1-1 0,1 1 0,-1-1 0,1 1 0,-1-1 0,1 1 0,0-1 0,0 1 0,-1 0 0,1-1 0,0 1 0,0-1 0,-1 1 0,1 0 0,0-1 0,0 2 0,-5 43 0,5-15 86,2-1-1,2 1 0,11 47 1,-10-57-330,1-2 0,0 1 0,2-1 0,0 0 1,1 0-1,17 24 0,-9-21-6582</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59.169"/>
    </inkml:context>
    <inkml:brush xml:id="br0">
      <inkml:brushProperty name="width" value="0.05" units="cm"/>
      <inkml:brushProperty name="height" value="0.05" units="cm"/>
    </inkml:brush>
  </inkml:definitions>
  <inkml:trace contextRef="#ctx0" brushRef="#br0">150 12 24575,'-3'-3'0,"-8"-1"0,-4 0 0,-4 3 0,-1 6 0,0 2 0,-1 3 0,5 2 0,4 3 0,4 2 0,4-2-8191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59.370"/>
    </inkml:context>
    <inkml:brush xml:id="br0">
      <inkml:brushProperty name="width" value="0.05" units="cm"/>
      <inkml:brushProperty name="height" value="0.05" units="cm"/>
    </inkml:brush>
  </inkml:definitions>
  <inkml:trace contextRef="#ctx0" brushRef="#br0">0 3 24575,'0'-3'0,"0"5"0,0 6 0,0 7 0,0 11 0,0 7 0,0 7 0,0 10 0,3 5 0,1 3 0,3 1 0,4-3 0,2-5 0,3-5 0,-2-10-8191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2:59.707"/>
    </inkml:context>
    <inkml:brush xml:id="br0">
      <inkml:brushProperty name="width" value="0.05" units="cm"/>
      <inkml:brushProperty name="height" value="0.05" units="cm"/>
    </inkml:brush>
  </inkml:definitions>
  <inkml:trace contextRef="#ctx0" brushRef="#br0">0 240 24575,'0'0'0,"0"-1"0,1 0 0,-1 0 0,0 1 0,1-1 0,-1 0 0,1 1 0,-1-1 0,1 0 0,-1 1 0,1-1 0,-1 1 0,1-1 0,0 0 0,-1 1 0,1 0 0,0-1 0,-1 1 0,1-1 0,0 1 0,0 0 0,-1-1 0,1 1 0,0 0 0,0 0 0,0 0 0,-1 0 0,2 0 0,25-3 0,53 8 0,-58-3 0,1 0 0,-1-2 0,24-1 0,-34-1 0,0 0 0,0 0 0,-1-1 0,1-1 0,-1 0 0,0 0 0,19-12 0,-27 15 0,0-1 0,-1 0 0,1 1 0,-1-1 0,1 0 0,-1 0 0,0-1 0,0 1 0,0 0 0,0-1 0,0 1 0,-1-1 0,1 1 0,-1-1 0,1 0 0,-1 0 0,0 0 0,0 0 0,-1 0 0,1 0 0,0 0 0,-1 0 0,0 0 0,0 0 0,0 0 0,0 0 0,0 0 0,-1 0 0,1 0 0,-1 0 0,0 0 0,0 0 0,0 0 0,0 0 0,-2-3 0,-1-1 0,0 1 0,-1-1 0,0 1 0,0-1 0,0 2 0,-1-1 0,0 0 0,0 1 0,-1 0 0,1 1 0,-1-1 0,0 1 0,0 1 0,-1-1 0,1 1 0,-1 1 0,1-1 0,-1 1 0,-14-2 0,17 3 0,0 1 0,-1-1 0,1 1 0,0 0 0,0 0 0,-1 0 0,1 1 0,0 0 0,0 0 0,0 0 0,0 1 0,0-1 0,0 1 0,0 1 0,0-1 0,0 1 0,1-1 0,0 1 0,-1 0 0,1 1 0,0-1 0,1 1 0,-1 0 0,1 0 0,-1 0 0,1 0 0,0 1 0,1-1 0,-1 1 0,-3 8 0,4-7 17,1-1 0,-1 0 0,1 1 1,0-1-1,0 1 0,1 0 0,0-1 0,0 1 0,0 0 0,1-1 0,-1 1 0,1-1 0,1 1 0,-1-1 0,1 1 0,0-1 0,0 0 0,0 0 1,6 9-1,-2-6-173,0 0 1,0 0 0,1-1 0,0 0 0,1 0 0,-1-1 0,1 0-1,1 0 1,-1 0 0,11 4 0,20 8-6671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0.066"/>
    </inkml:context>
    <inkml:brush xml:id="br0">
      <inkml:brushProperty name="width" value="0.05" units="cm"/>
      <inkml:brushProperty name="height" value="0.05" units="cm"/>
    </inkml:brush>
  </inkml:definitions>
  <inkml:trace contextRef="#ctx0" brushRef="#br0">207 545 24575,'2'-1'0,"0"0"0,0 0 0,-1 0 0,1 0 0,0 0 0,-1 0 0,1-1 0,-1 1 0,1-1 0,-1 1 0,1-1 0,-1 1 0,0-1 0,0 0 0,0 0 0,0 1 0,0-1 0,0 0 0,-1 0 0,1 0 0,-1 0 0,1 0 0,-1 0 0,0 0 0,0 0 0,1 0 0,-1 0 0,-1 0 0,1 0 0,0 0 0,0 0 0,-1 0 0,0-2 0,0 0 0,-1 0 0,1 1 0,-1-1 0,0 0 0,0 1 0,0 0 0,-1 0 0,1-1 0,-1 1 0,1 1 0,-1-1 0,0 0 0,0 1 0,-1-1 0,1 1 0,-4-2 0,2 1 0,0 1 0,0 0 0,0 0 0,0 1 0,-1 0 0,1 0 0,0 0 0,0 0 0,-1 1 0,1 0 0,0 0 0,-1 0 0,1 1 0,0 0 0,-1 0 0,1 0 0,0 1 0,0-1 0,0 1 0,0 0 0,0 1 0,0-1 0,1 1 0,-1 0 0,1 0 0,-6 5 0,6-3 0,-1 0 0,1 0 0,0 0 0,0 0 0,1 1 0,0-1 0,0 1 0,0 0 0,0 0 0,1 0 0,0 0 0,0 0 0,1 0 0,0 1 0,0-1 0,0 1 0,1-1 0,0 1 0,0-1 0,0 1 0,3 9 0,-2-12 0,-1-1 0,1 0 0,0 0 0,0 0 0,0 0 0,1 0 0,-1 0 0,1 0 0,0 0 0,0-1 0,0 1 0,0-1 0,0 1 0,0-1 0,1 0 0,-1 0 0,1 0 0,-1 0 0,1 0 0,0 0 0,0-1 0,0 1 0,0-1 0,0 0 0,0 0 0,0 0 0,0-1 0,1 1 0,-1-1 0,0 1 0,0-1 0,1 0 0,-1 0 0,5-1 0,2 0 0,1-1 0,-1 0 0,0-1 0,1 0 0,-1-1 0,-1 0 0,1 0 0,-1-1 0,15-9 0,-9 3 0,-1-1 0,0 0 0,-1-1 0,0-1 0,-1 0 0,0 0 0,-2-1 0,1-1 0,-2 0 0,0 0 0,-1-1 0,-1 0 0,9-29 0,-7 11 0,-1-1 0,-2 0 0,-2-1 0,-1 1 0,-5-71 0,2 100 0,-4-38 0,3 42 0,1 0 0,-1 1 0,1-1 0,-1 1 0,0-1 0,0 1 0,0-1 0,-1 1 0,1 0 0,0-1 0,-1 1 0,1 0 0,-4-3 0,5 5 0,-1-1 0,1 1 0,0 0 0,-1 0 0,1 0 0,-1-1 0,1 1 0,0 0 0,-1 0 0,1 0 0,-1 0 0,1 0 0,-1 0 0,1 0 0,0 0 0,-1 0 0,1 0 0,-1 0 0,1 0 0,-1 0 0,1 0 0,0 0 0,-1 1 0,1-1 0,-1 0 0,1 0 0,0 0 0,-1 1 0,1-1 0,0 0 0,-1 0 0,1 1 0,0-1 0,-1 0 0,1 1 0,-11 14 0,11-15 0,-7 14 0,1 1 0,0-1 0,1 1 0,0 0 0,2 0 0,-4 25 0,-3 97 0,9-113 0,1 137-1365,4-89-5461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0.807"/>
    </inkml:context>
    <inkml:brush xml:id="br0">
      <inkml:brushProperty name="width" value="0.05" units="cm"/>
      <inkml:brushProperty name="height" value="0.05" units="cm"/>
    </inkml:brush>
  </inkml:definitions>
  <inkml:trace contextRef="#ctx0" brushRef="#br0">107 660 24575,'0'324'0,"0"-316"0,0-5 0,1 0 0,-1 0 0,0 0 0,0 0 0,-1 0 0,1 0 0,0 0 0,-1 0 0,0 0 0,0 0 0,0 0 0,-3 5 0,4-8 0,0 0 0,-1 0 0,1 0 0,0 0 0,-1 0 0,1 0 0,0 0 0,-1 0 0,1-1 0,0 1 0,0 0 0,-1 0 0,1 0 0,0 0 0,-1-1 0,1 1 0,0 0 0,0 0 0,-1-1 0,1 1 0,0 0 0,0 0 0,0-1 0,0 1 0,-1 0 0,1-1 0,0 1 0,0 0 0,0-1 0,0 1 0,0 0 0,0-1 0,0 1 0,0 0 0,0-1 0,0 1 0,0-1 0,-5-15 0,-24-113 0,5-1 0,-9-198 0,34 167 0,1 138 0,1-1 0,1 1 0,1 0 0,14-40 0,-17 57 0,1 0 0,0-1 0,0 1 0,0 0 0,1 0 0,0 1 0,0-1 0,0 1 0,1 0 0,0 0 0,0 0 0,0 1 0,1 0 0,-1 0 0,1 0 0,0 1 0,0-1 0,0 1 0,1 1 0,-1-1 0,1 1 0,0 1 0,-1-1 0,1 1 0,0 0 0,0 0 0,0 1 0,-1 0 0,1 0 0,0 1 0,0 0 0,0 0 0,0 0 0,-1 1 0,1 0 0,6 3 0,3 2 0,-1 0 0,0 1 0,-1 1 0,0 0 0,0 1 0,-1 0 0,0 1 0,0 1 0,-2 0 0,1 0 0,-2 1 0,13 19 0,-17-23 0,-1 1 0,0 0 0,-1-1 0,0 1 0,0 1 0,-1-1 0,0 0 0,2 22 0,-5-24 0,0 0 0,0 0 0,-1 0 0,1-1 0,-2 1 0,1 0 0,-1 0 0,-1-1 0,1 1 0,-1-1 0,0 0 0,-1 0 0,-5 8 0,-2 1 0,-2 0 0,0-1 0,0-1 0,-1 0 0,-1-1 0,-1 0 0,-25 15 0,11-9 0,-1-3 0,0 0 0,-48 16 0,39-20 0,23-7 0,-28 11 0,44-16 0,1 0 0,0 0 0,0 0 0,-1 1 0,1-1 0,0 0 0,0 0 0,0 0 0,-1 0 0,1 0 0,0 0 0,0 0 0,0 1 0,-1-1 0,1 0 0,0 0 0,0 0 0,0 0 0,0 0 0,-1 1 0,1-1 0,0 0 0,0 0 0,0 0 0,0 1 0,0-1 0,0 0 0,0 0 0,0 1 0,0-1 0,0 0 0,0 0 0,0 1 0,0-1 0,0 0 0,0 0 0,0 0 0,0 1 0,0-1 0,0 0 0,0 0 0,0 1 0,0-1 0,0 0 0,0 0 0,0 0 0,0 1 0,1-1 0,-1 0 0,0 0 0,0 0 0,0 0 0,0 1 0,1-1 0,-1 0 0,0 0 0,0 0 0,0 0 0,0 0 0,1 1 0,-1-1 0,0 0 0,0 0 0,1 0 0,-1 0 0,0 0 0,0 0 0,1 0 0,20 8 0,-18-7 0,79 25 0,-2 4 0,89 46 0,101 73-1365,-238-131-5461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1.167"/>
    </inkml:context>
    <inkml:brush xml:id="br0">
      <inkml:brushProperty name="width" value="0.05" units="cm"/>
      <inkml:brushProperty name="height" value="0.05" units="cm"/>
    </inkml:brush>
  </inkml:definitions>
  <inkml:trace contextRef="#ctx0" brushRef="#br0">9 274 24575,'0'3'0,"0"0"0,0 0 0,1 0 0,-1-1 0,1 1 0,0 0 0,0 0 0,0-1 0,0 1 0,0-1 0,0 1 0,1-1 0,-1 0 0,1 1 0,0-1 0,0 0 0,3 3 0,-1-1 0,1 0 0,1-1 0,-1 0 0,0 1 0,1-2 0,0 1 0,10 3 0,-3-2 0,0-1 0,0 0 0,1-1 0,-1-1 0,1 0 0,0-1 0,16-1 0,-21 0 0,1-1 0,-1 0 0,0 0 0,0-1 0,0 0 0,0 0 0,-1-1 0,15-9 0,-18 10 0,-1 0 0,0-1 0,0 1 0,0-1 0,0 0 0,-1-1 0,1 1 0,-1 0 0,0-1 0,0 0 0,-1 0 0,1 0 0,-1 0 0,0 0 0,-1 0 0,2-7 0,-1 1 0,-1 0 0,0 0 0,0 0 0,-2-1 0,1 1 0,-1 0 0,-1 0 0,0 0 0,-1 0 0,0 0 0,0 1 0,-1-1 0,-1 1 0,-9-17 0,11 22 0,0 0 0,0 0 0,-1 1 0,0-1 0,0 1 0,0 0 0,0 0 0,-1 0 0,1 0 0,-1 1 0,0 0 0,0 0 0,0 0 0,-1 0 0,1 1 0,0 0 0,-1 0 0,0 1 0,1-1 0,-1 1 0,0 1 0,0-1 0,0 1 0,0 0 0,1 0 0,-1 0 0,0 1 0,0 0 0,-8 3 0,5-1 0,0 1 0,0 0 0,0 1 0,0 0 0,1 0 0,0 1 0,0 0 0,0 1 0,1-1 0,0 2 0,0-1 0,1 1 0,0 0 0,0 0 0,1 0 0,0 1 0,0 0 0,-5 14 0,5-10 0,1-1 0,0 1 0,1-1 0,0 1 0,0 0 0,2 0 0,0 1 0,0-1 0,1 0 0,1 0 0,0 0 0,1 0 0,5 22 0,-3-25-62,0-1 0,0 1 0,1-1 0,1 1 0,-1-1 0,1-1 0,1 1 0,0-1 0,0-1 0,0 1 0,1-1 0,0 0-1,1-1 1,-1 0 0,1 0 0,0-1 0,1 0 0,-1 0 0,1-1 0,0-1 0,17 5 0,18 1-6764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1.551"/>
    </inkml:context>
    <inkml:brush xml:id="br0">
      <inkml:brushProperty name="width" value="0.05" units="cm"/>
      <inkml:brushProperty name="height" value="0.05" units="cm"/>
    </inkml:brush>
  </inkml:definitions>
  <inkml:trace contextRef="#ctx0" brushRef="#br0">38 186 24575,'3'-7'0,"0"0"0,-1 0 0,0-1 0,0 1 0,-1 0 0,0-1 0,1-11 0,-2 15 0,0 0 0,0 0 0,0 0 0,0 1 0,-1-1 0,0 0 0,1 0 0,-1 0 0,-1 0 0,1 1 0,0-1 0,-1 1 0,0-1 0,0 1 0,-4-6 0,6 9 0,0 0 0,0-1 0,-1 1 0,1 0 0,0-1 0,-1 1 0,1 0 0,0 0 0,-1-1 0,1 1 0,0 0 0,-1 0 0,1 0 0,0 0 0,-1-1 0,1 1 0,-1 0 0,1 0 0,-1 0 0,1 0 0,0 0 0,-1 0 0,1 0 0,-1 0 0,1 0 0,0 0 0,-1 0 0,1 0 0,-1 1 0,1-1 0,0 0 0,-1 0 0,1 0 0,-1 0 0,0 1 0,-8 16 0,1 23 0,5-10 0,3 0 0,5 60 0,18 60 0,4 35 0,-26-116 0,-14-141 0,-5-50 0,12 46 0,8-153 0,0 213 0,0 1 0,2-1 0,-1 0 0,12-28 0,-13 40 0,0 0 0,0-1 0,1 1 0,-1 1 0,1-1 0,0 0 0,0 1 0,0-1 0,6-4 0,-7 7 0,0 0 0,0-1 0,0 1 0,0 0 0,0 0 0,1 0 0,-1 1 0,0-1 0,1 1 0,-1-1 0,1 1 0,-1 0 0,0-1 0,1 1 0,-1 0 0,1 1 0,-1-1 0,1 0 0,2 2 0,-2-1 0,0 0 0,0 0 0,0 1 0,0-1 0,0 1 0,0 0 0,0 0 0,-1 0 0,1 0 0,-1 1 0,1-1 0,-1 1 0,0-1 0,0 1 0,0 0 0,0 0 0,0 0 0,-1 0 0,0 0 0,1 0 0,-1 0 0,0 1 0,0-1 0,-1 0 0,1 6 0,0-3 0,0-1 0,-1 1 0,0-1 0,0 0 0,-1 1 0,1-1 0,-1 0 0,0 1 0,-1-1 0,1 0 0,-1 0 0,0 0 0,0 0 0,-1 0 0,-4 7 0,-1-3-341,0-1 0,-1 0-1,-12 10 1,-3-1-6485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1.905"/>
    </inkml:context>
    <inkml:brush xml:id="br0">
      <inkml:brushProperty name="width" value="0.05" units="cm"/>
      <inkml:brushProperty name="height" value="0.05" units="cm"/>
    </inkml:brush>
  </inkml:definitions>
  <inkml:trace contextRef="#ctx0" brushRef="#br0">114 61 24575,'0'0'0,"0"1"0,1-1 0,-1 0 0,0 0 0,0 0 0,1 0 0,-1 0 0,0 0 0,0 0 0,1 0 0,-1 0 0,0 0 0,0 0 0,1 0 0,-1 0 0,0-1 0,0 1 0,1 0 0,-1 0 0,0 0 0,0 0 0,1 0 0,-1 0 0,0-1 0,0 1 0,0 0 0,1 0 0,-1 0 0,0 0 0,0-1 0,0 1 0,0 0 0,0 0 0,1-1 0,-1 1 0,0 0 0,0-1 0,-6-8 0,-15-6 0,16 12 0,-1 0 0,0 1 0,0 0 0,0-1 0,-1 2 0,1-1 0,-8 0 0,12 2 0,1 0 0,0 0 0,-1 0 0,1 0 0,0 0 0,-1 1 0,1-1 0,0 1 0,-1-1 0,1 1 0,0-1 0,0 1 0,-1 0 0,1-1 0,0 1 0,-1 1 0,0 0 0,1-1 0,0 1 0,-1 0 0,1 0 0,0 0 0,0 0 0,0 0 0,0 0 0,1 0 0,-1 1 0,1-1 0,-1 4 0,-1 7 0,1 0 0,1 0 0,0-1 0,1 1 0,1 0 0,0 0 0,0-1 0,1 1 0,1-1 0,0 0 0,6 12 0,-8-19 0,1 0 0,-1 0 0,2-1 0,-1 1 0,0-1 0,1 1 0,0-1 0,0 0 0,0-1 0,0 1 0,1-1 0,4 4 0,-5-6 0,0 1 0,0 0 0,0-1 0,0 0 0,0 0 0,0 0 0,0-1 0,0 1 0,0-1 0,0 0 0,1 0 0,-1-1 0,0 1 0,0-1 0,0 0 0,0 0 0,8-3 0,-6 2 0,0-1 0,0 0 0,0-1 0,-1 1 0,1-1 0,-1-1 0,0 1 0,0-1 0,0 1 0,-1-1 0,0-1 0,0 1 0,0-1 0,0 1 0,-1-1 0,0 0 0,0 0 0,-1 0 0,0-1 0,0 1 0,0-1 0,-1 1 0,0-1 0,1-6 0,-2 7 0,1 1 0,-1 0 0,0-1 0,-1 1 0,1 0 0,-1-1 0,0 1 0,0 0 0,-1 0 0,0 0 0,0 0 0,0 0 0,0 0 0,-1 1 0,1-1 0,-1 1 0,-1-1 0,1 1 0,0 0 0,-1 0 0,0 1 0,0-1 0,0 1 0,0 0 0,-1 0 0,1 0 0,-1 0 0,0 1 0,0 0 0,-7-2 0,6 1 69,-1 2-1,0-1 0,0 1 0,-8 0 1,13 1-183,-1 0 0,1 0 0,-1 0 0,0 0 1,1 1-1,-1-1 0,1 1 0,-1 0 1,1-1-1,0 1 0,-1 0 0,1 1 1,0-1-1,-3 2 0,-4 6-6712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2.109"/>
    </inkml:context>
    <inkml:brush xml:id="br0">
      <inkml:brushProperty name="width" value="0.05" units="cm"/>
      <inkml:brushProperty name="height" value="0.05" units="cm"/>
    </inkml:brush>
  </inkml:definitions>
  <inkml:trace contextRef="#ctx0" brushRef="#br0">1 69 24575,'0'-4'0,"0"-2"0,0 0 0,0 0 0,0 0 0,1 0 0,3-10 0,-4 15 0,0 0 0,1 0 0,-1 0 0,1 0 0,-1 0 0,1 0 0,0 0 0,-1 0 0,1 0 0,0 1 0,-1-1 0,1 0 0,0 0 0,0 1 0,0-1 0,0 0 0,0 1 0,0-1 0,0 1 0,0-1 0,0 1 0,0 0 0,0-1 0,0 1 0,0 0 0,0 0 0,0 0 0,0 0 0,1 0 0,-1 0 0,0 0 0,0 0 0,0 0 0,0 0 0,0 1 0,0-1 0,2 1 0,4 2 0,0 0 0,0 0 0,-1 0 0,1 1 0,-1 0 0,0 1 0,0-1 0,0 1 0,8 9 0,2 4 0,23 32 0,-31-40 0,-1 1 0,-1 0 0,0 0 0,0 0 0,-1 1 0,0 0 0,-1 0 0,-1 0 0,3 15 0,-6-26-36,1 1 0,-1-1 0,0 0 1,0 1-1,0-1 0,0 0 0,0 1 0,0-1 0,0 0 0,0 1 0,-1-1 0,1 0 0,-1 1 0,1-1 0,-1 0 0,1 0 0,-1 1 1,1-1-1,-1 0 0,0 0 0,0 0 0,0 0 0,0 0 0,0 0 0,0 0 0,0 0 0,0 0 0,0-1 0,0 1 0,0 0 0,0-1 1,0 1-1,-1-1 0,1 1 0,0-1 0,-1 1 0,-1-1 0,-14 1-6790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2.355"/>
    </inkml:context>
    <inkml:brush xml:id="br0">
      <inkml:brushProperty name="width" value="0.05" units="cm"/>
      <inkml:brushProperty name="height" value="0.05" units="cm"/>
    </inkml:brush>
  </inkml:definitions>
  <inkml:trace contextRef="#ctx0" brushRef="#br0">0 215 24575,'20'-18'0,"0"1"0,1 0 0,1 2 0,36-20 0,-17 14 0,77-27 0,-90 41 0,-23 6 0,0 1 0,-1-1 0,1-1 0,-1 1 0,1-1 0,-1 1 0,1-1 0,-1 0 0,0-1 0,5-3 0,-8 6 0,-1-1 0,0 1 0,1-1 0,-1 1 0,1 0 0,-1-1 0,0 1 0,0-1 0,1 1 0,-1-1 0,0 0 0,0 1 0,0-1 0,0 1 0,0-1 0,1 1 0,-1-1 0,0 1 0,0-1 0,0 0 0,-1 1 0,1-1 0,0 1 0,0-1 0,0 1 0,0-1 0,0 1 0,-1-1 0,-2 2 0,3 14 0,24 342-1365,-24-299-5461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2.701"/>
    </inkml:context>
    <inkml:brush xml:id="br0">
      <inkml:brushProperty name="width" value="0.05" units="cm"/>
      <inkml:brushProperty name="height" value="0.05" units="cm"/>
    </inkml:brush>
  </inkml:definitions>
  <inkml:trace contextRef="#ctx0" brushRef="#br0">1 231 24575,'0'-2'0,"0"-1"0,0 1 0,0 0 0,0 0 0,0 0 0,1 0 0,-1 0 0,1 0 0,-1 0 0,1 0 0,0 0 0,0 0 0,0 0 0,0 0 0,0 0 0,0 1 0,1-1 0,1-2 0,-1 3 0,1-1 0,0 0 0,0 1 0,0-1 0,0 1 0,0 0 0,0 0 0,1 0 0,-1 0 0,0 1 0,5-1 0,50-3 0,100 5 0,-113 2 0,-1-2 0,0-2 0,0-2 0,55-10 0,-94 12 0,0-1 0,0 1 0,0-1 0,0 0 0,-1-1 0,1 1 0,0-1 0,-1 0 0,5-3 0,-8 5 0,0 0 0,0 0 0,0-1 0,0 1 0,0 0 0,0 0 0,0-1 0,0 1 0,0-1 0,-1 1 0,1-1 0,-1 1 0,1-1 0,-1 1 0,1-1 0,-1 0 0,0 1 0,0-1 0,0 1 0,0-1 0,0 0 0,0 1 0,0-1 0,0 0 0,-1 1 0,1-1 0,-1 1 0,1-1 0,-1 1 0,0-1 0,1 1 0,-2-3 0,-3-3 0,0 1 0,0-1 0,0 1 0,0 0 0,-1 1 0,0-1 0,-1 1 0,1 0 0,-1 0 0,0 1 0,-12-6 0,14 8 0,1 0 0,-1 0 0,1 0 0,-1 1 0,0 0 0,0 0 0,1 0 0,-1 1 0,0-1 0,0 1 0,0 0 0,0 1 0,0-1 0,0 1 0,1 0 0,-1 0 0,0 0 0,0 1 0,1 0 0,-7 3 0,4 0 0,0 1 0,0 0 0,0 1 0,1-1 0,0 1 0,0 0 0,1 1 0,0-1 0,0 1 0,0 0 0,1 1 0,1-1 0,0 1 0,0-1 0,0 1 0,1 0 0,-2 14 0,3-15 0,1 0 0,-1-1 0,2 1 0,-1 0 0,1 0 0,0-1 0,0 1 0,1 0 0,4 10 0,-4-13 0,0 0 0,0-1 0,1 1 0,0 0 0,0-1 0,0 0 0,1 0 0,-1 0 0,1 0 0,0 0 0,0-1 0,0 0 0,1 1 0,6 2 0,29 10-1365,1-6-5461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3.093"/>
    </inkml:context>
    <inkml:brush xml:id="br0">
      <inkml:brushProperty name="width" value="0.05" units="cm"/>
      <inkml:brushProperty name="height" value="0.05" units="cm"/>
    </inkml:brush>
  </inkml:definitions>
  <inkml:trace contextRef="#ctx0" brushRef="#br0">94 828 24575,'3'0'0,"0"0"0,1-1 0,-1 1 0,0-1 0,0 1 0,0-1 0,0 0 0,0-1 0,0 1 0,-1 0 0,1-1 0,0 1 0,-1-1 0,1 0 0,-1 0 0,1 0 0,-1 0 0,0-1 0,2-2 0,-2 4 0,-1-1 0,0 0 0,0 0 0,0 0 0,0 0 0,0 0 0,-1 0 0,1 0 0,0 0 0,-1 0 0,0 0 0,1 0 0,-1-1 0,0 1 0,0 0 0,0 0 0,0 0 0,-1 0 0,1-1 0,-1 1 0,1 0 0,-1 0 0,0 0 0,0 0 0,1 0 0,-1 0 0,-3-3 0,0 0 0,0 0 0,0 1 0,0-1 0,-1 1 0,0 0 0,0 0 0,0 0 0,-1 1 0,1 0 0,-1 0 0,0 0 0,-9-3 0,12 6 0,1-1 0,0 0 0,0 1 0,0-1 0,0 1 0,-1 0 0,1 0 0,0 0 0,0 0 0,-1 0 0,1 0 0,0 0 0,0 1 0,0-1 0,0 1 0,-1 0 0,1 0 0,0 0 0,0 0 0,0 0 0,0 0 0,1 0 0,-1 0 0,0 1 0,0-1 0,1 1 0,-1 0 0,1-1 0,-1 1 0,1 0 0,0 0 0,0 0 0,0 0 0,0 0 0,0 0 0,0 0 0,0 0 0,0 2 0,-1 5 0,0 0 0,0 0 0,1 1 0,0-1 0,1 0 0,0 0 0,1 0 0,-1 1 0,2-1 0,-1 0 0,1 0 0,4 9 0,-5-14 0,0-2 0,0 1 0,0 0 0,1 0 0,-1 0 0,1-1 0,0 1 0,0 0 0,0-1 0,0 0 0,0 1 0,1-1 0,-1 0 0,0 0 0,1-1 0,0 1 0,-1 0 0,1-1 0,0 1 0,0-1 0,0 0 0,0 0 0,0 0 0,0-1 0,0 1 0,0-1 0,1 1 0,-1-1 0,0 0 0,0 0 0,0-1 0,0 1 0,0-1 0,0 1 0,1-1 0,-1 0 0,0 0 0,3-2 0,3-1 0,-1 0 0,0-1 0,0 0 0,0 0 0,-1 0 0,1-1 0,-1 0 0,-1-1 0,1 1 0,-1-1 0,0-1 0,-1 1 0,5-9 0,2-4 0,-2 0 0,-1 0 0,0-1 0,7-29 0,-4 2 0,-2-1 0,-2-1 0,-2 0 0,-3 1 0,-1-1 0,-3-1 0,-2 2 0,-2-1 0,-3 0 0,-17-61 0,24 107 0,1 0 0,-1-1 0,-1 1 0,1-1 0,0 1 0,-1 0 0,0 0 0,0 0 0,0 0 0,-1 0 0,1 0 0,-1 0 0,-6-6 0,9 10 0,-1-1 0,0 1 0,1 0 0,-1 0 0,1-1 0,-1 1 0,1 0 0,-1 0 0,0 0 0,1 0 0,-1 0 0,0 0 0,1 0 0,-1 0 0,1 0 0,-1 0 0,0 0 0,1 0 0,-1 0 0,1 0 0,-1 1 0,0-1 0,1 0 0,-1 0 0,1 1 0,-1-1 0,1 0 0,-1 1 0,1-1 0,-1 1 0,1-1 0,0 1 0,-1-1 0,0 1 0,-11 22 0,6-2 0,1 1 0,1-1 0,1 1 0,-2 34 0,7 92 0,5-51 0,3 0 0,5-1 0,5 0 0,3-2 0,51 131 0,-55-180-1365,-4-11-5461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3.525"/>
    </inkml:context>
    <inkml:brush xml:id="br0">
      <inkml:brushProperty name="width" value="0.05" units="cm"/>
      <inkml:brushProperty name="height" value="0.05" units="cm"/>
    </inkml:brush>
  </inkml:definitions>
  <inkml:trace contextRef="#ctx0" brushRef="#br0">2 86 24575,'0'-1'0,"0"1"0,0 0 0,0 0 0,-1-1 0,1 1 0,0 0 0,0 0 0,0-1 0,0 1 0,0 0 0,0-1 0,-1 1 0,1 0 0,0-1 0,0 1 0,0 0 0,0 0 0,0-1 0,0 1 0,0 0 0,0-1 0,0 1 0,0 0 0,1-1 0,-1 1 0,0 0 0,0 0 0,0-1 0,0 1 0,0 0 0,0 0 0,1-1 0,-1 1 0,0 0 0,0 0 0,0-1 0,1 1 0,-1 0 0,0 0 0,0 0 0,1-1 0,-1 1 0,0 0 0,1 0 0,16-8 0,6 2 0,-1 2 0,42-5 0,-56 8 0,716-37-2463,-674 37 2234,278-6-2165,1002 12-1328,8 33 2728,258 4-1334,-1396-41 2570,-57-2 1665,-51 3 2376,-166-3-1490,54 1-3429,-48 0-4014</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5.826"/>
    </inkml:context>
    <inkml:brush xml:id="br0">
      <inkml:brushProperty name="width" value="0.05" units="cm"/>
      <inkml:brushProperty name="height" value="0.05" units="cm"/>
    </inkml:brush>
  </inkml:definitions>
  <inkml:trace contextRef="#ctx0" brushRef="#br0">500 38 24575,'-11'-12'0,"10"10"0,0 0 0,0 1 0,-1-1 0,1 0 0,-1 1 0,0-1 0,1 0 0,-1 1 0,0 0 0,0-1 0,0 1 0,0 0 0,0 0 0,0 0 0,0 1 0,0-1 0,0 0 0,0 1 0,0-1 0,-1 1 0,1 0 0,0-1 0,0 1 0,0 0 0,-1 1 0,-2-1 0,0 2 0,-1 0 0,0 0 0,1 1 0,-1 0 0,1 0 0,0 0 0,0 0 0,0 1 0,0 0 0,1 0 0,-7 8 0,-5 7 0,-21 32 0,35-49 0,-30 49-142,3 1 0,2 2 0,-24 62 0,-41 183-913,66-186 967,5 2-1,5 1 1,-2 211 0,20-249 92,3 0 0,3 0 0,4-1 0,3-1 0,4 0 0,47 124 0,-44-152-84,1-1 0,3-1 0,2-1 0,1-2 0,3-1 0,1-1 0,2-2 0,2-1 0,1-2 0,2-2 0,1-1 0,83 49-1,19-5-5121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06.290"/>
    </inkml:context>
    <inkml:brush xml:id="br0">
      <inkml:brushProperty name="width" value="0.05" units="cm"/>
      <inkml:brushProperty name="height" value="0.05" units="cm"/>
    </inkml:brush>
  </inkml:definitions>
  <inkml:trace contextRef="#ctx0" brushRef="#br0">9 25 24575,'-1'0'0,"1"0"0,-1-1 0,1 1 0,-1-1 0,0 1 0,1 0 0,0-1 0,-1 0 0,1 1 0,-1-1 0,1 1 0,0-1 0,-1 1 0,1-1 0,0 0 0,0 1 0,-1-1 0,1 0 0,0 1 0,0-1 0,0 0 0,0 1 0,0-1 0,0 0 0,0 1 0,0-1 0,0-1 0,1 1 0,0 0 0,-1 1 0,1-1 0,0 1 0,0-1 0,0 1 0,-1-1 0,1 1 0,0-1 0,0 1 0,0 0 0,0-1 0,0 1 0,0 0 0,0 0 0,2 0 0,4-1 0,1 1 0,0 0 0,-1 1 0,10 1 0,13 6 11,-2 0 0,1 2 0,-2 1 0,38 21 0,103 74-284,-91-49-144,-3 3-1,-3 4 1,-3 2 0,-2 4 0,-4 2 0,-3 3-1,-3 2 1,-4 3 0,-3 2 0,-4 2 0,-4 2 0,43 126-1,-65-151 418,-4 0 0,-1 2 0,9 115 0,-21-133 0,-2 0 0,-2 0 0,-2 0 0,-2 0 0,-2-1 0,-16 52 0,8-48-141,-3 0-1,-38 70 0,-55 62-1982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0.639"/>
    </inkml:context>
    <inkml:brush xml:id="br0">
      <inkml:brushProperty name="width" value="0.05" units="cm"/>
      <inkml:brushProperty name="height" value="0.05" units="cm"/>
    </inkml:brush>
  </inkml:definitions>
  <inkml:trace contextRef="#ctx0" brushRef="#br0">48 314 24575,'-1'-7'0,"0"-1"0,0 1 0,-1 0 0,0-1 0,-1 1 0,1 0 0,-1 0 0,-6-9 0,5 8 0,0-1 0,0 0 0,0 0 0,-2-12 0,6 18 0,-1 0 0,1 0 0,0-1 0,0 1 0,0 0 0,0 0 0,1 0 0,-1 0 0,1 0 0,0 0 0,-1 0 0,2 0 0,-1 0 0,0 0 0,0 0 0,1 0 0,2-3 0,-2 4 0,-1 0 0,1-1 0,0 1 0,0 0 0,0 0 0,0 0 0,0 1 0,1-1 0,-1 0 0,0 1 0,1-1 0,-1 1 0,1 0 0,0 0 0,-1 0 0,1 0 0,5 0 0,-4 1 0,0-1 0,0 2 0,0-1 0,0 0 0,0 1 0,0 0 0,0 0 0,0 0 0,-1 0 0,1 1 0,5 2 0,1 2 0,-1 0 0,1 1 0,-1 0 0,-1 1 0,1-1 0,-1 2 0,13 17 0,-8-7 0,-1 1 0,-2 0 0,0 0 0,-1 1 0,-1 1 0,-1 0 0,0 0 0,4 35 0,-6-19 0,-2 0 0,-1 1 0,-2-1 0,-6 51 0,5-82 0,-4 29 0,5-35 0,-1 1 0,1 0 0,0-1 0,-1 1 0,1-1 0,-1 0 0,1 1 0,-1-1 0,0 1 0,0-1 0,0 0 0,0 1 0,0-1 0,0 0 0,0 0 0,0 0 0,-2 2 0,3-3 0,-1 0 0,1 0 0,0 0 0,-1 0 0,1 0 0,0 0 0,0 0 0,-1-1 0,1 1 0,0 0 0,-1 0 0,1 0 0,0 0 0,0 0 0,-1 0 0,1 0 0,0-1 0,-1 1 0,1 0 0,0 0 0,0 0 0,0-1 0,-1 1 0,1 0 0,0 0 0,0-1 0,0 1 0,0 0 0,-1 0 0,1-1 0,0 1 0,0 0 0,0-1 0,0 1 0,0 0 0,0-1 0,-4-13 0,4 13 0,-2-19 0,0 0 0,1-1 0,4-38 0,14-63 0,-12 93 0,31-153 0,-29 155 0,2 0 0,0 1 0,2 0 0,21-38 0,-28 58 0,-1 0 0,1 1 0,1-1 0,-1 1 0,1 0 0,0 0 0,0 0 0,0 1 0,1 0 0,0 0 0,11-7 0,-13 10 0,-1 0 0,1 0 0,-1 0 0,1 0 0,-1 0 0,1 1 0,0 0 0,-1 0 0,1 0 0,0 0 0,-1 0 0,1 1 0,0-1 0,-1 1 0,1 0 0,-1 0 0,1 1 0,-1-1 0,0 1 0,1-1 0,-1 1 0,0 0 0,0 0 0,3 3 0,3 3 0,-1 1 0,0-1 0,0 2 0,-1-1 0,0 1 0,0 0 0,-1 1 0,-1-1 0,0 1 0,0 0 0,4 19 0,1 5 0,-2 0 0,5 56 0,-11-67 0,0 0 0,-1-1 0,-1 1 0,-2 0 0,0-1 0,-1 1 0,-11 38 0,13-61 0,1 1 0,-1-1 0,1 1 0,-1-1 0,0 0 0,1 1 0,-1-1 0,0 0 0,0 1 0,0-1 0,0 0 0,0 0 0,0 0 0,0 0 0,0 0 0,-1 0 0,1 0 0,-2 1 0,3-2 0,0 0 0,-1 0 0,1 0 0,0 0 0,-1 0 0,1 0 0,0 0 0,-1 0 0,1 0 0,0-1 0,-1 1 0,1 0 0,0 0 0,-1 0 0,1 0 0,0 0 0,0-1 0,-1 1 0,1 0 0,0 0 0,0 0 0,-1-1 0,1 1 0,0 0 0,0 0 0,-1-1 0,1 1 0,-5-19 0,4 6 0,1-1 0,1 1 0,0 0 0,0-1 0,2 1 0,6-23 0,32-76 0,-30 85 0,1 1 0,24-37 0,-32 56 0,1 0 0,-1 1 0,1 0 0,1 0 0,-1 0 0,1 1 0,0-1 0,0 1 0,0 1 0,1-1 0,0 1 0,0 0 0,0 1 0,10-4 0,-14 6 0,0 1 0,0-1 0,0 1 0,0 0 0,0 0 0,0 0 0,0 0 0,1 0 0,-1 1 0,0-1 0,0 1 0,0 0 0,0 0 0,0 0 0,3 2 0,-1 0 0,0 0 0,0 0 0,-1 1 0,1 0 0,-1 0 0,1 0 0,4 7 0,3 6 0,0 1 0,-1 0 0,11 28 0,-20-42 0,21 49-341,-3 1 0,-2 1-1,18 92 1,-27-99-6485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1.071"/>
    </inkml:context>
    <inkml:brush xml:id="br0">
      <inkml:brushProperty name="width" value="0.05" units="cm"/>
      <inkml:brushProperty name="height" value="0.05" units="cm"/>
    </inkml:brush>
  </inkml:definitions>
  <inkml:trace contextRef="#ctx0" brushRef="#br0">166 457 24575,'13'-14'0,"1"-1"0,-2-1 0,0-1 0,17-30 0,-26 39 0,1 0 0,-1 0 0,0-1 0,0 1 0,-1 0 0,0-1 0,-1 0 0,0 0 0,0 1 0,-1-1 0,0 0 0,0 0 0,-3-11 0,-1 3 0,0 0 0,-2 0 0,0 0 0,0 1 0,-2 0 0,0 0 0,-1 0 0,0 1 0,-2 1 0,-17-21 0,27 34 0,-1-1 0,0 0 0,0 0 0,0 1 0,0-1 0,0 1 0,0-1 0,0 1 0,0 0 0,-1 0 0,1 0 0,0 0 0,-1 0 0,1 1 0,-1-1 0,1 1 0,0 0 0,-1-1 0,1 1 0,-1 0 0,-3 1 0,3 0 0,0 0 0,0 1 0,0-1 0,0 1 0,1-1 0,-1 1 0,1 0 0,-1 0 0,1 0 0,0 1 0,-1-1 0,1 0 0,0 1 0,1-1 0,-1 1 0,-2 4 0,-6 12 0,1 1 0,1 0 0,0 0 0,2 1 0,-6 26 0,5-6 0,-4 75 0,10-88 0,4 43 0,-3-64 0,1 1 0,1-1 0,-1 0 0,1 0 0,0 0 0,0-1 0,1 1 0,0-1 0,0 1 0,1-1 0,7 10 0,-10-14 0,0-1 0,1 0 0,-1 1 0,0-1 0,1 0 0,-1 0 0,1 0 0,0 0 0,-1 0 0,1 0 0,0 0 0,0 0 0,-1-1 0,1 1 0,0-1 0,0 1 0,0-1 0,0 0 0,0 1 0,-1-1 0,4-1 0,-2 1 0,0-1 0,-1 0 0,1 0 0,0 0 0,0 0 0,0-1 0,-1 1 0,1-1 0,-1 1 0,1-1 0,-1 0 0,3-3 0,4-4 0,-1 0 0,0-1 0,-1 0 0,0-1 0,7-14 0,0-8 0,-1-1 0,-1 0 0,10-53 0,-8 31 0,-13 54 0,-1-1 0,1 1 0,0-1 0,0 1 0,0 0 0,0-1 0,0 1 0,1 0 0,2-4 0,-4 6 0,0 0 0,0 0 0,1 0 0,-1-1 0,0 1 0,0 0 0,1 0 0,-1 0 0,0 0 0,1 0 0,-1 0 0,0-1 0,1 1 0,-1 0 0,0 0 0,1 0 0,-1 0 0,0 0 0,1 0 0,-1 0 0,0 0 0,0 1 0,1-1 0,-1 0 0,0 0 0,1 0 0,10 12 0,25 58 263,-29-53-496,1 0 1,1-1-1,0 0 1,1-1-1,1 0 0,14 16 1,-4-13-6594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1.476"/>
    </inkml:context>
    <inkml:brush xml:id="br0">
      <inkml:brushProperty name="width" value="0.05" units="cm"/>
      <inkml:brushProperty name="height" value="0.05" units="cm"/>
    </inkml:brush>
  </inkml:definitions>
  <inkml:trace contextRef="#ctx0" brushRef="#br0">1 299 24575,'0'-14'0,"2"-1"0,3-17 0,2-12 0,-6 0 0,1 10 0,4 66 0,33 206 0,80 262 0,-107-462 0,-7-25 0,-1 0 0,-1 0 0,3 21 0,-6-34 0,0 0 0,0 0 0,1 0 0,-1 0 0,0 1 0,0-1 0,0 0 0,0 0 0,0 0 0,0 0 0,0 0 0,0 0 0,0 1 0,0-1 0,0 0 0,0 0 0,0 0 0,0 0 0,0 0 0,0 1 0,0-1 0,0 0 0,0 0 0,0 0 0,0 0 0,0 0 0,0 0 0,0 1 0,0-1 0,0 0 0,0 0 0,0 0 0,-1 0 0,1 0 0,0 0 0,0 0 0,0 1 0,0-1 0,0 0 0,0 0 0,0 0 0,-1 0 0,1 0 0,0 0 0,0 0 0,0 0 0,0 0 0,0 0 0,0 0 0,-1 0 0,1 0 0,0 0 0,0 0 0,0 0 0,0 0 0,0 0 0,-1 0 0,-7-8 0,-8-17 0,-1-8 0,1-2 0,2 1 0,2-2 0,1 0 0,1 0 0,-5-49 0,8 27 0,2-1 0,3 1 0,8-80 0,-1 84 0,14-60 0,-16 98 0,1 1 0,0 0 0,2 0 0,0 1 0,0-1 0,1 1 0,1 0 0,16-20 0,-22 30 0,1 1 0,0 0 0,0 0 0,0 0 0,0 0 0,1 0 0,-1 1 0,1 0 0,0 0 0,-1 0 0,1 0 0,0 0 0,0 1 0,0-1 0,0 1 0,0 0 0,1 1 0,-1-1 0,0 1 0,8 0 0,-6 1 0,-1 0 0,0 0 0,1 1 0,-1 0 0,0 0 0,0 0 0,0 1 0,0 0 0,0 0 0,0 0 0,-1 0 0,0 1 0,1 0 0,-2 0 0,6 6 0,-2-1 0,0 0 0,0 0 0,-1 1 0,-1 0 0,1 0 0,-2 1 0,1-1 0,-2 1 0,1 0 0,-2 0 0,1 1 0,-1-1 0,-1 1 0,0-1 0,-1 14 0,0-18 0,-1 0 0,0 0 0,0 0 0,0 0 0,-1 0 0,0 0 0,-1 0 0,1-1 0,-1 1 0,-1-1 0,1 0 0,-1 1 0,0-2 0,0 1 0,-1 0 0,0-1 0,0 0 0,0 0 0,0 0 0,-1-1 0,0 0 0,0 0 0,0 0 0,0-1 0,-9 4 0,9-5-105,-1 1 0,1-1 0,-1 0 0,1-1 0,-1 0 0,0 0 0,0 0 0,0-1 0,0 0 0,1 0 0,-1-1 0,-8-1 0,-11-7-6721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1.777"/>
    </inkml:context>
    <inkml:brush xml:id="br0">
      <inkml:brushProperty name="width" value="0.05" units="cm"/>
      <inkml:brushProperty name="height" value="0.05" units="cm"/>
    </inkml:brush>
  </inkml:definitions>
  <inkml:trace contextRef="#ctx0" brushRef="#br0">16 50 24575,'-3'0'0,"-4"3"0,2 1 0,8 0 0,7 0 0,11-5 0,11-2 0,10-3 0,7-2 0,5-1 0,2 0 0,1 2 0,-3 2 0,-7-1 0,-9 0 0,-11 1-8191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4.525"/>
    </inkml:context>
    <inkml:brush xml:id="br0">
      <inkml:brushProperty name="width" value="0.05" units="cm"/>
      <inkml:brushProperty name="height" value="0.05" units="cm"/>
    </inkml:brush>
  </inkml:definitions>
  <inkml:trace contextRef="#ctx0" brushRef="#br0">32 219 24575,'-1'-19'0,"-1"1"0,0-1 0,-10-30 0,-2-20 0,14 67 0,-1 0 0,1 0 0,0 0 0,0 0 0,0 0 0,0 0 0,1 0 0,-1 0 0,0 1 0,1-1 0,-1 0 0,1 0 0,1-2 0,-2 3 0,1 1 0,-1-1 0,1 0 0,-1 0 0,1 1 0,0-1 0,-1 1 0,1-1 0,0 1 0,0-1 0,-1 1 0,1-1 0,0 1 0,0 0 0,0-1 0,0 1 0,-1 0 0,1 0 0,0 0 0,2-1 0,0 2 0,0-1 0,0 0 0,0 1 0,0 0 0,0 0 0,0 0 0,0 0 0,0 0 0,-1 0 0,1 1 0,0-1 0,-1 1 0,1 0 0,4 4 0,12 12 0,0 2 0,-1 1 0,-1 0 0,-1 1 0,24 42 0,-23-31 0,-2 0 0,-1 1 0,18 64 0,-32-95 0,15 65 0,-14-60 0,0-1 0,-1 1 0,1-1 0,-1 1 0,-1-1 0,0 1 0,-1 7 0,1-14 0,1 0 0,0 0 0,0 0 0,-1 0 0,1 0 0,0 0 0,-1 0 0,1 0 0,-1 0 0,0 0 0,1 0 0,-1 0 0,0 0 0,1-1 0,-1 1 0,0 0 0,0 0 0,0-1 0,-1 2 0,1-2 0,0 0 0,0 0 0,1 0 0,-1 0 0,0 0 0,0 0 0,1 0 0,-1 0 0,0 0 0,0 0 0,0 0 0,1-1 0,-1 1 0,0 0 0,0 0 0,1-1 0,-1 1 0,0-1 0,1 1 0,-2-1 0,-1-2 0,0 1 0,1-1 0,-1 0 0,1 0 0,-1 0 0,1 0 0,0 0 0,0-1 0,-2-5 0,-1-6 0,1-1 0,1 1 0,1-1 0,0 0 0,1 1 0,0-1 0,1 0 0,1 0 0,5-25 0,1 4 0,2 0 0,26-66 0,-27 84 0,0 0 0,1 1 0,15-22 0,-22 36 0,0 0 0,1 1 0,-1-1 0,1 1 0,0-1 0,1 1 0,-1 0 0,0 0 0,1 0 0,0 1 0,-1-1 0,1 1 0,0 0 0,0 0 0,0 0 0,1 1 0,-1 0 0,0-1 0,1 1 0,-1 1 0,6-2 0,-6 3 0,0 0 0,-1 0 0,1 0 0,-1 0 0,1 1 0,-1-1 0,0 1 0,0 0 0,1 0 0,-1 0 0,0 0 0,-1 0 0,1 1 0,0-1 0,-1 1 0,1 0 0,-1 0 0,0 0 0,0 0 0,0 0 0,0 0 0,1 7 0,4 6 0,-1 0 0,0 0 0,4 24 0,-1 7 0,-1-1 0,-2 2 0,-1 67 0,1-137 0,1 1 0,1 0 0,15-27 0,-11 23 0,2 2 0,26-37 0,-36 54 0,1 0 0,0 0 0,1 1 0,-1-1 0,1 1 0,0 0 0,1 1 0,-1-1 0,1 1 0,0 1 0,0-1 0,0 1 0,0 0 0,8-1 0,-12 3 0,0 1 0,0-1 0,0 1 0,-1 0 0,1 0 0,0 0 0,0 1 0,0-1 0,-1 0 0,1 1 0,0 0 0,0 0 0,-1 0 0,1 0 0,-1 0 0,1 1 0,4 2 0,-3 0 0,0-1 0,0 1 0,-1 0 0,1 0 0,-1 1 0,0-1 0,0 1 0,4 8 0,1 7 0,-1 0 0,-1 0 0,6 36 0,-11-55 0,31 203-1365,-25-166-5461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6.032"/>
    </inkml:context>
    <inkml:brush xml:id="br0">
      <inkml:brushProperty name="width" value="0.05" units="cm"/>
      <inkml:brushProperty name="height" value="0.05" units="cm"/>
    </inkml:brush>
  </inkml:definitions>
  <inkml:trace contextRef="#ctx0" brushRef="#br0">0 344 24575,'0'-2'0,"0"0"0,0 0 0,0 0 0,1 0 0,-1 1 0,0-1 0,1 0 0,-1 0 0,1 0 0,0 0 0,-1 1 0,1-1 0,0 0 0,1-2 0,-1 4 0,-1 0 0,0 0 0,1 0 0,-1-1 0,0 1 0,1 0 0,-1 0 0,0 0 0,1-1 0,-1 1 0,0 0 0,1 0 0,-1 0 0,0 0 0,1 0 0,-1 0 0,0 0 0,1 0 0,-1 0 0,0 0 0,1 0 0,-1 0 0,1 0 0,-1 0 0,0 0 0,1 1 0,12 12 0,-8-6 0,0 0 0,1 0 0,-1 0 0,1-1 0,1 0 0,-1 0 0,1-1 0,0 0 0,0 0 0,0 0 0,1-1 0,0 0 0,0 0 0,0-1 0,0 0 0,0-1 0,1 1 0,-1-2 0,1 1 0,13 0 0,-12-2 0,-1 0 0,0 0 0,0 0 0,1-1 0,-1-1 0,0 1 0,0-2 0,0 1 0,0-1 0,-1 0 0,1-1 0,-1 0 0,0-1 0,9-6 0,-11 7 0,-1 0 0,0-1 0,0 0 0,-1 0 0,1 0 0,-1 0 0,0-1 0,-1 0 0,1 0 0,-1 0 0,0 0 0,0-1 0,-1 1 0,0-1 0,0 1 0,-1-1 0,0 0 0,0 0 0,0-12 0,-1 7 0,-1 0 0,-1 1 0,0-1 0,0 0 0,-1 1 0,0-1 0,-1 1 0,-1 0 0,0 0 0,-7-12 0,9 17 0,-1 1 0,1 0 0,-1-1 0,0 1 0,0 1 0,-1-1 0,1 1 0,-1-1 0,0 1 0,0 1 0,-1-1 0,1 1 0,-1 0 0,0 0 0,0 0 0,0 1 0,0 0 0,0 0 0,0 1 0,-10-2 0,12 3 0,-1 1 0,1-1 0,-1 1 0,1 0 0,-1 0 0,1 0 0,0 0 0,0 1 0,0 0 0,-1 0 0,2 0 0,-1 1 0,0-1 0,0 1 0,1 0 0,-1 0 0,1 0 0,0 0 0,0 0 0,0 1 0,1 0 0,-4 4 0,-2 5 0,1 0 0,0 0 0,1 1 0,1 0 0,-6 22 0,4-8 0,1 1 0,2 0 0,0 0 0,3 0 0,1 39 0,1-51 0,1 0 0,0 1 0,2-1 0,-1 0 0,2-1 0,1 1 0,0-1 0,1 0 0,0 0 0,13 18 0,-16-28 0,-1-1 0,2 0 0,-1 0 0,0-1 0,1 1 0,0-1 0,0 0 0,0 0 0,1-1 0,0 1 0,-1-1 0,1 0 0,0-1 0,0 1 0,7 1 0,-4-3 0,-1 0 0,1 0 0,-1-1 0,1 1 0,-1-2 0,1 1 0,-1-1 0,1-1 0,-1 0 0,0 0 0,9-3 0,6-5 0,0 0 0,-1-1 0,0-1 0,-1-2 0,0 0 0,23-20 0,-14 7 0,0-2 0,-2 0 0,25-36 0,-33 38 0,28-51 0,-41 64 0,0 1 0,-1-1 0,-1 0 0,0 0 0,-1-1 0,2-19 0,-5 33 0,-1-1 0,0 0 0,0 1 0,1-1 0,-1 0 0,-1 1 0,1-1 0,0 1 0,0-1 0,0 0 0,-1 1 0,1-1 0,-1 1 0,1-1 0,-1 1 0,0-1 0,0 1 0,0-1 0,1 1 0,-1 0 0,0-1 0,-1 1 0,1 0 0,0 0 0,0 0 0,0 0 0,-1 0 0,1 0 0,-1 0 0,1 0 0,0 0 0,-1 1 0,0-1 0,1 1 0,-3-1 0,-3 0 0,1 0 0,-1 0 0,0 1 0,1 0 0,-1 1 0,1-1 0,-11 3 0,16-3 0,0 1 0,0-1 0,0 0 0,0 0 0,0 0 0,0 1 0,0-1 0,1 0 0,-1 1 0,0-1 0,0 1 0,0-1 0,0 1 0,0-1 0,1 1 0,-1 0 0,0-1 0,0 1 0,1 0 0,-1 0 0,1 0 0,-1-1 0,1 1 0,-1 0 0,1 0 0,-1 0 0,1 0 0,0 0 0,-1 0 0,1 0 0,0 0 0,0 0 0,0 0 0,0 0 0,0 0 0,0 0 0,0 0 0,0 0 0,0 0 0,0 0 0,1 0 0,-1 0 0,0 0 0,1 0 0,0 1 0,2 6 0,1-1 0,0 1 0,1-1 0,7 9 0,-7-10 0,36 49 0,-7-11 0,54 92 0,-85-129 0,0 0 0,0-1 0,0 2 0,-1-1 0,0 0 0,0 0 0,0 1 0,-1-1 0,-1 1 0,1-1 0,-1 1 0,0-1 0,-1 1 0,-2 13 0,1-15 0,0 0 0,-1 0 0,0 0 0,1-1 0,-2 1 0,1-1 0,-1 1 0,1-1 0,-1-1 0,-1 1 0,1 0 0,-1-1 0,0 0 0,0 0 0,0 0 0,0-1 0,-12 6 0,13-7 0,0 0 0,0-1 0,-1 1 0,1-1 0,-1 1 0,0-2 0,1 1 0,-1 0 0,-6-1 0,10 0 0,-1 0 0,1 0 0,0 0 0,0-1 0,0 1 0,-1 0 0,1-1 0,0 1 0,0-1 0,0 1 0,0-1 0,0 0 0,0 0 0,0 1 0,0-1 0,0 0 0,0 0 0,0 0 0,0 0 0,0 0 0,1 0 0,-1 0 0,0 0 0,1 0 0,-1 0 0,1 0 0,-1-1 0,1 1 0,0 0 0,-1 0 0,1-1 0,0 1 0,0 0 0,0 0 0,0-1 0,0 1 0,0 0 0,0 0 0,1-1 0,-1 0 0,2-9 0,0 0 0,1 1 0,0-1 0,0 1 0,1 0 0,1 0 0,7-13 0,46-64 0,-19 37 0,2 2 0,2 2 0,3 1 0,1 3 0,79-54 0,-122 93 0,3-2 0,0 0 0,0-1 0,12-12 0,-19 17 0,1 1 0,0-1 0,-1 1 0,1-1 0,-1 1 0,1-1 0,-1 0 0,1 1 0,-1-1 0,0 0 0,1 0 0,-1 1 0,0-1 0,0 0 0,1 0 0,-1 1 0,0-1 0,0 0 0,0 0 0,0 0 0,0 1 0,0-1 0,0 0 0,0 0 0,0 0 0,-1 1 0,1-1 0,0 0 0,0 0 0,-1 1 0,1-1 0,0 0 0,-1 1 0,1-1 0,-1 0 0,1 1 0,-1-1 0,1 0 0,-1 1 0,1-1 0,-1 1 0,0-1 0,1 1 0,-1 0 0,0-1 0,1 1 0,-1 0 0,0-1 0,0 1 0,1 0 0,-1 0 0,0-1 0,0 1 0,0 0 0,0 0 0,-1-1 0,0 1 0,0-1 0,0 0 0,0 1 0,0-1 0,0 1 0,0 0 0,0 0 0,0 0 0,0 0 0,0 0 0,0 0 0,0 1 0,0-1 0,0 0 0,0 1 0,1 0 0,-1-1 0,-3 3 0,4-2 0,-1 0 0,1 0 0,0 1 0,0-1 0,0 1 0,0-1 0,0 1 0,0-1 0,0 1 0,0 0 0,1-1 0,-1 1 0,1 0 0,-1 0 0,1-1 0,-1 1 0,1 3 0,0 3 0,0 0 0,1 1 0,-1-1 0,2 1 0,-1-1 0,1 0 0,1 0 0,2 8 0,27 55 0,-22-52 0,0 1 0,-2 0 0,0 1 0,-1 0 0,-2 0 0,7 39 0,-12-58 0,0 1 0,0-1 0,0 1 0,0-1 0,0 1 0,1 0 0,0-1 0,-1 1 0,3 3 0,-3-6 0,0 0 0,0 0 0,0 1 0,1-1 0,-1 0 0,0 0 0,0 0 0,0 0 0,1 0 0,-1 1 0,0-1 0,0 0 0,1 0 0,-1 0 0,0 0 0,0 0 0,1 0 0,-1 0 0,0 0 0,0 0 0,1 0 0,-1 0 0,0 0 0,0 0 0,1 0 0,-1 0 0,0 0 0,0 0 0,1 0 0,-1-1 0,14-10 0,46-49 0,3 2 0,137-97 0,-162 132 0,-21 13 0,-1 1 0,0-2 0,-1 0 0,26-25 0,-40 35 0,1 0 0,-1-1 0,0 1 0,0 0 0,0-1 0,0 1 0,0-1 0,0 1 0,0-1 0,0 1 0,-1-1 0,1 0 0,0 1 0,-1-1 0,1 0 0,-1 0 0,0 1 0,0-1 0,0 0 0,0 0 0,0 0 0,0 1 0,0-1 0,0 0 0,-1 0 0,1 1 0,-1-1 0,1 0 0,-1 1 0,0-1 0,0 0 0,1 1 0,-1-1 0,0 1 0,0-1 0,-1 1 0,1 0 0,0-1 0,0 1 0,-1 0 0,1 0 0,-3-2 0,1 1 0,-1 0 0,0 0 0,0 0 0,1 1 0,-1-1 0,0 1 0,0 0 0,0 0 0,-1 0 0,1 1 0,0-1 0,0 1 0,0 0 0,0 0 0,0 1 0,-1-1 0,-7 3 0,5 0 0,0 1 0,1 0 0,-1 0 0,1 0 0,0 1 0,0-1 0,0 2 0,1-1 0,-1 1 0,1-1 0,1 2 0,-1-1 0,-5 10 0,8-13 0,1 1 0,-1-1 0,1 1 0,-1 0 0,1-1 0,0 1 0,1 0 0,-1 0 0,1 0 0,-1-1 0,1 1 0,1 6 0,-1-7 0,1 0 0,0-1 0,0 1 0,0 0 0,0-1 0,0 1 0,0-1 0,1 0 0,-1 1 0,1-1 0,0 0 0,0 0 0,0 0 0,0 0 0,0 0 0,0-1 0,0 1 0,1 0 0,2 1 0,2 0 0,0 0 0,-1 0 0,1-1 0,0 0 0,0 0 0,1-1 0,-1 0 0,0 0 0,0-1 0,1 0 0,-1 0 0,0 0 0,12-3 0,8-3 0,-1-1 0,33-12 0,-39 12 0,-19 6 0,0 1 0,0-1 0,0 1 0,0-1 0,0 1 0,0 0 0,0 0 0,1 0 0,-1-1 0,0 1 0,0 0 0,0 1 0,0-1 0,0 0 0,1 0 0,-1 0 0,0 1 0,0-1 0,0 0 0,0 1 0,0-1 0,0 1 0,0-1 0,0 1 0,0 0 0,0-1 0,0 1 0,0 0 0,-1 0 0,1 0 0,0 0 0,0-1 0,-1 1 0,1 0 0,-1 0 0,1 0 0,-1 0 0,1 1 0,0 0 0,1 6 0,0 0 0,-1 1 0,0-1 0,0 16 0,1 2 0,7 16 0,2 0 0,2-1 0,35 75 0,-4-8 0,-29-69 0,-3-10 0,-1 1 0,-2 1 0,0 0 0,6 51 0,-15-78 0,1 1 0,-1-1 0,0 0 0,-1 1 0,1-1 0,-1 0 0,0 1 0,0-1 0,0 0 0,-1 0 0,1 0 0,-1 0 0,0 0 0,0 0 0,0 0 0,-1-1 0,1 1 0,-7 5 0,5-6 0,1 0 0,-1 0 0,0-1 0,0 0 0,-1 0 0,1 0 0,0 0 0,-1 0 0,1-1 0,-1 0 0,0 0 0,1 0 0,-1-1 0,0 0 0,1 1 0,-1-2 0,-7 0 0,3 0 27,0-1-1,1 0 0,-1 0 0,0-1 1,1 0-1,0 0 0,0-1 0,0 0 1,0-1-1,0 0 0,1 0 0,-13-12 1,10 7-241,1 0 1,0 0 0,0-1-1,1-1 1,0 0 0,1 0-1,-9-20 1,-3-18-6613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6.402"/>
    </inkml:context>
    <inkml:brush xml:id="br0">
      <inkml:brushProperty name="width" value="0.05" units="cm"/>
      <inkml:brushProperty name="height" value="0.05" units="cm"/>
    </inkml:brush>
  </inkml:definitions>
  <inkml:trace contextRef="#ctx0" brushRef="#br0">52 257 24575,'12'1'0,"-16"1"0,-6 3 0,10-2 0,8 1 0,3-2 0,0 0 0,-1-1 0,1 0 0,0-1 0,-1 0 0,1 0 0,0-1 0,-1 0 0,1-1 0,0-1 0,-1 1 0,0-2 0,0 1 0,0-1 0,0-1 0,14-9 0,-20 12 0,0-1 0,0 0 0,0 0 0,0-1 0,-1 1 0,0-1 0,1 1 0,-1-1 0,-1 0 0,1-1 0,0 1 0,-1 0 0,0-1 0,0 1 0,0-1 0,-1 0 0,0 1 0,0-1 0,0 0 0,0 0 0,-1 0 0,1 0 0,-1 0 0,-1 0 0,1 0 0,-1 0 0,0 1 0,0-1 0,0 0 0,0 0 0,-1 1 0,0-1 0,0 1 0,0-1 0,-1 1 0,-4-6 0,3 4 0,1 0 0,-2 1 0,1 0 0,0 0 0,-1 0 0,0 1 0,0 0 0,-1 0 0,1 0 0,-1 0 0,1 1 0,-1 0 0,0 0 0,-1 1 0,1-1 0,0 1 0,-1 1 0,1-1 0,-1 1 0,0 0 0,1 1 0,-1 0 0,0 0 0,1 0 0,-1 1 0,1 0 0,-8 1 0,7 1 0,1 0 0,0 0 0,-1 0 0,1 1 0,1 0 0,-1 0 0,0 0 0,1 1 0,0 0 0,0 0 0,0 0 0,1 1 0,0-1 0,0 1 0,0 0 0,1 1 0,0-1 0,0 0 0,0 1 0,1 0 0,0-1 0,-1 9 0,0-2 0,1-1 0,0 1 0,1 0 0,0 0 0,1 0 0,1 0 0,0 0 0,1 0 0,0 0 0,1-1 0,5 17 0,-4-20 31,0 0 0,1 0 0,0-1 0,0 1 0,1-1 0,0 0 0,1-1 0,-1 1 1,1-1-1,16 12 0,-12-11-245,1-1 1,0 0 0,0-1-1,1 0 1,-1-1 0,1 0-1,18 3 1,16 2-6613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6.836"/>
    </inkml:context>
    <inkml:brush xml:id="br0">
      <inkml:brushProperty name="width" value="0.05" units="cm"/>
      <inkml:brushProperty name="height" value="0.05" units="cm"/>
    </inkml:brush>
  </inkml:definitions>
  <inkml:trace contextRef="#ctx0" brushRef="#br0">163 134 24575,'4'-5'0,"0"0"0,-1 0 0,1 0 0,-1-1 0,-1 1 0,4-9 0,4-8 0,-3 10 0,-4 8 0,-1-1 0,1 0 0,-1 0 0,0 1 0,0-1 0,0 0 0,1-7 0,-3 12 0,0 0 0,0-1 0,0 1 0,0 0 0,0-1 0,0 1 0,0 0 0,0-1 0,0 1 0,0 0 0,0 0 0,0-1 0,0 1 0,0 0 0,0-1 0,-1 1 0,1 0 0,0-1 0,0 1 0,0 0 0,0 0 0,-1-1 0,1 1 0,0 0 0,0 0 0,-1-1 0,1 1 0,0 0 0,0 0 0,-1 0 0,1-1 0,0 1 0,0 0 0,-1 0 0,1 0 0,0 0 0,-1 0 0,0 0 0,-16 3 0,-17 13 0,12-2 0,0 2 0,-24 20 0,37-28 0,1 0 0,0 1 0,0 0 0,1 0 0,0 0 0,0 1 0,-7 16 0,12-22 0,1 1 0,0-1 0,-1 1 0,2-1 0,-1 1 0,0 0 0,1-1 0,0 1 0,0 0 0,0-1 0,1 1 0,0-1 0,0 1 0,0 0 0,0-1 0,1 0 0,-1 1 0,1-1 0,0 0 0,0 0 0,1 0 0,4 7 0,7 6 0,0-1 0,2 0 0,27 23 0,-17-16 0,-6-5 0,-1-1 0,31 34 0,-46-47 0,-1 1 0,0-1 0,1 0 0,-2 1 0,1 0 0,-1 0 0,1-1 0,-1 1 0,-1 1 0,1-1 0,-1 0 0,0 0 0,0 1 0,0 8 0,-1-11 20,0 0 0,-1-1 0,1 1 1,-1 0-1,0-1 0,0 1 0,0 0 0,0-1 0,-1 0 0,1 1 0,-1-1 0,1 0 0,-1 1 0,0-1 0,0 0 0,-2 2 1,-3 1-448,0 0 0,0 0 1,-14 7-1,-14 5-6399</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16.977"/>
    </inkml:context>
    <inkml:brush xml:id="br0">
      <inkml:brushProperty name="width" value="0.05" units="cm"/>
      <inkml:brushProperty name="height" value="0.05" units="cm"/>
    </inkml:brush>
  </inkml:definitions>
  <inkml:trace contextRef="#ctx0" brushRef="#br0">1 8 24575,'6'0'0,"6"0"0,3 0 0,-1-3 0,-2-2-8191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2.010"/>
    </inkml:context>
    <inkml:brush xml:id="br0">
      <inkml:brushProperty name="width" value="0.05" units="cm"/>
      <inkml:brushProperty name="height" value="0.05" units="cm"/>
    </inkml:brush>
  </inkml:definitions>
  <inkml:trace contextRef="#ctx0" brushRef="#br0">1 1397 24575,'38'14'0,"-34"-14"0,-1 0 0,0-1 0,0 1 0,0-1 0,0 0 0,1 0 0,-1 0 0,0-1 0,-1 1 0,1 0 0,0-1 0,0 0 0,-1 0 0,1 0 0,-1 0 0,1 0 0,-1-1 0,4-3 0,3-6 0,0-1 0,12-20 0,2-12 0,-2-1 0,-1 0 0,-3-2 0,-2 0 0,-2-1 0,-3 0 0,9-93 0,-11 4 0,-17-220 0,8 341 0,-12-140 0,9 130 0,-1 1 0,-1 0 0,-15-44 0,20 69 0,0-1 0,1 0 0,-1 0 0,0 0 0,0 0 0,0 1 0,0-1 0,0 0 0,0 1 0,0-1 0,-1 1 0,1-1 0,-1 1 0,1-1 0,-1 1 0,1 0 0,-1 0 0,-3-2 0,3 3 0,1 0 0,-1 1 0,1-1 0,0 0 0,-1 1 0,1-1 0,0 1 0,0-1 0,-1 1 0,1 0 0,0-1 0,0 1 0,0 0 0,0 0 0,-1 0 0,1 0 0,0 0 0,1 0 0,-1 0 0,0 0 0,0 0 0,0 0 0,1 1 0,-1-1 0,1 0 0,-2 3 0,-5 12 0,0 1 0,0 0 0,2 0 0,0 1 0,-4 31 0,-3 97 0,11-126 0,-3 66 86,4 0-1,4-1 0,23 135 1,-19-177-276,2-1 0,2 0 1,2-1-1,1-1 0,3 0 1,1-1-1,1-1 1,52 71-1,-40-70-6636</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2.705"/>
    </inkml:context>
    <inkml:brush xml:id="br0">
      <inkml:brushProperty name="width" value="0.05" units="cm"/>
      <inkml:brushProperty name="height" value="0.05" units="cm"/>
    </inkml:brush>
  </inkml:definitions>
  <inkml:trace contextRef="#ctx0" brushRef="#br0">168 220 24575,'38'14'0,"-34"-13"0,-1-1 0,1 0 0,-1 0 0,1-1 0,-1 1 0,1-1 0,-1 0 0,1 0 0,-1 0 0,0 0 0,0 0 0,1-1 0,-1 0 0,0 1 0,0-1 0,-1 0 0,1-1 0,0 1 0,-1 0 0,1-1 0,-1 1 0,0-1 0,4-5 0,-3 4 0,-1 0 0,0-1 0,0 1 0,0-1 0,-1 1 0,1-1 0,-1 1 0,0-1 0,-1 0 0,1 0 0,-1 1 0,0-1 0,0 0 0,0 0 0,-1 0 0,-1-7 0,0 5 0,0 1 0,0-1 0,-1 1 0,0-1 0,-1 1 0,1 0 0,-1 0 0,0 0 0,-1 1 0,1-1 0,-1 1 0,0 0 0,0 1 0,-8-6 0,10 7 0,-1 1 0,0 0 0,1 0 0,-1 1 0,0-1 0,0 1 0,0 0 0,0 0 0,0 0 0,0 0 0,0 1 0,0 0 0,0-1 0,0 2 0,-1-1 0,1 0 0,0 1 0,0 0 0,0 0 0,0 0 0,0 0 0,0 1 0,1-1 0,-1 1 0,-5 4 0,0 0 0,1 0 0,1 1 0,-1 0 0,1 0 0,1 1 0,-1 0 0,1 0 0,0 0 0,1 1 0,0 0 0,1 0 0,0 0 0,-6 19 0,2 2 0,0 1 0,3 0 0,-4 39 0,7-40 0,1 0 0,1 0 0,1 1 0,2-1 0,1 0 0,2 0 0,17 55 0,-18-71 0,1 0 0,0 0 0,1 0 0,0-1 0,1 0 0,1-1 0,0 0 0,0 0 0,1-1 0,1 0 0,0 0 0,1-2 0,0 1 0,0-1 0,0-1 0,2 0 0,24 10 0,-20-11 43,1-2 0,-1 0-1,1-1 1,0-1 0,0-1-1,0-1 1,23 0 0,-8-3-470,-1-2 0,0 0 1,40-13-1,9-7-6399</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3.398"/>
    </inkml:context>
    <inkml:brush xml:id="br0">
      <inkml:brushProperty name="width" value="0.05" units="cm"/>
      <inkml:brushProperty name="height" value="0.05" units="cm"/>
    </inkml:brush>
  </inkml:definitions>
  <inkml:trace contextRef="#ctx0" brushRef="#br0">236 180 24575,'-1'-3'0,"1"0"0,-1 1 0,-1-1 0,1 0 0,0 1 0,-1-1 0,1 1 0,-5-5 0,-1-4 0,-11-28 0,-11-19 0,27 54 0,-1 0 0,1 1 0,-1 0 0,1-1 0,-1 1 0,0 0 0,0 1 0,-1-1 0,1 0 0,-1 1 0,-6-4 0,7 5 0,1 0 0,-1 1 0,1-1 0,-1 1 0,1 0 0,-1 0 0,1 0 0,-1 0 0,1 0 0,-1 0 0,1 1 0,-1-1 0,1 1 0,-1 0 0,1 0 0,-1 0 0,1 0 0,0 0 0,-1 0 0,1 1 0,0-1 0,0 1 0,0-1 0,0 1 0,0 0 0,-2 3 0,-2 2 0,0 0 0,1 0 0,0 1 0,0 0 0,0 0 0,-3 10 0,4-8 0,0 0 0,1 0 0,1 0 0,0 0 0,0 1 0,1-1 0,0 1 0,1-1 0,0 1 0,1 0 0,0-1 0,1 0 0,3 15 0,-3-20 0,0 1 0,0-1 0,0 1 0,1-1 0,-1 0 0,1 0 0,1 0 0,-1 0 0,1-1 0,-1 1 0,1-1 0,1 0 0,-1 0 0,1 0 0,-1-1 0,1 0 0,0 0 0,0 0 0,0 0 0,1-1 0,-1 0 0,1 0 0,-1 0 0,1-1 0,8 2 0,-8-3 0,0 1 0,0-1 0,0 0 0,-1-1 0,1 1 0,0-1 0,0 0 0,-1-1 0,1 1 0,-1-1 0,1 0 0,-1-1 0,0 1 0,0-1 0,0 0 0,9-7 0,-7 4 0,-1 0 0,0 0 0,0-1 0,-1 0 0,1 0 0,-1 0 0,-1 0 0,0-1 0,0 0 0,5-13 0,-8 18 0,12-26 0,-13 28 0,0 1 0,0-1 0,1 1 0,-1-1 0,0 1 0,1-1 0,-1 1 0,0-1 0,1 1 0,-1 0 0,0-1 0,1 1 0,-1 0 0,0-1 0,1 1 0,-1 0 0,1-1 0,-1 1 0,1 0 0,-1 0 0,1 0 0,-1-1 0,1 1 0,-1 0 0,1 0 0,-1 0 0,1 0 0,-1 0 0,1 0 0,0 0 0,-1 0 0,1 0 0,-1 0 0,1 0 0,-1 0 0,1 1 0,-1-1 0,1 0 0,-1 0 0,1 0 0,-1 1 0,0-1 0,1 0 0,-1 1 0,1-1 0,-1 0 0,0 1 0,1-1 0,-1 1 0,0-1 0,1 1 0,7 10 0,-1 1 0,0-1 0,-1 1 0,9 26 0,-5-14 0,175 491 0,-182-505 0,30 132 0,-30-127 0,-1-1 0,-1 0 0,-1 0 0,0 1 0,-1-1 0,0 0 0,-6 28 0,6-38 0,-1 0 0,1-1 0,0 1 0,-1 0 0,0 0 0,0-1 0,0 1 0,-1-1 0,1 0 0,-1 0 0,0 1 0,1-2 0,-1 1 0,-1 0 0,1-1 0,0 1 0,-1-1 0,-3 2 0,2-2 0,-1 0 0,1 0 0,-1-1 0,0 0 0,1 0 0,-1 0 0,0-1 0,0 0 0,0 0 0,0 0 0,-8-2 0,-1-2 0,-1 0 0,1 0 0,0-1 0,0-1 0,1-1 0,0 0 0,0-1 0,-18-13 0,16 8 0,0-1 0,1 0 0,1-2 0,0 1 0,1-2 0,0 1 0,2-2 0,0 0 0,1 0 0,1-1 0,0 0 0,2 0 0,-9-31 0,13 34 0,0 0 0,0 0 0,1 0 0,1 0 0,1-1 0,1 1 0,0 0 0,1 0 0,0-1 0,1 2 0,1-1 0,1 0 0,0 1 0,1 0 0,1 0 0,0 0 0,17-25 0,-12 26-136,0 0-1,1 0 1,0 1-1,1 1 1,0 0-1,1 1 1,0 0-1,1 1 0,26-12 1,16-3-6690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3.785"/>
    </inkml:context>
    <inkml:brush xml:id="br0">
      <inkml:brushProperty name="width" value="0.05" units="cm"/>
      <inkml:brushProperty name="height" value="0.05" units="cm"/>
    </inkml:brush>
  </inkml:definitions>
  <inkml:trace contextRef="#ctx0" brushRef="#br0">239 242 24575,'5'-6'0,"-1"-1"0,1 1 0,-1-1 0,0 0 0,-1 0 0,1 0 0,-2 0 0,4-11 0,-2 1 0,0 1 0,2-33 0,-5 44 0,-1 0 0,-1 0 0,1 0 0,-1 0 0,0 0 0,0 0 0,0 0 0,-1 0 0,0 0 0,-4-9 0,5 13 0,0-1 0,0 1 0,0-1 0,0 1 0,0-1 0,0 1 0,-1 0 0,1-1 0,0 1 0,-1 0 0,1 0 0,-1 0 0,0 0 0,1 0 0,-1 0 0,0 1 0,1-1 0,-1 1 0,0-1 0,0 1 0,1-1 0,-1 1 0,0 0 0,0 0 0,0 0 0,0 0 0,1 0 0,-1 0 0,0 1 0,0-1 0,0 1 0,1-1 0,-4 2 0,-2 1 0,1 0 0,-1 1 0,1 0 0,0 0 0,1 1 0,-1-1 0,-5 6 0,-34 42 0,35-40 0,-53 71 0,56-72 0,0 1 0,0 0 0,1 1 0,1 0 0,-6 19 0,10-28 0,0-1 0,0 1 0,1-1 0,-1 1 0,1-1 0,0 1 0,0-1 0,0 1 0,0 0 0,1-1 0,0 1 0,-1-1 0,1 1 0,1-1 0,-1 0 0,0 1 0,1-1 0,3 6 0,-2-6 0,0 0 0,0 0 0,0 0 0,0-1 0,1 1 0,-1-1 0,1 1 0,0-1 0,-1 0 0,1-1 0,0 1 0,0-1 0,8 2 0,-3-1 0,0 0 0,1-1 0,-1-1 0,0 0 0,1 0 0,-1 0 0,0-1 0,1-1 0,-1 0 0,0 0 0,0-1 0,0 0 0,14-7 0,-17 6 0,0 0 0,0 0 0,-1 0 0,1-1 0,-1 0 0,0 0 0,-1-1 0,1 1 0,-1-1 0,5-9 0,0-3 0,-1 0 0,8-28 0,-16 45 0,1 0 0,-1 0 0,0 1 0,1-1 0,-1 0 0,0 0 0,1 0 0,-1 0 0,1 0 0,-1 1 0,1-1 0,-1 0 0,1 1 0,0-1 0,-1 0 0,1 1 0,0-1 0,1 0 0,-1 1 0,-1 0 0,1 0 0,-1 0 0,1 0 0,-1 0 0,1 0 0,-1 0 0,1 0 0,-1 0 0,1 0 0,-1 1 0,1-1 0,-1 0 0,1 0 0,-1 1 0,1-1 0,-1 0 0,0 1 0,1-1 0,-1 0 0,0 1 0,1-1 0,0 1 0,3 5 0,0 1 0,-1-1 0,6 13 0,-4-10 0,41 70-1365,-31-57-5461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4.457"/>
    </inkml:context>
    <inkml:brush xml:id="br0">
      <inkml:brushProperty name="width" value="0.05" units="cm"/>
      <inkml:brushProperty name="height" value="0.05" units="cm"/>
    </inkml:brush>
  </inkml:definitions>
  <inkml:trace contextRef="#ctx0" brushRef="#br0">110 222 24575,'3'-9'0,"1"0"0,-2 0 0,1 0 0,-2 0 0,1-1 0,-1 1 0,0-11 0,-1 2 0,-1 0 0,-4-31 0,4 45 0,0 1 0,0-1 0,0 1 0,-1-1 0,1 1 0,-1-1 0,1 1 0,-1 0 0,0 0 0,-1 0 0,-2-3 0,4 5 0,1 0 0,-1 0 0,0 0 0,0 1 0,0-1 0,0 0 0,-1 1 0,1-1 0,0 1 0,0-1 0,0 1 0,0-1 0,-1 1 0,1 0 0,0 0 0,0-1 0,0 1 0,-1 0 0,1 0 0,0 0 0,0 1 0,-1-1 0,1 0 0,0 0 0,0 1 0,-1-1 0,1 0 0,0 1 0,0 0 0,0-1 0,0 1 0,0-1 0,0 1 0,0 0 0,-2 2 0,-1 1 0,-1 1 0,1 0 0,0 0 0,0 0 0,1 0 0,0 1 0,0 0 0,0-1 0,0 1 0,-2 13 0,0-4 0,2 1 0,0 0 0,-1 20 0,4-20 0,0 1 0,1-1 0,1 1 0,0-1 0,9 29 0,-9-37 0,0 0 0,1-1 0,0 1 0,0-1 0,1 0 0,0 0 0,0 0 0,1 0 0,0-1 0,0 1 0,1-1 0,-1-1 0,12 10 0,-14-13 0,0-1 0,-1 1 0,1-1 0,0 0 0,0 0 0,0 0 0,0 0 0,0 0 0,0-1 0,0 1 0,0-1 0,1 0 0,-1 0 0,0 0 0,0 0 0,0 0 0,3-2 0,0 1 0,-1-1 0,0 0 0,1-1 0,-1 1 0,0-1 0,-1 0 0,1 0 0,8-7 0,0-2 0,-1-2 0,0 1 0,-1-1 0,18-30 0,-17 26 0,-1 0 0,-1-1 0,0-1 0,-2 0 0,0 0 0,7-30 0,-17 24 0,-3 21 0,-4 13 0,7-6 0,0 1 0,0 0 0,1 0 0,-1 0 0,1-1 0,0 2 0,0-1 0,0 0 0,0 0 0,0 0 0,1 0 0,0 0 0,-1 1 0,1-1 0,0 0 0,1 0 0,-1 1 0,1-1 0,-1 0 0,1 0 0,0 0 0,0 0 0,0 0 0,0 0 0,1 0 0,-1 0 0,1 0 0,0-1 0,0 1 0,0 0 0,0-1 0,0 0 0,4 4 0,0-1 0,0-1 0,0 1 0,0-1 0,0 0 0,1 0 0,-1-1 0,1 1 0,0-2 0,0 1 0,0-1 0,1 0 0,-1 0 0,12 0 0,-10-2 0,-1 0 0,0-1 0,1 0 0,-1-1 0,0 1 0,1-2 0,-1 1 0,0-1 0,0 0 0,-1-1 0,1 0 0,-1 0 0,0-1 0,0 1 0,12-12 0,-10 8 0,-1-1 0,0 0 0,-1 0 0,1-1 0,-2 0 0,1 0 0,-2 0 0,1-1 0,-1 0 0,4-16 0,-4 72 0,13 99 0,9 96 0,-23-176 0,-7 110 0,2-158 0,-1 0 0,-8 28 0,10-41 0,-1 0 0,0 0 0,0 0 0,0 0 0,0 0 0,-1-1 0,1 1 0,-1 0 0,1-1 0,-1 1 0,0-1 0,0 0 0,0 1 0,-1-1 0,1 0 0,0 0 0,-1-1 0,1 1 0,-1 0 0,0-1 0,-4 2 0,4-2 0,1-1 0,-1 0 0,1 0 0,0 0 0,-1-1 0,1 1 0,-1-1 0,1 1 0,0-1 0,0 0 0,-1 0 0,1 0 0,0 0 0,0 0 0,0 0 0,0 0 0,0-1 0,0 1 0,0-1 0,1 0 0,-1 0 0,0 1 0,-1-4 0,-4-4 0,1 0 0,0 0 0,-9-20 0,10 16 0,0 0 0,1 0 0,1-1 0,0 1 0,1-1 0,0 0 0,1 0 0,1 0 0,0 0 0,1 0 0,0 0 0,6-24 0,-4 23 0,1 1 0,1 0 0,0 0 0,1 1 0,1-1 0,0 1 0,0 0 0,1 1 0,1 0 0,0 0 0,1 1 0,10-10 0,-15 17-91,0 0 0,1 0 0,-1 0 0,0 1 0,1-1 0,0 1 0,0 1 0,0-1 0,0 1 0,0 0 0,0 1 0,1-1 0,-1 1 0,13 0 0,-2 1-6735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4.689"/>
    </inkml:context>
    <inkml:brush xml:id="br0">
      <inkml:brushProperty name="width" value="0.05" units="cm"/>
      <inkml:brushProperty name="height" value="0.05" units="cm"/>
    </inkml:brush>
  </inkml:definitions>
  <inkml:trace contextRef="#ctx0" brushRef="#br0">1 86 24575,'3'0'0,"4"0"0,5 0 0,8 0 0,12-3 0,8-1 0,8-3 0,8 0 0,4-3 0,1 2 0,-4-3 0,-8 2 0,-10 2 0,-10 0 0,-15 0 0,-12 1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4.935"/>
    </inkml:context>
    <inkml:brush xml:id="br0">
      <inkml:brushProperty name="width" value="0.05" units="cm"/>
      <inkml:brushProperty name="height" value="0.05" units="cm"/>
    </inkml:brush>
  </inkml:definitions>
  <inkml:trace contextRef="#ctx0" brushRef="#br0">2 14 24575,'-1'-6'0,"1"-1"0,10 7 0,33 7 0,0 1 0,-1 3 0,0 1 0,-1 2 0,45 23 0,-77-33 0,-1 1 0,0 0 0,0 0 0,0 1 0,-1 0 0,9 9 0,-14-13 0,1 1 0,-1 0 0,0 0 0,0 0 0,-1 0 0,1 0 0,0 0 0,-1 0 0,0 0 0,0 1 0,0-1 0,0 1 0,-1-1 0,1 1 0,-1-1 0,0 1 0,0-1 0,0 1 0,0-1 0,-1 5 0,-1-1 0,-1 0 0,0 1 0,0-1 0,0 0 0,-1-1 0,0 1 0,0-1 0,-1 1 0,1-1 0,-2-1 0,-10 11 0,-6 3 0,-42 28 0,6-9-1365,4-6-5461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5.648"/>
    </inkml:context>
    <inkml:brush xml:id="br0">
      <inkml:brushProperty name="width" value="0.05" units="cm"/>
      <inkml:brushProperty name="height" value="0.05" units="cm"/>
    </inkml:brush>
  </inkml:definitions>
  <inkml:trace contextRef="#ctx0" brushRef="#br0">56 466 24575,'-7'0'0,"4"-1"0,-1 1 0,0 0 0,0 1 0,0-1 0,1 0 0,-1 1 0,-7 2 0,10-2 0,0-1 0,1 1 0,-1 0 0,0 0 0,0-1 0,0 1 0,1 0 0,-1 0 0,0 0 0,1 0 0,-1 0 0,1 0 0,-1 0 0,1 0 0,-1 0 0,1 0 0,0 0 0,0 0 0,-1 1 0,1-1 0,0 0 0,0 0 0,0 0 0,0 0 0,0 0 0,1 0 0,-1 1 0,0-1 0,0 0 0,1 0 0,0 1 0,49 194 0,-53-204 0,-4-12 0,1 0 0,-6-35 0,5-54 0,8-133 0,0 224 0,-1 9 0,1-20 0,7-51 0,-7 73 0,0 0 0,1 1 0,0-1 0,0 1 0,0-1 0,1 1 0,0 0 0,0 0 0,1 0 0,0 0 0,-1 1 0,2 0 0,7-9 0,-10 13 0,0-1 0,0 1 0,1-1 0,-1 1 0,0 0 0,1 0 0,-1 0 0,1 0 0,0 0 0,-1 0 0,1 1 0,-1-1 0,1 1 0,0 0 0,-1 0 0,1 0 0,0 0 0,0 0 0,-1 1 0,1-1 0,-1 1 0,1-1 0,0 1 0,-1 0 0,1 0 0,-1 1 0,0-1 0,1 0 0,-1 1 0,0-1 0,0 1 0,3 2 0,4 4 0,-1 1 0,0 0 0,-1 0 0,0 0 0,0 1 0,6 11 0,-5-7 0,-1 0 0,0 1 0,-2-1 0,1 1 0,-2 0 0,0 1 0,0-1 0,-2 1 0,2 19 0,-4-24 0,-1 0 0,1-1 0,-2 1 0,1 0 0,-2-1 0,1 0 0,-1 1 0,-1-1 0,0-1 0,0 1 0,-1 0 0,-1-1 0,1 0 0,-12 14 0,9-13 0,-1 0 0,0-1 0,0-1 0,-1 1 0,0-1 0,0-1 0,-1 0 0,0 0 0,0-1 0,-20 7 0,77-31 0,-17 12 0,-1 1 0,1 1 0,45 1 0,-58 3 0,0 1 0,1 1 0,-1 0 0,0 1 0,-1 1 0,1 1 0,28 11 0,-40-14 0,0 0 0,-1 0 0,1 0 0,-1 1 0,1-1 0,-1 1 0,0-1 0,0 1 0,0 0 0,0 1 0,-1-1 0,1 0 0,-1 1 0,0-1 0,0 1 0,2 4 0,-4-6 0,1 1 0,-1-1 0,1 1 0,-1-1 0,0 1 0,0-1 0,0 1 0,-1-1 0,1 1 0,-1-1 0,1 1 0,-1-1 0,0 0 0,0 1 0,0-1 0,0 0 0,0 0 0,0 0 0,-1 1 0,1-1 0,-1-1 0,1 1 0,-1 0 0,0 0 0,0 0 0,0-1 0,-3 3 0,-4 2 34,-1 0 1,1 0-1,-2-1 0,1-1 0,0 1 0,-1-2 0,0 1 0,0-1 0,-11 1 1,1-1-462,-1-1 0,0-1 1,-37-2-1,26-3-6399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6.017"/>
    </inkml:context>
    <inkml:brush xml:id="br0">
      <inkml:brushProperty name="width" value="0.05" units="cm"/>
      <inkml:brushProperty name="height" value="0.05" units="cm"/>
    </inkml:brush>
  </inkml:definitions>
  <inkml:trace contextRef="#ctx0" brushRef="#br0">2 181 24575,'8'5'0,"0"0"0,-1 1 0,1 0 0,-1 1 0,0 0 0,0 0 0,-1 0 0,0 1 0,-1 0 0,1 0 0,-1 0 0,-1 1 0,0-1 0,0 1 0,3 13 0,-4-14 0,-1-1 0,0 0 0,0 1 0,-1 0 0,0-1 0,0 1 0,-1 0 0,0-1 0,-1 1 0,1 0 0,-1-1 0,-1 1 0,1-1 0,-2 1 0,1-1 0,-1 0 0,0 0 0,0 0 0,-7 11 0,9-17 0,1 0 0,0-1 0,-1 1 0,0 0 0,1 0 0,-1-1 0,1 1 0,-1 0 0,0-1 0,0 1 0,1-1 0,-1 1 0,0-1 0,0 1 0,0-1 0,0 0 0,1 1 0,-1-1 0,0 0 0,0 0 0,0 1 0,0-1 0,0 0 0,-1 0 0,0-1 0,1 1 0,0-1 0,0 1 0,0-1 0,0 0 0,0 1 0,1-1 0,-1 0 0,0 0 0,0 0 0,0 0 0,1 0 0,-1 0 0,0 0 0,1 0 0,-2-1 0,-2-8 0,1 0 0,0 0 0,-3-15 0,4 18 0,-8-40 0,-7-66 0,15 89 0,1 1 0,2-1 0,0 0 0,8-41 0,-8 58 0,1 1 0,0 0 0,0-1 0,0 1 0,1 0 0,0 0 0,0 0 0,1 1 0,5-9 0,-7 13 0,-1-1 0,1 1 0,-1 0 0,1-1 0,0 1 0,0 0 0,-1 0 0,1 0 0,0 0 0,0 0 0,0 0 0,0 1 0,0-1 0,0 1 0,0-1 0,0 1 0,0 0 0,1 0 0,-1 0 0,0 0 0,0 0 0,0 0 0,0 0 0,0 1 0,0-1 0,0 1 0,0 0 0,0 0 0,0-1 0,0 1 0,0 0 0,0 1 0,2 1 0,6 4 0,1 2 0,-1-1 0,-1 2 0,1-1 0,-2 1 0,1 1 0,-1-1 0,7 14 0,47 97 0,-41-74-455,-3 0 0,20 87 0,-29-91-6371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6.544"/>
    </inkml:context>
    <inkml:brush xml:id="br0">
      <inkml:brushProperty name="width" value="0.05" units="cm"/>
      <inkml:brushProperty name="height" value="0.05" units="cm"/>
    </inkml:brush>
  </inkml:definitions>
  <inkml:trace contextRef="#ctx0" brushRef="#br0">1 404 24575,'0'-3'0,"0"0"0,0 0 0,0 0 0,1 1 0,-1-1 0,1 0 0,-1 0 0,1 1 0,0-1 0,0 1 0,1-1 0,-1 0 0,0 1 0,1 0 0,0-1 0,-1 1 0,1 0 0,3-3 0,0 1 0,0 1 0,1 0 0,-1 0 0,0 0 0,1 1 0,0-1 0,10-2 0,14-1 0,0 1 0,1 1 0,41 0 0,11 0 0,-56 0 0,-19 2 0,0 1 0,0 0 0,0 0 0,0 1 0,0 0 0,1 0 0,11 3 0,-18-2 0,0 0 0,0 0 0,0 0 0,0 1 0,0-1 0,0 1 0,0-1 0,-1 1 0,1-1 0,-1 1 0,1 0 0,-1 0 0,0 0 0,1 0 0,-1 0 0,0 0 0,0 0 0,-1 0 0,2 4 0,1 6 0,0 0 0,2 18 0,-3-16 0,23 154 0,-19-152 0,-6-15 0,0-1 0,0 0 0,0 1 0,0-1 0,0 0 0,0 1 0,0-1 0,0 0 0,0 1 0,0-1 0,0 0 0,0 1 0,1-1 0,-1 0 0,0 0 0,0 1 0,0-1 0,0 0 0,1 1 0,-1-1 0,0 0 0,0 0 0,1 0 0,-1 1 0,0-1 0,0 0 0,1 0 0,-1 0 0,0 1 0,1-1 0,-1 0 0,0 0 0,1 0 0,-1 0 0,0 0 0,1 0 0,-1 0 0,0 0 0,1 0 0,-1-2 0,0-1 0,0 0 0,0 1 0,-1-1 0,1 0 0,-1 1 0,1-1 0,-1 1 0,0-1 0,0 1 0,0-1 0,0 1 0,-1 0 0,-1-3 0,0 0 0,-18-37 0,-62-129 0,66 132 0,3-1 0,-15-60 0,27 91 0,0 0 0,1 0 0,0-1 0,1 1 0,0 0 0,0 0 0,1 0 0,0 0 0,4-13 0,-4 19 0,0 0 0,0 0 0,0 0 0,0 1 0,1-1 0,-1 0 0,1 1 0,0-1 0,0 1 0,0-1 0,0 1 0,0 0 0,1 0 0,-1 0 0,0 0 0,1 0 0,0 0 0,-1 1 0,1-1 0,0 1 0,0 0 0,0 0 0,0 0 0,0 0 0,0 0 0,0 1 0,0-1 0,0 1 0,1 0 0,3 0 0,4 2 0,-1-1 0,0 1 0,0 0 0,0 1 0,0 0 0,-1 1 0,1 0 0,-1 1 0,0 0 0,9 6 0,4 4 0,0 1 0,31 31 0,-43-38 0,-1 1 0,-1 0 0,1 0 0,-2 1 0,1 0 0,-2 0 0,7 14 0,-12-22 0,1 1 0,0 0 0,-1 0 0,0 0 0,0 0 0,0 0 0,-1 0 0,1 0 0,-1 0 0,0 1 0,0-1 0,0 0 0,-1 0 0,1 0 0,-1 0 0,0 0 0,0 0 0,-1 0 0,1 0 0,-1 0 0,0-1 0,0 1 0,0 0 0,0-1 0,-6 7 0,1-4-151,-1 0-1,1 0 0,-1-1 0,-1 0 1,1 0-1,-1-1 0,0 0 1,-17 5-1,-3 0-6674</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6.838"/>
    </inkml:context>
    <inkml:brush xml:id="br0">
      <inkml:brushProperty name="width" value="0.05" units="cm"/>
      <inkml:brushProperty name="height" value="0.05" units="cm"/>
    </inkml:brush>
  </inkml:definitions>
  <inkml:trace contextRef="#ctx0" brushRef="#br0">1 0 24575,'3'1'0,"0"0"0,0 0 0,0 0 0,0 0 0,1 0 0,-1 1 0,-1-1 0,1 1 0,0 0 0,0 0 0,-1 0 0,1 0 0,-1 0 0,1 1 0,-1-1 0,0 1 0,0-1 0,0 1 0,0 0 0,2 5 0,4 8 0,0 0 0,8 23 0,5 22 0,-2 1 0,-3 0 0,13 113 0,-28-167 0,0-5 0,-1-1 0,1 1 0,-1 0 0,0 0 0,0-1 0,0 1 0,0 0 0,-1 0 0,1 0 0,-2 2 0,2-5 0,0 0 0,0 1 0,0-1 0,0 0 0,0 0 0,0 0 0,-1 0 0,1 0 0,0 0 0,0 0 0,0 0 0,0 0 0,0 0 0,-1 0 0,1 0 0,0 0 0,0 0 0,0 0 0,0 0 0,-1 0 0,1 0 0,0 0 0,0 0 0,0 0 0,0 0 0,-1 0 0,1 0 0,0 0 0,0 0 0,0 0 0,0 0 0,0 0 0,0 0 0,-1 0 0,1-1 0,0 1 0,0 0 0,0 0 0,0 0 0,0 0 0,0 0 0,0 0 0,-1 0 0,1-1 0,0 1 0,0 0 0,0 0 0,0 0 0,0 0 0,0-1 0,0 1 0,0 0 0,0 0 0,0 0 0,-5-11 0,-1-11 22,1-1 0,2 0 0,-3-37-1,2 11-1473,0 12-5374</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7.862"/>
    </inkml:context>
    <inkml:brush xml:id="br0">
      <inkml:brushProperty name="width" value="0.05" units="cm"/>
      <inkml:brushProperty name="height" value="0.05" units="cm"/>
    </inkml:brush>
  </inkml:definitions>
  <inkml:trace contextRef="#ctx0" brushRef="#br0">90 326 24575,'-2'-16'0,"0"-1"0,-1 1 0,-1 0 0,-1 0 0,0 1 0,0-1 0,-12-20 0,-13-38 0,28 66 0,-1 0 0,0-1 0,0 1 0,1-1 0,1 1 0,0-1 0,0 0 0,0-17 0,1 25 0,0 1 0,0 0 0,0-1 0,0 1 0,1 0 0,-1-1 0,0 1 0,0-1 0,0 1 0,0 0 0,0-1 0,0 1 0,1 0 0,-1-1 0,0 1 0,0 0 0,0-1 0,1 1 0,-1 0 0,0 0 0,1-1 0,-1 1 0,0 0 0,0 0 0,1-1 0,-1 1 0,1 0 0,-1 0 0,0 0 0,1 0 0,-1 0 0,0-1 0,1 1 0,0 0 0,13 7 0,14 20 0,56 80-33,101 167-1,-161-235-26,75 120-153,-7 5 1,87 217-1,-161-337 267,16 68 1,-31-97-205,0 0 0,0 0 1,-2 0-1,0 1 1,0-1-1,-2 0 0,0 1 1,-4 21-1,-5-7-6038</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28.170"/>
    </inkml:context>
    <inkml:brush xml:id="br0">
      <inkml:brushProperty name="width" value="0.05" units="cm"/>
      <inkml:brushProperty name="height" value="0.05" units="cm"/>
    </inkml:brush>
  </inkml:definitions>
  <inkml:trace contextRef="#ctx0" brushRef="#br0">56 77 24575,'-6'0'0,"-1"0"0,1 0 0,0 1 0,0 0 0,-9 2 0,14-3 0,1 0 0,-1 1 0,1-1 0,-1 0 0,1 0 0,-1 1 0,1-1 0,-1 0 0,1 1 0,-1-1 0,1 0 0,0 1 0,-1-1 0,1 0 0,-1 1 0,1-1 0,0 1 0,0-1 0,-1 1 0,1-1 0,0 1 0,0-1 0,0 1 0,-1-1 0,1 1 0,0 0 0,0 1 0,1-1 0,-1 1 0,1-1 0,-1 1 0,1-1 0,0 0 0,-1 1 0,1-1 0,0 0 0,0 0 0,0 1 0,0-1 0,0 0 0,0 0 0,1 1 0,7 6 0,1-1 0,-1 0 0,1-1 0,1 0 0,-1 0 0,1-1 0,16 6 0,1-3 0,53 11 0,-71-17 0,1 0 0,-1-1 0,1 0 0,-1-1 0,1 0 0,-1-1 0,0 0 0,12-3 0,-17 3 0,0-1 0,0 0 0,0 0 0,-1-1 0,1 1 0,0-1 0,-1 0 0,0 0 0,0-1 0,0 1 0,0-1 0,-1 0 0,1 0 0,-1 0 0,0 0 0,0 0 0,0-1 0,2-5 0,2-7 0,10-33 0,2-5 0,-19 54 0,0 1 0,0 0 0,0-1 0,0 1 0,0 0 0,0-1 0,0 1 0,0 0 0,0-1 0,0 1 0,0 0 0,1 0 0,-1-1 0,0 1 0,0 0 0,0-1 0,1 1 0,-1 0 0,0 0 0,0-1 0,1 1 0,-1 0 0,0 0 0,0 0 0,1 0 0,-1-1 0,0 1 0,1 0 0,-1 0 0,0 0 0,1 0 0,-1 0 0,0 0 0,1 0 0,-1 0 0,1 0 0,3 12 0,-1 24 0,-5 5-1365,-1 0-5461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0.257"/>
    </inkml:context>
    <inkml:brush xml:id="br0">
      <inkml:brushProperty name="width" value="0.05" units="cm"/>
      <inkml:brushProperty name="height" value="0.05" units="cm"/>
    </inkml:brush>
  </inkml:definitions>
  <inkml:trace contextRef="#ctx0" brushRef="#br0">0 2218 24575,'0'0'0,"0"0"0,0-1 0,0 1 0,0 0 0,0 0 0,0 0 0,0 0 0,0 0 0,0 0 0,0 0 0,0 0 0,0 0 0,0 0 0,0-1 0,0 1 0,0 0 0,0 0 0,0 0 0,0 0 0,0 0 0,0 0 0,0 0 0,0 0 0,1 0 0,-1 0 0,0 0 0,0-1 0,0 1 0,0 0 0,0 0 0,0 0 0,0 0 0,0 0 0,0 0 0,0 0 0,0 0 0,0 0 0,0 0 0,0 0 0,1 0 0,-1 0 0,0 0 0,0 0 0,0 0 0,0 0 0,0 0 0,0 0 0,0 0 0,0 0 0,0 0 0,0 0 0,1 0 0,-1 0 0,0 0 0,0 0 0,0 0 0,0 0 0,0 0 0,0 0 0,0 0 0,0 0 0,0 0 0,0 0 0,1 0 0,6 8 0,5 10 0,79 152 0,-29-63 0,43 97 0,159 278 0,-216-406 0,3-3 0,4-2 0,2-2 0,76 68 0,-62-75-157,3-3-1,2-3 0,2-4 1,167 82-1,-123-80-446,3-6 1,245 60-1,284-1-1396,-2-57 640,1255-10-1483,-1-169 762,-345-154 2081,-1110 161 0,603-249 0,93-177-283,-825 362 19,420-318 1,-558 358 534,-7-7-1,-6-8 1,-8-8 0,198-262-1,12-98 3500,-64 87 2188,-190 283-5346,-117 158-669,-1-1 0,0 0 1,0 0-1,0 0 0,0-1 0,0 1 0,-1 0 0,1 0 0,-1 0 0,1-1 0,-1 1 1,0 0-1,0 0 0,0-1 0,0 1 0,0 0 0,0 0 0,-1-1 0,1 1 1,-1 0-1,0 0 0,1 0 0,-3-4 0,-3-5-6769</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0.659"/>
    </inkml:context>
    <inkml:brush xml:id="br0">
      <inkml:brushProperty name="width" value="0.05" units="cm"/>
      <inkml:brushProperty name="height" value="0.05" units="cm"/>
    </inkml:brush>
  </inkml:definitions>
  <inkml:trace contextRef="#ctx0" brushRef="#br0">172 40 24575,'1'-2'0,"-1"0"0,1-1 0,0 1 0,0 0 0,0 0 0,0 0 0,1 0 0,-1 0 0,0 0 0,1 0 0,0 0 0,-1 0 0,1 1 0,0-1 0,0 1 0,0-1 0,3-1 0,-4 2 0,-1 1 0,1 0 0,0-1 0,-1 1 0,1 0 0,0-1 0,0 1 0,-1 0 0,1 0 0,0-1 0,0 1 0,-1 0 0,1 0 0,0 0 0,0 0 0,0 0 0,-1 0 0,1 0 0,0 1 0,0-1 0,1 0 0,-2 1 0,1 0 0,-1-1 0,1 1 0,-1 0 0,1 0 0,-1 0 0,1-1 0,-1 1 0,0 0 0,1 0 0,-1 0 0,0 0 0,0 0 0,0 0 0,0 0 0,0-1 0,0 1 0,0 0 0,0 0 0,0 0 0,0 0 0,0 0 0,-1 2 0,-3 15 0,-1 0 0,-1-1 0,-1 1 0,-16 29 0,7-14 0,-20 48 187,13-27-705,-2-1 1,-40 62 0,54-99-6309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1.020"/>
    </inkml:context>
    <inkml:brush xml:id="br0">
      <inkml:brushProperty name="width" value="0.05" units="cm"/>
      <inkml:brushProperty name="height" value="0.05" units="cm"/>
    </inkml:brush>
  </inkml:definitions>
  <inkml:trace contextRef="#ctx0" brushRef="#br0">30 66 24575,'-4'-5'0,"0"0"0,0 0 0,0 0 0,-5-11 0,9 15 0,-1-1 0,0 1 0,1-1 0,-1 1 0,1-1 0,0 1 0,-1-1 0,1 0 0,0 1 0,0-1 0,0-1 0,0 3 0,0-1 0,0 1 0,1-1 0,-1 1 0,0-1 0,0 1 0,1-1 0,-1 1 0,0-1 0,1 1 0,-1 0 0,0-1 0,1 1 0,-1 0 0,0-1 0,1 1 0,-1 0 0,1-1 0,-1 1 0,1 0 0,-1 0 0,1 0 0,-1-1 0,1 1 0,-1 0 0,1 0 0,-1 0 0,1 0 0,-1 0 0,1 0 0,-1 0 0,1 0 0,0 0 0,2 1 0,1-1 0,-1 1 0,1-1 0,-1 1 0,0 1 0,1-1 0,-1 0 0,0 1 0,0-1 0,6 5 0,30 24 0,-31-23 0,27 25 0,-1 1 0,-2 1 0,-2 2 0,50 77 0,79 173 0,-143-257 0,47 96 0,-56-115 342,-6-10-369,-1 1 0,0-1 1,0 0-1,0 0 0,0 0 1,0 0-1,0 0 0,1 0 1,-1 0-1,0 0 0,0 0 1,0 0-1,0 0 0,1 0 1,-1 0-1,0 0 0,0 0 1,0 0-1,0 0 0,1 0 1,-1 0-1,0 0 0,0 0 1,0 0-1,0 0 0,1 0 1,-1 0-1,0 0 0,0 0 1,0 0-1,0 0 0,0 0 1,1-1-1,-1 1 0,0 0 1,0 0-1,0 0 0,0 0 1,0 0-1,0 0 0,0-1 1,0 1-1,1 0 0,-1 0 1,0 0-1,0 0 0,0 0 1,0-1-1,0 1 0,0 0 1,0 0-1,0 0 0,0 0 1,0-1-1,0 1 0,0 0 1,0 0-1,0 0 0,0 0 1,0-1-1,0 1 0,0 0 1,-1 0-1,2-10-6799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3.506"/>
    </inkml:context>
    <inkml:brush xml:id="br0">
      <inkml:brushProperty name="width" value="0.05" units="cm"/>
      <inkml:brushProperty name="height" value="0.05" units="cm"/>
    </inkml:brush>
  </inkml:definitions>
  <inkml:trace contextRef="#ctx0" brushRef="#br0">1 45 24575,'48'-2'0,"50"-9"0,-20 2 0,168-12-793,440 19-1,-547 13 476,-1 6 1,0 6-1,-2 6 1,224 77-1,-268-68 318,-1 3 0,-2 4 0,-2 4 0,-3 4 0,-1 4 0,115 103 0,116 152-2,-20 18 16,18 19-201,-233-265-17,119 130-406,-19 12 288,-159-197 838,-2 1 1,-1 0-1,20 49 0,-32-65-337,0-1 0,-1 1 0,0 1 0,-2-1 0,1 0 0,-2 1 0,0-1 0,0 1 0,-2 0 0,0-1 0,-2 16 0,2-28-142,1 0 0,-1 0-1,1 0 1,-1 0 0,0 0 0,0 0 0,0 0 0,0-1 0,-2 4 0,2-4-76,1-1-1,-1 0 1,1 1-1,-1-1 1,1 0-1,-1 1 1,1-1-1,-1 0 1,1 1-1,-1-1 1,1 0-1,-1 0 1,1 0-1,-1 0 1,0 0-1,1 1 1,-1-1-1,1 0 1,-1 0-1,1 0 1,-1 0-1,0-1 1,1 1-1,-1 0 1,1 0-1,-1 0 1,1 0-1,-1-1 1,0 1-1,1 0 1,-1 0-1,1-1 1,-1 1-1,1 0 1,0-1-1,-2 0 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3.865"/>
    </inkml:context>
    <inkml:brush xml:id="br0">
      <inkml:brushProperty name="width" value="0.05" units="cm"/>
      <inkml:brushProperty name="height" value="0.05" units="cm"/>
    </inkml:brush>
  </inkml:definitions>
  <inkml:trace contextRef="#ctx0" brushRef="#br0">0 0 24575,'1'3'0,"0"-1"0,0 1 0,0-1 0,1 0 0,-1 1 0,1-1 0,-1 0 0,1 0 0,0 0 0,0 0 0,0 0 0,0 0 0,0-1 0,0 1 0,0-1 0,5 3 0,0 1 0,64 44 0,-30-22 0,-1 2 0,63 60 0,-94-80 0,1 1 0,0-1 0,0-1 0,20 12 0,-24-17 0,-1 0 0,1 0 0,1-1 0,-1 0 0,0 0 0,0 0 0,1-1 0,-1 0 0,1-1 0,-1 1 0,12-2 0,-4 0 0,0-1 0,1 0 0,-1-1 0,0-1 0,0-1 0,-1 1 0,1-2 0,-1 0 0,0-1 0,-1 0 0,0-1 0,13-10 0,-6 1 0,0 0 0,-2-1 0,0-2 0,-1 1 0,-1-2 0,13-23 0,-26 41 0,14-19 0,-16 21 0,0 1 0,0 0 0,0 0 0,1 0 0,-1 0 0,0 0 0,0-1 0,0 1 0,0 0 0,0 0 0,0 0 0,1 0 0,-1 0 0,0 0 0,0 0 0,0 0 0,0-1 0,0 1 0,1 0 0,-1 0 0,0 0 0,0 0 0,0 0 0,0 0 0,1 0 0,-1 0 0,0 0 0,0 0 0,0 0 0,1 0 0,-1 0 0,0 0 0,0 0 0,0 1 0,0-1 0,0 0 0,1 0 0,-1 0 0,0 0 0,1 15 0,-2-8-341,0 0 0,-1 0-1,-4 13 1,-3 0-6485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6:43:36.294"/>
    </inkml:context>
    <inkml:brush xml:id="br0">
      <inkml:brushProperty name="width" value="0.05" units="cm"/>
      <inkml:brushProperty name="height" value="0.05" units="cm"/>
    </inkml:brush>
  </inkml:definitions>
  <inkml:trace contextRef="#ctx0" brushRef="#br0">402 50 24575,'0'-2'0,"-1"0"0,1 0 0,-1 0 0,1 0 0,-1 0 0,0 0 0,0 0 0,0 0 0,0 0 0,0 0 0,0 1 0,-1-1 0,1 0 0,0 1 0,-1-1 0,0 1 0,1 0 0,-1-1 0,0 1 0,-2-1 0,1 0 0,1 0 0,-1 1 0,0 0 0,0-1 0,0 1 0,0 0 0,0 1 0,0-1 0,0 0 0,0 1 0,0 0 0,0-1 0,-4 2 0,1 0 0,1 1 0,0 0 0,0 0 0,0 0 0,0 1 0,0-1 0,1 1 0,-1 1 0,1-1 0,0 0 0,0 1 0,0 0 0,0 0 0,-4 7 0,-5 6 0,0 2 0,-12 25 0,-1 10-129,2 1 0,3 2 0,-29 115-1,-7 187-950,35-81-286,15 321-1,76 280-802,51-90 2169,71-17 0,-146-632-343,6-3 0,78 148 0,-95-220 179,3-3 0,3 0 0,3-3 0,1-2 0,4-2 0,68 63 0,52 13 179,-8-30 455</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39.968"/>
    </inkml:context>
    <inkml:brush xml:id="br0">
      <inkml:brushProperty name="width" value="0.05" units="cm"/>
      <inkml:brushProperty name="height" value="0.05" units="cm"/>
    </inkml:brush>
  </inkml:definitions>
  <inkml:trace contextRef="#ctx0" brushRef="#br0">201 17 24575,'-1'-1'0,"0"1"0,0 0 0,0-1 0,0 1 0,0 0 0,0-1 0,0 1 0,0-1 0,0 0 0,0 1 0,0-1 0,0 0 0,0 1 0,0-1 0,-1-2 0,-3 0 0,5 19 0,1-12 0,0 1 0,-1-1 0,0 0 0,0 1 0,0-1 0,-1 0 0,1 1 0,-1-1 0,0 0 0,0 1 0,0-1 0,-1 0 0,1 0 0,-1 0 0,0 0 0,-1-1 0,1 1 0,0 0 0,-1-1 0,0 1 0,0-1 0,0 0 0,0 0 0,0 0 0,-1-1 0,0 1 0,1-1 0,-1 0 0,0 0 0,0 0 0,-4 1 0,3-1 0,0 0 0,1-1 0,-1 1 0,0-1 0,0 0 0,0-1 0,0 1 0,0-1 0,0 0 0,0 0 0,1-1 0,-1 1 0,0-1 0,-6-2 0,9 2 0,0 1 0,0-1 0,0 0 0,0 0 0,0 0 0,1 0 0,-1-1 0,0 1 0,1 0 0,-1-1 0,1 1 0,-1-1 0,1 1 0,0-1 0,0 0 0,0 0 0,0 1 0,0-1 0,0 0 0,0 0 0,0 0 0,1 0 0,-1 0 0,1 0 0,-1 0 0,1 0 0,0 0 0,0 0 0,0 0 0,0-1 0,0 1 0,1 0 0,-1 0 0,1 0 0,1-4 0,-1 2 0,0 0 0,0 1 0,1-1 0,-1 0 0,1 0 0,0 1 0,0-1 0,1 1 0,-1 0 0,1-1 0,-1 1 0,1 0 0,0 1 0,0-1 0,1 0 0,-1 1 0,0 0 0,1 0 0,0 0 0,-1 0 0,1 0 0,0 1 0,0-1 0,0 1 0,0 0 0,7 0 0,-5 0 0,0 1 0,0 0 0,-1 0 0,1 1 0,0 0 0,0 0 0,0 0 0,-1 0 0,1 1 0,0 0 0,-1 0 0,0 1 0,0 0 0,1 0 0,-1 0 0,-1 0 0,1 1 0,5 4 0,-7-4 0,1 0 0,-1-1 0,1 1 0,-1 1 0,0-1 0,-1 0 0,1 1 0,-1-1 0,0 1 0,3 8 0,-5-11 0,0 0 0,1 0 0,-1 0 0,0 0 0,0 0 0,-1 0 0,1 0 0,0 0 0,-1 0 0,1 0 0,-1 0 0,1 0 0,-1 0 0,0-1 0,0 1 0,0 0 0,0 0 0,0-1 0,0 1 0,-1 0 0,1-1 0,0 0 0,-1 1 0,1-1 0,-1 0 0,1 1 0,-1-1 0,0 0 0,-3 1 0,-3 2 0,-1-1 0,1 0 0,0 0 0,-1-1 0,0 0 0,1-1 0,-1 0 0,0 0 0,0-1 0,-14-1 0,19 1 0,1 0 0,0-1 0,0 0 0,0 1 0,0-1 0,-1-1 0,1 1 0,0 0 0,1-1 0,-1 1 0,0-1 0,0 0 0,-4-4 0,6 4 0,-1 0 0,1 1 0,0-1 0,0-1 0,0 1 0,0 0 0,0 0 0,0 0 0,0-1 0,1 1 0,-1 0 0,1-1 0,0 1 0,0 0 0,0-1 0,0 1 0,0 0 0,0-1 0,1 1 0,-1 0 0,2-4 0,-2 3-65,2 0 0,-1 0 0,0-1 0,1 1 0,-1 0 0,1 0 0,0 1 0,0-1 0,0 0 0,0 1 0,0-1 0,1 1 0,-1 0 0,1-1 0,0 1 0,0 0 0,-1 1 0,1-1 0,0 0 0,6-1 0,7-2-6761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18.871"/>
    </inkml:context>
    <inkml:brush xml:id="br0">
      <inkml:brushProperty name="width" value="0.05" units="cm"/>
      <inkml:brushProperty name="height" value="0.05" units="cm"/>
    </inkml:brush>
  </inkml:definitions>
  <inkml:trace contextRef="#ctx0" brushRef="#br0">538 348 24575,'1'0'0,"0"0"0,-1 0 0,1 0 0,0 0 0,0 0 0,-1 0 0,1 0 0,0 0 0,0 0 0,-1 0 0,1 1 0,0-1 0,0 0 0,-1 0 0,1 1 0,0-1 0,-1 0 0,1 1 0,0-1 0,-1 1 0,1-1 0,0 1 0,-1 0 0,0 0 0,0-1 0,0 1 0,0-1 0,0 1 0,0 0 0,-1-1 0,1 1 0,0-1 0,0 1 0,-1-1 0,1 1 0,0-1 0,0 1 0,-1-1 0,1 1 0,-1-1 0,1 1 0,0-1 0,-1 1 0,0-1 0,-36 27 0,31-23 0,-7 5 0,0 0 0,1 0 0,0 1 0,1 1 0,0 0 0,1 0 0,0 1 0,0 1 0,1 0 0,1 0 0,1 0 0,-9 19 0,6-2 0,1 0 0,1 0 0,-7 54 0,1 97 0,13-150 0,-31 740-294,-13 244-153,-70 215 447,58-710 0,16-145 0,37-337 40,-8 84 368,11-103-349,1 0-1,1 0 1,1 0 0,5 23-1,-6-37-58,1-1 0,0 0 0,0 0 0,0 1 0,0-1 0,1 0 0,-1-1 0,1 1 0,0 0 0,0-1 0,0 0 0,1 0 0,-1 0 0,1 0 0,0 0 0,0-1 0,0 1 0,0-1 0,0 0 0,0-1 0,0 1 0,1-1 0,6 2 0,11 2 0,1-1 0,-1-2 0,35 1 0,-40-2 0,531-17-696,-296 3 208,2778 22-8411,-564 126 8226,-1630-84 341,-813-49 313,619 30 513,-4-37 243,-390-17 2092,-209 16-2136,-1-1-1,0-3 1,0-1 0,47-21-1,-74 27-481,0 0 0,-1-1 0,0 0 0,0-1 0,-1 0 0,1 0-1,-2-1 1,1-1 0,11-14 0,-14 15-97,-1 0-1,0 0 1,-1-1-1,0 1 0,0-1 1,-1 0-1,0 0 1,-1-1-1,0 1 1,0-1-1,-1 1 1,0-13-1,-3-39-113,-2 0 0,-4 1 0,-15-66 0,1 13 0,-50-485-281,32-5-140,25 336 355,-6-910 66,19 517 0,-28 311 226,-29 5 168,12 75-246,35 141-148,11 126 0,1 0 0,0 1 0,-1-1 0,1 0 0,-1 1 0,0-1 0,1 1 0,-1-1 0,0 1 0,0-1 0,0 1 0,0-1 0,0 1 0,0 0 0,-1 0 0,1-1 0,0 1 0,-1 0 0,1 0 0,0 0 0,-1 0 0,1 1 0,-1-1 0,0 0 0,1 1 0,-1-1 0,0 1 0,1-1 0,-1 1 0,-2 0 0,-7-2 0,0 2 0,1-1 0,-21 3 0,10-1 0,-455-13-329,-1-25-195,207 14 403,-2184-44-3814,1205 79 3990,2-41-1614,953 15 1598,-781-48 775,473 23 4184,541 39-4904,0 2-1,0 2 1,1 3 0,-1 3 0,-65 20-1,120-28-93,-1 0 0,0 0 0,0 0 0,1 1 0,-1 0 0,1 1 0,-12 7 0,16-9 0,0 0 0,0 0 0,0 1 0,0-1 0,1 1 0,-1-1 0,1 1 0,-1-1 0,1 1 0,0 0 0,0 0 0,0-1 0,0 1 0,1 0 0,-1 0 0,1 0 0,0 0 0,-1 0 0,1 0 0,1 0 0,-1 4 0,4 18 0,11 40 0,-8-42 0,-2-1 0,3 32 0,-5 21 0,-3-53 0,0 0 0,1 0 0,2 0 0,0-1 0,1 1 0,1-1 0,10 25 0,-3-21 0,-7-14 0,1 1 0,5 21 0,-11-32-65,1-1 0,-1 1 0,0 0 0,0 0 0,0 0 0,0 0 0,0 0 0,0 0 0,0 0 0,0 0 0,0 0 0,0 0 0,-1 0 0,1 0 0,0 0 0,-1-1 0,1 1 0,-1 0 0,1 0 0,-2 1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19.916"/>
    </inkml:context>
    <inkml:brush xml:id="br0">
      <inkml:brushProperty name="width" value="0.05" units="cm"/>
      <inkml:brushProperty name="height" value="0.05" units="cm"/>
    </inkml:brush>
  </inkml:definitions>
  <inkml:trace contextRef="#ctx0" brushRef="#br0">20 1 24575,'0'46'0,"19"539"0,9-320 0,34 482 0,-100 600-563,6-925 563,-18 291 0,41 37 15,10-559 64,9-40 249,0-23-187,-12-101-141,2-26 0,0 1 0,0-1 0,0 0 0,0 0 0,-1 1 0,1-1 0,0 0 0,-1 0 0,1 1 0,-1-1 0,0 0 0,1 0 0,-1 0 0,0 0 0,0 0 0,1 0 0,-3 1 0,0-4-1365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0.958"/>
    </inkml:context>
    <inkml:brush xml:id="br0">
      <inkml:brushProperty name="width" value="0.05" units="cm"/>
      <inkml:brushProperty name="height" value="0.05" units="cm"/>
    </inkml:brush>
  </inkml:definitions>
  <inkml:trace contextRef="#ctx0" brushRef="#br0">19 205 24575,'0'0'0,"-1"1"0,0-1 0,1 0 0,-1 0 0,0 0 0,1 0 0,-1 0 0,0 0 0,1 0 0,-1 0 0,0 0 0,1-1 0,-1 1 0,0 0 0,1 0 0,-1-1 0,0 1 0,1 0 0,-1 0 0,1-1 0,-1 1 0,0-1 0,1 1 0,-1-1 0,1 1 0,-1-1 0,1 1 0,-1-2 0,1 1 0,1 1 0,-1-1 0,1 0 0,0 1 0,-1-1 0,1 1 0,0-1 0,-1 1 0,1-1 0,0 1 0,0-1 0,-1 1 0,1-1 0,0 1 0,0 0 0,0 0 0,-1-1 0,1 1 0,0 0 0,0 0 0,0 0 0,0 0 0,0 0 0,1 0 0,485-35-6,-339 27-140,1510-44-4598,-926 37 4221,1691-47-1572,339 45 1561,-1803 20 7217,-950-3-13509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1.938"/>
    </inkml:context>
    <inkml:brush xml:id="br0">
      <inkml:brushProperty name="width" value="0.05" units="cm"/>
      <inkml:brushProperty name="height" value="0.05" units="cm"/>
    </inkml:brush>
  </inkml:definitions>
  <inkml:trace contextRef="#ctx0" brushRef="#br0">45 96 24575,'-34'0'0,"23"0"0,22 0 0,150-10 0,-68 2 0,1873-65-4361,2 68-1951,-1213 7 5515,60-3 566,952 6-288,-614 30 3221,-771-20 1905,-315-15-3553,-32 0 712,53 6 0,-88-6-1791,7 1 373,-7-1-368,0 0-1,0 0 0,0 0 1,0 0-1,0 0 0,0 0 1,0 0-1,0 0 0,0 0 1,-1 0-1,1 0 0,0 0 1,0 0-1,0 0 0,0 0 1,0-1-1,0 1 0,0 0 1,0 0-1,0 0 1,0 0-1,0 0 0,0 0 1,0 0-1,0 0 0,0 0 1,0 0-1,0 0 0,0 0 1,0 0-1,0 0 0,0 0 1,-1-1-1,1 1 0,0 0 1,0 0-1,0 0 0,0 0 1,0 0-1,0 0 0,0 0 1,0 0-1,1 0 0,-1 0 1,0 0-1,0 0 0,0-1 1,0 1-1,0 0 0,0 0 1,0 0-1,0 0 0,0 0 1,0 0-1,0 0 1,0 0-1,0 0 0,0 0 1,0 0-1,0 0 0,0 0 1,0 0-1,0 0 0,0 0 1,1 0-1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3.320"/>
    </inkml:context>
    <inkml:brush xml:id="br0">
      <inkml:brushProperty name="width" value="0.05" units="cm"/>
      <inkml:brushProperty name="height" value="0.05" units="cm"/>
    </inkml:brush>
  </inkml:definitions>
  <inkml:trace contextRef="#ctx0" brushRef="#br0">47 2 24575,'-12'0'0,"10"-1"0,-1 1 0,0 0 0,0 0 0,1 0 0,-1 0 0,0 1 0,1-1 0,-1 1 0,0-1 0,-3 2 0,6-2 0,0 1 0,0-1 0,0 0 0,-1 0 0,1 0 0,0 0 0,0 0 0,0 0 0,0 0 0,0 0 0,0 0 0,0 0 0,0 1 0,0-1 0,0 0 0,0 0 0,0 0 0,0 0 0,0 0 0,0 0 0,0 0 0,0 0 0,0 1 0,0-1 0,0 0 0,0 0 0,0 0 0,0 0 0,0 0 0,0 0 0,0 0 0,0 1 0,0-1 0,0 0 0,0 0 0,0 0 0,0 0 0,0 0 0,0 0 0,0 0 0,0 0 0,0 0 0,0 1 0,1-1 0,-1 0 0,0 0 0,0 0 0,0 0 0,0 0 0,0 0 0,0 0 0,0 0 0,0 0 0,1 0 0,-1 0 0,0 0 0,0 0 0,0 0 0,0 0 0,0 0 0,1 0 0,8 3 0,29 2 0,0-2 0,53-3 0,-32-1 0,1437-8-5144,-331 0 1611,2837 8 9757,-1837 2-3771,-2137 1-2453,37 5 0,21 2 0,42-9-1365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4.561"/>
    </inkml:context>
    <inkml:brush xml:id="br0">
      <inkml:brushProperty name="width" value="0.05" units="cm"/>
      <inkml:brushProperty name="height" value="0.05" units="cm"/>
    </inkml:brush>
  </inkml:definitions>
  <inkml:trace contextRef="#ctx0" brushRef="#br0">106 160 24575,'-7'0'0,"-43"-3"0,47 3 0,-1-1 0,1 1 0,0-1 0,0 0 0,0 0 0,0-1 0,0 1 0,0-1 0,0 1 0,0-1 0,0 0 0,-3-3 0,6 5 0,-1-1 0,1 1 0,0-1 0,-1 1 0,1-1 0,-1 1 0,1-1 0,0 1 0,-1-1 0,1 1 0,0-1 0,0 1 0,-1-1 0,1 1 0,0-1 0,0 0 0,0 1 0,0-1 0,0 0 0,-1 1 0,1-1 0,0 1 0,1-1 0,-1 0 0,0 1 0,0-1 0,0 1 0,1-2 0,-1 1 0,1 0 0,0 0 0,0-1 0,0 1 0,0 0 0,0 0 0,0 0 0,0 1 0,1-1 0,-1 0 0,0 0 0,2 0 0,6-3 0,0 1 0,19-5 0,-24 7 0,105-22 0,167-12 0,-109 17 0,-100 9-1365,-13 2-5461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4.749"/>
    </inkml:context>
    <inkml:brush xml:id="br0">
      <inkml:brushProperty name="width" value="0.05" units="cm"/>
      <inkml:brushProperty name="height" value="0.05" units="cm"/>
    </inkml:brush>
  </inkml:definitions>
  <inkml:trace contextRef="#ctx0" brushRef="#br0">36 1 24575,'-1'0'0,"0"0"0,-1 0 0,1 0 0,0 0 0,-1 0 0,1 0 0,0 0 0,-1 0 0,1 1 0,0-1 0,-1 0 0,1 1 0,0-1 0,0 1 0,0 0 0,-1-1 0,1 1 0,0 0 0,0 0 0,0 0 0,0 0 0,0-1 0,0 1 0,0 1 0,1-1 0,-1 0 0,0 0 0,1 0 0,-1 0 0,0 0 0,1 1 0,0-1 0,-1 0 0,1 1 0,-1 1 0,1 1 0,0-1 0,1 1 0,-1 0 0,1-1 0,-1 1 0,1 0 0,0-1 0,0 1 0,1-1 0,-1 1 0,4 4 0,32 51 0,-19-31 0,-1 0 0,19 45 0,-21-32 114,-2 1 0,12 77 0,-1 88-1821,-21-166-5119</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5.029"/>
    </inkml:context>
    <inkml:brush xml:id="br0">
      <inkml:brushProperty name="width" value="0.05" units="cm"/>
      <inkml:brushProperty name="height" value="0.05" units="cm"/>
    </inkml:brush>
  </inkml:definitions>
  <inkml:trace contextRef="#ctx0" brushRef="#br0">0 1 24575,'3'0'0,"2"3"0,-1 4 0,2 5 0,0 2 0,3 3 0,2 4 0,-1 3 0,2 2 0,-2 4 0,1-1 0,-1-2 0,-3-2 0,-2-5-8191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5.183"/>
    </inkml:context>
    <inkml:brush xml:id="br0">
      <inkml:brushProperty name="width" value="0.05" units="cm"/>
      <inkml:brushProperty name="height" value="0.05" units="cm"/>
    </inkml:brush>
  </inkml:definitions>
  <inkml:trace contextRef="#ctx0" brushRef="#br0">19 43 24575,'0'-3'0,"-3"-4"0,-4-4 0,2-1 0,1 3-8191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5.712"/>
    </inkml:context>
    <inkml:brush xml:id="br0">
      <inkml:brushProperty name="width" value="0.05" units="cm"/>
      <inkml:brushProperty name="height" value="0.05" units="cm"/>
    </inkml:brush>
  </inkml:definitions>
  <inkml:trace contextRef="#ctx0" brushRef="#br0">298 528 24575,'2'-2'0,"-1"0"0,0 0 0,1 0 0,-1 0 0,0-1 0,0 1 0,0 0 0,0-1 0,-1 1 0,1-1 0,-1 1 0,1-1 0,-1 0 0,0 1 0,0-1 0,0 1 0,0-1 0,0 1 0,-1-1 0,1 1 0,-1-1 0,-1-3 0,-2-5 0,0 1 0,0-1 0,-11-16 0,8 16 0,0-1 0,-2 1 0,1 1 0,-1 0 0,-1 0 0,-16-13 0,21 19 0,0 0 0,0 1 0,0 0 0,0-1 0,-1 2 0,1-1 0,-1 1 0,0 0 0,0 0 0,0 0 0,0 1 0,0 0 0,0 0 0,0 1 0,0-1 0,-12 2 0,13 0 0,1 1 0,0-1 0,-1 1 0,1 0 0,0 0 0,0 1 0,0-1 0,0 1 0,0 0 0,1 0 0,-1 0 0,1 0 0,0 1 0,0-1 0,0 1 0,0 0 0,1 0 0,-1 0 0,1 0 0,0 0 0,0 1 0,1-1 0,-2 7 0,-2 4 0,2 1 0,0-1 0,0 1 0,2 0 0,0 25 0,1-32 0,1 0 0,0 0 0,0 0 0,1 0 0,0 0 0,0-1 0,1 1 0,1-1 0,-1 1 0,1-1 0,1 0 0,5 8 0,-7-12 0,0 0 0,0-1 0,1 0 0,-1 1 0,1-1 0,0-1 0,-1 1 0,1 0 0,0-1 0,1 0 0,-1 0 0,0 0 0,1 0 0,-1-1 0,1 0 0,-1 0 0,1 0 0,0 0 0,-1-1 0,1 0 0,0 0 0,-1 0 0,1 0 0,8-3 0,-2 1 0,0-1 0,-1 0 0,0-1 0,0 0 0,0 0 0,0-1 0,-1-1 0,1 0 0,-1 0 0,-1 0 0,1-1 0,7-9 0,-6 5 0,0-1 0,-1 0 0,0-1 0,-1 0 0,-1 0 0,0-1 0,10-28 0,-10 20 0,-1-1 0,0 1 0,-2-1 0,-1-1 0,-1 1 0,-1 0 0,-1 0 0,-1-1 0,-1 1 0,-1 0 0,-8-28 0,-12-20 0,19 63 0,1 0 0,-1 0 0,0 0 0,-1 1 0,0 0 0,-7-9 0,11 15 0,0 0 0,1 1 0,-1-1 0,0 0 0,0 0 0,1 1 0,-1-1 0,0 1 0,0-1 0,0 0 0,0 1 0,0 0 0,0-1 0,0 1 0,0 0 0,0-1 0,0 1 0,-2 0 0,2 0 0,1 0 0,-1 0 0,0 1 0,1-1 0,-1 0 0,1 1 0,-1-1 0,1 0 0,-1 1 0,1-1 0,-1 1 0,1-1 0,-1 1 0,1-1 0,-1 1 0,1-1 0,0 1 0,-1-1 0,1 1 0,0 0 0,-1 0 0,-1 5 0,1 0 0,0-1 0,0 1 0,0 0 0,1 7 0,0 28 57,2 0 0,2 0 0,1 0 0,3-1 0,18 61 0,4-13-911,56 113 1,-74-176-5973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6.524"/>
    </inkml:context>
    <inkml:brush xml:id="br0">
      <inkml:brushProperty name="width" value="0.05" units="cm"/>
      <inkml:brushProperty name="height" value="0.05" units="cm"/>
    </inkml:brush>
  </inkml:definitions>
  <inkml:trace contextRef="#ctx0" brushRef="#br0">1 0 24575,'3'0'0,"4"0"0,4 0 0,1 3 0,-3 5 0,-2 6 0,-2 8 0,0 6 0,1 4 0,1 7 0,3 2 0,0 5 0,1 2 0,2 1 0,-1-3 0,-3-8-8191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7.151"/>
    </inkml:context>
    <inkml:brush xml:id="br0">
      <inkml:brushProperty name="width" value="0.05" units="cm"/>
      <inkml:brushProperty name="height" value="0.05" units="cm"/>
    </inkml:brush>
  </inkml:definitions>
  <inkml:trace contextRef="#ctx0" brushRef="#br0">68 189 24575,'-2'-3'0,"0"0"0,1 0 0,-1 0 0,0 0 0,1 0 0,0 0 0,-1 0 0,1 0 0,0-1 0,1 1 0,-1 0 0,1-1 0,-1 1 0,1-1 0,0 1 0,0 0 0,1-6 0,0 4 0,0 0 0,0-1 0,0 1 0,1 0 0,-1 0 0,1 0 0,1 0 0,-1 0 0,1 1 0,3-7 0,0 5 0,1 0 0,-1 0 0,1 1 0,0 0 0,1 0 0,-1 0 0,1 1 0,0 0 0,0 1 0,0 0 0,1 0 0,13-3 0,-15 5 0,1 0 0,-1 0 0,0 0 0,0 1 0,1 0 0,-1 1 0,8 1 0,-11-2 0,0 1 0,0 0 0,-1 1 0,1-1 0,-1 1 0,1-1 0,-1 1 0,1 0 0,-1 0 0,0 1 0,0-1 0,0 1 0,4 4 0,-4-4 0,-1 1 0,0 0 0,0-1 0,0 1 0,0 0 0,-1 0 0,0 0 0,1 0 0,-2 1 0,1-1 0,0 0 0,-1 0 0,0 1 0,0-1 0,0 0 0,0 1 0,-1-1 0,-1 8 0,-2 2 0,0 0 0,-1-1 0,0 0 0,-10 19 0,3-12 0,0-1 0,-2 0 0,0-1 0,-21 22 0,-71 58 0,55-54 0,46-39 0,0 0 0,-1 0 0,1 0 0,1 1 0,-1 0 0,-4 8 0,9-13 0,-1 1 0,0-1 0,1 0 0,0 0 0,-1 1 0,1-1 0,0 0 0,0 0 0,-1 1 0,1-1 0,0 1 0,0-1 0,0 0 0,1 1 0,-1-1 0,0 0 0,0 0 0,1 1 0,-1-1 0,1 0 0,-1 0 0,1 1 0,0-1 0,-1 0 0,1 0 0,0 0 0,0 0 0,0 0 0,0 0 0,0 0 0,0 0 0,0 0 0,0-1 0,0 1 0,0 0 0,0-1 0,0 1 0,1 0 0,-1-1 0,0 0 0,3 1 0,10 4 0,-1-1 0,1 0 0,0-1 0,1 0 0,14 0 0,78-1 0,-95-2 0,220-13-1365,-167 5-5461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7.806"/>
    </inkml:context>
    <inkml:brush xml:id="br0">
      <inkml:brushProperty name="width" value="0.05" units="cm"/>
      <inkml:brushProperty name="height" value="0.05" units="cm"/>
    </inkml:brush>
  </inkml:definitions>
  <inkml:trace contextRef="#ctx0" brushRef="#br0">41 109 24575,'-2'0'0,"0"0"0,-1 0 0,1 0 0,0-1 0,0 1 0,0-1 0,0 0 0,0 1 0,0-1 0,0 0 0,0 0 0,0 0 0,0 0 0,0-1 0,1 1 0,-3-2 0,3 2 0,1 0 0,-1 1 0,1-1 0,0 0 0,-1 0 0,1 0 0,-1 0 0,1 1 0,0-1 0,0 0 0,0 0 0,-1 0 0,1 0 0,0 0 0,0 0 0,0 0 0,0 0 0,0 0 0,1 0 0,-1 1 0,0-1 0,0 0 0,1 0 0,-1 0 0,0 0 0,1 0 0,-1 1 0,1-1 0,-1 0 0,1 0 0,-1 1 0,1-1 0,0 0 0,-1 1 0,1-1 0,0 0 0,-1 1 0,1-1 0,2 0 0,5-5 0,1 1 0,0 0 0,0 0 0,0 0 0,1 2 0,-1-1 0,21-4 0,74-8 0,-99 15 0,12-1 0,1 1 0,0 0 0,0 2 0,17 2 0,-30-3 0,-1 0 0,0 1 0,0 0 0,0 0 0,0 0 0,0 0 0,0 1 0,0-1 0,0 1 0,-1 0 0,1 0 0,-1 1 0,1-1 0,-1 1 0,0 0 0,0-1 0,0 1 0,0 1 0,-1-1 0,1 0 0,-1 1 0,4 6 0,-5-7 0,-1-1 0,1 1 0,-1-1 0,0 1 0,0-1 0,0 1 0,0-1 0,0 1 0,0-1 0,-1 1 0,1 0 0,-1-1 0,0 0 0,0 1 0,1-1 0,-2 1 0,1-1 0,0 0 0,0 0 0,-1 0 0,1 0 0,-1 0 0,0 0 0,0 0 0,-2 2 0,-5 4 0,-1 1 0,-1-2 0,-17 11 0,25-16 0,-74 36 0,8-5 0,68-33 0,0 1 0,0-1 0,1 0 0,-1 1 0,0-1 0,1 1 0,-1-1 0,0 1 0,1-1 0,-1 1 0,0-1 0,1 1 0,-1 0 0,1-1 0,-1 1 0,1 0 0,0-1 0,-1 1 0,1 0 0,-1 1 0,1-2 0,1 1 0,-1-1 0,0 1 0,1-1 0,-1 0 0,0 1 0,1-1 0,-1 1 0,0-1 0,1 0 0,-1 1 0,1-1 0,-1 0 0,1 0 0,-1 1 0,1-1 0,-1 0 0,1 0 0,-1 0 0,1 0 0,-1 0 0,1 0 0,0 0 0,41 3 0,-38-3 0,30 1 0,0 1 0,61 12 0,-81-11 0,-1 1 0,0 0 0,0 1 0,-1 0 0,1 1 0,-1 0 0,0 1 0,-1 0 0,22 18 0,-31-23 0,0 0 0,1 0 0,-1 0 0,0 0 0,0 1 0,-1-1 0,1 1 0,0-1 0,-1 1 0,1 0 0,-1 0 0,0 0 0,0 0 0,0-1 0,0 1 0,-1 1 0,1-1 0,-1 0 0,0 0 0,0 0 0,0 0 0,0 0 0,0 0 0,-1 0 0,1 0 0,-1 0 0,0 0 0,0 0 0,0 0 0,0 0 0,-3 3 0,1 0 0,-1-1 0,0 0 0,0 0 0,-1-1 0,1 1 0,-1-1 0,0 0 0,0 0 0,-1-1 0,1 0 0,-1 1 0,1-2 0,-1 1 0,-9 2 0,6-2-57,-1 0 0,0-1 1,-1 0-1,1-1 0,0 0 0,0 0 0,-1-1 0,1-1 0,0 0 0,-1 0 0,1-1 1,0 0-1,0 0 0,0-2 0,1 1 0,-1-1 0,1 0 0,0-1 0,0 0 1,0-1-1,0 0 0,1 0 0,-11-11 0,2 0-6769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8.675"/>
    </inkml:context>
    <inkml:brush xml:id="br0">
      <inkml:brushProperty name="width" value="0.05" units="cm"/>
      <inkml:brushProperty name="height" value="0.05" units="cm"/>
    </inkml:brush>
  </inkml:definitions>
  <inkml:trace contextRef="#ctx0" brushRef="#br0">0 1 24575,'0'3'0,"0"4"0,0 4 0,3 4 0,1 2 0,0 1 0,-1 4 0,-1 4 0,3 5 0,0 2 0,-1 3 0,0 1 0,-2 0 0,-1 1 0,0-7-8191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9.137"/>
    </inkml:context>
    <inkml:brush xml:id="br0">
      <inkml:brushProperty name="width" value="0.05" units="cm"/>
      <inkml:brushProperty name="height" value="0.05" units="cm"/>
    </inkml:brush>
  </inkml:definitions>
  <inkml:trace contextRef="#ctx0" brushRef="#br0">4 347 24575,'-1'-67'0,"-1"33"0,2 0 0,7-57 0,-6 85 0,0 1 0,1-1 0,0 1 0,-1-1 0,2 1 0,-1 0 0,1 0 0,0 0 0,0 0 0,0 0 0,1 1 0,-1 0 0,1-1 0,0 1 0,0 0 0,8-5 0,-5 5 0,1 0 0,0 0 0,-1 0 0,1 1 0,1 0 0,-1 0 0,0 1 0,1 0 0,-1 1 0,13-1 0,-9 2 0,0 0 0,0 0 0,0 1 0,0 1 0,0 0 0,0 1 0,15 5 0,-20-5 0,1 0 0,0 1 0,-1-1 0,0 2 0,0-1 0,0 1 0,0 0 0,-1 0 0,0 1 0,8 9 0,-11-11 0,0-1 0,0 1 0,0 0 0,-1 1 0,0-1 0,0 0 0,0 1 0,0-1 0,-1 1 0,0 0 0,1-1 0,-2 1 0,1 0 0,-1 0 0,1 0 0,-2 0 0,1-1 0,0 1 0,-1 0 0,0 0 0,-2 6 0,0-2 0,-1-1 0,0 1 0,-1-1 0,0 0 0,0 0 0,0-1 0,-1 1 0,0-1 0,-1-1 0,-8 8 0,-7 3 0,0-1 0,-1-1 0,-1-2 0,0 0 0,-30 11 0,26-12 0,12-1 0,16-11 0,0 0 0,0 1 0,0-1 0,0 0 0,0 0 0,0 0 0,0 1 0,0-1 0,0 0 0,0 0 0,0 0 0,0 1 0,0-1 0,0 0 0,0 0 0,0 0 0,0 1 0,0-1 0,1 0 0,-1 0 0,0 0 0,0 1 0,0-1 0,0 0 0,0 0 0,1 0 0,-1 0 0,0 0 0,0 0 0,0 1 0,0-1 0,1 0 0,-1 0 0,0 0 0,0 0 0,0 0 0,1 0 0,-1 0 0,0 0 0,0 0 0,1 0 0,35 5 0,-30-5 0,24 2 0,57 11 0,-79-11 0,0 0 0,0 0 0,0 1 0,0 0 0,0 0 0,-1 1 0,1 0 0,-1 1 0,0-1 0,-1 2 0,13 10 0,-18-15 0,1 1 0,-1-1 0,0 0 0,0 0 0,0 1 0,0-1 0,0 1 0,-1-1 0,1 1 0,0-1 0,-1 1 0,1 0 0,-1-1 0,1 1 0,-1 0 0,0-1 0,0 1 0,1 0 0,-1-1 0,-1 1 0,1 0 0,0 0 0,0-1 0,-1 1 0,1 0 0,-1-1 0,1 1 0,-1-1 0,1 1 0,-1-1 0,0 1 0,0-1 0,0 1 0,0-1 0,0 0 0,0 1 0,0-1 0,-1 0 0,-1 1 0,-2 2 0,0 0 0,0-1 0,-1 0 0,1 0 0,-1 0 0,0-1 0,0 1 0,0-1 0,-8 1 0,2-1-227,-1-1-1,1-1 1,0 1-1,-1-2 1,-20-3-1,7 0-6598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29.515"/>
    </inkml:context>
    <inkml:brush xml:id="br0">
      <inkml:brushProperty name="width" value="0.05" units="cm"/>
      <inkml:brushProperty name="height" value="0.05" units="cm"/>
    </inkml:brush>
  </inkml:definitions>
  <inkml:trace contextRef="#ctx0" brushRef="#br0">1 46 24575,'25'-16'0,"-19"11"0,0 1 0,1 0 0,-1 0 0,1 1 0,12-5 0,-17 8 0,-1-1 0,0 1 0,1 0 0,-1 0 0,1 0 0,-1 0 0,1 0 0,-1 0 0,1 0 0,-1 0 0,1 1 0,-1-1 0,1 1 0,-1-1 0,0 1 0,1-1 0,-1 1 0,0 0 0,1 0 0,-1-1 0,0 1 0,0 0 0,0 0 0,0 0 0,0 0 0,0 1 0,0-1 0,0 0 0,0 0 0,0 1 0,-1-1 0,1 0 0,0 1 0,0 0 0,9 27 0,0 0 0,-2 0 0,6 37 0,-5-19 0,-4-21 0,1 34 0,0 2 0,-6-62 0,0 0 0,0 0 0,0 0 0,0 0 0,0 1 0,0-1 0,0 0 0,0 0 0,0 0 0,0 0 0,0 0 0,0 0 0,0 0 0,0 0 0,0 1 0,0-1 0,0 0 0,0 0 0,0 0 0,0 0 0,1 0 0,-1 0 0,0 0 0,0 0 0,0 0 0,0 0 0,0 0 0,0 0 0,0 1 0,0-1 0,0 0 0,1 0 0,-1 0 0,0 0 0,0 0 0,0 0 0,0 0 0,0 0 0,0 0 0,0 0 0,1 0 0,-1 0 0,0 0 0,0 0 0,0 0 0,0 0 0,0 0 0,0-1 0,0 1 0,0 0 0,1 0 0,-1 0 0,0 0 0,0 0 0,0 0 0,0 0 0,8-8 0,7-12 0,-15 19 0,6-7 0,0-1 0,1 1 0,0 0 0,0 0 0,1 1 0,0 0 0,0 0 0,1 1 0,15-9 0,-21 13 0,0 1 0,1-1 0,-1 1 0,1 0 0,-1 0 0,1 0 0,0 0 0,-1 1 0,1-1 0,0 1 0,0 0 0,-1 0 0,1 0 0,0 1 0,0-1 0,-1 1 0,1 0 0,-1 0 0,1 0 0,-1 0 0,1 1 0,-1-1 0,1 1 0,-1 0 0,0 0 0,0 1 0,0-1 0,0 0 0,-1 1 0,5 4 0,21 29 320,-21-25-882,1 0 1,16 15-1,-10-13-6264</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30.680"/>
    </inkml:context>
    <inkml:brush xml:id="br0">
      <inkml:brushProperty name="width" value="0.05" units="cm"/>
      <inkml:brushProperty name="height" value="0.05" units="cm"/>
    </inkml:brush>
  </inkml:definitions>
  <inkml:trace contextRef="#ctx0" brushRef="#br0">186 196 24575,'4'-4'0,"-1"0"0,0-1 0,0 1 0,0-1 0,-1 0 0,1 0 0,-1 0 0,0 0 0,-1 0 0,1 0 0,-1 0 0,0-1 0,0-9 0,0 8 0,-1 1 0,0-1 0,-1 0 0,1 0 0,-1 1 0,-1-1 0,1 1 0,-1-1 0,0 1 0,-5-10 0,6 14 0,0-1 0,0 1 0,-1 0 0,1-1 0,-1 1 0,0 0 0,1 0 0,-1 0 0,0 0 0,0 1 0,0-1 0,-1 0 0,1 1 0,0 0 0,0-1 0,-1 1 0,1 0 0,-5-1 0,4 2 0,1-1 0,-1 1 0,0 0 0,1 1 0,-1-1 0,0 0 0,1 1 0,-1 0 0,1-1 0,-1 1 0,1 0 0,-1 0 0,1 0 0,-1 1 0,-2 1 0,-3 4 0,-1-1 0,2 2 0,-1-1 0,1 1 0,0 0 0,1 0 0,0 1 0,-6 11 0,4-7 0,2 1 0,-1 0 0,2 1 0,0-1 0,0 1 0,2 0 0,0 0 0,0 0 0,2 0 0,-1 17 0,2-31 0,0 1 0,0-1 0,0 1 0,0-1 0,1 1 0,-1 0 0,0-1 0,1 1 0,-1-1 0,1 1 0,0-1 0,-1 0 0,1 1 0,0-1 0,0 0 0,0 1 0,0-1 0,0 0 0,0 0 0,0 0 0,0 0 0,3 2 0,-2-2 0,0-1 0,0 1 0,0 0 0,0-1 0,0 0 0,0 1 0,1-1 0,-1 0 0,0 0 0,0 0 0,0 0 0,1-1 0,-1 1 0,3-1 0,4-2 0,-1 0 0,1-1 0,0 0 0,-1 0 0,0 0 0,12-10 0,-10 6 0,-1-1 0,1-1 0,-2 1 0,13-19 0,20-21 0,-41 49 0,0 0 0,1-1 0,-1 1 0,0 0 0,1-1 0,-1 1 0,1 0 0,-1-1 0,1 1 0,-1 0 0,1 0 0,-1 0 0,1-1 0,-1 1 0,1 0 0,-1 0 0,1 0 0,-1 0 0,1 0 0,-1 0 0,1 0 0,-1 0 0,1 0 0,-1 0 0,1 0 0,-1 1 0,1-1 0,-1 0 0,1 0 0,-1 0 0,1 0 0,-1 1 0,0-1 0,1 0 0,-1 1 0,1-1 0,-1 0 0,0 1 0,1-1 0,-1 0 0,0 1 0,1-1 0,-1 1 0,0-1 0,0 1 0,1-1 0,-1 2 0,14 31 0,-8-16 0,-5-15 0,0 0 0,0 0 0,0 0 0,1 0 0,-1 0 0,1 0 0,-1 0 0,1-1 0,0 1 0,0 0 0,0-1 0,0 0 0,0 1 0,0-1 0,0 0 0,0 0 0,0 0 0,1 0 0,-1-1 0,0 1 0,0 0 0,1-1 0,2 1 0,-2-2 0,0 1 0,0-1 0,0 1 0,0-1 0,0 0 0,0 0 0,-1 0 0,1 0 0,0-1 0,-1 1 0,1-1 0,-1 0 0,0 1 0,1-1 0,-1 0 0,0-1 0,0 1 0,3-4 0,13-24 0,-16 25 0,0 0 0,1 1 0,-1-1 0,1 1 0,0 0 0,1 0 0,-1 0 0,1 0 0,3-3 0,-6 7 0,-1-1 0,0 1 0,1 0 0,-1 0 0,1 0 0,-1 0 0,0 0 0,1 0 0,-1 0 0,0 0 0,1 0 0,-1 0 0,1 0 0,-1 0 0,0 0 0,1 0 0,-1 1 0,0-1 0,1 0 0,-1 0 0,0 0 0,1 0 0,-1 1 0,0-1 0,1 0 0,-1 0 0,0 1 0,0-1 0,1 0 0,-1 1 0,0-1 0,0 0 0,1 1 0,-1-1 0,0 0 0,0 1 0,0-1 0,0 0 0,0 1 0,1-1 0,-1 0 0,0 1 0,0-1 0,0 1 0,0-1 0,0 0 0,0 1 0,0-1 0,2 23 0,-2-21 0,-1 36 0,0-30 0,0 1 0,1-1 0,0 1 0,0-1 0,1 0 0,4 16 0,-5-22 0,1 0 0,0 0 0,0-1 0,0 1 0,0-1 0,0 1 0,1-1 0,-1 1 0,0-1 0,1 0 0,-1 1 0,1-1 0,-1 0 0,1 0 0,-1 0 0,1 0 0,0-1 0,0 1 0,-1 0 0,1-1 0,0 1 0,0-1 0,0 1 0,0-1 0,0 0 0,-1 0 0,1 0 0,0 0 0,0 0 0,0 0 0,0-1 0,0 1 0,0-1 0,-1 1 0,4-2 0,0 0 0,1 0 0,0 0 0,-1-1 0,1 1 0,-1-1 0,0-1 0,0 1 0,0-1 0,0 1 0,4-6 0,-1-2 0,-1 0 0,0 0 0,0-1 0,-1 0 0,-1 0 0,0-1 0,-1 0 0,0 1 0,3-23 0,-8 44 0,0 0 0,1 0 0,0 1 0,1-1 0,0 0 0,0 0 0,1 0 0,0 0 0,0 0 0,1 0 0,7 16 0,-8-21 0,0-1 0,0 1 0,0-1 0,1 1 0,-1-1 0,1 0 0,0 0 0,0 0 0,0 0 0,0 0 0,0-1 0,0 1 0,1-1 0,-1 0 0,1 0 0,0 0 0,0-1 0,0 1 0,0-1 0,0 0 0,0 0 0,0 0 0,0-1 0,0 1 0,0-1 0,0 0 0,0 0 0,0-1 0,1 1 0,-1-1 0,4-1 0,-1 0 0,0 0 0,-1 0 0,1-1 0,-1 0 0,0 0 0,0-1 0,0 0 0,-1 0 0,1 0 0,6-7 0,2-4 0,-1 0 0,13-19 0,-9 10 0,-15 22 0,0 1 0,0-1 0,0 0 0,0 1 0,0-1 0,0 1 0,1-1 0,3 0 0,13-10 0,20-30 0,-28 30 0,-29 37 0,3-3 0,2 1 0,0-1 0,2 2 0,0 0 0,2 0 0,1 1 0,0 0 0,-5 42 0,4-2 0,4 0 0,3 83 0,2-137 0,0-7 0,0 1 0,0-1 0,0 0 0,0 0 0,1 0 0,-1 1 0,1-1 0,0 0 0,1 0 0,-1 0 0,3 4 0,-4-7 6,0-1 0,0 0 0,0 0 0,1 0 0,-1 0 0,0 0 0,0 0 0,0 0 0,1 0 0,-1 0 0,0 0 0,0 0 0,1 0 0,-1 0 0,0 0 0,0 0 0,0 0 0,1 0 0,-1 0 0,0 0 0,0 0 0,0 0 0,1 0 0,-1 0 0,0 0 0,0 0 0,0-1 0,0 1 0,1 0 0,-1 0 0,0 0 0,0 0 0,0 0 0,0-1 0,0 1 0,1 0 0,-1 0 0,0 0 0,0 0 0,0-1 0,0 1 0,0 0 0,0 0 0,0 0 0,0-1 0,0 1 0,0 0 0,0 0 0,0-1 0,0 1 0,0 0 0,0 0 0,0 0 0,0-1 0,0 1 0,0 0 0,3-14-1713,-1-1-5119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32.548"/>
    </inkml:context>
    <inkml:brush xml:id="br0">
      <inkml:brushProperty name="width" value="0.05" units="cm"/>
      <inkml:brushProperty name="height" value="0.05" units="cm"/>
    </inkml:brush>
  </inkml:definitions>
  <inkml:trace contextRef="#ctx0" brushRef="#br0">456 199 24575,'2'-2'0,"0"0"0,-1 0 0,0 0 0,1 0 0,-1 0 0,0-1 0,0 1 0,0 0 0,0 0 0,0-1 0,-1 1 0,1 0 0,-1-1 0,0 1 0,1-1 0,-1 1 0,0-1 0,-1 1 0,1-1 0,0 1 0,-1 0 0,1-1 0,-1 1 0,0-1 0,1 1 0,-1 0 0,-2-3 0,0-2 0,-1 0 0,0 0 0,0 1 0,-1 0 0,1-1 0,-1 1 0,-8-6 0,3 3 0,0 1 0,0 0 0,-1 1 0,0 0 0,0 1 0,0 0 0,-1 1 0,-16-5 0,20 8 0,0 0 0,0 0 0,0 1 0,0 1 0,0-1 0,0 1 0,0 0 0,-1 1 0,1 0 0,0 0 0,0 1 0,0 0 0,1 0 0,-9 4 0,0 2 0,0 0 0,0 0 0,1 2 0,1 0 0,-1 0 0,2 2 0,-21 20 0,29-27 0,1 1 0,0 0 0,0-1 0,0 1 0,1 1 0,0-1 0,0 0 0,0 1 0,-2 11 0,4-13 0,1 0 0,-1 0 0,1 0 0,0 0 0,0 0 0,1 0 0,-1 0 0,1 0 0,0 0 0,1 0 0,-1-1 0,1 1 0,0 0 0,4 8 0,3 0 0,-1-1 0,2 0 0,0 0 0,0-1 0,1 0 0,0-1 0,20 15 0,97 54 0,-77-50 0,-29-16 0,32 20 0,-50-30 0,0-1 0,-1 1 0,1 1 0,-1-1 0,0 0 0,0 1 0,0-1 0,0 1 0,-1 0 0,4 6 0,-6-9 0,1 0 0,-1 0 0,0 1 0,1-1 0,-1 0 0,0 0 0,0 0 0,0 1 0,0-1 0,0 0 0,0 0 0,0 1 0,0-1 0,-1 0 0,1 0 0,0 0 0,-1 1 0,1-1 0,-1 0 0,1 0 0,-1 0 0,0 1 0,-1 1 0,0-1 0,0 0 0,0 0 0,0-1 0,-1 1 0,1 0 0,0-1 0,-1 1 0,-3 1 0,-5 1 0,1 0 0,-1-1 0,-20 4 0,4-3 0,-31 1 0,51-4 0,-1-1 0,0 0 0,0-1 0,1 0 0,-1 0 0,1-1 0,-1 0 0,-13-5 0,20 7 0,0-1 0,0 1 0,0 0 0,0-1 0,0 0 0,0 1 0,0-1 0,0 1 0,0-1 0,1 0 0,-1 0 0,0 1 0,0-1 0,0 0 0,1 0 0,-1 0 0,1 0 0,-1 0 0,1 0 0,-1 0 0,1 0 0,-1 0 0,1 0 0,0 0 0,-1-1 0,1 1 0,0 0 0,0 0 0,0 0 0,0 0 0,0 0 0,0-1 0,0 1 0,1 0 0,-1 0 0,0 0 0,1 0 0,-1 0 0,0 0 0,1 0 0,-1 0 0,1 0 0,0 0 0,-1 0 0,1 0 0,1-1 0,3-3 0,-1 0 0,1 0 0,1 0 0,-1 1 0,1-1 0,7-3 0,11-5 0,0 1 0,0 1 0,1 1 0,31-7 0,107-18 0,-3 1 0,-154 32 0,-3 2 0,0-1 0,0 0 0,-1 0 0,1 1 0,0-2 0,0 1 0,0 0 0,-1 0 0,1-1 0,-1 0 0,1 1 0,-1-1 0,3-3 0,-9 6 0,-4 7 0,5-1 0,0-1 0,0 2 0,1-1 0,0 0 0,0 0 0,1 1 0,0-1 0,0 1 0,0 14 0,2-11 0,-1 0 0,2 0 0,-1 0 0,1 0 0,1 0 0,5 12 0,-7-19 0,0-1 0,1 0 0,0 0 0,0 1 0,0-1 0,0-1 0,0 1 0,1 0 0,-1 0 0,1-1 0,0 1 0,0-1 0,3 2 0,-5-3 0,1 0 0,-1-1 0,0 1 0,1-1 0,-1 0 0,1 1 0,-1-1 0,1 0 0,-1 0 0,0 0 0,1 0 0,-1 0 0,1 0 0,-1 0 0,1-1 0,-1 1 0,0-1 0,1 1 0,-1-1 0,1 1 0,-1-1 0,0 1 0,0-1 0,1 0 0,-1 0 0,0 0 0,0 0 0,0 0 0,0 0 0,0 0 0,0 0 0,0 0 0,0 0 0,-1-1 0,2-1 0,0 1 0,0-1 0,-1 0 0,1 0 0,-1 0 0,1 0 0,-1 0 0,0-1 0,0 1 0,0 0 0,-1-1 0,1 1 0,-1 0 0,0-1 0,0 1 0,0 0 0,0-1 0,-1 1 0,1 0 0,-1-1 0,0 1 0,0 0 0,0 0 0,0-1 0,-1 1 0,1 0 0,-1 0 0,0 1 0,0-1 0,0 0 0,0 0 0,0 1 0,0-1 0,-5-2 0,1 0 0,0 0 0,-1 0 0,1 0 0,-1 1 0,0 0 0,0 1 0,-1 0 0,1 0 0,-1 0 0,1 1 0,-1 0 0,0 1 0,-9-2 0,33 2 0,0-1 0,0-1 0,0 0 0,29-10 0,38-9 0,-81 21 0,0 1 0,0-1 0,0 1 0,0 0 0,0 0 0,0 0 0,0 0 0,0 0 0,0 0 0,0 0 0,0 1 0,0-1 0,0 1 0,0-1 0,0 1 0,0 0 0,0 0 0,0 0 0,0 0 0,-1 0 0,1 0 0,0 1 0,-1-1 0,3 3 0,-2-1 0,0 1 0,-1 0 0,1-1 0,-1 1 0,0 0 0,0 0 0,0 0 0,0-1 0,-1 1 0,0 0 0,0 8 0,-2 21 0,1-24 0,1-1 0,-1 1 0,1-1 0,1 1 0,0-1 0,2 10 0,-3-18 0,0 0 0,0 0 0,0 1 0,0-1 0,0 0 0,0 0 0,0 0 0,0 1 0,0-1 0,0 0 0,0 0 0,1 0 0,-1 0 0,0 0 0,0 1 0,0-1 0,0 0 0,0 0 0,1 0 0,-1 0 0,0 0 0,0 0 0,0 0 0,1 1 0,-1-1 0,0 0 0,0 0 0,0 0 0,1 0 0,-1 0 0,0 0 0,0 0 0,0 0 0,1 0 0,-1 0 0,0 0 0,0 0 0,1-1 0,8-5 0,9-14 0,-17 19 0,8-10 0,8-10 0,0 1 0,23-21 0,-35 37 0,0-1 0,0 1 0,1 0 0,-1 1 0,1 0 0,0-1 0,0 2 0,0-1 0,0 1 0,1 0 0,-1 0 0,0 0 0,1 1 0,8 0 0,-12 1 0,0 0 0,1 1 0,-1-1 0,1 1 0,-1 0 0,0 0 0,0 0 0,1 1 0,-1-1 0,0 1 0,0 0 0,0-1 0,0 2 0,-1-1 0,1 0 0,-1 0 0,1 1 0,-1-1 0,0 1 0,0 0 0,0 0 0,0 0 0,0 0 0,-1 0 0,3 4 0,2 10 0,0 0 0,-1 0 0,6 31 0,-7-25 0,-2-14 0,0-1 0,1 0 0,-1 0 0,2 0 0,-1 0 0,1 0 0,7 11 0,-9-16 0,0-1 0,0 0 0,1 1 0,-1-1 0,0 0 0,1 0 0,-1 0 0,1-1 0,0 1 0,0-1 0,-1 1 0,1-1 0,0 0 0,0 0 0,0 0 0,0-1 0,0 1 0,1-1 0,-1 1 0,0-1 0,0 0 0,0 0 0,6-1 0,2-1 0,-1-1 0,1 0 0,-1-1 0,0 0 0,0-1 0,-1 1 0,1-2 0,-1 0 0,0 0 0,15-13 0,-5 2 0,-1-1 0,-1-1 0,22-30 0,-34 41 0,0 1 0,0-1 0,-1 0 0,0 0 0,-1-1 0,0 1 0,0-1 0,3-15 0,-6 22 0,0 0 0,1 0 0,-1 0 0,0 0 0,0-1 0,0 1 0,0 0 0,-1 0 0,1 0 0,-1 0 0,1-1 0,-1 1 0,0 0 0,0 0 0,1 0 0,-1 0 0,-1 0 0,1 1 0,0-1 0,0 0 0,-1 0 0,1 1 0,-1-1 0,0 1 0,1-1 0,-1 1 0,0 0 0,0 0 0,0 0 0,1 0 0,-1 0 0,-1 0 0,1 0 0,0 0 0,0 1 0,0-1 0,0 1 0,0 0 0,0 0 0,-4 0 0,1-1 0,-1 1 0,0 1 0,1-1 0,-1 1 0,1 0 0,0 0 0,-1 0 0,1 1 0,0 0 0,0 0 0,0 1 0,0-1 0,0 1 0,0 0 0,1 0 0,-1 0 0,1 1 0,0 0 0,0 0 0,0 0 0,1 0 0,-1 0 0,1 1 0,0 0 0,0-1 0,1 1 0,-1 0 0,1 0 0,0 1 0,1-1 0,-1 0 0,1 1 0,0-1 0,0 1 0,1-1 0,0 1 0,0-1 0,0 1 0,0-1 0,1 1 0,0-1 0,3 9 0,-2-9 0,0-1 0,0-1 0,1 1 0,-1 0 0,1 0 0,0-1 0,0 0 0,0 0 0,1 0 0,4 4 0,-3-3 0,-1-1 0,0 1 0,1 0 0,-2 1 0,1-1 0,3 6 0,-3-4 0,-1 0 0,1 0 0,0 0 0,0 0 0,1-1 0,0 0 0,0 0 0,7 6 0,-9-10 0,-1 1 0,1-1 0,0 1 0,0-1 0,-1 0 0,1 0 0,0 0 0,0-1 0,0 1 0,0-1 0,1 1 0,-1-1 0,0 0 0,0 0 0,0 0 0,0-1 0,0 1 0,0-1 0,0 0 0,0 0 0,4-1 0,11-6-1365,-2 1-5461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33.214"/>
    </inkml:context>
    <inkml:brush xml:id="br0">
      <inkml:brushProperty name="width" value="0.05" units="cm"/>
      <inkml:brushProperty name="height" value="0.05" units="cm"/>
    </inkml:brush>
  </inkml:definitions>
  <inkml:trace contextRef="#ctx0" brushRef="#br0">0 77 24575,'7'-1'0,"1"0"0,-1 0 0,0 0 0,0-1 0,8-3 0,-10 3 0,0 0 0,1 0 0,-1 1 0,1-1 0,0 1 0,-1 1 0,1-1 0,9 1 0,-14 1 0,0-1 0,0 0 0,0 1 0,-1-1 0,1 0 0,0 1 0,0-1 0,0 1 0,0 0 0,0-1 0,-1 1 0,1 0 0,0-1 0,-1 1 0,1 0 0,0 0 0,-1 0 0,1-1 0,-1 1 0,1 0 0,-1 0 0,1 0 0,-1 0 0,0 0 0,1 1 0,3 31 0,-2-13 0,2-1 0,4 17 0,-7-36 0,-1 0 0,0 1 0,0-1 0,0 0 0,0 0 0,0 0 0,0 0 0,0 0 0,0 0 0,0 1 0,0-1 0,0 0 0,1 0 0,-1 0 0,0 0 0,0 0 0,0 0 0,0 0 0,0 0 0,0 0 0,1 0 0,-1 0 0,0 1 0,0-1 0,0 0 0,0 0 0,0 0 0,1 0 0,-1 0 0,0 0 0,0 0 0,0 0 0,0 0 0,0 0 0,1-1 0,-1 1 0,0 0 0,0 0 0,0 0 0,0 0 0,0 0 0,0 0 0,1 0 0,-1 0 0,0 0 0,0 0 0,7-9 0,4-11 0,-10 17 0,7-15 0,1-1 0,0 1 0,1 0 0,1 1 0,1 1 0,14-18 0,-25 33 0,0 0 0,0 1 0,-1-1 0,1 0 0,0 0 0,0 0 0,0 1 0,0-1 0,0 0 0,0 1 0,0-1 0,0 1 0,0-1 0,0 1 0,0 0 0,0-1 0,1 1 0,-1 0 0,0 0 0,0 0 0,0-1 0,0 2 0,1-1 0,-1 0 0,0 0 0,2 1 0,-1 0 0,-1 0 0,1 0 0,-1 0 0,0 1 0,1-1 0,-1 0 0,0 1 0,0-1 0,0 1 0,0 0 0,0-1 0,-1 1 0,1 0 0,0-1 0,0 3 0,2 9 0,0 0 0,-1 1 0,1 19 0,-3-19 0,0-6 0,0 0 0,0 0 0,1 0 0,0 0 0,1 0 0,-1 0 0,2 0 0,-1 0 0,4 7 0,-5-15 0,-1 1 0,1-1 0,-1 0 0,0 1 0,1-1 0,-1 0 0,1 0 0,-1 0 0,1 1 0,-1-1 0,1 0 0,-1 0 0,1 0 0,-1 0 0,1 0 0,0 0 0,-1 0 0,1 0 0,-1 0 0,1 0 0,-1 0 0,1 0 0,-1-1 0,1 1 0,-1 0 0,1 0 0,-1 0 0,1-1 0,-1 1 0,0 0 0,1-1 0,-1 1 0,1 0 0,-1-1 0,0 1 0,1-1 0,-1 1 0,0 0 0,1-1 0,-1 1 0,0-1 0,1 0 0,17-24 0,-16 22 0,18-30 0,-9 14 0,1 0 0,27-31 0,-36 46 0,0 1 0,1-1 0,-1 1 0,1 0 0,0 0 0,0 0 0,0 0 0,1 1 0,-1 0 0,1-1 0,-1 2 0,1-1 0,0 0 0,0 1 0,-1 0 0,1 0 0,0 1 0,6-1 0,-7 2 12,-1-1 1,1 1-1,-1 0 0,0 0 0,1 0 0,-1 0 1,0 0-1,1 1 0,-1 0 0,0 0 0,0-1 1,-1 2-1,1-1 0,0 0 0,-1 1 0,1-1 0,-1 1 1,0 0-1,1-1 0,-1 1 0,-1 0 0,1 0 1,0 1-1,-1-1 0,0 0 0,1 1 0,0 3 1,2 10-440,0 1 0,-1-1 1,2 35-1,-5-52 427,2 42-6826</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34.725"/>
    </inkml:context>
    <inkml:brush xml:id="br0">
      <inkml:brushProperty name="width" value="0.05" units="cm"/>
      <inkml:brushProperty name="height" value="0.05" units="cm"/>
    </inkml:brush>
  </inkml:definitions>
  <inkml:trace contextRef="#ctx0" brushRef="#br0">52 396 24575,'-13'-38'0,"16"15"0,1 18 0,0 17 0,-4 4 0,1 0 0,-2 1 0,0-1 0,-1 0 0,-1 0 0,0 0 0,-1-1 0,-1 1 0,-9 18 0,14-32 0,-1 0 0,0 0 0,0 0 0,0 0 0,-1 0 0,1-1 0,0 1 0,-4 2 0,5-4 0,0 1 0,0-1 0,0 0 0,0 0 0,0 0 0,0 0 0,0 0 0,0 0 0,0 0 0,-1 0 0,1 0 0,0 0 0,0 0 0,0 0 0,0 0 0,0 0 0,0 0 0,0 0 0,-1 0 0,1 0 0,0 0 0,0 0 0,0 0 0,0 0 0,0 0 0,0 0 0,-1 0 0,1 0 0,0 0 0,0 0 0,0 0 0,0 0 0,0 0 0,0 0 0,0 0 0,0 0 0,-1 0 0,1 0 0,0-1 0,0 1 0,0 0 0,0 0 0,0 0 0,0 0 0,0 0 0,0 0 0,0-14 0,9-21 0,1 1 0,2 0 0,30-61 0,-34 76 0,7-14 0,1 1 0,2 1 0,1 0 0,2 2 0,0 0 0,49-49 0,-65 73 0,0 0 0,1 1 0,-1 0 0,1 0 0,0 0 0,1 1 0,-1 0 0,0 0 0,1 0 0,0 1 0,9-2 0,-13 4 0,1-1 0,0 1 0,0 0 0,0 0 0,0 1 0,0-1 0,0 1 0,0 0 0,-1 0 0,1 0 0,0 0 0,-1 1 0,1-1 0,-1 1 0,1 0 0,-1 0 0,0 1 0,0-1 0,0 0 0,0 1 0,5 5 0,0 3 0,-1-1 0,0 1 0,0 0 0,-1 0 0,0 1 0,-1-1 0,6 25 0,17 93 0,-23-103 0,9 57 0,6 109 0,-43-242 0,15 30 0,0 1 0,-1 0 0,-1 1 0,-22-31 0,26 42 0,0 0 0,0 1 0,0 0 0,0 0 0,-1 0 0,0 1 0,0 0 0,-1 0 0,1 1 0,-1 0 0,0 0 0,0 1 0,-1 0 0,-9-2 0,6 2 0,0 2 0,0 0 0,0 0 0,0 1 0,0 1 0,-12 1 0,18-1 0,0 0 0,-1 0 0,1 1 0,0 0 0,1 0 0,-1 0 0,0 1 0,1 0 0,-1 0 0,1 0 0,0 1 0,0-1 0,-6 7 0,10-9 0,0 0 0,0 0 0,0 0 0,0 0 0,0 0 0,1 0 0,-1 0 0,0 1 0,1-1 0,-1 0 0,1 0 0,-1 1 0,1-1 0,0 0 0,-1 0 0,1 1 0,0-1 0,0 0 0,0 1 0,0 1 0,0-2 0,1 0 0,-1 0 0,1 0 0,0 0 0,-1 0 0,1 0 0,0 0 0,-1 0 0,1-1 0,0 1 0,0 0 0,0 0 0,0-1 0,-1 1 0,1 0 0,0-1 0,0 1 0,2 0 0,2 1 0,0 0 0,0-1 0,0 0 0,0 0 0,0 0 0,1 0 0,-1-1 0,9 0 0,21-5 0,0-1 0,0-3 0,47-16 0,-54 15 0,0 1 0,1 1 0,0 1 0,0 2 0,58-3 0,-82 8 0,0 0 0,0 1 0,0 0 0,0 0 0,0 0 0,0 0 0,0 1 0,0 0 0,-1 0 0,1 0 0,-1 0 0,1 1 0,-1 0 0,0 0 0,0 0 0,5 5 0,-4-2 0,0 1 0,0-1 0,-1 1 0,1 0 0,-2 0 0,1 1 0,-1-1 0,0 1 0,3 11 0,16 80 0,-23-113 0,0 0 0,1 0 0,1 1 0,0-1 0,1 0 0,0 0 0,6-16 0,-3 14 0,0 1 0,1-1 0,0 1 0,1 1 0,1-1 0,14-18 0,-20 30 0,0 0 0,0 0 0,1 1 0,-1-1 0,1 1 0,0 0 0,-1 0 0,1 0 0,0 0 0,0 0 0,1 0 0,-1 1 0,4-2 0,-5 3 0,0 0 0,0 0 0,-1-1 0,1 1 0,0 1 0,0-1 0,0 0 0,0 0 0,-1 1 0,1-1 0,0 1 0,0-1 0,-1 1 0,1 0 0,0 0 0,-1 0 0,1 0 0,-1 0 0,1 0 0,-1 0 0,1 0 0,-1 1 0,0-1 0,0 1 0,0-1 0,2 4 0,2 3 0,-1 0 0,0 1 0,0-1 0,-1 1 0,0 0 0,3 17 0,-4-16 0,0-1 0,0-1 0,1 1 0,1 0 0,-1-1 0,1 1 0,6 9 0,-8-16 0,-1-1 0,1 1 0,-1 0 0,1-1 0,0 1 0,-1-1 0,1 0 0,0 1 0,0-1 0,0 0 0,0 0 0,0 0 0,0-1 0,0 1 0,0 0 0,0-1 0,4 1 0,-1-1 0,-1 0 0,0 0 0,1 0 0,-1-1 0,0 1 0,1-1 0,-1 0 0,6-3 0,2-1 0,0-1 0,-1 0 0,0-1 0,-1 0 0,13-10 0,-10 5 0,-1 0 0,11-16 0,-15 18 0,0 0 0,1 0 0,1 1 0,17-14 0,-27 23 0,0 0 0,0 0 0,1-1 0,-1 1 0,0 0 0,0 0 0,1 0 0,-1 0 0,0 0 0,1 0 0,-1 0 0,0 0 0,1 0 0,-1 0 0,0 0 0,0 0 0,1 0 0,-1 0 0,0 0 0,1 0 0,-1 0 0,0 0 0,1 0 0,-1 0 0,0 0 0,0 1 0,1-1 0,-1 0 0,0 0 0,0 0 0,1 0 0,-1 1 0,0-1 0,0 0 0,0 0 0,1 1 0,-1-1 0,0 0 0,0 0 0,0 1 0,0-1 0,0 0 0,1 0 0,-1 1 0,0-1 0,0 0 0,0 1 0,4 19 0,-3-14 0,0 0 0,2 11 0,1 0 0,0 0 0,13 27 0,-16-41 0,0 0 0,0 0 0,1 0 0,-1 0 0,1 0 0,0-1 0,0 1 0,0-1 0,0 1 0,0-1 0,1 0 0,-1 0 0,1 0 0,-1 0 0,1 0 0,0-1 0,-1 1 0,1-1 0,0 1 0,0-1 0,0 0 0,0-1 0,1 1 0,-1 0 0,0-1 0,0 1 0,6-1 0,-6-1 0,1 0 0,-1 0 0,1 0 0,-1 0 0,0-1 0,1 0 0,-1 1 0,0-1 0,0 0 0,0 0 0,0-1 0,0 1 0,-1-1 0,4-3 0,4-6 0,18-27 0,-22 30 0,8-11 0,-2 0 0,0-1 0,-1 0 0,14-40 0,-26 79 0,1 30 0,0-9 0,0-29 0,0 0 0,1 0 0,0 0 0,1 0 0,-1 0 0,2-1 0,5 17 0,-6-22 0,0-1 0,-1 1 0,1-1 0,1 0 0,-1 1 0,0-1 0,1 0 0,-1-1 0,1 1 0,0 0 0,0-1 0,0 1 0,1-1 0,-1 0 0,0 0 0,1 0 0,-1-1 0,1 1 0,0-1 0,-1 0 0,1 0 0,6 1 0,9-1-1365,-2-1-5461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7.283"/>
    </inkml:context>
    <inkml:brush xml:id="br0">
      <inkml:brushProperty name="width" value="0.05" units="cm"/>
      <inkml:brushProperty name="height" value="0.05" units="cm"/>
    </inkml:brush>
  </inkml:definitions>
  <inkml:trace contextRef="#ctx0" brushRef="#br0">32 1 24575,'-2'0'0,"1"0"0,0 0 0,-1 1 0,1-1 0,0 1 0,-1-1 0,1 1 0,0-1 0,0 1 0,-1 0 0,1-1 0,0 1 0,0 0 0,0 0 0,0 0 0,0 0 0,0 0 0,0 0 0,0 0 0,1 0 0,-1 0 0,0 1 0,1-1 0,-1 0 0,0 0 0,1 1 0,0-1 0,-1 3 0,0-2 0,1 0 0,-1 0 0,1 0 0,0 0 0,0 0 0,0 0 0,0 0 0,0 0 0,0 0 0,0 0 0,1 0 0,-1 0 0,1 0 0,-1 0 0,1 0 0,0 0 0,0-1 0,0 1 0,1 2 0,4 2 0,1-1 0,-1 1 0,1-1 0,0-1 0,0 1 0,0-1 0,15 6 0,62 17 0,-78-25 0,513 103-1393,-436-90 1108,1974 366-8541,-26 127 7968,-1956-486 1690,3 0 1732,102 45 1,-166-60-639,-20-6-174,-22-7-498,19 3-1434,0 0 1,1 0 0,-1-1 0,-13-8 0,10 3-6647</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7.514"/>
    </inkml:context>
    <inkml:brush xml:id="br0">
      <inkml:brushProperty name="width" value="0.05" units="cm"/>
      <inkml:brushProperty name="height" value="0.05" units="cm"/>
    </inkml:brush>
  </inkml:definitions>
  <inkml:trace contextRef="#ctx0" brushRef="#br0">2 98 24575,'0'-15'0,"-1"10"0,1-1 0,0 1 0,0 0 0,0 0 0,1-1 0,-1 1 0,1 0 0,0 0 0,1 0 0,-1 0 0,1 0 0,0 0 0,4-6 0,-6 10 0,1 1 0,-1-1 0,0 1 0,1 0 0,-1-1 0,1 1 0,-1 0 0,0 0 0,1-1 0,-1 1 0,1 0 0,-1 0 0,1 0 0,-1-1 0,1 1 0,-1 0 0,1 0 0,-1 0 0,1 0 0,-1 0 0,1 0 0,-1 0 0,1 0 0,-1 0 0,1 0 0,-1 0 0,1 1 0,15 9 0,12 21 0,-25-28 0,19 26 0,26 41 0,-39-54 0,-1 0 0,0 0 0,-1 0 0,8 31 0,-14-43 23,0 1 0,-1-1 0,1 0-1,-1 0 1,0 0 0,0 0 0,0 1-1,-1-1 1,1 0 0,-1 0 0,0 0-1,0 0 1,-1 0 0,-2 6 0,1-5-194,0 0 0,0 0 1,-1-1-1,0 1 0,0-1 1,0 0-1,0 0 0,0-1 1,-10 7-1,-19 10-6655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57.998"/>
    </inkml:context>
    <inkml:brush xml:id="br0">
      <inkml:brushProperty name="width" value="0.05" units="cm"/>
      <inkml:brushProperty name="height" value="0.05" units="cm"/>
    </inkml:brush>
  </inkml:definitions>
  <inkml:trace contextRef="#ctx0" brushRef="#br0">204 1086 24575,'0'-7'0,"0"6"0,0-1 0,-1 0 0,1 1 0,0-1 0,0 0 0,1 1 0,-1-1 0,0 0 0,0 1 0,1-1 0,-1 0 0,1 1 0,-1-1 0,1 1 0,0-1 0,0 1 0,0-1 0,1 0 0,-2 1 0,0 1 0,1 0 0,-1 0 0,0 0 0,0 1 0,1-1 0,-1 0 0,0 0 0,0 0 0,1 0 0,-1 0 0,0 0 0,1 0 0,-1 0 0,0 0 0,0 1 0,0-1 0,1 0 0,-1 0 0,0 0 0,0 0 0,0 1 0,1-1 0,-1 0 0,0 0 0,0 1 0,0-1 0,0 0 0,1 0 0,-1 1 0,0-1 0,0 0 0,0 0 0,0 1 0,0-1 0,0 0 0,0 1 0,0-1 0,0 0 0,0 0 0,0 1 0,0-1 0,2 15 0,3 253 0,-7-112 0,17 289-77,1 44-126,-32 1-26,-38 35 113,-2 21 110,23 1 26,32-514-20,-18 1145 0,18-1154 87,2 0 0,0 0 1,2 0-1,0 0 1,2 0-1,13 37 0,-18-59-87,1-1 0,0 0 0,0 1 0,-1-1 0,1 0 0,0 1 0,0-1 0,0 0 0,1 0 0,-1 0 0,0 0 0,0 0 0,1 0 0,-1 0 0,0 0 0,1-1 0,-1 1 0,1-1 0,-1 1 0,1-1 0,-1 1 0,1-1 0,-1 0 0,1 1 0,-1-1 0,1 0 0,2-1 0,4 1 0,1-1 0,0-1 0,16-4 0,-4 1 0,40-4 0,1 4 0,101 2 0,-97 4 0,949 0-1701,1323-8-4339,-924-10 5752,2963-56-1649,-2377-22 1326,-1041 42 2127,-762 43-1468,1259-73 8846,-1144 71-8823,57-5-23,-357 16-48,1-1 0,-1 0 0,1 0 0,-1-1 0,0-1 0,0 0 0,0-1 0,-1 0 0,16-9 0,11-7 0,-24 14 0,-1 0 0,0-1 0,14-11 0,-24 17 0,0-1 0,0 0 0,0 0 0,0 0 0,-1-1 0,1 1 0,-1-1 0,0 1 0,0-1 0,0 0 0,0 0 0,-1 0 0,1 1 0,-1-2 0,0 1 0,0-4 0,12-157 0,-2-172 0,-4 199 0,53-604 0,24 170 0,104-812 0,-187 1374 0,53-554 0,-31-2 0,-24 505 0,-2 0 0,-4 0 0,-23-100 0,26 142 0,-19-59 0,20 70 0,0 0 0,0 0 0,-1 1 0,0 0 0,-1-1 0,0 2 0,-7-10 0,10 15 0,1 0 0,0 0 0,-1 0 0,0 0 0,1 0 0,-1 0 0,1 1 0,-1-1 0,0 0 0,1 1 0,-1 0 0,0-1 0,0 1 0,1 0 0,-1 0 0,0 0 0,0 0 0,-2 0 0,-37 9 0,23-4 0,-44 4 0,-1-3 0,-123-4 0,101-3 0,-1611 11-1793,1166 1 1942,-1351 21-2223,-552-56 2074,557-29-996,3-52-1,837 17 694,-582-42-289,1184 100 1883,-490-30 3151,580 55-3844,239 10-460,-131 23-1,230-27-137,0 0 0,0 0 0,1 1 0,-1 0 0,1 0 0,-1 0 0,1 1 0,0 0 0,0 0 0,0 0 0,0 1 0,0 0 0,1 0 0,-5 5 0,5-4 0,0 1 0,0 0 0,0 0 0,1 1 0,0-1 0,0 1 0,1-1 0,0 1 0,0 0 0,0 0 0,0 10 0,-6 40 0,2-19 0,-1 56 0,6-76 0,2 1 0,0-1 0,0 1 0,2-1 0,0 0 0,12 35 0,2-13 0,3-1 0,37 58 0,20 28 0,-30-46 0,37 64 0,-71-120 0,0 1 0,-2 1 0,-1 0 0,-1 0 0,-1 1 0,-2 0 0,5 30 0,-11-53 98,0-3-162,1 1 1,-1 0-1,0-1 0,0 1 1,0-1-1,0 1 1,0 0-1,0-1 0,0 1 1,0-1-1,0 1 1,0 0-1,0-1 0,0 1 1,-1-1-1,1 1 1,0 0-1,0-1 0,-1 1 1,1-1-1,0 1 1,-1 0-1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59.013"/>
    </inkml:context>
    <inkml:brush xml:id="br0">
      <inkml:brushProperty name="width" value="0.05" units="cm"/>
      <inkml:brushProperty name="height" value="0.05" units="cm"/>
    </inkml:brush>
  </inkml:definitions>
  <inkml:trace contextRef="#ctx0" brushRef="#br0">128 309 24575,'0'-11'0,"-1"27"0,-2 21 0,-107 516 0,103-529 0,2-19 0,4-15 0,1-17 0,13-36 0,2 0 0,2 1 0,27-60 0,-32 88 0,171-399 0,-173 415 0,21-38 0,-29 51 0,1 1 0,0 0 0,1 0 0,-1 0 0,1 1 0,0-1 0,0 1 0,0 0 0,7-4 0,-10 6 0,0 1 0,0-1 0,0 1 0,1 0 0,-1-1 0,0 1 0,0 0 0,1 0 0,-1 0 0,0 0 0,0 0 0,1 0 0,-1 0 0,0 0 0,0 0 0,1 1 0,-1-1 0,0 0 0,0 1 0,0-1 0,0 1 0,0 0 0,1-1 0,-1 1 0,0 0 0,0-1 0,0 1 0,-1 0 0,1 0 0,0 0 0,0 0 0,1 2 0,2 3 0,0 0 0,-1 0 0,0 0 0,4 10 0,-7-16 0,14 45 0,-1 0 0,-3 0 0,8 74 0,-13-86 0,35 342-1365,-35-300-5461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59.165"/>
    </inkml:context>
    <inkml:brush xml:id="br0">
      <inkml:brushProperty name="width" value="0.05" units="cm"/>
      <inkml:brushProperty name="height" value="0.05" units="cm"/>
    </inkml:brush>
  </inkml:definitions>
  <inkml:trace contextRef="#ctx0" brushRef="#br0">1 19 24575,'3'0'0,"7"0"0,9 0 0,10 0 0,9 0 0,12-3 0,12-4 0,-5-1-8191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59.352"/>
    </inkml:context>
    <inkml:brush xml:id="br0">
      <inkml:brushProperty name="width" value="0.05" units="cm"/>
      <inkml:brushProperty name="height" value="0.05" units="cm"/>
    </inkml:brush>
  </inkml:definitions>
  <inkml:trace contextRef="#ctx0" brushRef="#br0">57 41 24575,'-3'-6'0,"-4"-2"0,-1-3 0,-2 1 0,0 4 0,2 8 0,3 8 0,1 13 0,3 12 0,0 12 0,1 10 0,4 9 0,0 2 0,1 3 0,-2-3 0,3-2 0,0-13-8191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0:59.541"/>
    </inkml:context>
    <inkml:brush xml:id="br0">
      <inkml:brushProperty name="width" value="0.05" units="cm"/>
      <inkml:brushProperty name="height" value="0.05" units="cm"/>
    </inkml:brush>
  </inkml:definitions>
  <inkml:trace contextRef="#ctx0" brushRef="#br0">1 0 24575,'3'0'0,"1"4"0,0 3 0,-1 8 0,-1 10 0,-1 10 0,0 12 0,-1 7 0,0 7 0,0 6 0,0 4 0,0-1 0,0-6 0,0-14-8191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0.069"/>
    </inkml:context>
    <inkml:brush xml:id="br0">
      <inkml:brushProperty name="width" value="0.05" units="cm"/>
      <inkml:brushProperty name="height" value="0.05" units="cm"/>
    </inkml:brush>
  </inkml:definitions>
  <inkml:trace contextRef="#ctx0" brushRef="#br0">0 204 24575,'100'-5'0,"123"-23"0,-78 7 0,47 0 0,144-20 0,-321 39 0,34-8 0,-46 10 0,1-1 0,-1-1 0,1 1 0,-1-1 0,1 1 0,-1-1 0,0 0 0,0 0 0,0 0 0,3-3 0,-6 4 0,1 1 0,-1 0 0,1-1 0,-1 1 0,0 0 0,0-1 0,1 1 0,-1-1 0,0 1 0,0-1 0,1 1 0,-1 0 0,0-1 0,0 1 0,0-1 0,0 1 0,0-1 0,0 1 0,0-1 0,0 1 0,0-1 0,0 1 0,0-1 0,0 1 0,0-1 0,0 1 0,0-1 0,-1 1 0,1-1 0,0 0 0,-15-11 0,-21-2 0,20 10 0,0 1 0,0 0 0,0 1 0,0 0 0,0 1 0,-1 1 0,1 1 0,-20 3 0,28-2 0,0 0 0,1 0 0,-1 0 0,0 1 0,1 0 0,0 1 0,0 0 0,0 0 0,0 0 0,1 1 0,-1 0 0,1 0 0,0 0 0,1 1 0,-1 0 0,1 0 0,1 1 0,-8 11 0,3 1 0,0 0 0,1 1 0,1 0 0,1 1 0,0 0 0,2 0 0,1 0 0,0 0 0,1 40 0,2-58 0,0 1 0,1-1 0,-1 1 0,1-1 0,-1 1 0,1-1 0,0 1 0,1-1 0,-1 0 0,1 0 0,-1 0 0,1 0 0,0 0 0,0 0 0,0 0 0,0 0 0,1-1 0,-1 1 0,1-1 0,0 0 0,-1 0 0,1 0 0,0 0 0,0 0 0,1 0 0,-1-1 0,0 0 0,0 1 0,1-1 0,-1 0 0,1-1 0,-1 1 0,1-1 0,-1 1 0,1-1 0,-1 0 0,1 0 0,-1-1 0,1 1 0,-1-1 0,1 0 0,-1 0 0,0 0 0,6-2 0,4-3 0,0 0 0,0-1 0,-1-1 0,0 0 0,0 0 0,-1-2 0,0 1 0,-1-1 0,0-1 0,0 1 0,15-24 0,0-6 0,-1-1 0,22-54 0,-38 83 0,-6 19 0,-7 28 0,4-28 0,-11 134 342,12-120-684,1 1 1,1 0 0,1 0-1,8 30 1,0-17-6485</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0.661"/>
    </inkml:context>
    <inkml:brush xml:id="br0">
      <inkml:brushProperty name="width" value="0.05" units="cm"/>
      <inkml:brushProperty name="height" value="0.05" units="cm"/>
    </inkml:brush>
  </inkml:definitions>
  <inkml:trace contextRef="#ctx0" brushRef="#br0">260 315 24575,'-1'-1'0,"1"0"0,-1-1 0,1 1 0,-1 0 0,0-1 0,1 1 0,-1 0 0,0-1 0,0 1 0,0 0 0,0 0 0,0 0 0,0 0 0,0 0 0,0 0 0,0 0 0,-1 0 0,1 1 0,0-1 0,0 0 0,-1 1 0,1-1 0,-1 1 0,1-1 0,-1 1 0,-1 0 0,-41-9 0,42 9 0,-6-1 0,0 0 0,0 1 0,-1 0 0,1 0 0,0 1 0,0 0 0,0 1 0,0 0 0,0 0 0,0 0 0,0 1 0,-9 5 0,12-5 0,0 0 0,0 1 0,1-1 0,0 1 0,0 0 0,0 0 0,0 0 0,0 1 0,1 0 0,0-1 0,0 1 0,0 0 0,1 0 0,-1 1 0,1-1 0,1 0 0,-1 1 0,-1 9 0,1 1 0,0-1 0,1 1 0,1 0 0,0-1 0,1 1 0,1 0 0,1-1 0,0 0 0,1 1 0,0-1 0,12 24 0,-13-32 0,1 0 0,0 0 0,0-1 0,0 0 0,1 1 0,0-2 0,0 1 0,1-1 0,0 1 0,0-2 0,7 6 0,-7-7 0,-1 0 0,1-1 0,0 1 0,0-1 0,0-1 0,0 1 0,0-1 0,0 0 0,0 0 0,1-1 0,-1 0 0,0 0 0,0 0 0,1-1 0,7-2 0,-2 0 0,-1-1 0,0 0 0,0 0 0,0-2 0,-1 1 0,0-1 0,0-1 0,0 0 0,-1 0 0,0-1 0,0 0 0,-1 0 0,0-1 0,0 0 0,12-20 0,-2-1 0,-1-1 0,-1-1 0,-2 0 0,11-38 0,-7 14 0,11-69 0,-23 92 0,-2 0 0,-1-1 0,-2-49 0,-5 70 0,-2 17 0,-5 22 0,-1 29 0,2 0 0,-5 102 0,22 115 0,-6-256 0,3 23 0,-4-36 0,0-1 0,1 0 0,-1 0 0,1 0 0,0 1 0,0-1 0,0 0 0,0 0 0,0 0 0,0 0 0,0 0 0,1-1 0,1 3 0,-3-4 0,1 0 0,-1 0 0,1 1 0,0-1 0,-1 0 0,1 0 0,-1 0 0,1 0 0,0 0 0,-1 0 0,1 0 0,-1 0 0,1-1 0,0 1 0,-1 0 0,1 0 0,-1 0 0,1-1 0,-1 1 0,1 0 0,-1-1 0,1 1 0,-1 0 0,1-1 0,-1 1 0,1 0 0,-1-1 0,0 1 0,1-1 0,-1 1 0,0-1 0,1 1 0,-1-1 0,0 1 0,1-1 0,-1 0 0,0 0 0,14-25 0,-13 23 0,40-101 0,-32 76 0,1 0 0,2 1 0,0 0 0,2 0 0,25-35 0,-37 59 0,1 1 0,-1-1 0,0 0 0,1 1 0,0 0 0,-1 0 0,1 0 0,0 0 0,0 0 0,0 0 0,4-1 0,-6 3 0,1-1 0,-1 1 0,0 0 0,0 0 0,1 0 0,-1 0 0,0 0 0,1 0 0,-1 0 0,0 1 0,0-1 0,1 0 0,-1 1 0,0-1 0,0 1 0,0-1 0,1 1 0,-1-1 0,0 1 0,0 0 0,0 0 0,0 0 0,0-1 0,0 1 0,-1 0 0,1 0 0,0 0 0,0 0 0,-1 1 0,1-1 0,0 0 0,0 2 0,3 6 0,0 0 0,0 0 0,-1 1 0,0 0 0,-1-1 0,0 1 0,0 11 0,1 75 0,-3-72 0,-1 140 0,4-137 342,-2-26-414,-1 0 1,0 0 0,1 0 0,-1 0 0,0 0 0,1 0 0,-1 0 0,1 0 0,0 0-1,-1-1 1,1 1 0,-1 0 0,1 0 0,0-1 0,0 1 0,0-1 0,-1 1 0,1 0 0,0-1-1,0 1 1,0-1 0,0 0 0,1 1 0,9 0-6755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1.469"/>
    </inkml:context>
    <inkml:brush xml:id="br0">
      <inkml:brushProperty name="width" value="0.05" units="cm"/>
      <inkml:brushProperty name="height" value="0.05" units="cm"/>
    </inkml:brush>
  </inkml:definitions>
  <inkml:trace contextRef="#ctx0" brushRef="#br0">21 350 24575,'-2'-2'0,"0"-1"0,0 0 0,0 0 0,0 0 0,1 0 0,0 0 0,-1-1 0,1 1 0,0 0 0,0-1 0,1 1 0,-1-6 0,-1-47 0,3 38 0,-2 12 0,1 3 0,0 0 0,0 0 0,0 0 0,0-1 0,0 1 0,1 0 0,-1 0 0,1 0 0,0 0 0,0 0 0,0 0 0,2-3 0,-3 6 0,0-1 0,0 1 0,0 0 0,0 0 0,1 0 0,-1 0 0,0 0 0,0 0 0,0 0 0,0 0 0,0 0 0,0 0 0,0 0 0,0 0 0,0 0 0,0 0 0,1 0 0,-1 0 0,0 0 0,0 0 0,0 0 0,0 0 0,0 0 0,0 0 0,0 0 0,0 0 0,0 0 0,1 0 0,-1 0 0,0 0 0,0 0 0,0 0 0,0 0 0,0 0 0,0 0 0,0 0 0,0 0 0,0 0 0,0 0 0,0 0 0,1 0 0,-1 0 0,0 0 0,0 1 0,0-1 0,0 0 0,0 0 0,0 0 0,0 0 0,0 0 0,0 0 0,0 0 0,0 0 0,0 1 0,3 8 0,0 10 0,3 91 0,2 27 0,-7-116 0,-1-14 0,1 0 0,0 0 0,0 0 0,0-1 0,4 11 0,-5-17 0,0 0 0,0 0 0,0-1 0,0 1 0,0 0 0,0 0 0,0 0 0,0 0 0,0-1 0,0 1 0,0 0 0,0 0 0,1 0 0,-1 0 0,0-1 0,0 1 0,0 0 0,0 0 0,0 0 0,0 0 0,1 0 0,-1 0 0,0 0 0,0-1 0,0 1 0,0 0 0,1 0 0,-1 0 0,0 0 0,0 0 0,0 0 0,0 0 0,1 0 0,-1 0 0,0 0 0,0 0 0,0 0 0,1 0 0,-1 0 0,0 0 0,0 0 0,0 0 0,0 0 0,1 0 0,-1 1 0,0-1 0,0 0 0,0 0 0,0 0 0,1 0 0,-1 0 0,0 0 0,0 0 0,0 1 0,0-1 0,0 0 0,0 0 0,1 0 0,-1 0 0,0 0 0,0 1 0,0-1 0,0 0 0,0 0 0,0 0 0,0 1 0,6-20 0,-5 15 0,34-136 0,-26 93 0,2 1 0,3 0 0,27-62 0,-39 103 0,1 0 0,-1 0 0,1 0 0,1 1 0,-1 0 0,1-1 0,-1 1 0,1 0 0,5-3 0,-9 7 0,1-1 0,0 1 0,0-1 0,0 1 0,0-1 0,0 1 0,0-1 0,0 1 0,0 0 0,0 0 0,0 0 0,0-1 0,0 1 0,0 0 0,0 0 0,0 0 0,0 0 0,0 1 0,0-1 0,0 0 0,1 1 0,-1 0 0,1 0 0,-1 0 0,1 0 0,-1 0 0,0 0 0,1 1 0,-1-1 0,0 1 0,0-1 0,0 1 0,0-1 0,0 1 0,0 0 0,-1-1 0,1 1 0,0 2 0,5 17 0,-1 0 0,-1 1 0,-1 0 0,0 32 0,0 0 0,-1-27 0,-2-17 0,1 0 0,0 0 0,1 0 0,3 13 0,-5-23 0,0 0 0,1 0 0,-1 1 0,0-1 0,0 0 0,0 1 0,0-1 0,0 0 0,0 0 0,0 0 0,0 1 0,0-1 0,1 0 0,-1 0 0,0 1 0,0-1 0,0 0 0,0 0 0,1 0 0,-1 0 0,0 1 0,0-1 0,0 0 0,1 0 0,-1 0 0,0 0 0,0 0 0,1 0 0,-1 1 0,0-1 0,0 0 0,1 0 0,-1 0 0,0 0 0,0 0 0,1 0 0,-1 0 0,0 0 0,0 0 0,1 0 0,-1-1 0,10-9 0,8-23 0,-17 30 0,12-24 0,-4 6 0,0 1 0,2 0 0,0 1 0,1 0 0,23-27 0,-33 45 0,-1-1 0,1 0 0,0 0 0,0 1 0,0-1 0,0 1 0,0 0 0,0 0 0,0-1 0,0 1 0,1 0 0,-1 1 0,0-1 0,1 0 0,2 0 0,-4 2 0,1-1 0,-1 0 0,0 0 0,1 1 0,-1-1 0,0 1 0,1-1 0,-1 1 0,0 0 0,0-1 0,0 1 0,0 0 0,1 0 0,-1 0 0,0 0 0,0 0 0,0 0 0,-1 0 0,1 0 0,0 0 0,0 0 0,-1 0 0,1 1 0,0-1 0,-1 0 0,1 3 0,4 11 0,-1 1 0,0 0 0,-1 0 0,-1 0 0,-1 0 0,0 24 0,0-16 0,5 42 0,-6-63 0,1-1 0,-1 0 0,0 0 0,1 0 0,-1 0 0,1 0 0,0 0 0,-1 0 0,1 0 0,0 0 0,0 0 0,0 0 0,1-1 0,-1 1 0,0 0 0,1-1 0,-1 1 0,1-1 0,-1 0 0,1 1 0,0-1 0,0 0 0,-1 0 0,1 0 0,0 0 0,0 0 0,0 0 0,0-1 0,0 1 0,0-1 0,0 1 0,1-1 0,-1 0 0,0 0 0,0 0 0,0 0 0,0 0 0,0 0 0,0-1 0,0 1 0,0-1 0,0 1 0,0-1 0,0 0 0,3-1 0,9-4 0,-1-1 0,0 0 0,-1-1 0,0 0 0,22-20 0,48-55 0,-58 57 0,-1-2 0,-1 0 0,-2-1 0,-1-1 0,23-50 0,-40 76 0,0-1 0,0 1 0,-1-1 0,0 0 0,0 0 0,0 1 0,0-1 0,-1-6 0,0 10 0,0 0 0,0 0 0,0 1 0,-1-1 0,1 0 0,0 0 0,0 0 0,-1 0 0,1 0 0,-1 0 0,1 1 0,-1-1 0,1 0 0,-1 0 0,1 1 0,-1-1 0,0 0 0,1 1 0,-2-1 0,1 0 0,-1 0 0,1 1 0,0-1 0,-1 1 0,1-1 0,-1 1 0,1 0 0,-1 0 0,0 0 0,1 0 0,-1 0 0,1 0 0,-1 0 0,1 0 0,-3 1 0,-3 1 0,0 0 0,0 1 0,0 0 0,0 0 0,0 0 0,1 1 0,0 0 0,0 1 0,0-1 0,0 1 0,0 0 0,1 0 0,0 1 0,0 0 0,1 0 0,-6 9 0,1-1 0,1 1 0,0 0 0,2 1 0,-1-1 0,2 1 0,-5 22 0,6-20 0,2 1 0,0 0 0,0 0 0,3 25 0,-1-34 0,1-1 0,1 0 0,0 0 0,0 1 0,0-1 0,1 0 0,1-1 0,-1 1 0,2-1 0,7 14 0,-9-19-62,0 1 0,1-1 0,-1 0 0,0 0 0,1 0 0,0 0 0,0-1 0,0 1 0,0-1 0,0 0 0,0 0 0,1 0-1,-1-1 1,1 0 0,-1 0 0,1 0 0,-1 0 0,1-1 0,0 1 0,-1-1 0,10-1 0,13-3-6764</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1.953"/>
    </inkml:context>
    <inkml:brush xml:id="br0">
      <inkml:brushProperty name="width" value="0.05" units="cm"/>
      <inkml:brushProperty name="height" value="0.05" units="cm"/>
    </inkml:brush>
  </inkml:definitions>
  <inkml:trace contextRef="#ctx0" brushRef="#br0">23 457 24575,'-5'-23'0,"0"19"0,0 15 0,2 6 0,1-1 0,0 1 0,1 0 0,1-1 0,1 1 0,1 0 0,0-1 0,1 1 0,4 16 0,-3-25 0,0 0 0,0 0 0,1 0 0,-1-1 0,2 1 0,-1-1 0,1 0 0,0-1 0,0 1 0,1-1 0,0-1 0,13 9 0,-17-12 0,0-1 0,0 0 0,0-1 0,1 1 0,-1 0 0,0-1 0,0 0 0,0 0 0,1 0 0,-1 0 0,0 0 0,0 0 0,1-1 0,-1 0 0,0 0 0,0 0 0,0 0 0,0 0 0,0 0 0,0-1 0,0 1 0,-1-1 0,5-3 0,5-4 0,-1-1 0,0 1 0,18-23 0,-10 8 0,-1-1 0,-1 0 0,-1-1 0,-1-1 0,-2-1 0,-1 0 0,-1-1 0,10-39 0,-11 24 0,-1 1 0,-3-2 0,-2 1 0,-1-1 0,-4-48 0,1 88 0,-1 0 0,1 0 0,-1 0 0,0 0 0,-1 0 0,1 0 0,-4-6 0,5 10 0,0 0 0,-1 0 0,1 1 0,-1-1 0,1 0 0,-1 1 0,1-1 0,-1 0 0,0 1 0,1-1 0,-1 1 0,0-1 0,1 1 0,-1-1 0,0 1 0,0 0 0,1-1 0,-1 1 0,-2-1 0,2 2 0,0-1 0,0 0 0,-1 0 0,1 0 0,0 0 0,-1 1 0,1-1 0,0 1 0,0-1 0,0 1 0,-1 0 0,1-1 0,0 1 0,0 0 0,0 0 0,-2 1 0,-4 6 0,0-1 0,1 1 0,0 0 0,0 1 0,1 0 0,0 0 0,0 0 0,1 0 0,0 1 0,-4 15 0,-2 15 0,-6 49 0,6-13-341,4 1 0,3 0-1,11 115 1,-3-143-6485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2.326"/>
    </inkml:context>
    <inkml:brush xml:id="br0">
      <inkml:brushProperty name="width" value="0.05" units="cm"/>
      <inkml:brushProperty name="height" value="0.05" units="cm"/>
    </inkml:brush>
  </inkml:definitions>
  <inkml:trace contextRef="#ctx0" brushRef="#br0">1 242 24575,'18'-1'0,"0"-1"0,0-1 0,20-6 0,4-1 0,18-1 0,109-37 0,-156 42 0,1 1 0,20-14 0,-30 17 0,0 0 0,-1-1 0,1 1 0,-1-1 0,0 0 0,0 0 0,0 0 0,0-1 0,0 1 0,-1 0 0,1-1 0,-1 0 0,2-5 0,-3 7 0,-1 0 0,0 0 0,1 0 0,-1 1 0,0-1 0,0 0 0,0 0 0,-1 0 0,1 0 0,0 1 0,-1-1 0,1 0 0,-1 0 0,0 0 0,1 1 0,-1-1 0,0 0 0,0 1 0,0-1 0,0 1 0,0-1 0,0 1 0,-1 0 0,1-1 0,0 1 0,-1 0 0,1 0 0,-1 0 0,0 0 0,1 0 0,-1 0 0,-3-1 0,-4-2 0,-1 0 0,1 1 0,-1 0 0,-16-3 0,12 3 0,1 1 0,-1 1 0,0 0 0,0 1 0,0 0 0,-19 3 0,30-2 0,0-1 0,1 1 0,-1 0 0,0-1 0,0 2 0,0-1 0,1 0 0,-1 0 0,0 1 0,1 0 0,-1-1 0,1 1 0,0 0 0,0 0 0,-1 0 0,1 1 0,1-1 0,-1 0 0,0 1 0,0-1 0,1 1 0,0 0 0,-1-1 0,1 1 0,0 0 0,0 0 0,1 0 0,-1 0 0,1 0 0,-1-1 0,1 1 0,0 0 0,0 0 0,0 0 0,1 6 0,3 13 0,1 1 0,1-1 0,0 0 0,2 0 0,17 34 0,-14-33 0,-1 0 0,-1 0 0,-1 1 0,7 39 0,-14-59 0,-1 1 0,1 0 0,-1-1 0,0 1 0,0 0 0,-1-1 0,1 1 0,-1 0 0,0-1 0,0 1 0,-1-1 0,1 0 0,-1 1 0,0-1 0,0 0 0,0 0 0,-1 0 0,0 0 0,1 0 0,-1-1 0,-1 1 0,1-1 0,0 0 0,-1 0 0,0 0 0,1 0 0,-1-1 0,0 0 0,-9 4 0,-38 13-1365,-2-5-5461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3.648"/>
    </inkml:context>
    <inkml:brush xml:id="br0">
      <inkml:brushProperty name="width" value="0.05" units="cm"/>
      <inkml:brushProperty name="height" value="0.05" units="cm"/>
    </inkml:brush>
  </inkml:definitions>
  <inkml:trace contextRef="#ctx0" brushRef="#br0">110 0 24575,'0'29'0,"15"311"0,30-47 0,18 169 0,-22 264 0,-61 2 0,-142 621 0,109-1003 0,30 4 0,14-24 0,5-282 0,2 0 0,2 0 0,2 0 0,1 0 0,16 72 0,5 0 0,-21-90 0,-3-22 0,0 0 0,0 0 0,0 0 0,1 0 0,0 0 0,0 1 0,0-1 0,0-1 0,0 1 0,1 0 0,0 0 0,4 6 0,-6-10 0,0 0 0,1 0 0,-1 1 0,0-1 0,1 0 0,-1 0 0,1 0 0,-1 0 0,0 0 0,1-1 0,-1 1 0,0 0 0,1 0 0,-1 0 0,1 0 0,-1 0 0,0 0 0,1 0 0,-1-1 0,0 1 0,0 0 0,1 0 0,-1-1 0,0 1 0,1 0 0,-1 0 0,0-1 0,0 1 0,1 0 0,-1-1 0,0 1 0,0 0 0,0-1 0,0 1 0,0 0 0,1-1 0,-1 1 0,0-1 0,8-18 0,-7 17 0,10-27-1365,0-1-5461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5.080"/>
    </inkml:context>
    <inkml:brush xml:id="br0">
      <inkml:brushProperty name="width" value="0.05" units="cm"/>
      <inkml:brushProperty name="height" value="0.05" units="cm"/>
    </inkml:brush>
  </inkml:definitions>
  <inkml:trace contextRef="#ctx0" brushRef="#br0">0 40 24575,'5'0'0,"0"-1"0,0 0 0,-1 0 0,1-1 0,5-2 0,9-2 0,5-1 0,39-8 0,-58 14 0,1 1 0,-1-1 0,1 1 0,-1 0 0,1 0 0,-1 1 0,1-1 0,9 4 0,-13-3 0,0 0 0,0 0 0,0 0 0,0 1 0,0-1 0,-1 1 0,1-1 0,0 1 0,-1 0 0,1-1 0,-1 1 0,1 0 0,-1 0 0,0 0 0,0 0 0,0 0 0,0 1 0,0-1 0,-1 0 0,1 3 0,2 7 0,-1 1 0,2 18 0,-3-16 0,22 472 0,-15-221 0,75 606 0,-38-482 0,-18 313 0,-21-302 0,38 661 0,-51-647 0,-1-98 0,7-250 0,3 72 0,-2-136 0,0 0 0,0-1 0,1 1 0,-1 0 0,1 0 0,0 0 0,0-1 0,0 1 0,0-1 0,0 1 0,2 2 0,-3-5-43,1 0 0,-1 0-1,0-1 1,1 1-1,-1 0 1,0 0 0,1 0-1,-1-1 1,0 1 0,0 0-1,1 0 1,-1-1 0,0 1-1,0 0 1,0-1 0,1 1-1,-1 0 1,0-1 0,0 1-1,0 0 1,0-1-1,0 1 1,0 0 0,0-1-1,0 1 1,1-1 0,-1 1-1,0 0 1,-1-1 0,1 0-1,2-12-6803</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6.089"/>
    </inkml:context>
    <inkml:brush xml:id="br0">
      <inkml:brushProperty name="width" value="0.05" units="cm"/>
      <inkml:brushProperty name="height" value="0.05" units="cm"/>
    </inkml:brush>
  </inkml:definitions>
  <inkml:trace contextRef="#ctx0" brushRef="#br0">1 15 24575,'10'-9'0,"-5"4"0,-2 10 0,0 48 0,-3 67 0,-2-38 0,37 991-768,-14-788 768,28 441 0,-24 2 0,-26-333-13,2 161-27,21-2 16,8-182 869,-16-269-845,-12-90 0,1 10 0,-1 1 0,-3 40 0,1 20 0,0-84 0,0 1 0,0 0 0,0 0 0,1-1 0,-1 1 0,0 0 0,0 0 0,0-1 0,0 1 0,1 0 0,-1-1 0,0 1 0,1 0 0,-1-1 0,0 1 0,1 0 0,-1-1 0,1 1 0,0 0 0,0-1 0,-1 0 0,1 0 0,-1 1 0,1-1 0,-1 0 0,0-1 0,1 1 0,-1 0 0,1 0 0,-1 0 0,1 0 0,-1 0 0,0 0 0,1 0 0,-1-1 0,1 1 0,-1 0 0,0 0 0,1-1 0,-1 1 0,0 0 0,1 0 0,-1-1 0,1 1 0,2-4 0,0 1 0,0-1 0,-1 1 0,1-1 0,3-7 0,12-33-1365,2-7-5461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7.054"/>
    </inkml:context>
    <inkml:brush xml:id="br0">
      <inkml:brushProperty name="width" value="0.05" units="cm"/>
      <inkml:brushProperty name="height" value="0.05" units="cm"/>
    </inkml:brush>
  </inkml:definitions>
  <inkml:trace contextRef="#ctx0" brushRef="#br0">1 38 24575,'0'-6'0,"0"5"0,0-1 0,0 0 0,0 1 0,0-1 0,0 0 0,0 1 0,0-1 0,0 0 0,1 1 0,-1-1 0,0 0 0,1 1 0,0-1 0,-1 0 0,1 1 0,0-1 0,0 1 0,1-2 0,-2 3 0,1 0 0,-1 1 0,0-1 0,1 0 0,-1 0 0,0 0 0,1 0 0,-1 1 0,0-1 0,1 0 0,-1 0 0,0 1 0,1-1 0,-1 0 0,0 1 0,0-1 0,1 0 0,-1 1 0,0-1 0,0 0 0,0 1 0,1-1 0,-1 0 0,0 1 0,0-1 0,0 1 0,0-1 0,0 0 0,0 1 0,0-1 0,0 0 0,0 1 0,0-1 0,0 1 0,0 0 0,2 18 0,6 144 0,1 27 0,96 704-253,-12-123-125,-46 5 182,-48-375 151,3 170-32,15-288 451,1 92 201,-10-118-575,0 43 0,-8-297 53,1-2-123,-1 0-1,0 1 0,0-1 0,0 1 0,0-1 0,0 0 0,0 1 0,0-1 0,0 1 0,-1-1 0,1 0 0,0 1 0,-1-1 0,1 0 1,-1 0-1,0 1 0,1-1 0,-1 0 0,-2 2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8.552"/>
    </inkml:context>
    <inkml:brush xml:id="br0">
      <inkml:brushProperty name="width" value="0.05" units="cm"/>
      <inkml:brushProperty name="height" value="0.05" units="cm"/>
    </inkml:brush>
  </inkml:definitions>
  <inkml:trace contextRef="#ctx0" brushRef="#br0">97 2 24575,'-23'-1'0,"14"1"0,0-1 0,0 1 0,0 1 0,-18 3 0,27-4 0,0 0 0,-1 0 0,1 0 0,-1 0 0,1 0 0,-1 0 0,1 1 0,0-1 0,-1 0 0,1 0 0,-1 0 0,1 1 0,0-1 0,-1 0 0,1 0 0,-1 1 0,1-1 0,0 0 0,0 1 0,-1-1 0,1 0 0,0 1 0,-1-1 0,1 0 0,0 1 0,0-1 0,0 1 0,0-1 0,-1 0 0,1 1 0,0-1 0,0 1 0,0-1 0,0 1 0,0 0 0,1 0 0,-1 1 0,1-1 0,0 0 0,-1 0 0,1-1 0,0 1 0,0 0 0,-1 0 0,1 0 0,0 0 0,2 1 0,32 17 0,-5-9 0,1-2 0,-1-1 0,61 6 0,99-6 0,-150-6 0,1177-9-1223,143 4-219,598 81-476,-549-17 1699,693 0-823,-974-42 834,-657-10 280,407 2 112,-381-9-184,508-3 0,-636-7 1431,119-1 739,379 35-2170,-556-17 1098,-224-11-550,133-22 1,-217 24-460,-2 1-147,-1 0 0,1 0-1,-1 0 1,1 0 0,0 0 0,-1 0 0,1 0 0,-1 0-1,1 0 1,-1-1 0,1 1 0,0 0 0,-1 0 0,1-1 0,-1 1-1,1 0 1,-1-1 0,1 1 0,-1-1 0,0 1 0,1 0-1,-1-1 1,1 1 0,0-2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09.920"/>
    </inkml:context>
    <inkml:brush xml:id="br0">
      <inkml:brushProperty name="width" value="0.05" units="cm"/>
      <inkml:brushProperty name="height" value="0.05" units="cm"/>
    </inkml:brush>
  </inkml:definitions>
  <inkml:trace contextRef="#ctx0" brushRef="#br0">1 8 24575,'1311'0'0,"-1305"0"8,114-4-1381,-85 1-5453</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0.853"/>
    </inkml:context>
    <inkml:brush xml:id="br0">
      <inkml:brushProperty name="width" value="0.05" units="cm"/>
      <inkml:brushProperty name="height" value="0.05" units="cm"/>
    </inkml:brush>
  </inkml:definitions>
  <inkml:trace contextRef="#ctx0" brushRef="#br0">76 90 24575,'-3'0'0,"-7"-3"0,-6-1 0,-2-3 0,1-4 0,7 1 0,8 2 0,11 1 0,14 3 0,11 2 0,13-2 0,11 0 0,5 0 0,5 1 0,-1-2 0,-2 0 0,-5 0 0,-14 2-8191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1.024"/>
    </inkml:context>
    <inkml:brush xml:id="br0">
      <inkml:brushProperty name="width" value="0.05" units="cm"/>
      <inkml:brushProperty name="height" value="0.05" units="cm"/>
    </inkml:brush>
  </inkml:definitions>
  <inkml:trace contextRef="#ctx0" brushRef="#br0">29 1 24575,'-3'3'0,"-5"1"0,0 3 0,1 4 0,4 5 0,7 4 0,5 5 0,4 4 0,1 6 0,0 7 0,1 3 0,2 2 0,0 1 0,-2-3 0,-1-2 0,-3-2 0,-3-9-8191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1.273"/>
    </inkml:context>
    <inkml:brush xml:id="br0">
      <inkml:brushProperty name="width" value="0.05" units="cm"/>
      <inkml:brushProperty name="height" value="0.05" units="cm"/>
    </inkml:brush>
  </inkml:definitions>
  <inkml:trace contextRef="#ctx0" brushRef="#br0">0 5 24575,'0'-3'0,"0"2"0,4 4 0,0 5 0,3 5 0,0 2 0,-1 6 0,2 1 0,-1 5 0,2-1 0,-1 0 0,-2-3 0,2-1 0,-1-5-8191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1.396"/>
    </inkml:context>
    <inkml:brush xml:id="br0">
      <inkml:brushProperty name="width" value="0.05" units="cm"/>
      <inkml:brushProperty name="height" value="0.05" units="cm"/>
    </inkml:brush>
  </inkml:definitions>
  <inkml:trace contextRef="#ctx0" brushRef="#br0">1 44 24575,'0'-6'0,"0"-5"0,0-5 0,3 5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1.926"/>
    </inkml:context>
    <inkml:brush xml:id="br0">
      <inkml:brushProperty name="width" value="0.05" units="cm"/>
      <inkml:brushProperty name="height" value="0.05" units="cm"/>
    </inkml:brush>
  </inkml:definitions>
  <inkml:trace contextRef="#ctx0" brushRef="#br0">238 450 24575,'2'0'0,"0"0"0,1 0 0,-1-1 0,1 1 0,-1-1 0,0 0 0,1 0 0,-1 0 0,0 0 0,0 0 0,0 0 0,0-1 0,0 1 0,0 0 0,0-1 0,0 0 0,0 0 0,-1 1 0,1-1 0,-1 0 0,1 0 0,-1 0 0,0 0 0,0-1 0,0 1 0,0 0 0,0 0 0,0-1 0,-1 1 0,1-3 0,0 1 0,0 0 0,0 0 0,-1 0 0,0 1 0,0-1 0,0 0 0,0 0 0,0 0 0,-1 0 0,0 0 0,0 1 0,0-1 0,0 0 0,-1 1 0,1-1 0,-1 1 0,0-1 0,-3-5 0,0 5 0,0 0 0,0 0 0,0 0 0,0 0 0,0 1 0,-1 0 0,1 0 0,-1 1 0,0-1 0,0 1 0,0 0 0,0 1 0,0-1 0,-1 1 0,1 1 0,0-1 0,-9 1 0,8 0 0,-1 1 0,1-1 0,0 1 0,0 0 0,-1 1 0,1 0 0,0 0 0,0 1 0,1 0 0,-1 0 0,1 0 0,-1 1 0,1 0 0,-10 8 0,11-7 0,0 0 0,0 0 0,1 1 0,0 0 0,0 0 0,0 0 0,0 0 0,1 1 0,0-1 0,1 1 0,-1 0 0,1 0 0,-2 12 0,4-14 0,-1 0 0,1 0 0,0-1 0,1 1 0,-1 0 0,1-1 0,0 1 0,0 0 0,0-1 0,1 1 0,0-1 0,0 0 0,0 0 0,0 1 0,1-1 0,-1 0 0,1-1 0,0 1 0,0-1 0,1 1 0,6 5 0,-2-3 0,0-1 0,1 0 0,0 0 0,0-1 0,0 0 0,0-1 0,1 0 0,-1 0 0,1-1 0,0 0 0,-1-1 0,1 0 0,0 0 0,0-1 0,0-1 0,10-1 0,-10 1 0,-1 0 0,0-1 0,1 0 0,-1-1 0,0 0 0,0-1 0,-1 0 0,1 0 0,-1-1 0,1 1 0,-2-2 0,1 0 0,0 0 0,-1 0 0,0-1 0,10-12 0,-9 6 0,0-1 0,-1-1 0,0 1 0,-1-1 0,0 0 0,-2-1 0,0 1 0,0-1 0,1-23 0,-2 0 0,-2-1 0,-5-65 0,4 103 0,-1-10 0,0 0 0,-1 0 0,0 1 0,0-1 0,-1 0 0,-1 1 0,-6-15 0,10 25 0,-1 0 0,1 0 0,0 1 0,0-1 0,-1 0 0,1 1 0,0-1 0,-1 1 0,1-1 0,-1 0 0,1 1 0,-1-1 0,1 1 0,-1-1 0,1 1 0,-1-1 0,1 1 0,-1 0 0,0-1 0,1 1 0,-1 0 0,0-1 0,1 1 0,-1 0 0,0 0 0,1-1 0,-1 1 0,0 0 0,0 0 0,1 0 0,-2 0 0,1 1 0,0 0 0,0 0 0,0 0 0,0-1 0,0 1 0,0 0 0,0 1 0,0-1 0,1 0 0,-1 0 0,0 0 0,1 0 0,-1 1 0,0 1 0,-3 9 0,1-1 0,-3 21 0,3-6 0,1 1 0,2 0 0,1-1 0,8 53 0,1-29 0,28 82 0,-36-125-170,1 1-1,0-1 0,0 0 1,1 0-1,0 0 0,0 0 1,9 9-1,0-3-6655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2.607"/>
    </inkml:context>
    <inkml:brush xml:id="br0">
      <inkml:brushProperty name="width" value="0.05" units="cm"/>
      <inkml:brushProperty name="height" value="0.05" units="cm"/>
    </inkml:brush>
  </inkml:definitions>
  <inkml:trace contextRef="#ctx0" brushRef="#br0">1 25 24575,'3'0'0,"0"-1"0,0 1 0,-1-1 0,1 0 0,0 0 0,0 0 0,-1 0 0,1-1 0,-1 1 0,4-3 0,-4 3 0,1-1 0,0 0 0,0 1 0,0 0 0,0 0 0,0 0 0,3-1 0,-5 2 0,0 0 0,0 0 0,1 0 0,-1 0 0,0 0 0,0 0 0,0 1 0,1-1 0,-1 0 0,0 1 0,0-1 0,0 1 0,0-1 0,0 1 0,0 0 0,0-1 0,0 1 0,0 0 0,0 0 0,0 0 0,0 0 0,1 1 0,2 4 0,1 0 0,-1 1 0,-1-1 0,1 0 0,-1 1 0,0 0 0,-1 0 0,3 7 0,-1 8 0,4 29 0,-7-36 0,1-1 0,1 1 0,0-1 0,1 1 0,8 19 0,-12-33-52,1 0-1,0 1 1,-1-1-1,1 0 1,0 0-1,0 0 1,0 0-1,0 1 1,0-1-1,0-1 1,0 1-1,0 0 1,0 0-1,0 0 1,1 0-1,-1-1 1,0 1-1,0-1 1,1 1-1,-1-1 0,0 1 1,1-1-1,-1 0 1,1 0-1,2 1 1,8-3-6774</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2.763"/>
    </inkml:context>
    <inkml:brush xml:id="br0">
      <inkml:brushProperty name="width" value="0.05" units="cm"/>
      <inkml:brushProperty name="height" value="0.05" units="cm"/>
    </inkml:brush>
  </inkml:definitions>
  <inkml:trace contextRef="#ctx0" brushRef="#br0">29 8 24575,'-3'-3'0,"-5"-1"0,0 3 0,1 5 0,4 2 0,7 3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3.246"/>
    </inkml:context>
    <inkml:brush xml:id="br0">
      <inkml:brushProperty name="width" value="0.05" units="cm"/>
      <inkml:brushProperty name="height" value="0.05" units="cm"/>
    </inkml:brush>
  </inkml:definitions>
  <inkml:trace contextRef="#ctx0" brushRef="#br0">276 333 24575,'0'-9'0,"-1"0"0,1 1 0,-1-1 0,-1 0 0,0 0 0,0 1 0,-1-1 0,0 1 0,0 0 0,-1 0 0,0 0 0,-7-10 0,8 13 0,0 1 0,-1 1 0,0-1 0,0 0 0,0 1 0,0 0 0,0 0 0,0 0 0,-1 1 0,0-1 0,1 1 0,-1 0 0,0 0 0,0 1 0,0-1 0,0 1 0,0 0 0,0 1 0,-1-1 0,1 1 0,0 0 0,-8 1 0,8 0 0,0 0 0,1 1 0,-1-1 0,0 1 0,0 0 0,1 0 0,-1 1 0,1-1 0,0 1 0,0 0 0,0 0 0,0 1 0,0-1 0,1 1 0,0 0 0,-4 4 0,0 1 0,1 1 0,-1 0 0,2-1 0,0 2 0,0-1 0,-4 13 0,7-18 0,1 0 0,-1 0 0,1 0 0,0 0 0,1 0 0,-1 0 0,1 1 0,0-1 0,0 0 0,1 0 0,-1 0 0,1 1 0,0-1 0,1 0 0,-1 0 0,1 0 0,0-1 0,0 1 0,1 0 0,-1-1 0,1 1 0,0-1 0,0 0 0,0 0 0,1 0 0,0 0 0,-1-1 0,1 1 0,1-1 0,-1 0 0,0 0 0,1-1 0,-1 1 0,1-1 0,0 0 0,9 3 0,-5-3 0,0 0 0,0-1 0,0 0 0,0 0 0,0-1 0,1 0 0,-1-1 0,0 0 0,0 0 0,0-1 0,-1 0 0,1-1 0,0 0 0,-1 0 0,1-1 0,-1 0 0,0 0 0,0-1 0,-1 0 0,1 0 0,-1-1 0,0 0 0,7-9 0,-3 3 0,0 0 0,-1-1 0,0 0 0,-1-1 0,-1 0 0,0 0 0,-1-1 0,-1 0 0,0 0 0,-1 0 0,0-1 0,2-21 0,1-55 0,-8 81 0,0 0 0,0 0 0,-2 1 0,1-1 0,-1 0 0,-5-13 0,2 18 0,2 14 0,0 16 0,4 18 86,1 1-1,2-1 0,12 51 1,40 123-1793,-43-173-5119</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4.121"/>
    </inkml:context>
    <inkml:brush xml:id="br0">
      <inkml:brushProperty name="width" value="0.05" units="cm"/>
      <inkml:brushProperty name="height" value="0.05" units="cm"/>
    </inkml:brush>
  </inkml:definitions>
  <inkml:trace contextRef="#ctx0" brushRef="#br0">12 889 24575,'-5'-17'0,"4"15"0,0 1 0,0-1 0,1 0 0,-1 1 0,0-1 0,1 0 0,0 0 0,-1 0 0,1 0 0,0-2 0,1-4 0,0-1 0,1 0 0,0 1 0,1 0 0,0-1 0,0 1 0,1 0 0,6-9 0,42-61 0,-36 57 0,9-13 0,0 1 0,2 1 0,2 2 0,0 1 0,2 1 0,47-33 0,-5 16-74,1 4 0,2 2 0,122-43 1,-53 35-75,164-32 0,-145 47 148,1 8 0,1 7 0,1 7 0,0 7 0,250 28 0,-201 3-4,393 104-1,-483-93 27,-2 4-1,-2 7 1,-3 4-1,159 98 0,404 318 380,-315-210-309,-344-244-92,22 13 0,-2 2 0,-1 2 0,67 69 0,-105-93-1365</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4.599"/>
    </inkml:context>
    <inkml:brush xml:id="br0">
      <inkml:brushProperty name="width" value="0.05" units="cm"/>
      <inkml:brushProperty name="height" value="0.05" units="cm"/>
    </inkml:brush>
  </inkml:definitions>
  <inkml:trace contextRef="#ctx0" brushRef="#br0">14 29 24575,'0'-1'0,"-1"1"0,0-1 0,0 1 0,0-1 0,0 0 0,0 1 0,1-1 0,-1 0 0,0 1 0,1-1 0,-1 0 0,0 0 0,1 0 0,-1 0 0,1 0 0,-1 0 0,1 0 0,0 1 0,-1-1 0,1 0 0,0 0 0,0-1 0,-1 1 0,1-1 0,2-5 0,6 22 0,28 87 0,33 159 0,-35-121 0,-28-114-1365,-1-5-5461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4.972"/>
    </inkml:context>
    <inkml:brush xml:id="br0">
      <inkml:brushProperty name="width" value="0.05" units="cm"/>
      <inkml:brushProperty name="height" value="0.05" units="cm"/>
    </inkml:brush>
  </inkml:definitions>
  <inkml:trace contextRef="#ctx0" brushRef="#br0">57 390 24575,'0'-5'0,"-1"-1"0,0 1 0,0-1 0,-1 1 0,0-1 0,-3-6 0,-4-14 0,7 18 0,-10-36 0,-6-50 0,16 82 0,1 1 0,0-1 0,1 0 0,1 0 0,-1 0 0,2 0 0,0 0 0,0 1 0,7-19 0,-8 28 0,0 0 0,0-1 0,0 1 0,0 0 0,0 0 0,1 0 0,-1 0 0,1 1 0,-1-1 0,1 0 0,0 1 0,0-1 0,0 1 0,-1-1 0,2 1 0,-1 0 0,0 0 0,3-2 0,-2 3 0,1-1 0,-1 0 0,1 1 0,-1 0 0,1-1 0,-1 1 0,1 1 0,-1-1 0,1 0 0,-1 1 0,5 1 0,3 2 0,-1 0 0,1 1 0,-1 0 0,0 0 0,0 1 0,15 12 0,-11-6 0,0 1 0,0 1 0,-1 0 0,-1 0 0,17 26 0,-24-32 0,0 0 0,-1 0 0,0 0 0,0 1 0,-1 0 0,0-1 0,0 1 0,-1 0 0,-1 0 0,1 1 0,-1-1 0,-1 0 0,0 14 0,-1-18 0,0 0 0,0-1 0,0 1 0,0-1 0,-1 0 0,0 1 0,0-1 0,0 0 0,0 0 0,-1 0 0,1 0 0,-1 0 0,0-1 0,-5 5 0,2-3 0,0 0 0,0-1 0,0 0 0,-1 0 0,0 0 0,0-1 0,0 0 0,-9 2 0,-2 0 0,-1-1 0,0-1 0,0-1 0,-1-1 0,1 0 0,-22-3 0,13-1-1365,4-2-5461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5.208"/>
    </inkml:context>
    <inkml:brush xml:id="br0">
      <inkml:brushProperty name="width" value="0.05" units="cm"/>
      <inkml:brushProperty name="height" value="0.05" units="cm"/>
    </inkml:brush>
  </inkml:definitions>
  <inkml:trace contextRef="#ctx0" brushRef="#br0">0 9 24575,'3'0'0,"2"-3"0,2-1 0,0 3 0,-1 5 0,2 8 0,-1 5 0,-1 6 0,1 6 0,0 3 0,-2 3 0,-1 2 0,1 1 0,0-3 0,0-2 0,-2-5-8191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5.629"/>
    </inkml:context>
    <inkml:brush xml:id="br0">
      <inkml:brushProperty name="width" value="0.05" units="cm"/>
      <inkml:brushProperty name="height" value="0.05" units="cm"/>
    </inkml:brush>
  </inkml:definitions>
  <inkml:trace contextRef="#ctx0" brushRef="#br0">110 189 24575,'1'-8'0,"1"1"0,-1-1 0,1 1 0,0-1 0,1 1 0,0 0 0,6-12 0,2-5 0,-10 21 0,2-6 0,0 1 0,1 0 0,-1 0 0,2 0 0,-1 0 0,1 0 0,0 1 0,1 0 0,10-10 0,-16 16 0,0 1 0,0 0 0,0 0 0,0 0 0,0 0 0,0 0 0,0 0 0,0-1 0,0 1 0,1 0 0,-1 0 0,0 0 0,0 0 0,0 0 0,0 0 0,0 0 0,0 0 0,1 0 0,-1 0 0,0 0 0,0 0 0,0 0 0,0 0 0,0 0 0,1 0 0,-1 0 0,0 0 0,0 0 0,0 0 0,0 0 0,0 0 0,0 0 0,1 0 0,-1 0 0,0 0 0,0 0 0,0 0 0,0 0 0,0 0 0,1 0 0,-1 0 0,0 0 0,0 0 0,0 0 0,0 1 0,0-1 0,0 0 0,0 0 0,0 0 0,0 0 0,1 0 0,-1 0 0,0 0 0,0 1 0,0-1 0,-2 12 0,-7 14 0,0-12 0,0-1 0,-1 1 0,-1-2 0,0 0 0,0 0 0,-1-1 0,-1 0 0,0-1 0,0-1 0,-1 0 0,0-1 0,0 0 0,-17 6 0,22-12 0,18-9 0,16-8 0,-16 11 0,0 1 0,0 0 0,0 0 0,0 1 0,0 0 0,0 1 0,1 0 0,-1 0 0,1 1 0,-1 0 0,0 1 0,1 0 0,-1 0 0,0 1 0,1 1 0,-1-1 0,-1 1 0,1 1 0,0 0 0,-1 0 0,1 0 0,-1 1 0,-1 0 0,1 1 0,-1 0 0,0 0 0,0 1 0,7 8 0,25 34 0,-31-36 0,2-1 0,0 0 0,0 0 0,1-1 0,17 14 0,-27-24 9,1 0-1,-1 0 1,1 0-1,-1-1 1,1 1-1,0 0 1,-1-1 0,1 1-1,0-1 1,0 1-1,0-1 1,-1 0-1,1 0 1,0 0-1,0 0 1,0 0-1,0 0 1,-1 0-1,4-1 1,-2 0 6,0-1 1,0 1-1,0-1 1,0 1-1,-1-1 1,1 0 0,-1 0-1,1 0 1,-1-1-1,3-2 1,3-5-358,0-1 1,-1 0 0,0 0-1,6-17 1,-5 11-6485</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8.550"/>
    </inkml:context>
    <inkml:brush xml:id="br0">
      <inkml:brushProperty name="width" value="0.05" units="cm"/>
      <inkml:brushProperty name="height" value="0.05" units="cm"/>
    </inkml:brush>
  </inkml:definitions>
  <inkml:trace contextRef="#ctx0" brushRef="#br0">368 150 24575,'2'-34'0,"-1"23"0,-1 1 0,1-1 0,-2 1 0,1-1 0,-1 0 0,-4-16 0,4 26 0,0 0 0,1-1 0,-1 1 0,0 0 0,1-1 0,-1 1 0,0 0 0,0 0 0,0-1 0,0 1 0,0 0 0,0 0 0,0 0 0,-1 1 0,1-1 0,0 0 0,-1 0 0,1 1 0,0-1 0,-3 0 0,1 0 0,0 1 0,0-1 0,0 1 0,0 0 0,0 0 0,0 0 0,0 0 0,1 1 0,-7 0 0,0 2 0,0 0 0,-1 1 0,1 0 0,1 1 0,-11 6 0,-5 5 0,1 2 0,1 0 0,0 2 0,-23 27 0,31-31 0,1 1 0,1 1 0,0-1 0,1 2 0,1 0 0,-11 29 0,18-40 0,1-1 0,0 1 0,0-1 0,1 1 0,0 0 0,0 0 0,1 0 0,0-1 0,0 1 0,0 0 0,1 0 0,1 0 0,-1-1 0,5 13 0,-3-13 0,0-1 0,1-1 0,-1 1 0,1 0 0,0-1 0,1 0 0,-1 0 0,1 0 0,0-1 0,0 1 0,0-1 0,1 0 0,-1-1 0,1 1 0,0-1 0,0 0 0,10 3 0,-2-2 0,1 0 0,1 0 0,-1-2 0,0 0 0,0-1 0,1 0 0,-1-1 0,1-1 0,-1 0 0,0-1 0,1-1 0,-1 0 0,0-1 0,-1-1 0,28-12 0,-30 11 0,0 0 0,0-1 0,0 0 0,-1-1 0,-1 0 0,1-1 0,-1 0 0,0-1 0,-1 1 0,-1-2 0,1 0 0,-1 0 0,-1 0 0,0-1 0,-1 0 0,0 0 0,-1-1 0,5-17 0,-8-5 0,-2 34 0,0 0 0,0 1 0,0-1 0,-1 0 0,1 1 0,0-1 0,0 1 0,0-1 0,0 0 0,-1 1 0,1-1 0,0 1 0,-1-1 0,1 1 0,0-1 0,-1 1 0,1-1 0,-1 1 0,0-1 0,1 1 0,-1 0 0,0 0 0,1 0 0,-1 0 0,0 0 0,1 0 0,-1 1 0,1-1 0,-1 0 0,1 0 0,-1 1 0,0-1 0,1 0 0,-1 1 0,1-1 0,-1 1 0,1-1 0,0 0 0,-1 1 0,1-1 0,-1 1 0,1-1 0,0 1 0,-1 0 0,1 0 0,-6 10 0,0 0 0,1 1 0,0 0 0,1 0 0,0 0 0,1 0 0,0 1 0,0 14 0,0-9 0,3-18 0,-4 17 0,2 0 0,0 1 0,1 28 0,1-42 0,1 1 0,-1-1 0,1 1 0,0 0 0,1-1 0,-1 0 0,1 1 0,3 5 0,-4-8 0,0 0 0,1 0 0,-1 0 0,1 0 0,0-1 0,0 1 0,-1 0 0,1-1 0,0 1 0,0-1 0,1 0 0,-1 1 0,0-1 0,0 0 0,1 0 0,3 1 0,-3-2 0,1 0 0,-1 0 0,1 0 0,-1 0 0,1 0 0,-1-1 0,1 1 0,-1-1 0,0 0 0,1 0 0,-1 0 0,0-1 0,0 1 0,0-1 0,0 0 0,0 1 0,0-2 0,0 1 0,-1 0 0,1 0 0,-1-1 0,1 1 0,2-5 0,1 0 0,0-2 0,0 1 0,0-1 0,-1 0 0,0 0 0,6-17 0,-8 17 0,-1 0 0,0-1 0,0 1 0,0-1 0,-1 1 0,-1-20 0,0 27 0,0 0 0,0 0 0,0 0 0,-1 0 0,1 0 0,-1 0 0,1 0 0,-1 0 0,0 0 0,0 0 0,1 1 0,-1-1 0,-1 0 0,1 0 0,0 1 0,0-1 0,-1 1 0,1-1 0,-1 1 0,1-1 0,-1 1 0,1 0 0,-1 0 0,0 0 0,0 0 0,0 0 0,0 0 0,1 0 0,-1 1 0,0-1 0,0 1 0,0-1 0,0 1 0,-1 0 0,1 0 0,0 0 0,0 0 0,-2 0 0,1 1 0,0-1 0,1 1 0,-1 0 0,0 0 0,1 0 0,-1 0 0,0 0 0,1 1 0,0-1 0,-1 1 0,1-1 0,0 1 0,-1 0 0,1 0 0,0 0 0,1 0 0,-1 1 0,0-1 0,1 0 0,-1 1 0,1-1 0,0 1 0,-2 3 0,2-4 0,1-1 0,-1 1 0,1-1 0,-1 1 0,1-1 0,0 1 0,-1-1 0,1 1 0,0-1 0,0 1 0,0 0 0,0-1 0,1 1 0,-1-1 0,0 1 0,1-1 0,-1 1 0,1-1 0,-1 1 0,1-1 0,0 1 0,-1-1 0,1 0 0,0 1 0,0-1 0,0 0 0,0 0 0,0 1 0,0-1 0,1 0 0,-1 0 0,0 0 0,0-1 0,1 1 0,-1 0 0,1 0 0,-1-1 0,1 1 0,-1-1 0,1 1 0,-1-1 0,2 1 0,5 0 0,-1 0 0,0 0 0,0-1 0,1 0 0,-1 0 0,0 0 0,0-1 0,1 0 0,-1-1 0,12-4 0,1-1 0,-1-2 0,24-15 0,26-11 0,-67 34 0,0 0 0,0 0 0,0 1 0,1-1 0,-1 1 0,0-1 0,0 1 0,0 0 0,0-1 0,1 1 0,-1 0 0,0 1 0,0-1 0,0 0 0,1 0 0,-1 1 0,0 0 0,0-1 0,0 1 0,2 1 0,-1 0 0,-1 0 0,0 0 0,0 0 0,0 0 0,0 0 0,0 1 0,0-1 0,-1 1 0,1-1 0,-1 1 0,0-1 0,0 1 0,0 0 0,1 5 0,4 14 0,-1-1 0,3 44 0,-8-68 0,1 0 0,0 1 0,0-1 0,0 0 0,0 1 0,0-1 0,0 1 0,1-1 0,-1 1 0,1 0 0,-1-1 0,1 1 0,0 0 0,0 0 0,0 0 0,0 0 0,1 1 0,-1-1 0,0 1 0,6-3 0,-5 2 0,0 0 0,0 1 0,0-1 0,0 1 0,0 0 0,0 0 0,1 0 0,-1 0 0,1 0 0,-1 1 0,0 0 0,1 0 0,-1 0 0,1 0 0,-1 0 0,1 0 0,-1 1 0,0 0 0,5 1 0,-2 2 0,-1-1 0,0 1 0,0 1 0,-1-1 0,1 1 0,-1-1 0,0 1 0,0 0 0,0 1 0,-1-1 0,0 1 0,0-1 0,3 9 0,-1-3 0,1-1 0,10 16 0,-14-23 0,1 0 0,-1-1 0,1 1 0,0-1 0,-1 1 0,1-1 0,0 0 0,1 0 0,-1 0 0,0 0 0,0-1 0,6 2 0,-6-2 0,0-1 0,0 1 0,0-1 0,0 0 0,1 0 0,-1-1 0,0 1 0,0-1 0,0 1 0,0-1 0,0 0 0,0 0 0,0 0 0,-1-1 0,1 1 0,0-1 0,0 1 0,-1-1 0,1 0 0,-1 0 0,4-4 0,3-3 0,0-1 0,0 0 0,12-19 0,-11 13 0,-1 0 0,0-1 0,-1-1 0,-1 1 0,-1-1 0,0-1 0,-2 1 0,0-1 0,-1 1 0,0-1 0,-2 0 0,0 0 0,-2 0 0,0 0 0,-4-20 0,5 35 0,-2 0 0,1-1 0,0 1 0,-1 0 0,0 0 0,0 0 0,0 0 0,-5-7 0,7 11 0,-1 0 0,1-1 0,0 1 0,-1-1 0,1 1 0,0 0 0,-1-1 0,1 1 0,0 0 0,-1-1 0,1 1 0,-1 0 0,1 0 0,-1 0 0,1-1 0,-1 1 0,1 0 0,-1 0 0,1 0 0,-1 0 0,1 0 0,-1 0 0,1 0 0,-1 0 0,1 0 0,-1 0 0,1 0 0,-1 0 0,0 1 0,0 0 0,0 0 0,0 0 0,0 0 0,0 0 0,0 0 0,0 1 0,1-1 0,-1 0 0,0 1 0,1-1 0,-1 0 0,1 1 0,-1-1 0,1 1 0,-1 2 0,-2 18 0,0 0 0,1 0 0,1 1 0,1-1 0,1 1 0,6 35 0,2-12 0,1 0 0,20 50 0,-27-86-341,1-1 0,1 1-1,9 16 1,-1-10-6485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8.678"/>
    </inkml:context>
    <inkml:brush xml:id="br0">
      <inkml:brushProperty name="width" value="0.05" units="cm"/>
      <inkml:brushProperty name="height" value="0.05" units="cm"/>
    </inkml:brush>
  </inkml:definitions>
  <inkml:trace contextRef="#ctx0" brushRef="#br0">11 102 24575,'0'-6'0,"0"-6"0,-3 0 0,-1-1 0,1-3 0,2 3 0,6 3 0,5 3 0,4 3 0,6 2 0,2 1 0,4 2 0,0-4 0,-3 0-8191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9.426"/>
    </inkml:context>
    <inkml:brush xml:id="br0">
      <inkml:brushProperty name="width" value="0.05" units="cm"/>
      <inkml:brushProperty name="height" value="0.05" units="cm"/>
    </inkml:brush>
  </inkml:definitions>
  <inkml:trace contextRef="#ctx0" brushRef="#br0">0 28 24575,'3'-3'0,"1"-4"0,3-1 0,4 1 0,2 5 0,3 9 0,-1 9 0,-1 8 0,-2 7 0,-1 7 0,-1 7 0,-3 2 0,1 2 0,-2-1 0,-1-2 0,-1-6 0,-2-7 0,-1-8-8191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19.858"/>
    </inkml:context>
    <inkml:brush xml:id="br0">
      <inkml:brushProperty name="width" value="0.05" units="cm"/>
      <inkml:brushProperty name="height" value="0.05" units="cm"/>
    </inkml:brush>
  </inkml:definitions>
  <inkml:trace contextRef="#ctx0" brushRef="#br0">23 668 24575,'-2'-26'0,"-4"-29"0,-1-10 0,5 30 0,-3-157 0,6 158 0,1 1 0,2 0 0,13-56 0,-14 81 0,-1-1 0,2 1 0,-1-1 0,1 1 0,0 0 0,0 0 0,8-9 0,-10 14 0,1 0 0,-1 1 0,0 0 0,1-1 0,0 1 0,0 0 0,-1 0 0,1 1 0,0-1 0,0 0 0,1 1 0,-1 0 0,0 0 0,0 0 0,1 0 0,-1 0 0,0 1 0,1 0 0,-1-1 0,1 1 0,-1 0 0,5 1 0,0 1 0,1 0 0,-1 0 0,0 1 0,0 0 0,-1 1 0,1-1 0,-1 2 0,1-1 0,-1 1 0,0 0 0,-1 0 0,1 1 0,-1 0 0,-1 0 0,1 0 0,8 13 0,-5-6 0,-1 1 0,0 0 0,0 1 0,-2-1 0,0 1 0,0 1 0,6 29 0,-11-36 0,0 1 0,0-1 0,-1 1 0,0-1 0,-1 1 0,0 0 0,0-1 0,-1 0 0,-1 1 0,1-1 0,-1 0 0,-1 0 0,0 0 0,0-1 0,-1 1 0,0-1 0,0 0 0,-1 0 0,0-1 0,-7 8 0,0-3 0,0 0 0,-1-1 0,0 0 0,-1-1 0,0-1 0,0 0 0,-1-1 0,0-1 0,0 0 0,-20 5 0,34-12 0,-23 6 0,24-6 0,0 0 0,0 0 0,0 0 0,-1 0 0,1 0 0,0 0 0,0 0 0,0 0 0,0 0 0,0 0 0,0 0 0,0-1 0,0 1 0,0 0 0,0-1 0,0 1 0,0-1 0,0 1 0,0-1 0,-1 0 0,2 0 0,0 1 0,0-1 0,0 1 0,0-1 0,0 1 0,0-1 0,0 0 0,0 1 0,0-1 0,0 1 0,0-1 0,0 1 0,0-1 0,0 1 0,1-1 0,-1 1 0,0-1 0,0 1 0,1 0 0,-1-1 0,0 1 0,1-1 0,-1 1 0,0 0 0,1-1 0,-1 1 0,0-1 0,1 1 0,-1 0 0,1 0 0,-1-1 0,1 1 0,0 0 0,16-11 0,-3 5 0,0 1 0,0 1 0,1 0 0,-1 1 0,1 0 0,17 0 0,-2 1 0,0 1 0,31 4 0,-59-2 0,1-1 0,-1 0 0,0 1 0,0 0 0,0-1 0,0 1 0,0 0 0,0 0 0,0 0 0,0 0 0,0 0 0,0 1 0,0-1 0,-1 0 0,1 1 0,-1 0 0,1-1 0,-1 1 0,1 0 0,-1 0 0,0-1 0,0 1 0,0 0 0,1 3 0,1 5 0,0-1 0,-1 1 0,0-1 0,1 14 0,0-1 0,5 27 201,-5-23-723,1-1 0,15 49 0,-12-58-6304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0.013"/>
    </inkml:context>
    <inkml:brush xml:id="br0">
      <inkml:brushProperty name="width" value="0.05" units="cm"/>
      <inkml:brushProperty name="height" value="0.05" units="cm"/>
    </inkml:brush>
  </inkml:definitions>
  <inkml:trace contextRef="#ctx0" brushRef="#br0">4 127 24575,'0'-6'0,"0"-9"0,0-8 0,0-3 0,-3 0 0,2 7 0,2 7-8191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0.215"/>
    </inkml:context>
    <inkml:brush xml:id="br0">
      <inkml:brushProperty name="width" value="0.05" units="cm"/>
      <inkml:brushProperty name="height" value="0.05" units="cm"/>
    </inkml:brush>
  </inkml:definitions>
  <inkml:trace contextRef="#ctx0" brushRef="#br0">1 15 24575,'0'-3'0,"0"-4"0,0 2 0,3 9 0,1 9 0,3 9 0,0 7 0,3 8 0,-1 7 0,1 2 0,-1 3 0,1 0 0,2-4 0,-1-5 0,-2-9-8191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0.570"/>
    </inkml:context>
    <inkml:brush xml:id="br0">
      <inkml:brushProperty name="width" value="0.05" units="cm"/>
      <inkml:brushProperty name="height" value="0.05" units="cm"/>
    </inkml:brush>
  </inkml:definitions>
  <inkml:trace contextRef="#ctx0" brushRef="#br0">1 258 24575,'0'-1'0,"0"0"0,1 0 0,-1 0 0,0 0 0,1 0 0,-1 0 0,1 0 0,0 0 0,-1 0 0,1 0 0,0 0 0,0 1 0,-1-1 0,1 0 0,0 0 0,0 1 0,0-1 0,0 0 0,1 0 0,22-11 0,-22 11 0,33-11 0,0 0 0,1 3 0,48-8 0,-40 10 0,70-23 0,-106 27 0,0-1 0,0 1 0,-1-1 0,1 0 0,8-8 0,-14 11 0,-1-1 0,1 1 0,0-1 0,-1 1 0,0-1 0,1 0 0,-1 0 0,0 1 0,0-1 0,0 0 0,1-3 0,-1 4 0,-1-1 0,0 1 0,0 0 0,0 0 0,0 0 0,0-1 0,0 1 0,0 0 0,0 0 0,-1 0 0,1-1 0,0 1 0,-1 0 0,1 0 0,-1 0 0,1 0 0,-1 0 0,1 0 0,-1 0 0,0 0 0,1 0 0,-2-1 0,-3-3 0,0 1 0,-1-1 0,1 1 0,-1 1 0,0-1 0,0 1 0,0 0 0,0 0 0,0 1 0,-12-3 0,-3-1 0,-43-4 0,50 9 0,0 0 0,0 0 0,0 1 0,0 1 0,0 0 0,-15 4 0,24-3 0,0-1 0,1 0 0,-1 1 0,1 0 0,0 0 0,-1 0 0,1 1 0,0-1 0,0 1 0,1 0 0,-1 0 0,0 1 0,1-1 0,0 1 0,0-1 0,0 1 0,0 0 0,1 0 0,-1 0 0,1 1 0,-2 5 0,1-1 0,1 0 0,0 0 0,0 0 0,1 0 0,0 1 0,1-1 0,0 0 0,0 0 0,1 1 0,0-1 0,1 0 0,0 0 0,0 0 0,1 0 0,0-1 0,0 1 0,10 14 0,-8-13 0,2 0 0,-1-1 0,1 0 0,1 0 0,0-1 0,0 0 0,0-1 0,1 0 0,0 0 0,1 0 0,-1-1 0,1-1 0,0 0 0,13 5 0,-5-5-341,0 0 0,0-1-1,27 2 1,0-2-6485</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0.759"/>
    </inkml:context>
    <inkml:brush xml:id="br0">
      <inkml:brushProperty name="width" value="0.05" units="cm"/>
      <inkml:brushProperty name="height" value="0.05" units="cm"/>
    </inkml:brush>
  </inkml:definitions>
  <inkml:trace contextRef="#ctx0" brushRef="#br0">39 75 24575,'0'-5'0,"-1"-1"0,1 0 0,-1 1 0,0-1 0,-1 0 0,0 1 0,0-1 0,0 1 0,0 0 0,-1 0 0,-5-9 0,8 14 0,-1 0 0,1 0 0,0 0 0,-1 0 0,1 0 0,0 0 0,0 0 0,-1 0 0,1 0 0,0 0 0,-1 0 0,1 0 0,0 0 0,-1 0 0,1 0 0,0 0 0,0 0 0,-1 0 0,1 1 0,0-1 0,0 0 0,-1 0 0,1 0 0,0 0 0,0 1 0,-1-1 0,1 0 0,0 0 0,0 0 0,0 1 0,-1-1 0,1 0 0,0 0 0,0 1 0,0-1 0,0 0 0,0 1 0,0-1 0,-1 0 0,1 0 0,0 1 0,0-1 0,0 0 0,0 1 0,0-1 0,0 0 0,0 1 0,0-1 0,0 0 0,1 1 0,-4 18 0,3-18 0,-2 57-227,2 0-1,3 1 1,3-1-1,2 0 1,25 92-1,-23-116-6598</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0.881"/>
    </inkml:context>
    <inkml:brush xml:id="br0">
      <inkml:brushProperty name="width" value="0.05" units="cm"/>
      <inkml:brushProperty name="height" value="0.05" units="cm"/>
    </inkml:brush>
  </inkml:definitions>
  <inkml:trace contextRef="#ctx0" brushRef="#br0">0 130 24575,'0'-6'0,"0"-6"0,0-3 0,3-3 0,5-1 0,6 3 0,8 3 0,6 2 0,7 2 0,8 3 0,-3 2-8191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1.365"/>
    </inkml:context>
    <inkml:brush xml:id="br0">
      <inkml:brushProperty name="width" value="0.05" units="cm"/>
      <inkml:brushProperty name="height" value="0.05" units="cm"/>
    </inkml:brush>
  </inkml:definitions>
  <inkml:trace contextRef="#ctx0" brushRef="#br0">0 261 24575,'15'566'0,"-11"-502"0,-4-109 0,11-87 0,20-66 0,67-230 0,-95 417 0,0 0 0,1 0 0,10-18 0,-13 27 0,1 0 0,-1 0 0,1 0 0,-1 0 0,1 0 0,0 0 0,0 0 0,0 1 0,0-1 0,3-1 0,-4 2 0,0 1 0,0-1 0,0 1 0,1 0 0,-1-1 0,0 1 0,0 0 0,1 0 0,-1 0 0,0 0 0,0 0 0,1 0 0,-1 0 0,0 1 0,0-1 0,1 0 0,-1 1 0,0-1 0,0 0 0,0 1 0,0 0 0,2 0 0,1 2 0,0 0 0,0 0 0,-1 0 0,1 1 0,-1-1 0,1 1 0,-1 0 0,4 7 0,20 40 0,-22-40 0,61 161-1365,-49-118-5461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1.678"/>
    </inkml:context>
    <inkml:brush xml:id="br0">
      <inkml:brushProperty name="width" value="0.05" units="cm"/>
      <inkml:brushProperty name="height" value="0.05" units="cm"/>
    </inkml:brush>
  </inkml:definitions>
  <inkml:trace contextRef="#ctx0" brushRef="#br0">59 131 24575,'-2'0'0,"-1"0"0,1 0 0,-1-1 0,0 1 0,1-1 0,-1 1 0,1-1 0,-1 0 0,1 0 0,-1 0 0,1-1 0,0 1 0,0 0 0,-1-1 0,1 0 0,0 1 0,0-1 0,0 0 0,1 0 0,-1 0 0,0 0 0,1 0 0,-3-5 0,3 5 0,1 1 0,-1-1 0,1 0 0,-1 0 0,1 0 0,0 0 0,-1 1 0,1-1 0,0 0 0,0 0 0,0 0 0,1 0 0,-1 0 0,0 0 0,1 0 0,-1 1 0,1-1 0,0 0 0,-1 0 0,1 1 0,0-1 0,0 0 0,0 1 0,0-1 0,0 1 0,1-1 0,-1 1 0,0-1 0,1 1 0,-1 0 0,1 0 0,0 0 0,1-1 0,7-4 0,1 1 0,-1 0 0,1 1 0,0 0 0,0 0 0,1 1 0,-1 1 0,19-2 0,10 1 0,46 4 0,-71-1 0,-10 0 0,1 1 0,0-1 0,-1 1 0,1 0 0,-1 1 0,1-1 0,-1 1 0,0 0 0,1 0 0,7 5 0,-10-5 0,0 1 0,0-1 0,0 1 0,0-1 0,-1 1 0,1 0 0,-1 0 0,0 0 0,0 1 0,0-1 0,0 0 0,0 1 0,-1-1 0,1 1 0,-1 0 0,1 5 0,7 45 0,1 61 0,5 33 0,-9-123-1365,0-8-5461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1.819"/>
    </inkml:context>
    <inkml:brush xml:id="br0">
      <inkml:brushProperty name="width" value="0.05" units="cm"/>
      <inkml:brushProperty name="height" value="0.05" units="cm"/>
    </inkml:brush>
  </inkml:definitions>
  <inkml:trace contextRef="#ctx0" brushRef="#br0">0 131 24575,'0'-10'0,"3"-9"0,2-4 0,-1-1 0,-1-1 0,-1 8 0,3 7 0,-1 8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2.209"/>
    </inkml:context>
    <inkml:brush xml:id="br0">
      <inkml:brushProperty name="width" value="0.05" units="cm"/>
      <inkml:brushProperty name="height" value="0.05" units="cm"/>
    </inkml:brush>
  </inkml:definitions>
  <inkml:trace contextRef="#ctx0" brushRef="#br0">0 119 24575,'0'-1'0,"0"-1"0,1 1 0,-1 0 0,0 0 0,0 0 0,1 0 0,-1 0 0,1 0 0,-1 0 0,1 0 0,-1 0 0,1 0 0,0 0 0,-1 0 0,1 0 0,0 0 0,0 1 0,-1-1 0,1 0 0,0 0 0,0 1 0,0-1 0,0 1 0,0-1 0,0 1 0,0-1 0,0 1 0,0 0 0,1-1 0,-1 1 0,0 0 0,0 0 0,0 0 0,0 0 0,0 0 0,0 0 0,1 0 0,-1 0 0,0 0 0,0 1 0,0-1 0,0 0 0,0 1 0,0-1 0,0 1 0,0-1 0,0 1 0,0-1 0,0 1 0,0 0 0,0-1 0,0 1 0,-1 0 0,1 0 0,0 0 0,0 0 0,-1 0 0,1 1 0,4 14 0,0 1 0,-2-1 0,3 28 0,4 21 0,-10-64 0,0 0 0,1 0 0,-1 0 0,0 0 0,0 0 0,1 0 0,-1 0 0,1-1 0,-1 1 0,1 0 0,-1 0 0,1 0 0,-1 0 0,1 0 0,0-1 0,0 2 0,0-2 0,-1 0 0,1 0 0,-1 0 0,0 0 0,1 0 0,-1 0 0,0 0 0,1 0 0,-1 0 0,1 0 0,-1 0 0,0 0 0,1 0 0,-1-1 0,0 1 0,1 0 0,-1 0 0,0 0 0,1-1 0,-1 1 0,0 0 0,1 0 0,-1-1 0,0 1 0,0 0 0,1 0 0,-1-1 0,0 1 0,19-34 0,-16 26 0,11-20 0,2-7 0,1 2 0,2 0 0,37-48 0,-55 78 0,1 1 0,0 1 0,-1-1 0,1 0 0,0 0 0,0 1 0,0-1 0,0 1 0,1-1 0,-1 1 0,0 0 0,0 0 0,1 0 0,-1 0 0,1 0 0,-1 1 0,6-1 0,-7 1 0,1 0 0,0 1 0,0-1 0,0 1 0,0 0 0,-1-1 0,1 1 0,0 0 0,-1 0 0,1 0 0,-1 0 0,1 1 0,-1-1 0,1 0 0,-1 1 0,0-1 0,0 1 0,0-1 0,1 1 0,-2-1 0,1 1 0,0 0 0,0-1 0,1 4 0,6 17 110,-1 1-1,9 43 0,-13-48-391,0-1 0,2 1 0,0-1-1,1 1 1,17 31 0,-12-33-6544</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3.872"/>
    </inkml:context>
    <inkml:brush xml:id="br0">
      <inkml:brushProperty name="width" value="0.05" units="cm"/>
      <inkml:brushProperty name="height" value="0.05" units="cm"/>
    </inkml:brush>
  </inkml:definitions>
  <inkml:trace contextRef="#ctx0" brushRef="#br0">95 0 24575,'2'26'0,"1"0"0,1 0 0,1-1 0,1 0 0,2 0 0,14 34 0,-21-57 0,-1 0 0,1-1 0,0 1 0,0 0 0,0 0 0,0-1 0,0 1 0,1-1 0,-1 1 0,0-1 0,1 1 0,-1-1 0,1 0 0,-1 0 0,4 2 0,-4-3 0,0 0 0,0 0 0,0 0 0,0 0 0,0 0 0,0 0 0,0 0 0,0 0 0,0-1 0,0 1 0,0-1 0,0 1 0,0 0 0,0-1 0,-1 1 0,1-1 0,0 0 0,0 1 0,-1-1 0,1 0 0,0 1 0,0-1 0,-1 0 0,1 0 0,-1 0 0,1 1 0,-1-1 0,1 0 0,-1 0 0,0 0 0,1-1 0,25-60 0,-21 49 0,0 0 0,0 0 0,1 0 0,1 1 0,0 0 0,15-19 0,-21 31 0,0-1 0,0 1 0,0-1 0,0 1 0,0-1 0,0 1 0,0-1 0,0 1 0,0 0 0,0-1 0,0 1 0,0 0 0,0 0 0,2 0 0,0-1 0,-10-3 0,-2 0 0,0 1 0,-1-1 0,0 1 0,0 1 0,0 0 0,0 0 0,0 1 0,-12 0 0,16 1 0,0 1 0,0 0 0,0 0 0,1 0 0,-1 0 0,0 1 0,1 0 0,-1 0 0,1 1 0,0-1 0,0 1 0,0 0 0,0 1 0,0-1 0,-7 8 0,-1 2 0,1 1 0,1 0 0,-17 28 0,23-35 0,2 0 0,-1 0 0,1 1 0,0 0 0,0-1 0,1 1 0,0 0 0,0 0 0,1 0 0,-1 14 0,2-21 0,0 1 0,0 0 0,1-1 0,-1 1 0,0-1 0,0 1 0,1-1 0,-1 1 0,1-1 0,0 1 0,-1-1 0,1 1 0,0-1 0,0 0 0,0 1 0,0-1 0,0 0 0,0 0 0,0 0 0,0 0 0,0 0 0,0 0 0,1 0 0,-1 0 0,0 0 0,1-1 0,-1 1 0,1 0 0,-1-1 0,1 1 0,-1-1 0,1 0 0,-1 1 0,1-1 0,0 0 0,-1 0 0,1 0 0,-1 0 0,1 0 0,-1-1 0,3 1 0,3-1 0,0-1 0,0 1 0,-1-1 0,1-1 0,-1 1 0,1-1 0,-1 0 0,7-5 0,-3 0 0,0 0 0,14-15 0,-19 16 0,1 1 0,0 0 0,0 1 0,1 0 0,0 0 0,0 0 0,14-7 0,-20 11 0,0 1 0,0 0 0,-1 0 0,1 0 0,0 0 0,0 0 0,0 0 0,-1 0 0,1 1 0,0-1 0,0 0 0,-1 0 0,1 0 0,0 1 0,0-1 0,-1 0 0,1 1 0,0-1 0,-1 1 0,1-1 0,0 1 0,-1-1 0,1 1 0,-1-1 0,1 1 0,-1 0 0,1-1 0,-1 1 0,1 0 0,-1-1 0,0 1 0,1 0 0,-1 0 0,0-1 0,0 1 0,0 0 0,1 1 0,7 37 0,-6-27 0,3 11-682,11 30-1,-8-32-6143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4.629"/>
    </inkml:context>
    <inkml:brush xml:id="br0">
      <inkml:brushProperty name="width" value="0.05" units="cm"/>
      <inkml:brushProperty name="height" value="0.05" units="cm"/>
    </inkml:brush>
  </inkml:definitions>
  <inkml:trace contextRef="#ctx0" brushRef="#br0">20 144 24575,'-1'-16'0,"-1"1"0,-4-21 0,-2-12 0,6 30 0,1 16 0,1 4 0,4 29 0,9 126 0,-9-87 0,-4-68 0,0 1 0,0-1 0,1 0 0,-1 0 0,1 0 0,-1 0 0,1 0 0,0 0 0,0 0 0,2 4 0,-3-6 0,0 0 0,0 0 0,1 1 0,-1-1 0,0 0 0,1 0 0,-1 1 0,0-1 0,0 0 0,1 0 0,-1 0 0,0 0 0,1 0 0,-1 1 0,1-1 0,-1 0 0,0 0 0,1 0 0,-1 0 0,0 0 0,1 0 0,-1 0 0,0 0 0,1 0 0,11-9 0,4-14 0,-1 0 0,-2-1 0,13-28 0,-15 29 0,0 0 0,2 1 0,30-41 0,-43 62 0,1 0 0,0 0 0,0 0 0,0 0 0,0 0 0,0 0 0,0 0 0,0 0 0,0 0 0,0 1 0,0-1 0,0 0 0,1 1 0,-1-1 0,0 1 0,0-1 0,1 1 0,-1 0 0,0-1 0,1 1 0,-1 0 0,0 0 0,3 0 0,-3 1 0,0-1 0,0 1 0,0 0 0,0 0 0,0 0 0,0-1 0,0 1 0,-1 0 0,1 0 0,0 0 0,0 1 0,-1-1 0,1 0 0,-1 0 0,1 0 0,-1 0 0,1 1 0,-1-1 0,0 0 0,1 0 0,-1 1 0,0-1 0,0 0 0,0 2 0,1 22 0,-2 40 0,1 13 0,0-77 0,0 0 0,0 0 0,0 0 0,0 0 0,0 0 0,0 0 0,0 0 0,1 0 0,-1 0 0,0 0 0,1 0 0,-1 0 0,1 0 0,-1 0 0,1 0 0,-1-1 0,1 1 0,-1 0 0,2 1 0,-1-2 0,0 0 0,-1 1 0,1-1 0,0 0 0,-1 0 0,1 0 0,0 0 0,-1 0 0,1 0 0,-1 0 0,1-1 0,0 1 0,-1 0 0,1 0 0,0 0 0,-1-1 0,1 1 0,-1 0 0,1-1 0,-1 1 0,1 0 0,0-1 0,5-4 0,-1-1 0,1 1 0,8-12 0,-10 12 0,10-12 0,0 0 0,2 1 0,0 0 0,30-22 0,-45 37 0,1 0 0,0 0 0,-1 0 0,1 1 0,-1-1 0,1 0 0,0 1 0,0-1 0,-1 1 0,1-1 0,0 1 0,0 0 0,0-1 0,-1 1 0,1 0 0,0 0 0,2 1 0,-3-1 0,1 1 0,-1 0 0,0-1 0,0 1 0,1 0 0,-1 0 0,0 0 0,0-1 0,0 1 0,0 0 0,0 1 0,0-1 0,0 0 0,0 0 0,0 0 0,-1 1 0,2 0 0,2 8 0,-1 0 0,0 0 0,-1 0 0,0 0 0,1 12 0,2 9 0,-4-25 0,1 0 0,0 0 0,0-1 0,0 1 0,1 0 0,-1-1 0,1 0 0,1 0 0,-1 0 0,9 9 0,-10-12 0,1 0 0,0 0 0,0 0 0,0 0 0,0 0 0,0-1 0,0 1 0,0-1 0,1 0 0,-1 0 0,0 0 0,1-1 0,-1 1 0,1-1 0,-1 0 0,1 0 0,-1 0 0,1 0 0,-1 0 0,6-2 0,1-1 0,-1 0 0,0 0 0,1-1 0,-2 0 0,1 0 0,0-1 0,-1-1 0,0 1 0,0-1 0,0-1 0,-1 1 0,0-1 0,0 0 0,6-10 0,-6 8 0,0 0 0,-1-1 0,0 1 0,-1-2 0,0 1 0,0 0 0,-1-1 0,-1 0 0,0 0 0,0 0 0,1-23 0,-4 31 0,0 0 0,0 0 0,0 0 0,-1 0 0,1 0 0,-1 0 0,0 0 0,0 1 0,0-1 0,0 0 0,-1 0 0,1 1 0,-1-1 0,1 1 0,-1-1 0,0 1 0,-3-3 0,4 4 0,0 1 0,0-1 0,0 0 0,0 0 0,0 1 0,0-1 0,-1 1 0,1-1 0,0 1 0,-1 0 0,1-1 0,0 1 0,0 0 0,-1 0 0,1 0 0,0 0 0,-1 0 0,1 0 0,0 0 0,-1 0 0,1 1 0,0-1 0,-1 0 0,1 1 0,0-1 0,0 1 0,-1 0 0,1-1 0,0 1 0,0 0 0,0 0 0,0 0 0,0-1 0,0 1 0,0 0 0,0 0 0,1 0 0,-1 1 0,0-1 0,0 1 0,-3 4 0,1-1 0,0 0 0,1 1 0,-1 0 0,1 0 0,0 0 0,0 0 0,1 0 0,0 0 0,0 0 0,0 0 0,1 1 0,0-1 0,0 0 0,1 0 0,2 12 0,0-2 0,1-1 0,0 0 0,1 0 0,1 0 0,12 22 0,-11-25-91,0-1 0,1 0 0,0 0 0,1-1 0,0 0 0,1 0 0,0-1 0,1 0 0,0-1 0,0 0 0,0-1 0,1 0 0,0-1 0,25 9 0,10 0-6735</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8.166"/>
    </inkml:context>
    <inkml:brush xml:id="br0">
      <inkml:brushProperty name="width" value="0.05" units="cm"/>
      <inkml:brushProperty name="height" value="0.05" units="cm"/>
    </inkml:brush>
  </inkml:definitions>
  <inkml:trace contextRef="#ctx0" brushRef="#br0">56 8 24575,'0'-3'0,"-7"-1"0,-1 4 0,-3 0 0,0 5 0,3 4 0,2 7 0,2 4 0,5 4 0,3 6 0,0 5 0,2 5 0,1 3 0,-1 5 0,1 0 0,0 2 0,-1-9-8191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8.555"/>
    </inkml:context>
    <inkml:brush xml:id="br0">
      <inkml:brushProperty name="width" value="0.05" units="cm"/>
      <inkml:brushProperty name="height" value="0.05" units="cm"/>
    </inkml:brush>
  </inkml:definitions>
  <inkml:trace contextRef="#ctx0" brushRef="#br0">1 5 24575,'0'-3'0,"3"2"0,1 4 0,0 5 0,2 7 0,0 8 0,0 5 0,1 9 0,0 6 0,-2 6 0,2 4 0,0-8-8191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28.940"/>
    </inkml:context>
    <inkml:brush xml:id="br0">
      <inkml:brushProperty name="width" value="0.05" units="cm"/>
      <inkml:brushProperty name="height" value="0.05" units="cm"/>
    </inkml:brush>
  </inkml:definitions>
  <inkml:trace contextRef="#ctx0" brushRef="#br0">1 0 24575,'3'0'0,"4"0"0,1 3 0,-1 5 0,-1 6 0,-3 5 0,0 4 0,-2 6 0,-1 7 0,0 6 0,0 9 0,-1 5 0,1 3 0,0-10-8191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6.444"/>
    </inkml:context>
    <inkml:brush xml:id="br0">
      <inkml:brushProperty name="width" value="0.05" units="cm"/>
      <inkml:brushProperty name="height" value="0.05" units="cm"/>
    </inkml:brush>
  </inkml:definitions>
  <inkml:trace contextRef="#ctx0" brushRef="#br0">93 125 24575,'0'1'0,"0"1"0,0-1 0,0 0 0,0 1 0,1-1 0,-1 0 0,0 0 0,1 1 0,-1-1 0,1 0 0,-1 0 0,1 0 0,0 0 0,-1 0 0,1 1 0,0-1 0,0 0 0,0-1 0,0 1 0,2 2 0,0-2 0,-1 1 0,1-1 0,0 1 0,0-1 0,0 0 0,1 0 0,-1 0 0,4 0 0,7 0 0,0 0 0,0-1 0,14-1 0,-26 0 0,11 0 0,-1 0 0,0-2 0,0 1 0,12-6 0,-21 7 0,1 0 0,0 0 0,-1-1 0,1 0 0,-1 0 0,1 0 0,-1 0 0,0 0 0,0-1 0,0 1 0,0-1 0,0 0 0,-1 0 0,1 0 0,-1 0 0,3-5 0,-5 7 0,1-1 0,-1 1 0,1-1 0,-1 1 0,0-1 0,0 1 0,1-1 0,-1 1 0,0-1 0,-1 1 0,1-1 0,0 1 0,0-1 0,-1 1 0,1-1 0,0 1 0,-1 0 0,0-1 0,1 1 0,-2-2 0,0 0 0,0 0 0,0 0 0,-1 0 0,0 0 0,1 1 0,-1-1 0,-6-3 0,-1-1 0,-1 2 0,1-1 0,-1 1 0,-13-4 0,13 6 0,1 0 0,0 1 0,-1 0 0,1 0 0,-1 1 0,1 1 0,-1 0 0,0 0 0,1 1 0,-1 0 0,-14 4 0,19-3 0,1 0 0,0 0 0,-1 0 0,1 1 0,0 0 0,0 0 0,0 0 0,0 0 0,1 1 0,-1 0 0,1 0 0,0 0 0,0 0 0,0 1 0,1 0 0,0 0 0,0 0 0,0 0 0,0 0 0,1 0 0,0 1 0,-2 6 0,2-4 0,1 0 0,-1 0 0,2 1 0,-1-1 0,1 0 0,1 0 0,0 1 0,0-1 0,0 0 0,1 0 0,0 0 0,0 0 0,5 8 0,-3-6 0,1 0 0,0-1 0,0 0 0,1 1 0,1-2 0,0 1 0,0-1 0,0 0 0,13 10 0,-15-14 20,1-1 0,-1 0-1,1 0 1,0 0-1,-1-1 1,1 0 0,0 0-1,0 0 1,0-1 0,1 0-1,-1 0 1,0 0 0,0-1-1,1 0 1,-1-1 0,8 0-1,10-3-376,-1-1 0,42-16-1,-45 15-269,12-5-6199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7.031"/>
    </inkml:context>
    <inkml:brush xml:id="br0">
      <inkml:brushProperty name="width" value="0.05" units="cm"/>
      <inkml:brushProperty name="height" value="0.05" units="cm"/>
    </inkml:brush>
  </inkml:definitions>
  <inkml:trace contextRef="#ctx0" brushRef="#br0">243 112 24575,'1'0'0,"1"0"0,-1 0 0,0 0 0,1-1 0,-1 1 0,0-1 0,0 1 0,1-1 0,-1 0 0,0 1 0,0-1 0,0 0 0,0 0 0,0 1 0,0-1 0,0 0 0,0 0 0,0 0 0,0-1 0,0 1 0,-1 0 0,1 0 0,0 0 0,-1 0 0,1-1 0,-1 1 0,1 0 0,-1-1 0,0 1 0,1-2 0,-1 0 0,1 0 0,-1 0 0,0-1 0,1 1 0,-1 0 0,-1 0 0,1 0 0,0 0 0,-1 0 0,1 0 0,-3-6 0,1 6 0,0 0 0,0 0 0,0 0 0,0 1 0,-1-1 0,1 1 0,-1-1 0,1 1 0,-1 0 0,0 0 0,0 0 0,0 1 0,0-1 0,0 1 0,-1-1 0,1 1 0,0 0 0,-1 0 0,1 0 0,0 1 0,-1-1 0,1 1 0,-1 0 0,1 0 0,-1 0 0,1 1 0,-5 0 0,-2 0 0,0 1 0,1 0 0,-1 1 0,0 0 0,1 1 0,-1 0 0,1 0 0,-10 7 0,12-6 0,0 0 0,0 0 0,1 1 0,-1 0 0,2 0 0,-1 1 0,1 0 0,0 0 0,0 0 0,0 0 0,1 1 0,1 0 0,-4 9 0,5-13 0,1 1 0,0-1 0,0 0 0,0 1 0,1-1 0,0 1 0,-1-1 0,2 1 0,-1-1 0,0 0 0,1 1 0,0-1 0,0 1 0,0-1 0,0 0 0,1 0 0,0 0 0,0 0 0,0 0 0,0 0 0,1 0 0,-1-1 0,1 1 0,0-1 0,0 0 0,0 1 0,5 2 0,-3-2 0,1 1 0,1-1 0,-1 0 0,1 0 0,-1-1 0,1 0 0,0 0 0,0-1 0,10 3 0,-13-4 0,-1-1 0,1 0 0,-1 0 0,1 1 0,-1-2 0,1 1 0,-1 0 0,1-1 0,-1 0 0,0 0 0,1 0 0,-1 0 0,0 0 0,0-1 0,0 1 0,0-1 0,0 0 0,0 0 0,0 0 0,0 0 0,-1 0 0,3-4 0,6-7 0,-1-1 0,-1 0 0,0 0 0,-1-1 0,11-31 0,-8 21 0,-11 24 0,0 0 0,1 1 0,-1-1 0,0 0 0,1 1 0,-1-1 0,1 0 0,-1 0 0,0 1 0,1-1 0,0 1 0,-1-1 0,1 1 0,-1-1 0,1 1 0,0-1 0,-1 1 0,2-1 0,-2 1 0,1 0 0,-1 0 0,1 0 0,-1 0 0,0 0 0,1 0 0,-1 0 0,1 1 0,-1-1 0,0 0 0,1 0 0,-1 0 0,0 1 0,1-1 0,-1 0 0,0 0 0,1 1 0,-1-1 0,0 0 0,0 1 0,1-1 0,-1 0 0,0 1 0,0-1 0,0 1 0,11 31 0,-10-28 0,5 21 114,2-1 0,14 33 0,-18-49-285,0 1 0,1-1 1,0 0-1,1 0 0,0 0 1,0-1-1,1 0 0,0 0 1,11 9-1,5-1-6655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7.607"/>
    </inkml:context>
    <inkml:brush xml:id="br0">
      <inkml:brushProperty name="width" value="0.05" units="cm"/>
      <inkml:brushProperty name="height" value="0.05" units="cm"/>
    </inkml:brush>
  </inkml:definitions>
  <inkml:trace contextRef="#ctx0" brushRef="#br0">108 68 24575,'1'-16'0,"0"12"0,-1 0 0,0 0 0,0 0 0,0 1 0,0-1 0,-1 0 0,1 0 0,-1 0 0,0 0 0,-2-4 0,3 7 0,0 1 0,-1 0 0,1-1 0,-1 1 0,1-1 0,-1 1 0,1 0 0,-1 0 0,1-1 0,-1 1 0,1 0 0,-1 0 0,0-1 0,1 1 0,-1 0 0,1 0 0,-1 0 0,0 0 0,1 0 0,-1 0 0,1 0 0,-1 0 0,0 0 0,1 0 0,-1 1 0,1-1 0,-1 0 0,0 0 0,1 0 0,-1 1 0,1-1 0,-1 0 0,1 1 0,-1-1 0,1 0 0,-1 1 0,1-1 0,0 1 0,-1-1 0,1 1 0,-1-1 0,1 2 0,-19 21 0,10-11 0,1 2 0,0-1 0,1 1 0,0 0 0,2 1 0,-1 0 0,2 0 0,-4 20 0,8-33 0,0 0 0,0 0 0,0 0 0,0 1 0,0-1 0,0 0 0,1 0 0,-1 1 0,1-1 0,-1 0 0,1 0 0,0 0 0,0 0 0,0 0 0,0 0 0,0 0 0,3 3 0,-1-3 0,0 1 0,0-1 0,0 1 0,0-1 0,0 0 0,0 0 0,0-1 0,1 1 0,6 2 0,4-1 0,0 1 0,1-2 0,-1 0 0,20 0 0,15-3 0,-38 0 0,1 0 0,-1 1 0,1 0 0,-1 1 0,1 0 0,-1 1 0,22 7 0,-31-9 0,-1 0 0,0 1 0,0-1 0,0 1 0,0-1 0,1 1 0,-1 0 0,0 0 0,0-1 0,0 1 0,-1 0 0,1 0 0,0 0 0,0 0 0,0 0 0,0 0 0,-1 0 0,1 0 0,-1 0 0,1 1 0,-1-1 0,1 0 0,0 2 0,-1-1 0,-1 0 0,1 0 0,0-1 0,-1 1 0,1-1 0,-1 1 0,1 0 0,-1-1 0,0 1 0,0-1 0,1 1 0,-1-1 0,0 0 0,0 1 0,-2 1 0,-4 3 0,1 0 0,-1-1 0,0 1 0,0-1 0,-14 7 0,-7 0-1365,2-3-5461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7.774"/>
    </inkml:context>
    <inkml:brush xml:id="br0">
      <inkml:brushProperty name="width" value="0.05" units="cm"/>
      <inkml:brushProperty name="height" value="0.05" units="cm"/>
    </inkml:brush>
  </inkml:definitions>
  <inkml:trace contextRef="#ctx0" brushRef="#br0">1 131 24575,'3'-6'0,"8"-9"0,7-4 0,5-3 0,7 0 0,5 3 0,3 5 0,1 5 0,0 4 0,0 6 0,0 6 0,-4 5 0,-5 3 0,-8 0-8191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8.833"/>
    </inkml:context>
    <inkml:brush xml:id="br0">
      <inkml:brushProperty name="width" value="0.05" units="cm"/>
      <inkml:brushProperty name="height" value="0.05" units="cm"/>
    </inkml:brush>
  </inkml:definitions>
  <inkml:trace contextRef="#ctx0" brushRef="#br0">2 120 24575,'-1'-28'0,"0"13"0,1 0 0,1 0 0,3-20 0,1 23 0,2 13 0,-5 1 0,-1-1 0,0 1 0,1 0 0,-1-1 0,0 1 0,0 0 0,-1 0 0,1 0 0,0 0 0,0 2 0,5 30 0,-2 0 0,-1 1 0,-2-1 0,-3 42 0,0-13 0,1 76 0,1-139 0,0 1 0,0-1 0,0 1 0,0-1 0,0 0 0,0 1 0,-1-1 0,1 1 0,0-1 0,1 0 0,-1 1 0,0-1 0,0 1 0,0-1 0,0 0 0,0 1 0,0-1 0,0 1 0,1-1 0,-1 0 0,0 1 0,0-1 0,0 0 0,1 1 0,-1-1 0,0 0 0,1 1 0,-1-1 0,0 0 0,1 0 0,-1 0 0,1 1 0,9-10 0,14-27 0,-21 31 0,3-4 0,-1 1 0,2 0 0,-1 0 0,1 1 0,0 0 0,1 0 0,-1 0 0,2 1 0,-1 0 0,0 1 0,1 0 0,0 0 0,0 1 0,1 0 0,15-4 0,-18 6 0,0 1 0,1 0 0,-1 0 0,1 0 0,-1 1 0,1 0 0,-1 1 0,0 0 0,1 0 0,-1 0 0,0 1 0,1 0 0,-1 1 0,0-1 0,0 1 0,-1 1 0,1-1 0,-1 1 0,0 0 0,0 1 0,10 9 0,-12-11 0,-1 1 0,1-1 0,-1 1 0,0 0 0,0 0 0,0 1 0,-1-1 0,1 1 0,-1-1 0,0 1 0,-1 0 0,1-1 0,-1 1 0,0 0 0,0 0 0,0 0 0,-1 0 0,1 0 0,-2 1 0,1-1 0,0 0 0,-1 0 0,0 0 0,0 0 0,0-1 0,-1 1 0,1 0 0,-1 0 0,-1-1 0,1 1 0,0-1 0,-1 0 0,0 1 0,0-1 0,0 0 0,-1-1 0,1 1 0,-1-1 0,0 0 0,0 1 0,0-2 0,-1 1 0,1 0 0,0-1 0,-1 0 0,0 0 0,0 0 0,1-1 0,-1 1 0,-9 0 0,8-1 25,0-1-1,1 0 0,-1 0 1,0-1-1,0 1 1,1-1-1,-1-1 0,0 1 1,1-1-1,-1 0 0,1 0 1,0 0-1,-9-6 1,6 3-239,0-1 1,0 0 0,1-1-1,-1 0 1,1 0 0,1 0-1,-7-10 1,0-2-6613</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9.363"/>
    </inkml:context>
    <inkml:brush xml:id="br0">
      <inkml:brushProperty name="width" value="0.05" units="cm"/>
      <inkml:brushProperty name="height" value="0.05" units="cm"/>
    </inkml:brush>
  </inkml:definitions>
  <inkml:trace contextRef="#ctx0" brushRef="#br0">205 347 24575,'3'-1'0,"-1"1"0,1-1 0,-1 1 0,0-1 0,0 0 0,1 0 0,-1 0 0,0-1 0,0 1 0,0 0 0,0-1 0,0 1 0,0-1 0,-1 0 0,3-1 0,0-2 0,1 0 0,-1-1 0,0 1 0,3-8 0,-5 11 0,-1-1 0,0 0 0,1 0 0,-1 0 0,0 0 0,-1 0 0,1 0 0,-1-1 0,1 1 0,-1 0 0,0 0 0,0 0 0,0 0 0,0-1 0,-1 1 0,1 0 0,-1 0 0,0 0 0,0 0 0,0 0 0,0 0 0,-1 0 0,1 0 0,-1 1 0,0-1 0,1 1 0,-1-1 0,-1 1 0,1-1 0,0 1 0,0 0 0,-1 0 0,1 0 0,-1 0 0,0 1 0,1-1 0,-1 1 0,0-1 0,0 1 0,0 0 0,0 0 0,0 0 0,0 1 0,-1-1 0,-2 1 0,-2-1 0,1 1 0,0 1 0,-1-1 0,1 1 0,0 1 0,0-1 0,0 1 0,0 0 0,0 1 0,0-1 0,1 2 0,-1-1 0,1 1 0,0-1 0,0 2 0,0-1 0,-7 8 0,6-6 0,0 1 0,0 1 0,0-1 0,1 1 0,0 0 0,1 1 0,0-1 0,0 1 0,1 0 0,0 0 0,0 1 0,-2 10 0,5-16 0,0 0 0,1 0 0,-1 0 0,1 1 0,0-1 0,0 0 0,0 0 0,1 1 0,0-1 0,-1 0 0,1 0 0,1 0 0,-1 0 0,1 0 0,-1 0 0,4 4 0,-3-5 0,1 0 0,-1 0 0,1 0 0,0-1 0,-1 1 0,1-1 0,0 0 0,1 0 0,-1 0 0,0 0 0,1-1 0,-1 1 0,1-1 0,-1 0 0,1 0 0,-1 0 0,1-1 0,6 1 0,-3 0 0,1-1 0,0 0 0,-1 0 0,1 0 0,0-1 0,-1-1 0,1 1 0,-1-1 0,0 0 0,0-1 0,1 0 0,-2 0 0,12-7 0,-9 4 0,0-1 0,-1 0 0,0 0 0,0-1 0,-1 0 0,0 0 0,0-1 0,8-15 0,-1-2 0,-2-1 0,-1 0 0,0-1 0,-3 0 0,0 0 0,4-34 0,9-60 0,-19 221 0,-2-67-170,1-1-1,2 1 0,1-1 1,1 0-1,2 0 0,1-1 1,13 33-1,-12-42-6655</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39.866"/>
    </inkml:context>
    <inkml:brush xml:id="br0">
      <inkml:brushProperty name="width" value="0.05" units="cm"/>
      <inkml:brushProperty name="height" value="0.05" units="cm"/>
    </inkml:brush>
  </inkml:definitions>
  <inkml:trace contextRef="#ctx0" brushRef="#br0">128 165 24575,'13'-7'0,"0"0"0,-1-1 0,20-16 0,-27 20 0,0-1 0,1 0 0,-2 0 0,1-1 0,-1 1 0,1-1 0,-1 0 0,-1 0 0,5-10 0,-7 15 0,-1-1 0,1 1 0,-1-1 0,1 1 0,-1-1 0,0 1 0,0-1 0,1 0 0,-1 1 0,0-1 0,0 1 0,-1-1 0,1 1 0,0-1 0,0 1 0,-1-1 0,1 1 0,-1-1 0,1 1 0,-1-1 0,0 1 0,0-1 0,1 1 0,-1 0 0,0 0 0,0-1 0,0 1 0,0 0 0,-1 0 0,1 0 0,0 0 0,0 0 0,-1 0 0,1 1 0,0-1 0,-1 0 0,1 1 0,-1-1 0,1 1 0,-1-1 0,1 1 0,-4-1 0,-1 0 0,-1 0 0,1 1 0,0-1 0,-1 1 0,1 1 0,0-1 0,-1 1 0,1 0 0,-10 3 0,4 0 0,1 1 0,0 0 0,0 0 0,1 1 0,0 1 0,0 0 0,0 0 0,1 1 0,0 0 0,0 1 0,-11 14 0,19-22 0,0 0 0,0 0 0,0 1 0,0-1 0,0 0 0,0 0 0,1 0 0,-1 1 0,1-1 0,-1 0 0,1 1 0,-1-1 0,1 0 0,-1 1 0,1-1 0,0 1 0,0-1 0,0 1 0,0-1 0,0 0 0,0 1 0,0-1 0,1 1 0,-1-1 0,0 0 0,1 1 0,-1-1 0,1 0 0,0 1 0,-1-1 0,1 0 0,0 0 0,0 1 0,0-1 0,-1 0 0,1 0 0,0 0 0,1 0 0,-1 0 0,0-1 0,0 1 0,0 0 0,3 1 0,1 0 0,-1 0 0,1-1 0,0 1 0,-1-1 0,1 0 0,0 0 0,0-1 0,0 0 0,0 1 0,0-2 0,9 0 0,-4-2 0,1 0 0,-1-1 0,1 0 0,-1-1 0,18-11 0,4-1 0,-32 16 0,1 1 0,0-1 0,0 1 0,0-1 0,0 1 0,0 0 0,0-1 0,0 1 0,0 0 0,0 0 0,0 0 0,0 0 0,1 0 0,-1 0 0,0 0 0,0 0 0,0 0 0,0 0 0,0 0 0,0 1 0,0-1 0,0 0 0,0 1 0,1 0 0,-1 0 0,1 1 0,-1-1 0,0 0 0,0 1 0,0-1 0,0 1 0,0-1 0,-1 1 0,1-1 0,0 1 0,-1 0 0,1-1 0,0 4 0,0 8 0,1 0 0,-2-1 0,-1 20 0,1-18 0,-1 49-273,3 0 0,3-1 0,2 1 0,20 73 0,-21-115-6553</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0.868"/>
    </inkml:context>
    <inkml:brush xml:id="br0">
      <inkml:brushProperty name="width" value="0.05" units="cm"/>
      <inkml:brushProperty name="height" value="0.05" units="cm"/>
    </inkml:brush>
  </inkml:definitions>
  <inkml:trace contextRef="#ctx0" brushRef="#br0">78 106 24575,'-4'-1'0,"0"0"0,-1 0 0,1 0 0,0-1 0,0 0 0,0 0 0,0 0 0,-7-5 0,-4-2 0,14 9 0,0-1 0,0 1 0,0-1 0,0 1 0,0-1 0,0 0 0,0 1 0,0-1 0,0 0 0,0 0 0,0 0 0,0 0 0,0 0 0,1 0 0,-1 0 0,0 0 0,1 0 0,-1 0 0,1 0 0,-1 0 0,0-2 0,2 2 0,-1 0 0,0 0 0,0-1 0,0 1 0,1 0 0,-1 0 0,1 0 0,-1 0 0,1 0 0,-1 1 0,1-1 0,-1 0 0,1 0 0,0 0 0,0 0 0,-1 1 0,1-1 0,0 0 0,1 0 0,4-3 0,1 0 0,-1 0 0,1 1 0,0-1 0,11-2 0,-6 2 0,1 1 0,-1 1 0,1 0 0,0 1 0,-1 0 0,1 1 0,0 0 0,0 1 0,18 4 0,-26-5 0,-1 1 0,1 0 0,-1 1 0,1-1 0,-1 1 0,0 0 0,1 0 0,-1 1 0,0-1 0,0 1 0,-1 0 0,1 0 0,0 0 0,-1 0 0,0 0 0,0 1 0,0 0 0,0 0 0,-1-1 0,1 2 0,-1-1 0,0 0 0,0 0 0,0 1 0,-1-1 0,0 1 0,0-1 0,1 10 0,-1-11 0,-1 1 0,-1 0 0,1 0 0,0-1 0,-1 1 0,0 0 0,0-1 0,0 1 0,0-1 0,-1 1 0,1-1 0,-1 0 0,-2 5 0,-4 2 0,0 1 0,-14 13 0,-3 5 0,24-28 0,0 1 0,0-1 0,0 1 0,0-1 0,1 1 0,-1-1 0,0 1 0,1-1 0,0 1 0,-1-1 0,1 1 0,0 0 0,0-1 0,0 1 0,0 0 0,0-1 0,0 1 0,0-1 0,0 1 0,1 0 0,-1-1 0,1 1 0,-1-1 0,1 1 0,0-1 0,0 1 0,-1-1 0,1 1 0,0-1 0,0 0 0,0 0 0,1 1 0,1 0 0,4 6 0,1-2 0,1 1 0,-1-1 0,11 6 0,-11-7 0,24 14 0,-15-9 0,0 0 0,-1 1 0,21 18 0,-35-28 0,-1 0 0,0 0 0,0 1 0,0-1 0,0 0 0,0 0 0,0 0 0,0 1 0,0-1 0,0 1 0,-1-1 0,1 0 0,0 1 0,-1 0 0,1-1 0,-1 1 0,0-1 0,0 1 0,1-1 0,-1 1 0,0 0 0,0-1 0,-1 3 0,0-2 0,0 0 0,0 0 0,0 0 0,0-1 0,0 1 0,0-1 0,-1 1 0,1-1 0,-1 1 0,1-1 0,-1 0 0,1 1 0,-1-1 0,0 0 0,-3 1 0,-6 3 0,0-1 0,1-1 0,-2 0 0,1 0 0,-16 1 0,10-3-151,0 1-1,0-2 0,0-1 0,0 0 1,0-1-1,0 0 0,1-2 1,-26-8-1,14 1-6674</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1.241"/>
    </inkml:context>
    <inkml:brush xml:id="br0">
      <inkml:brushProperty name="width" value="0.05" units="cm"/>
      <inkml:brushProperty name="height" value="0.05" units="cm"/>
    </inkml:brush>
  </inkml:definitions>
  <inkml:trace contextRef="#ctx0" brushRef="#br0">129 15 24575,'0'0'0,"0"0"0,1 0 0,-1 0 0,0 0 0,0 0 0,0 0 0,1 0 0,-1 0 0,0 1 0,0-1 0,0 0 0,1 0 0,-1-1 0,0 1 0,0 0 0,0 0 0,1 0 0,-1 0 0,0 0 0,0 0 0,0 0 0,1 0 0,-1 0 0,0 0 0,0 0 0,0-1 0,0 1 0,1 0 0,-1 0 0,0 0 0,0 0 0,0 0 0,0-1 0,0 1 0,1 0 0,-1 0 0,0 0 0,0-1 0,0 1 0,0 0 0,0 0 0,0 0 0,0-1 0,0 1 0,0 0 0,0 0 0,0 0 0,0-1 0,0 1 0,0 0 0,0 0 0,0 0 0,0-1 0,0 1 0,0 0 0,0 0 0,-1-1 0,1 1 0,0-1 0,-1 1 0,1-1 0,-1 1 0,1-1 0,-1 1 0,1-1 0,-1 1 0,0-1 0,1 1 0,-1 0 0,0-1 0,1 1 0,-1 0 0,0-1 0,1 1 0,-2 0 0,-2 0 0,1 0 0,-1 1 0,1-1 0,-1 1 0,1 0 0,-1 0 0,1 0 0,0 0 0,-1 1 0,1-1 0,0 1 0,0 0 0,0 0 0,0 0 0,0 0 0,1 0 0,-1 1 0,1-1 0,-1 1 0,-3 5 0,0 1 0,0 0 0,0 0 0,1 1 0,0 0 0,-6 17 0,7-14 0,0 2 0,1-1 0,1 0 0,0 1 0,1-1 0,1 0 0,0 1 0,1-1 0,1 1 0,6 27 0,-6-34 0,0-1 0,1 1 0,-1 0 0,2-1 0,-1 1 0,1-1 0,1 0 0,-1 0 0,1 0 0,0-1 0,0 0 0,1 0 0,0 0 0,0-1 0,0 0 0,1 0 0,0 0 0,0-1 0,0 0 0,13 5 0,-15-7 0,-1-1 0,1 0 0,0-1 0,0 1 0,-1-1 0,1 0 0,0 0 0,0 0 0,0-1 0,-1 0 0,1 0 0,0 0 0,-1 0 0,1-1 0,-1 1 0,1-1 0,-1 0 0,0-1 0,0 1 0,0-1 0,5-4 0,-7 5 0,1 0 0,-1 0 0,1-1 0,-1 1 0,0-1 0,0 0 0,0 0 0,0 1 0,-1-1 0,1 0 0,-1 0 0,0-1 0,0 1 0,0 0 0,0 0 0,0-1 0,-1 1 0,1 0 0,-1-1 0,0 1 0,0 0 0,0-1 0,-1 1 0,1 0 0,-1-1 0,0 1 0,0 0 0,0 0 0,0 0 0,0 0 0,-3-3 0,3 3 11,0 0 0,-1 1-1,0 0 1,0-1 0,0 1-1,0 0 1,0 0 0,0 0-1,0 0 1,-1 0 0,1 0-1,-1 1 1,1-1 0,-1 1-1,0 0 1,1 0 0,-1 0-1,0 0 1,0 0 0,0 1-1,0-1 1,0 1 0,0 0-1,0 0 1,0 0 0,0 0-1,0 0 1,0 1 0,0-1-1,1 1 1,-5 1 0,2-1-101,1 1 0,-1 0 0,1 0 0,-1 0 0,1 1 1,0-1-1,0 1 0,0 0 0,1 0 0,-1 0 1,1 1-1,0-1 0,0 1 0,0 0 0,0 0 0,0 0 1,1 0-1,-4 8 0,2 4-6736</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1.989"/>
    </inkml:context>
    <inkml:brush xml:id="br0">
      <inkml:brushProperty name="width" value="0.05" units="cm"/>
      <inkml:brushProperty name="height" value="0.05" units="cm"/>
    </inkml:brush>
  </inkml:definitions>
  <inkml:trace contextRef="#ctx0" brushRef="#br0">1 78 24575,'0'-17'0,"0"-29"0,1 33 0,0 12 0,0 4 0,6 29 0,-2 0 0,2 55 0,-2-12 0,-1-28 0,14 88 0,-12-119 0,-6-16 0,1 0 0,-1 0 0,0 1 0,0-1 0,1 0 0,-1 0 0,0 0 0,0 0 0,1 1 0,-1-1 0,0 0 0,1 0 0,-1 0 0,0 0 0,1 0 0,-1 0 0,0 0 0,1 0 0,-1 0 0,0 0 0,1 0 0,-1 0 0,0 0 0,0 0 0,1 0 0,0 0 0,1-2 0,0 1 0,1-1 0,-1 0 0,0 0 0,0 1 0,0-1 0,3-4 0,7-7 0,-2 5 0,1 1 0,0-1 0,0 2 0,1-1 0,0 2 0,0-1 0,20-4 0,-27 8 0,1 0 0,0 1 0,-1 0 0,1 0 0,0 0 0,0 1 0,0 0 0,0 0 0,0 0 0,0 1 0,0 0 0,-1 0 0,1 1 0,0-1 0,-1 1 0,1 0 0,-1 1 0,1-1 0,4 5 0,-8-6 0,1 1 0,-1 0 0,0 0 0,0 0 0,0 0 0,-1 0 0,1 0 0,0 0 0,-1 1 0,1-1 0,-1 1 0,0-1 0,0 1 0,0 0 0,0-1 0,0 1 0,-1 0 0,1 0 0,-1-1 0,0 1 0,1 0 0,-1 0 0,-1 0 0,1-1 0,0 1 0,-1 0 0,1 0 0,-1-1 0,0 1 0,0 0 0,0-1 0,0 1 0,0-1 0,-1 1 0,1-1 0,-1 1 0,0-1 0,0 0 0,0 0 0,0 0 0,0 0 0,0 0 0,0-1 0,0 1 0,-1 0 0,-4 1 0,-3 1 38,1-1 0,-1 0 0,-1-1 0,1 0 0,0 0 0,0-1 0,-1-1 0,-12 0 0,-6-2-892,-48-10 1,40 4-5973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3.313"/>
    </inkml:context>
    <inkml:brush xml:id="br0">
      <inkml:brushProperty name="width" value="0.05" units="cm"/>
      <inkml:brushProperty name="height" value="0.05" units="cm"/>
    </inkml:brush>
  </inkml:definitions>
  <inkml:trace contextRef="#ctx0" brushRef="#br0">185 98 24575,'2'-2'0,"3"-3"0,0 0 0,-1 0 0,1 0 0,5-11 0,-9 15 0,0 0 0,-1-1 0,1 1 0,-1 0 0,1-1 0,-1 1 0,1-1 0,-1 1 0,0-1 0,1 1 0,-1 0 0,0-1 0,0 1 0,0-1 0,-1 1 0,1-1 0,0 1 0,0-1 0,-1 1 0,1-1 0,-1 1 0,1 0 0,-1-1 0,0 1 0,1 0 0,-1-1 0,0 1 0,-2-2 0,1 1 0,-1 0 0,1 0 0,-1 1 0,0-1 0,0 1 0,0-1 0,1 1 0,-1 0 0,-1 0 0,1 0 0,0 0 0,0 1 0,0 0 0,0-1 0,0 1 0,-1 0 0,1 0 0,0 1 0,0-1 0,-6 2 0,-1 0 0,-1 1 0,1 0 0,-1 1 0,-16 8 0,22-10 0,0 1 0,0 0 0,1 0 0,-1 0 0,1 0 0,0 1 0,0 0 0,0 0 0,0 0 0,1 0 0,-1 1 0,1 0 0,0-1 0,0 1 0,1 0 0,0 0 0,0 1 0,0-1 0,0 0 0,1 1 0,0-1 0,0 1 0,0-1 0,1 1 0,0-1 0,0 1 0,0-1 0,1 1 0,0-1 0,0 1 0,0-1 0,1 1 0,-1-1 0,1 0 0,0 0 0,1 0 0,0 0 0,-1 0 0,2 0 0,-1-1 0,0 1 0,1-1 0,0 0 0,0 0 0,6 4 0,7 3 0,1-1 0,0-1 0,1-1 0,25 8 0,-29-11 0,0 0 0,0 1 0,0 0 0,-1 2 0,0-1 0,-1 2 0,0 0 0,14 12 0,-23-17 0,0 0 0,-1 1 0,0 0 0,0-1 0,0 1 0,0 1 0,-1-1 0,1 0 0,-1 1 0,-1-1 0,1 1 0,-1-1 0,0 1 0,0 0 0,-1 0 0,1-1 0,-2 1 0,1 0 0,0 0 0,-1-1 0,0 1 0,0 0 0,-5 10 0,5-11 0,-1 0 0,-1 0 0,1-1 0,-1 1 0,1-1 0,-1 1 0,0-1 0,-1 0 0,1 0 0,-1 0 0,0-1 0,0 0 0,0 1 0,0-1 0,-1 0 0,1-1 0,-1 1 0,0-1 0,1 0 0,-1 0 0,0-1 0,0 1 0,-1-1 0,1 0 0,0-1 0,-8 1 0,10-1 0,0 0 0,0 0 0,0 0 0,0-1 0,0 1 0,0-1 0,0 0 0,1 0 0,-1 0 0,0 0 0,1 0 0,-1-1 0,0 1 0,1-1 0,0 1 0,-1-1 0,-2-3 0,3 2 0,-1-1 0,1 1 0,-1-1 0,1 1 0,0-1 0,1 0 0,-1 0 0,1 0 0,-1 0 0,0-8 0,0 0 0,1 0 0,1 0 0,0 0 0,1 0 0,0-1 0,0 2 0,6-20 0,-1 11 0,0 1 0,1 0 0,1 1 0,1 0 0,0 0 0,1 0 0,20-23 0,-26 35 0,1 0 0,-1-1 0,0 0 0,0 1 0,-1-1 0,1-1 0,-2 1 0,1 0 0,-1-1 0,0 1 0,-1-1 0,1 0 0,-2 1 0,1-1 0,-1 0 0,0 0 0,-2-13 0,1 19 17,1 1 0,0-1 0,-1 0 1,1 1-1,-1-1 0,1 0 0,-1 1 0,0-1 0,0 1 0,0-1 0,0 1 0,0-1 0,0 1 0,0 0 0,0 0 0,0-1 0,-1 1 0,1 0 1,-3-1-1,1 0-207,0 1 0,0-1 1,0 1-1,-1 0 0,1 0 1,-1 1-1,1-1 1,-6 0-1,-7 1-6636</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9.245"/>
    </inkml:context>
    <inkml:brush xml:id="br0">
      <inkml:brushProperty name="width" value="0.05" units="cm"/>
      <inkml:brushProperty name="height" value="0.05" units="cm"/>
    </inkml:brush>
  </inkml:definitions>
  <inkml:trace contextRef="#ctx0" brushRef="#br0">219 42 24575,'0'-2'0,"0"0"0,0 0 0,0 0 0,1 0 0,-1 0 0,0 0 0,1 1 0,-1-1 0,1 0 0,0 0 0,0 0 0,-1 1 0,1-1 0,0 0 0,0 1 0,1-1 0,-1 1 0,0-1 0,1 1 0,-1 0 0,0-1 0,1 1 0,2-1 0,-4 2 0,1 0 0,-1 0 0,0 0 0,1 0 0,-1 0 0,0 0 0,0 0 0,1 0 0,-1 0 0,0 0 0,1 1 0,-1-1 0,0 0 0,1 0 0,-1 0 0,0 0 0,0 1 0,1-1 0,-1 0 0,0 0 0,0 1 0,0-1 0,1 0 0,-1 1 0,0-1 0,0 0 0,0 1 0,0-1 0,0 0 0,0 0 0,1 1 0,-1-1 0,0 0 0,0 1 0,0-1 0,0 0 0,0 1 0,0-1 0,0 0 0,0 1 0,-1-1 0,1 0 0,0 1 0,0-1 0,0 1 0,-4 17 0,-6 6 0,0-1 0,-1 0 0,-1 0 0,-1-2 0,-1 0 0,-1 0 0,-1-1 0,0-1 0,-2-1 0,0 0 0,-1-1 0,-1-1 0,-26 16 0,40-28 0,17-9 0,22-8 0,-17 10 29,1 1-1,-1 0 1,0 1-1,1 1 0,0 0 1,-1 1-1,0 1 1,1 1-1,-1 0 1,0 1-1,22 9 1,8 6-598,-1 2 0,61 39 0,-67-37-6257</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49.572"/>
    </inkml:context>
    <inkml:brush xml:id="br0">
      <inkml:brushProperty name="width" value="0.05" units="cm"/>
      <inkml:brushProperty name="height" value="0.05" units="cm"/>
    </inkml:brush>
  </inkml:definitions>
  <inkml:trace contextRef="#ctx0" brushRef="#br0">35 37 24575,'-15'-12'0,"-4"-4"0,19 16 0,0 0 0,0 0 0,0-1 0,0 1 0,0 0 0,0 0 0,0 0 0,0-1 0,0 1 0,0 0 0,0 0 0,0-1 0,0 1 0,0 0 0,0 0 0,0-1 0,0 1 0,0 0 0,0 0 0,0 0 0,1-1 0,-1 1 0,0 0 0,0 0 0,0 0 0,0-1 0,0 1 0,1 0 0,-1 0 0,0 0 0,0 0 0,0-1 0,0 1 0,1 0 0,-1 0 0,0 0 0,0 0 0,1 0 0,-1 0 0,0 0 0,0 0 0,0 0 0,1 0 0,-1 0 0,0 0 0,0 0 0,1 0 0,-1 0 0,0 0 0,15-1 0,16 3 0,0 3 0,-1 0 0,1 2 0,-1 2 0,42 16 0,-66-23 0,0 1 0,0-1 0,0 1 0,-1 1 0,1-1 0,9 8 0,-14-10 0,0 0 0,0 1 0,0-1 0,0 0 0,0 0 0,0 1 0,0-1 0,0 1 0,0-1 0,-1 0 0,1 1 0,-1-1 0,1 1 0,-1 0 0,0-1 0,1 1 0,-1-1 0,0 1 0,0 0 0,0-1 0,0 1 0,0-1 0,0 1 0,-1 0 0,1-1 0,-1 1 0,1-1 0,-1 1 0,1-1 0,-1 1 0,0-1 0,-1 2 0,-4 6 0,-1 0 0,1-1 0,-2 1 0,1-2 0,-1 1 0,-11 7 0,-58 37 0,46-32 0,-17 11-1365,5-3-5461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0.025"/>
    </inkml:context>
    <inkml:brush xml:id="br0">
      <inkml:brushProperty name="width" value="0.05" units="cm"/>
      <inkml:brushProperty name="height" value="0.05" units="cm"/>
    </inkml:brush>
  </inkml:definitions>
  <inkml:trace contextRef="#ctx0" brushRef="#br0">201 32 24575,'2'-21'0,"-3"11"0,-12 22 0,-48 49 0,43-45 0,0 2 0,0 0 0,2 1 0,0 1 0,-16 28 0,30-45 0,1-1 0,0 1 0,0 0 0,0-1 0,0 1 0,0 0 0,1 0 0,-1-1 0,1 1 0,0 0 0,0 0 0,0 0 0,0 0 0,0 0 0,0 0 0,1-1 0,1 5 0,0-3 0,-1 0 0,1 0 0,1-1 0,-1 1 0,0-1 0,1 1 0,0-1 0,0 0 0,0 0 0,6 4 0,6 4 0,1-2 0,0 0 0,1-1 0,24 8 0,-36-14 0,313 100-1365,-263-89-5461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0.336"/>
    </inkml:context>
    <inkml:brush xml:id="br0">
      <inkml:brushProperty name="width" value="0.05" units="cm"/>
      <inkml:brushProperty name="height" value="0.05" units="cm"/>
    </inkml:brush>
  </inkml:definitions>
  <inkml:trace contextRef="#ctx0" brushRef="#br0">9 34 24575,'-1'0'0,"1"0"0,-1-1 0,0 1 0,1-1 0,-1 0 0,1 1 0,-1-1 0,1 1 0,-1-1 0,1 0 0,-1 1 0,1-1 0,0 0 0,-1 1 0,1-1 0,0 0 0,0 0 0,0 1 0,-1-1 0,1 0 0,0 0 0,0 0 0,0 1 0,0-1 0,0 0 0,0 0 0,1-1 0,0 1 0,-1 0 0,1 1 0,0-1 0,0 0 0,0 0 0,0 0 0,0 1 0,0-1 0,0 1 0,0-1 0,0 1 0,0-1 0,0 1 0,1-1 0,1 1 0,5-2 0,1 1 0,-1 0 0,17 1 0,6 3 0,-1 1 0,0 1 0,0 2 0,0 1 0,-1 1 0,0 2 0,0 1 0,27 16 0,-46-23 0,-1 1 0,1 0 0,-2 1 0,1 0 0,-1 1 0,0 0 0,11 13 0,-17-18 0,1 1 0,-1-1 0,0 1 0,0-1 0,0 1 0,-1 0 0,1 0 0,-1 0 0,0 0 0,0 0 0,0 0 0,0 0 0,-1 0 0,0 1 0,1-1 0,-2 0 0,1 0 0,0 0 0,-1 0 0,0 1 0,0-1 0,0 0 0,-2 4 0,-1-1 43,0 1 0,-1-1-1,1 0 1,-2 0 0,1 0-1,-1 0 1,-11 9 0,-1-1-897,-31 19 1,-4-2-5973</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0.851"/>
    </inkml:context>
    <inkml:brush xml:id="br0">
      <inkml:brushProperty name="width" value="0.05" units="cm"/>
      <inkml:brushProperty name="height" value="0.05" units="cm"/>
    </inkml:brush>
  </inkml:definitions>
  <inkml:trace contextRef="#ctx0" brushRef="#br0">276 30 24575,'8'-5'0,"0"0"0,1 0 0,-1 1 0,1 0 0,12-3 0,-262 134 0,229-122 0,1 0 0,-1 2 0,2-1 0,-1 1 0,-11 10 0,21-15 0,-1-1 0,0 1 0,0 0 0,1 0 0,-1 0 0,1 0 0,0 0 0,0 0 0,0 0 0,0 1 0,0-1 0,0 0 0,0 1 0,0 3 0,1-4 0,0 0 0,0 0 0,1 0 0,-1 0 0,1 0 0,-1 0 0,1-1 0,0 1 0,-1 0 0,1 0 0,0 0 0,0-1 0,1 1 0,-1 0 0,0-1 0,0 1 0,1-1 0,-1 0 0,1 1 0,2 1 0,6 3-52,0-1 0,0 0 0,0 0 0,1-1-1,-1 0 1,1-1 0,0-1 0,22 3 0,-15-1-844,22 3-5930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1.146"/>
    </inkml:context>
    <inkml:brush xml:id="br0">
      <inkml:brushProperty name="width" value="0.05" units="cm"/>
      <inkml:brushProperty name="height" value="0.05" units="cm"/>
    </inkml:brush>
  </inkml:definitions>
  <inkml:trace contextRef="#ctx0" brushRef="#br0">0 1 24575,'62'0'0,"130"4"0,-172-2 0,-1 1 0,1 1 0,-1 0 0,1 2 0,-1 0 0,-1 1 0,24 12 0,-38-17 0,0 1 0,0-1 0,0 1 0,-1 0 0,1 0 0,-1 0 0,0 0 0,1 1 0,-2 0 0,1-1 0,0 1 0,-1 0 0,0 0 0,0 0 0,0 0 0,0 1 0,-1-1 0,1 1 0,-1-1 0,0 1 0,0-1 0,-1 1 0,0-1 0,0 1 0,0-1 0,0 1 0,0 0 0,-1-1 0,0 1 0,0-1 0,-3 7 0,0 2 0,-1 0 0,-1 0 0,0-1 0,-1 0 0,0 0 0,-1-1 0,0 0 0,0 0 0,-15 12 0,9-9-227,0-2-1,-2 0 1,1 0-1,-1-2 1,-33 17-1,19-15-6598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2.952"/>
    </inkml:context>
    <inkml:brush xml:id="br0">
      <inkml:brushProperty name="width" value="0.05" units="cm"/>
      <inkml:brushProperty name="height" value="0.05" units="cm"/>
    </inkml:brush>
  </inkml:definitions>
  <inkml:trace contextRef="#ctx0" brushRef="#br0">32 204 24575,'-11'-2'0,"-4"2"0,14 0 0,1 0 0,0 0 0,-1 1 0,1-1 0,-1 0 0,1 0 0,0 1 0,0-1 0,-1 1 0,1-1 0,0 0 0,-1 1 0,1-1 0,0 0 0,0 1 0,0-1 0,0 1 0,-1-1 0,1 1 0,0-1 0,0 1 0,0-1 0,0 0 0,0 1 0,0-1 0,0 1 0,0-1 0,0 1 0,0-1 0,1 1 0,-1-1 0,0 1 0,5 20 0,1-1 0,0 0 0,12 24 0,-1 0 0,-5-13 0,-2 1 0,-1 0 0,-1 0 0,-2 0 0,4 67 0,-11-174 0,-22-147 0,-7 89 0,-3-21 0,33 152 0,-1 1 0,1-1 0,0 1 0,0-1 0,-1 1 0,1-1 0,0 1 0,0-1 0,0 1 0,1-1 0,-1 1 0,0-1 0,1 1 0,-1-1 0,0 1 0,1 0 0,0-1 0,-1 1 0,1 0 0,1-3 0,-1 4 0,0-1 0,0 1 0,0-1 0,0 1 0,0-1 0,0 1 0,0 0 0,1-1 0,-1 1 0,0 0 0,0 0 0,0 0 0,0 0 0,0 0 0,0 0 0,1 0 0,-1 0 0,0 1 0,0-1 0,2 1 0,4 2 0,1 0 0,-1 0 0,1 1 0,-1 0 0,12 10 0,-3-1 0,0 0 0,-2 1 0,17 19 0,-27-28 0,-1-1 0,0 0 0,1 0 0,-2 1 0,1 0 0,0 0 0,-1-1 0,0 1 0,0 1 0,-1-1 0,1 0 0,-1 0 0,0 0 0,-1 1 0,1-1 0,-1 1 0,-1 8 0,0-12-65,1 1 0,-1 0 0,0-1 0,-1 1 0,1-1 0,0 1 0,-1-1 0,0 1 0,1-1 0,-1 0 0,0 0 0,0 0 0,0 0 0,0 0 0,-1-1 0,1 1 0,0 0 0,-1-1 0,1 0 0,-5 2 0,-12 4-6761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3.402"/>
    </inkml:context>
    <inkml:brush xml:id="br0">
      <inkml:brushProperty name="width" value="0.05" units="cm"/>
      <inkml:brushProperty name="height" value="0.05" units="cm"/>
    </inkml:brush>
  </inkml:definitions>
  <inkml:trace contextRef="#ctx0" brushRef="#br0">313 303 24575,'2'0'0,"1"0"0,0 0 0,0-1 0,0 1 0,-1-1 0,1 1 0,0-1 0,0 0 0,-1 0 0,1 0 0,-1 0 0,1-1 0,3-2 0,-5 3 0,0 1 0,0-2 0,0 1 0,-1 0 0,1 0 0,0 0 0,-1 0 0,1 0 0,-1-1 0,1 1 0,-1 0 0,1 0 0,-1-1 0,0 1 0,0 0 0,0-1 0,1 1 0,-1 0 0,-1-1 0,1 1 0,0 0 0,0-1 0,0 1 0,-1 0 0,1-1 0,-1 1 0,1 0 0,-1 0 0,1 0 0,-1-1 0,-1 0 0,-2-5 0,-1 0 0,0 0 0,0 1 0,-1 0 0,1 0 0,-2 0 0,1 1 0,0 0 0,-1 0 0,-10-6 0,8 6 0,0 1 0,0 0 0,0 0 0,0 0 0,-1 2 0,1-1 0,-1 1 0,-14-2 0,15 5 0,1 0 0,-1 0 0,0 0 0,1 1 0,0 0 0,-1 1 0,1 0 0,0 1 0,0-1 0,1 1 0,-1 1 0,1-1 0,0 1 0,0 1 0,0-1 0,1 1 0,-8 9 0,10-10 0,0 0 0,0 1 0,0-1 0,0 1 0,1 0 0,0 0 0,0 0 0,1 1 0,0-1 0,-2 9 0,3-11 0,1 1 0,-1 0 0,1-1 0,0 1 0,0 0 0,1-1 0,0 1 0,-1-1 0,1 1 0,1-1 0,-1 1 0,1-1 0,0 0 0,0 1 0,4 6 0,-2-7 0,-1 0 0,1 0 0,0 0 0,0-1 0,0 0 0,0 0 0,1 0 0,-1 0 0,1 0 0,0-1 0,0 0 0,0 0 0,0 0 0,0-1 0,0 1 0,0-1 0,0-1 0,7 1 0,0 0 0,0 0 0,0-2 0,0 1 0,0-1 0,0-1 0,0 0 0,13-5 0,-17 4 0,0 0 0,0 0 0,0-1 0,0-1 0,-1 1 0,0-1 0,0-1 0,0 1 0,0-1 0,-1 0 0,8-10 0,-6 5 0,0-1 0,0 0 0,-1-1 0,-1 1 0,0-1 0,6-19 0,-2-8 0,-1-1 0,-1 0 0,2-71 0,-10 132 0,2 1 0,0-1 0,9 37 0,26 74 0,-27-106-682,19 38-1,-9-28-6143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3.682"/>
    </inkml:context>
    <inkml:brush xml:id="br0">
      <inkml:brushProperty name="width" value="0.05" units="cm"/>
      <inkml:brushProperty name="height" value="0.05" units="cm"/>
    </inkml:brush>
  </inkml:definitions>
  <inkml:trace contextRef="#ctx0" brushRef="#br0">96 178 24575,'4'-13'0,"0"-1"0,-1 0 0,0 0 0,-1 0 0,-1 0 0,0-1 0,-2-20 0,1 33 0,0-1 0,-1 0 0,1 1 0,0-1 0,-1 0 0,0 1 0,1-1 0,-1 1 0,0-1 0,0 1 0,-1 0 0,1-1 0,-3-2 0,3 4 0,1 0 0,-1 1 0,0-1 0,0 1 0,0-1 0,0 1 0,0-1 0,1 1 0,-1 0 0,0-1 0,0 1 0,0 0 0,0 0 0,0 0 0,0 0 0,0-1 0,0 1 0,0 1 0,0-1 0,0 0 0,0 0 0,0 0 0,0 0 0,0 1 0,0-1 0,0 1 0,0-1 0,0 0 0,0 1 0,1-1 0,-1 1 0,0 0 0,0-1 0,1 1 0,-1 0 0,0-1 0,1 1 0,-1 0 0,0 1 0,-4 4 0,-1 0 0,2 1 0,-1-1 0,1 1 0,0 0 0,1 1 0,0-1 0,0 0 0,0 1 0,-2 13 0,-1 7 0,-2 46 0,4-17-455,3-1 0,6 60 0,-1-80-6371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3.836"/>
    </inkml:context>
    <inkml:brush xml:id="br0">
      <inkml:brushProperty name="width" value="0.05" units="cm"/>
      <inkml:brushProperty name="height" value="0.05" units="cm"/>
    </inkml:brush>
  </inkml:definitions>
  <inkml:trace contextRef="#ctx0" brushRef="#br0">1 78 24575,'0'-4'0,"3"-3"0,4-4 0,5-4 0,8 1 0,8 4 0,9 2 0,4 3 0,4 3 0,-5 1-8191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4.241"/>
    </inkml:context>
    <inkml:brush xml:id="br0">
      <inkml:brushProperty name="width" value="0.05" units="cm"/>
      <inkml:brushProperty name="height" value="0.05" units="cm"/>
    </inkml:brush>
  </inkml:definitions>
  <inkml:trace contextRef="#ctx0" brushRef="#br0">0 0 24575,'0'4'0,"0"3"0,3 4 0,2 7 0,2 6 0,0 8 0,3 6 0,2 5 0,-1 2 0,1-1 0,-2-1 0,-2-3 0,-3-6-8191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4.417"/>
    </inkml:context>
    <inkml:brush xml:id="br0">
      <inkml:brushProperty name="width" value="0.05" units="cm"/>
      <inkml:brushProperty name="height" value="0.05" units="cm"/>
    </inkml:brush>
  </inkml:definitions>
  <inkml:trace contextRef="#ctx0" brushRef="#br0">1 43 24575,'0'-3'0,"0"-5"0,0-3 0,3 0 0,4 1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5.160"/>
    </inkml:context>
    <inkml:brush xml:id="br0">
      <inkml:brushProperty name="width" value="0.05" units="cm"/>
      <inkml:brushProperty name="height" value="0.05" units="cm"/>
    </inkml:brush>
  </inkml:definitions>
  <inkml:trace contextRef="#ctx0" brushRef="#br0">0 181 24575,'0'0'0,"0"-1"0,1 0 0,-1 0 0,0 1 0,1-1 0,-1 0 0,0 1 0,1-1 0,-1 0 0,0 1 0,1-1 0,-1 1 0,1-1 0,0 1 0,-1-1 0,1 1 0,-1-1 0,1 1 0,0-1 0,-1 1 0,1 0 0,0-1 0,-1 1 0,1 0 0,0 0 0,0 0 0,-1-1 0,1 1 0,0 0 0,0 0 0,-1 0 0,1 0 0,0 0 0,0 0 0,-1 0 0,1 1 0,1-1 0,27 7 0,-25-5 0,0 1 0,0 0 0,0 0 0,-1 0 0,1 0 0,-1 1 0,0 0 0,0-1 0,0 1 0,0 0 0,-1 0 0,0 1 0,0-1 0,0 0 0,0 1 0,-1-1 0,2 6 0,0 4 0,0 0 0,-1 0 0,-1 0 0,0 19 0,-1-50 0,1-1 0,6-25 0,-3 28 0,0 0 0,1 1 0,1 0 0,0 0 0,1 0 0,1 1 0,0 0 0,1 1 0,0 0 0,0 0 0,2 1 0,14-14 0,-22 23 0,-1 0 0,0 1 0,0-1 0,1 1 0,-1 0 0,0 0 0,1-1 0,0 2 0,-1-1 0,1 0 0,-1 0 0,1 1 0,0-1 0,-1 1 0,1 0 0,0 0 0,0 0 0,-1 0 0,1 1 0,0-1 0,4 2 0,-4-1 0,0 1 0,1 0 0,-1-1 0,-1 1 0,1 1 0,0-1 0,0 0 0,-1 1 0,1-1 0,-1 1 0,0 0 0,0-1 0,0 1 0,0 0 0,0 0 0,1 5 0,0-2 0,0 1 0,0 0 0,0 0 0,1 0 0,0 0 0,7 8 0,-9-13 0,1 0 0,-1 1 0,1-2 0,-1 1 0,1 0 0,0 0 0,0-1 0,0 0 0,0 1 0,0-1 0,0 0 0,0-1 0,0 1 0,0 0 0,1-1 0,3 0 0,23 4 0,-1 2 0,0 0 0,57 21 0,31 8 0,-103-32 0,0 0 0,0-2 0,0 0 0,0 0 0,0-1 0,22-4 0,-30 3 0,0 0 0,0-1 0,0 0 0,0 0 0,0-1 0,-1 0 0,1 0 0,-1 0 0,0-1 0,0 1 0,0-1 0,0 0 0,0-1 0,-1 1 0,0-1 0,0 0 0,0 0 0,-1 0 0,0-1 0,0 1 0,0-1 0,0 1 0,2-10 0,-3 10 0,-1-1 0,0 0 0,0 1 0,0-1 0,0 0 0,-1 0 0,0 0 0,0 1 0,-1-1 0,0 0 0,0 0 0,0 1 0,0-1 0,-1 1 0,0-1 0,0 1 0,-1 0 0,0-1 0,1 1 0,-2 0 0,1 1 0,0-1 0,-1 1 0,0-1 0,-6-4 0,7 6 0,0 1 0,1 0 0,-1 0 0,0 0 0,0 1 0,0-1 0,0 1 0,0 0 0,0-1 0,0 1 0,0 1 0,-1-1 0,1 0 0,0 1 0,-1 0 0,1 0 0,0 0 0,-1 0 0,-3 1 0,4-1 0,0 1 0,0 1 0,1-1 0,-1 0 0,0 1 0,0-1 0,1 1 0,-1 0 0,1 0 0,-1 0 0,1 0 0,0 0 0,0 1 0,0-1 0,0 1 0,0-1 0,1 1 0,-1 0 0,1 0 0,-2 4 0,-2 6 0,2-1 0,-1 1 0,2 0 0,0 0 0,0 0 0,1 1 0,1-1 0,0 0 0,1 0 0,2 15 0,6 19 0,21 68 0,-6-30 0,-17-55-341,-1 0 0,-2 0-1,1 38 1,-6-32-6485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7.042"/>
    </inkml:context>
    <inkml:brush xml:id="br0">
      <inkml:brushProperty name="width" value="0.05" units="cm"/>
      <inkml:brushProperty name="height" value="0.05" units="cm"/>
    </inkml:brush>
  </inkml:definitions>
  <inkml:trace contextRef="#ctx0" brushRef="#br0">76 567 24575,'-2'0'0,"0"-1"0,0 0 0,1 1 0,-1-1 0,0 0 0,1 0 0,-1 0 0,1 0 0,-1 0 0,1-1 0,0 1 0,-2-2 0,-11-8 0,13 10 0,0 1 0,0 0 0,0-1 0,0 1 0,0 0 0,0 0 0,0 0 0,0 0 0,0 0 0,0 0 0,0 0 0,0 0 0,0 0 0,0 1 0,0-1 0,0 0 0,0 1 0,0-1 0,1 0 0,-1 1 0,0-1 0,0 1 0,0-1 0,0 1 0,1 0 0,-1-1 0,0 1 0,0 0 0,1 0 0,-1-1 0,1 1 0,-1 0 0,1 0 0,-1 0 0,1 0 0,-1 0 0,1 0 0,0 0 0,-1 0 0,1 0 0,0 0 0,0 1 0,-2 8 0,0-1 0,1 0 0,-1 14 0,2-18 0,1 199 0,-1-201 0,1-1 0,-1 1 0,0 0 0,1-1 0,-1 1 0,1 0 0,0-1 0,0 1 0,0-1 0,0 0 0,0 1 0,0-1 0,1 0 0,-1 1 0,1-1 0,0 0 0,-1 0 0,1 0 0,0-1 0,4 4 0,-3-4 0,0 0 0,0 0 0,0 0 0,0 0 0,0-1 0,0 1 0,0-1 0,0 0 0,0 1 0,0-2 0,0 1 0,0 0 0,0-1 0,0 1 0,0-1 0,0 0 0,5-2 0,4-2 0,0 0 0,-1-1 0,0 0 0,0-1 0,0-1 0,13-12 0,55-59 0,-67 67 0,27-34 0,-22 25 0,28-26 0,-44 45 0,0 1 0,0 0 0,1 0 0,-1 0 0,0 0 0,0 0 0,1 0 0,-1 1 0,1-1 0,-1 0 0,1 1 0,-1-1 0,1 1 0,-1-1 0,1 1 0,0 0 0,-1 0 0,3 0 0,-3 0 0,0 0 0,1 1 0,-1-1 0,0 1 0,0-1 0,0 1 0,0 0 0,0-1 0,0 1 0,-1 0 0,1 0 0,0 0 0,0 0 0,-1 0 0,1-1 0,0 1 0,-1 0 0,1 1 0,0 0 0,3 8 0,-1 0 0,-1 0 0,1 0 0,0 18 0,0-9 0,-1-7 0,2 11 0,8 28 0,-10-46 0,0 1 0,0 0 0,1-1 0,0 1 0,0-1 0,0 0 0,0 0 0,1 0 0,0 0 0,4 4 0,-6-8 0,-1 0 0,0 0 0,0 0 0,1 0 0,-1 0 0,1-1 0,-1 1 0,0 0 0,1-1 0,-1 1 0,1-1 0,0 1 0,-1-1 0,1 0 0,-1 0 0,1 0 0,0 0 0,-1 0 0,1 0 0,-1 0 0,3-1 0,-1 0 0,0 0 0,1 0 0,-1-1 0,0 1 0,0-1 0,-1 0 0,1 0 0,0 0 0,4-4 0,2-4 0,0-1 0,-1 0 0,14-22 0,-6 3 0,-2 0 0,19-61 0,-22 59 0,-10 38 0,0 0 0,0-1 0,1 1 0,0 0 0,0-1 0,1 1 0,0-1 0,0 0 0,0 0 0,0 0 0,1 0 0,0-1 0,5 6 0,0-4 0,0-1 0,0 0 0,0-1 0,1 0 0,0 0 0,-1-1 0,1 0 0,17 2 0,-9-2 0,1-2 0,0 0 0,34-3 0,-37 1 0,0-2 0,-1 0 0,1-1 0,-1-1 0,0 0 0,16-9 0,-24 11 0,-1 0 0,-1 0 0,1 0 0,0-1 0,-1 0 0,1 0 0,-1-1 0,-1 1 0,1-1 0,0 0 0,-1-1 0,0 1 0,-1-1 0,1 0 0,-1 1 0,0-1 0,2-7 0,-4 11 0,0 0 0,-1 1 0,1-1 0,-1 1 0,0-1 0,0 0 0,1 0 0,-1 1 0,0-1 0,0 0 0,-1 1 0,1-1 0,0 0 0,0 1 0,-1-1 0,1 0 0,-1 1 0,0-1 0,1 1 0,-1-1 0,0 0 0,0 1 0,0 0 0,0-1 0,0 1 0,0 0 0,0-1 0,-3-1 0,2 3 0,1-1 0,-1 1 0,0-1 0,0 1 0,0-1 0,1 1 0,-1 0 0,0 0 0,0 0 0,0 0 0,0 0 0,0 0 0,0 1 0,1-1 0,-1 1 0,0-1 0,0 1 0,1-1 0,-1 1 0,0 0 0,1 0 0,-1 0 0,0 0 0,1 0 0,0 0 0,-2 2 0,-4 4 0,0-1 0,1 1 0,1 0 0,-1 0 0,1 1 0,0 0 0,1 0 0,-7 15 0,8-16 0,0 0 0,1 0 0,0 0 0,0 1 0,1-1 0,0 0 0,0 1 0,1-1 0,0 1 0,0-1 0,2 10 0,-2-15 0,1 0 0,-1-1 0,0 1 0,1 0 0,0 0 0,-1 0 0,1 0 0,0-1 0,0 1 0,0 0 0,0-1 0,0 1 0,0-1 0,1 1 0,-1-1 0,0 1 0,1-1 0,-1 0 0,1 0 0,-1 0 0,1 0 0,0 0 0,0 0 0,-1 0 0,1 0 0,0-1 0,0 1 0,0-1 0,0 1 0,0-1 0,-1 0 0,1 0 0,0 0 0,0 0 0,0 0 0,0 0 0,0 0 0,0-1 0,0 1 0,0-1 0,0 0 0,-1 1 0,1-1 0,0 0 0,0 0 0,-1 0 0,1 0 0,-1 0 0,1 0 0,-1-1 0,2-1 0,8-7 0,-2 0 0,1-1 0,-2-1 0,11-15 0,-12 15 0,0 2 0,1-1 0,0 1 0,1 0 0,14-13 0,-19 21 0,-1 0 0,1-1 0,-1 1 0,1 1 0,0-1 0,0 0 0,0 1 0,0 0 0,0 0 0,0 0 0,0 0 0,0 1 0,0 0 0,1 0 0,-1 0 0,0 0 0,0 1 0,0-1 0,0 1 0,0 0 0,7 3 0,157 67 0,-142-59 0,-19-9 0,-1 0 0,0 0 0,0 1 0,0 0 0,-1 0 0,6 5 0,-10-9 0,0 1 0,-1 0 0,1 0 0,0 0 0,-1-1 0,1 1 0,-1 0 0,1 0 0,-1 0 0,0 0 0,1 0 0,-1 0 0,0 0 0,1 0 0,-1 0 0,0 0 0,0 0 0,0 0 0,0 1 0,-1 0 0,1-1 0,-1 1 0,1-1 0,-1 1 0,0-1 0,0 0 0,0 0 0,0 1 0,0-1 0,0 0 0,0 0 0,0 0 0,0 0 0,0 0 0,-1 0 0,1 0 0,-2 0 0,-27 13 0,28-13 0,1 0 0,-1-1 0,0 1 0,1-1 0,-1 0 0,0 1 0,1-1 0,-1 0 0,0 0 0,1 0 0,-1 0 0,0 0 0,0-1 0,1 1 0,-1-1 0,-3 0 0,5 0 0,0 1 0,0 0 0,-1-1 0,1 1 0,0-1 0,0 1 0,0 0 0,0-1 0,0 1 0,0-1 0,0 1 0,0-1 0,0 1 0,0-1 0,0 1 0,0 0 0,0-1 0,0 1 0,0-1 0,0 1 0,0-1 0,0 1 0,1 0 0,-1-1 0,0 1 0,0-1 0,0 1 0,1 0 0,-1-1 0,0 1 0,1 0 0,-1-1 0,0 1 0,1 0 0,-1 0 0,1-1 0,14-13 0,-14 13 0,28-22 0,2 2 0,0 1 0,2 2 0,0 1 0,44-17 0,-69 31 0,-1 1 0,1 0 0,-1 0 0,1 1 0,0 0 0,0 0 0,10 0 0,-16 1 0,-1 0 0,1 0 0,-1 0 0,1 0 0,0-1 0,-1 1 0,1 0 0,-1-1 0,0 0 0,1 1 0,-1-1 0,1 0 0,-1 1 0,0-1 0,1 0 0,-1 0 0,0 0 0,0 0 0,0-1 0,0 1 0,0 0 0,0 0 0,0-1 0,0 1 0,0 0 0,-1-1 0,1 1 0,-1-1 0,1 1 0,-1-1 0,1 1 0,-1-1 0,0 1 0,0-1 0,1 1 0,-1-1 0,0 1 0,-1-1 0,1 0 0,0-1 0,-1-2 0,1 0 0,-1 1 0,0-1 0,0 1 0,-1-1 0,1 1 0,-1-1 0,0 1 0,0 0 0,0-1 0,-1 1 0,-4-5 0,3 5 0,0 0 0,0 1 0,0-1 0,0 1 0,-1 0 0,0 0 0,1 1 0,-1-1 0,0 1 0,0 0 0,-1 0 0,1 1 0,0 0 0,0 0 0,-1 0 0,1 0 0,-1 1 0,-8 0 0,10 1 0,-1-1 0,0 1 0,1 1 0,-1-1 0,1 1 0,-1-1 0,1 1 0,0 1 0,0-1 0,0 0 0,0 1 0,0 0 0,0 0 0,1 0 0,-1 0 0,1 1 0,0 0 0,0-1 0,0 1 0,1 0 0,-4 6 0,3-4 0,0 0 0,1 0 0,0 1 0,0-1 0,0 1 0,1-1 0,0 1 0,0-1 0,0 1 0,1 0 0,0-1 0,1 1 0,-1 0 0,1-1 0,0 1 0,1-1 0,0 1 0,0-1 0,0 0 0,1 1 0,0-1 0,0-1 0,0 1 0,1 0 0,7 9 0,-5-9 0,0 0 0,0 0 0,0-1 0,0 0 0,1 0 0,0 0 0,0-1 0,0 0 0,1 0 0,-1-1 0,1 0 0,0 0 0,0-1 0,0 0 0,0 0 0,0-1 0,1 0 0,-1-1 0,0 1 0,13-3 0,-10 1 0,0-1 0,0 0 0,0-1 0,0-1 0,-1 1 0,1-2 0,-1 1 0,0-2 0,-1 1 0,1-1 0,9-8 0,-9 5 0,0-1 0,0 0 0,-1-1 0,0 0 0,-1 0 0,0-1 0,12-24 0,-9 8 0,-1 1 0,-1-2 0,-1 1 0,-1-1 0,-2 0 0,-1-1 0,0-51 0,-3 52 0,-2 0 0,-1 1 0,-1-1 0,-1 0 0,-2 1 0,-17-51 0,21 74 0,0 0 0,-1 0 0,0 1 0,1-1 0,-7-6 0,8 10 0,1 0 0,-1 1 0,1-1 0,-1 0 0,1 1 0,-1-1 0,1 1 0,-1-1 0,0 1 0,1 0 0,-1-1 0,0 1 0,1 0 0,-1-1 0,0 1 0,0 0 0,1 0 0,-1-1 0,0 1 0,0 0 0,1 0 0,-1 0 0,0 0 0,0 0 0,1 0 0,-1 0 0,0 0 0,0 1 0,0-1 0,1 0 0,-1 0 0,0 1 0,1-1 0,-1 0 0,0 1 0,1-1 0,-1 1 0,0-1 0,1 1 0,-1-1 0,1 1 0,-1-1 0,1 1 0,-1-1 0,1 1 0,-1 0 0,0 0 0,-2 4 0,1 0 0,-1 0 0,1 1 0,0-1 0,0 0 0,0 1 0,1 0 0,-1 6 0,-3 50 0,4-45 0,-1 25-170,2 0-1,2 0 0,1 0 1,3 0-1,1-1 0,2 0 1,18 50-1,-11-51-6655</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7.821"/>
    </inkml:context>
    <inkml:brush xml:id="br0">
      <inkml:brushProperty name="width" value="0.05" units="cm"/>
      <inkml:brushProperty name="height" value="0.05" units="cm"/>
    </inkml:brush>
  </inkml:definitions>
  <inkml:trace contextRef="#ctx0" brushRef="#br0">95 481 24575,'0'50'0,"2"-6"0,-3 1 0,-12 85 0,13-127 0,-1 0 0,0-1 0,0 1 0,0 0 0,0-1 0,0 1 0,0 0 0,-1-1 0,-3 4 0,5-5 0,0-1 0,-1 1 0,1-1 0,0 0 0,-1 0 0,1 1 0,-1-1 0,1 0 0,0 0 0,-1 1 0,1-1 0,-1 0 0,1 0 0,-1 0 0,1 0 0,-1 0 0,1 0 0,-1 0 0,1 0 0,-1 0 0,1 0 0,0 0 0,-1 0 0,0 0 0,0-1 0,0 1 0,0-1 0,0 1 0,0-1 0,0 0 0,0 0 0,1 1 0,-1-1 0,0 0 0,0 0 0,1 0 0,-1 0 0,0 0 0,0-2 0,-6-11 0,1-1 0,0-1 0,1 1 0,0-1 0,1 0 0,1 0 0,-1-17 0,0-118 0,4 109 0,9-140 0,-5 155 0,0 1 0,2 0 0,1 1 0,19-46 0,-24 66 0,0-1 0,1 1 0,0 0 0,1 0 0,-1 0 0,1 1 0,0-1 0,0 1 0,0 0 0,0 0 0,1 0 0,-1 1 0,1 0 0,0 0 0,9-4 0,-10 5 0,0 1 0,0 0 0,0 0 0,0 1 0,0-1 0,0 1 0,0 0 0,0 0 0,0 0 0,0 1 0,-1-1 0,1 1 0,0 0 0,0 0 0,0 0 0,0 1 0,-1-1 0,1 1 0,-1 0 0,1 0 0,-1 0 0,0 1 0,5 3 0,-3-1 0,0 0 0,0 0 0,0 1 0,-1-1 0,1 1 0,-2 0 0,1 0 0,-1 1 0,1-1 0,-2 1 0,1-1 0,-1 1 0,0 0 0,0 0 0,-1 0 0,0 0 0,0 0 0,-1 0 0,0 0 0,0 1 0,-1-1 0,-1 11 0,-1-5 0,0-1 0,-1 0 0,0 0 0,-1 0 0,0-1 0,-1 1 0,0-1 0,-1-1 0,0 1 0,0-1 0,-1 0 0,-10 8 0,2-2-341,-2-2 0,0 0-1,-34 20 1,22-18-6485</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8.818"/>
    </inkml:context>
    <inkml:brush xml:id="br0">
      <inkml:brushProperty name="width" value="0.05" units="cm"/>
      <inkml:brushProperty name="height" value="0.05" units="cm"/>
    </inkml:brush>
  </inkml:definitions>
  <inkml:trace contextRef="#ctx0" brushRef="#br0">77 69 24575,'15'-9'0,"6"-4"0,-21 13 0,1 0 0,-1-1 0,0 1 0,0-1 0,1 1 0,-1-1 0,0 1 0,0-1 0,0 1 0,0 0 0,1-1 0,-1 1 0,0-1 0,0 1 0,0-1 0,0 1 0,0-1 0,0 1 0,-1-1 0,1 1 0,0-1 0,0 1 0,0-1 0,0 1 0,-1-1 0,1 1 0,0-1 0,0 1 0,-1-1 0,1 1 0,0 0 0,-1-1 0,1 1 0,0 0 0,-1-1 0,1 1 0,0 0 0,-1-1 0,1 1 0,-1 0 0,1 0 0,-1-1 0,0 0 0,0 1 0,0-1 0,-1 0 0,1 0 0,0 1 0,0-1 0,0 1 0,-1-1 0,1 1 0,0-1 0,0 1 0,-1 0 0,1 0 0,0-1 0,-1 1 0,1 0 0,-1 0 0,1 0 0,0 1 0,-1-1 0,1 0 0,0 0 0,0 1 0,-2 0 0,0 0 0,1 1 0,-1-1 0,1 1 0,-1 0 0,1 0 0,0 0 0,0 0 0,0 1 0,0-1 0,-2 4 0,-3 6 0,1-1 0,1 1 0,0 0 0,-4 13 0,-5 31 0,14-51 0,-1 0 0,0 0 0,1 0 0,0 0 0,0 0 0,1 1 0,-1-1 0,1 0 0,2 5 0,-2-8 0,0 0 0,0 0 0,0-1 0,1 1 0,-1 0 0,1-1 0,-1 1 0,1-1 0,0 1 0,-1-1 0,1 0 0,0 0 0,0 1 0,0-1 0,0-1 0,0 1 0,0 0 0,0 0 0,1-1 0,-1 1 0,0-1 0,0 0 0,0 0 0,1 0 0,-1 0 0,0 0 0,4-1 0,4 0 0,1 0 0,-1-1 0,0 0 0,16-6 0,-12 3 0,-1-1 0,0-1 0,0 0 0,-1-1 0,1 0 0,18-18 0,-25 21 0,0 0 0,-1-1 0,0 0 0,0 0 0,0 0 0,-1-1 0,0 1 0,0-1 0,0 0 0,-1 0 0,0 0 0,-1-1 0,0 1 0,2-12 0,-3 18 0,-1-1 0,0 1 0,0 0 0,0 0 0,0 0 0,0 0 0,-1-1 0,1 1 0,0 0 0,0 0 0,-1 0 0,1 0 0,-1-2 0,0 3 0,1-1 0,0 1 0,0 0 0,-1 0 0,1-1 0,0 1 0,-1 0 0,1-1 0,0 1 0,-1 0 0,1 0 0,-1 0 0,1-1 0,0 1 0,-1 0 0,1 0 0,-1 0 0,1 0 0,0 0 0,-1 0 0,1 0 0,-1 0 0,1 0 0,-1 0 0,-1 0 0,0 1 0,1 0 0,-1-1 0,1 1 0,-1 0 0,1 0 0,-1 0 0,1 0 0,0 0 0,-1 0 0,1 0 0,0 0 0,0 0 0,0 1 0,0-1 0,-2 2 0,-3 8 0,1 0 0,-1 0 0,2 0 0,-6 16 0,9-21 0,-1 1 0,1-1 0,0 0 0,0 0 0,0 1 0,1-1 0,0 0 0,1 1 0,-1-1 0,2 7 0,-1-12 0,-1 0 0,1 1 0,-1-1 0,1 1 0,-1-1 0,1 0 0,0 0 0,-1 1 0,1-1 0,0 0 0,0 0 0,0 0 0,0 0 0,0 0 0,0 0 0,1 0 0,-1 0 0,0 0 0,0-1 0,1 1 0,-1 0 0,3 0 0,-1 0 0,0-1 0,0 0 0,0 0 0,0 0 0,-1 0 0,1 0 0,0 0 0,0-1 0,0 0 0,5-1 0,3-2 0,1-1 0,-1-1 0,0 0 0,12-9 0,29-21 0,96-62 0,-119 79 0,-30 23 0,1-1 0,0 1 0,1-1 0,-1 1 0,1 0 0,-1-1 0,1 1 0,0-1 0,0 0 0,0 1 0,1-1 0,-1 0 0,1 1 0,0-1 0,0 0 0,0 0 0,0-1 0,1 1 0,-1 0 0,1-1 0,3 3 0,8 8 0,2-1 0,27 17 0,-25-17 0,-17-12 0,0 0 0,0 1 0,0-1 0,-1 1 0,1-1 0,0 1 0,0-1 0,-1 1 0,1 0 0,-1-1 0,1 1 0,-1 0 0,1-1 0,-1 1 0,1 0 0,-1 0 0,1-1 0,-1 2 0,0-1 0,0-1 0,0 0 0,-1 1 0,1-1 0,0 0 0,0 0 0,-1 1 0,1-1 0,0 0 0,-1 0 0,1 1 0,0-1 0,-1 0 0,1 0 0,0 0 0,-1 0 0,1 1 0,0-1 0,-1 0 0,1 0 0,-1 0 0,1 0 0,0 0 0,-1 0 0,1 0 0,-1 0 0,-34-4 0,33 4 0,0-1 0,0 1 0,0-1 0,0 0 0,0 1 0,0-1 0,1 0 0,-1-1 0,0 1 0,0 0 0,1 0 0,-1-1 0,1 1 0,-3-3 0,4 3 0,0 0 0,-1 0 0,1 0 0,0 0 0,0 0 0,0 0 0,0 0 0,0 0 0,0 0 0,0 0 0,0 0 0,0 0 0,0 0 0,1 0 0,-1 0 0,0 1 0,1-1 0,-1 0 0,0 0 0,1 0 0,-1 0 0,1 0 0,0 1 0,-1-1 0,1 0 0,0 0 0,-1 1 0,1-1 0,0 1 0,0-1 0,-1 0 0,3 0 0,23-16 0,0 0 0,1 2 0,46-19 0,-37 18 0,-12 4 0,38-16 0,-56 26 0,1 0 0,-1 0 0,0 0 0,1 1 0,0 0 0,-1 0 0,11 1 0,-14 1 0,0-1 0,0 1 0,0 0 0,0 0 0,0 0 0,0 1 0,-1-1 0,1 1 0,0 0 0,-1 0 0,1 0 0,-1 0 0,1 0 0,2 4 0,30 40 0,-25-31 0,9 6 0,-16-19 0,0 1 0,0 0 0,0 1 0,0-1 0,0 1 0,-1-1 0,1 1 0,-1 0 0,0 0 0,0 0 0,0 0 0,1 7 0,-3-10-50,0 0-1,0-1 1,0 1-1,0 0 0,0 0 1,-1-1-1,1 1 1,0 0-1,0-1 1,-1 1-1,1-1 0,-1 1 1,1 0-1,0-1 1,-1 1-1,1-1 1,-1 1-1,1-1 0,-1 1 1,0-1-1,1 0 1,-1 1-1,1-1 1,-1 0-1,0 1 1,0-1-1,-10 4-6775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9.068"/>
    </inkml:context>
    <inkml:brush xml:id="br0">
      <inkml:brushProperty name="width" value="0.05" units="cm"/>
      <inkml:brushProperty name="height" value="0.05" units="cm"/>
    </inkml:brush>
  </inkml:definitions>
  <inkml:trace contextRef="#ctx0" brushRef="#br0">1 1 24575,'3'3'0,"4"1"0,8 0 0,7-1 0,6 0 0,4-2 0,7 0 0,3-1 0,3 0 0,-6 0-8191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1:59.458"/>
    </inkml:context>
    <inkml:brush xml:id="br0">
      <inkml:brushProperty name="width" value="0.05" units="cm"/>
      <inkml:brushProperty name="height" value="0.05" units="cm"/>
    </inkml:brush>
  </inkml:definitions>
  <inkml:trace contextRef="#ctx0" brushRef="#br0">1 20 24575,'3'0'0,"8"-3"0,10-2 0,19 1 0,20 1 0,22 1 0,19 0 0,-7 2-8191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2:00.793"/>
    </inkml:context>
    <inkml:brush xml:id="br0">
      <inkml:brushProperty name="width" value="0.05" units="cm"/>
      <inkml:brushProperty name="height" value="0.05" units="cm"/>
    </inkml:brush>
  </inkml:definitions>
  <inkml:trace contextRef="#ctx0" brushRef="#br0">4 16 24575,'-3'3'0,"2"1"0,8-3 0,8-2 0,9-1 0,12 1 0,13-4 0,10-1 0,11 2 0,9 0 0,4 5 0,0 1 0,-7 5 0,-8 0 0,-15 0-8191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2:01.211"/>
    </inkml:context>
    <inkml:brush xml:id="br0">
      <inkml:brushProperty name="width" value="0.05" units="cm"/>
      <inkml:brushProperty name="height" value="0.05" units="cm"/>
    </inkml:brush>
  </inkml:definitions>
  <inkml:trace contextRef="#ctx0" brushRef="#br0">17 0 24575,'-4'0'0,"-3"0"0,2 0 0,5 0 0,9 0 0,12 0 0,15 0 0,14 0 0,15 0 0,14 0 0,9 0 0,6 0 0,-13 0-8191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2:04.421"/>
    </inkml:context>
    <inkml:brush xml:id="br0">
      <inkml:brushProperty name="width" value="0.05" units="cm"/>
      <inkml:brushProperty name="height" value="0.05" units="cm"/>
    </inkml:brush>
  </inkml:definitions>
  <inkml:trace contextRef="#ctx0" brushRef="#br0">19 0 24575,'-3'0'0,"-1"3"0,-3 2 0,2-1 0,6-1 0,9-1 0,12 0 0,15-2 0,13 1 0,14-1 0,12 0 0,9-1 0,2 1 0,2 0 0,-5 0 0,-10 0 0,-18 0-8191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2:04.714"/>
    </inkml:context>
    <inkml:brush xml:id="br0">
      <inkml:brushProperty name="width" value="0.05" units="cm"/>
      <inkml:brushProperty name="height" value="0.05" units="cm"/>
    </inkml:brush>
  </inkml:definitions>
  <inkml:trace contextRef="#ctx0" brushRef="#br0">0 0 24575,'3'0'0,"8"0"0,7 0 0,11 0 0,13 0 0,14 0 0,17 0 0,15 0 0,-8 0-8191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7:32:09.795"/>
    </inkml:context>
    <inkml:brush xml:id="br0">
      <inkml:brushProperty name="width" value="0.05" units="cm"/>
      <inkml:brushProperty name="height" value="0.05" units="cm"/>
    </inkml:brush>
  </inkml:definitions>
  <inkml:trace contextRef="#ctx0" brushRef="#br0">588 6482 24575,'0'-1'0,"0"0"0,0 0 0,0 0 0,0 0 0,0-1 0,1 1 0,-1 0 0,0 0 0,1 0 0,-1 0 0,0 0 0,1 0 0,-1 0 0,2-1 0,-2 1 0,0 1 0,1 0 0,-1 0 0,0-1 0,1 1 0,-1 0 0,0 0 0,1 0 0,-1-1 0,0 1 0,1 0 0,-1 0 0,1 0 0,-1 0 0,0 0 0,1 0 0,-1 0 0,1 0 0,-1 0 0,1 0 0,-1 0 0,0 0 0,1 0 0,-1 0 0,1 1 0,1-1 0,0 1 0,0 1 0,0-1 0,-1 0 0,1 0 0,0 1 0,-1-1 0,1 1 0,-1-1 0,0 1 0,1 0 0,-1-1 0,2 4 0,18 43 0,-2 0 0,25 93 0,-20-56 0,1-3 0,4-1 0,3-2 0,43 78 0,-59-128 0,2-1 0,1 0 0,1-2 0,1 0 0,1-1 0,1-2 0,2 0 0,0-1 0,1-2 0,57 34 0,-23-25-81,1-2-1,1-3 1,0-3-1,122 24 1,269 15-384,-407-55 459,914 61-1723,3-45 1505,-114-37-1514,-653 1 1712,-1-9-1,252-63 1,-345 59-105,-2-4 0,-2-5 0,-1-4 0,169-98 0,-200 96 87,-1-2 0,-2-3 0,-2-3 0,-3-3 0,-2-2 0,-3-2 1,51-71-1,-61 66 464,-2-2 1,-3-1-1,-3-2 0,-3-1 1,40-129-1,-56 138-77,-2-1-1,-3 0 0,-3 0 1,-2-1-1,-3 0 0,-3 0 0,-11-95 1,3 99-265,-2 0 1,-3 1 0,-2 0 0,-44-104-1,56 155-78,2 3 0,0 0 0,0 0 0,0 1 0,0-1 0,-1 1 0,1-1 0,-1 1 0,0-1 0,0 1 0,0 0 0,0 0 0,0 0 0,0 0 0,-5-3 0,13 17 0,-6-12 0,1 1 0,-1-1 0,0 0 0,0 1 0,0-1 0,1 0 0,-1 0 0,0 1 0,0-1 0,1 0 0,-1 0 0,0 1 0,1-1 0,-1 0 0,0 0 0,0 0 0,1 0 0,-1 1 0,0-1 0,1 0 0,-1 0 0,1 0 0,-1 0 0,0 0 0,1 0 0,-1 0 0,0 0 0,1 0 0,-1 0 0,0 0 0,1 0 0,-1 0 0,0 0 0,1-1 0,-1 1 0,0 0 0,1 0 0,-1 0 0,0 0 0,1-1 0,-1 1 0,0 0 0,1 0 0,-1-1 0,0 1 0,0 0 0,0 0 0,1-1 0,-1 1 0,0 0 0,0-1 0,3-5 0,0 0 0,-1-1 0,0 1 0,-1-1 0,1 1 0,-1-1 0,-1 1 0,1-11 0,1-7 0,45-255 0,14-108 0,-15-302 0,-42-2 0,-4 556 0,-8-112 0,-75-463 0,58 556 0,-47-231 0,55 312 0,-5 0 0,-2 2 0,-39-80 0,40 107 0,-2 1 0,-3 1 0,0 2 0,-3 0 0,-1 2 0,-74-66 0,49 57 0,-2 2 0,-2 3 0,-1 3 0,-74-34 0,-429-161 0,-23 58 0,-46 52 0,-6 46 0,520 66 0,-1 5 0,-174 11 0,248 2 0,1 2 0,1 2 0,-1 2 0,-47 20 0,-171 86 0,-6 1 0,159-78 0,-196 75 0,211-74 0,-103 60 0,62-15 0,4 5 0,4 6 0,-152 151 0,223-190 0,2 2 0,3 3 0,-48 76 0,35-34 0,-73 158 0,-139 384 0,230-530 0,-23 60 0,9 4 0,-48 230 0,65-168 0,11 2 0,-4 362 0,41-436 0,33 232 0,70 164 0,-76-451 0,5-1 0,5-2 0,4-2 0,6-1 0,4-3 0,5-3 0,5-2 0,4-3 0,4-3 0,101 104 0,-85-112 0,5-3 0,3-4 0,3-5 0,4-3 0,3-6 0,2-4 0,4-5 0,2-5 0,147 48 0,232 45 0,-487-146 0,31 5 0,-36-6 0,-1 0 0,1 1 0,0-1 0,0 0 0,0 0 0,0-1 0,-1 1 0,1 0 0,0 0 0,0 0 0,0-1 0,-1 1 0,1 0 0,0-1 0,0 1 0,-1 0 0,1-1 0,0 1 0,-1-1 0,1 1 0,0-1 0,-1 0 0,1 1 0,-1-1 0,1 0 0,-1 1 0,1-1 0,-1 0 0,1 1 0,-1-1 0,0 0 0,0 0 0,1 0 0,-1 1 0,0-1 0,0-1 0,-3-39-1365,-1 17-5461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4" name="Google Shape;1924;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8" name="Google Shape;1938;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7" name="Google Shape;1947;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7722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extLst>
      <p:ext uri="{BB962C8B-B14F-4D97-AF65-F5344CB8AC3E}">
        <p14:creationId xmlns:p14="http://schemas.microsoft.com/office/powerpoint/2010/main" val="3623568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41081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19759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790368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231672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498790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0037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2842228"/>
      </p:ext>
    </p:extLst>
  </p:cSld>
  <p:clrMap bg1="lt1" tx1="dk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5.xml"/><Relationship Id="rId5" Type="http://schemas.openxmlformats.org/officeDocument/2006/relationships/image" Target="NULL"/><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18" Type="http://schemas.openxmlformats.org/officeDocument/2006/relationships/customXml" Target="../ink/ink9.xml"/><Relationship Id="rId3" Type="http://schemas.openxmlformats.org/officeDocument/2006/relationships/image" Target="../media/image4.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 Type="http://schemas.openxmlformats.org/officeDocument/2006/relationships/notesSlide" Target="../notesSlides/notesSlide4.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45.xml"/><Relationship Id="rId6" Type="http://schemas.openxmlformats.org/officeDocument/2006/relationships/customXml" Target="../ink/ink3.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5.xml"/><Relationship Id="rId19" Type="http://schemas.openxmlformats.org/officeDocument/2006/relationships/image" Target="../media/image13.png"/><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17" Type="http://schemas.openxmlformats.org/officeDocument/2006/relationships/image" Target="../media/image72.png"/><Relationship Id="rId299" Type="http://schemas.openxmlformats.org/officeDocument/2006/relationships/image" Target="../media/image163.png"/><Relationship Id="rId21" Type="http://schemas.openxmlformats.org/officeDocument/2006/relationships/image" Target="../media/image24.png"/><Relationship Id="rId63" Type="http://schemas.openxmlformats.org/officeDocument/2006/relationships/image" Target="../media/image45.png"/><Relationship Id="rId159" Type="http://schemas.openxmlformats.org/officeDocument/2006/relationships/image" Target="../media/image93.png"/><Relationship Id="rId324" Type="http://schemas.openxmlformats.org/officeDocument/2006/relationships/customXml" Target="../ink/ink172.xml"/><Relationship Id="rId170" Type="http://schemas.openxmlformats.org/officeDocument/2006/relationships/customXml" Target="../ink/ink95.xml"/><Relationship Id="rId226" Type="http://schemas.openxmlformats.org/officeDocument/2006/relationships/customXml" Target="../ink/ink123.xml"/><Relationship Id="rId268" Type="http://schemas.openxmlformats.org/officeDocument/2006/relationships/customXml" Target="../ink/ink144.xml"/><Relationship Id="rId32" Type="http://schemas.openxmlformats.org/officeDocument/2006/relationships/customXml" Target="../ink/ink26.xml"/><Relationship Id="rId74" Type="http://schemas.openxmlformats.org/officeDocument/2006/relationships/customXml" Target="../ink/ink47.xml"/><Relationship Id="rId128" Type="http://schemas.openxmlformats.org/officeDocument/2006/relationships/customXml" Target="../ink/ink74.xml"/><Relationship Id="rId5" Type="http://schemas.openxmlformats.org/officeDocument/2006/relationships/image" Target="../media/image16.png"/><Relationship Id="rId181" Type="http://schemas.openxmlformats.org/officeDocument/2006/relationships/image" Target="../media/image104.png"/><Relationship Id="rId237" Type="http://schemas.openxmlformats.org/officeDocument/2006/relationships/image" Target="../media/image132.png"/><Relationship Id="rId279" Type="http://schemas.openxmlformats.org/officeDocument/2006/relationships/image" Target="../media/image153.png"/><Relationship Id="rId43" Type="http://schemas.openxmlformats.org/officeDocument/2006/relationships/image" Target="../media/image35.png"/><Relationship Id="rId139" Type="http://schemas.openxmlformats.org/officeDocument/2006/relationships/image" Target="../media/image83.png"/><Relationship Id="rId290" Type="http://schemas.openxmlformats.org/officeDocument/2006/relationships/customXml" Target="../ink/ink155.xml"/><Relationship Id="rId304" Type="http://schemas.openxmlformats.org/officeDocument/2006/relationships/customXml" Target="../ink/ink162.xml"/><Relationship Id="rId85" Type="http://schemas.openxmlformats.org/officeDocument/2006/relationships/image" Target="../media/image56.png"/><Relationship Id="rId150" Type="http://schemas.openxmlformats.org/officeDocument/2006/relationships/customXml" Target="../ink/ink85.xml"/><Relationship Id="rId192" Type="http://schemas.openxmlformats.org/officeDocument/2006/relationships/customXml" Target="../ink/ink106.xml"/><Relationship Id="rId206" Type="http://schemas.openxmlformats.org/officeDocument/2006/relationships/customXml" Target="../ink/ink113.xml"/><Relationship Id="rId248" Type="http://schemas.openxmlformats.org/officeDocument/2006/relationships/customXml" Target="../ink/ink134.xml"/><Relationship Id="rId12" Type="http://schemas.openxmlformats.org/officeDocument/2006/relationships/customXml" Target="../ink/ink16.xml"/><Relationship Id="rId108" Type="http://schemas.openxmlformats.org/officeDocument/2006/relationships/customXml" Target="../ink/ink64.xml"/><Relationship Id="rId315" Type="http://schemas.openxmlformats.org/officeDocument/2006/relationships/image" Target="../media/image171.png"/><Relationship Id="rId54" Type="http://schemas.openxmlformats.org/officeDocument/2006/relationships/customXml" Target="../ink/ink37.xml"/><Relationship Id="rId96" Type="http://schemas.openxmlformats.org/officeDocument/2006/relationships/customXml" Target="../ink/ink58.xml"/><Relationship Id="rId161" Type="http://schemas.openxmlformats.org/officeDocument/2006/relationships/image" Target="../media/image94.png"/><Relationship Id="rId217" Type="http://schemas.openxmlformats.org/officeDocument/2006/relationships/image" Target="../media/image122.png"/><Relationship Id="rId259" Type="http://schemas.openxmlformats.org/officeDocument/2006/relationships/image" Target="../media/image143.png"/><Relationship Id="rId23" Type="http://schemas.openxmlformats.org/officeDocument/2006/relationships/image" Target="../media/image25.png"/><Relationship Id="rId119" Type="http://schemas.openxmlformats.org/officeDocument/2006/relationships/image" Target="../media/image73.png"/><Relationship Id="rId270" Type="http://schemas.openxmlformats.org/officeDocument/2006/relationships/customXml" Target="../ink/ink145.xml"/><Relationship Id="rId65" Type="http://schemas.openxmlformats.org/officeDocument/2006/relationships/image" Target="../media/image46.png"/><Relationship Id="rId130" Type="http://schemas.openxmlformats.org/officeDocument/2006/relationships/customXml" Target="../ink/ink75.xml"/><Relationship Id="rId172" Type="http://schemas.openxmlformats.org/officeDocument/2006/relationships/customXml" Target="../ink/ink96.xml"/><Relationship Id="rId228" Type="http://schemas.openxmlformats.org/officeDocument/2006/relationships/customXml" Target="../ink/ink124.xml"/><Relationship Id="rId281" Type="http://schemas.openxmlformats.org/officeDocument/2006/relationships/image" Target="../media/image154.png"/><Relationship Id="rId34" Type="http://schemas.openxmlformats.org/officeDocument/2006/relationships/customXml" Target="../ink/ink27.xml"/><Relationship Id="rId76" Type="http://schemas.openxmlformats.org/officeDocument/2006/relationships/customXml" Target="../ink/ink48.xml"/><Relationship Id="rId141" Type="http://schemas.openxmlformats.org/officeDocument/2006/relationships/image" Target="../media/image84.png"/><Relationship Id="rId7" Type="http://schemas.openxmlformats.org/officeDocument/2006/relationships/image" Target="../media/image17.png"/><Relationship Id="rId162" Type="http://schemas.openxmlformats.org/officeDocument/2006/relationships/customXml" Target="../ink/ink91.xml"/><Relationship Id="rId183" Type="http://schemas.openxmlformats.org/officeDocument/2006/relationships/image" Target="../media/image105.png"/><Relationship Id="rId218" Type="http://schemas.openxmlformats.org/officeDocument/2006/relationships/customXml" Target="../ink/ink119.xml"/><Relationship Id="rId239" Type="http://schemas.openxmlformats.org/officeDocument/2006/relationships/image" Target="../media/image133.png"/><Relationship Id="rId250" Type="http://schemas.openxmlformats.org/officeDocument/2006/relationships/customXml" Target="../ink/ink135.xml"/><Relationship Id="rId271" Type="http://schemas.openxmlformats.org/officeDocument/2006/relationships/image" Target="../media/image149.png"/><Relationship Id="rId292" Type="http://schemas.openxmlformats.org/officeDocument/2006/relationships/customXml" Target="../ink/ink156.xml"/><Relationship Id="rId306" Type="http://schemas.openxmlformats.org/officeDocument/2006/relationships/customXml" Target="../ink/ink163.xml"/><Relationship Id="rId24" Type="http://schemas.openxmlformats.org/officeDocument/2006/relationships/customXml" Target="../ink/ink22.xml"/><Relationship Id="rId45" Type="http://schemas.openxmlformats.org/officeDocument/2006/relationships/image" Target="../media/image36.png"/><Relationship Id="rId66" Type="http://schemas.openxmlformats.org/officeDocument/2006/relationships/customXml" Target="../ink/ink43.xml"/><Relationship Id="rId87" Type="http://schemas.openxmlformats.org/officeDocument/2006/relationships/image" Target="../media/image57.png"/><Relationship Id="rId110" Type="http://schemas.openxmlformats.org/officeDocument/2006/relationships/customXml" Target="../ink/ink65.xml"/><Relationship Id="rId131" Type="http://schemas.openxmlformats.org/officeDocument/2006/relationships/image" Target="../media/image79.png"/><Relationship Id="rId152" Type="http://schemas.openxmlformats.org/officeDocument/2006/relationships/customXml" Target="../ink/ink86.xml"/><Relationship Id="rId173" Type="http://schemas.openxmlformats.org/officeDocument/2006/relationships/image" Target="../media/image100.png"/><Relationship Id="rId194" Type="http://schemas.openxmlformats.org/officeDocument/2006/relationships/customXml" Target="../ink/ink107.xml"/><Relationship Id="rId208" Type="http://schemas.openxmlformats.org/officeDocument/2006/relationships/customXml" Target="../ink/ink114.xml"/><Relationship Id="rId229" Type="http://schemas.openxmlformats.org/officeDocument/2006/relationships/image" Target="../media/image128.png"/><Relationship Id="rId240" Type="http://schemas.openxmlformats.org/officeDocument/2006/relationships/customXml" Target="../ink/ink130.xml"/><Relationship Id="rId261" Type="http://schemas.openxmlformats.org/officeDocument/2006/relationships/image" Target="../media/image144.png"/><Relationship Id="rId14" Type="http://schemas.openxmlformats.org/officeDocument/2006/relationships/customXml" Target="../ink/ink17.xml"/><Relationship Id="rId35" Type="http://schemas.openxmlformats.org/officeDocument/2006/relationships/image" Target="../media/image31.png"/><Relationship Id="rId56" Type="http://schemas.openxmlformats.org/officeDocument/2006/relationships/customXml" Target="../ink/ink38.xml"/><Relationship Id="rId77" Type="http://schemas.openxmlformats.org/officeDocument/2006/relationships/image" Target="../media/image52.png"/><Relationship Id="rId100" Type="http://schemas.openxmlformats.org/officeDocument/2006/relationships/customXml" Target="../ink/ink60.xml"/><Relationship Id="rId282" Type="http://schemas.openxmlformats.org/officeDocument/2006/relationships/customXml" Target="../ink/ink151.xml"/><Relationship Id="rId317" Type="http://schemas.openxmlformats.org/officeDocument/2006/relationships/image" Target="../media/image172.png"/><Relationship Id="rId8" Type="http://schemas.openxmlformats.org/officeDocument/2006/relationships/customXml" Target="../ink/ink14.xml"/><Relationship Id="rId98" Type="http://schemas.openxmlformats.org/officeDocument/2006/relationships/customXml" Target="../ink/ink59.xml"/><Relationship Id="rId121" Type="http://schemas.openxmlformats.org/officeDocument/2006/relationships/image" Target="../media/image74.png"/><Relationship Id="rId142" Type="http://schemas.openxmlformats.org/officeDocument/2006/relationships/customXml" Target="../ink/ink81.xml"/><Relationship Id="rId163" Type="http://schemas.openxmlformats.org/officeDocument/2006/relationships/image" Target="../media/image95.png"/><Relationship Id="rId184" Type="http://schemas.openxmlformats.org/officeDocument/2006/relationships/customXml" Target="../ink/ink102.xml"/><Relationship Id="rId219" Type="http://schemas.openxmlformats.org/officeDocument/2006/relationships/image" Target="../media/image123.png"/><Relationship Id="rId230" Type="http://schemas.openxmlformats.org/officeDocument/2006/relationships/customXml" Target="../ink/ink125.xml"/><Relationship Id="rId251" Type="http://schemas.openxmlformats.org/officeDocument/2006/relationships/image" Target="../media/image139.png"/><Relationship Id="rId25" Type="http://schemas.openxmlformats.org/officeDocument/2006/relationships/image" Target="../media/image26.png"/><Relationship Id="rId46" Type="http://schemas.openxmlformats.org/officeDocument/2006/relationships/customXml" Target="../ink/ink33.xml"/><Relationship Id="rId67" Type="http://schemas.openxmlformats.org/officeDocument/2006/relationships/image" Target="../media/image47.png"/><Relationship Id="rId272" Type="http://schemas.openxmlformats.org/officeDocument/2006/relationships/customXml" Target="../ink/ink146.xml"/><Relationship Id="rId293" Type="http://schemas.openxmlformats.org/officeDocument/2006/relationships/image" Target="../media/image160.png"/><Relationship Id="rId307" Type="http://schemas.openxmlformats.org/officeDocument/2006/relationships/image" Target="../media/image167.png"/><Relationship Id="rId88" Type="http://schemas.openxmlformats.org/officeDocument/2006/relationships/customXml" Target="../ink/ink54.xml"/><Relationship Id="rId111" Type="http://schemas.openxmlformats.org/officeDocument/2006/relationships/image" Target="../media/image69.png"/><Relationship Id="rId132" Type="http://schemas.openxmlformats.org/officeDocument/2006/relationships/customXml" Target="../ink/ink76.xml"/><Relationship Id="rId153" Type="http://schemas.openxmlformats.org/officeDocument/2006/relationships/image" Target="../media/image90.png"/><Relationship Id="rId174" Type="http://schemas.openxmlformats.org/officeDocument/2006/relationships/customXml" Target="../ink/ink97.xml"/><Relationship Id="rId195" Type="http://schemas.openxmlformats.org/officeDocument/2006/relationships/image" Target="../media/image111.png"/><Relationship Id="rId209" Type="http://schemas.openxmlformats.org/officeDocument/2006/relationships/image" Target="../media/image118.png"/><Relationship Id="rId220" Type="http://schemas.openxmlformats.org/officeDocument/2006/relationships/customXml" Target="../ink/ink120.xml"/><Relationship Id="rId241" Type="http://schemas.openxmlformats.org/officeDocument/2006/relationships/image" Target="../media/image134.png"/><Relationship Id="rId15" Type="http://schemas.openxmlformats.org/officeDocument/2006/relationships/image" Target="../media/image21.png"/><Relationship Id="rId36" Type="http://schemas.openxmlformats.org/officeDocument/2006/relationships/customXml" Target="../ink/ink28.xml"/><Relationship Id="rId57" Type="http://schemas.openxmlformats.org/officeDocument/2006/relationships/image" Target="../media/image42.png"/><Relationship Id="rId262" Type="http://schemas.openxmlformats.org/officeDocument/2006/relationships/customXml" Target="../ink/ink141.xml"/><Relationship Id="rId283" Type="http://schemas.openxmlformats.org/officeDocument/2006/relationships/image" Target="../media/image155.png"/><Relationship Id="rId318" Type="http://schemas.openxmlformats.org/officeDocument/2006/relationships/customXml" Target="../ink/ink169.xml"/><Relationship Id="rId78" Type="http://schemas.openxmlformats.org/officeDocument/2006/relationships/customXml" Target="../ink/ink49.xml"/><Relationship Id="rId99" Type="http://schemas.openxmlformats.org/officeDocument/2006/relationships/image" Target="../media/image63.png"/><Relationship Id="rId101" Type="http://schemas.openxmlformats.org/officeDocument/2006/relationships/image" Target="../media/image64.png"/><Relationship Id="rId122" Type="http://schemas.openxmlformats.org/officeDocument/2006/relationships/customXml" Target="../ink/ink71.xml"/><Relationship Id="rId143" Type="http://schemas.openxmlformats.org/officeDocument/2006/relationships/image" Target="../media/image85.png"/><Relationship Id="rId164" Type="http://schemas.openxmlformats.org/officeDocument/2006/relationships/customXml" Target="../ink/ink92.xml"/><Relationship Id="rId185" Type="http://schemas.openxmlformats.org/officeDocument/2006/relationships/image" Target="../media/image106.png"/><Relationship Id="rId9" Type="http://schemas.openxmlformats.org/officeDocument/2006/relationships/image" Target="../media/image18.png"/><Relationship Id="rId210" Type="http://schemas.openxmlformats.org/officeDocument/2006/relationships/customXml" Target="../ink/ink115.xml"/><Relationship Id="rId26" Type="http://schemas.openxmlformats.org/officeDocument/2006/relationships/customXml" Target="../ink/ink23.xml"/><Relationship Id="rId231" Type="http://schemas.openxmlformats.org/officeDocument/2006/relationships/image" Target="../media/image129.png"/><Relationship Id="rId252" Type="http://schemas.openxmlformats.org/officeDocument/2006/relationships/customXml" Target="../ink/ink136.xml"/><Relationship Id="rId273" Type="http://schemas.openxmlformats.org/officeDocument/2006/relationships/image" Target="../media/image150.png"/><Relationship Id="rId294" Type="http://schemas.openxmlformats.org/officeDocument/2006/relationships/customXml" Target="../ink/ink157.xml"/><Relationship Id="rId308" Type="http://schemas.openxmlformats.org/officeDocument/2006/relationships/customXml" Target="../ink/ink164.xml"/><Relationship Id="rId47" Type="http://schemas.openxmlformats.org/officeDocument/2006/relationships/image" Target="../media/image37.png"/><Relationship Id="rId68" Type="http://schemas.openxmlformats.org/officeDocument/2006/relationships/customXml" Target="../ink/ink44.xml"/><Relationship Id="rId89" Type="http://schemas.openxmlformats.org/officeDocument/2006/relationships/image" Target="../media/image58.png"/><Relationship Id="rId112" Type="http://schemas.openxmlformats.org/officeDocument/2006/relationships/customXml" Target="../ink/ink66.xml"/><Relationship Id="rId133" Type="http://schemas.openxmlformats.org/officeDocument/2006/relationships/image" Target="../media/image80.png"/><Relationship Id="rId154" Type="http://schemas.openxmlformats.org/officeDocument/2006/relationships/customXml" Target="../ink/ink87.xml"/><Relationship Id="rId175" Type="http://schemas.openxmlformats.org/officeDocument/2006/relationships/image" Target="../media/image101.png"/><Relationship Id="rId196" Type="http://schemas.openxmlformats.org/officeDocument/2006/relationships/customXml" Target="../ink/ink108.xml"/><Relationship Id="rId200" Type="http://schemas.openxmlformats.org/officeDocument/2006/relationships/customXml" Target="../ink/ink110.xml"/><Relationship Id="rId16" Type="http://schemas.openxmlformats.org/officeDocument/2006/relationships/customXml" Target="../ink/ink18.xml"/><Relationship Id="rId221" Type="http://schemas.openxmlformats.org/officeDocument/2006/relationships/image" Target="../media/image124.png"/><Relationship Id="rId242" Type="http://schemas.openxmlformats.org/officeDocument/2006/relationships/customXml" Target="../ink/ink131.xml"/><Relationship Id="rId263" Type="http://schemas.openxmlformats.org/officeDocument/2006/relationships/image" Target="../media/image145.png"/><Relationship Id="rId284" Type="http://schemas.openxmlformats.org/officeDocument/2006/relationships/customXml" Target="../ink/ink152.xml"/><Relationship Id="rId319" Type="http://schemas.openxmlformats.org/officeDocument/2006/relationships/image" Target="../media/image173.png"/><Relationship Id="rId37" Type="http://schemas.openxmlformats.org/officeDocument/2006/relationships/image" Target="../media/image32.png"/><Relationship Id="rId58" Type="http://schemas.openxmlformats.org/officeDocument/2006/relationships/customXml" Target="../ink/ink39.xml"/><Relationship Id="rId79" Type="http://schemas.openxmlformats.org/officeDocument/2006/relationships/image" Target="../media/image53.png"/><Relationship Id="rId102" Type="http://schemas.openxmlformats.org/officeDocument/2006/relationships/customXml" Target="../ink/ink61.xml"/><Relationship Id="rId123" Type="http://schemas.openxmlformats.org/officeDocument/2006/relationships/image" Target="../media/image75.png"/><Relationship Id="rId144" Type="http://schemas.openxmlformats.org/officeDocument/2006/relationships/customXml" Target="../ink/ink82.xml"/><Relationship Id="rId90" Type="http://schemas.openxmlformats.org/officeDocument/2006/relationships/customXml" Target="../ink/ink55.xml"/><Relationship Id="rId165" Type="http://schemas.openxmlformats.org/officeDocument/2006/relationships/image" Target="../media/image96.png"/><Relationship Id="rId186" Type="http://schemas.openxmlformats.org/officeDocument/2006/relationships/customXml" Target="../ink/ink103.xml"/><Relationship Id="rId211" Type="http://schemas.openxmlformats.org/officeDocument/2006/relationships/image" Target="../media/image119.png"/><Relationship Id="rId232" Type="http://schemas.openxmlformats.org/officeDocument/2006/relationships/customXml" Target="../ink/ink126.xml"/><Relationship Id="rId253" Type="http://schemas.openxmlformats.org/officeDocument/2006/relationships/image" Target="../media/image140.png"/><Relationship Id="rId274" Type="http://schemas.openxmlformats.org/officeDocument/2006/relationships/customXml" Target="../ink/ink147.xml"/><Relationship Id="rId295" Type="http://schemas.openxmlformats.org/officeDocument/2006/relationships/image" Target="../media/image161.png"/><Relationship Id="rId309" Type="http://schemas.openxmlformats.org/officeDocument/2006/relationships/image" Target="../media/image168.png"/><Relationship Id="rId27" Type="http://schemas.openxmlformats.org/officeDocument/2006/relationships/image" Target="../media/image27.png"/><Relationship Id="rId48" Type="http://schemas.openxmlformats.org/officeDocument/2006/relationships/customXml" Target="../ink/ink34.xml"/><Relationship Id="rId69" Type="http://schemas.openxmlformats.org/officeDocument/2006/relationships/image" Target="../media/image48.png"/><Relationship Id="rId113" Type="http://schemas.openxmlformats.org/officeDocument/2006/relationships/image" Target="../media/image70.png"/><Relationship Id="rId134" Type="http://schemas.openxmlformats.org/officeDocument/2006/relationships/customXml" Target="../ink/ink77.xml"/><Relationship Id="rId320" Type="http://schemas.openxmlformats.org/officeDocument/2006/relationships/customXml" Target="../ink/ink170.xml"/><Relationship Id="rId80" Type="http://schemas.openxmlformats.org/officeDocument/2006/relationships/customXml" Target="../ink/ink50.xml"/><Relationship Id="rId155" Type="http://schemas.openxmlformats.org/officeDocument/2006/relationships/image" Target="../media/image91.png"/><Relationship Id="rId176" Type="http://schemas.openxmlformats.org/officeDocument/2006/relationships/customXml" Target="../ink/ink98.xml"/><Relationship Id="rId197" Type="http://schemas.openxmlformats.org/officeDocument/2006/relationships/image" Target="../media/image112.png"/><Relationship Id="rId201" Type="http://schemas.openxmlformats.org/officeDocument/2006/relationships/image" Target="../media/image114.png"/><Relationship Id="rId222" Type="http://schemas.openxmlformats.org/officeDocument/2006/relationships/customXml" Target="../ink/ink121.xml"/><Relationship Id="rId243" Type="http://schemas.openxmlformats.org/officeDocument/2006/relationships/image" Target="../media/image135.png"/><Relationship Id="rId264" Type="http://schemas.openxmlformats.org/officeDocument/2006/relationships/customXml" Target="../ink/ink142.xml"/><Relationship Id="rId285" Type="http://schemas.openxmlformats.org/officeDocument/2006/relationships/image" Target="../media/image156.png"/><Relationship Id="rId17" Type="http://schemas.openxmlformats.org/officeDocument/2006/relationships/image" Target="../media/image22.png"/><Relationship Id="rId38" Type="http://schemas.openxmlformats.org/officeDocument/2006/relationships/customXml" Target="../ink/ink29.xml"/><Relationship Id="rId59" Type="http://schemas.openxmlformats.org/officeDocument/2006/relationships/image" Target="../media/image43.png"/><Relationship Id="rId103" Type="http://schemas.openxmlformats.org/officeDocument/2006/relationships/image" Target="../media/image65.png"/><Relationship Id="rId124" Type="http://schemas.openxmlformats.org/officeDocument/2006/relationships/customXml" Target="../ink/ink72.xml"/><Relationship Id="rId310" Type="http://schemas.openxmlformats.org/officeDocument/2006/relationships/customXml" Target="../ink/ink165.xml"/><Relationship Id="rId70" Type="http://schemas.openxmlformats.org/officeDocument/2006/relationships/customXml" Target="../ink/ink45.xml"/><Relationship Id="rId91" Type="http://schemas.openxmlformats.org/officeDocument/2006/relationships/image" Target="../media/image59.png"/><Relationship Id="rId145" Type="http://schemas.openxmlformats.org/officeDocument/2006/relationships/image" Target="../media/image86.png"/><Relationship Id="rId166" Type="http://schemas.openxmlformats.org/officeDocument/2006/relationships/customXml" Target="../ink/ink93.xml"/><Relationship Id="rId187" Type="http://schemas.openxmlformats.org/officeDocument/2006/relationships/image" Target="../media/image107.png"/><Relationship Id="rId1" Type="http://schemas.openxmlformats.org/officeDocument/2006/relationships/slideLayout" Target="../slideLayouts/slideLayout45.xml"/><Relationship Id="rId212" Type="http://schemas.openxmlformats.org/officeDocument/2006/relationships/customXml" Target="../ink/ink116.xml"/><Relationship Id="rId233" Type="http://schemas.openxmlformats.org/officeDocument/2006/relationships/image" Target="../media/image130.png"/><Relationship Id="rId254" Type="http://schemas.openxmlformats.org/officeDocument/2006/relationships/customXml" Target="../ink/ink137.xml"/><Relationship Id="rId28" Type="http://schemas.openxmlformats.org/officeDocument/2006/relationships/customXml" Target="../ink/ink24.xml"/><Relationship Id="rId49" Type="http://schemas.openxmlformats.org/officeDocument/2006/relationships/image" Target="../media/image38.png"/><Relationship Id="rId114" Type="http://schemas.openxmlformats.org/officeDocument/2006/relationships/customXml" Target="../ink/ink67.xml"/><Relationship Id="rId275" Type="http://schemas.openxmlformats.org/officeDocument/2006/relationships/image" Target="../media/image151.png"/><Relationship Id="rId296" Type="http://schemas.openxmlformats.org/officeDocument/2006/relationships/customXml" Target="../ink/ink158.xml"/><Relationship Id="rId300" Type="http://schemas.openxmlformats.org/officeDocument/2006/relationships/customXml" Target="../ink/ink160.xml"/><Relationship Id="rId60" Type="http://schemas.openxmlformats.org/officeDocument/2006/relationships/customXml" Target="../ink/ink40.xml"/><Relationship Id="rId81" Type="http://schemas.openxmlformats.org/officeDocument/2006/relationships/image" Target="../media/image54.png"/><Relationship Id="rId135" Type="http://schemas.openxmlformats.org/officeDocument/2006/relationships/image" Target="../media/image81.png"/><Relationship Id="rId156" Type="http://schemas.openxmlformats.org/officeDocument/2006/relationships/customXml" Target="../ink/ink88.xml"/><Relationship Id="rId177" Type="http://schemas.openxmlformats.org/officeDocument/2006/relationships/image" Target="../media/image102.png"/><Relationship Id="rId198" Type="http://schemas.openxmlformats.org/officeDocument/2006/relationships/customXml" Target="../ink/ink109.xml"/><Relationship Id="rId321" Type="http://schemas.openxmlformats.org/officeDocument/2006/relationships/image" Target="../media/image174.png"/><Relationship Id="rId202" Type="http://schemas.openxmlformats.org/officeDocument/2006/relationships/customXml" Target="../ink/ink111.xml"/><Relationship Id="rId223" Type="http://schemas.openxmlformats.org/officeDocument/2006/relationships/image" Target="../media/image125.png"/><Relationship Id="rId244" Type="http://schemas.openxmlformats.org/officeDocument/2006/relationships/customXml" Target="../ink/ink132.xml"/><Relationship Id="rId18" Type="http://schemas.openxmlformats.org/officeDocument/2006/relationships/customXml" Target="../ink/ink19.xml"/><Relationship Id="rId39" Type="http://schemas.openxmlformats.org/officeDocument/2006/relationships/image" Target="../media/image33.png"/><Relationship Id="rId265" Type="http://schemas.openxmlformats.org/officeDocument/2006/relationships/image" Target="../media/image146.png"/><Relationship Id="rId286" Type="http://schemas.openxmlformats.org/officeDocument/2006/relationships/customXml" Target="../ink/ink153.xml"/><Relationship Id="rId50" Type="http://schemas.openxmlformats.org/officeDocument/2006/relationships/customXml" Target="../ink/ink35.xml"/><Relationship Id="rId104" Type="http://schemas.openxmlformats.org/officeDocument/2006/relationships/customXml" Target="../ink/ink62.xml"/><Relationship Id="rId125" Type="http://schemas.openxmlformats.org/officeDocument/2006/relationships/image" Target="../media/image76.png"/><Relationship Id="rId146" Type="http://schemas.openxmlformats.org/officeDocument/2006/relationships/customXml" Target="../ink/ink83.xml"/><Relationship Id="rId167" Type="http://schemas.openxmlformats.org/officeDocument/2006/relationships/image" Target="../media/image97.png"/><Relationship Id="rId188" Type="http://schemas.openxmlformats.org/officeDocument/2006/relationships/customXml" Target="../ink/ink104.xml"/><Relationship Id="rId311" Type="http://schemas.openxmlformats.org/officeDocument/2006/relationships/image" Target="../media/image169.png"/><Relationship Id="rId71" Type="http://schemas.openxmlformats.org/officeDocument/2006/relationships/image" Target="../media/image49.png"/><Relationship Id="rId92" Type="http://schemas.openxmlformats.org/officeDocument/2006/relationships/customXml" Target="../ink/ink56.xml"/><Relationship Id="rId213" Type="http://schemas.openxmlformats.org/officeDocument/2006/relationships/image" Target="../media/image120.png"/><Relationship Id="rId234" Type="http://schemas.openxmlformats.org/officeDocument/2006/relationships/customXml" Target="../ink/ink127.xml"/><Relationship Id="rId2" Type="http://schemas.openxmlformats.org/officeDocument/2006/relationships/customXml" Target="../ink/ink11.xml"/><Relationship Id="rId29" Type="http://schemas.openxmlformats.org/officeDocument/2006/relationships/image" Target="../media/image28.png"/><Relationship Id="rId255" Type="http://schemas.openxmlformats.org/officeDocument/2006/relationships/image" Target="../media/image141.png"/><Relationship Id="rId276" Type="http://schemas.openxmlformats.org/officeDocument/2006/relationships/customXml" Target="../ink/ink148.xml"/><Relationship Id="rId297" Type="http://schemas.openxmlformats.org/officeDocument/2006/relationships/image" Target="../media/image162.png"/><Relationship Id="rId40" Type="http://schemas.openxmlformats.org/officeDocument/2006/relationships/customXml" Target="../ink/ink30.xml"/><Relationship Id="rId115" Type="http://schemas.openxmlformats.org/officeDocument/2006/relationships/image" Target="../media/image71.png"/><Relationship Id="rId136" Type="http://schemas.openxmlformats.org/officeDocument/2006/relationships/customXml" Target="../ink/ink78.xml"/><Relationship Id="rId157" Type="http://schemas.openxmlformats.org/officeDocument/2006/relationships/image" Target="../media/image92.png"/><Relationship Id="rId178" Type="http://schemas.openxmlformats.org/officeDocument/2006/relationships/customXml" Target="../ink/ink99.xml"/><Relationship Id="rId301" Type="http://schemas.openxmlformats.org/officeDocument/2006/relationships/image" Target="../media/image164.png"/><Relationship Id="rId322" Type="http://schemas.openxmlformats.org/officeDocument/2006/relationships/customXml" Target="../ink/ink171.xml"/><Relationship Id="rId61" Type="http://schemas.openxmlformats.org/officeDocument/2006/relationships/image" Target="../media/image44.png"/><Relationship Id="rId82" Type="http://schemas.openxmlformats.org/officeDocument/2006/relationships/customXml" Target="../ink/ink51.xml"/><Relationship Id="rId199" Type="http://schemas.openxmlformats.org/officeDocument/2006/relationships/image" Target="../media/image113.png"/><Relationship Id="rId203" Type="http://schemas.openxmlformats.org/officeDocument/2006/relationships/image" Target="../media/image115.png"/><Relationship Id="rId19" Type="http://schemas.openxmlformats.org/officeDocument/2006/relationships/image" Target="../media/image23.png"/><Relationship Id="rId224" Type="http://schemas.openxmlformats.org/officeDocument/2006/relationships/customXml" Target="../ink/ink122.xml"/><Relationship Id="rId245" Type="http://schemas.openxmlformats.org/officeDocument/2006/relationships/image" Target="../media/image136.png"/><Relationship Id="rId266" Type="http://schemas.openxmlformats.org/officeDocument/2006/relationships/customXml" Target="../ink/ink143.xml"/><Relationship Id="rId287" Type="http://schemas.openxmlformats.org/officeDocument/2006/relationships/image" Target="../media/image157.png"/><Relationship Id="rId30" Type="http://schemas.openxmlformats.org/officeDocument/2006/relationships/customXml" Target="../ink/ink25.xml"/><Relationship Id="rId105" Type="http://schemas.openxmlformats.org/officeDocument/2006/relationships/image" Target="../media/image66.png"/><Relationship Id="rId126" Type="http://schemas.openxmlformats.org/officeDocument/2006/relationships/customXml" Target="../ink/ink73.xml"/><Relationship Id="rId147" Type="http://schemas.openxmlformats.org/officeDocument/2006/relationships/image" Target="../media/image87.png"/><Relationship Id="rId168" Type="http://schemas.openxmlformats.org/officeDocument/2006/relationships/customXml" Target="../ink/ink94.xml"/><Relationship Id="rId312" Type="http://schemas.openxmlformats.org/officeDocument/2006/relationships/customXml" Target="../ink/ink166.xml"/><Relationship Id="rId51" Type="http://schemas.openxmlformats.org/officeDocument/2006/relationships/image" Target="../media/image39.png"/><Relationship Id="rId72" Type="http://schemas.openxmlformats.org/officeDocument/2006/relationships/customXml" Target="../ink/ink46.xml"/><Relationship Id="rId93" Type="http://schemas.openxmlformats.org/officeDocument/2006/relationships/image" Target="../media/image60.png"/><Relationship Id="rId189" Type="http://schemas.openxmlformats.org/officeDocument/2006/relationships/image" Target="../media/image108.png"/><Relationship Id="rId3" Type="http://schemas.openxmlformats.org/officeDocument/2006/relationships/image" Target="../media/image15.png"/><Relationship Id="rId214" Type="http://schemas.openxmlformats.org/officeDocument/2006/relationships/customXml" Target="../ink/ink117.xml"/><Relationship Id="rId235" Type="http://schemas.openxmlformats.org/officeDocument/2006/relationships/image" Target="../media/image131.png"/><Relationship Id="rId256" Type="http://schemas.openxmlformats.org/officeDocument/2006/relationships/customXml" Target="../ink/ink138.xml"/><Relationship Id="rId277" Type="http://schemas.openxmlformats.org/officeDocument/2006/relationships/image" Target="../media/image152.png"/><Relationship Id="rId298" Type="http://schemas.openxmlformats.org/officeDocument/2006/relationships/customXml" Target="../ink/ink159.xml"/><Relationship Id="rId116" Type="http://schemas.openxmlformats.org/officeDocument/2006/relationships/customXml" Target="../ink/ink68.xml"/><Relationship Id="rId137" Type="http://schemas.openxmlformats.org/officeDocument/2006/relationships/image" Target="../media/image82.png"/><Relationship Id="rId158" Type="http://schemas.openxmlformats.org/officeDocument/2006/relationships/customXml" Target="../ink/ink89.xml"/><Relationship Id="rId302" Type="http://schemas.openxmlformats.org/officeDocument/2006/relationships/customXml" Target="../ink/ink161.xml"/><Relationship Id="rId323" Type="http://schemas.openxmlformats.org/officeDocument/2006/relationships/image" Target="../media/image175.png"/><Relationship Id="rId20" Type="http://schemas.openxmlformats.org/officeDocument/2006/relationships/customXml" Target="../ink/ink20.xml"/><Relationship Id="rId41" Type="http://schemas.openxmlformats.org/officeDocument/2006/relationships/image" Target="../media/image34.png"/><Relationship Id="rId62" Type="http://schemas.openxmlformats.org/officeDocument/2006/relationships/customXml" Target="../ink/ink41.xml"/><Relationship Id="rId83" Type="http://schemas.openxmlformats.org/officeDocument/2006/relationships/image" Target="../media/image55.png"/><Relationship Id="rId179" Type="http://schemas.openxmlformats.org/officeDocument/2006/relationships/image" Target="../media/image103.png"/><Relationship Id="rId190" Type="http://schemas.openxmlformats.org/officeDocument/2006/relationships/customXml" Target="../ink/ink105.xml"/><Relationship Id="rId204" Type="http://schemas.openxmlformats.org/officeDocument/2006/relationships/customXml" Target="../ink/ink112.xml"/><Relationship Id="rId225" Type="http://schemas.openxmlformats.org/officeDocument/2006/relationships/image" Target="../media/image126.png"/><Relationship Id="rId246" Type="http://schemas.openxmlformats.org/officeDocument/2006/relationships/customXml" Target="../ink/ink133.xml"/><Relationship Id="rId267" Type="http://schemas.openxmlformats.org/officeDocument/2006/relationships/image" Target="../media/image147.png"/><Relationship Id="rId288" Type="http://schemas.openxmlformats.org/officeDocument/2006/relationships/customXml" Target="../ink/ink154.xml"/><Relationship Id="rId106" Type="http://schemas.openxmlformats.org/officeDocument/2006/relationships/customXml" Target="../ink/ink63.xml"/><Relationship Id="rId127" Type="http://schemas.openxmlformats.org/officeDocument/2006/relationships/image" Target="../media/image77.png"/><Relationship Id="rId313" Type="http://schemas.openxmlformats.org/officeDocument/2006/relationships/image" Target="../media/image170.png"/><Relationship Id="rId10" Type="http://schemas.openxmlformats.org/officeDocument/2006/relationships/customXml" Target="../ink/ink15.xml"/><Relationship Id="rId31" Type="http://schemas.openxmlformats.org/officeDocument/2006/relationships/image" Target="../media/image29.png"/><Relationship Id="rId52" Type="http://schemas.openxmlformats.org/officeDocument/2006/relationships/customXml" Target="../ink/ink36.xml"/><Relationship Id="rId73" Type="http://schemas.openxmlformats.org/officeDocument/2006/relationships/image" Target="../media/image50.png"/><Relationship Id="rId94" Type="http://schemas.openxmlformats.org/officeDocument/2006/relationships/customXml" Target="../ink/ink57.xml"/><Relationship Id="rId148" Type="http://schemas.openxmlformats.org/officeDocument/2006/relationships/customXml" Target="../ink/ink84.xml"/><Relationship Id="rId169" Type="http://schemas.openxmlformats.org/officeDocument/2006/relationships/image" Target="../media/image98.png"/><Relationship Id="rId4" Type="http://schemas.openxmlformats.org/officeDocument/2006/relationships/customXml" Target="../ink/ink12.xml"/><Relationship Id="rId180" Type="http://schemas.openxmlformats.org/officeDocument/2006/relationships/customXml" Target="../ink/ink100.xml"/><Relationship Id="rId215" Type="http://schemas.openxmlformats.org/officeDocument/2006/relationships/image" Target="../media/image121.png"/><Relationship Id="rId236" Type="http://schemas.openxmlformats.org/officeDocument/2006/relationships/customXml" Target="../ink/ink128.xml"/><Relationship Id="rId257" Type="http://schemas.openxmlformats.org/officeDocument/2006/relationships/image" Target="../media/image142.png"/><Relationship Id="rId278" Type="http://schemas.openxmlformats.org/officeDocument/2006/relationships/customXml" Target="../ink/ink149.xml"/><Relationship Id="rId303" Type="http://schemas.openxmlformats.org/officeDocument/2006/relationships/image" Target="../media/image165.png"/><Relationship Id="rId42" Type="http://schemas.openxmlformats.org/officeDocument/2006/relationships/customXml" Target="../ink/ink31.xml"/><Relationship Id="rId84" Type="http://schemas.openxmlformats.org/officeDocument/2006/relationships/customXml" Target="../ink/ink52.xml"/><Relationship Id="rId138" Type="http://schemas.openxmlformats.org/officeDocument/2006/relationships/customXml" Target="../ink/ink79.xml"/><Relationship Id="rId191" Type="http://schemas.openxmlformats.org/officeDocument/2006/relationships/image" Target="../media/image109.png"/><Relationship Id="rId205" Type="http://schemas.openxmlformats.org/officeDocument/2006/relationships/image" Target="../media/image116.png"/><Relationship Id="rId247" Type="http://schemas.openxmlformats.org/officeDocument/2006/relationships/image" Target="../media/image137.png"/><Relationship Id="rId107" Type="http://schemas.openxmlformats.org/officeDocument/2006/relationships/image" Target="../media/image67.png"/><Relationship Id="rId289" Type="http://schemas.openxmlformats.org/officeDocument/2006/relationships/image" Target="../media/image158.png"/><Relationship Id="rId11" Type="http://schemas.openxmlformats.org/officeDocument/2006/relationships/image" Target="../media/image19.png"/><Relationship Id="rId53" Type="http://schemas.openxmlformats.org/officeDocument/2006/relationships/image" Target="../media/image40.png"/><Relationship Id="rId149" Type="http://schemas.openxmlformats.org/officeDocument/2006/relationships/image" Target="../media/image88.png"/><Relationship Id="rId314" Type="http://schemas.openxmlformats.org/officeDocument/2006/relationships/customXml" Target="../ink/ink167.xml"/><Relationship Id="rId95" Type="http://schemas.openxmlformats.org/officeDocument/2006/relationships/image" Target="../media/image61.png"/><Relationship Id="rId160" Type="http://schemas.openxmlformats.org/officeDocument/2006/relationships/customXml" Target="../ink/ink90.xml"/><Relationship Id="rId216" Type="http://schemas.openxmlformats.org/officeDocument/2006/relationships/customXml" Target="../ink/ink118.xml"/><Relationship Id="rId258" Type="http://schemas.openxmlformats.org/officeDocument/2006/relationships/customXml" Target="../ink/ink139.xml"/><Relationship Id="rId22" Type="http://schemas.openxmlformats.org/officeDocument/2006/relationships/customXml" Target="../ink/ink21.xml"/><Relationship Id="rId64" Type="http://schemas.openxmlformats.org/officeDocument/2006/relationships/customXml" Target="../ink/ink42.xml"/><Relationship Id="rId118" Type="http://schemas.openxmlformats.org/officeDocument/2006/relationships/customXml" Target="../ink/ink69.xml"/><Relationship Id="rId325" Type="http://schemas.openxmlformats.org/officeDocument/2006/relationships/image" Target="../media/image176.png"/><Relationship Id="rId171" Type="http://schemas.openxmlformats.org/officeDocument/2006/relationships/image" Target="../media/image99.png"/><Relationship Id="rId227" Type="http://schemas.openxmlformats.org/officeDocument/2006/relationships/image" Target="../media/image127.png"/><Relationship Id="rId269" Type="http://schemas.openxmlformats.org/officeDocument/2006/relationships/image" Target="../media/image148.png"/><Relationship Id="rId33" Type="http://schemas.openxmlformats.org/officeDocument/2006/relationships/image" Target="../media/image30.png"/><Relationship Id="rId129" Type="http://schemas.openxmlformats.org/officeDocument/2006/relationships/image" Target="../media/image78.png"/><Relationship Id="rId280" Type="http://schemas.openxmlformats.org/officeDocument/2006/relationships/customXml" Target="../ink/ink150.xml"/><Relationship Id="rId75" Type="http://schemas.openxmlformats.org/officeDocument/2006/relationships/image" Target="../media/image51.png"/><Relationship Id="rId140" Type="http://schemas.openxmlformats.org/officeDocument/2006/relationships/customXml" Target="../ink/ink80.xml"/><Relationship Id="rId182" Type="http://schemas.openxmlformats.org/officeDocument/2006/relationships/customXml" Target="../ink/ink101.xml"/><Relationship Id="rId6" Type="http://schemas.openxmlformats.org/officeDocument/2006/relationships/customXml" Target="../ink/ink13.xml"/><Relationship Id="rId238" Type="http://schemas.openxmlformats.org/officeDocument/2006/relationships/customXml" Target="../ink/ink129.xml"/><Relationship Id="rId291" Type="http://schemas.openxmlformats.org/officeDocument/2006/relationships/image" Target="../media/image159.png"/><Relationship Id="rId305" Type="http://schemas.openxmlformats.org/officeDocument/2006/relationships/image" Target="../media/image166.png"/><Relationship Id="rId44" Type="http://schemas.openxmlformats.org/officeDocument/2006/relationships/customXml" Target="../ink/ink32.xml"/><Relationship Id="rId86" Type="http://schemas.openxmlformats.org/officeDocument/2006/relationships/customXml" Target="../ink/ink53.xml"/><Relationship Id="rId151" Type="http://schemas.openxmlformats.org/officeDocument/2006/relationships/image" Target="../media/image89.png"/><Relationship Id="rId193" Type="http://schemas.openxmlformats.org/officeDocument/2006/relationships/image" Target="../media/image110.png"/><Relationship Id="rId207" Type="http://schemas.openxmlformats.org/officeDocument/2006/relationships/image" Target="../media/image117.png"/><Relationship Id="rId249" Type="http://schemas.openxmlformats.org/officeDocument/2006/relationships/image" Target="../media/image138.png"/><Relationship Id="rId13" Type="http://schemas.openxmlformats.org/officeDocument/2006/relationships/image" Target="../media/image20.png"/><Relationship Id="rId109" Type="http://schemas.openxmlformats.org/officeDocument/2006/relationships/image" Target="../media/image68.png"/><Relationship Id="rId260" Type="http://schemas.openxmlformats.org/officeDocument/2006/relationships/customXml" Target="../ink/ink140.xml"/><Relationship Id="rId316" Type="http://schemas.openxmlformats.org/officeDocument/2006/relationships/customXml" Target="../ink/ink168.xml"/><Relationship Id="rId55" Type="http://schemas.openxmlformats.org/officeDocument/2006/relationships/image" Target="../media/image41.png"/><Relationship Id="rId97" Type="http://schemas.openxmlformats.org/officeDocument/2006/relationships/image" Target="../media/image62.png"/><Relationship Id="rId120" Type="http://schemas.openxmlformats.org/officeDocument/2006/relationships/customXml" Target="../ink/ink70.xml"/></Relationships>
</file>

<file path=ppt/slides/_rels/slide8.xml.rels><?xml version="1.0" encoding="UTF-8" standalone="yes"?>
<Relationships xmlns="http://schemas.openxmlformats.org/package/2006/relationships"><Relationship Id="rId117" Type="http://schemas.openxmlformats.org/officeDocument/2006/relationships/image" Target="../media/image233.png"/><Relationship Id="rId21" Type="http://schemas.openxmlformats.org/officeDocument/2006/relationships/image" Target="../media/image186.png"/><Relationship Id="rId42" Type="http://schemas.openxmlformats.org/officeDocument/2006/relationships/customXml" Target="../ink/ink193.xml"/><Relationship Id="rId63" Type="http://schemas.openxmlformats.org/officeDocument/2006/relationships/image" Target="../media/image207.png"/><Relationship Id="rId84" Type="http://schemas.openxmlformats.org/officeDocument/2006/relationships/customXml" Target="../ink/ink214.xml"/><Relationship Id="rId138" Type="http://schemas.openxmlformats.org/officeDocument/2006/relationships/customXml" Target="../ink/ink241.xml"/><Relationship Id="rId159" Type="http://schemas.openxmlformats.org/officeDocument/2006/relationships/image" Target="../media/image254.png"/><Relationship Id="rId170" Type="http://schemas.openxmlformats.org/officeDocument/2006/relationships/customXml" Target="../ink/ink257.xml"/><Relationship Id="rId107" Type="http://schemas.openxmlformats.org/officeDocument/2006/relationships/image" Target="../media/image228.png"/><Relationship Id="rId11" Type="http://schemas.openxmlformats.org/officeDocument/2006/relationships/image" Target="../media/image181.png"/><Relationship Id="rId32" Type="http://schemas.openxmlformats.org/officeDocument/2006/relationships/customXml" Target="../ink/ink188.xml"/><Relationship Id="rId53" Type="http://schemas.openxmlformats.org/officeDocument/2006/relationships/image" Target="../media/image202.png"/><Relationship Id="rId74" Type="http://schemas.openxmlformats.org/officeDocument/2006/relationships/customXml" Target="../ink/ink209.xml"/><Relationship Id="rId128" Type="http://schemas.openxmlformats.org/officeDocument/2006/relationships/customXml" Target="../ink/ink236.xml"/><Relationship Id="rId149" Type="http://schemas.openxmlformats.org/officeDocument/2006/relationships/image" Target="../media/image249.png"/><Relationship Id="rId5" Type="http://schemas.openxmlformats.org/officeDocument/2006/relationships/image" Target="../media/image178.png"/><Relationship Id="rId95" Type="http://schemas.openxmlformats.org/officeDocument/2006/relationships/image" Target="../media/image222.png"/><Relationship Id="rId160" Type="http://schemas.openxmlformats.org/officeDocument/2006/relationships/customXml" Target="../ink/ink252.xml"/><Relationship Id="rId22" Type="http://schemas.openxmlformats.org/officeDocument/2006/relationships/customXml" Target="../ink/ink183.xml"/><Relationship Id="rId43" Type="http://schemas.openxmlformats.org/officeDocument/2006/relationships/image" Target="../media/image197.png"/><Relationship Id="rId64" Type="http://schemas.openxmlformats.org/officeDocument/2006/relationships/customXml" Target="../ink/ink204.xml"/><Relationship Id="rId118" Type="http://schemas.openxmlformats.org/officeDocument/2006/relationships/customXml" Target="../ink/ink231.xml"/><Relationship Id="rId139" Type="http://schemas.openxmlformats.org/officeDocument/2006/relationships/image" Target="../media/image244.png"/><Relationship Id="rId85" Type="http://schemas.openxmlformats.org/officeDocument/2006/relationships/image" Target="../media/image217.png"/><Relationship Id="rId150" Type="http://schemas.openxmlformats.org/officeDocument/2006/relationships/customXml" Target="../ink/ink247.xml"/><Relationship Id="rId171" Type="http://schemas.openxmlformats.org/officeDocument/2006/relationships/image" Target="../media/image260.png"/><Relationship Id="rId12" Type="http://schemas.openxmlformats.org/officeDocument/2006/relationships/customXml" Target="../ink/ink178.xml"/><Relationship Id="rId33" Type="http://schemas.openxmlformats.org/officeDocument/2006/relationships/image" Target="../media/image192.png"/><Relationship Id="rId108" Type="http://schemas.openxmlformats.org/officeDocument/2006/relationships/customXml" Target="../ink/ink226.xml"/><Relationship Id="rId129" Type="http://schemas.openxmlformats.org/officeDocument/2006/relationships/image" Target="../media/image239.png"/><Relationship Id="rId54" Type="http://schemas.openxmlformats.org/officeDocument/2006/relationships/customXml" Target="../ink/ink199.xml"/><Relationship Id="rId70" Type="http://schemas.openxmlformats.org/officeDocument/2006/relationships/customXml" Target="../ink/ink207.xml"/><Relationship Id="rId75" Type="http://schemas.openxmlformats.org/officeDocument/2006/relationships/image" Target="../media/image212.png"/><Relationship Id="rId91" Type="http://schemas.openxmlformats.org/officeDocument/2006/relationships/image" Target="../media/image220.png"/><Relationship Id="rId96" Type="http://schemas.openxmlformats.org/officeDocument/2006/relationships/customXml" Target="../ink/ink220.xml"/><Relationship Id="rId140" Type="http://schemas.openxmlformats.org/officeDocument/2006/relationships/customXml" Target="../ink/ink242.xml"/><Relationship Id="rId145" Type="http://schemas.openxmlformats.org/officeDocument/2006/relationships/image" Target="../media/image247.png"/><Relationship Id="rId161" Type="http://schemas.openxmlformats.org/officeDocument/2006/relationships/image" Target="../media/image255.png"/><Relationship Id="rId166" Type="http://schemas.openxmlformats.org/officeDocument/2006/relationships/customXml" Target="../ink/ink255.xml"/><Relationship Id="rId1" Type="http://schemas.openxmlformats.org/officeDocument/2006/relationships/slideLayout" Target="../slideLayouts/slideLayout45.xml"/><Relationship Id="rId6" Type="http://schemas.openxmlformats.org/officeDocument/2006/relationships/customXml" Target="../ink/ink175.xml"/><Relationship Id="rId23" Type="http://schemas.openxmlformats.org/officeDocument/2006/relationships/image" Target="../media/image187.png"/><Relationship Id="rId28" Type="http://schemas.openxmlformats.org/officeDocument/2006/relationships/customXml" Target="../ink/ink186.xml"/><Relationship Id="rId49" Type="http://schemas.openxmlformats.org/officeDocument/2006/relationships/image" Target="../media/image200.png"/><Relationship Id="rId114" Type="http://schemas.openxmlformats.org/officeDocument/2006/relationships/customXml" Target="../ink/ink229.xml"/><Relationship Id="rId119" Type="http://schemas.openxmlformats.org/officeDocument/2006/relationships/image" Target="../media/image234.png"/><Relationship Id="rId44" Type="http://schemas.openxmlformats.org/officeDocument/2006/relationships/customXml" Target="../ink/ink194.xml"/><Relationship Id="rId60" Type="http://schemas.openxmlformats.org/officeDocument/2006/relationships/customXml" Target="../ink/ink202.xml"/><Relationship Id="rId65" Type="http://schemas.openxmlformats.org/officeDocument/2006/relationships/image" Target="../media/image208.png"/><Relationship Id="rId81" Type="http://schemas.openxmlformats.org/officeDocument/2006/relationships/image" Target="../media/image215.png"/><Relationship Id="rId86" Type="http://schemas.openxmlformats.org/officeDocument/2006/relationships/customXml" Target="../ink/ink215.xml"/><Relationship Id="rId130" Type="http://schemas.openxmlformats.org/officeDocument/2006/relationships/customXml" Target="../ink/ink237.xml"/><Relationship Id="rId135" Type="http://schemas.openxmlformats.org/officeDocument/2006/relationships/image" Target="../media/image242.png"/><Relationship Id="rId151" Type="http://schemas.openxmlformats.org/officeDocument/2006/relationships/image" Target="../media/image250.png"/><Relationship Id="rId156" Type="http://schemas.openxmlformats.org/officeDocument/2006/relationships/customXml" Target="../ink/ink250.xml"/><Relationship Id="rId13" Type="http://schemas.openxmlformats.org/officeDocument/2006/relationships/image" Target="../media/image182.png"/><Relationship Id="rId18" Type="http://schemas.openxmlformats.org/officeDocument/2006/relationships/customXml" Target="../ink/ink181.xml"/><Relationship Id="rId39" Type="http://schemas.openxmlformats.org/officeDocument/2006/relationships/image" Target="../media/image195.png"/><Relationship Id="rId109" Type="http://schemas.openxmlformats.org/officeDocument/2006/relationships/image" Target="../media/image229.png"/><Relationship Id="rId34" Type="http://schemas.openxmlformats.org/officeDocument/2006/relationships/customXml" Target="../ink/ink189.xml"/><Relationship Id="rId50" Type="http://schemas.openxmlformats.org/officeDocument/2006/relationships/customXml" Target="../ink/ink197.xml"/><Relationship Id="rId55" Type="http://schemas.openxmlformats.org/officeDocument/2006/relationships/image" Target="../media/image203.png"/><Relationship Id="rId76" Type="http://schemas.openxmlformats.org/officeDocument/2006/relationships/customXml" Target="../ink/ink210.xml"/><Relationship Id="rId97" Type="http://schemas.openxmlformats.org/officeDocument/2006/relationships/image" Target="../media/image223.png"/><Relationship Id="rId104" Type="http://schemas.openxmlformats.org/officeDocument/2006/relationships/customXml" Target="../ink/ink224.xml"/><Relationship Id="rId120" Type="http://schemas.openxmlformats.org/officeDocument/2006/relationships/customXml" Target="../ink/ink232.xml"/><Relationship Id="rId125" Type="http://schemas.openxmlformats.org/officeDocument/2006/relationships/image" Target="../media/image237.png"/><Relationship Id="rId141" Type="http://schemas.openxmlformats.org/officeDocument/2006/relationships/image" Target="../media/image245.png"/><Relationship Id="rId146" Type="http://schemas.openxmlformats.org/officeDocument/2006/relationships/customXml" Target="../ink/ink245.xml"/><Relationship Id="rId167" Type="http://schemas.openxmlformats.org/officeDocument/2006/relationships/image" Target="../media/image258.png"/><Relationship Id="rId7" Type="http://schemas.openxmlformats.org/officeDocument/2006/relationships/image" Target="../media/image179.png"/><Relationship Id="rId71" Type="http://schemas.openxmlformats.org/officeDocument/2006/relationships/image" Target="../media/image210.png"/><Relationship Id="rId92" Type="http://schemas.openxmlformats.org/officeDocument/2006/relationships/customXml" Target="../ink/ink218.xml"/><Relationship Id="rId162" Type="http://schemas.openxmlformats.org/officeDocument/2006/relationships/customXml" Target="../ink/ink253.xml"/><Relationship Id="rId2" Type="http://schemas.openxmlformats.org/officeDocument/2006/relationships/customXml" Target="../ink/ink173.xml"/><Relationship Id="rId29" Type="http://schemas.openxmlformats.org/officeDocument/2006/relationships/image" Target="../media/image190.png"/><Relationship Id="rId24" Type="http://schemas.openxmlformats.org/officeDocument/2006/relationships/customXml" Target="../ink/ink184.xml"/><Relationship Id="rId40" Type="http://schemas.openxmlformats.org/officeDocument/2006/relationships/customXml" Target="../ink/ink192.xml"/><Relationship Id="rId45" Type="http://schemas.openxmlformats.org/officeDocument/2006/relationships/image" Target="../media/image198.png"/><Relationship Id="rId66" Type="http://schemas.openxmlformats.org/officeDocument/2006/relationships/customXml" Target="../ink/ink205.xml"/><Relationship Id="rId87" Type="http://schemas.openxmlformats.org/officeDocument/2006/relationships/image" Target="../media/image218.png"/><Relationship Id="rId110" Type="http://schemas.openxmlformats.org/officeDocument/2006/relationships/customXml" Target="../ink/ink227.xml"/><Relationship Id="rId115" Type="http://schemas.openxmlformats.org/officeDocument/2006/relationships/image" Target="../media/image232.png"/><Relationship Id="rId131" Type="http://schemas.openxmlformats.org/officeDocument/2006/relationships/image" Target="../media/image240.png"/><Relationship Id="rId136" Type="http://schemas.openxmlformats.org/officeDocument/2006/relationships/customXml" Target="../ink/ink240.xml"/><Relationship Id="rId157" Type="http://schemas.openxmlformats.org/officeDocument/2006/relationships/image" Target="../media/image253.png"/><Relationship Id="rId61" Type="http://schemas.openxmlformats.org/officeDocument/2006/relationships/image" Target="../media/image206.png"/><Relationship Id="rId82" Type="http://schemas.openxmlformats.org/officeDocument/2006/relationships/customXml" Target="../ink/ink213.xml"/><Relationship Id="rId152" Type="http://schemas.openxmlformats.org/officeDocument/2006/relationships/customXml" Target="../ink/ink248.xml"/><Relationship Id="rId19" Type="http://schemas.openxmlformats.org/officeDocument/2006/relationships/image" Target="../media/image185.png"/><Relationship Id="rId14" Type="http://schemas.openxmlformats.org/officeDocument/2006/relationships/customXml" Target="../ink/ink179.xml"/><Relationship Id="rId30" Type="http://schemas.openxmlformats.org/officeDocument/2006/relationships/customXml" Target="../ink/ink187.xml"/><Relationship Id="rId35" Type="http://schemas.openxmlformats.org/officeDocument/2006/relationships/image" Target="../media/image193.png"/><Relationship Id="rId56" Type="http://schemas.openxmlformats.org/officeDocument/2006/relationships/customXml" Target="../ink/ink200.xml"/><Relationship Id="rId77" Type="http://schemas.openxmlformats.org/officeDocument/2006/relationships/image" Target="../media/image213.png"/><Relationship Id="rId100" Type="http://schemas.openxmlformats.org/officeDocument/2006/relationships/customXml" Target="../ink/ink222.xml"/><Relationship Id="rId105" Type="http://schemas.openxmlformats.org/officeDocument/2006/relationships/image" Target="../media/image227.png"/><Relationship Id="rId126" Type="http://schemas.openxmlformats.org/officeDocument/2006/relationships/customXml" Target="../ink/ink235.xml"/><Relationship Id="rId147" Type="http://schemas.openxmlformats.org/officeDocument/2006/relationships/image" Target="../media/image248.png"/><Relationship Id="rId168" Type="http://schemas.openxmlformats.org/officeDocument/2006/relationships/customXml" Target="../ink/ink256.xml"/><Relationship Id="rId8" Type="http://schemas.openxmlformats.org/officeDocument/2006/relationships/customXml" Target="../ink/ink176.xml"/><Relationship Id="rId51" Type="http://schemas.openxmlformats.org/officeDocument/2006/relationships/image" Target="../media/image201.png"/><Relationship Id="rId72" Type="http://schemas.openxmlformats.org/officeDocument/2006/relationships/customXml" Target="../ink/ink208.xml"/><Relationship Id="rId93" Type="http://schemas.openxmlformats.org/officeDocument/2006/relationships/image" Target="../media/image221.png"/><Relationship Id="rId98" Type="http://schemas.openxmlformats.org/officeDocument/2006/relationships/customXml" Target="../ink/ink221.xml"/><Relationship Id="rId121" Type="http://schemas.openxmlformats.org/officeDocument/2006/relationships/image" Target="../media/image235.png"/><Relationship Id="rId142" Type="http://schemas.openxmlformats.org/officeDocument/2006/relationships/customXml" Target="../ink/ink243.xml"/><Relationship Id="rId163" Type="http://schemas.openxmlformats.org/officeDocument/2006/relationships/image" Target="../media/image256.png"/><Relationship Id="rId3" Type="http://schemas.openxmlformats.org/officeDocument/2006/relationships/image" Target="../media/image177.png"/><Relationship Id="rId25" Type="http://schemas.openxmlformats.org/officeDocument/2006/relationships/image" Target="../media/image188.png"/><Relationship Id="rId46" Type="http://schemas.openxmlformats.org/officeDocument/2006/relationships/customXml" Target="../ink/ink195.xml"/><Relationship Id="rId67" Type="http://schemas.openxmlformats.org/officeDocument/2006/relationships/image" Target="../media/image209.png"/><Relationship Id="rId116" Type="http://schemas.openxmlformats.org/officeDocument/2006/relationships/customXml" Target="../ink/ink230.xml"/><Relationship Id="rId137" Type="http://schemas.openxmlformats.org/officeDocument/2006/relationships/image" Target="../media/image243.png"/><Relationship Id="rId158" Type="http://schemas.openxmlformats.org/officeDocument/2006/relationships/customXml" Target="../ink/ink251.xml"/><Relationship Id="rId20" Type="http://schemas.openxmlformats.org/officeDocument/2006/relationships/customXml" Target="../ink/ink182.xml"/><Relationship Id="rId41" Type="http://schemas.openxmlformats.org/officeDocument/2006/relationships/image" Target="../media/image196.png"/><Relationship Id="rId62" Type="http://schemas.openxmlformats.org/officeDocument/2006/relationships/customXml" Target="../ink/ink203.xml"/><Relationship Id="rId83" Type="http://schemas.openxmlformats.org/officeDocument/2006/relationships/image" Target="../media/image216.png"/><Relationship Id="rId88" Type="http://schemas.openxmlformats.org/officeDocument/2006/relationships/customXml" Target="../ink/ink216.xml"/><Relationship Id="rId111" Type="http://schemas.openxmlformats.org/officeDocument/2006/relationships/image" Target="../media/image230.png"/><Relationship Id="rId132" Type="http://schemas.openxmlformats.org/officeDocument/2006/relationships/customXml" Target="../ink/ink238.xml"/><Relationship Id="rId153" Type="http://schemas.openxmlformats.org/officeDocument/2006/relationships/image" Target="../media/image251.png"/><Relationship Id="rId15" Type="http://schemas.openxmlformats.org/officeDocument/2006/relationships/image" Target="../media/image183.png"/><Relationship Id="rId36" Type="http://schemas.openxmlformats.org/officeDocument/2006/relationships/customXml" Target="../ink/ink190.xml"/><Relationship Id="rId57" Type="http://schemas.openxmlformats.org/officeDocument/2006/relationships/image" Target="../media/image204.png"/><Relationship Id="rId106" Type="http://schemas.openxmlformats.org/officeDocument/2006/relationships/customXml" Target="../ink/ink225.xml"/><Relationship Id="rId127" Type="http://schemas.openxmlformats.org/officeDocument/2006/relationships/image" Target="../media/image238.png"/><Relationship Id="rId10" Type="http://schemas.openxmlformats.org/officeDocument/2006/relationships/customXml" Target="../ink/ink177.xml"/><Relationship Id="rId31" Type="http://schemas.openxmlformats.org/officeDocument/2006/relationships/image" Target="../media/image191.png"/><Relationship Id="rId52" Type="http://schemas.openxmlformats.org/officeDocument/2006/relationships/customXml" Target="../ink/ink198.xml"/><Relationship Id="rId73" Type="http://schemas.openxmlformats.org/officeDocument/2006/relationships/image" Target="../media/image211.png"/><Relationship Id="rId78" Type="http://schemas.openxmlformats.org/officeDocument/2006/relationships/customXml" Target="../ink/ink211.xml"/><Relationship Id="rId94" Type="http://schemas.openxmlformats.org/officeDocument/2006/relationships/customXml" Target="../ink/ink219.xml"/><Relationship Id="rId99" Type="http://schemas.openxmlformats.org/officeDocument/2006/relationships/image" Target="../media/image224.png"/><Relationship Id="rId101" Type="http://schemas.openxmlformats.org/officeDocument/2006/relationships/image" Target="../media/image225.png"/><Relationship Id="rId122" Type="http://schemas.openxmlformats.org/officeDocument/2006/relationships/customXml" Target="../ink/ink233.xml"/><Relationship Id="rId143" Type="http://schemas.openxmlformats.org/officeDocument/2006/relationships/image" Target="../media/image246.png"/><Relationship Id="rId148" Type="http://schemas.openxmlformats.org/officeDocument/2006/relationships/customXml" Target="../ink/ink246.xml"/><Relationship Id="rId164" Type="http://schemas.openxmlformats.org/officeDocument/2006/relationships/customXml" Target="../ink/ink254.xml"/><Relationship Id="rId169" Type="http://schemas.openxmlformats.org/officeDocument/2006/relationships/image" Target="../media/image259.png"/><Relationship Id="rId4" Type="http://schemas.openxmlformats.org/officeDocument/2006/relationships/customXml" Target="../ink/ink174.xml"/><Relationship Id="rId9" Type="http://schemas.openxmlformats.org/officeDocument/2006/relationships/image" Target="../media/image180.png"/><Relationship Id="rId26" Type="http://schemas.openxmlformats.org/officeDocument/2006/relationships/customXml" Target="../ink/ink185.xml"/><Relationship Id="rId47" Type="http://schemas.openxmlformats.org/officeDocument/2006/relationships/image" Target="../media/image199.png"/><Relationship Id="rId68" Type="http://schemas.openxmlformats.org/officeDocument/2006/relationships/customXml" Target="../ink/ink206.xml"/><Relationship Id="rId89" Type="http://schemas.openxmlformats.org/officeDocument/2006/relationships/image" Target="../media/image219.png"/><Relationship Id="rId112" Type="http://schemas.openxmlformats.org/officeDocument/2006/relationships/customXml" Target="../ink/ink228.xml"/><Relationship Id="rId133" Type="http://schemas.openxmlformats.org/officeDocument/2006/relationships/image" Target="../media/image241.png"/><Relationship Id="rId154" Type="http://schemas.openxmlformats.org/officeDocument/2006/relationships/customXml" Target="../ink/ink249.xml"/><Relationship Id="rId16" Type="http://schemas.openxmlformats.org/officeDocument/2006/relationships/customXml" Target="../ink/ink180.xml"/><Relationship Id="rId37" Type="http://schemas.openxmlformats.org/officeDocument/2006/relationships/image" Target="../media/image194.png"/><Relationship Id="rId58" Type="http://schemas.openxmlformats.org/officeDocument/2006/relationships/customXml" Target="../ink/ink201.xml"/><Relationship Id="rId79" Type="http://schemas.openxmlformats.org/officeDocument/2006/relationships/image" Target="../media/image214.png"/><Relationship Id="rId102" Type="http://schemas.openxmlformats.org/officeDocument/2006/relationships/customXml" Target="../ink/ink223.xml"/><Relationship Id="rId123" Type="http://schemas.openxmlformats.org/officeDocument/2006/relationships/image" Target="../media/image236.png"/><Relationship Id="rId144" Type="http://schemas.openxmlformats.org/officeDocument/2006/relationships/customXml" Target="../ink/ink244.xml"/><Relationship Id="rId90" Type="http://schemas.openxmlformats.org/officeDocument/2006/relationships/customXml" Target="../ink/ink217.xml"/><Relationship Id="rId165" Type="http://schemas.openxmlformats.org/officeDocument/2006/relationships/image" Target="../media/image257.png"/><Relationship Id="rId27" Type="http://schemas.openxmlformats.org/officeDocument/2006/relationships/image" Target="../media/image189.png"/><Relationship Id="rId48" Type="http://schemas.openxmlformats.org/officeDocument/2006/relationships/customXml" Target="../ink/ink196.xml"/><Relationship Id="rId69" Type="http://schemas.openxmlformats.org/officeDocument/2006/relationships/image" Target="../media/image70.png"/><Relationship Id="rId113" Type="http://schemas.openxmlformats.org/officeDocument/2006/relationships/image" Target="../media/image231.png"/><Relationship Id="rId134" Type="http://schemas.openxmlformats.org/officeDocument/2006/relationships/customXml" Target="../ink/ink239.xml"/><Relationship Id="rId80" Type="http://schemas.openxmlformats.org/officeDocument/2006/relationships/customXml" Target="../ink/ink212.xml"/><Relationship Id="rId155" Type="http://schemas.openxmlformats.org/officeDocument/2006/relationships/image" Target="../media/image252.png"/><Relationship Id="rId17" Type="http://schemas.openxmlformats.org/officeDocument/2006/relationships/image" Target="../media/image184.png"/><Relationship Id="rId38" Type="http://schemas.openxmlformats.org/officeDocument/2006/relationships/customXml" Target="../ink/ink191.xml"/><Relationship Id="rId59" Type="http://schemas.openxmlformats.org/officeDocument/2006/relationships/image" Target="../media/image205.png"/><Relationship Id="rId103" Type="http://schemas.openxmlformats.org/officeDocument/2006/relationships/image" Target="../media/image226.png"/><Relationship Id="rId124" Type="http://schemas.openxmlformats.org/officeDocument/2006/relationships/customXml" Target="../ink/ink23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17" Type="http://schemas.openxmlformats.org/officeDocument/2006/relationships/image" Target="../media/image318.png"/><Relationship Id="rId21" Type="http://schemas.openxmlformats.org/officeDocument/2006/relationships/image" Target="../media/image270.png"/><Relationship Id="rId42" Type="http://schemas.openxmlformats.org/officeDocument/2006/relationships/customXml" Target="../ink/ink278.xml"/><Relationship Id="rId63" Type="http://schemas.openxmlformats.org/officeDocument/2006/relationships/image" Target="../media/image291.png"/><Relationship Id="rId84" Type="http://schemas.openxmlformats.org/officeDocument/2006/relationships/customXml" Target="../ink/ink299.xml"/><Relationship Id="rId138" Type="http://schemas.openxmlformats.org/officeDocument/2006/relationships/customXml" Target="../ink/ink326.xml"/><Relationship Id="rId159" Type="http://schemas.openxmlformats.org/officeDocument/2006/relationships/image" Target="../media/image339.png"/><Relationship Id="rId170" Type="http://schemas.openxmlformats.org/officeDocument/2006/relationships/customXml" Target="../ink/ink342.xml"/><Relationship Id="rId191" Type="http://schemas.openxmlformats.org/officeDocument/2006/relationships/image" Target="../media/image355.png"/><Relationship Id="rId205" Type="http://schemas.openxmlformats.org/officeDocument/2006/relationships/image" Target="../media/image362.png"/><Relationship Id="rId107" Type="http://schemas.openxmlformats.org/officeDocument/2006/relationships/image" Target="../media/image313.png"/><Relationship Id="rId11" Type="http://schemas.openxmlformats.org/officeDocument/2006/relationships/image" Target="../media/image265.png"/><Relationship Id="rId32" Type="http://schemas.openxmlformats.org/officeDocument/2006/relationships/customXml" Target="../ink/ink273.xml"/><Relationship Id="rId53" Type="http://schemas.openxmlformats.org/officeDocument/2006/relationships/image" Target="../media/image286.png"/><Relationship Id="rId74" Type="http://schemas.openxmlformats.org/officeDocument/2006/relationships/customXml" Target="../ink/ink294.xml"/><Relationship Id="rId128" Type="http://schemas.openxmlformats.org/officeDocument/2006/relationships/customXml" Target="../ink/ink321.xml"/><Relationship Id="rId149" Type="http://schemas.openxmlformats.org/officeDocument/2006/relationships/image" Target="../media/image334.png"/><Relationship Id="rId5" Type="http://schemas.openxmlformats.org/officeDocument/2006/relationships/image" Target="../media/image262.png"/><Relationship Id="rId95" Type="http://schemas.openxmlformats.org/officeDocument/2006/relationships/image" Target="../media/image307.png"/><Relationship Id="rId160" Type="http://schemas.openxmlformats.org/officeDocument/2006/relationships/customXml" Target="../ink/ink337.xml"/><Relationship Id="rId181" Type="http://schemas.openxmlformats.org/officeDocument/2006/relationships/image" Target="../media/image350.png"/><Relationship Id="rId22" Type="http://schemas.openxmlformats.org/officeDocument/2006/relationships/customXml" Target="../ink/ink268.xml"/><Relationship Id="rId43" Type="http://schemas.openxmlformats.org/officeDocument/2006/relationships/image" Target="../media/image281.png"/><Relationship Id="rId64" Type="http://schemas.openxmlformats.org/officeDocument/2006/relationships/customXml" Target="../ink/ink289.xml"/><Relationship Id="rId118" Type="http://schemas.openxmlformats.org/officeDocument/2006/relationships/customXml" Target="../ink/ink316.xml"/><Relationship Id="rId139" Type="http://schemas.openxmlformats.org/officeDocument/2006/relationships/image" Target="../media/image329.png"/><Relationship Id="rId85" Type="http://schemas.openxmlformats.org/officeDocument/2006/relationships/image" Target="../media/image302.png"/><Relationship Id="rId150" Type="http://schemas.openxmlformats.org/officeDocument/2006/relationships/customXml" Target="../ink/ink332.xml"/><Relationship Id="rId171" Type="http://schemas.openxmlformats.org/officeDocument/2006/relationships/image" Target="../media/image345.png"/><Relationship Id="rId192" Type="http://schemas.openxmlformats.org/officeDocument/2006/relationships/customXml" Target="../ink/ink353.xml"/><Relationship Id="rId206" Type="http://schemas.openxmlformats.org/officeDocument/2006/relationships/customXml" Target="../ink/ink360.xml"/><Relationship Id="rId12" Type="http://schemas.openxmlformats.org/officeDocument/2006/relationships/customXml" Target="../ink/ink263.xml"/><Relationship Id="rId33" Type="http://schemas.openxmlformats.org/officeDocument/2006/relationships/image" Target="../media/image276.png"/><Relationship Id="rId108" Type="http://schemas.openxmlformats.org/officeDocument/2006/relationships/customXml" Target="../ink/ink311.xml"/><Relationship Id="rId129" Type="http://schemas.openxmlformats.org/officeDocument/2006/relationships/image" Target="../media/image324.png"/><Relationship Id="rId54" Type="http://schemas.openxmlformats.org/officeDocument/2006/relationships/customXml" Target="../ink/ink284.xml"/><Relationship Id="rId75" Type="http://schemas.openxmlformats.org/officeDocument/2006/relationships/image" Target="../media/image297.png"/><Relationship Id="rId96" Type="http://schemas.openxmlformats.org/officeDocument/2006/relationships/customXml" Target="../ink/ink305.xml"/><Relationship Id="rId140" Type="http://schemas.openxmlformats.org/officeDocument/2006/relationships/customXml" Target="../ink/ink327.xml"/><Relationship Id="rId161" Type="http://schemas.openxmlformats.org/officeDocument/2006/relationships/image" Target="../media/image340.png"/><Relationship Id="rId182" Type="http://schemas.openxmlformats.org/officeDocument/2006/relationships/customXml" Target="../ink/ink348.xml"/><Relationship Id="rId6" Type="http://schemas.openxmlformats.org/officeDocument/2006/relationships/customXml" Target="../ink/ink260.xml"/><Relationship Id="rId23" Type="http://schemas.openxmlformats.org/officeDocument/2006/relationships/image" Target="../media/image271.png"/><Relationship Id="rId119" Type="http://schemas.openxmlformats.org/officeDocument/2006/relationships/image" Target="../media/image319.png"/><Relationship Id="rId44" Type="http://schemas.openxmlformats.org/officeDocument/2006/relationships/customXml" Target="../ink/ink279.xml"/><Relationship Id="rId65" Type="http://schemas.openxmlformats.org/officeDocument/2006/relationships/image" Target="../media/image292.png"/><Relationship Id="rId86" Type="http://schemas.openxmlformats.org/officeDocument/2006/relationships/customXml" Target="../ink/ink300.xml"/><Relationship Id="rId130" Type="http://schemas.openxmlformats.org/officeDocument/2006/relationships/customXml" Target="../ink/ink322.xml"/><Relationship Id="rId151" Type="http://schemas.openxmlformats.org/officeDocument/2006/relationships/image" Target="../media/image335.png"/><Relationship Id="rId172" Type="http://schemas.openxmlformats.org/officeDocument/2006/relationships/customXml" Target="../ink/ink343.xml"/><Relationship Id="rId193" Type="http://schemas.openxmlformats.org/officeDocument/2006/relationships/image" Target="../media/image356.png"/><Relationship Id="rId207" Type="http://schemas.openxmlformats.org/officeDocument/2006/relationships/image" Target="../media/image363.png"/><Relationship Id="rId13" Type="http://schemas.openxmlformats.org/officeDocument/2006/relationships/image" Target="../media/image266.png"/><Relationship Id="rId109" Type="http://schemas.openxmlformats.org/officeDocument/2006/relationships/image" Target="../media/image314.png"/><Relationship Id="rId34" Type="http://schemas.openxmlformats.org/officeDocument/2006/relationships/customXml" Target="../ink/ink274.xml"/><Relationship Id="rId55" Type="http://schemas.openxmlformats.org/officeDocument/2006/relationships/image" Target="../media/image287.png"/><Relationship Id="rId76" Type="http://schemas.openxmlformats.org/officeDocument/2006/relationships/customXml" Target="../ink/ink295.xml"/><Relationship Id="rId97" Type="http://schemas.openxmlformats.org/officeDocument/2006/relationships/image" Target="../media/image308.png"/><Relationship Id="rId120" Type="http://schemas.openxmlformats.org/officeDocument/2006/relationships/customXml" Target="../ink/ink317.xml"/><Relationship Id="rId141" Type="http://schemas.openxmlformats.org/officeDocument/2006/relationships/image" Target="../media/image330.png"/><Relationship Id="rId7" Type="http://schemas.openxmlformats.org/officeDocument/2006/relationships/image" Target="../media/image263.png"/><Relationship Id="rId162" Type="http://schemas.openxmlformats.org/officeDocument/2006/relationships/customXml" Target="../ink/ink338.xml"/><Relationship Id="rId183" Type="http://schemas.openxmlformats.org/officeDocument/2006/relationships/image" Target="../media/image351.png"/><Relationship Id="rId24" Type="http://schemas.openxmlformats.org/officeDocument/2006/relationships/customXml" Target="../ink/ink269.xml"/><Relationship Id="rId45" Type="http://schemas.openxmlformats.org/officeDocument/2006/relationships/image" Target="../media/image282.png"/><Relationship Id="rId66" Type="http://schemas.openxmlformats.org/officeDocument/2006/relationships/customXml" Target="../ink/ink290.xml"/><Relationship Id="rId87" Type="http://schemas.openxmlformats.org/officeDocument/2006/relationships/image" Target="../media/image303.png"/><Relationship Id="rId110" Type="http://schemas.openxmlformats.org/officeDocument/2006/relationships/customXml" Target="../ink/ink312.xml"/><Relationship Id="rId131" Type="http://schemas.openxmlformats.org/officeDocument/2006/relationships/image" Target="../media/image325.png"/><Relationship Id="rId61" Type="http://schemas.openxmlformats.org/officeDocument/2006/relationships/image" Target="../media/image290.png"/><Relationship Id="rId82" Type="http://schemas.openxmlformats.org/officeDocument/2006/relationships/customXml" Target="../ink/ink298.xml"/><Relationship Id="rId152" Type="http://schemas.openxmlformats.org/officeDocument/2006/relationships/customXml" Target="../ink/ink333.xml"/><Relationship Id="rId173" Type="http://schemas.openxmlformats.org/officeDocument/2006/relationships/image" Target="../media/image346.png"/><Relationship Id="rId194" Type="http://schemas.openxmlformats.org/officeDocument/2006/relationships/customXml" Target="../ink/ink354.xml"/><Relationship Id="rId199" Type="http://schemas.openxmlformats.org/officeDocument/2006/relationships/image" Target="../media/image359.png"/><Relationship Id="rId203" Type="http://schemas.openxmlformats.org/officeDocument/2006/relationships/image" Target="../media/image361.png"/><Relationship Id="rId208" Type="http://schemas.openxmlformats.org/officeDocument/2006/relationships/customXml" Target="../ink/ink361.xml"/><Relationship Id="rId19" Type="http://schemas.openxmlformats.org/officeDocument/2006/relationships/image" Target="../media/image269.png"/><Relationship Id="rId14" Type="http://schemas.openxmlformats.org/officeDocument/2006/relationships/customXml" Target="../ink/ink264.xml"/><Relationship Id="rId30" Type="http://schemas.openxmlformats.org/officeDocument/2006/relationships/customXml" Target="../ink/ink272.xml"/><Relationship Id="rId35" Type="http://schemas.openxmlformats.org/officeDocument/2006/relationships/image" Target="../media/image277.png"/><Relationship Id="rId56" Type="http://schemas.openxmlformats.org/officeDocument/2006/relationships/customXml" Target="../ink/ink285.xml"/><Relationship Id="rId77" Type="http://schemas.openxmlformats.org/officeDocument/2006/relationships/image" Target="../media/image298.png"/><Relationship Id="rId100" Type="http://schemas.openxmlformats.org/officeDocument/2006/relationships/customXml" Target="../ink/ink307.xml"/><Relationship Id="rId105" Type="http://schemas.openxmlformats.org/officeDocument/2006/relationships/image" Target="../media/image312.png"/><Relationship Id="rId126" Type="http://schemas.openxmlformats.org/officeDocument/2006/relationships/customXml" Target="../ink/ink320.xml"/><Relationship Id="rId147" Type="http://schemas.openxmlformats.org/officeDocument/2006/relationships/image" Target="../media/image333.png"/><Relationship Id="rId168" Type="http://schemas.openxmlformats.org/officeDocument/2006/relationships/customXml" Target="../ink/ink341.xml"/><Relationship Id="rId8" Type="http://schemas.openxmlformats.org/officeDocument/2006/relationships/customXml" Target="../ink/ink261.xml"/><Relationship Id="rId51" Type="http://schemas.openxmlformats.org/officeDocument/2006/relationships/image" Target="../media/image285.png"/><Relationship Id="rId72" Type="http://schemas.openxmlformats.org/officeDocument/2006/relationships/customXml" Target="../ink/ink293.xml"/><Relationship Id="rId93" Type="http://schemas.openxmlformats.org/officeDocument/2006/relationships/image" Target="../media/image306.png"/><Relationship Id="rId98" Type="http://schemas.openxmlformats.org/officeDocument/2006/relationships/customXml" Target="../ink/ink306.xml"/><Relationship Id="rId121" Type="http://schemas.openxmlformats.org/officeDocument/2006/relationships/image" Target="../media/image320.png"/><Relationship Id="rId142" Type="http://schemas.openxmlformats.org/officeDocument/2006/relationships/customXml" Target="../ink/ink328.xml"/><Relationship Id="rId163" Type="http://schemas.openxmlformats.org/officeDocument/2006/relationships/image" Target="../media/image341.png"/><Relationship Id="rId184" Type="http://schemas.openxmlformats.org/officeDocument/2006/relationships/customXml" Target="../ink/ink349.xml"/><Relationship Id="rId189" Type="http://schemas.openxmlformats.org/officeDocument/2006/relationships/image" Target="../media/image354.png"/><Relationship Id="rId3" Type="http://schemas.openxmlformats.org/officeDocument/2006/relationships/image" Target="../media/image261.png"/><Relationship Id="rId25" Type="http://schemas.openxmlformats.org/officeDocument/2006/relationships/image" Target="../media/image272.png"/><Relationship Id="rId46" Type="http://schemas.openxmlformats.org/officeDocument/2006/relationships/customXml" Target="../ink/ink280.xml"/><Relationship Id="rId67" Type="http://schemas.openxmlformats.org/officeDocument/2006/relationships/image" Target="../media/image293.png"/><Relationship Id="rId116" Type="http://schemas.openxmlformats.org/officeDocument/2006/relationships/customXml" Target="../ink/ink315.xml"/><Relationship Id="rId137" Type="http://schemas.openxmlformats.org/officeDocument/2006/relationships/image" Target="../media/image328.png"/><Relationship Id="rId158" Type="http://schemas.openxmlformats.org/officeDocument/2006/relationships/customXml" Target="../ink/ink336.xml"/><Relationship Id="rId20" Type="http://schemas.openxmlformats.org/officeDocument/2006/relationships/customXml" Target="../ink/ink267.xml"/><Relationship Id="rId41" Type="http://schemas.openxmlformats.org/officeDocument/2006/relationships/image" Target="../media/image280.png"/><Relationship Id="rId62" Type="http://schemas.openxmlformats.org/officeDocument/2006/relationships/customXml" Target="../ink/ink288.xml"/><Relationship Id="rId83" Type="http://schemas.openxmlformats.org/officeDocument/2006/relationships/image" Target="../media/image301.png"/><Relationship Id="rId88" Type="http://schemas.openxmlformats.org/officeDocument/2006/relationships/customXml" Target="../ink/ink301.xml"/><Relationship Id="rId111" Type="http://schemas.openxmlformats.org/officeDocument/2006/relationships/image" Target="../media/image315.png"/><Relationship Id="rId132" Type="http://schemas.openxmlformats.org/officeDocument/2006/relationships/customXml" Target="../ink/ink323.xml"/><Relationship Id="rId153" Type="http://schemas.openxmlformats.org/officeDocument/2006/relationships/image" Target="../media/image336.png"/><Relationship Id="rId174" Type="http://schemas.openxmlformats.org/officeDocument/2006/relationships/customXml" Target="../ink/ink344.xml"/><Relationship Id="rId179" Type="http://schemas.openxmlformats.org/officeDocument/2006/relationships/image" Target="../media/image349.png"/><Relationship Id="rId195" Type="http://schemas.openxmlformats.org/officeDocument/2006/relationships/image" Target="../media/image357.png"/><Relationship Id="rId209" Type="http://schemas.openxmlformats.org/officeDocument/2006/relationships/image" Target="../media/image364.png"/><Relationship Id="rId190" Type="http://schemas.openxmlformats.org/officeDocument/2006/relationships/customXml" Target="../ink/ink352.xml"/><Relationship Id="rId204" Type="http://schemas.openxmlformats.org/officeDocument/2006/relationships/customXml" Target="../ink/ink359.xml"/><Relationship Id="rId15" Type="http://schemas.openxmlformats.org/officeDocument/2006/relationships/image" Target="../media/image267.png"/><Relationship Id="rId36" Type="http://schemas.openxmlformats.org/officeDocument/2006/relationships/customXml" Target="../ink/ink275.xml"/><Relationship Id="rId57" Type="http://schemas.openxmlformats.org/officeDocument/2006/relationships/image" Target="../media/image288.png"/><Relationship Id="rId106" Type="http://schemas.openxmlformats.org/officeDocument/2006/relationships/customXml" Target="../ink/ink310.xml"/><Relationship Id="rId127" Type="http://schemas.openxmlformats.org/officeDocument/2006/relationships/image" Target="../media/image323.png"/><Relationship Id="rId10" Type="http://schemas.openxmlformats.org/officeDocument/2006/relationships/customXml" Target="../ink/ink262.xml"/><Relationship Id="rId31" Type="http://schemas.openxmlformats.org/officeDocument/2006/relationships/image" Target="../media/image275.png"/><Relationship Id="rId52" Type="http://schemas.openxmlformats.org/officeDocument/2006/relationships/customXml" Target="../ink/ink283.xml"/><Relationship Id="rId73" Type="http://schemas.openxmlformats.org/officeDocument/2006/relationships/image" Target="../media/image296.png"/><Relationship Id="rId78" Type="http://schemas.openxmlformats.org/officeDocument/2006/relationships/customXml" Target="../ink/ink296.xml"/><Relationship Id="rId94" Type="http://schemas.openxmlformats.org/officeDocument/2006/relationships/customXml" Target="../ink/ink304.xml"/><Relationship Id="rId99" Type="http://schemas.openxmlformats.org/officeDocument/2006/relationships/image" Target="../media/image309.png"/><Relationship Id="rId101" Type="http://schemas.openxmlformats.org/officeDocument/2006/relationships/image" Target="../media/image310.png"/><Relationship Id="rId122" Type="http://schemas.openxmlformats.org/officeDocument/2006/relationships/customXml" Target="../ink/ink318.xml"/><Relationship Id="rId143" Type="http://schemas.openxmlformats.org/officeDocument/2006/relationships/image" Target="../media/image331.png"/><Relationship Id="rId148" Type="http://schemas.openxmlformats.org/officeDocument/2006/relationships/customXml" Target="../ink/ink331.xml"/><Relationship Id="rId164" Type="http://schemas.openxmlformats.org/officeDocument/2006/relationships/customXml" Target="../ink/ink339.xml"/><Relationship Id="rId169" Type="http://schemas.openxmlformats.org/officeDocument/2006/relationships/image" Target="../media/image344.png"/><Relationship Id="rId185" Type="http://schemas.openxmlformats.org/officeDocument/2006/relationships/image" Target="../media/image352.png"/><Relationship Id="rId4" Type="http://schemas.openxmlformats.org/officeDocument/2006/relationships/customXml" Target="../ink/ink259.xml"/><Relationship Id="rId9" Type="http://schemas.openxmlformats.org/officeDocument/2006/relationships/image" Target="../media/image264.png"/><Relationship Id="rId180" Type="http://schemas.openxmlformats.org/officeDocument/2006/relationships/customXml" Target="../ink/ink347.xml"/><Relationship Id="rId26" Type="http://schemas.openxmlformats.org/officeDocument/2006/relationships/customXml" Target="../ink/ink270.xml"/><Relationship Id="rId47" Type="http://schemas.openxmlformats.org/officeDocument/2006/relationships/image" Target="../media/image283.png"/><Relationship Id="rId68" Type="http://schemas.openxmlformats.org/officeDocument/2006/relationships/customXml" Target="../ink/ink291.xml"/><Relationship Id="rId89" Type="http://schemas.openxmlformats.org/officeDocument/2006/relationships/image" Target="../media/image304.png"/><Relationship Id="rId112" Type="http://schemas.openxmlformats.org/officeDocument/2006/relationships/customXml" Target="../ink/ink313.xml"/><Relationship Id="rId133" Type="http://schemas.openxmlformats.org/officeDocument/2006/relationships/image" Target="../media/image326.png"/><Relationship Id="rId154" Type="http://schemas.openxmlformats.org/officeDocument/2006/relationships/customXml" Target="../ink/ink334.xml"/><Relationship Id="rId175" Type="http://schemas.openxmlformats.org/officeDocument/2006/relationships/image" Target="../media/image347.png"/><Relationship Id="rId196" Type="http://schemas.openxmlformats.org/officeDocument/2006/relationships/customXml" Target="../ink/ink355.xml"/><Relationship Id="rId200" Type="http://schemas.openxmlformats.org/officeDocument/2006/relationships/customXml" Target="../ink/ink357.xml"/><Relationship Id="rId16" Type="http://schemas.openxmlformats.org/officeDocument/2006/relationships/customXml" Target="../ink/ink265.xml"/><Relationship Id="rId37" Type="http://schemas.openxmlformats.org/officeDocument/2006/relationships/image" Target="../media/image278.png"/><Relationship Id="rId58" Type="http://schemas.openxmlformats.org/officeDocument/2006/relationships/customXml" Target="../ink/ink286.xml"/><Relationship Id="rId79" Type="http://schemas.openxmlformats.org/officeDocument/2006/relationships/image" Target="../media/image299.png"/><Relationship Id="rId102" Type="http://schemas.openxmlformats.org/officeDocument/2006/relationships/customXml" Target="../ink/ink308.xml"/><Relationship Id="rId123" Type="http://schemas.openxmlformats.org/officeDocument/2006/relationships/image" Target="../media/image321.png"/><Relationship Id="rId144" Type="http://schemas.openxmlformats.org/officeDocument/2006/relationships/customXml" Target="../ink/ink329.xml"/><Relationship Id="rId90" Type="http://schemas.openxmlformats.org/officeDocument/2006/relationships/customXml" Target="../ink/ink302.xml"/><Relationship Id="rId165" Type="http://schemas.openxmlformats.org/officeDocument/2006/relationships/image" Target="../media/image342.png"/><Relationship Id="rId186" Type="http://schemas.openxmlformats.org/officeDocument/2006/relationships/customXml" Target="../ink/ink350.xml"/><Relationship Id="rId27" Type="http://schemas.openxmlformats.org/officeDocument/2006/relationships/image" Target="../media/image273.png"/><Relationship Id="rId48" Type="http://schemas.openxmlformats.org/officeDocument/2006/relationships/customXml" Target="../ink/ink281.xml"/><Relationship Id="rId69" Type="http://schemas.openxmlformats.org/officeDocument/2006/relationships/image" Target="../media/image294.png"/><Relationship Id="rId113" Type="http://schemas.openxmlformats.org/officeDocument/2006/relationships/image" Target="../media/image316.png"/><Relationship Id="rId134" Type="http://schemas.openxmlformats.org/officeDocument/2006/relationships/customXml" Target="../ink/ink324.xml"/><Relationship Id="rId80" Type="http://schemas.openxmlformats.org/officeDocument/2006/relationships/customXml" Target="../ink/ink297.xml"/><Relationship Id="rId155" Type="http://schemas.openxmlformats.org/officeDocument/2006/relationships/image" Target="../media/image337.png"/><Relationship Id="rId176" Type="http://schemas.openxmlformats.org/officeDocument/2006/relationships/customXml" Target="../ink/ink345.xml"/><Relationship Id="rId197" Type="http://schemas.openxmlformats.org/officeDocument/2006/relationships/image" Target="../media/image358.png"/><Relationship Id="rId201" Type="http://schemas.openxmlformats.org/officeDocument/2006/relationships/image" Target="../media/image360.png"/><Relationship Id="rId17" Type="http://schemas.openxmlformats.org/officeDocument/2006/relationships/image" Target="../media/image268.png"/><Relationship Id="rId38" Type="http://schemas.openxmlformats.org/officeDocument/2006/relationships/customXml" Target="../ink/ink276.xml"/><Relationship Id="rId59" Type="http://schemas.openxmlformats.org/officeDocument/2006/relationships/image" Target="../media/image289.png"/><Relationship Id="rId103" Type="http://schemas.openxmlformats.org/officeDocument/2006/relationships/image" Target="../media/image311.png"/><Relationship Id="rId124" Type="http://schemas.openxmlformats.org/officeDocument/2006/relationships/customXml" Target="../ink/ink319.xml"/><Relationship Id="rId70" Type="http://schemas.openxmlformats.org/officeDocument/2006/relationships/customXml" Target="../ink/ink292.xml"/><Relationship Id="rId91" Type="http://schemas.openxmlformats.org/officeDocument/2006/relationships/image" Target="../media/image305.png"/><Relationship Id="rId145" Type="http://schemas.openxmlformats.org/officeDocument/2006/relationships/image" Target="../media/image332.png"/><Relationship Id="rId166" Type="http://schemas.openxmlformats.org/officeDocument/2006/relationships/customXml" Target="../ink/ink340.xml"/><Relationship Id="rId187" Type="http://schemas.openxmlformats.org/officeDocument/2006/relationships/image" Target="../media/image353.png"/><Relationship Id="rId1" Type="http://schemas.openxmlformats.org/officeDocument/2006/relationships/slideLayout" Target="../slideLayouts/slideLayout45.xml"/><Relationship Id="rId28" Type="http://schemas.openxmlformats.org/officeDocument/2006/relationships/customXml" Target="../ink/ink271.xml"/><Relationship Id="rId49" Type="http://schemas.openxmlformats.org/officeDocument/2006/relationships/image" Target="../media/image284.png"/><Relationship Id="rId114" Type="http://schemas.openxmlformats.org/officeDocument/2006/relationships/customXml" Target="../ink/ink314.xml"/><Relationship Id="rId60" Type="http://schemas.openxmlformats.org/officeDocument/2006/relationships/customXml" Target="../ink/ink287.xml"/><Relationship Id="rId81" Type="http://schemas.openxmlformats.org/officeDocument/2006/relationships/image" Target="../media/image300.png"/><Relationship Id="rId135" Type="http://schemas.openxmlformats.org/officeDocument/2006/relationships/image" Target="../media/image327.png"/><Relationship Id="rId156" Type="http://schemas.openxmlformats.org/officeDocument/2006/relationships/customXml" Target="../ink/ink335.xml"/><Relationship Id="rId177" Type="http://schemas.openxmlformats.org/officeDocument/2006/relationships/image" Target="../media/image348.png"/><Relationship Id="rId198" Type="http://schemas.openxmlformats.org/officeDocument/2006/relationships/customXml" Target="../ink/ink356.xml"/><Relationship Id="rId202" Type="http://schemas.openxmlformats.org/officeDocument/2006/relationships/customXml" Target="../ink/ink358.xml"/><Relationship Id="rId18" Type="http://schemas.openxmlformats.org/officeDocument/2006/relationships/customXml" Target="../ink/ink266.xml"/><Relationship Id="rId39" Type="http://schemas.openxmlformats.org/officeDocument/2006/relationships/image" Target="../media/image279.png"/><Relationship Id="rId50" Type="http://schemas.openxmlformats.org/officeDocument/2006/relationships/customXml" Target="../ink/ink282.xml"/><Relationship Id="rId104" Type="http://schemas.openxmlformats.org/officeDocument/2006/relationships/customXml" Target="../ink/ink309.xml"/><Relationship Id="rId125" Type="http://schemas.openxmlformats.org/officeDocument/2006/relationships/image" Target="../media/image322.png"/><Relationship Id="rId146" Type="http://schemas.openxmlformats.org/officeDocument/2006/relationships/customXml" Target="../ink/ink330.xml"/><Relationship Id="rId167" Type="http://schemas.openxmlformats.org/officeDocument/2006/relationships/image" Target="../media/image343.png"/><Relationship Id="rId188" Type="http://schemas.openxmlformats.org/officeDocument/2006/relationships/customXml" Target="../ink/ink351.xml"/><Relationship Id="rId71" Type="http://schemas.openxmlformats.org/officeDocument/2006/relationships/image" Target="../media/image295.png"/><Relationship Id="rId92" Type="http://schemas.openxmlformats.org/officeDocument/2006/relationships/customXml" Target="../ink/ink303.xml"/><Relationship Id="rId2" Type="http://schemas.openxmlformats.org/officeDocument/2006/relationships/customXml" Target="../ink/ink258.xml"/><Relationship Id="rId29" Type="http://schemas.openxmlformats.org/officeDocument/2006/relationships/image" Target="../media/image274.png"/><Relationship Id="rId40" Type="http://schemas.openxmlformats.org/officeDocument/2006/relationships/customXml" Target="../ink/ink277.xml"/><Relationship Id="rId115" Type="http://schemas.openxmlformats.org/officeDocument/2006/relationships/image" Target="../media/image317.png"/><Relationship Id="rId136" Type="http://schemas.openxmlformats.org/officeDocument/2006/relationships/customXml" Target="../ink/ink325.xml"/><Relationship Id="rId157" Type="http://schemas.openxmlformats.org/officeDocument/2006/relationships/image" Target="../media/image338.png"/><Relationship Id="rId178" Type="http://schemas.openxmlformats.org/officeDocument/2006/relationships/customXml" Target="../ink/ink34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5.xml"/><Relationship Id="rId4" Type="http://schemas.openxmlformats.org/officeDocument/2006/relationships/image" Target="../media/image36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366.png"/><Relationship Id="rId2" Type="http://schemas.openxmlformats.org/officeDocument/2006/relationships/notesSlide" Target="../notesSlides/notesSlide10.xml"/><Relationship Id="rId1" Type="http://schemas.openxmlformats.org/officeDocument/2006/relationships/slideLayout" Target="../slideLayouts/slideLayout4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72.jpeg"/><Relationship Id="rId3" Type="http://schemas.openxmlformats.org/officeDocument/2006/relationships/image" Target="../media/image367.jpeg"/><Relationship Id="rId7" Type="http://schemas.openxmlformats.org/officeDocument/2006/relationships/image" Target="../media/image371.tiff"/><Relationship Id="rId2" Type="http://schemas.openxmlformats.org/officeDocument/2006/relationships/notesSlide" Target="../notesSlides/notesSlide13.xml"/><Relationship Id="rId1" Type="http://schemas.openxmlformats.org/officeDocument/2006/relationships/slideLayout" Target="../slideLayouts/slideLayout37.xml"/><Relationship Id="rId6" Type="http://schemas.openxmlformats.org/officeDocument/2006/relationships/image" Target="../media/image370.tiff"/><Relationship Id="rId5" Type="http://schemas.openxmlformats.org/officeDocument/2006/relationships/image" Target="../media/image369.tiff"/><Relationship Id="rId4" Type="http://schemas.openxmlformats.org/officeDocument/2006/relationships/image" Target="../media/image36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DAY-29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Unmanaged Scenario</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Custom Entity</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Extensibility</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33115" y="867968"/>
            <a:ext cx="11806237" cy="313932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Imagine in our company we had written all the business logic in the past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ourself</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SAP is providing a demo class for learning purpose viz. </a:t>
            </a:r>
            <a:r>
              <a:rPr kumimoji="0" lang="en-US"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rPr>
              <a:t>/</a:t>
            </a:r>
            <a:r>
              <a:rPr kumimoji="0" lang="en-US" sz="1800" b="0" i="0" u="none" strike="noStrike" kern="0" cap="none" spc="0" normalizeH="0" baseline="0" noProof="0" dirty="0" err="1">
                <a:ln>
                  <a:noFill/>
                </a:ln>
                <a:solidFill>
                  <a:srgbClr val="000000"/>
                </a:solidFill>
                <a:effectLst/>
                <a:highlight>
                  <a:srgbClr val="F0D8A8"/>
                </a:highlight>
                <a:uLnTx/>
                <a:uFillTx/>
                <a:latin typeface="Arial"/>
                <a:ea typeface="Arial"/>
                <a:cs typeface="Arial"/>
                <a:sym typeface="Arial"/>
              </a:rPr>
              <a:t>dmo</a:t>
            </a:r>
            <a:r>
              <a:rPr kumimoji="0" lang="en-US"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rPr>
              <a:t>/</a:t>
            </a:r>
            <a:r>
              <a:rPr kumimoji="0" lang="en-US" sz="1800" b="0" i="0" u="none" strike="noStrike" kern="0" cap="none" spc="0" normalizeH="0" baseline="0" noProof="0" dirty="0" err="1">
                <a:ln>
                  <a:noFill/>
                </a:ln>
                <a:solidFill>
                  <a:srgbClr val="000000"/>
                </a:solidFill>
                <a:effectLst/>
                <a:highlight>
                  <a:srgbClr val="F0D8A8"/>
                </a:highlight>
                <a:uLnTx/>
                <a:uFillTx/>
                <a:latin typeface="Arial"/>
                <a:ea typeface="Arial"/>
                <a:cs typeface="Arial"/>
                <a:sym typeface="Arial"/>
              </a:rPr>
              <a:t>cl_flight_legacy</a:t>
            </a:r>
            <a:endParaRPr kumimoji="0"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In this class we have our own old logic which contains the transaction buffer and business logic to maintain all the source code to interact with database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ourself</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RAP framework allows us to implement the entire runtime of the BO</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Interaction Phase (code to interact and keep data inside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itab</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Transaction Buffer (like a internal table where we keep temporary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Save Sequence (Commit work and Rollback)</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Unmanaged </a:t>
            </a:r>
            <a:r>
              <a:rPr kumimoji="0" lang="en-US" sz="3599" b="0" i="0" u="none" strike="noStrike" kern="0" cap="none" spc="0" normalizeH="0" baseline="0" noProof="0" dirty="0" err="1">
                <a:ln>
                  <a:noFill/>
                </a:ln>
                <a:solidFill>
                  <a:srgbClr val="FFC000"/>
                </a:solidFill>
                <a:effectLst/>
                <a:uLnTx/>
                <a:uFillTx/>
                <a:latin typeface="Cooper Black" panose="0208090404030B020404" pitchFamily="18" charset="0"/>
                <a:ea typeface="Corben"/>
                <a:cs typeface="Corben"/>
                <a:sym typeface="Corben"/>
              </a:rPr>
              <a:t>Impl</a:t>
            </a: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24" name="Google Shape;1824;p103"/>
          <p:cNvSpPr/>
          <p:nvPr/>
        </p:nvSpPr>
        <p:spPr>
          <a:xfrm>
            <a:off x="3674740" y="4228143"/>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UPDATE_BAPI</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(LUW)</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5" name="Google Shape;1825;p103"/>
          <p:cNvSpPr/>
          <p:nvPr/>
        </p:nvSpPr>
        <p:spPr>
          <a:xfrm>
            <a:off x="2954660" y="4380832"/>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26" name="Google Shape;1826;p103"/>
          <p:cNvSpPr/>
          <p:nvPr/>
        </p:nvSpPr>
        <p:spPr>
          <a:xfrm>
            <a:off x="7851204" y="4668864"/>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827" name="Google Shape;1827;p103"/>
          <p:cNvCxnSpPr>
            <a:endCxn id="1826" idx="2"/>
          </p:cNvCxnSpPr>
          <p:nvPr/>
        </p:nvCxnSpPr>
        <p:spPr>
          <a:xfrm>
            <a:off x="6555204" y="4524896"/>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2229408" y="5432568"/>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BAPI_TR_COMMIT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9" name="Google Shape;1829;p103"/>
          <p:cNvSpPr/>
          <p:nvPr/>
        </p:nvSpPr>
        <p:spPr>
          <a:xfrm>
            <a:off x="5450360" y="543806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BAPI_TR_ROLLBACK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30" name="Google Shape;1830;p103"/>
          <p:cNvCxnSpPr>
            <a:stCxn id="1828" idx="2"/>
            <a:endCxn id="1826" idx="4"/>
          </p:cNvCxnSpPr>
          <p:nvPr/>
        </p:nvCxnSpPr>
        <p:spPr>
          <a:xfrm rot="-5400000">
            <a:off x="5720522" y="2941906"/>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7328374" y="4555105"/>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2EC49A-4812-8B02-5684-5CD94DB4A79B}"/>
                  </a:ext>
                </a:extLst>
              </p14:cNvPr>
              <p14:cNvContentPartPr/>
              <p14:nvPr/>
            </p14:nvContentPartPr>
            <p14:xfrm>
              <a:off x="5761372" y="1920639"/>
              <a:ext cx="1440" cy="1440"/>
            </p14:xfrm>
          </p:contentPart>
        </mc:Choice>
        <mc:Fallback xmlns="">
          <p:pic>
            <p:nvPicPr>
              <p:cNvPr id="2" name="Ink 1">
                <a:extLst>
                  <a:ext uri="{FF2B5EF4-FFF2-40B4-BE49-F238E27FC236}">
                    <a16:creationId xmlns:a16="http://schemas.microsoft.com/office/drawing/2014/main" id="{5D2EC49A-4812-8B02-5684-5CD94DB4A79B}"/>
                  </a:ext>
                </a:extLst>
              </p:cNvPr>
              <p:cNvPicPr/>
              <p:nvPr/>
            </p:nvPicPr>
            <p:blipFill>
              <a:blip r:embed="rId5"/>
              <a:stretch>
                <a:fillRect/>
              </a:stretch>
            </p:blipFill>
            <p:spPr>
              <a:xfrm>
                <a:off x="5752732" y="1911639"/>
                <a:ext cx="19080" cy="190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2069310" y="2052271"/>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Development Flow</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41" name="Google Shape;1841;p104"/>
          <p:cNvSpPr/>
          <p:nvPr/>
        </p:nvSpPr>
        <p:spPr>
          <a:xfrm>
            <a:off x="1511247"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Agency</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2" name="Google Shape;1842;p104"/>
          <p:cNvSpPr/>
          <p:nvPr/>
        </p:nvSpPr>
        <p:spPr>
          <a:xfrm>
            <a:off x="4373566"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Customer</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3" name="Google Shape;1843;p104"/>
          <p:cNvSpPr/>
          <p:nvPr/>
        </p:nvSpPr>
        <p:spPr>
          <a:xfrm>
            <a:off x="178127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agency</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4" name="Google Shape;1844;p104"/>
          <p:cNvSpPr/>
          <p:nvPr/>
        </p:nvSpPr>
        <p:spPr>
          <a:xfrm>
            <a:off x="466159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customer</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5" name="Google Shape;1845;p104"/>
          <p:cNvSpPr/>
          <p:nvPr/>
        </p:nvSpPr>
        <p:spPr>
          <a:xfrm>
            <a:off x="7541918" y="5607147"/>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a:t>
            </a:r>
            <a:r>
              <a:rPr kumimoji="0" lang="en-US" sz="1600" b="0" i="0" u="none" strike="noStrike" kern="0" cap="none" spc="0" normalizeH="0" baseline="0" noProof="0" dirty="0" err="1">
                <a:ln>
                  <a:noFill/>
                </a:ln>
                <a:solidFill>
                  <a:srgbClr val="FFFFFF"/>
                </a:solidFill>
                <a:effectLst/>
                <a:uLnTx/>
                <a:uFillTx/>
                <a:latin typeface="Calibri"/>
                <a:ea typeface="Calibri"/>
                <a:cs typeface="Calibri"/>
                <a:sym typeface="Calibri"/>
              </a:rPr>
              <a:t>dmo</a:t>
            </a: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6" name="Google Shape;1846;p104"/>
          <p:cNvSpPr/>
          <p:nvPr/>
        </p:nvSpPr>
        <p:spPr>
          <a:xfrm>
            <a:off x="5616946" y="3348233"/>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err="1">
                <a:ln>
                  <a:noFill/>
                </a:ln>
                <a:solidFill>
                  <a:srgbClr val="FFFFFF"/>
                </a:solidFill>
                <a:effectLst/>
                <a:uLnTx/>
                <a:uFillTx/>
                <a:latin typeface="Calibri"/>
                <a:ea typeface="Calibri"/>
                <a:cs typeface="Calibri"/>
                <a:sym typeface="Calibri"/>
              </a:rPr>
              <a:t>Travel_U</a:t>
            </a:r>
            <a:endParaRPr kumimoji="0" sz="24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cxnSp>
        <p:nvCxnSpPr>
          <p:cNvPr id="1847" name="Google Shape;1847;p104"/>
          <p:cNvCxnSpPr>
            <a:stCxn id="1844" idx="0"/>
            <a:endCxn id="1842" idx="2"/>
          </p:cNvCxnSpPr>
          <p:nvPr/>
        </p:nvCxnSpPr>
        <p:spPr>
          <a:xfrm rot="10800000">
            <a:off x="5417682" y="5309582"/>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2537362" y="5309526"/>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5715132" y="3571388"/>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4283845" y="2140222"/>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7076271" y="3852447"/>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8334007" y="3368094"/>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Travel_U_MDE</a:t>
            </a: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853" name="Google Shape;1853;p104"/>
          <p:cNvCxnSpPr>
            <a:stCxn id="1846" idx="3"/>
            <a:endCxn id="1852" idx="1"/>
          </p:cNvCxnSpPr>
          <p:nvPr/>
        </p:nvCxnSpPr>
        <p:spPr>
          <a:xfrm>
            <a:off x="7705178" y="3608469"/>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5544938" y="2154123"/>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Serv definition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55" name="Google Shape;1855;p104"/>
          <p:cNvCxnSpPr>
            <a:stCxn id="1846" idx="0"/>
            <a:endCxn id="1854" idx="2"/>
          </p:cNvCxnSpPr>
          <p:nvPr/>
        </p:nvCxnSpPr>
        <p:spPr>
          <a:xfrm rot="10800000">
            <a:off x="6661062" y="2874233"/>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5544938" y="9135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Serv </a:t>
            </a:r>
            <a:r>
              <a:rPr kumimoji="0" lang="en-US" sz="2400" b="0" i="0" u="none" strike="noStrike" kern="0" cap="none" spc="0" normalizeH="0" baseline="0" noProof="0" dirty="0" err="1">
                <a:ln>
                  <a:noFill/>
                </a:ln>
                <a:solidFill>
                  <a:srgbClr val="FFFFFF"/>
                </a:solidFill>
                <a:effectLst/>
                <a:uLnTx/>
                <a:uFillTx/>
                <a:latin typeface="Calibri"/>
                <a:ea typeface="Calibri"/>
                <a:cs typeface="Calibri"/>
                <a:sym typeface="Calibri"/>
              </a:rPr>
              <a:t>Impl</a:t>
            </a: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1857" name="Google Shape;1857;p104"/>
          <p:cNvCxnSpPr>
            <a:stCxn id="1854" idx="0"/>
            <a:endCxn id="1856" idx="2"/>
          </p:cNvCxnSpPr>
          <p:nvPr/>
        </p:nvCxnSpPr>
        <p:spPr>
          <a:xfrm rot="10800000">
            <a:off x="6661062" y="1633623"/>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2429351" y="3203737"/>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FFFFFF"/>
                </a:solidFill>
                <a:effectLst/>
                <a:uLnTx/>
                <a:uFillTx/>
                <a:latin typeface="Calibri"/>
                <a:ea typeface="Calibri"/>
                <a:cs typeface="Calibri"/>
                <a:sym typeface="Calibri"/>
              </a:rPr>
              <a:t>BDEF - unmanaged</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59" name="Google Shape;1859;p104"/>
          <p:cNvSpPr/>
          <p:nvPr/>
        </p:nvSpPr>
        <p:spPr>
          <a:xfrm>
            <a:off x="2429351" y="2237547"/>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BIMP-unmanaged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60" name="Google Shape;1860;p104"/>
          <p:cNvCxnSpPr>
            <a:stCxn id="1858" idx="3"/>
            <a:endCxn id="1846" idx="1"/>
          </p:cNvCxnSpPr>
          <p:nvPr/>
        </p:nvCxnSpPr>
        <p:spPr>
          <a:xfrm>
            <a:off x="4860861" y="3528104"/>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3645106" y="2886281"/>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49EE2FEF-732C-75EA-79A6-9B7492D17219}"/>
                  </a:ext>
                </a:extLst>
              </p14:cNvPr>
              <p14:cNvContentPartPr/>
              <p14:nvPr/>
            </p14:nvContentPartPr>
            <p14:xfrm>
              <a:off x="1569704" y="4423242"/>
              <a:ext cx="284040" cy="417960"/>
            </p14:xfrm>
          </p:contentPart>
        </mc:Choice>
        <mc:Fallback>
          <p:pic>
            <p:nvPicPr>
              <p:cNvPr id="7" name="Ink 6">
                <a:extLst>
                  <a:ext uri="{FF2B5EF4-FFF2-40B4-BE49-F238E27FC236}">
                    <a16:creationId xmlns:a16="http://schemas.microsoft.com/office/drawing/2014/main" id="{49EE2FEF-732C-75EA-79A6-9B7492D17219}"/>
                  </a:ext>
                </a:extLst>
              </p:cNvPr>
              <p:cNvPicPr/>
              <p:nvPr/>
            </p:nvPicPr>
            <p:blipFill>
              <a:blip r:embed="rId5"/>
              <a:stretch>
                <a:fillRect/>
              </a:stretch>
            </p:blipFill>
            <p:spPr>
              <a:xfrm>
                <a:off x="1561064" y="4414602"/>
                <a:ext cx="301680"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106A7466-4EDD-B814-C662-A3049B112E3B}"/>
                  </a:ext>
                </a:extLst>
              </p14:cNvPr>
              <p14:cNvContentPartPr/>
              <p14:nvPr/>
            </p14:nvContentPartPr>
            <p14:xfrm>
              <a:off x="4565264" y="4380762"/>
              <a:ext cx="503280" cy="501480"/>
            </p14:xfrm>
          </p:contentPart>
        </mc:Choice>
        <mc:Fallback>
          <p:pic>
            <p:nvPicPr>
              <p:cNvPr id="8" name="Ink 7">
                <a:extLst>
                  <a:ext uri="{FF2B5EF4-FFF2-40B4-BE49-F238E27FC236}">
                    <a16:creationId xmlns:a16="http://schemas.microsoft.com/office/drawing/2014/main" id="{106A7466-4EDD-B814-C662-A3049B112E3B}"/>
                  </a:ext>
                </a:extLst>
              </p:cNvPr>
              <p:cNvPicPr/>
              <p:nvPr/>
            </p:nvPicPr>
            <p:blipFill>
              <a:blip r:embed="rId7"/>
              <a:stretch>
                <a:fillRect/>
              </a:stretch>
            </p:blipFill>
            <p:spPr>
              <a:xfrm>
                <a:off x="4556624" y="4371762"/>
                <a:ext cx="520920" cy="519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A77687BA-1317-7338-5073-EDE7CC3C74A3}"/>
                  </a:ext>
                </a:extLst>
              </p14:cNvPr>
              <p14:cNvContentPartPr/>
              <p14:nvPr/>
            </p14:nvContentPartPr>
            <p14:xfrm>
              <a:off x="5810504" y="3312642"/>
              <a:ext cx="364680" cy="287280"/>
            </p14:xfrm>
          </p:contentPart>
        </mc:Choice>
        <mc:Fallback>
          <p:pic>
            <p:nvPicPr>
              <p:cNvPr id="9" name="Ink 8">
                <a:extLst>
                  <a:ext uri="{FF2B5EF4-FFF2-40B4-BE49-F238E27FC236}">
                    <a16:creationId xmlns:a16="http://schemas.microsoft.com/office/drawing/2014/main" id="{A77687BA-1317-7338-5073-EDE7CC3C74A3}"/>
                  </a:ext>
                </a:extLst>
              </p:cNvPr>
              <p:cNvPicPr/>
              <p:nvPr/>
            </p:nvPicPr>
            <p:blipFill>
              <a:blip r:embed="rId9"/>
              <a:stretch>
                <a:fillRect/>
              </a:stretch>
            </p:blipFill>
            <p:spPr>
              <a:xfrm>
                <a:off x="5801504" y="3303642"/>
                <a:ext cx="382320" cy="304920"/>
              </a:xfrm>
              <a:prstGeom prst="rect">
                <a:avLst/>
              </a:prstGeom>
            </p:spPr>
          </p:pic>
        </mc:Fallback>
      </mc:AlternateContent>
      <p:grpSp>
        <p:nvGrpSpPr>
          <p:cNvPr id="13" name="Group 12">
            <a:extLst>
              <a:ext uri="{FF2B5EF4-FFF2-40B4-BE49-F238E27FC236}">
                <a16:creationId xmlns:a16="http://schemas.microsoft.com/office/drawing/2014/main" id="{478A6258-EC81-EB6D-1F78-D2BDA56C3A74}"/>
              </a:ext>
            </a:extLst>
          </p:cNvPr>
          <p:cNvGrpSpPr/>
          <p:nvPr/>
        </p:nvGrpSpPr>
        <p:grpSpPr>
          <a:xfrm>
            <a:off x="4419464" y="3306162"/>
            <a:ext cx="593640" cy="465840"/>
            <a:chOff x="4419464" y="3306162"/>
            <a:chExt cx="593640" cy="465840"/>
          </a:xfrm>
        </p:grpSpPr>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5935185A-22A0-EBE7-B8F6-55874FBD049B}"/>
                    </a:ext>
                  </a:extLst>
                </p14:cNvPr>
                <p14:cNvContentPartPr/>
                <p14:nvPr/>
              </p14:nvContentPartPr>
              <p14:xfrm>
                <a:off x="4419464" y="3465282"/>
                <a:ext cx="385200" cy="306720"/>
              </p14:xfrm>
            </p:contentPart>
          </mc:Choice>
          <mc:Fallback>
            <p:pic>
              <p:nvPicPr>
                <p:cNvPr id="10" name="Ink 9">
                  <a:extLst>
                    <a:ext uri="{FF2B5EF4-FFF2-40B4-BE49-F238E27FC236}">
                      <a16:creationId xmlns:a16="http://schemas.microsoft.com/office/drawing/2014/main" id="{5935185A-22A0-EBE7-B8F6-55874FBD049B}"/>
                    </a:ext>
                  </a:extLst>
                </p:cNvPr>
                <p:cNvPicPr/>
                <p:nvPr/>
              </p:nvPicPr>
              <p:blipFill>
                <a:blip r:embed="rId11"/>
                <a:stretch>
                  <a:fillRect/>
                </a:stretch>
              </p:blipFill>
              <p:spPr>
                <a:xfrm>
                  <a:off x="4410824" y="3456282"/>
                  <a:ext cx="40284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E56458E0-1DBD-C918-112B-7EB2DC72EFC8}"/>
                    </a:ext>
                  </a:extLst>
                </p14:cNvPr>
                <p14:cNvContentPartPr/>
                <p14:nvPr/>
              </p14:nvContentPartPr>
              <p14:xfrm>
                <a:off x="4585064" y="3306162"/>
                <a:ext cx="428040" cy="291960"/>
              </p14:xfrm>
            </p:contentPart>
          </mc:Choice>
          <mc:Fallback>
            <p:pic>
              <p:nvPicPr>
                <p:cNvPr id="11" name="Ink 10">
                  <a:extLst>
                    <a:ext uri="{FF2B5EF4-FFF2-40B4-BE49-F238E27FC236}">
                      <a16:creationId xmlns:a16="http://schemas.microsoft.com/office/drawing/2014/main" id="{E56458E0-1DBD-C918-112B-7EB2DC72EFC8}"/>
                    </a:ext>
                  </a:extLst>
                </p:cNvPr>
                <p:cNvPicPr/>
                <p:nvPr/>
              </p:nvPicPr>
              <p:blipFill>
                <a:blip r:embed="rId13"/>
                <a:stretch>
                  <a:fillRect/>
                </a:stretch>
              </p:blipFill>
              <p:spPr>
                <a:xfrm>
                  <a:off x="4576064" y="3297162"/>
                  <a:ext cx="445680" cy="309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F944EA30-F6F9-D849-46BD-03355B448FB3}"/>
                  </a:ext>
                </a:extLst>
              </p14:cNvPr>
              <p14:cNvContentPartPr/>
              <p14:nvPr/>
            </p14:nvContentPartPr>
            <p14:xfrm>
              <a:off x="4426304" y="1893522"/>
              <a:ext cx="540000" cy="378360"/>
            </p14:xfrm>
          </p:contentPart>
        </mc:Choice>
        <mc:Fallback>
          <p:pic>
            <p:nvPicPr>
              <p:cNvPr id="12" name="Ink 11">
                <a:extLst>
                  <a:ext uri="{FF2B5EF4-FFF2-40B4-BE49-F238E27FC236}">
                    <a16:creationId xmlns:a16="http://schemas.microsoft.com/office/drawing/2014/main" id="{F944EA30-F6F9-D849-46BD-03355B448FB3}"/>
                  </a:ext>
                </a:extLst>
              </p:cNvPr>
              <p:cNvPicPr/>
              <p:nvPr/>
            </p:nvPicPr>
            <p:blipFill>
              <a:blip r:embed="rId15"/>
              <a:stretch>
                <a:fillRect/>
              </a:stretch>
            </p:blipFill>
            <p:spPr>
              <a:xfrm>
                <a:off x="4417664" y="1884882"/>
                <a:ext cx="557640" cy="39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C873C0DF-F47F-01B2-6D3B-6CED76B04575}"/>
                  </a:ext>
                </a:extLst>
              </p14:cNvPr>
              <p14:cNvContentPartPr/>
              <p14:nvPr/>
            </p14:nvContentPartPr>
            <p14:xfrm>
              <a:off x="6520064" y="1942482"/>
              <a:ext cx="592560" cy="432000"/>
            </p14:xfrm>
          </p:contentPart>
        </mc:Choice>
        <mc:Fallback>
          <p:pic>
            <p:nvPicPr>
              <p:cNvPr id="14" name="Ink 13">
                <a:extLst>
                  <a:ext uri="{FF2B5EF4-FFF2-40B4-BE49-F238E27FC236}">
                    <a16:creationId xmlns:a16="http://schemas.microsoft.com/office/drawing/2014/main" id="{C873C0DF-F47F-01B2-6D3B-6CED76B04575}"/>
                  </a:ext>
                </a:extLst>
              </p:cNvPr>
              <p:cNvPicPr/>
              <p:nvPr/>
            </p:nvPicPr>
            <p:blipFill>
              <a:blip r:embed="rId17"/>
              <a:stretch>
                <a:fillRect/>
              </a:stretch>
            </p:blipFill>
            <p:spPr>
              <a:xfrm>
                <a:off x="6511064" y="1933842"/>
                <a:ext cx="610200" cy="449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9DE2AD15-4DD2-33A1-7283-FB0BEE6ABA76}"/>
                  </a:ext>
                </a:extLst>
              </p14:cNvPr>
              <p14:cNvContentPartPr/>
              <p14:nvPr/>
            </p14:nvContentPartPr>
            <p14:xfrm>
              <a:off x="7182464" y="1182522"/>
              <a:ext cx="428760" cy="250560"/>
            </p14:xfrm>
          </p:contentPart>
        </mc:Choice>
        <mc:Fallback>
          <p:pic>
            <p:nvPicPr>
              <p:cNvPr id="15" name="Ink 14">
                <a:extLst>
                  <a:ext uri="{FF2B5EF4-FFF2-40B4-BE49-F238E27FC236}">
                    <a16:creationId xmlns:a16="http://schemas.microsoft.com/office/drawing/2014/main" id="{9DE2AD15-4DD2-33A1-7283-FB0BEE6ABA76}"/>
                  </a:ext>
                </a:extLst>
              </p:cNvPr>
              <p:cNvPicPr/>
              <p:nvPr/>
            </p:nvPicPr>
            <p:blipFill>
              <a:blip r:embed="rId19"/>
              <a:stretch>
                <a:fillRect/>
              </a:stretch>
            </p:blipFill>
            <p:spPr>
              <a:xfrm>
                <a:off x="7173824" y="1173522"/>
                <a:ext cx="4464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818C9037-0AF4-D089-2206-83ADCD11CD0F}"/>
                  </a:ext>
                </a:extLst>
              </p14:cNvPr>
              <p14:cNvContentPartPr/>
              <p14:nvPr/>
            </p14:nvContentPartPr>
            <p14:xfrm>
              <a:off x="8395304" y="3160362"/>
              <a:ext cx="441720" cy="506160"/>
            </p14:xfrm>
          </p:contentPart>
        </mc:Choice>
        <mc:Fallback>
          <p:pic>
            <p:nvPicPr>
              <p:cNvPr id="16" name="Ink 15">
                <a:extLst>
                  <a:ext uri="{FF2B5EF4-FFF2-40B4-BE49-F238E27FC236}">
                    <a16:creationId xmlns:a16="http://schemas.microsoft.com/office/drawing/2014/main" id="{818C9037-0AF4-D089-2206-83ADCD11CD0F}"/>
                  </a:ext>
                </a:extLst>
              </p:cNvPr>
              <p:cNvPicPr/>
              <p:nvPr/>
            </p:nvPicPr>
            <p:blipFill>
              <a:blip r:embed="rId21"/>
              <a:stretch>
                <a:fillRect/>
              </a:stretch>
            </p:blipFill>
            <p:spPr>
              <a:xfrm>
                <a:off x="8386304" y="3151362"/>
                <a:ext cx="459360" cy="5238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Title</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71" name="Google Shape;1871;p105"/>
          <p:cNvSpPr/>
          <p:nvPr/>
        </p:nvSpPr>
        <p:spPr>
          <a:xfrm>
            <a:off x="612471" y="1145484"/>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5" name="Google Shape;1875;p105"/>
          <p:cNvSpPr/>
          <p:nvPr/>
        </p:nvSpPr>
        <p:spPr>
          <a:xfrm>
            <a:off x="981844"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How you know in the code which fields are changed on the screen by the user.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So accordingly we can update the data into the database only for the changed fields??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RAP provides a compiler structure called %control which will tell us what fields were changed on UI.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We need to tell the RAP, what will be the datatype for the control structure.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Group 196">
            <a:extLst>
              <a:ext uri="{FF2B5EF4-FFF2-40B4-BE49-F238E27FC236}">
                <a16:creationId xmlns:a16="http://schemas.microsoft.com/office/drawing/2014/main" id="{BC57FD3F-F1CC-F78A-822B-7702AE06B89C}"/>
              </a:ext>
            </a:extLst>
          </p:cNvPr>
          <p:cNvGrpSpPr/>
          <p:nvPr/>
        </p:nvGrpSpPr>
        <p:grpSpPr>
          <a:xfrm>
            <a:off x="982544" y="164802"/>
            <a:ext cx="11063880" cy="6779880"/>
            <a:chOff x="982544" y="164802"/>
            <a:chExt cx="11063880" cy="677988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ED8BF47-CB48-3DE9-7CF4-6D407C020313}"/>
                    </a:ext>
                  </a:extLst>
                </p14:cNvPr>
                <p14:cNvContentPartPr/>
                <p14:nvPr/>
              </p14:nvContentPartPr>
              <p14:xfrm>
                <a:off x="3352784" y="363882"/>
                <a:ext cx="180360" cy="387360"/>
              </p14:xfrm>
            </p:contentPart>
          </mc:Choice>
          <mc:Fallback>
            <p:pic>
              <p:nvPicPr>
                <p:cNvPr id="4" name="Ink 3">
                  <a:extLst>
                    <a:ext uri="{FF2B5EF4-FFF2-40B4-BE49-F238E27FC236}">
                      <a16:creationId xmlns:a16="http://schemas.microsoft.com/office/drawing/2014/main" id="{9ED8BF47-CB48-3DE9-7CF4-6D407C020313}"/>
                    </a:ext>
                  </a:extLst>
                </p:cNvPr>
                <p:cNvPicPr/>
                <p:nvPr/>
              </p:nvPicPr>
              <p:blipFill>
                <a:blip r:embed="rId3"/>
                <a:stretch>
                  <a:fillRect/>
                </a:stretch>
              </p:blipFill>
              <p:spPr>
                <a:xfrm>
                  <a:off x="3343784" y="355242"/>
                  <a:ext cx="19800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7372A23C-0F18-8C8D-4004-4A3EE029ADD3}"/>
                    </a:ext>
                  </a:extLst>
                </p14:cNvPr>
                <p14:cNvContentPartPr/>
                <p14:nvPr/>
              </p14:nvContentPartPr>
              <p14:xfrm>
                <a:off x="3611264" y="403122"/>
                <a:ext cx="145800" cy="277200"/>
              </p14:xfrm>
            </p:contentPart>
          </mc:Choice>
          <mc:Fallback>
            <p:pic>
              <p:nvPicPr>
                <p:cNvPr id="5" name="Ink 4">
                  <a:extLst>
                    <a:ext uri="{FF2B5EF4-FFF2-40B4-BE49-F238E27FC236}">
                      <a16:creationId xmlns:a16="http://schemas.microsoft.com/office/drawing/2014/main" id="{7372A23C-0F18-8C8D-4004-4A3EE029ADD3}"/>
                    </a:ext>
                  </a:extLst>
                </p:cNvPr>
                <p:cNvPicPr/>
                <p:nvPr/>
              </p:nvPicPr>
              <p:blipFill>
                <a:blip r:embed="rId5"/>
                <a:stretch>
                  <a:fillRect/>
                </a:stretch>
              </p:blipFill>
              <p:spPr>
                <a:xfrm>
                  <a:off x="3602264" y="394122"/>
                  <a:ext cx="16344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196D736-1DFA-C8B3-8A94-335DDB3771F8}"/>
                    </a:ext>
                  </a:extLst>
                </p14:cNvPr>
                <p14:cNvContentPartPr/>
                <p14:nvPr/>
              </p14:nvContentPartPr>
              <p14:xfrm>
                <a:off x="3591104" y="505002"/>
                <a:ext cx="125640" cy="38520"/>
              </p14:xfrm>
            </p:contentPart>
          </mc:Choice>
          <mc:Fallback>
            <p:pic>
              <p:nvPicPr>
                <p:cNvPr id="6" name="Ink 5">
                  <a:extLst>
                    <a:ext uri="{FF2B5EF4-FFF2-40B4-BE49-F238E27FC236}">
                      <a16:creationId xmlns:a16="http://schemas.microsoft.com/office/drawing/2014/main" id="{A196D736-1DFA-C8B3-8A94-335DDB3771F8}"/>
                    </a:ext>
                  </a:extLst>
                </p:cNvPr>
                <p:cNvPicPr/>
                <p:nvPr/>
              </p:nvPicPr>
              <p:blipFill>
                <a:blip r:embed="rId7"/>
                <a:stretch>
                  <a:fillRect/>
                </a:stretch>
              </p:blipFill>
              <p:spPr>
                <a:xfrm>
                  <a:off x="3582464" y="496002"/>
                  <a:ext cx="14328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FEB9D12B-0BD0-6A55-2FEA-50D1769A4C3D}"/>
                    </a:ext>
                  </a:extLst>
                </p14:cNvPr>
                <p14:cNvContentPartPr/>
                <p14:nvPr/>
              </p14:nvContentPartPr>
              <p14:xfrm>
                <a:off x="3829784" y="417882"/>
                <a:ext cx="81000" cy="250200"/>
              </p14:xfrm>
            </p:contentPart>
          </mc:Choice>
          <mc:Fallback>
            <p:pic>
              <p:nvPicPr>
                <p:cNvPr id="7" name="Ink 6">
                  <a:extLst>
                    <a:ext uri="{FF2B5EF4-FFF2-40B4-BE49-F238E27FC236}">
                      <a16:creationId xmlns:a16="http://schemas.microsoft.com/office/drawing/2014/main" id="{FEB9D12B-0BD0-6A55-2FEA-50D1769A4C3D}"/>
                    </a:ext>
                  </a:extLst>
                </p:cNvPr>
                <p:cNvPicPr/>
                <p:nvPr/>
              </p:nvPicPr>
              <p:blipFill>
                <a:blip r:embed="rId9"/>
                <a:stretch>
                  <a:fillRect/>
                </a:stretch>
              </p:blipFill>
              <p:spPr>
                <a:xfrm>
                  <a:off x="3821144" y="408882"/>
                  <a:ext cx="9864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5" name="Ink 24">
                  <a:extLst>
                    <a:ext uri="{FF2B5EF4-FFF2-40B4-BE49-F238E27FC236}">
                      <a16:creationId xmlns:a16="http://schemas.microsoft.com/office/drawing/2014/main" id="{85EAF734-B06D-9E51-416A-4D3A7737CFDD}"/>
                    </a:ext>
                  </a:extLst>
                </p14:cNvPr>
                <p14:cNvContentPartPr/>
                <p14:nvPr/>
              </p14:nvContentPartPr>
              <p14:xfrm>
                <a:off x="4466984" y="1072002"/>
                <a:ext cx="203040" cy="244800"/>
              </p14:xfrm>
            </p:contentPart>
          </mc:Choice>
          <mc:Fallback>
            <p:pic>
              <p:nvPicPr>
                <p:cNvPr id="25" name="Ink 24">
                  <a:extLst>
                    <a:ext uri="{FF2B5EF4-FFF2-40B4-BE49-F238E27FC236}">
                      <a16:creationId xmlns:a16="http://schemas.microsoft.com/office/drawing/2014/main" id="{85EAF734-B06D-9E51-416A-4D3A7737CFDD}"/>
                    </a:ext>
                  </a:extLst>
                </p:cNvPr>
                <p:cNvPicPr/>
                <p:nvPr/>
              </p:nvPicPr>
              <p:blipFill>
                <a:blip r:embed="rId11"/>
                <a:stretch>
                  <a:fillRect/>
                </a:stretch>
              </p:blipFill>
              <p:spPr>
                <a:xfrm>
                  <a:off x="4457984" y="1063362"/>
                  <a:ext cx="22068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6" name="Ink 25">
                  <a:extLst>
                    <a:ext uri="{FF2B5EF4-FFF2-40B4-BE49-F238E27FC236}">
                      <a16:creationId xmlns:a16="http://schemas.microsoft.com/office/drawing/2014/main" id="{A26C018B-5BC2-6514-F6F1-85B7F397C429}"/>
                    </a:ext>
                  </a:extLst>
                </p14:cNvPr>
                <p14:cNvContentPartPr/>
                <p14:nvPr/>
              </p14:nvContentPartPr>
              <p14:xfrm>
                <a:off x="4816904" y="1214202"/>
                <a:ext cx="20520" cy="18360"/>
              </p14:xfrm>
            </p:contentPart>
          </mc:Choice>
          <mc:Fallback>
            <p:pic>
              <p:nvPicPr>
                <p:cNvPr id="26" name="Ink 25">
                  <a:extLst>
                    <a:ext uri="{FF2B5EF4-FFF2-40B4-BE49-F238E27FC236}">
                      <a16:creationId xmlns:a16="http://schemas.microsoft.com/office/drawing/2014/main" id="{A26C018B-5BC2-6514-F6F1-85B7F397C429}"/>
                    </a:ext>
                  </a:extLst>
                </p:cNvPr>
                <p:cNvPicPr/>
                <p:nvPr/>
              </p:nvPicPr>
              <p:blipFill>
                <a:blip r:embed="rId13"/>
                <a:stretch>
                  <a:fillRect/>
                </a:stretch>
              </p:blipFill>
              <p:spPr>
                <a:xfrm>
                  <a:off x="4808264" y="1205562"/>
                  <a:ext cx="381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7" name="Ink 26">
                  <a:extLst>
                    <a:ext uri="{FF2B5EF4-FFF2-40B4-BE49-F238E27FC236}">
                      <a16:creationId xmlns:a16="http://schemas.microsoft.com/office/drawing/2014/main" id="{66AEE8EE-8283-8AC5-A290-25B927F08DCF}"/>
                    </a:ext>
                  </a:extLst>
                </p14:cNvPr>
                <p14:cNvContentPartPr/>
                <p14:nvPr/>
              </p14:nvContentPartPr>
              <p14:xfrm>
                <a:off x="4772984" y="1099722"/>
                <a:ext cx="133200" cy="213120"/>
              </p14:xfrm>
            </p:contentPart>
          </mc:Choice>
          <mc:Fallback>
            <p:pic>
              <p:nvPicPr>
                <p:cNvPr id="27" name="Ink 26">
                  <a:extLst>
                    <a:ext uri="{FF2B5EF4-FFF2-40B4-BE49-F238E27FC236}">
                      <a16:creationId xmlns:a16="http://schemas.microsoft.com/office/drawing/2014/main" id="{66AEE8EE-8283-8AC5-A290-25B927F08DCF}"/>
                    </a:ext>
                  </a:extLst>
                </p:cNvPr>
                <p:cNvPicPr/>
                <p:nvPr/>
              </p:nvPicPr>
              <p:blipFill>
                <a:blip r:embed="rId15"/>
                <a:stretch>
                  <a:fillRect/>
                </a:stretch>
              </p:blipFill>
              <p:spPr>
                <a:xfrm>
                  <a:off x="4764344" y="1090722"/>
                  <a:ext cx="15084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0" name="Ink 29">
                  <a:extLst>
                    <a:ext uri="{FF2B5EF4-FFF2-40B4-BE49-F238E27FC236}">
                      <a16:creationId xmlns:a16="http://schemas.microsoft.com/office/drawing/2014/main" id="{D3C627A8-BC9B-196F-AB2E-86533510C381}"/>
                    </a:ext>
                  </a:extLst>
                </p14:cNvPr>
                <p14:cNvContentPartPr/>
                <p14:nvPr/>
              </p14:nvContentPartPr>
              <p14:xfrm>
                <a:off x="5928944" y="164802"/>
                <a:ext cx="630000" cy="1171080"/>
              </p14:xfrm>
            </p:contentPart>
          </mc:Choice>
          <mc:Fallback>
            <p:pic>
              <p:nvPicPr>
                <p:cNvPr id="30" name="Ink 29">
                  <a:extLst>
                    <a:ext uri="{FF2B5EF4-FFF2-40B4-BE49-F238E27FC236}">
                      <a16:creationId xmlns:a16="http://schemas.microsoft.com/office/drawing/2014/main" id="{D3C627A8-BC9B-196F-AB2E-86533510C381}"/>
                    </a:ext>
                  </a:extLst>
                </p:cNvPr>
                <p:cNvPicPr/>
                <p:nvPr/>
              </p:nvPicPr>
              <p:blipFill>
                <a:blip r:embed="rId17"/>
                <a:stretch>
                  <a:fillRect/>
                </a:stretch>
              </p:blipFill>
              <p:spPr>
                <a:xfrm>
                  <a:off x="5919944" y="155802"/>
                  <a:ext cx="647640" cy="1188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1" name="Ink 30">
                  <a:extLst>
                    <a:ext uri="{FF2B5EF4-FFF2-40B4-BE49-F238E27FC236}">
                      <a16:creationId xmlns:a16="http://schemas.microsoft.com/office/drawing/2014/main" id="{7F40F4A2-22B1-9969-3951-8CA3DF5E5859}"/>
                    </a:ext>
                  </a:extLst>
                </p14:cNvPr>
                <p14:cNvContentPartPr/>
                <p14:nvPr/>
              </p14:nvContentPartPr>
              <p14:xfrm>
                <a:off x="7962224" y="459282"/>
                <a:ext cx="225720" cy="236880"/>
              </p14:xfrm>
            </p:contentPart>
          </mc:Choice>
          <mc:Fallback>
            <p:pic>
              <p:nvPicPr>
                <p:cNvPr id="31" name="Ink 30">
                  <a:extLst>
                    <a:ext uri="{FF2B5EF4-FFF2-40B4-BE49-F238E27FC236}">
                      <a16:creationId xmlns:a16="http://schemas.microsoft.com/office/drawing/2014/main" id="{7F40F4A2-22B1-9969-3951-8CA3DF5E5859}"/>
                    </a:ext>
                  </a:extLst>
                </p:cNvPr>
                <p:cNvPicPr/>
                <p:nvPr/>
              </p:nvPicPr>
              <p:blipFill>
                <a:blip r:embed="rId19"/>
                <a:stretch>
                  <a:fillRect/>
                </a:stretch>
              </p:blipFill>
              <p:spPr>
                <a:xfrm>
                  <a:off x="7953584" y="450642"/>
                  <a:ext cx="24336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2" name="Ink 31">
                  <a:extLst>
                    <a:ext uri="{FF2B5EF4-FFF2-40B4-BE49-F238E27FC236}">
                      <a16:creationId xmlns:a16="http://schemas.microsoft.com/office/drawing/2014/main" id="{A16AE3A4-8D42-CA5A-E41B-E94077B12772}"/>
                    </a:ext>
                  </a:extLst>
                </p14:cNvPr>
                <p14:cNvContentPartPr/>
                <p14:nvPr/>
              </p14:nvContentPartPr>
              <p14:xfrm>
                <a:off x="8288024" y="491322"/>
                <a:ext cx="118800" cy="165240"/>
              </p14:xfrm>
            </p:contentPart>
          </mc:Choice>
          <mc:Fallback>
            <p:pic>
              <p:nvPicPr>
                <p:cNvPr id="32" name="Ink 31">
                  <a:extLst>
                    <a:ext uri="{FF2B5EF4-FFF2-40B4-BE49-F238E27FC236}">
                      <a16:creationId xmlns:a16="http://schemas.microsoft.com/office/drawing/2014/main" id="{A16AE3A4-8D42-CA5A-E41B-E94077B12772}"/>
                    </a:ext>
                  </a:extLst>
                </p:cNvPr>
                <p:cNvPicPr/>
                <p:nvPr/>
              </p:nvPicPr>
              <p:blipFill>
                <a:blip r:embed="rId21"/>
                <a:stretch>
                  <a:fillRect/>
                </a:stretch>
              </p:blipFill>
              <p:spPr>
                <a:xfrm>
                  <a:off x="8279384" y="482682"/>
                  <a:ext cx="13644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3" name="Ink 32">
                  <a:extLst>
                    <a:ext uri="{FF2B5EF4-FFF2-40B4-BE49-F238E27FC236}">
                      <a16:creationId xmlns:a16="http://schemas.microsoft.com/office/drawing/2014/main" id="{723A8B9D-B71A-5BFB-9173-3A34D1E4B104}"/>
                    </a:ext>
                  </a:extLst>
                </p14:cNvPr>
                <p14:cNvContentPartPr/>
                <p14:nvPr/>
              </p14:nvContentPartPr>
              <p14:xfrm>
                <a:off x="8520944" y="659082"/>
                <a:ext cx="157320" cy="28800"/>
              </p14:xfrm>
            </p:contentPart>
          </mc:Choice>
          <mc:Fallback>
            <p:pic>
              <p:nvPicPr>
                <p:cNvPr id="33" name="Ink 32">
                  <a:extLst>
                    <a:ext uri="{FF2B5EF4-FFF2-40B4-BE49-F238E27FC236}">
                      <a16:creationId xmlns:a16="http://schemas.microsoft.com/office/drawing/2014/main" id="{723A8B9D-B71A-5BFB-9173-3A34D1E4B104}"/>
                    </a:ext>
                  </a:extLst>
                </p:cNvPr>
                <p:cNvPicPr/>
                <p:nvPr/>
              </p:nvPicPr>
              <p:blipFill>
                <a:blip r:embed="rId23"/>
                <a:stretch>
                  <a:fillRect/>
                </a:stretch>
              </p:blipFill>
              <p:spPr>
                <a:xfrm>
                  <a:off x="8512304" y="650442"/>
                  <a:ext cx="1749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5" name="Ink 34">
                  <a:extLst>
                    <a:ext uri="{FF2B5EF4-FFF2-40B4-BE49-F238E27FC236}">
                      <a16:creationId xmlns:a16="http://schemas.microsoft.com/office/drawing/2014/main" id="{67A0A871-8ADE-EBCB-B838-F23275927F2B}"/>
                    </a:ext>
                  </a:extLst>
                </p14:cNvPr>
                <p14:cNvContentPartPr/>
                <p14:nvPr/>
              </p14:nvContentPartPr>
              <p14:xfrm>
                <a:off x="8269304" y="907122"/>
                <a:ext cx="229680" cy="20880"/>
              </p14:xfrm>
            </p:contentPart>
          </mc:Choice>
          <mc:Fallback>
            <p:pic>
              <p:nvPicPr>
                <p:cNvPr id="35" name="Ink 34">
                  <a:extLst>
                    <a:ext uri="{FF2B5EF4-FFF2-40B4-BE49-F238E27FC236}">
                      <a16:creationId xmlns:a16="http://schemas.microsoft.com/office/drawing/2014/main" id="{67A0A871-8ADE-EBCB-B838-F23275927F2B}"/>
                    </a:ext>
                  </a:extLst>
                </p:cNvPr>
                <p:cNvPicPr/>
                <p:nvPr/>
              </p:nvPicPr>
              <p:blipFill>
                <a:blip r:embed="rId25"/>
                <a:stretch>
                  <a:fillRect/>
                </a:stretch>
              </p:blipFill>
              <p:spPr>
                <a:xfrm>
                  <a:off x="8260664" y="898122"/>
                  <a:ext cx="24732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6" name="Ink 35">
                  <a:extLst>
                    <a:ext uri="{FF2B5EF4-FFF2-40B4-BE49-F238E27FC236}">
                      <a16:creationId xmlns:a16="http://schemas.microsoft.com/office/drawing/2014/main" id="{944E0433-3FBE-ED5D-AE16-446F47243523}"/>
                    </a:ext>
                  </a:extLst>
                </p14:cNvPr>
                <p14:cNvContentPartPr/>
                <p14:nvPr/>
              </p14:nvContentPartPr>
              <p14:xfrm>
                <a:off x="8229344" y="1073082"/>
                <a:ext cx="226800" cy="360"/>
              </p14:xfrm>
            </p:contentPart>
          </mc:Choice>
          <mc:Fallback>
            <p:pic>
              <p:nvPicPr>
                <p:cNvPr id="36" name="Ink 35">
                  <a:extLst>
                    <a:ext uri="{FF2B5EF4-FFF2-40B4-BE49-F238E27FC236}">
                      <a16:creationId xmlns:a16="http://schemas.microsoft.com/office/drawing/2014/main" id="{944E0433-3FBE-ED5D-AE16-446F47243523}"/>
                    </a:ext>
                  </a:extLst>
                </p:cNvPr>
                <p:cNvPicPr/>
                <p:nvPr/>
              </p:nvPicPr>
              <p:blipFill>
                <a:blip r:embed="rId27"/>
                <a:stretch>
                  <a:fillRect/>
                </a:stretch>
              </p:blipFill>
              <p:spPr>
                <a:xfrm>
                  <a:off x="8220704" y="1064442"/>
                  <a:ext cx="244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8" name="Ink 37">
                  <a:extLst>
                    <a:ext uri="{FF2B5EF4-FFF2-40B4-BE49-F238E27FC236}">
                      <a16:creationId xmlns:a16="http://schemas.microsoft.com/office/drawing/2014/main" id="{23F008AD-21D4-8485-99F2-BA621A393909}"/>
                    </a:ext>
                  </a:extLst>
                </p14:cNvPr>
                <p14:cNvContentPartPr/>
                <p14:nvPr/>
              </p14:nvContentPartPr>
              <p14:xfrm>
                <a:off x="8758184" y="960762"/>
                <a:ext cx="132840" cy="360"/>
              </p14:xfrm>
            </p:contentPart>
          </mc:Choice>
          <mc:Fallback>
            <p:pic>
              <p:nvPicPr>
                <p:cNvPr id="38" name="Ink 37">
                  <a:extLst>
                    <a:ext uri="{FF2B5EF4-FFF2-40B4-BE49-F238E27FC236}">
                      <a16:creationId xmlns:a16="http://schemas.microsoft.com/office/drawing/2014/main" id="{23F008AD-21D4-8485-99F2-BA621A393909}"/>
                    </a:ext>
                  </a:extLst>
                </p:cNvPr>
                <p:cNvPicPr/>
                <p:nvPr/>
              </p:nvPicPr>
              <p:blipFill>
                <a:blip r:embed="rId29"/>
                <a:stretch>
                  <a:fillRect/>
                </a:stretch>
              </p:blipFill>
              <p:spPr>
                <a:xfrm>
                  <a:off x="8749184" y="952122"/>
                  <a:ext cx="1504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9" name="Ink 38">
                  <a:extLst>
                    <a:ext uri="{FF2B5EF4-FFF2-40B4-BE49-F238E27FC236}">
                      <a16:creationId xmlns:a16="http://schemas.microsoft.com/office/drawing/2014/main" id="{EA034360-66B7-1774-C543-979BA6C81B8F}"/>
                    </a:ext>
                  </a:extLst>
                </p14:cNvPr>
                <p14:cNvContentPartPr/>
                <p14:nvPr/>
              </p14:nvContentPartPr>
              <p14:xfrm>
                <a:off x="8732984" y="1079922"/>
                <a:ext cx="150120" cy="360"/>
              </p14:xfrm>
            </p:contentPart>
          </mc:Choice>
          <mc:Fallback>
            <p:pic>
              <p:nvPicPr>
                <p:cNvPr id="39" name="Ink 38">
                  <a:extLst>
                    <a:ext uri="{FF2B5EF4-FFF2-40B4-BE49-F238E27FC236}">
                      <a16:creationId xmlns:a16="http://schemas.microsoft.com/office/drawing/2014/main" id="{EA034360-66B7-1774-C543-979BA6C81B8F}"/>
                    </a:ext>
                  </a:extLst>
                </p:cNvPr>
                <p:cNvPicPr/>
                <p:nvPr/>
              </p:nvPicPr>
              <p:blipFill>
                <a:blip r:embed="rId31"/>
                <a:stretch>
                  <a:fillRect/>
                </a:stretch>
              </p:blipFill>
              <p:spPr>
                <a:xfrm>
                  <a:off x="8723984" y="1070922"/>
                  <a:ext cx="1677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7" name="Ink 36">
                  <a:extLst>
                    <a:ext uri="{FF2B5EF4-FFF2-40B4-BE49-F238E27FC236}">
                      <a16:creationId xmlns:a16="http://schemas.microsoft.com/office/drawing/2014/main" id="{FBF58ED6-BA32-D027-EE92-74255CD6A014}"/>
                    </a:ext>
                  </a:extLst>
                </p14:cNvPr>
                <p14:cNvContentPartPr/>
                <p14:nvPr/>
              </p14:nvContentPartPr>
              <p14:xfrm>
                <a:off x="8249504" y="1203042"/>
                <a:ext cx="246600" cy="2880"/>
              </p14:xfrm>
            </p:contentPart>
          </mc:Choice>
          <mc:Fallback>
            <p:pic>
              <p:nvPicPr>
                <p:cNvPr id="37" name="Ink 36">
                  <a:extLst>
                    <a:ext uri="{FF2B5EF4-FFF2-40B4-BE49-F238E27FC236}">
                      <a16:creationId xmlns:a16="http://schemas.microsoft.com/office/drawing/2014/main" id="{FBF58ED6-BA32-D027-EE92-74255CD6A014}"/>
                    </a:ext>
                  </a:extLst>
                </p:cNvPr>
                <p:cNvPicPr/>
                <p:nvPr/>
              </p:nvPicPr>
              <p:blipFill>
                <a:blip r:embed="rId33"/>
                <a:stretch>
                  <a:fillRect/>
                </a:stretch>
              </p:blipFill>
              <p:spPr>
                <a:xfrm>
                  <a:off x="8240504" y="1194402"/>
                  <a:ext cx="2642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0" name="Ink 39">
                  <a:extLst>
                    <a:ext uri="{FF2B5EF4-FFF2-40B4-BE49-F238E27FC236}">
                      <a16:creationId xmlns:a16="http://schemas.microsoft.com/office/drawing/2014/main" id="{3FEAC406-AFDD-EDE3-3BC8-D48D1E344210}"/>
                    </a:ext>
                  </a:extLst>
                </p14:cNvPr>
                <p14:cNvContentPartPr/>
                <p14:nvPr/>
              </p14:nvContentPartPr>
              <p14:xfrm>
                <a:off x="8719664" y="1225722"/>
                <a:ext cx="162720" cy="7560"/>
              </p14:xfrm>
            </p:contentPart>
          </mc:Choice>
          <mc:Fallback>
            <p:pic>
              <p:nvPicPr>
                <p:cNvPr id="40" name="Ink 39">
                  <a:extLst>
                    <a:ext uri="{FF2B5EF4-FFF2-40B4-BE49-F238E27FC236}">
                      <a16:creationId xmlns:a16="http://schemas.microsoft.com/office/drawing/2014/main" id="{3FEAC406-AFDD-EDE3-3BC8-D48D1E344210}"/>
                    </a:ext>
                  </a:extLst>
                </p:cNvPr>
                <p:cNvPicPr/>
                <p:nvPr/>
              </p:nvPicPr>
              <p:blipFill>
                <a:blip r:embed="rId35"/>
                <a:stretch>
                  <a:fillRect/>
                </a:stretch>
              </p:blipFill>
              <p:spPr>
                <a:xfrm>
                  <a:off x="8711024" y="1216722"/>
                  <a:ext cx="1803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2" name="Ink 41">
                  <a:extLst>
                    <a:ext uri="{FF2B5EF4-FFF2-40B4-BE49-F238E27FC236}">
                      <a16:creationId xmlns:a16="http://schemas.microsoft.com/office/drawing/2014/main" id="{BFB29EF9-46AA-4A78-24A6-FD5D278B5A54}"/>
                    </a:ext>
                  </a:extLst>
                </p14:cNvPr>
                <p14:cNvContentPartPr/>
                <p14:nvPr/>
              </p14:nvContentPartPr>
              <p14:xfrm>
                <a:off x="9157064" y="968322"/>
                <a:ext cx="258840" cy="191520"/>
              </p14:xfrm>
            </p:contentPart>
          </mc:Choice>
          <mc:Fallback>
            <p:pic>
              <p:nvPicPr>
                <p:cNvPr id="42" name="Ink 41">
                  <a:extLst>
                    <a:ext uri="{FF2B5EF4-FFF2-40B4-BE49-F238E27FC236}">
                      <a16:creationId xmlns:a16="http://schemas.microsoft.com/office/drawing/2014/main" id="{BFB29EF9-46AA-4A78-24A6-FD5D278B5A54}"/>
                    </a:ext>
                  </a:extLst>
                </p:cNvPr>
                <p:cNvPicPr/>
                <p:nvPr/>
              </p:nvPicPr>
              <p:blipFill>
                <a:blip r:embed="rId37"/>
                <a:stretch>
                  <a:fillRect/>
                </a:stretch>
              </p:blipFill>
              <p:spPr>
                <a:xfrm>
                  <a:off x="9148064" y="959322"/>
                  <a:ext cx="2764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3" name="Ink 42">
                  <a:extLst>
                    <a:ext uri="{FF2B5EF4-FFF2-40B4-BE49-F238E27FC236}">
                      <a16:creationId xmlns:a16="http://schemas.microsoft.com/office/drawing/2014/main" id="{FB8EB1DD-303A-0E62-DABD-28C8DEB5AD5F}"/>
                    </a:ext>
                  </a:extLst>
                </p14:cNvPr>
                <p14:cNvContentPartPr/>
                <p14:nvPr/>
              </p14:nvContentPartPr>
              <p14:xfrm>
                <a:off x="9165344" y="974082"/>
                <a:ext cx="217440" cy="191520"/>
              </p14:xfrm>
            </p:contentPart>
          </mc:Choice>
          <mc:Fallback>
            <p:pic>
              <p:nvPicPr>
                <p:cNvPr id="43" name="Ink 42">
                  <a:extLst>
                    <a:ext uri="{FF2B5EF4-FFF2-40B4-BE49-F238E27FC236}">
                      <a16:creationId xmlns:a16="http://schemas.microsoft.com/office/drawing/2014/main" id="{FB8EB1DD-303A-0E62-DABD-28C8DEB5AD5F}"/>
                    </a:ext>
                  </a:extLst>
                </p:cNvPr>
                <p:cNvPicPr/>
                <p:nvPr/>
              </p:nvPicPr>
              <p:blipFill>
                <a:blip r:embed="rId39"/>
                <a:stretch>
                  <a:fillRect/>
                </a:stretch>
              </p:blipFill>
              <p:spPr>
                <a:xfrm>
                  <a:off x="9156704" y="965082"/>
                  <a:ext cx="2350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 name="Ink 7">
                  <a:extLst>
                    <a:ext uri="{FF2B5EF4-FFF2-40B4-BE49-F238E27FC236}">
                      <a16:creationId xmlns:a16="http://schemas.microsoft.com/office/drawing/2014/main" id="{52C265CF-04D3-24A3-4C52-429248119BED}"/>
                    </a:ext>
                  </a:extLst>
                </p14:cNvPr>
                <p14:cNvContentPartPr/>
                <p14:nvPr/>
              </p14:nvContentPartPr>
              <p14:xfrm>
                <a:off x="4676864" y="297282"/>
                <a:ext cx="27360" cy="174240"/>
              </p14:xfrm>
            </p:contentPart>
          </mc:Choice>
          <mc:Fallback>
            <p:pic>
              <p:nvPicPr>
                <p:cNvPr id="8" name="Ink 7">
                  <a:extLst>
                    <a:ext uri="{FF2B5EF4-FFF2-40B4-BE49-F238E27FC236}">
                      <a16:creationId xmlns:a16="http://schemas.microsoft.com/office/drawing/2014/main" id="{52C265CF-04D3-24A3-4C52-429248119BED}"/>
                    </a:ext>
                  </a:extLst>
                </p:cNvPr>
                <p:cNvPicPr/>
                <p:nvPr/>
              </p:nvPicPr>
              <p:blipFill>
                <a:blip r:embed="rId41"/>
                <a:stretch>
                  <a:fillRect/>
                </a:stretch>
              </p:blipFill>
              <p:spPr>
                <a:xfrm>
                  <a:off x="4668224" y="288642"/>
                  <a:ext cx="4500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9" name="Ink 8">
                  <a:extLst>
                    <a:ext uri="{FF2B5EF4-FFF2-40B4-BE49-F238E27FC236}">
                      <a16:creationId xmlns:a16="http://schemas.microsoft.com/office/drawing/2014/main" id="{34843578-61E5-4C69-947A-0B036DB94808}"/>
                    </a:ext>
                  </a:extLst>
                </p14:cNvPr>
                <p14:cNvContentPartPr/>
                <p14:nvPr/>
              </p14:nvContentPartPr>
              <p14:xfrm>
                <a:off x="4605944" y="498882"/>
                <a:ext cx="224640" cy="24840"/>
              </p14:xfrm>
            </p:contentPart>
          </mc:Choice>
          <mc:Fallback>
            <p:pic>
              <p:nvPicPr>
                <p:cNvPr id="9" name="Ink 8">
                  <a:extLst>
                    <a:ext uri="{FF2B5EF4-FFF2-40B4-BE49-F238E27FC236}">
                      <a16:creationId xmlns:a16="http://schemas.microsoft.com/office/drawing/2014/main" id="{34843578-61E5-4C69-947A-0B036DB94808}"/>
                    </a:ext>
                  </a:extLst>
                </p:cNvPr>
                <p:cNvPicPr/>
                <p:nvPr/>
              </p:nvPicPr>
              <p:blipFill>
                <a:blip r:embed="rId43"/>
                <a:stretch>
                  <a:fillRect/>
                </a:stretch>
              </p:blipFill>
              <p:spPr>
                <a:xfrm>
                  <a:off x="4597304" y="489882"/>
                  <a:ext cx="2422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 name="Ink 9">
                  <a:extLst>
                    <a:ext uri="{FF2B5EF4-FFF2-40B4-BE49-F238E27FC236}">
                      <a16:creationId xmlns:a16="http://schemas.microsoft.com/office/drawing/2014/main" id="{681FD50F-48BA-DA9E-8B15-972AEF81C0FD}"/>
                    </a:ext>
                  </a:extLst>
                </p14:cNvPr>
                <p14:cNvContentPartPr/>
                <p14:nvPr/>
              </p14:nvContentPartPr>
              <p14:xfrm>
                <a:off x="4618184" y="292962"/>
                <a:ext cx="110880" cy="58320"/>
              </p14:xfrm>
            </p:contentPart>
          </mc:Choice>
          <mc:Fallback>
            <p:pic>
              <p:nvPicPr>
                <p:cNvPr id="10" name="Ink 9">
                  <a:extLst>
                    <a:ext uri="{FF2B5EF4-FFF2-40B4-BE49-F238E27FC236}">
                      <a16:creationId xmlns:a16="http://schemas.microsoft.com/office/drawing/2014/main" id="{681FD50F-48BA-DA9E-8B15-972AEF81C0FD}"/>
                    </a:ext>
                  </a:extLst>
                </p:cNvPr>
                <p:cNvPicPr/>
                <p:nvPr/>
              </p:nvPicPr>
              <p:blipFill>
                <a:blip r:embed="rId45"/>
                <a:stretch>
                  <a:fillRect/>
                </a:stretch>
              </p:blipFill>
              <p:spPr>
                <a:xfrm>
                  <a:off x="4609544" y="284322"/>
                  <a:ext cx="12852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1" name="Ink 10">
                  <a:extLst>
                    <a:ext uri="{FF2B5EF4-FFF2-40B4-BE49-F238E27FC236}">
                      <a16:creationId xmlns:a16="http://schemas.microsoft.com/office/drawing/2014/main" id="{DDAB61BA-ED27-0FDE-99C7-181C00D329F6}"/>
                    </a:ext>
                  </a:extLst>
                </p14:cNvPr>
                <p14:cNvContentPartPr/>
                <p14:nvPr/>
              </p14:nvContentPartPr>
              <p14:xfrm>
                <a:off x="4909784" y="277482"/>
                <a:ext cx="156600" cy="222120"/>
              </p14:xfrm>
            </p:contentPart>
          </mc:Choice>
          <mc:Fallback>
            <p:pic>
              <p:nvPicPr>
                <p:cNvPr id="11" name="Ink 10">
                  <a:extLst>
                    <a:ext uri="{FF2B5EF4-FFF2-40B4-BE49-F238E27FC236}">
                      <a16:creationId xmlns:a16="http://schemas.microsoft.com/office/drawing/2014/main" id="{DDAB61BA-ED27-0FDE-99C7-181C00D329F6}"/>
                    </a:ext>
                  </a:extLst>
                </p:cNvPr>
                <p:cNvPicPr/>
                <p:nvPr/>
              </p:nvPicPr>
              <p:blipFill>
                <a:blip r:embed="rId47"/>
                <a:stretch>
                  <a:fillRect/>
                </a:stretch>
              </p:blipFill>
              <p:spPr>
                <a:xfrm>
                  <a:off x="4901144" y="268482"/>
                  <a:ext cx="17424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2" name="Ink 11">
                  <a:extLst>
                    <a:ext uri="{FF2B5EF4-FFF2-40B4-BE49-F238E27FC236}">
                      <a16:creationId xmlns:a16="http://schemas.microsoft.com/office/drawing/2014/main" id="{BB920D73-D398-C715-CEE7-C0A061079690}"/>
                    </a:ext>
                  </a:extLst>
                </p14:cNvPr>
                <p14:cNvContentPartPr/>
                <p14:nvPr/>
              </p14:nvContentPartPr>
              <p14:xfrm>
                <a:off x="4531784" y="661962"/>
                <a:ext cx="178560" cy="27360"/>
              </p14:xfrm>
            </p:contentPart>
          </mc:Choice>
          <mc:Fallback>
            <p:pic>
              <p:nvPicPr>
                <p:cNvPr id="12" name="Ink 11">
                  <a:extLst>
                    <a:ext uri="{FF2B5EF4-FFF2-40B4-BE49-F238E27FC236}">
                      <a16:creationId xmlns:a16="http://schemas.microsoft.com/office/drawing/2014/main" id="{BB920D73-D398-C715-CEE7-C0A061079690}"/>
                    </a:ext>
                  </a:extLst>
                </p:cNvPr>
                <p:cNvPicPr/>
                <p:nvPr/>
              </p:nvPicPr>
              <p:blipFill>
                <a:blip r:embed="rId49"/>
                <a:stretch>
                  <a:fillRect/>
                </a:stretch>
              </p:blipFill>
              <p:spPr>
                <a:xfrm>
                  <a:off x="4522784" y="652962"/>
                  <a:ext cx="19620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3" name="Ink 12">
                  <a:extLst>
                    <a:ext uri="{FF2B5EF4-FFF2-40B4-BE49-F238E27FC236}">
                      <a16:creationId xmlns:a16="http://schemas.microsoft.com/office/drawing/2014/main" id="{655B2711-BA0A-9972-FF1B-D38893A1AA15}"/>
                    </a:ext>
                  </a:extLst>
                </p14:cNvPr>
                <p14:cNvContentPartPr/>
                <p14:nvPr/>
              </p14:nvContentPartPr>
              <p14:xfrm>
                <a:off x="4551944" y="702282"/>
                <a:ext cx="122040" cy="185760"/>
              </p14:xfrm>
            </p:contentPart>
          </mc:Choice>
          <mc:Fallback>
            <p:pic>
              <p:nvPicPr>
                <p:cNvPr id="13" name="Ink 12">
                  <a:extLst>
                    <a:ext uri="{FF2B5EF4-FFF2-40B4-BE49-F238E27FC236}">
                      <a16:creationId xmlns:a16="http://schemas.microsoft.com/office/drawing/2014/main" id="{655B2711-BA0A-9972-FF1B-D38893A1AA15}"/>
                    </a:ext>
                  </a:extLst>
                </p:cNvPr>
                <p:cNvPicPr/>
                <p:nvPr/>
              </p:nvPicPr>
              <p:blipFill>
                <a:blip r:embed="rId51"/>
                <a:stretch>
                  <a:fillRect/>
                </a:stretch>
              </p:blipFill>
              <p:spPr>
                <a:xfrm>
                  <a:off x="4542944" y="693642"/>
                  <a:ext cx="13968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4" name="Ink 13">
                  <a:extLst>
                    <a:ext uri="{FF2B5EF4-FFF2-40B4-BE49-F238E27FC236}">
                      <a16:creationId xmlns:a16="http://schemas.microsoft.com/office/drawing/2014/main" id="{BCA25569-F213-4BC6-9FB9-73EEEBD3767B}"/>
                    </a:ext>
                  </a:extLst>
                </p14:cNvPr>
                <p14:cNvContentPartPr/>
                <p14:nvPr/>
              </p14:nvContentPartPr>
              <p14:xfrm>
                <a:off x="4703864" y="751242"/>
                <a:ext cx="29160" cy="105840"/>
              </p14:xfrm>
            </p:contentPart>
          </mc:Choice>
          <mc:Fallback>
            <p:pic>
              <p:nvPicPr>
                <p:cNvPr id="14" name="Ink 13">
                  <a:extLst>
                    <a:ext uri="{FF2B5EF4-FFF2-40B4-BE49-F238E27FC236}">
                      <a16:creationId xmlns:a16="http://schemas.microsoft.com/office/drawing/2014/main" id="{BCA25569-F213-4BC6-9FB9-73EEEBD3767B}"/>
                    </a:ext>
                  </a:extLst>
                </p:cNvPr>
                <p:cNvPicPr/>
                <p:nvPr/>
              </p:nvPicPr>
              <p:blipFill>
                <a:blip r:embed="rId53"/>
                <a:stretch>
                  <a:fillRect/>
                </a:stretch>
              </p:blipFill>
              <p:spPr>
                <a:xfrm>
                  <a:off x="4694864" y="742242"/>
                  <a:ext cx="468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5" name="Ink 14">
                  <a:extLst>
                    <a:ext uri="{FF2B5EF4-FFF2-40B4-BE49-F238E27FC236}">
                      <a16:creationId xmlns:a16="http://schemas.microsoft.com/office/drawing/2014/main" id="{18285985-0282-505D-E39D-B5C300BD698B}"/>
                    </a:ext>
                  </a:extLst>
                </p14:cNvPr>
                <p14:cNvContentPartPr/>
                <p14:nvPr/>
              </p14:nvContentPartPr>
              <p14:xfrm>
                <a:off x="4686224" y="766722"/>
                <a:ext cx="73080" cy="43920"/>
              </p14:xfrm>
            </p:contentPart>
          </mc:Choice>
          <mc:Fallback>
            <p:pic>
              <p:nvPicPr>
                <p:cNvPr id="15" name="Ink 14">
                  <a:extLst>
                    <a:ext uri="{FF2B5EF4-FFF2-40B4-BE49-F238E27FC236}">
                      <a16:creationId xmlns:a16="http://schemas.microsoft.com/office/drawing/2014/main" id="{18285985-0282-505D-E39D-B5C300BD698B}"/>
                    </a:ext>
                  </a:extLst>
                </p:cNvPr>
                <p:cNvPicPr/>
                <p:nvPr/>
              </p:nvPicPr>
              <p:blipFill>
                <a:blip r:embed="rId55"/>
                <a:stretch>
                  <a:fillRect/>
                </a:stretch>
              </p:blipFill>
              <p:spPr>
                <a:xfrm>
                  <a:off x="4677584" y="757722"/>
                  <a:ext cx="9072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9" name="Ink 18">
                  <a:extLst>
                    <a:ext uri="{FF2B5EF4-FFF2-40B4-BE49-F238E27FC236}">
                      <a16:creationId xmlns:a16="http://schemas.microsoft.com/office/drawing/2014/main" id="{48C2500E-AF9B-9A6C-DF7A-405011AE3ECA}"/>
                    </a:ext>
                  </a:extLst>
                </p14:cNvPr>
                <p14:cNvContentPartPr/>
                <p14:nvPr/>
              </p14:nvContentPartPr>
              <p14:xfrm>
                <a:off x="4882784" y="652242"/>
                <a:ext cx="171720" cy="198000"/>
              </p14:xfrm>
            </p:contentPart>
          </mc:Choice>
          <mc:Fallback>
            <p:pic>
              <p:nvPicPr>
                <p:cNvPr id="19" name="Ink 18">
                  <a:extLst>
                    <a:ext uri="{FF2B5EF4-FFF2-40B4-BE49-F238E27FC236}">
                      <a16:creationId xmlns:a16="http://schemas.microsoft.com/office/drawing/2014/main" id="{48C2500E-AF9B-9A6C-DF7A-405011AE3ECA}"/>
                    </a:ext>
                  </a:extLst>
                </p:cNvPr>
                <p:cNvPicPr/>
                <p:nvPr/>
              </p:nvPicPr>
              <p:blipFill>
                <a:blip r:embed="rId57"/>
                <a:stretch>
                  <a:fillRect/>
                </a:stretch>
              </p:blipFill>
              <p:spPr>
                <a:xfrm>
                  <a:off x="4874144" y="643242"/>
                  <a:ext cx="1893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0" name="Ink 19">
                  <a:extLst>
                    <a:ext uri="{FF2B5EF4-FFF2-40B4-BE49-F238E27FC236}">
                      <a16:creationId xmlns:a16="http://schemas.microsoft.com/office/drawing/2014/main" id="{238D41C3-6582-3B31-144A-99CCACB73AF1}"/>
                    </a:ext>
                  </a:extLst>
                </p14:cNvPr>
                <p14:cNvContentPartPr/>
                <p14:nvPr/>
              </p14:nvContentPartPr>
              <p14:xfrm>
                <a:off x="5068904" y="724242"/>
                <a:ext cx="146520" cy="130680"/>
              </p14:xfrm>
            </p:contentPart>
          </mc:Choice>
          <mc:Fallback>
            <p:pic>
              <p:nvPicPr>
                <p:cNvPr id="20" name="Ink 19">
                  <a:extLst>
                    <a:ext uri="{FF2B5EF4-FFF2-40B4-BE49-F238E27FC236}">
                      <a16:creationId xmlns:a16="http://schemas.microsoft.com/office/drawing/2014/main" id="{238D41C3-6582-3B31-144A-99CCACB73AF1}"/>
                    </a:ext>
                  </a:extLst>
                </p:cNvPr>
                <p:cNvPicPr/>
                <p:nvPr/>
              </p:nvPicPr>
              <p:blipFill>
                <a:blip r:embed="rId59"/>
                <a:stretch>
                  <a:fillRect/>
                </a:stretch>
              </p:blipFill>
              <p:spPr>
                <a:xfrm>
                  <a:off x="5059904" y="715242"/>
                  <a:ext cx="1641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1" name="Ink 20">
                  <a:extLst>
                    <a:ext uri="{FF2B5EF4-FFF2-40B4-BE49-F238E27FC236}">
                      <a16:creationId xmlns:a16="http://schemas.microsoft.com/office/drawing/2014/main" id="{2C9E2B6F-C918-9F3C-2885-4B957D825173}"/>
                    </a:ext>
                  </a:extLst>
                </p14:cNvPr>
                <p14:cNvContentPartPr/>
                <p14:nvPr/>
              </p14:nvContentPartPr>
              <p14:xfrm>
                <a:off x="5320184" y="614802"/>
                <a:ext cx="33480" cy="281160"/>
              </p14:xfrm>
            </p:contentPart>
          </mc:Choice>
          <mc:Fallback>
            <p:pic>
              <p:nvPicPr>
                <p:cNvPr id="21" name="Ink 20">
                  <a:extLst>
                    <a:ext uri="{FF2B5EF4-FFF2-40B4-BE49-F238E27FC236}">
                      <a16:creationId xmlns:a16="http://schemas.microsoft.com/office/drawing/2014/main" id="{2C9E2B6F-C918-9F3C-2885-4B957D825173}"/>
                    </a:ext>
                  </a:extLst>
                </p:cNvPr>
                <p:cNvPicPr/>
                <p:nvPr/>
              </p:nvPicPr>
              <p:blipFill>
                <a:blip r:embed="rId61"/>
                <a:stretch>
                  <a:fillRect/>
                </a:stretch>
              </p:blipFill>
              <p:spPr>
                <a:xfrm>
                  <a:off x="5311544" y="606162"/>
                  <a:ext cx="5112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2" name="Ink 21">
                  <a:extLst>
                    <a:ext uri="{FF2B5EF4-FFF2-40B4-BE49-F238E27FC236}">
                      <a16:creationId xmlns:a16="http://schemas.microsoft.com/office/drawing/2014/main" id="{FAC42161-D0F9-D106-1345-7B6E9142C406}"/>
                    </a:ext>
                  </a:extLst>
                </p14:cNvPr>
                <p14:cNvContentPartPr/>
                <p14:nvPr/>
              </p14:nvContentPartPr>
              <p14:xfrm>
                <a:off x="5379584" y="674562"/>
                <a:ext cx="27720" cy="178920"/>
              </p14:xfrm>
            </p:contentPart>
          </mc:Choice>
          <mc:Fallback>
            <p:pic>
              <p:nvPicPr>
                <p:cNvPr id="22" name="Ink 21">
                  <a:extLst>
                    <a:ext uri="{FF2B5EF4-FFF2-40B4-BE49-F238E27FC236}">
                      <a16:creationId xmlns:a16="http://schemas.microsoft.com/office/drawing/2014/main" id="{FAC42161-D0F9-D106-1345-7B6E9142C406}"/>
                    </a:ext>
                  </a:extLst>
                </p:cNvPr>
                <p:cNvPicPr/>
                <p:nvPr/>
              </p:nvPicPr>
              <p:blipFill>
                <a:blip r:embed="rId63"/>
                <a:stretch>
                  <a:fillRect/>
                </a:stretch>
              </p:blipFill>
              <p:spPr>
                <a:xfrm>
                  <a:off x="5370944" y="665922"/>
                  <a:ext cx="453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3" name="Ink 22">
                  <a:extLst>
                    <a:ext uri="{FF2B5EF4-FFF2-40B4-BE49-F238E27FC236}">
                      <a16:creationId xmlns:a16="http://schemas.microsoft.com/office/drawing/2014/main" id="{BB1D426F-936F-D301-F3B4-27D3A6DFBF5C}"/>
                    </a:ext>
                  </a:extLst>
                </p14:cNvPr>
                <p14:cNvContentPartPr/>
                <p14:nvPr/>
              </p14:nvContentPartPr>
              <p14:xfrm>
                <a:off x="5287424" y="766722"/>
                <a:ext cx="176400" cy="35280"/>
              </p14:xfrm>
            </p:contentPart>
          </mc:Choice>
          <mc:Fallback>
            <p:pic>
              <p:nvPicPr>
                <p:cNvPr id="23" name="Ink 22">
                  <a:extLst>
                    <a:ext uri="{FF2B5EF4-FFF2-40B4-BE49-F238E27FC236}">
                      <a16:creationId xmlns:a16="http://schemas.microsoft.com/office/drawing/2014/main" id="{BB1D426F-936F-D301-F3B4-27D3A6DFBF5C}"/>
                    </a:ext>
                  </a:extLst>
                </p:cNvPr>
                <p:cNvPicPr/>
                <p:nvPr/>
              </p:nvPicPr>
              <p:blipFill>
                <a:blip r:embed="rId65"/>
                <a:stretch>
                  <a:fillRect/>
                </a:stretch>
              </p:blipFill>
              <p:spPr>
                <a:xfrm>
                  <a:off x="5278424" y="758082"/>
                  <a:ext cx="1940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4" name="Ink 23">
                  <a:extLst>
                    <a:ext uri="{FF2B5EF4-FFF2-40B4-BE49-F238E27FC236}">
                      <a16:creationId xmlns:a16="http://schemas.microsoft.com/office/drawing/2014/main" id="{944908B5-688B-329C-8E52-140BB325EC7D}"/>
                    </a:ext>
                  </a:extLst>
                </p14:cNvPr>
                <p14:cNvContentPartPr/>
                <p14:nvPr/>
              </p14:nvContentPartPr>
              <p14:xfrm>
                <a:off x="5620064" y="528042"/>
                <a:ext cx="449640" cy="353160"/>
              </p14:xfrm>
            </p:contentPart>
          </mc:Choice>
          <mc:Fallback>
            <p:pic>
              <p:nvPicPr>
                <p:cNvPr id="24" name="Ink 23">
                  <a:extLst>
                    <a:ext uri="{FF2B5EF4-FFF2-40B4-BE49-F238E27FC236}">
                      <a16:creationId xmlns:a16="http://schemas.microsoft.com/office/drawing/2014/main" id="{944908B5-688B-329C-8E52-140BB325EC7D}"/>
                    </a:ext>
                  </a:extLst>
                </p:cNvPr>
                <p:cNvPicPr/>
                <p:nvPr/>
              </p:nvPicPr>
              <p:blipFill>
                <a:blip r:embed="rId67"/>
                <a:stretch>
                  <a:fillRect/>
                </a:stretch>
              </p:blipFill>
              <p:spPr>
                <a:xfrm>
                  <a:off x="5611424" y="519402"/>
                  <a:ext cx="46728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5" name="Ink 44">
                  <a:extLst>
                    <a:ext uri="{FF2B5EF4-FFF2-40B4-BE49-F238E27FC236}">
                      <a16:creationId xmlns:a16="http://schemas.microsoft.com/office/drawing/2014/main" id="{65CB991E-A8D7-A4DF-27BC-475DA4DE5D0E}"/>
                    </a:ext>
                  </a:extLst>
                </p14:cNvPr>
                <p14:cNvContentPartPr/>
                <p14:nvPr/>
              </p14:nvContentPartPr>
              <p14:xfrm>
                <a:off x="4492184" y="682482"/>
                <a:ext cx="159480" cy="20160"/>
              </p14:xfrm>
            </p:contentPart>
          </mc:Choice>
          <mc:Fallback>
            <p:pic>
              <p:nvPicPr>
                <p:cNvPr id="45" name="Ink 44">
                  <a:extLst>
                    <a:ext uri="{FF2B5EF4-FFF2-40B4-BE49-F238E27FC236}">
                      <a16:creationId xmlns:a16="http://schemas.microsoft.com/office/drawing/2014/main" id="{65CB991E-A8D7-A4DF-27BC-475DA4DE5D0E}"/>
                    </a:ext>
                  </a:extLst>
                </p:cNvPr>
                <p:cNvPicPr/>
                <p:nvPr/>
              </p:nvPicPr>
              <p:blipFill>
                <a:blip r:embed="rId69"/>
                <a:stretch>
                  <a:fillRect/>
                </a:stretch>
              </p:blipFill>
              <p:spPr>
                <a:xfrm>
                  <a:off x="4483544" y="673842"/>
                  <a:ext cx="17712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Ink 46">
                  <a:extLst>
                    <a:ext uri="{FF2B5EF4-FFF2-40B4-BE49-F238E27FC236}">
                      <a16:creationId xmlns:a16="http://schemas.microsoft.com/office/drawing/2014/main" id="{0AACA1CC-4314-92A7-F9FA-57E85CA7A777}"/>
                    </a:ext>
                  </a:extLst>
                </p14:cNvPr>
                <p14:cNvContentPartPr/>
                <p14:nvPr/>
              </p14:nvContentPartPr>
              <p14:xfrm>
                <a:off x="4301384" y="182802"/>
                <a:ext cx="235440" cy="283680"/>
              </p14:xfrm>
            </p:contentPart>
          </mc:Choice>
          <mc:Fallback>
            <p:pic>
              <p:nvPicPr>
                <p:cNvPr id="47" name="Ink 46">
                  <a:extLst>
                    <a:ext uri="{FF2B5EF4-FFF2-40B4-BE49-F238E27FC236}">
                      <a16:creationId xmlns:a16="http://schemas.microsoft.com/office/drawing/2014/main" id="{0AACA1CC-4314-92A7-F9FA-57E85CA7A777}"/>
                    </a:ext>
                  </a:extLst>
                </p:cNvPr>
                <p:cNvPicPr/>
                <p:nvPr/>
              </p:nvPicPr>
              <p:blipFill>
                <a:blip r:embed="rId71"/>
                <a:stretch>
                  <a:fillRect/>
                </a:stretch>
              </p:blipFill>
              <p:spPr>
                <a:xfrm>
                  <a:off x="4292384" y="174162"/>
                  <a:ext cx="25308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8" name="Ink 47">
                  <a:extLst>
                    <a:ext uri="{FF2B5EF4-FFF2-40B4-BE49-F238E27FC236}">
                      <a16:creationId xmlns:a16="http://schemas.microsoft.com/office/drawing/2014/main" id="{1124B06F-5B5A-6FEF-0CAC-F88C909ED3B3}"/>
                    </a:ext>
                  </a:extLst>
                </p14:cNvPr>
                <p14:cNvContentPartPr/>
                <p14:nvPr/>
              </p14:nvContentPartPr>
              <p14:xfrm>
                <a:off x="4261064" y="566202"/>
                <a:ext cx="151560" cy="231480"/>
              </p14:xfrm>
            </p:contentPart>
          </mc:Choice>
          <mc:Fallback>
            <p:pic>
              <p:nvPicPr>
                <p:cNvPr id="48" name="Ink 47">
                  <a:extLst>
                    <a:ext uri="{FF2B5EF4-FFF2-40B4-BE49-F238E27FC236}">
                      <a16:creationId xmlns:a16="http://schemas.microsoft.com/office/drawing/2014/main" id="{1124B06F-5B5A-6FEF-0CAC-F88C909ED3B3}"/>
                    </a:ext>
                  </a:extLst>
                </p:cNvPr>
                <p:cNvPicPr/>
                <p:nvPr/>
              </p:nvPicPr>
              <p:blipFill>
                <a:blip r:embed="rId73"/>
                <a:stretch>
                  <a:fillRect/>
                </a:stretch>
              </p:blipFill>
              <p:spPr>
                <a:xfrm>
                  <a:off x="4252064" y="557202"/>
                  <a:ext cx="1692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9" name="Ink 48">
                  <a:extLst>
                    <a:ext uri="{FF2B5EF4-FFF2-40B4-BE49-F238E27FC236}">
                      <a16:creationId xmlns:a16="http://schemas.microsoft.com/office/drawing/2014/main" id="{5D389AB8-4FC7-853C-DC3E-39977DEEA843}"/>
                    </a:ext>
                  </a:extLst>
                </p14:cNvPr>
                <p14:cNvContentPartPr/>
                <p14:nvPr/>
              </p14:nvContentPartPr>
              <p14:xfrm>
                <a:off x="4117424" y="1016202"/>
                <a:ext cx="215280" cy="178560"/>
              </p14:xfrm>
            </p:contentPart>
          </mc:Choice>
          <mc:Fallback>
            <p:pic>
              <p:nvPicPr>
                <p:cNvPr id="49" name="Ink 48">
                  <a:extLst>
                    <a:ext uri="{FF2B5EF4-FFF2-40B4-BE49-F238E27FC236}">
                      <a16:creationId xmlns:a16="http://schemas.microsoft.com/office/drawing/2014/main" id="{5D389AB8-4FC7-853C-DC3E-39977DEEA843}"/>
                    </a:ext>
                  </a:extLst>
                </p:cNvPr>
                <p:cNvPicPr/>
                <p:nvPr/>
              </p:nvPicPr>
              <p:blipFill>
                <a:blip r:embed="rId75"/>
                <a:stretch>
                  <a:fillRect/>
                </a:stretch>
              </p:blipFill>
              <p:spPr>
                <a:xfrm>
                  <a:off x="4108784" y="1007202"/>
                  <a:ext cx="2329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1" name="Ink 50">
                  <a:extLst>
                    <a:ext uri="{FF2B5EF4-FFF2-40B4-BE49-F238E27FC236}">
                      <a16:creationId xmlns:a16="http://schemas.microsoft.com/office/drawing/2014/main" id="{CC697754-0269-9474-8417-36ABEC463240}"/>
                    </a:ext>
                  </a:extLst>
                </p14:cNvPr>
                <p14:cNvContentPartPr/>
                <p14:nvPr/>
              </p14:nvContentPartPr>
              <p14:xfrm>
                <a:off x="10005584" y="2080722"/>
                <a:ext cx="1248840" cy="608400"/>
              </p14:xfrm>
            </p:contentPart>
          </mc:Choice>
          <mc:Fallback>
            <p:pic>
              <p:nvPicPr>
                <p:cNvPr id="51" name="Ink 50">
                  <a:extLst>
                    <a:ext uri="{FF2B5EF4-FFF2-40B4-BE49-F238E27FC236}">
                      <a16:creationId xmlns:a16="http://schemas.microsoft.com/office/drawing/2014/main" id="{CC697754-0269-9474-8417-36ABEC463240}"/>
                    </a:ext>
                  </a:extLst>
                </p:cNvPr>
                <p:cNvPicPr/>
                <p:nvPr/>
              </p:nvPicPr>
              <p:blipFill>
                <a:blip r:embed="rId77"/>
                <a:stretch>
                  <a:fillRect/>
                </a:stretch>
              </p:blipFill>
              <p:spPr>
                <a:xfrm>
                  <a:off x="9996584" y="2071722"/>
                  <a:ext cx="1266480" cy="6260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2" name="Ink 51">
                  <a:extLst>
                    <a:ext uri="{FF2B5EF4-FFF2-40B4-BE49-F238E27FC236}">
                      <a16:creationId xmlns:a16="http://schemas.microsoft.com/office/drawing/2014/main" id="{8C06977B-D1AD-92CD-0B5A-81C992D14B40}"/>
                    </a:ext>
                  </a:extLst>
                </p14:cNvPr>
                <p14:cNvContentPartPr/>
                <p14:nvPr/>
              </p14:nvContentPartPr>
              <p14:xfrm>
                <a:off x="10260464" y="3418842"/>
                <a:ext cx="1010520" cy="398160"/>
              </p14:xfrm>
            </p:contentPart>
          </mc:Choice>
          <mc:Fallback>
            <p:pic>
              <p:nvPicPr>
                <p:cNvPr id="52" name="Ink 51">
                  <a:extLst>
                    <a:ext uri="{FF2B5EF4-FFF2-40B4-BE49-F238E27FC236}">
                      <a16:creationId xmlns:a16="http://schemas.microsoft.com/office/drawing/2014/main" id="{8C06977B-D1AD-92CD-0B5A-81C992D14B40}"/>
                    </a:ext>
                  </a:extLst>
                </p:cNvPr>
                <p:cNvPicPr/>
                <p:nvPr/>
              </p:nvPicPr>
              <p:blipFill>
                <a:blip r:embed="rId79"/>
                <a:stretch>
                  <a:fillRect/>
                </a:stretch>
              </p:blipFill>
              <p:spPr>
                <a:xfrm>
                  <a:off x="10251464" y="3410202"/>
                  <a:ext cx="102816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3" name="Ink 52">
                  <a:extLst>
                    <a:ext uri="{FF2B5EF4-FFF2-40B4-BE49-F238E27FC236}">
                      <a16:creationId xmlns:a16="http://schemas.microsoft.com/office/drawing/2014/main" id="{F3592644-4974-A509-852F-34D2F93C0E9D}"/>
                    </a:ext>
                  </a:extLst>
                </p14:cNvPr>
                <p14:cNvContentPartPr/>
                <p14:nvPr/>
              </p14:nvContentPartPr>
              <p14:xfrm>
                <a:off x="10113224" y="4409922"/>
                <a:ext cx="1293840" cy="465480"/>
              </p14:xfrm>
            </p:contentPart>
          </mc:Choice>
          <mc:Fallback>
            <p:pic>
              <p:nvPicPr>
                <p:cNvPr id="53" name="Ink 52">
                  <a:extLst>
                    <a:ext uri="{FF2B5EF4-FFF2-40B4-BE49-F238E27FC236}">
                      <a16:creationId xmlns:a16="http://schemas.microsoft.com/office/drawing/2014/main" id="{F3592644-4974-A509-852F-34D2F93C0E9D}"/>
                    </a:ext>
                  </a:extLst>
                </p:cNvPr>
                <p:cNvPicPr/>
                <p:nvPr/>
              </p:nvPicPr>
              <p:blipFill>
                <a:blip r:embed="rId81"/>
                <a:stretch>
                  <a:fillRect/>
                </a:stretch>
              </p:blipFill>
              <p:spPr>
                <a:xfrm>
                  <a:off x="10104584" y="4400922"/>
                  <a:ext cx="1311480" cy="4831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4" name="Ink 53">
                  <a:extLst>
                    <a:ext uri="{FF2B5EF4-FFF2-40B4-BE49-F238E27FC236}">
                      <a16:creationId xmlns:a16="http://schemas.microsoft.com/office/drawing/2014/main" id="{D1E23FF0-C411-198E-5B48-35FE26858E54}"/>
                    </a:ext>
                  </a:extLst>
                </p14:cNvPr>
                <p14:cNvContentPartPr/>
                <p14:nvPr/>
              </p14:nvContentPartPr>
              <p14:xfrm>
                <a:off x="10054544" y="5431962"/>
                <a:ext cx="914400" cy="527760"/>
              </p14:xfrm>
            </p:contentPart>
          </mc:Choice>
          <mc:Fallback>
            <p:pic>
              <p:nvPicPr>
                <p:cNvPr id="54" name="Ink 53">
                  <a:extLst>
                    <a:ext uri="{FF2B5EF4-FFF2-40B4-BE49-F238E27FC236}">
                      <a16:creationId xmlns:a16="http://schemas.microsoft.com/office/drawing/2014/main" id="{D1E23FF0-C411-198E-5B48-35FE26858E54}"/>
                    </a:ext>
                  </a:extLst>
                </p:cNvPr>
                <p:cNvPicPr/>
                <p:nvPr/>
              </p:nvPicPr>
              <p:blipFill>
                <a:blip r:embed="rId83"/>
                <a:stretch>
                  <a:fillRect/>
                </a:stretch>
              </p:blipFill>
              <p:spPr>
                <a:xfrm>
                  <a:off x="10045904" y="5423322"/>
                  <a:ext cx="932040" cy="5454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5" name="Ink 54">
                  <a:extLst>
                    <a:ext uri="{FF2B5EF4-FFF2-40B4-BE49-F238E27FC236}">
                      <a16:creationId xmlns:a16="http://schemas.microsoft.com/office/drawing/2014/main" id="{3E6D3653-7EC7-7829-0CB6-EDDF36E644E2}"/>
                    </a:ext>
                  </a:extLst>
                </p14:cNvPr>
                <p14:cNvContentPartPr/>
                <p14:nvPr/>
              </p14:nvContentPartPr>
              <p14:xfrm>
                <a:off x="10300784" y="544602"/>
                <a:ext cx="2880" cy="12240"/>
              </p14:xfrm>
            </p:contentPart>
          </mc:Choice>
          <mc:Fallback>
            <p:pic>
              <p:nvPicPr>
                <p:cNvPr id="55" name="Ink 54">
                  <a:extLst>
                    <a:ext uri="{FF2B5EF4-FFF2-40B4-BE49-F238E27FC236}">
                      <a16:creationId xmlns:a16="http://schemas.microsoft.com/office/drawing/2014/main" id="{3E6D3653-7EC7-7829-0CB6-EDDF36E644E2}"/>
                    </a:ext>
                  </a:extLst>
                </p:cNvPr>
                <p:cNvPicPr/>
                <p:nvPr/>
              </p:nvPicPr>
              <p:blipFill>
                <a:blip r:embed="rId85"/>
                <a:stretch>
                  <a:fillRect/>
                </a:stretch>
              </p:blipFill>
              <p:spPr>
                <a:xfrm>
                  <a:off x="10292144" y="535602"/>
                  <a:ext cx="2052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6" name="Ink 55">
                  <a:extLst>
                    <a:ext uri="{FF2B5EF4-FFF2-40B4-BE49-F238E27FC236}">
                      <a16:creationId xmlns:a16="http://schemas.microsoft.com/office/drawing/2014/main" id="{AC598751-9AB7-3737-70D5-443B6CDC374F}"/>
                    </a:ext>
                  </a:extLst>
                </p14:cNvPr>
                <p14:cNvContentPartPr/>
                <p14:nvPr/>
              </p14:nvContentPartPr>
              <p14:xfrm>
                <a:off x="10108544" y="529842"/>
                <a:ext cx="142560" cy="260280"/>
              </p14:xfrm>
            </p:contentPart>
          </mc:Choice>
          <mc:Fallback>
            <p:pic>
              <p:nvPicPr>
                <p:cNvPr id="56" name="Ink 55">
                  <a:extLst>
                    <a:ext uri="{FF2B5EF4-FFF2-40B4-BE49-F238E27FC236}">
                      <a16:creationId xmlns:a16="http://schemas.microsoft.com/office/drawing/2014/main" id="{AC598751-9AB7-3737-70D5-443B6CDC374F}"/>
                    </a:ext>
                  </a:extLst>
                </p:cNvPr>
                <p:cNvPicPr/>
                <p:nvPr/>
              </p:nvPicPr>
              <p:blipFill>
                <a:blip r:embed="rId87"/>
                <a:stretch>
                  <a:fillRect/>
                </a:stretch>
              </p:blipFill>
              <p:spPr>
                <a:xfrm>
                  <a:off x="10099544" y="521202"/>
                  <a:ext cx="1602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7" name="Ink 56">
                  <a:extLst>
                    <a:ext uri="{FF2B5EF4-FFF2-40B4-BE49-F238E27FC236}">
                      <a16:creationId xmlns:a16="http://schemas.microsoft.com/office/drawing/2014/main" id="{10579D12-64E0-1420-B76E-640824D6FAD4}"/>
                    </a:ext>
                  </a:extLst>
                </p14:cNvPr>
                <p14:cNvContentPartPr/>
                <p14:nvPr/>
              </p14:nvContentPartPr>
              <p14:xfrm>
                <a:off x="10318064" y="654402"/>
                <a:ext cx="412200" cy="133920"/>
              </p14:xfrm>
            </p:contentPart>
          </mc:Choice>
          <mc:Fallback>
            <p:pic>
              <p:nvPicPr>
                <p:cNvPr id="57" name="Ink 56">
                  <a:extLst>
                    <a:ext uri="{FF2B5EF4-FFF2-40B4-BE49-F238E27FC236}">
                      <a16:creationId xmlns:a16="http://schemas.microsoft.com/office/drawing/2014/main" id="{10579D12-64E0-1420-B76E-640824D6FAD4}"/>
                    </a:ext>
                  </a:extLst>
                </p:cNvPr>
                <p:cNvPicPr/>
                <p:nvPr/>
              </p:nvPicPr>
              <p:blipFill>
                <a:blip r:embed="rId89"/>
                <a:stretch>
                  <a:fillRect/>
                </a:stretch>
              </p:blipFill>
              <p:spPr>
                <a:xfrm>
                  <a:off x="10309424" y="645762"/>
                  <a:ext cx="4298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8" name="Ink 57">
                  <a:extLst>
                    <a:ext uri="{FF2B5EF4-FFF2-40B4-BE49-F238E27FC236}">
                      <a16:creationId xmlns:a16="http://schemas.microsoft.com/office/drawing/2014/main" id="{723BAF39-02AE-3BC1-67EB-430CBDB73877}"/>
                    </a:ext>
                  </a:extLst>
                </p14:cNvPr>
                <p14:cNvContentPartPr/>
                <p14:nvPr/>
              </p14:nvContentPartPr>
              <p14:xfrm>
                <a:off x="10713344" y="515802"/>
                <a:ext cx="27720" cy="60840"/>
              </p14:xfrm>
            </p:contentPart>
          </mc:Choice>
          <mc:Fallback>
            <p:pic>
              <p:nvPicPr>
                <p:cNvPr id="58" name="Ink 57">
                  <a:extLst>
                    <a:ext uri="{FF2B5EF4-FFF2-40B4-BE49-F238E27FC236}">
                      <a16:creationId xmlns:a16="http://schemas.microsoft.com/office/drawing/2014/main" id="{723BAF39-02AE-3BC1-67EB-430CBDB73877}"/>
                    </a:ext>
                  </a:extLst>
                </p:cNvPr>
                <p:cNvPicPr/>
                <p:nvPr/>
              </p:nvPicPr>
              <p:blipFill>
                <a:blip r:embed="rId91"/>
                <a:stretch>
                  <a:fillRect/>
                </a:stretch>
              </p:blipFill>
              <p:spPr>
                <a:xfrm>
                  <a:off x="10704704" y="506802"/>
                  <a:ext cx="4536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9" name="Ink 58">
                  <a:extLst>
                    <a:ext uri="{FF2B5EF4-FFF2-40B4-BE49-F238E27FC236}">
                      <a16:creationId xmlns:a16="http://schemas.microsoft.com/office/drawing/2014/main" id="{D2DC306F-839A-2D83-5AA8-68B27926351D}"/>
                    </a:ext>
                  </a:extLst>
                </p14:cNvPr>
                <p14:cNvContentPartPr/>
                <p14:nvPr/>
              </p14:nvContentPartPr>
              <p14:xfrm>
                <a:off x="10797584" y="653682"/>
                <a:ext cx="57240" cy="101880"/>
              </p14:xfrm>
            </p:contentPart>
          </mc:Choice>
          <mc:Fallback>
            <p:pic>
              <p:nvPicPr>
                <p:cNvPr id="59" name="Ink 58">
                  <a:extLst>
                    <a:ext uri="{FF2B5EF4-FFF2-40B4-BE49-F238E27FC236}">
                      <a16:creationId xmlns:a16="http://schemas.microsoft.com/office/drawing/2014/main" id="{D2DC306F-839A-2D83-5AA8-68B27926351D}"/>
                    </a:ext>
                  </a:extLst>
                </p:cNvPr>
                <p:cNvPicPr/>
                <p:nvPr/>
              </p:nvPicPr>
              <p:blipFill>
                <a:blip r:embed="rId93"/>
                <a:stretch>
                  <a:fillRect/>
                </a:stretch>
              </p:blipFill>
              <p:spPr>
                <a:xfrm>
                  <a:off x="10788584" y="645042"/>
                  <a:ext cx="748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0" name="Ink 59">
                  <a:extLst>
                    <a:ext uri="{FF2B5EF4-FFF2-40B4-BE49-F238E27FC236}">
                      <a16:creationId xmlns:a16="http://schemas.microsoft.com/office/drawing/2014/main" id="{318F6402-69D4-A729-D934-A5DFD3A810A9}"/>
                    </a:ext>
                  </a:extLst>
                </p14:cNvPr>
                <p14:cNvContentPartPr/>
                <p14:nvPr/>
              </p14:nvContentPartPr>
              <p14:xfrm>
                <a:off x="10407344" y="903882"/>
                <a:ext cx="155520" cy="262080"/>
              </p14:xfrm>
            </p:contentPart>
          </mc:Choice>
          <mc:Fallback>
            <p:pic>
              <p:nvPicPr>
                <p:cNvPr id="60" name="Ink 59">
                  <a:extLst>
                    <a:ext uri="{FF2B5EF4-FFF2-40B4-BE49-F238E27FC236}">
                      <a16:creationId xmlns:a16="http://schemas.microsoft.com/office/drawing/2014/main" id="{318F6402-69D4-A729-D934-A5DFD3A810A9}"/>
                    </a:ext>
                  </a:extLst>
                </p:cNvPr>
                <p:cNvPicPr/>
                <p:nvPr/>
              </p:nvPicPr>
              <p:blipFill>
                <a:blip r:embed="rId95"/>
                <a:stretch>
                  <a:fillRect/>
                </a:stretch>
              </p:blipFill>
              <p:spPr>
                <a:xfrm>
                  <a:off x="10398344" y="894882"/>
                  <a:ext cx="17316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1" name="Ink 60">
                  <a:extLst>
                    <a:ext uri="{FF2B5EF4-FFF2-40B4-BE49-F238E27FC236}">
                      <a16:creationId xmlns:a16="http://schemas.microsoft.com/office/drawing/2014/main" id="{543251AA-A3AB-A36E-DEB1-6D8473328300}"/>
                    </a:ext>
                  </a:extLst>
                </p14:cNvPr>
                <p14:cNvContentPartPr/>
                <p14:nvPr/>
              </p14:nvContentPartPr>
              <p14:xfrm>
                <a:off x="10478264" y="1002882"/>
                <a:ext cx="421200" cy="115920"/>
              </p14:xfrm>
            </p:contentPart>
          </mc:Choice>
          <mc:Fallback>
            <p:pic>
              <p:nvPicPr>
                <p:cNvPr id="61" name="Ink 60">
                  <a:extLst>
                    <a:ext uri="{FF2B5EF4-FFF2-40B4-BE49-F238E27FC236}">
                      <a16:creationId xmlns:a16="http://schemas.microsoft.com/office/drawing/2014/main" id="{543251AA-A3AB-A36E-DEB1-6D8473328300}"/>
                    </a:ext>
                  </a:extLst>
                </p:cNvPr>
                <p:cNvPicPr/>
                <p:nvPr/>
              </p:nvPicPr>
              <p:blipFill>
                <a:blip r:embed="rId97"/>
                <a:stretch>
                  <a:fillRect/>
                </a:stretch>
              </p:blipFill>
              <p:spPr>
                <a:xfrm>
                  <a:off x="10469264" y="993882"/>
                  <a:ext cx="4388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2" name="Ink 61">
                  <a:extLst>
                    <a:ext uri="{FF2B5EF4-FFF2-40B4-BE49-F238E27FC236}">
                      <a16:creationId xmlns:a16="http://schemas.microsoft.com/office/drawing/2014/main" id="{3CBEBECE-6F24-7F25-C9DD-84203CA8962C}"/>
                    </a:ext>
                  </a:extLst>
                </p14:cNvPr>
                <p14:cNvContentPartPr/>
                <p14:nvPr/>
              </p14:nvContentPartPr>
              <p14:xfrm>
                <a:off x="11048864" y="895602"/>
                <a:ext cx="178200" cy="219600"/>
              </p14:xfrm>
            </p:contentPart>
          </mc:Choice>
          <mc:Fallback>
            <p:pic>
              <p:nvPicPr>
                <p:cNvPr id="62" name="Ink 61">
                  <a:extLst>
                    <a:ext uri="{FF2B5EF4-FFF2-40B4-BE49-F238E27FC236}">
                      <a16:creationId xmlns:a16="http://schemas.microsoft.com/office/drawing/2014/main" id="{3CBEBECE-6F24-7F25-C9DD-84203CA8962C}"/>
                    </a:ext>
                  </a:extLst>
                </p:cNvPr>
                <p:cNvPicPr/>
                <p:nvPr/>
              </p:nvPicPr>
              <p:blipFill>
                <a:blip r:embed="rId99"/>
                <a:stretch>
                  <a:fillRect/>
                </a:stretch>
              </p:blipFill>
              <p:spPr>
                <a:xfrm>
                  <a:off x="11039864" y="886962"/>
                  <a:ext cx="1958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3" name="Ink 62">
                  <a:extLst>
                    <a:ext uri="{FF2B5EF4-FFF2-40B4-BE49-F238E27FC236}">
                      <a16:creationId xmlns:a16="http://schemas.microsoft.com/office/drawing/2014/main" id="{48E0B5D2-27C8-5D61-34C8-1FB5DB782A2B}"/>
                    </a:ext>
                  </a:extLst>
                </p14:cNvPr>
                <p14:cNvContentPartPr/>
                <p14:nvPr/>
              </p14:nvContentPartPr>
              <p14:xfrm>
                <a:off x="11290784" y="1001802"/>
                <a:ext cx="233280" cy="107640"/>
              </p14:xfrm>
            </p:contentPart>
          </mc:Choice>
          <mc:Fallback>
            <p:pic>
              <p:nvPicPr>
                <p:cNvPr id="63" name="Ink 62">
                  <a:extLst>
                    <a:ext uri="{FF2B5EF4-FFF2-40B4-BE49-F238E27FC236}">
                      <a16:creationId xmlns:a16="http://schemas.microsoft.com/office/drawing/2014/main" id="{48E0B5D2-27C8-5D61-34C8-1FB5DB782A2B}"/>
                    </a:ext>
                  </a:extLst>
                </p:cNvPr>
                <p:cNvPicPr/>
                <p:nvPr/>
              </p:nvPicPr>
              <p:blipFill>
                <a:blip r:embed="rId101"/>
                <a:stretch>
                  <a:fillRect/>
                </a:stretch>
              </p:blipFill>
              <p:spPr>
                <a:xfrm>
                  <a:off x="11281784" y="993162"/>
                  <a:ext cx="2509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4" name="Ink 63">
                  <a:extLst>
                    <a:ext uri="{FF2B5EF4-FFF2-40B4-BE49-F238E27FC236}">
                      <a16:creationId xmlns:a16="http://schemas.microsoft.com/office/drawing/2014/main" id="{DF1056CC-CFB4-6B68-B0CB-9BFA9AB3BBEE}"/>
                    </a:ext>
                  </a:extLst>
                </p14:cNvPr>
                <p14:cNvContentPartPr/>
                <p14:nvPr/>
              </p14:nvContentPartPr>
              <p14:xfrm>
                <a:off x="11476184" y="848082"/>
                <a:ext cx="6840" cy="24840"/>
              </p14:xfrm>
            </p:contentPart>
          </mc:Choice>
          <mc:Fallback>
            <p:pic>
              <p:nvPicPr>
                <p:cNvPr id="64" name="Ink 63">
                  <a:extLst>
                    <a:ext uri="{FF2B5EF4-FFF2-40B4-BE49-F238E27FC236}">
                      <a16:creationId xmlns:a16="http://schemas.microsoft.com/office/drawing/2014/main" id="{DF1056CC-CFB4-6B68-B0CB-9BFA9AB3BBEE}"/>
                    </a:ext>
                  </a:extLst>
                </p:cNvPr>
                <p:cNvPicPr/>
                <p:nvPr/>
              </p:nvPicPr>
              <p:blipFill>
                <a:blip r:embed="rId103"/>
                <a:stretch>
                  <a:fillRect/>
                </a:stretch>
              </p:blipFill>
              <p:spPr>
                <a:xfrm>
                  <a:off x="11467184" y="839442"/>
                  <a:ext cx="244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5" name="Ink 64">
                  <a:extLst>
                    <a:ext uri="{FF2B5EF4-FFF2-40B4-BE49-F238E27FC236}">
                      <a16:creationId xmlns:a16="http://schemas.microsoft.com/office/drawing/2014/main" id="{CB7BBEFB-8756-4AAB-F0B9-D83300B15EF7}"/>
                    </a:ext>
                  </a:extLst>
                </p14:cNvPr>
                <p14:cNvContentPartPr/>
                <p14:nvPr/>
              </p14:nvContentPartPr>
              <p14:xfrm>
                <a:off x="11532704" y="1041762"/>
                <a:ext cx="15480" cy="13320"/>
              </p14:xfrm>
            </p:contentPart>
          </mc:Choice>
          <mc:Fallback>
            <p:pic>
              <p:nvPicPr>
                <p:cNvPr id="65" name="Ink 64">
                  <a:extLst>
                    <a:ext uri="{FF2B5EF4-FFF2-40B4-BE49-F238E27FC236}">
                      <a16:creationId xmlns:a16="http://schemas.microsoft.com/office/drawing/2014/main" id="{CB7BBEFB-8756-4AAB-F0B9-D83300B15EF7}"/>
                    </a:ext>
                  </a:extLst>
                </p:cNvPr>
                <p:cNvPicPr/>
                <p:nvPr/>
              </p:nvPicPr>
              <p:blipFill>
                <a:blip r:embed="rId105"/>
                <a:stretch>
                  <a:fillRect/>
                </a:stretch>
              </p:blipFill>
              <p:spPr>
                <a:xfrm>
                  <a:off x="11524064" y="1032762"/>
                  <a:ext cx="331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6" name="Ink 65">
                  <a:extLst>
                    <a:ext uri="{FF2B5EF4-FFF2-40B4-BE49-F238E27FC236}">
                      <a16:creationId xmlns:a16="http://schemas.microsoft.com/office/drawing/2014/main" id="{1E18F079-7823-997B-6F4E-D9EF13F23818}"/>
                    </a:ext>
                  </a:extLst>
                </p14:cNvPr>
                <p14:cNvContentPartPr/>
                <p14:nvPr/>
              </p14:nvContentPartPr>
              <p14:xfrm>
                <a:off x="10323464" y="1378002"/>
                <a:ext cx="548280" cy="176400"/>
              </p14:xfrm>
            </p:contentPart>
          </mc:Choice>
          <mc:Fallback>
            <p:pic>
              <p:nvPicPr>
                <p:cNvPr id="66" name="Ink 65">
                  <a:extLst>
                    <a:ext uri="{FF2B5EF4-FFF2-40B4-BE49-F238E27FC236}">
                      <a16:creationId xmlns:a16="http://schemas.microsoft.com/office/drawing/2014/main" id="{1E18F079-7823-997B-6F4E-D9EF13F23818}"/>
                    </a:ext>
                  </a:extLst>
                </p:cNvPr>
                <p:cNvPicPr/>
                <p:nvPr/>
              </p:nvPicPr>
              <p:blipFill>
                <a:blip r:embed="rId107"/>
                <a:stretch>
                  <a:fillRect/>
                </a:stretch>
              </p:blipFill>
              <p:spPr>
                <a:xfrm>
                  <a:off x="10314464" y="1369002"/>
                  <a:ext cx="56592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7" name="Ink 66">
                  <a:extLst>
                    <a:ext uri="{FF2B5EF4-FFF2-40B4-BE49-F238E27FC236}">
                      <a16:creationId xmlns:a16="http://schemas.microsoft.com/office/drawing/2014/main" id="{4DE2A904-391B-1479-2C64-0145E7B91C71}"/>
                    </a:ext>
                  </a:extLst>
                </p14:cNvPr>
                <p14:cNvContentPartPr/>
                <p14:nvPr/>
              </p14:nvContentPartPr>
              <p14:xfrm>
                <a:off x="10919984" y="1324362"/>
                <a:ext cx="16560" cy="213120"/>
              </p14:xfrm>
            </p:contentPart>
          </mc:Choice>
          <mc:Fallback>
            <p:pic>
              <p:nvPicPr>
                <p:cNvPr id="67" name="Ink 66">
                  <a:extLst>
                    <a:ext uri="{FF2B5EF4-FFF2-40B4-BE49-F238E27FC236}">
                      <a16:creationId xmlns:a16="http://schemas.microsoft.com/office/drawing/2014/main" id="{4DE2A904-391B-1479-2C64-0145E7B91C71}"/>
                    </a:ext>
                  </a:extLst>
                </p:cNvPr>
                <p:cNvPicPr/>
                <p:nvPr/>
              </p:nvPicPr>
              <p:blipFill>
                <a:blip r:embed="rId109"/>
                <a:stretch>
                  <a:fillRect/>
                </a:stretch>
              </p:blipFill>
              <p:spPr>
                <a:xfrm>
                  <a:off x="10911344" y="1315362"/>
                  <a:ext cx="342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8" name="Ink 67">
                  <a:extLst>
                    <a:ext uri="{FF2B5EF4-FFF2-40B4-BE49-F238E27FC236}">
                      <a16:creationId xmlns:a16="http://schemas.microsoft.com/office/drawing/2014/main" id="{9980E6D8-DC7B-C8F6-4564-02EF5B802286}"/>
                    </a:ext>
                  </a:extLst>
                </p14:cNvPr>
                <p14:cNvContentPartPr/>
                <p14:nvPr/>
              </p14:nvContentPartPr>
              <p14:xfrm>
                <a:off x="10865624" y="1329042"/>
                <a:ext cx="282240" cy="216000"/>
              </p14:xfrm>
            </p:contentPart>
          </mc:Choice>
          <mc:Fallback>
            <p:pic>
              <p:nvPicPr>
                <p:cNvPr id="68" name="Ink 67">
                  <a:extLst>
                    <a:ext uri="{FF2B5EF4-FFF2-40B4-BE49-F238E27FC236}">
                      <a16:creationId xmlns:a16="http://schemas.microsoft.com/office/drawing/2014/main" id="{9980E6D8-DC7B-C8F6-4564-02EF5B802286}"/>
                    </a:ext>
                  </a:extLst>
                </p:cNvPr>
                <p:cNvPicPr/>
                <p:nvPr/>
              </p:nvPicPr>
              <p:blipFill>
                <a:blip r:embed="rId111"/>
                <a:stretch>
                  <a:fillRect/>
                </a:stretch>
              </p:blipFill>
              <p:spPr>
                <a:xfrm>
                  <a:off x="10856984" y="1320402"/>
                  <a:ext cx="29988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9" name="Ink 68">
                  <a:extLst>
                    <a:ext uri="{FF2B5EF4-FFF2-40B4-BE49-F238E27FC236}">
                      <a16:creationId xmlns:a16="http://schemas.microsoft.com/office/drawing/2014/main" id="{35DBE8CB-80AC-D117-94E8-4658EFA306D1}"/>
                    </a:ext>
                  </a:extLst>
                </p14:cNvPr>
                <p14:cNvContentPartPr/>
                <p14:nvPr/>
              </p14:nvContentPartPr>
              <p14:xfrm>
                <a:off x="11277464" y="1484202"/>
                <a:ext cx="1440" cy="360"/>
              </p14:xfrm>
            </p:contentPart>
          </mc:Choice>
          <mc:Fallback>
            <p:pic>
              <p:nvPicPr>
                <p:cNvPr id="69" name="Ink 68">
                  <a:extLst>
                    <a:ext uri="{FF2B5EF4-FFF2-40B4-BE49-F238E27FC236}">
                      <a16:creationId xmlns:a16="http://schemas.microsoft.com/office/drawing/2014/main" id="{35DBE8CB-80AC-D117-94E8-4658EFA306D1}"/>
                    </a:ext>
                  </a:extLst>
                </p:cNvPr>
                <p:cNvPicPr/>
                <p:nvPr/>
              </p:nvPicPr>
              <p:blipFill>
                <a:blip r:embed="rId113"/>
                <a:stretch>
                  <a:fillRect/>
                </a:stretch>
              </p:blipFill>
              <p:spPr>
                <a:xfrm>
                  <a:off x="11268824" y="1475202"/>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0" name="Ink 69">
                  <a:extLst>
                    <a:ext uri="{FF2B5EF4-FFF2-40B4-BE49-F238E27FC236}">
                      <a16:creationId xmlns:a16="http://schemas.microsoft.com/office/drawing/2014/main" id="{8F3F0E4E-EFE2-C34E-FFFB-E8CF84E7899C}"/>
                    </a:ext>
                  </a:extLst>
                </p14:cNvPr>
                <p14:cNvContentPartPr/>
                <p14:nvPr/>
              </p14:nvContentPartPr>
              <p14:xfrm>
                <a:off x="11282504" y="1591482"/>
                <a:ext cx="406440" cy="312840"/>
              </p14:xfrm>
            </p:contentPart>
          </mc:Choice>
          <mc:Fallback>
            <p:pic>
              <p:nvPicPr>
                <p:cNvPr id="70" name="Ink 69">
                  <a:extLst>
                    <a:ext uri="{FF2B5EF4-FFF2-40B4-BE49-F238E27FC236}">
                      <a16:creationId xmlns:a16="http://schemas.microsoft.com/office/drawing/2014/main" id="{8F3F0E4E-EFE2-C34E-FFFB-E8CF84E7899C}"/>
                    </a:ext>
                  </a:extLst>
                </p:cNvPr>
                <p:cNvPicPr/>
                <p:nvPr/>
              </p:nvPicPr>
              <p:blipFill>
                <a:blip r:embed="rId115"/>
                <a:stretch>
                  <a:fillRect/>
                </a:stretch>
              </p:blipFill>
              <p:spPr>
                <a:xfrm>
                  <a:off x="11273504" y="1582482"/>
                  <a:ext cx="42408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1" name="Ink 70">
                  <a:extLst>
                    <a:ext uri="{FF2B5EF4-FFF2-40B4-BE49-F238E27FC236}">
                      <a16:creationId xmlns:a16="http://schemas.microsoft.com/office/drawing/2014/main" id="{7DB81628-AE42-044C-4F1B-C21AA443EB39}"/>
                    </a:ext>
                  </a:extLst>
                </p14:cNvPr>
                <p14:cNvContentPartPr/>
                <p14:nvPr/>
              </p14:nvContentPartPr>
              <p14:xfrm>
                <a:off x="11681744" y="1642602"/>
                <a:ext cx="16560" cy="20520"/>
              </p14:xfrm>
            </p:contentPart>
          </mc:Choice>
          <mc:Fallback>
            <p:pic>
              <p:nvPicPr>
                <p:cNvPr id="71" name="Ink 70">
                  <a:extLst>
                    <a:ext uri="{FF2B5EF4-FFF2-40B4-BE49-F238E27FC236}">
                      <a16:creationId xmlns:a16="http://schemas.microsoft.com/office/drawing/2014/main" id="{7DB81628-AE42-044C-4F1B-C21AA443EB39}"/>
                    </a:ext>
                  </a:extLst>
                </p:cNvPr>
                <p:cNvPicPr/>
                <p:nvPr/>
              </p:nvPicPr>
              <p:blipFill>
                <a:blip r:embed="rId117"/>
                <a:stretch>
                  <a:fillRect/>
                </a:stretch>
              </p:blipFill>
              <p:spPr>
                <a:xfrm>
                  <a:off x="11673104" y="1633602"/>
                  <a:ext cx="342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2" name="Ink 71">
                  <a:extLst>
                    <a:ext uri="{FF2B5EF4-FFF2-40B4-BE49-F238E27FC236}">
                      <a16:creationId xmlns:a16="http://schemas.microsoft.com/office/drawing/2014/main" id="{FE3035B4-DC84-6D50-7AA6-454A27C6DCD9}"/>
                    </a:ext>
                  </a:extLst>
                </p14:cNvPr>
                <p14:cNvContentPartPr/>
                <p14:nvPr/>
              </p14:nvContentPartPr>
              <p14:xfrm>
                <a:off x="11734664" y="1068762"/>
                <a:ext cx="239400" cy="309960"/>
              </p14:xfrm>
            </p:contentPart>
          </mc:Choice>
          <mc:Fallback>
            <p:pic>
              <p:nvPicPr>
                <p:cNvPr id="72" name="Ink 71">
                  <a:extLst>
                    <a:ext uri="{FF2B5EF4-FFF2-40B4-BE49-F238E27FC236}">
                      <a16:creationId xmlns:a16="http://schemas.microsoft.com/office/drawing/2014/main" id="{FE3035B4-DC84-6D50-7AA6-454A27C6DCD9}"/>
                    </a:ext>
                  </a:extLst>
                </p:cNvPr>
                <p:cNvPicPr/>
                <p:nvPr/>
              </p:nvPicPr>
              <p:blipFill>
                <a:blip r:embed="rId119"/>
                <a:stretch>
                  <a:fillRect/>
                </a:stretch>
              </p:blipFill>
              <p:spPr>
                <a:xfrm>
                  <a:off x="11726024" y="1059762"/>
                  <a:ext cx="25704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3" name="Ink 72">
                  <a:extLst>
                    <a:ext uri="{FF2B5EF4-FFF2-40B4-BE49-F238E27FC236}">
                      <a16:creationId xmlns:a16="http://schemas.microsoft.com/office/drawing/2014/main" id="{16CFEABE-7BD8-44B4-1DEA-C0185D8C08CA}"/>
                    </a:ext>
                  </a:extLst>
                </p14:cNvPr>
                <p14:cNvContentPartPr/>
                <p14:nvPr/>
              </p14:nvContentPartPr>
              <p14:xfrm>
                <a:off x="11216984" y="328962"/>
                <a:ext cx="120960" cy="253080"/>
              </p14:xfrm>
            </p:contentPart>
          </mc:Choice>
          <mc:Fallback>
            <p:pic>
              <p:nvPicPr>
                <p:cNvPr id="73" name="Ink 72">
                  <a:extLst>
                    <a:ext uri="{FF2B5EF4-FFF2-40B4-BE49-F238E27FC236}">
                      <a16:creationId xmlns:a16="http://schemas.microsoft.com/office/drawing/2014/main" id="{16CFEABE-7BD8-44B4-1DEA-C0185D8C08CA}"/>
                    </a:ext>
                  </a:extLst>
                </p:cNvPr>
                <p:cNvPicPr/>
                <p:nvPr/>
              </p:nvPicPr>
              <p:blipFill>
                <a:blip r:embed="rId121"/>
                <a:stretch>
                  <a:fillRect/>
                </a:stretch>
              </p:blipFill>
              <p:spPr>
                <a:xfrm>
                  <a:off x="11208344" y="319962"/>
                  <a:ext cx="13860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4" name="Ink 73">
                  <a:extLst>
                    <a:ext uri="{FF2B5EF4-FFF2-40B4-BE49-F238E27FC236}">
                      <a16:creationId xmlns:a16="http://schemas.microsoft.com/office/drawing/2014/main" id="{DE13D6AF-9F19-4FD4-F4A6-71FAF3B2CE1B}"/>
                    </a:ext>
                  </a:extLst>
                </p14:cNvPr>
                <p14:cNvContentPartPr/>
                <p14:nvPr/>
              </p14:nvContentPartPr>
              <p14:xfrm>
                <a:off x="11216984" y="443802"/>
                <a:ext cx="65880" cy="46440"/>
              </p14:xfrm>
            </p:contentPart>
          </mc:Choice>
          <mc:Fallback>
            <p:pic>
              <p:nvPicPr>
                <p:cNvPr id="74" name="Ink 73">
                  <a:extLst>
                    <a:ext uri="{FF2B5EF4-FFF2-40B4-BE49-F238E27FC236}">
                      <a16:creationId xmlns:a16="http://schemas.microsoft.com/office/drawing/2014/main" id="{DE13D6AF-9F19-4FD4-F4A6-71FAF3B2CE1B}"/>
                    </a:ext>
                  </a:extLst>
                </p:cNvPr>
                <p:cNvPicPr/>
                <p:nvPr/>
              </p:nvPicPr>
              <p:blipFill>
                <a:blip r:embed="rId123"/>
                <a:stretch>
                  <a:fillRect/>
                </a:stretch>
              </p:blipFill>
              <p:spPr>
                <a:xfrm>
                  <a:off x="11207984" y="435162"/>
                  <a:ext cx="8352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5" name="Ink 74">
                  <a:extLst>
                    <a:ext uri="{FF2B5EF4-FFF2-40B4-BE49-F238E27FC236}">
                      <a16:creationId xmlns:a16="http://schemas.microsoft.com/office/drawing/2014/main" id="{022CC6A2-24B7-6521-846F-382B593ADCCF}"/>
                    </a:ext>
                  </a:extLst>
                </p14:cNvPr>
                <p14:cNvContentPartPr/>
                <p14:nvPr/>
              </p14:nvContentPartPr>
              <p14:xfrm>
                <a:off x="11429384" y="373962"/>
                <a:ext cx="21240" cy="183960"/>
              </p14:xfrm>
            </p:contentPart>
          </mc:Choice>
          <mc:Fallback>
            <p:pic>
              <p:nvPicPr>
                <p:cNvPr id="75" name="Ink 74">
                  <a:extLst>
                    <a:ext uri="{FF2B5EF4-FFF2-40B4-BE49-F238E27FC236}">
                      <a16:creationId xmlns:a16="http://schemas.microsoft.com/office/drawing/2014/main" id="{022CC6A2-24B7-6521-846F-382B593ADCCF}"/>
                    </a:ext>
                  </a:extLst>
                </p:cNvPr>
                <p:cNvPicPr/>
                <p:nvPr/>
              </p:nvPicPr>
              <p:blipFill>
                <a:blip r:embed="rId125"/>
                <a:stretch>
                  <a:fillRect/>
                </a:stretch>
              </p:blipFill>
              <p:spPr>
                <a:xfrm>
                  <a:off x="11420384" y="365322"/>
                  <a:ext cx="3888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6" name="Ink 75">
                  <a:extLst>
                    <a:ext uri="{FF2B5EF4-FFF2-40B4-BE49-F238E27FC236}">
                      <a16:creationId xmlns:a16="http://schemas.microsoft.com/office/drawing/2014/main" id="{130AE3F6-81ED-B926-DEEE-68C3C4739705}"/>
                    </a:ext>
                  </a:extLst>
                </p14:cNvPr>
                <p14:cNvContentPartPr/>
                <p14:nvPr/>
              </p14:nvContentPartPr>
              <p14:xfrm>
                <a:off x="11542424" y="475482"/>
                <a:ext cx="51840" cy="64080"/>
              </p14:xfrm>
            </p:contentPart>
          </mc:Choice>
          <mc:Fallback>
            <p:pic>
              <p:nvPicPr>
                <p:cNvPr id="76" name="Ink 75">
                  <a:extLst>
                    <a:ext uri="{FF2B5EF4-FFF2-40B4-BE49-F238E27FC236}">
                      <a16:creationId xmlns:a16="http://schemas.microsoft.com/office/drawing/2014/main" id="{130AE3F6-81ED-B926-DEEE-68C3C4739705}"/>
                    </a:ext>
                  </a:extLst>
                </p:cNvPr>
                <p:cNvPicPr/>
                <p:nvPr/>
              </p:nvPicPr>
              <p:blipFill>
                <a:blip r:embed="rId127"/>
                <a:stretch>
                  <a:fillRect/>
                </a:stretch>
              </p:blipFill>
              <p:spPr>
                <a:xfrm>
                  <a:off x="11533784" y="466482"/>
                  <a:ext cx="694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4A9A7AE1-E46F-A720-EDFA-F0BFCCC26EB5}"/>
                    </a:ext>
                  </a:extLst>
                </p14:cNvPr>
                <p14:cNvContentPartPr/>
                <p14:nvPr/>
              </p14:nvContentPartPr>
              <p14:xfrm>
                <a:off x="9879584" y="170202"/>
                <a:ext cx="257040" cy="160920"/>
              </p14:xfrm>
            </p:contentPart>
          </mc:Choice>
          <mc:Fallback>
            <p:pic>
              <p:nvPicPr>
                <p:cNvPr id="77" name="Ink 76">
                  <a:extLst>
                    <a:ext uri="{FF2B5EF4-FFF2-40B4-BE49-F238E27FC236}">
                      <a16:creationId xmlns:a16="http://schemas.microsoft.com/office/drawing/2014/main" id="{4A9A7AE1-E46F-A720-EDFA-F0BFCCC26EB5}"/>
                    </a:ext>
                  </a:extLst>
                </p:cNvPr>
                <p:cNvPicPr/>
                <p:nvPr/>
              </p:nvPicPr>
              <p:blipFill>
                <a:blip r:embed="rId129"/>
                <a:stretch>
                  <a:fillRect/>
                </a:stretch>
              </p:blipFill>
              <p:spPr>
                <a:xfrm>
                  <a:off x="9870584" y="161562"/>
                  <a:ext cx="27468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51F894EF-C217-75B9-874E-CC22624A4C40}"/>
                    </a:ext>
                  </a:extLst>
                </p14:cNvPr>
                <p14:cNvContentPartPr/>
                <p14:nvPr/>
              </p14:nvContentPartPr>
              <p14:xfrm>
                <a:off x="10243904" y="284682"/>
                <a:ext cx="70920" cy="6480"/>
              </p14:xfrm>
            </p:contentPart>
          </mc:Choice>
          <mc:Fallback>
            <p:pic>
              <p:nvPicPr>
                <p:cNvPr id="78" name="Ink 77">
                  <a:extLst>
                    <a:ext uri="{FF2B5EF4-FFF2-40B4-BE49-F238E27FC236}">
                      <a16:creationId xmlns:a16="http://schemas.microsoft.com/office/drawing/2014/main" id="{51F894EF-C217-75B9-874E-CC22624A4C40}"/>
                    </a:ext>
                  </a:extLst>
                </p:cNvPr>
                <p:cNvPicPr/>
                <p:nvPr/>
              </p:nvPicPr>
              <p:blipFill>
                <a:blip r:embed="rId131"/>
                <a:stretch>
                  <a:fillRect/>
                </a:stretch>
              </p:blipFill>
              <p:spPr>
                <a:xfrm>
                  <a:off x="10234904" y="275682"/>
                  <a:ext cx="8856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0688152B-6499-F583-34CF-F47CAEA7468E}"/>
                    </a:ext>
                  </a:extLst>
                </p14:cNvPr>
                <p14:cNvContentPartPr/>
                <p14:nvPr/>
              </p14:nvContentPartPr>
              <p14:xfrm>
                <a:off x="10347224" y="2364762"/>
                <a:ext cx="419400" cy="14040"/>
              </p14:xfrm>
            </p:contentPart>
          </mc:Choice>
          <mc:Fallback>
            <p:pic>
              <p:nvPicPr>
                <p:cNvPr id="82" name="Ink 81">
                  <a:extLst>
                    <a:ext uri="{FF2B5EF4-FFF2-40B4-BE49-F238E27FC236}">
                      <a16:creationId xmlns:a16="http://schemas.microsoft.com/office/drawing/2014/main" id="{0688152B-6499-F583-34CF-F47CAEA7468E}"/>
                    </a:ext>
                  </a:extLst>
                </p:cNvPr>
                <p:cNvPicPr/>
                <p:nvPr/>
              </p:nvPicPr>
              <p:blipFill>
                <a:blip r:embed="rId133"/>
                <a:stretch>
                  <a:fillRect/>
                </a:stretch>
              </p:blipFill>
              <p:spPr>
                <a:xfrm>
                  <a:off x="10338224" y="2356122"/>
                  <a:ext cx="4370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3" name="Ink 82">
                  <a:extLst>
                    <a:ext uri="{FF2B5EF4-FFF2-40B4-BE49-F238E27FC236}">
                      <a16:creationId xmlns:a16="http://schemas.microsoft.com/office/drawing/2014/main" id="{D566EA40-03D3-B422-7EC3-642874CBF75B}"/>
                    </a:ext>
                  </a:extLst>
                </p14:cNvPr>
                <p14:cNvContentPartPr/>
                <p14:nvPr/>
              </p14:nvContentPartPr>
              <p14:xfrm>
                <a:off x="10720904" y="3611082"/>
                <a:ext cx="194400" cy="2880"/>
              </p14:xfrm>
            </p:contentPart>
          </mc:Choice>
          <mc:Fallback>
            <p:pic>
              <p:nvPicPr>
                <p:cNvPr id="83" name="Ink 82">
                  <a:extLst>
                    <a:ext uri="{FF2B5EF4-FFF2-40B4-BE49-F238E27FC236}">
                      <a16:creationId xmlns:a16="http://schemas.microsoft.com/office/drawing/2014/main" id="{D566EA40-03D3-B422-7EC3-642874CBF75B}"/>
                    </a:ext>
                  </a:extLst>
                </p:cNvPr>
                <p:cNvPicPr/>
                <p:nvPr/>
              </p:nvPicPr>
              <p:blipFill>
                <a:blip r:embed="rId135"/>
                <a:stretch>
                  <a:fillRect/>
                </a:stretch>
              </p:blipFill>
              <p:spPr>
                <a:xfrm>
                  <a:off x="10711904" y="3602082"/>
                  <a:ext cx="2120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4" name="Ink 83">
                  <a:extLst>
                    <a:ext uri="{FF2B5EF4-FFF2-40B4-BE49-F238E27FC236}">
                      <a16:creationId xmlns:a16="http://schemas.microsoft.com/office/drawing/2014/main" id="{7235FFD6-9A7D-8E75-11CC-C30A52FF970B}"/>
                    </a:ext>
                  </a:extLst>
                </p14:cNvPr>
                <p14:cNvContentPartPr/>
                <p14:nvPr/>
              </p14:nvContentPartPr>
              <p14:xfrm>
                <a:off x="10508504" y="4598202"/>
                <a:ext cx="263880" cy="27720"/>
              </p14:xfrm>
            </p:contentPart>
          </mc:Choice>
          <mc:Fallback>
            <p:pic>
              <p:nvPicPr>
                <p:cNvPr id="84" name="Ink 83">
                  <a:extLst>
                    <a:ext uri="{FF2B5EF4-FFF2-40B4-BE49-F238E27FC236}">
                      <a16:creationId xmlns:a16="http://schemas.microsoft.com/office/drawing/2014/main" id="{7235FFD6-9A7D-8E75-11CC-C30A52FF970B}"/>
                    </a:ext>
                  </a:extLst>
                </p:cNvPr>
                <p:cNvPicPr/>
                <p:nvPr/>
              </p:nvPicPr>
              <p:blipFill>
                <a:blip r:embed="rId137"/>
                <a:stretch>
                  <a:fillRect/>
                </a:stretch>
              </p:blipFill>
              <p:spPr>
                <a:xfrm>
                  <a:off x="10499864" y="4589562"/>
                  <a:ext cx="2815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5" name="Ink 84">
                  <a:extLst>
                    <a:ext uri="{FF2B5EF4-FFF2-40B4-BE49-F238E27FC236}">
                      <a16:creationId xmlns:a16="http://schemas.microsoft.com/office/drawing/2014/main" id="{ED1F001C-B5FF-CD29-00CB-E26AB62C2479}"/>
                    </a:ext>
                  </a:extLst>
                </p14:cNvPr>
                <p14:cNvContentPartPr/>
                <p14:nvPr/>
              </p14:nvContentPartPr>
              <p14:xfrm>
                <a:off x="10243904" y="5572362"/>
                <a:ext cx="360720" cy="41040"/>
              </p14:xfrm>
            </p:contentPart>
          </mc:Choice>
          <mc:Fallback>
            <p:pic>
              <p:nvPicPr>
                <p:cNvPr id="85" name="Ink 84">
                  <a:extLst>
                    <a:ext uri="{FF2B5EF4-FFF2-40B4-BE49-F238E27FC236}">
                      <a16:creationId xmlns:a16="http://schemas.microsoft.com/office/drawing/2014/main" id="{ED1F001C-B5FF-CD29-00CB-E26AB62C2479}"/>
                    </a:ext>
                  </a:extLst>
                </p:cNvPr>
                <p:cNvPicPr/>
                <p:nvPr/>
              </p:nvPicPr>
              <p:blipFill>
                <a:blip r:embed="rId139"/>
                <a:stretch>
                  <a:fillRect/>
                </a:stretch>
              </p:blipFill>
              <p:spPr>
                <a:xfrm>
                  <a:off x="10234904" y="5563362"/>
                  <a:ext cx="37836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17986AE9-3F2D-5EDA-DDB3-0FA05E8EB93A}"/>
                    </a:ext>
                  </a:extLst>
                </p14:cNvPr>
                <p14:cNvContentPartPr/>
                <p14:nvPr/>
              </p14:nvContentPartPr>
              <p14:xfrm>
                <a:off x="5790704" y="1552602"/>
                <a:ext cx="343440" cy="309600"/>
              </p14:xfrm>
            </p:contentPart>
          </mc:Choice>
          <mc:Fallback>
            <p:pic>
              <p:nvPicPr>
                <p:cNvPr id="86" name="Ink 85">
                  <a:extLst>
                    <a:ext uri="{FF2B5EF4-FFF2-40B4-BE49-F238E27FC236}">
                      <a16:creationId xmlns:a16="http://schemas.microsoft.com/office/drawing/2014/main" id="{17986AE9-3F2D-5EDA-DDB3-0FA05E8EB93A}"/>
                    </a:ext>
                  </a:extLst>
                </p:cNvPr>
                <p:cNvPicPr/>
                <p:nvPr/>
              </p:nvPicPr>
              <p:blipFill>
                <a:blip r:embed="rId141"/>
                <a:stretch>
                  <a:fillRect/>
                </a:stretch>
              </p:blipFill>
              <p:spPr>
                <a:xfrm>
                  <a:off x="5781704" y="1543602"/>
                  <a:ext cx="36108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7" name="Ink 86">
                  <a:extLst>
                    <a:ext uri="{FF2B5EF4-FFF2-40B4-BE49-F238E27FC236}">
                      <a16:creationId xmlns:a16="http://schemas.microsoft.com/office/drawing/2014/main" id="{124188EE-CB21-841B-7E60-768D363D745D}"/>
                    </a:ext>
                  </a:extLst>
                </p14:cNvPr>
                <p14:cNvContentPartPr/>
                <p14:nvPr/>
              </p14:nvContentPartPr>
              <p14:xfrm>
                <a:off x="6155384" y="1652682"/>
                <a:ext cx="156600" cy="150480"/>
              </p14:xfrm>
            </p:contentPart>
          </mc:Choice>
          <mc:Fallback>
            <p:pic>
              <p:nvPicPr>
                <p:cNvPr id="87" name="Ink 86">
                  <a:extLst>
                    <a:ext uri="{FF2B5EF4-FFF2-40B4-BE49-F238E27FC236}">
                      <a16:creationId xmlns:a16="http://schemas.microsoft.com/office/drawing/2014/main" id="{124188EE-CB21-841B-7E60-768D363D745D}"/>
                    </a:ext>
                  </a:extLst>
                </p:cNvPr>
                <p:cNvPicPr/>
                <p:nvPr/>
              </p:nvPicPr>
              <p:blipFill>
                <a:blip r:embed="rId143"/>
                <a:stretch>
                  <a:fillRect/>
                </a:stretch>
              </p:blipFill>
              <p:spPr>
                <a:xfrm>
                  <a:off x="6146744" y="1643682"/>
                  <a:ext cx="17424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731754E6-B4D5-2D34-CBFE-97887BEEDBF6}"/>
                    </a:ext>
                  </a:extLst>
                </p14:cNvPr>
                <p14:cNvContentPartPr/>
                <p14:nvPr/>
              </p14:nvContentPartPr>
              <p14:xfrm>
                <a:off x="6343304" y="1651242"/>
                <a:ext cx="144000" cy="139320"/>
              </p14:xfrm>
            </p:contentPart>
          </mc:Choice>
          <mc:Fallback>
            <p:pic>
              <p:nvPicPr>
                <p:cNvPr id="88" name="Ink 87">
                  <a:extLst>
                    <a:ext uri="{FF2B5EF4-FFF2-40B4-BE49-F238E27FC236}">
                      <a16:creationId xmlns:a16="http://schemas.microsoft.com/office/drawing/2014/main" id="{731754E6-B4D5-2D34-CBFE-97887BEEDBF6}"/>
                    </a:ext>
                  </a:extLst>
                </p:cNvPr>
                <p:cNvPicPr/>
                <p:nvPr/>
              </p:nvPicPr>
              <p:blipFill>
                <a:blip r:embed="rId145"/>
                <a:stretch>
                  <a:fillRect/>
                </a:stretch>
              </p:blipFill>
              <p:spPr>
                <a:xfrm>
                  <a:off x="6334304" y="1642602"/>
                  <a:ext cx="1616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210A614D-E424-ED9B-7EDE-594ACD16D0B9}"/>
                    </a:ext>
                  </a:extLst>
                </p14:cNvPr>
                <p14:cNvContentPartPr/>
                <p14:nvPr/>
              </p14:nvContentPartPr>
              <p14:xfrm>
                <a:off x="6528344" y="1646562"/>
                <a:ext cx="104400" cy="272520"/>
              </p14:xfrm>
            </p:contentPart>
          </mc:Choice>
          <mc:Fallback>
            <p:pic>
              <p:nvPicPr>
                <p:cNvPr id="89" name="Ink 88">
                  <a:extLst>
                    <a:ext uri="{FF2B5EF4-FFF2-40B4-BE49-F238E27FC236}">
                      <a16:creationId xmlns:a16="http://schemas.microsoft.com/office/drawing/2014/main" id="{210A614D-E424-ED9B-7EDE-594ACD16D0B9}"/>
                    </a:ext>
                  </a:extLst>
                </p:cNvPr>
                <p:cNvPicPr/>
                <p:nvPr/>
              </p:nvPicPr>
              <p:blipFill>
                <a:blip r:embed="rId147"/>
                <a:stretch>
                  <a:fillRect/>
                </a:stretch>
              </p:blipFill>
              <p:spPr>
                <a:xfrm>
                  <a:off x="6519704" y="1637922"/>
                  <a:ext cx="12204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Ink 89">
                  <a:extLst>
                    <a:ext uri="{FF2B5EF4-FFF2-40B4-BE49-F238E27FC236}">
                      <a16:creationId xmlns:a16="http://schemas.microsoft.com/office/drawing/2014/main" id="{C3EAB831-A227-0714-39EE-9392B99F90F4}"/>
                    </a:ext>
                  </a:extLst>
                </p14:cNvPr>
                <p14:cNvContentPartPr/>
                <p14:nvPr/>
              </p14:nvContentPartPr>
              <p14:xfrm>
                <a:off x="6701144" y="1592922"/>
                <a:ext cx="117360" cy="274680"/>
              </p14:xfrm>
            </p:contentPart>
          </mc:Choice>
          <mc:Fallback>
            <p:pic>
              <p:nvPicPr>
                <p:cNvPr id="90" name="Ink 89">
                  <a:extLst>
                    <a:ext uri="{FF2B5EF4-FFF2-40B4-BE49-F238E27FC236}">
                      <a16:creationId xmlns:a16="http://schemas.microsoft.com/office/drawing/2014/main" id="{C3EAB831-A227-0714-39EE-9392B99F90F4}"/>
                    </a:ext>
                  </a:extLst>
                </p:cNvPr>
                <p:cNvPicPr/>
                <p:nvPr/>
              </p:nvPicPr>
              <p:blipFill>
                <a:blip r:embed="rId149"/>
                <a:stretch>
                  <a:fillRect/>
                </a:stretch>
              </p:blipFill>
              <p:spPr>
                <a:xfrm>
                  <a:off x="6692144" y="1583922"/>
                  <a:ext cx="1350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1" name="Ink 90">
                  <a:extLst>
                    <a:ext uri="{FF2B5EF4-FFF2-40B4-BE49-F238E27FC236}">
                      <a16:creationId xmlns:a16="http://schemas.microsoft.com/office/drawing/2014/main" id="{1CF21AB5-5152-F4BA-D90A-FC79E9E5186F}"/>
                    </a:ext>
                  </a:extLst>
                </p14:cNvPr>
                <p14:cNvContentPartPr/>
                <p14:nvPr/>
              </p14:nvContentPartPr>
              <p14:xfrm>
                <a:off x="6871064" y="1584282"/>
                <a:ext cx="151560" cy="192960"/>
              </p14:xfrm>
            </p:contentPart>
          </mc:Choice>
          <mc:Fallback>
            <p:pic>
              <p:nvPicPr>
                <p:cNvPr id="91" name="Ink 90">
                  <a:extLst>
                    <a:ext uri="{FF2B5EF4-FFF2-40B4-BE49-F238E27FC236}">
                      <a16:creationId xmlns:a16="http://schemas.microsoft.com/office/drawing/2014/main" id="{1CF21AB5-5152-F4BA-D90A-FC79E9E5186F}"/>
                    </a:ext>
                  </a:extLst>
                </p:cNvPr>
                <p:cNvPicPr/>
                <p:nvPr/>
              </p:nvPicPr>
              <p:blipFill>
                <a:blip r:embed="rId151"/>
                <a:stretch>
                  <a:fillRect/>
                </a:stretch>
              </p:blipFill>
              <p:spPr>
                <a:xfrm>
                  <a:off x="6862064" y="1575282"/>
                  <a:ext cx="16920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Ink 91">
                  <a:extLst>
                    <a:ext uri="{FF2B5EF4-FFF2-40B4-BE49-F238E27FC236}">
                      <a16:creationId xmlns:a16="http://schemas.microsoft.com/office/drawing/2014/main" id="{32662A3A-A8D1-BAF0-7C80-651CF0772302}"/>
                    </a:ext>
                  </a:extLst>
                </p14:cNvPr>
                <p14:cNvContentPartPr/>
                <p14:nvPr/>
              </p14:nvContentPartPr>
              <p14:xfrm>
                <a:off x="7127384" y="1557282"/>
                <a:ext cx="187560" cy="212760"/>
              </p14:xfrm>
            </p:contentPart>
          </mc:Choice>
          <mc:Fallback>
            <p:pic>
              <p:nvPicPr>
                <p:cNvPr id="92" name="Ink 91">
                  <a:extLst>
                    <a:ext uri="{FF2B5EF4-FFF2-40B4-BE49-F238E27FC236}">
                      <a16:creationId xmlns:a16="http://schemas.microsoft.com/office/drawing/2014/main" id="{32662A3A-A8D1-BAF0-7C80-651CF0772302}"/>
                    </a:ext>
                  </a:extLst>
                </p:cNvPr>
                <p:cNvPicPr/>
                <p:nvPr/>
              </p:nvPicPr>
              <p:blipFill>
                <a:blip r:embed="rId153"/>
                <a:stretch>
                  <a:fillRect/>
                </a:stretch>
              </p:blipFill>
              <p:spPr>
                <a:xfrm>
                  <a:off x="7118744" y="1548642"/>
                  <a:ext cx="20520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4" name="Ink 93">
                  <a:extLst>
                    <a:ext uri="{FF2B5EF4-FFF2-40B4-BE49-F238E27FC236}">
                      <a16:creationId xmlns:a16="http://schemas.microsoft.com/office/drawing/2014/main" id="{B47B2F25-57A1-36F9-B1C4-9D4B10866CF7}"/>
                    </a:ext>
                  </a:extLst>
                </p14:cNvPr>
                <p14:cNvContentPartPr/>
                <p14:nvPr/>
              </p14:nvContentPartPr>
              <p14:xfrm>
                <a:off x="5857304" y="2350002"/>
                <a:ext cx="1443960" cy="691200"/>
              </p14:xfrm>
            </p:contentPart>
          </mc:Choice>
          <mc:Fallback>
            <p:pic>
              <p:nvPicPr>
                <p:cNvPr id="94" name="Ink 93">
                  <a:extLst>
                    <a:ext uri="{FF2B5EF4-FFF2-40B4-BE49-F238E27FC236}">
                      <a16:creationId xmlns:a16="http://schemas.microsoft.com/office/drawing/2014/main" id="{B47B2F25-57A1-36F9-B1C4-9D4B10866CF7}"/>
                    </a:ext>
                  </a:extLst>
                </p:cNvPr>
                <p:cNvPicPr/>
                <p:nvPr/>
              </p:nvPicPr>
              <p:blipFill>
                <a:blip r:embed="rId155"/>
                <a:stretch>
                  <a:fillRect/>
                </a:stretch>
              </p:blipFill>
              <p:spPr>
                <a:xfrm>
                  <a:off x="5848664" y="2341002"/>
                  <a:ext cx="1461600" cy="7088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5" name="Ink 94">
                  <a:extLst>
                    <a:ext uri="{FF2B5EF4-FFF2-40B4-BE49-F238E27FC236}">
                      <a16:creationId xmlns:a16="http://schemas.microsoft.com/office/drawing/2014/main" id="{0C3F3F55-6196-6990-9045-38B939018B83}"/>
                    </a:ext>
                  </a:extLst>
                </p14:cNvPr>
                <p14:cNvContentPartPr/>
                <p14:nvPr/>
              </p14:nvContentPartPr>
              <p14:xfrm>
                <a:off x="6281024" y="2064522"/>
                <a:ext cx="319680" cy="29520"/>
              </p14:xfrm>
            </p:contentPart>
          </mc:Choice>
          <mc:Fallback>
            <p:pic>
              <p:nvPicPr>
                <p:cNvPr id="95" name="Ink 94">
                  <a:extLst>
                    <a:ext uri="{FF2B5EF4-FFF2-40B4-BE49-F238E27FC236}">
                      <a16:creationId xmlns:a16="http://schemas.microsoft.com/office/drawing/2014/main" id="{0C3F3F55-6196-6990-9045-38B939018B83}"/>
                    </a:ext>
                  </a:extLst>
                </p:cNvPr>
                <p:cNvPicPr/>
                <p:nvPr/>
              </p:nvPicPr>
              <p:blipFill>
                <a:blip r:embed="rId157"/>
                <a:stretch>
                  <a:fillRect/>
                </a:stretch>
              </p:blipFill>
              <p:spPr>
                <a:xfrm>
                  <a:off x="6272024" y="2055882"/>
                  <a:ext cx="33732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6" name="Ink 95">
                  <a:extLst>
                    <a:ext uri="{FF2B5EF4-FFF2-40B4-BE49-F238E27FC236}">
                      <a16:creationId xmlns:a16="http://schemas.microsoft.com/office/drawing/2014/main" id="{FCE6D2AF-CCC7-442F-823A-5259A18399BA}"/>
                    </a:ext>
                  </a:extLst>
                </p14:cNvPr>
                <p14:cNvContentPartPr/>
                <p14:nvPr/>
              </p14:nvContentPartPr>
              <p14:xfrm>
                <a:off x="6441224" y="2040042"/>
                <a:ext cx="52200" cy="235440"/>
              </p14:xfrm>
            </p:contentPart>
          </mc:Choice>
          <mc:Fallback>
            <p:pic>
              <p:nvPicPr>
                <p:cNvPr id="96" name="Ink 95">
                  <a:extLst>
                    <a:ext uri="{FF2B5EF4-FFF2-40B4-BE49-F238E27FC236}">
                      <a16:creationId xmlns:a16="http://schemas.microsoft.com/office/drawing/2014/main" id="{FCE6D2AF-CCC7-442F-823A-5259A18399BA}"/>
                    </a:ext>
                  </a:extLst>
                </p:cNvPr>
                <p:cNvPicPr/>
                <p:nvPr/>
              </p:nvPicPr>
              <p:blipFill>
                <a:blip r:embed="rId159"/>
                <a:stretch>
                  <a:fillRect/>
                </a:stretch>
              </p:blipFill>
              <p:spPr>
                <a:xfrm>
                  <a:off x="6432584" y="2031402"/>
                  <a:ext cx="6984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7" name="Ink 96">
                  <a:extLst>
                    <a:ext uri="{FF2B5EF4-FFF2-40B4-BE49-F238E27FC236}">
                      <a16:creationId xmlns:a16="http://schemas.microsoft.com/office/drawing/2014/main" id="{5C332073-D3D8-35D5-1C75-2E7D0F7E7D66}"/>
                    </a:ext>
                  </a:extLst>
                </p14:cNvPr>
                <p14:cNvContentPartPr/>
                <p14:nvPr/>
              </p14:nvContentPartPr>
              <p14:xfrm>
                <a:off x="6579464" y="2172162"/>
                <a:ext cx="121680" cy="97560"/>
              </p14:xfrm>
            </p:contentPart>
          </mc:Choice>
          <mc:Fallback>
            <p:pic>
              <p:nvPicPr>
                <p:cNvPr id="97" name="Ink 96">
                  <a:extLst>
                    <a:ext uri="{FF2B5EF4-FFF2-40B4-BE49-F238E27FC236}">
                      <a16:creationId xmlns:a16="http://schemas.microsoft.com/office/drawing/2014/main" id="{5C332073-D3D8-35D5-1C75-2E7D0F7E7D66}"/>
                    </a:ext>
                  </a:extLst>
                </p:cNvPr>
                <p:cNvPicPr/>
                <p:nvPr/>
              </p:nvPicPr>
              <p:blipFill>
                <a:blip r:embed="rId161"/>
                <a:stretch>
                  <a:fillRect/>
                </a:stretch>
              </p:blipFill>
              <p:spPr>
                <a:xfrm>
                  <a:off x="6570824" y="2163522"/>
                  <a:ext cx="13932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8" name="Ink 97">
                  <a:extLst>
                    <a:ext uri="{FF2B5EF4-FFF2-40B4-BE49-F238E27FC236}">
                      <a16:creationId xmlns:a16="http://schemas.microsoft.com/office/drawing/2014/main" id="{0B4B3F6E-E2C6-C756-7DB4-9962FF5D6DD9}"/>
                    </a:ext>
                  </a:extLst>
                </p14:cNvPr>
                <p14:cNvContentPartPr/>
                <p14:nvPr/>
              </p14:nvContentPartPr>
              <p14:xfrm>
                <a:off x="6619784" y="2150922"/>
                <a:ext cx="92880" cy="111960"/>
              </p14:xfrm>
            </p:contentPart>
          </mc:Choice>
          <mc:Fallback>
            <p:pic>
              <p:nvPicPr>
                <p:cNvPr id="98" name="Ink 97">
                  <a:extLst>
                    <a:ext uri="{FF2B5EF4-FFF2-40B4-BE49-F238E27FC236}">
                      <a16:creationId xmlns:a16="http://schemas.microsoft.com/office/drawing/2014/main" id="{0B4B3F6E-E2C6-C756-7DB4-9962FF5D6DD9}"/>
                    </a:ext>
                  </a:extLst>
                </p:cNvPr>
                <p:cNvPicPr/>
                <p:nvPr/>
              </p:nvPicPr>
              <p:blipFill>
                <a:blip r:embed="rId163"/>
                <a:stretch>
                  <a:fillRect/>
                </a:stretch>
              </p:blipFill>
              <p:spPr>
                <a:xfrm>
                  <a:off x="6611144" y="2141922"/>
                  <a:ext cx="1105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8570B95F-9738-1BB9-1785-DC383D25ADD7}"/>
                    </a:ext>
                  </a:extLst>
                </p14:cNvPr>
                <p14:cNvContentPartPr/>
                <p14:nvPr/>
              </p14:nvContentPartPr>
              <p14:xfrm>
                <a:off x="6804464" y="2035362"/>
                <a:ext cx="189360" cy="231840"/>
              </p14:xfrm>
            </p:contentPart>
          </mc:Choice>
          <mc:Fallback>
            <p:pic>
              <p:nvPicPr>
                <p:cNvPr id="99" name="Ink 98">
                  <a:extLst>
                    <a:ext uri="{FF2B5EF4-FFF2-40B4-BE49-F238E27FC236}">
                      <a16:creationId xmlns:a16="http://schemas.microsoft.com/office/drawing/2014/main" id="{8570B95F-9738-1BB9-1785-DC383D25ADD7}"/>
                    </a:ext>
                  </a:extLst>
                </p:cNvPr>
                <p:cNvPicPr/>
                <p:nvPr/>
              </p:nvPicPr>
              <p:blipFill>
                <a:blip r:embed="rId165"/>
                <a:stretch>
                  <a:fillRect/>
                </a:stretch>
              </p:blipFill>
              <p:spPr>
                <a:xfrm>
                  <a:off x="6795824" y="2026362"/>
                  <a:ext cx="20700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D0C88DF1-D965-5AB7-E352-1CDD35FBA8B8}"/>
                    </a:ext>
                  </a:extLst>
                </p14:cNvPr>
                <p14:cNvContentPartPr/>
                <p14:nvPr/>
              </p14:nvContentPartPr>
              <p14:xfrm>
                <a:off x="7030184" y="2083242"/>
                <a:ext cx="159480" cy="187920"/>
              </p14:xfrm>
            </p:contentPart>
          </mc:Choice>
          <mc:Fallback>
            <p:pic>
              <p:nvPicPr>
                <p:cNvPr id="100" name="Ink 99">
                  <a:extLst>
                    <a:ext uri="{FF2B5EF4-FFF2-40B4-BE49-F238E27FC236}">
                      <a16:creationId xmlns:a16="http://schemas.microsoft.com/office/drawing/2014/main" id="{D0C88DF1-D965-5AB7-E352-1CDD35FBA8B8}"/>
                    </a:ext>
                  </a:extLst>
                </p:cNvPr>
                <p:cNvPicPr/>
                <p:nvPr/>
              </p:nvPicPr>
              <p:blipFill>
                <a:blip r:embed="rId167"/>
                <a:stretch>
                  <a:fillRect/>
                </a:stretch>
              </p:blipFill>
              <p:spPr>
                <a:xfrm>
                  <a:off x="7021184" y="2074602"/>
                  <a:ext cx="1771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DD000E51-2DBE-A17C-B601-A31EC5D47609}"/>
                    </a:ext>
                  </a:extLst>
                </p14:cNvPr>
                <p14:cNvContentPartPr/>
                <p14:nvPr/>
              </p14:nvContentPartPr>
              <p14:xfrm>
                <a:off x="7273904" y="1970922"/>
                <a:ext cx="85680" cy="318240"/>
              </p14:xfrm>
            </p:contentPart>
          </mc:Choice>
          <mc:Fallback>
            <p:pic>
              <p:nvPicPr>
                <p:cNvPr id="101" name="Ink 100">
                  <a:extLst>
                    <a:ext uri="{FF2B5EF4-FFF2-40B4-BE49-F238E27FC236}">
                      <a16:creationId xmlns:a16="http://schemas.microsoft.com/office/drawing/2014/main" id="{DD000E51-2DBE-A17C-B601-A31EC5D47609}"/>
                    </a:ext>
                  </a:extLst>
                </p:cNvPr>
                <p:cNvPicPr/>
                <p:nvPr/>
              </p:nvPicPr>
              <p:blipFill>
                <a:blip r:embed="rId169"/>
                <a:stretch>
                  <a:fillRect/>
                </a:stretch>
              </p:blipFill>
              <p:spPr>
                <a:xfrm>
                  <a:off x="7265264" y="1961922"/>
                  <a:ext cx="10332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F67FB263-8DC2-1200-ADE9-7A651FD7FF7D}"/>
                    </a:ext>
                  </a:extLst>
                </p14:cNvPr>
                <p14:cNvContentPartPr/>
                <p14:nvPr/>
              </p14:nvContentPartPr>
              <p14:xfrm>
                <a:off x="7393424" y="2042202"/>
                <a:ext cx="47880" cy="113040"/>
              </p14:xfrm>
            </p:contentPart>
          </mc:Choice>
          <mc:Fallback>
            <p:pic>
              <p:nvPicPr>
                <p:cNvPr id="102" name="Ink 101">
                  <a:extLst>
                    <a:ext uri="{FF2B5EF4-FFF2-40B4-BE49-F238E27FC236}">
                      <a16:creationId xmlns:a16="http://schemas.microsoft.com/office/drawing/2014/main" id="{F67FB263-8DC2-1200-ADE9-7A651FD7FF7D}"/>
                    </a:ext>
                  </a:extLst>
                </p:cNvPr>
                <p:cNvPicPr/>
                <p:nvPr/>
              </p:nvPicPr>
              <p:blipFill>
                <a:blip r:embed="rId171"/>
                <a:stretch>
                  <a:fillRect/>
                </a:stretch>
              </p:blipFill>
              <p:spPr>
                <a:xfrm>
                  <a:off x="7384784" y="2033202"/>
                  <a:ext cx="6552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347B47DE-C2E1-C44C-6725-FE068CDED08D}"/>
                    </a:ext>
                  </a:extLst>
                </p14:cNvPr>
                <p14:cNvContentPartPr/>
                <p14:nvPr/>
              </p14:nvContentPartPr>
              <p14:xfrm>
                <a:off x="7286144" y="1992522"/>
                <a:ext cx="476640" cy="200880"/>
              </p14:xfrm>
            </p:contentPart>
          </mc:Choice>
          <mc:Fallback>
            <p:pic>
              <p:nvPicPr>
                <p:cNvPr id="103" name="Ink 102">
                  <a:extLst>
                    <a:ext uri="{FF2B5EF4-FFF2-40B4-BE49-F238E27FC236}">
                      <a16:creationId xmlns:a16="http://schemas.microsoft.com/office/drawing/2014/main" id="{347B47DE-C2E1-C44C-6725-FE068CDED08D}"/>
                    </a:ext>
                  </a:extLst>
                </p:cNvPr>
                <p:cNvPicPr/>
                <p:nvPr/>
              </p:nvPicPr>
              <p:blipFill>
                <a:blip r:embed="rId173"/>
                <a:stretch>
                  <a:fillRect/>
                </a:stretch>
              </p:blipFill>
              <p:spPr>
                <a:xfrm>
                  <a:off x="7277504" y="1983522"/>
                  <a:ext cx="49428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5" name="Ink 104">
                  <a:extLst>
                    <a:ext uri="{FF2B5EF4-FFF2-40B4-BE49-F238E27FC236}">
                      <a16:creationId xmlns:a16="http://schemas.microsoft.com/office/drawing/2014/main" id="{89CFBD4B-C901-2C1B-AD95-2632490246B2}"/>
                    </a:ext>
                  </a:extLst>
                </p14:cNvPr>
                <p14:cNvContentPartPr/>
                <p14:nvPr/>
              </p14:nvContentPartPr>
              <p14:xfrm>
                <a:off x="5696384" y="3548802"/>
                <a:ext cx="223560" cy="431640"/>
              </p14:xfrm>
            </p:contentPart>
          </mc:Choice>
          <mc:Fallback>
            <p:pic>
              <p:nvPicPr>
                <p:cNvPr id="105" name="Ink 104">
                  <a:extLst>
                    <a:ext uri="{FF2B5EF4-FFF2-40B4-BE49-F238E27FC236}">
                      <a16:creationId xmlns:a16="http://schemas.microsoft.com/office/drawing/2014/main" id="{89CFBD4B-C901-2C1B-AD95-2632490246B2}"/>
                    </a:ext>
                  </a:extLst>
                </p:cNvPr>
                <p:cNvPicPr/>
                <p:nvPr/>
              </p:nvPicPr>
              <p:blipFill>
                <a:blip r:embed="rId175"/>
                <a:stretch>
                  <a:fillRect/>
                </a:stretch>
              </p:blipFill>
              <p:spPr>
                <a:xfrm>
                  <a:off x="5687744" y="3540162"/>
                  <a:ext cx="241200" cy="449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6" name="Ink 105">
                  <a:extLst>
                    <a:ext uri="{FF2B5EF4-FFF2-40B4-BE49-F238E27FC236}">
                      <a16:creationId xmlns:a16="http://schemas.microsoft.com/office/drawing/2014/main" id="{E2F11E49-7EF7-BE94-6EB3-AD08C435652F}"/>
                    </a:ext>
                  </a:extLst>
                </p14:cNvPr>
                <p14:cNvContentPartPr/>
                <p14:nvPr/>
              </p14:nvContentPartPr>
              <p14:xfrm>
                <a:off x="5942984" y="3690282"/>
                <a:ext cx="133560" cy="192600"/>
              </p14:xfrm>
            </p:contentPart>
          </mc:Choice>
          <mc:Fallback>
            <p:pic>
              <p:nvPicPr>
                <p:cNvPr id="106" name="Ink 105">
                  <a:extLst>
                    <a:ext uri="{FF2B5EF4-FFF2-40B4-BE49-F238E27FC236}">
                      <a16:creationId xmlns:a16="http://schemas.microsoft.com/office/drawing/2014/main" id="{E2F11E49-7EF7-BE94-6EB3-AD08C435652F}"/>
                    </a:ext>
                  </a:extLst>
                </p:cNvPr>
                <p:cNvPicPr/>
                <p:nvPr/>
              </p:nvPicPr>
              <p:blipFill>
                <a:blip r:embed="rId177"/>
                <a:stretch>
                  <a:fillRect/>
                </a:stretch>
              </p:blipFill>
              <p:spPr>
                <a:xfrm>
                  <a:off x="5933984" y="3681642"/>
                  <a:ext cx="1512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7" name="Ink 106">
                  <a:extLst>
                    <a:ext uri="{FF2B5EF4-FFF2-40B4-BE49-F238E27FC236}">
                      <a16:creationId xmlns:a16="http://schemas.microsoft.com/office/drawing/2014/main" id="{F90A0DA3-6F7D-3B2F-514A-653224C3EA84}"/>
                    </a:ext>
                  </a:extLst>
                </p14:cNvPr>
                <p14:cNvContentPartPr/>
                <p14:nvPr/>
              </p14:nvContentPartPr>
              <p14:xfrm>
                <a:off x="6122264" y="3747162"/>
                <a:ext cx="33840" cy="29880"/>
              </p14:xfrm>
            </p:contentPart>
          </mc:Choice>
          <mc:Fallback>
            <p:pic>
              <p:nvPicPr>
                <p:cNvPr id="107" name="Ink 106">
                  <a:extLst>
                    <a:ext uri="{FF2B5EF4-FFF2-40B4-BE49-F238E27FC236}">
                      <a16:creationId xmlns:a16="http://schemas.microsoft.com/office/drawing/2014/main" id="{F90A0DA3-6F7D-3B2F-514A-653224C3EA84}"/>
                    </a:ext>
                  </a:extLst>
                </p:cNvPr>
                <p:cNvPicPr/>
                <p:nvPr/>
              </p:nvPicPr>
              <p:blipFill>
                <a:blip r:embed="rId179"/>
                <a:stretch>
                  <a:fillRect/>
                </a:stretch>
              </p:blipFill>
              <p:spPr>
                <a:xfrm>
                  <a:off x="6113264" y="3738162"/>
                  <a:ext cx="5148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8" name="Ink 107">
                  <a:extLst>
                    <a:ext uri="{FF2B5EF4-FFF2-40B4-BE49-F238E27FC236}">
                      <a16:creationId xmlns:a16="http://schemas.microsoft.com/office/drawing/2014/main" id="{C0B74CC0-D148-73F5-0463-17D384BFA8BC}"/>
                    </a:ext>
                  </a:extLst>
                </p14:cNvPr>
                <p14:cNvContentPartPr/>
                <p14:nvPr/>
              </p14:nvContentPartPr>
              <p14:xfrm>
                <a:off x="5883584" y="3697122"/>
                <a:ext cx="187560" cy="236520"/>
              </p14:xfrm>
            </p:contentPart>
          </mc:Choice>
          <mc:Fallback>
            <p:pic>
              <p:nvPicPr>
                <p:cNvPr id="108" name="Ink 107">
                  <a:extLst>
                    <a:ext uri="{FF2B5EF4-FFF2-40B4-BE49-F238E27FC236}">
                      <a16:creationId xmlns:a16="http://schemas.microsoft.com/office/drawing/2014/main" id="{C0B74CC0-D148-73F5-0463-17D384BFA8BC}"/>
                    </a:ext>
                  </a:extLst>
                </p:cNvPr>
                <p:cNvPicPr/>
                <p:nvPr/>
              </p:nvPicPr>
              <p:blipFill>
                <a:blip r:embed="rId181"/>
                <a:stretch>
                  <a:fillRect/>
                </a:stretch>
              </p:blipFill>
              <p:spPr>
                <a:xfrm>
                  <a:off x="5874584" y="3688122"/>
                  <a:ext cx="20520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9" name="Ink 108">
                  <a:extLst>
                    <a:ext uri="{FF2B5EF4-FFF2-40B4-BE49-F238E27FC236}">
                      <a16:creationId xmlns:a16="http://schemas.microsoft.com/office/drawing/2014/main" id="{8649AA4F-C509-8F39-55C1-3F0AAF8BCF38}"/>
                    </a:ext>
                  </a:extLst>
                </p14:cNvPr>
                <p14:cNvContentPartPr/>
                <p14:nvPr/>
              </p14:nvContentPartPr>
              <p14:xfrm>
                <a:off x="6097424" y="3716922"/>
                <a:ext cx="451080" cy="257400"/>
              </p14:xfrm>
            </p:contentPart>
          </mc:Choice>
          <mc:Fallback>
            <p:pic>
              <p:nvPicPr>
                <p:cNvPr id="109" name="Ink 108">
                  <a:extLst>
                    <a:ext uri="{FF2B5EF4-FFF2-40B4-BE49-F238E27FC236}">
                      <a16:creationId xmlns:a16="http://schemas.microsoft.com/office/drawing/2014/main" id="{8649AA4F-C509-8F39-55C1-3F0AAF8BCF38}"/>
                    </a:ext>
                  </a:extLst>
                </p:cNvPr>
                <p:cNvPicPr/>
                <p:nvPr/>
              </p:nvPicPr>
              <p:blipFill>
                <a:blip r:embed="rId183"/>
                <a:stretch>
                  <a:fillRect/>
                </a:stretch>
              </p:blipFill>
              <p:spPr>
                <a:xfrm>
                  <a:off x="6088424" y="3707922"/>
                  <a:ext cx="46872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0" name="Ink 109">
                  <a:extLst>
                    <a:ext uri="{FF2B5EF4-FFF2-40B4-BE49-F238E27FC236}">
                      <a16:creationId xmlns:a16="http://schemas.microsoft.com/office/drawing/2014/main" id="{1A8C12F3-FBE6-A346-1A38-AA3D06C6AB77}"/>
                    </a:ext>
                  </a:extLst>
                </p14:cNvPr>
                <p14:cNvContentPartPr/>
                <p14:nvPr/>
              </p14:nvContentPartPr>
              <p14:xfrm>
                <a:off x="5131184" y="3677682"/>
                <a:ext cx="208800" cy="220680"/>
              </p14:xfrm>
            </p:contentPart>
          </mc:Choice>
          <mc:Fallback>
            <p:pic>
              <p:nvPicPr>
                <p:cNvPr id="110" name="Ink 109">
                  <a:extLst>
                    <a:ext uri="{FF2B5EF4-FFF2-40B4-BE49-F238E27FC236}">
                      <a16:creationId xmlns:a16="http://schemas.microsoft.com/office/drawing/2014/main" id="{1A8C12F3-FBE6-A346-1A38-AA3D06C6AB77}"/>
                    </a:ext>
                  </a:extLst>
                </p:cNvPr>
                <p:cNvPicPr/>
                <p:nvPr/>
              </p:nvPicPr>
              <p:blipFill>
                <a:blip r:embed="rId185"/>
                <a:stretch>
                  <a:fillRect/>
                </a:stretch>
              </p:blipFill>
              <p:spPr>
                <a:xfrm>
                  <a:off x="5122184" y="3668682"/>
                  <a:ext cx="22644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1" name="Ink 110">
                  <a:extLst>
                    <a:ext uri="{FF2B5EF4-FFF2-40B4-BE49-F238E27FC236}">
                      <a16:creationId xmlns:a16="http://schemas.microsoft.com/office/drawing/2014/main" id="{A9130254-F8C4-B73A-64D8-C9DA7225B0F7}"/>
                    </a:ext>
                  </a:extLst>
                </p14:cNvPr>
                <p14:cNvContentPartPr/>
                <p14:nvPr/>
              </p14:nvContentPartPr>
              <p14:xfrm>
                <a:off x="5439704" y="3640602"/>
                <a:ext cx="117360" cy="217080"/>
              </p14:xfrm>
            </p:contentPart>
          </mc:Choice>
          <mc:Fallback>
            <p:pic>
              <p:nvPicPr>
                <p:cNvPr id="111" name="Ink 110">
                  <a:extLst>
                    <a:ext uri="{FF2B5EF4-FFF2-40B4-BE49-F238E27FC236}">
                      <a16:creationId xmlns:a16="http://schemas.microsoft.com/office/drawing/2014/main" id="{A9130254-F8C4-B73A-64D8-C9DA7225B0F7}"/>
                    </a:ext>
                  </a:extLst>
                </p:cNvPr>
                <p:cNvPicPr/>
                <p:nvPr/>
              </p:nvPicPr>
              <p:blipFill>
                <a:blip r:embed="rId187"/>
                <a:stretch>
                  <a:fillRect/>
                </a:stretch>
              </p:blipFill>
              <p:spPr>
                <a:xfrm>
                  <a:off x="5431064" y="3631602"/>
                  <a:ext cx="13500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2" name="Ink 111">
                  <a:extLst>
                    <a:ext uri="{FF2B5EF4-FFF2-40B4-BE49-F238E27FC236}">
                      <a16:creationId xmlns:a16="http://schemas.microsoft.com/office/drawing/2014/main" id="{CB54B6B9-5AD6-A3C5-6100-AD04A5BA6AED}"/>
                    </a:ext>
                  </a:extLst>
                </p14:cNvPr>
                <p14:cNvContentPartPr/>
                <p14:nvPr/>
              </p14:nvContentPartPr>
              <p14:xfrm>
                <a:off x="5638424" y="3862002"/>
                <a:ext cx="253080" cy="27720"/>
              </p14:xfrm>
            </p:contentPart>
          </mc:Choice>
          <mc:Fallback>
            <p:pic>
              <p:nvPicPr>
                <p:cNvPr id="112" name="Ink 111">
                  <a:extLst>
                    <a:ext uri="{FF2B5EF4-FFF2-40B4-BE49-F238E27FC236}">
                      <a16:creationId xmlns:a16="http://schemas.microsoft.com/office/drawing/2014/main" id="{CB54B6B9-5AD6-A3C5-6100-AD04A5BA6AED}"/>
                    </a:ext>
                  </a:extLst>
                </p:cNvPr>
                <p:cNvPicPr/>
                <p:nvPr/>
              </p:nvPicPr>
              <p:blipFill>
                <a:blip r:embed="rId189"/>
                <a:stretch>
                  <a:fillRect/>
                </a:stretch>
              </p:blipFill>
              <p:spPr>
                <a:xfrm>
                  <a:off x="5629784" y="3853002"/>
                  <a:ext cx="2707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4" name="Ink 113">
                  <a:extLst>
                    <a:ext uri="{FF2B5EF4-FFF2-40B4-BE49-F238E27FC236}">
                      <a16:creationId xmlns:a16="http://schemas.microsoft.com/office/drawing/2014/main" id="{5BD38AAE-FEDA-D64F-24E2-CAB464582733}"/>
                    </a:ext>
                  </a:extLst>
                </p14:cNvPr>
                <p14:cNvContentPartPr/>
                <p14:nvPr/>
              </p14:nvContentPartPr>
              <p14:xfrm>
                <a:off x="6645704" y="3862722"/>
                <a:ext cx="203040" cy="13320"/>
              </p14:xfrm>
            </p:contentPart>
          </mc:Choice>
          <mc:Fallback>
            <p:pic>
              <p:nvPicPr>
                <p:cNvPr id="114" name="Ink 113">
                  <a:extLst>
                    <a:ext uri="{FF2B5EF4-FFF2-40B4-BE49-F238E27FC236}">
                      <a16:creationId xmlns:a16="http://schemas.microsoft.com/office/drawing/2014/main" id="{5BD38AAE-FEDA-D64F-24E2-CAB464582733}"/>
                    </a:ext>
                  </a:extLst>
                </p:cNvPr>
                <p:cNvPicPr/>
                <p:nvPr/>
              </p:nvPicPr>
              <p:blipFill>
                <a:blip r:embed="rId191"/>
                <a:stretch>
                  <a:fillRect/>
                </a:stretch>
              </p:blipFill>
              <p:spPr>
                <a:xfrm>
                  <a:off x="6637064" y="3853722"/>
                  <a:ext cx="2206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6" name="Ink 115">
                  <a:extLst>
                    <a:ext uri="{FF2B5EF4-FFF2-40B4-BE49-F238E27FC236}">
                      <a16:creationId xmlns:a16="http://schemas.microsoft.com/office/drawing/2014/main" id="{D6800B42-0252-0D9A-8CAA-6B0802283315}"/>
                    </a:ext>
                  </a:extLst>
                </p14:cNvPr>
                <p14:cNvContentPartPr/>
                <p14:nvPr/>
              </p14:nvContentPartPr>
              <p14:xfrm>
                <a:off x="6937664" y="3455922"/>
                <a:ext cx="89640" cy="374040"/>
              </p14:xfrm>
            </p:contentPart>
          </mc:Choice>
          <mc:Fallback>
            <p:pic>
              <p:nvPicPr>
                <p:cNvPr id="116" name="Ink 115">
                  <a:extLst>
                    <a:ext uri="{FF2B5EF4-FFF2-40B4-BE49-F238E27FC236}">
                      <a16:creationId xmlns:a16="http://schemas.microsoft.com/office/drawing/2014/main" id="{D6800B42-0252-0D9A-8CAA-6B0802283315}"/>
                    </a:ext>
                  </a:extLst>
                </p:cNvPr>
                <p:cNvPicPr/>
                <p:nvPr/>
              </p:nvPicPr>
              <p:blipFill>
                <a:blip r:embed="rId193"/>
                <a:stretch>
                  <a:fillRect/>
                </a:stretch>
              </p:blipFill>
              <p:spPr>
                <a:xfrm>
                  <a:off x="6929024" y="3447282"/>
                  <a:ext cx="107280" cy="391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7" name="Ink 116">
                  <a:extLst>
                    <a:ext uri="{FF2B5EF4-FFF2-40B4-BE49-F238E27FC236}">
                      <a16:creationId xmlns:a16="http://schemas.microsoft.com/office/drawing/2014/main" id="{87158DD4-017C-955D-D160-4A3EBDFA7898}"/>
                    </a:ext>
                  </a:extLst>
                </p14:cNvPr>
                <p14:cNvContentPartPr/>
                <p14:nvPr/>
              </p14:nvContentPartPr>
              <p14:xfrm>
                <a:off x="7111184" y="3655722"/>
                <a:ext cx="224640" cy="333000"/>
              </p14:xfrm>
            </p:contentPart>
          </mc:Choice>
          <mc:Fallback>
            <p:pic>
              <p:nvPicPr>
                <p:cNvPr id="117" name="Ink 116">
                  <a:extLst>
                    <a:ext uri="{FF2B5EF4-FFF2-40B4-BE49-F238E27FC236}">
                      <a16:creationId xmlns:a16="http://schemas.microsoft.com/office/drawing/2014/main" id="{87158DD4-017C-955D-D160-4A3EBDFA7898}"/>
                    </a:ext>
                  </a:extLst>
                </p:cNvPr>
                <p:cNvPicPr/>
                <p:nvPr/>
              </p:nvPicPr>
              <p:blipFill>
                <a:blip r:embed="rId195"/>
                <a:stretch>
                  <a:fillRect/>
                </a:stretch>
              </p:blipFill>
              <p:spPr>
                <a:xfrm>
                  <a:off x="7102184" y="3647082"/>
                  <a:ext cx="24228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8" name="Ink 117">
                  <a:extLst>
                    <a:ext uri="{FF2B5EF4-FFF2-40B4-BE49-F238E27FC236}">
                      <a16:creationId xmlns:a16="http://schemas.microsoft.com/office/drawing/2014/main" id="{25F77D09-6F91-D54F-8BA7-5AA7C877CF02}"/>
                    </a:ext>
                  </a:extLst>
                </p14:cNvPr>
                <p14:cNvContentPartPr/>
                <p14:nvPr/>
              </p14:nvContentPartPr>
              <p14:xfrm>
                <a:off x="7413584" y="3579042"/>
                <a:ext cx="98640" cy="140400"/>
              </p14:xfrm>
            </p:contentPart>
          </mc:Choice>
          <mc:Fallback>
            <p:pic>
              <p:nvPicPr>
                <p:cNvPr id="118" name="Ink 117">
                  <a:extLst>
                    <a:ext uri="{FF2B5EF4-FFF2-40B4-BE49-F238E27FC236}">
                      <a16:creationId xmlns:a16="http://schemas.microsoft.com/office/drawing/2014/main" id="{25F77D09-6F91-D54F-8BA7-5AA7C877CF02}"/>
                    </a:ext>
                  </a:extLst>
                </p:cNvPr>
                <p:cNvPicPr/>
                <p:nvPr/>
              </p:nvPicPr>
              <p:blipFill>
                <a:blip r:embed="rId197"/>
                <a:stretch>
                  <a:fillRect/>
                </a:stretch>
              </p:blipFill>
              <p:spPr>
                <a:xfrm>
                  <a:off x="7404944" y="3570042"/>
                  <a:ext cx="1162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9" name="Ink 118">
                  <a:extLst>
                    <a:ext uri="{FF2B5EF4-FFF2-40B4-BE49-F238E27FC236}">
                      <a16:creationId xmlns:a16="http://schemas.microsoft.com/office/drawing/2014/main" id="{2DC2D62A-7B8D-D144-4490-1C7F0BAA5CD8}"/>
                    </a:ext>
                  </a:extLst>
                </p14:cNvPr>
                <p14:cNvContentPartPr/>
                <p14:nvPr/>
              </p14:nvContentPartPr>
              <p14:xfrm>
                <a:off x="7585304" y="3606762"/>
                <a:ext cx="231480" cy="431280"/>
              </p14:xfrm>
            </p:contentPart>
          </mc:Choice>
          <mc:Fallback>
            <p:pic>
              <p:nvPicPr>
                <p:cNvPr id="119" name="Ink 118">
                  <a:extLst>
                    <a:ext uri="{FF2B5EF4-FFF2-40B4-BE49-F238E27FC236}">
                      <a16:creationId xmlns:a16="http://schemas.microsoft.com/office/drawing/2014/main" id="{2DC2D62A-7B8D-D144-4490-1C7F0BAA5CD8}"/>
                    </a:ext>
                  </a:extLst>
                </p:cNvPr>
                <p:cNvPicPr/>
                <p:nvPr/>
              </p:nvPicPr>
              <p:blipFill>
                <a:blip r:embed="rId199"/>
                <a:stretch>
                  <a:fillRect/>
                </a:stretch>
              </p:blipFill>
              <p:spPr>
                <a:xfrm>
                  <a:off x="7576664" y="3598122"/>
                  <a:ext cx="249120" cy="4489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1" name="Ink 120">
                  <a:extLst>
                    <a:ext uri="{FF2B5EF4-FFF2-40B4-BE49-F238E27FC236}">
                      <a16:creationId xmlns:a16="http://schemas.microsoft.com/office/drawing/2014/main" id="{E543DB98-4D96-1AFA-4CF2-42F659CE50E8}"/>
                    </a:ext>
                  </a:extLst>
                </p14:cNvPr>
                <p14:cNvContentPartPr/>
                <p14:nvPr/>
              </p14:nvContentPartPr>
              <p14:xfrm>
                <a:off x="8852504" y="1780842"/>
                <a:ext cx="177480" cy="5128560"/>
              </p14:xfrm>
            </p:contentPart>
          </mc:Choice>
          <mc:Fallback>
            <p:pic>
              <p:nvPicPr>
                <p:cNvPr id="121" name="Ink 120">
                  <a:extLst>
                    <a:ext uri="{FF2B5EF4-FFF2-40B4-BE49-F238E27FC236}">
                      <a16:creationId xmlns:a16="http://schemas.microsoft.com/office/drawing/2014/main" id="{E543DB98-4D96-1AFA-4CF2-42F659CE50E8}"/>
                    </a:ext>
                  </a:extLst>
                </p:cNvPr>
                <p:cNvPicPr/>
                <p:nvPr/>
              </p:nvPicPr>
              <p:blipFill>
                <a:blip r:embed="rId201"/>
                <a:stretch>
                  <a:fillRect/>
                </a:stretch>
              </p:blipFill>
              <p:spPr>
                <a:xfrm>
                  <a:off x="8843864" y="1771842"/>
                  <a:ext cx="195120" cy="51462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2" name="Ink 121">
                  <a:extLst>
                    <a:ext uri="{FF2B5EF4-FFF2-40B4-BE49-F238E27FC236}">
                      <a16:creationId xmlns:a16="http://schemas.microsoft.com/office/drawing/2014/main" id="{B82D2BF5-C1F1-39CD-6377-48C806521B3B}"/>
                    </a:ext>
                  </a:extLst>
                </p14:cNvPr>
                <p14:cNvContentPartPr/>
                <p14:nvPr/>
              </p14:nvContentPartPr>
              <p14:xfrm>
                <a:off x="4247024" y="2027082"/>
                <a:ext cx="548280" cy="4917600"/>
              </p14:xfrm>
            </p:contentPart>
          </mc:Choice>
          <mc:Fallback>
            <p:pic>
              <p:nvPicPr>
                <p:cNvPr id="122" name="Ink 121">
                  <a:extLst>
                    <a:ext uri="{FF2B5EF4-FFF2-40B4-BE49-F238E27FC236}">
                      <a16:creationId xmlns:a16="http://schemas.microsoft.com/office/drawing/2014/main" id="{B82D2BF5-C1F1-39CD-6377-48C806521B3B}"/>
                    </a:ext>
                  </a:extLst>
                </p:cNvPr>
                <p:cNvPicPr/>
                <p:nvPr/>
              </p:nvPicPr>
              <p:blipFill>
                <a:blip r:embed="rId203"/>
                <a:stretch>
                  <a:fillRect/>
                </a:stretch>
              </p:blipFill>
              <p:spPr>
                <a:xfrm>
                  <a:off x="4238384" y="2018442"/>
                  <a:ext cx="565920" cy="49352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3" name="Ink 122">
                  <a:extLst>
                    <a:ext uri="{FF2B5EF4-FFF2-40B4-BE49-F238E27FC236}">
                      <a16:creationId xmlns:a16="http://schemas.microsoft.com/office/drawing/2014/main" id="{3CCC0CF8-31B8-B180-7FA1-1F6EAB2371A7}"/>
                    </a:ext>
                  </a:extLst>
                </p14:cNvPr>
                <p14:cNvContentPartPr/>
                <p14:nvPr/>
              </p14:nvContentPartPr>
              <p14:xfrm>
                <a:off x="5670824" y="4334322"/>
                <a:ext cx="376560" cy="6480"/>
              </p14:xfrm>
            </p:contentPart>
          </mc:Choice>
          <mc:Fallback>
            <p:pic>
              <p:nvPicPr>
                <p:cNvPr id="123" name="Ink 122">
                  <a:extLst>
                    <a:ext uri="{FF2B5EF4-FFF2-40B4-BE49-F238E27FC236}">
                      <a16:creationId xmlns:a16="http://schemas.microsoft.com/office/drawing/2014/main" id="{3CCC0CF8-31B8-B180-7FA1-1F6EAB2371A7}"/>
                    </a:ext>
                  </a:extLst>
                </p:cNvPr>
                <p:cNvPicPr/>
                <p:nvPr/>
              </p:nvPicPr>
              <p:blipFill>
                <a:blip r:embed="rId205"/>
                <a:stretch>
                  <a:fillRect/>
                </a:stretch>
              </p:blipFill>
              <p:spPr>
                <a:xfrm>
                  <a:off x="5661824" y="4325322"/>
                  <a:ext cx="3942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4" name="Ink 123">
                  <a:extLst>
                    <a:ext uri="{FF2B5EF4-FFF2-40B4-BE49-F238E27FC236}">
                      <a16:creationId xmlns:a16="http://schemas.microsoft.com/office/drawing/2014/main" id="{C519DA8C-4421-E20E-4AC6-22B5BCAB1812}"/>
                    </a:ext>
                  </a:extLst>
                </p14:cNvPr>
                <p14:cNvContentPartPr/>
                <p14:nvPr/>
              </p14:nvContentPartPr>
              <p14:xfrm>
                <a:off x="5731304" y="4531962"/>
                <a:ext cx="334080" cy="7200"/>
              </p14:xfrm>
            </p:contentPart>
          </mc:Choice>
          <mc:Fallback>
            <p:pic>
              <p:nvPicPr>
                <p:cNvPr id="124" name="Ink 123">
                  <a:extLst>
                    <a:ext uri="{FF2B5EF4-FFF2-40B4-BE49-F238E27FC236}">
                      <a16:creationId xmlns:a16="http://schemas.microsoft.com/office/drawing/2014/main" id="{C519DA8C-4421-E20E-4AC6-22B5BCAB1812}"/>
                    </a:ext>
                  </a:extLst>
                </p:cNvPr>
                <p:cNvPicPr/>
                <p:nvPr/>
              </p:nvPicPr>
              <p:blipFill>
                <a:blip r:embed="rId207"/>
                <a:stretch>
                  <a:fillRect/>
                </a:stretch>
              </p:blipFill>
              <p:spPr>
                <a:xfrm>
                  <a:off x="5722664" y="4522962"/>
                  <a:ext cx="3517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5" name="Ink 124">
                  <a:extLst>
                    <a:ext uri="{FF2B5EF4-FFF2-40B4-BE49-F238E27FC236}">
                      <a16:creationId xmlns:a16="http://schemas.microsoft.com/office/drawing/2014/main" id="{BA2AF991-3D54-69FD-C9E4-B829A405BF94}"/>
                    </a:ext>
                  </a:extLst>
                </p14:cNvPr>
                <p14:cNvContentPartPr/>
                <p14:nvPr/>
              </p14:nvContentPartPr>
              <p14:xfrm>
                <a:off x="5726984" y="4750842"/>
                <a:ext cx="392760" cy="21600"/>
              </p14:xfrm>
            </p:contentPart>
          </mc:Choice>
          <mc:Fallback>
            <p:pic>
              <p:nvPicPr>
                <p:cNvPr id="125" name="Ink 124">
                  <a:extLst>
                    <a:ext uri="{FF2B5EF4-FFF2-40B4-BE49-F238E27FC236}">
                      <a16:creationId xmlns:a16="http://schemas.microsoft.com/office/drawing/2014/main" id="{BA2AF991-3D54-69FD-C9E4-B829A405BF94}"/>
                    </a:ext>
                  </a:extLst>
                </p:cNvPr>
                <p:cNvPicPr/>
                <p:nvPr/>
              </p:nvPicPr>
              <p:blipFill>
                <a:blip r:embed="rId209"/>
                <a:stretch>
                  <a:fillRect/>
                </a:stretch>
              </p:blipFill>
              <p:spPr>
                <a:xfrm>
                  <a:off x="5718344" y="4741842"/>
                  <a:ext cx="4104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6" name="Ink 125">
                  <a:extLst>
                    <a:ext uri="{FF2B5EF4-FFF2-40B4-BE49-F238E27FC236}">
                      <a16:creationId xmlns:a16="http://schemas.microsoft.com/office/drawing/2014/main" id="{F4C8EB6E-1C16-B2CF-4378-668C34C434D5}"/>
                    </a:ext>
                  </a:extLst>
                </p14:cNvPr>
                <p14:cNvContentPartPr/>
                <p14:nvPr/>
              </p14:nvContentPartPr>
              <p14:xfrm>
                <a:off x="5714024" y="5016522"/>
                <a:ext cx="472680" cy="26280"/>
              </p14:xfrm>
            </p:contentPart>
          </mc:Choice>
          <mc:Fallback>
            <p:pic>
              <p:nvPicPr>
                <p:cNvPr id="126" name="Ink 125">
                  <a:extLst>
                    <a:ext uri="{FF2B5EF4-FFF2-40B4-BE49-F238E27FC236}">
                      <a16:creationId xmlns:a16="http://schemas.microsoft.com/office/drawing/2014/main" id="{F4C8EB6E-1C16-B2CF-4378-668C34C434D5}"/>
                    </a:ext>
                  </a:extLst>
                </p:cNvPr>
                <p:cNvPicPr/>
                <p:nvPr/>
              </p:nvPicPr>
              <p:blipFill>
                <a:blip r:embed="rId211"/>
                <a:stretch>
                  <a:fillRect/>
                </a:stretch>
              </p:blipFill>
              <p:spPr>
                <a:xfrm>
                  <a:off x="5705024" y="5007882"/>
                  <a:ext cx="4903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7" name="Ink 126">
                  <a:extLst>
                    <a:ext uri="{FF2B5EF4-FFF2-40B4-BE49-F238E27FC236}">
                      <a16:creationId xmlns:a16="http://schemas.microsoft.com/office/drawing/2014/main" id="{A97517F1-BEF4-8D6C-C94D-A89879996FC6}"/>
                    </a:ext>
                  </a:extLst>
                </p14:cNvPr>
                <p14:cNvContentPartPr/>
                <p14:nvPr/>
              </p14:nvContentPartPr>
              <p14:xfrm>
                <a:off x="5677304" y="5612682"/>
                <a:ext cx="173520" cy="205560"/>
              </p14:xfrm>
            </p:contentPart>
          </mc:Choice>
          <mc:Fallback>
            <p:pic>
              <p:nvPicPr>
                <p:cNvPr id="127" name="Ink 126">
                  <a:extLst>
                    <a:ext uri="{FF2B5EF4-FFF2-40B4-BE49-F238E27FC236}">
                      <a16:creationId xmlns:a16="http://schemas.microsoft.com/office/drawing/2014/main" id="{A97517F1-BEF4-8D6C-C94D-A89879996FC6}"/>
                    </a:ext>
                  </a:extLst>
                </p:cNvPr>
                <p:cNvPicPr/>
                <p:nvPr/>
              </p:nvPicPr>
              <p:blipFill>
                <a:blip r:embed="rId213"/>
                <a:stretch>
                  <a:fillRect/>
                </a:stretch>
              </p:blipFill>
              <p:spPr>
                <a:xfrm>
                  <a:off x="5668664" y="5604042"/>
                  <a:ext cx="19116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8" name="Ink 127">
                  <a:extLst>
                    <a:ext uri="{FF2B5EF4-FFF2-40B4-BE49-F238E27FC236}">
                      <a16:creationId xmlns:a16="http://schemas.microsoft.com/office/drawing/2014/main" id="{36D42E81-214E-ED20-A753-09F5024FCD10}"/>
                    </a:ext>
                  </a:extLst>
                </p14:cNvPr>
                <p14:cNvContentPartPr/>
                <p14:nvPr/>
              </p14:nvContentPartPr>
              <p14:xfrm>
                <a:off x="5864504" y="5667762"/>
                <a:ext cx="124560" cy="123120"/>
              </p14:xfrm>
            </p:contentPart>
          </mc:Choice>
          <mc:Fallback>
            <p:pic>
              <p:nvPicPr>
                <p:cNvPr id="128" name="Ink 127">
                  <a:extLst>
                    <a:ext uri="{FF2B5EF4-FFF2-40B4-BE49-F238E27FC236}">
                      <a16:creationId xmlns:a16="http://schemas.microsoft.com/office/drawing/2014/main" id="{36D42E81-214E-ED20-A753-09F5024FCD10}"/>
                    </a:ext>
                  </a:extLst>
                </p:cNvPr>
                <p:cNvPicPr/>
                <p:nvPr/>
              </p:nvPicPr>
              <p:blipFill>
                <a:blip r:embed="rId215"/>
                <a:stretch>
                  <a:fillRect/>
                </a:stretch>
              </p:blipFill>
              <p:spPr>
                <a:xfrm>
                  <a:off x="5855504" y="5658762"/>
                  <a:ext cx="14220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9" name="Ink 128">
                  <a:extLst>
                    <a:ext uri="{FF2B5EF4-FFF2-40B4-BE49-F238E27FC236}">
                      <a16:creationId xmlns:a16="http://schemas.microsoft.com/office/drawing/2014/main" id="{3AABE739-60EF-3DCC-2C73-1C6D0EB6E0AF}"/>
                    </a:ext>
                  </a:extLst>
                </p14:cNvPr>
                <p14:cNvContentPartPr/>
                <p14:nvPr/>
              </p14:nvContentPartPr>
              <p14:xfrm>
                <a:off x="6016784" y="5656962"/>
                <a:ext cx="67320" cy="118800"/>
              </p14:xfrm>
            </p:contentPart>
          </mc:Choice>
          <mc:Fallback>
            <p:pic>
              <p:nvPicPr>
                <p:cNvPr id="129" name="Ink 128">
                  <a:extLst>
                    <a:ext uri="{FF2B5EF4-FFF2-40B4-BE49-F238E27FC236}">
                      <a16:creationId xmlns:a16="http://schemas.microsoft.com/office/drawing/2014/main" id="{3AABE739-60EF-3DCC-2C73-1C6D0EB6E0AF}"/>
                    </a:ext>
                  </a:extLst>
                </p:cNvPr>
                <p:cNvPicPr/>
                <p:nvPr/>
              </p:nvPicPr>
              <p:blipFill>
                <a:blip r:embed="rId217"/>
                <a:stretch>
                  <a:fillRect/>
                </a:stretch>
              </p:blipFill>
              <p:spPr>
                <a:xfrm>
                  <a:off x="6008144" y="5648322"/>
                  <a:ext cx="8496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0" name="Ink 129">
                  <a:extLst>
                    <a:ext uri="{FF2B5EF4-FFF2-40B4-BE49-F238E27FC236}">
                      <a16:creationId xmlns:a16="http://schemas.microsoft.com/office/drawing/2014/main" id="{7E9C6920-DE0A-15C1-3F8E-09A71916B63B}"/>
                    </a:ext>
                  </a:extLst>
                </p14:cNvPr>
                <p14:cNvContentPartPr/>
                <p14:nvPr/>
              </p14:nvContentPartPr>
              <p14:xfrm>
                <a:off x="6168704" y="5654442"/>
                <a:ext cx="113040" cy="156240"/>
              </p14:xfrm>
            </p:contentPart>
          </mc:Choice>
          <mc:Fallback>
            <p:pic>
              <p:nvPicPr>
                <p:cNvPr id="130" name="Ink 129">
                  <a:extLst>
                    <a:ext uri="{FF2B5EF4-FFF2-40B4-BE49-F238E27FC236}">
                      <a16:creationId xmlns:a16="http://schemas.microsoft.com/office/drawing/2014/main" id="{7E9C6920-DE0A-15C1-3F8E-09A71916B63B}"/>
                    </a:ext>
                  </a:extLst>
                </p:cNvPr>
                <p:cNvPicPr/>
                <p:nvPr/>
              </p:nvPicPr>
              <p:blipFill>
                <a:blip r:embed="rId219"/>
                <a:stretch>
                  <a:fillRect/>
                </a:stretch>
              </p:blipFill>
              <p:spPr>
                <a:xfrm>
                  <a:off x="6159704" y="5645802"/>
                  <a:ext cx="1306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1" name="Ink 130">
                  <a:extLst>
                    <a:ext uri="{FF2B5EF4-FFF2-40B4-BE49-F238E27FC236}">
                      <a16:creationId xmlns:a16="http://schemas.microsoft.com/office/drawing/2014/main" id="{5CE72FC5-34A5-BE5F-6DF3-F52A307E07A4}"/>
                    </a:ext>
                  </a:extLst>
                </p14:cNvPr>
                <p14:cNvContentPartPr/>
                <p14:nvPr/>
              </p14:nvContentPartPr>
              <p14:xfrm>
                <a:off x="5797904" y="5936682"/>
                <a:ext cx="703800" cy="230400"/>
              </p14:xfrm>
            </p:contentPart>
          </mc:Choice>
          <mc:Fallback>
            <p:pic>
              <p:nvPicPr>
                <p:cNvPr id="131" name="Ink 130">
                  <a:extLst>
                    <a:ext uri="{FF2B5EF4-FFF2-40B4-BE49-F238E27FC236}">
                      <a16:creationId xmlns:a16="http://schemas.microsoft.com/office/drawing/2014/main" id="{5CE72FC5-34A5-BE5F-6DF3-F52A307E07A4}"/>
                    </a:ext>
                  </a:extLst>
                </p:cNvPr>
                <p:cNvPicPr/>
                <p:nvPr/>
              </p:nvPicPr>
              <p:blipFill>
                <a:blip r:embed="rId221"/>
                <a:stretch>
                  <a:fillRect/>
                </a:stretch>
              </p:blipFill>
              <p:spPr>
                <a:xfrm>
                  <a:off x="5788904" y="5927682"/>
                  <a:ext cx="72144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2" name="Ink 131">
                  <a:extLst>
                    <a:ext uri="{FF2B5EF4-FFF2-40B4-BE49-F238E27FC236}">
                      <a16:creationId xmlns:a16="http://schemas.microsoft.com/office/drawing/2014/main" id="{86DB382D-D79F-13C2-0EB5-DD2F137B2373}"/>
                    </a:ext>
                  </a:extLst>
                </p14:cNvPr>
                <p14:cNvContentPartPr/>
                <p14:nvPr/>
              </p14:nvContentPartPr>
              <p14:xfrm>
                <a:off x="5900144" y="6287682"/>
                <a:ext cx="157320" cy="252000"/>
              </p14:xfrm>
            </p:contentPart>
          </mc:Choice>
          <mc:Fallback>
            <p:pic>
              <p:nvPicPr>
                <p:cNvPr id="132" name="Ink 131">
                  <a:extLst>
                    <a:ext uri="{FF2B5EF4-FFF2-40B4-BE49-F238E27FC236}">
                      <a16:creationId xmlns:a16="http://schemas.microsoft.com/office/drawing/2014/main" id="{86DB382D-D79F-13C2-0EB5-DD2F137B2373}"/>
                    </a:ext>
                  </a:extLst>
                </p:cNvPr>
                <p:cNvPicPr/>
                <p:nvPr/>
              </p:nvPicPr>
              <p:blipFill>
                <a:blip r:embed="rId223"/>
                <a:stretch>
                  <a:fillRect/>
                </a:stretch>
              </p:blipFill>
              <p:spPr>
                <a:xfrm>
                  <a:off x="5891144" y="6278682"/>
                  <a:ext cx="1749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3" name="Ink 132">
                  <a:extLst>
                    <a:ext uri="{FF2B5EF4-FFF2-40B4-BE49-F238E27FC236}">
                      <a16:creationId xmlns:a16="http://schemas.microsoft.com/office/drawing/2014/main" id="{FEECE372-71E1-AE9B-0F95-A93FEBC619E3}"/>
                    </a:ext>
                  </a:extLst>
                </p14:cNvPr>
                <p14:cNvContentPartPr/>
                <p14:nvPr/>
              </p14:nvContentPartPr>
              <p14:xfrm>
                <a:off x="6088064" y="6405762"/>
                <a:ext cx="97920" cy="117000"/>
              </p14:xfrm>
            </p:contentPart>
          </mc:Choice>
          <mc:Fallback>
            <p:pic>
              <p:nvPicPr>
                <p:cNvPr id="133" name="Ink 132">
                  <a:extLst>
                    <a:ext uri="{FF2B5EF4-FFF2-40B4-BE49-F238E27FC236}">
                      <a16:creationId xmlns:a16="http://schemas.microsoft.com/office/drawing/2014/main" id="{FEECE372-71E1-AE9B-0F95-A93FEBC619E3}"/>
                    </a:ext>
                  </a:extLst>
                </p:cNvPr>
                <p:cNvPicPr/>
                <p:nvPr/>
              </p:nvPicPr>
              <p:blipFill>
                <a:blip r:embed="rId225"/>
                <a:stretch>
                  <a:fillRect/>
                </a:stretch>
              </p:blipFill>
              <p:spPr>
                <a:xfrm>
                  <a:off x="6079424" y="6396762"/>
                  <a:ext cx="11556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4" name="Ink 133">
                  <a:extLst>
                    <a:ext uri="{FF2B5EF4-FFF2-40B4-BE49-F238E27FC236}">
                      <a16:creationId xmlns:a16="http://schemas.microsoft.com/office/drawing/2014/main" id="{EA36D9D2-93FC-BBE4-7C60-06D61AE60EAB}"/>
                    </a:ext>
                  </a:extLst>
                </p14:cNvPr>
                <p14:cNvContentPartPr/>
                <p14:nvPr/>
              </p14:nvContentPartPr>
              <p14:xfrm>
                <a:off x="6264464" y="6317922"/>
                <a:ext cx="149400" cy="151200"/>
              </p14:xfrm>
            </p:contentPart>
          </mc:Choice>
          <mc:Fallback>
            <p:pic>
              <p:nvPicPr>
                <p:cNvPr id="134" name="Ink 133">
                  <a:extLst>
                    <a:ext uri="{FF2B5EF4-FFF2-40B4-BE49-F238E27FC236}">
                      <a16:creationId xmlns:a16="http://schemas.microsoft.com/office/drawing/2014/main" id="{EA36D9D2-93FC-BBE4-7C60-06D61AE60EAB}"/>
                    </a:ext>
                  </a:extLst>
                </p:cNvPr>
                <p:cNvPicPr/>
                <p:nvPr/>
              </p:nvPicPr>
              <p:blipFill>
                <a:blip r:embed="rId227"/>
                <a:stretch>
                  <a:fillRect/>
                </a:stretch>
              </p:blipFill>
              <p:spPr>
                <a:xfrm>
                  <a:off x="6255824" y="6308922"/>
                  <a:ext cx="1670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5" name="Ink 134">
                  <a:extLst>
                    <a:ext uri="{FF2B5EF4-FFF2-40B4-BE49-F238E27FC236}">
                      <a16:creationId xmlns:a16="http://schemas.microsoft.com/office/drawing/2014/main" id="{3691C5CF-F48C-79DD-36DF-68FE71F31C5C}"/>
                    </a:ext>
                  </a:extLst>
                </p14:cNvPr>
                <p14:cNvContentPartPr/>
                <p14:nvPr/>
              </p14:nvContentPartPr>
              <p14:xfrm>
                <a:off x="5818064" y="6697362"/>
                <a:ext cx="100440" cy="159120"/>
              </p14:xfrm>
            </p:contentPart>
          </mc:Choice>
          <mc:Fallback>
            <p:pic>
              <p:nvPicPr>
                <p:cNvPr id="135" name="Ink 134">
                  <a:extLst>
                    <a:ext uri="{FF2B5EF4-FFF2-40B4-BE49-F238E27FC236}">
                      <a16:creationId xmlns:a16="http://schemas.microsoft.com/office/drawing/2014/main" id="{3691C5CF-F48C-79DD-36DF-68FE71F31C5C}"/>
                    </a:ext>
                  </a:extLst>
                </p:cNvPr>
                <p:cNvPicPr/>
                <p:nvPr/>
              </p:nvPicPr>
              <p:blipFill>
                <a:blip r:embed="rId229"/>
                <a:stretch>
                  <a:fillRect/>
                </a:stretch>
              </p:blipFill>
              <p:spPr>
                <a:xfrm>
                  <a:off x="5809064" y="6688722"/>
                  <a:ext cx="1180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6" name="Ink 135">
                  <a:extLst>
                    <a:ext uri="{FF2B5EF4-FFF2-40B4-BE49-F238E27FC236}">
                      <a16:creationId xmlns:a16="http://schemas.microsoft.com/office/drawing/2014/main" id="{5AD2F35B-E238-CA95-4A00-88DFAD930858}"/>
                    </a:ext>
                  </a:extLst>
                </p14:cNvPr>
                <p14:cNvContentPartPr/>
                <p14:nvPr/>
              </p14:nvContentPartPr>
              <p14:xfrm>
                <a:off x="6075824" y="6673242"/>
                <a:ext cx="653760" cy="140760"/>
              </p14:xfrm>
            </p:contentPart>
          </mc:Choice>
          <mc:Fallback>
            <p:pic>
              <p:nvPicPr>
                <p:cNvPr id="136" name="Ink 135">
                  <a:extLst>
                    <a:ext uri="{FF2B5EF4-FFF2-40B4-BE49-F238E27FC236}">
                      <a16:creationId xmlns:a16="http://schemas.microsoft.com/office/drawing/2014/main" id="{5AD2F35B-E238-CA95-4A00-88DFAD930858}"/>
                    </a:ext>
                  </a:extLst>
                </p:cNvPr>
                <p:cNvPicPr/>
                <p:nvPr/>
              </p:nvPicPr>
              <p:blipFill>
                <a:blip r:embed="rId231"/>
                <a:stretch>
                  <a:fillRect/>
                </a:stretch>
              </p:blipFill>
              <p:spPr>
                <a:xfrm>
                  <a:off x="6066824" y="6664242"/>
                  <a:ext cx="6714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0" name="Ink 139">
                  <a:extLst>
                    <a:ext uri="{FF2B5EF4-FFF2-40B4-BE49-F238E27FC236}">
                      <a16:creationId xmlns:a16="http://schemas.microsoft.com/office/drawing/2014/main" id="{BF856A6E-3B83-969C-72BB-148061FD4484}"/>
                    </a:ext>
                  </a:extLst>
                </p14:cNvPr>
                <p14:cNvContentPartPr/>
                <p14:nvPr/>
              </p14:nvContentPartPr>
              <p14:xfrm>
                <a:off x="6371384" y="2773002"/>
                <a:ext cx="3234240" cy="1594080"/>
              </p14:xfrm>
            </p:contentPart>
          </mc:Choice>
          <mc:Fallback>
            <p:pic>
              <p:nvPicPr>
                <p:cNvPr id="140" name="Ink 139">
                  <a:extLst>
                    <a:ext uri="{FF2B5EF4-FFF2-40B4-BE49-F238E27FC236}">
                      <a16:creationId xmlns:a16="http://schemas.microsoft.com/office/drawing/2014/main" id="{BF856A6E-3B83-969C-72BB-148061FD4484}"/>
                    </a:ext>
                  </a:extLst>
                </p:cNvPr>
                <p:cNvPicPr/>
                <p:nvPr/>
              </p:nvPicPr>
              <p:blipFill>
                <a:blip r:embed="rId233"/>
                <a:stretch>
                  <a:fillRect/>
                </a:stretch>
              </p:blipFill>
              <p:spPr>
                <a:xfrm>
                  <a:off x="6362744" y="2764002"/>
                  <a:ext cx="3251880" cy="16117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1" name="Ink 140">
                  <a:extLst>
                    <a:ext uri="{FF2B5EF4-FFF2-40B4-BE49-F238E27FC236}">
                      <a16:creationId xmlns:a16="http://schemas.microsoft.com/office/drawing/2014/main" id="{0E26DD2E-E602-F028-B576-E0BBA4C101B2}"/>
                    </a:ext>
                  </a:extLst>
                </p14:cNvPr>
                <p14:cNvContentPartPr/>
                <p14:nvPr/>
              </p14:nvContentPartPr>
              <p14:xfrm>
                <a:off x="6526544" y="3890082"/>
                <a:ext cx="3699720" cy="450000"/>
              </p14:xfrm>
            </p:contentPart>
          </mc:Choice>
          <mc:Fallback>
            <p:pic>
              <p:nvPicPr>
                <p:cNvPr id="141" name="Ink 140">
                  <a:extLst>
                    <a:ext uri="{FF2B5EF4-FFF2-40B4-BE49-F238E27FC236}">
                      <a16:creationId xmlns:a16="http://schemas.microsoft.com/office/drawing/2014/main" id="{0E26DD2E-E602-F028-B576-E0BBA4C101B2}"/>
                    </a:ext>
                  </a:extLst>
                </p:cNvPr>
                <p:cNvPicPr/>
                <p:nvPr/>
              </p:nvPicPr>
              <p:blipFill>
                <a:blip r:embed="rId235"/>
                <a:stretch>
                  <a:fillRect/>
                </a:stretch>
              </p:blipFill>
              <p:spPr>
                <a:xfrm>
                  <a:off x="6517904" y="3881442"/>
                  <a:ext cx="3717360" cy="4676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2" name="Ink 141">
                  <a:extLst>
                    <a:ext uri="{FF2B5EF4-FFF2-40B4-BE49-F238E27FC236}">
                      <a16:creationId xmlns:a16="http://schemas.microsoft.com/office/drawing/2014/main" id="{F5D4B437-5C5D-B4FF-7647-C7C4891FD864}"/>
                    </a:ext>
                  </a:extLst>
                </p14:cNvPr>
                <p14:cNvContentPartPr/>
                <p14:nvPr/>
              </p14:nvContentPartPr>
              <p14:xfrm>
                <a:off x="6434024" y="4386522"/>
                <a:ext cx="3753360" cy="664200"/>
              </p14:xfrm>
            </p:contentPart>
          </mc:Choice>
          <mc:Fallback>
            <p:pic>
              <p:nvPicPr>
                <p:cNvPr id="142" name="Ink 141">
                  <a:extLst>
                    <a:ext uri="{FF2B5EF4-FFF2-40B4-BE49-F238E27FC236}">
                      <a16:creationId xmlns:a16="http://schemas.microsoft.com/office/drawing/2014/main" id="{F5D4B437-5C5D-B4FF-7647-C7C4891FD864}"/>
                    </a:ext>
                  </a:extLst>
                </p:cNvPr>
                <p:cNvPicPr/>
                <p:nvPr/>
              </p:nvPicPr>
              <p:blipFill>
                <a:blip r:embed="rId237"/>
                <a:stretch>
                  <a:fillRect/>
                </a:stretch>
              </p:blipFill>
              <p:spPr>
                <a:xfrm>
                  <a:off x="6425024" y="4377522"/>
                  <a:ext cx="3771000" cy="6818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3" name="Ink 142">
                  <a:extLst>
                    <a:ext uri="{FF2B5EF4-FFF2-40B4-BE49-F238E27FC236}">
                      <a16:creationId xmlns:a16="http://schemas.microsoft.com/office/drawing/2014/main" id="{88BFB7AD-C349-8760-EB56-61A47BED098D}"/>
                    </a:ext>
                  </a:extLst>
                </p14:cNvPr>
                <p14:cNvContentPartPr/>
                <p14:nvPr/>
              </p14:nvContentPartPr>
              <p14:xfrm>
                <a:off x="6566144" y="4094922"/>
                <a:ext cx="3060720" cy="1703160"/>
              </p14:xfrm>
            </p:contentPart>
          </mc:Choice>
          <mc:Fallback>
            <p:pic>
              <p:nvPicPr>
                <p:cNvPr id="143" name="Ink 142">
                  <a:extLst>
                    <a:ext uri="{FF2B5EF4-FFF2-40B4-BE49-F238E27FC236}">
                      <a16:creationId xmlns:a16="http://schemas.microsoft.com/office/drawing/2014/main" id="{88BFB7AD-C349-8760-EB56-61A47BED098D}"/>
                    </a:ext>
                  </a:extLst>
                </p:cNvPr>
                <p:cNvPicPr/>
                <p:nvPr/>
              </p:nvPicPr>
              <p:blipFill>
                <a:blip r:embed="rId239"/>
                <a:stretch>
                  <a:fillRect/>
                </a:stretch>
              </p:blipFill>
              <p:spPr>
                <a:xfrm>
                  <a:off x="6557144" y="4085922"/>
                  <a:ext cx="3078360" cy="17208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5" name="Ink 144">
                  <a:extLst>
                    <a:ext uri="{FF2B5EF4-FFF2-40B4-BE49-F238E27FC236}">
                      <a16:creationId xmlns:a16="http://schemas.microsoft.com/office/drawing/2014/main" id="{30F5427A-7F69-C971-899D-DFC9CB59D53E}"/>
                    </a:ext>
                  </a:extLst>
                </p14:cNvPr>
                <p14:cNvContentPartPr/>
                <p14:nvPr/>
              </p14:nvContentPartPr>
              <p14:xfrm>
                <a:off x="7174904" y="2522442"/>
                <a:ext cx="1425240" cy="1837440"/>
              </p14:xfrm>
            </p:contentPart>
          </mc:Choice>
          <mc:Fallback>
            <p:pic>
              <p:nvPicPr>
                <p:cNvPr id="145" name="Ink 144">
                  <a:extLst>
                    <a:ext uri="{FF2B5EF4-FFF2-40B4-BE49-F238E27FC236}">
                      <a16:creationId xmlns:a16="http://schemas.microsoft.com/office/drawing/2014/main" id="{30F5427A-7F69-C971-899D-DFC9CB59D53E}"/>
                    </a:ext>
                  </a:extLst>
                </p:cNvPr>
                <p:cNvPicPr/>
                <p:nvPr/>
              </p:nvPicPr>
              <p:blipFill>
                <a:blip r:embed="rId241"/>
                <a:stretch>
                  <a:fillRect/>
                </a:stretch>
              </p:blipFill>
              <p:spPr>
                <a:xfrm>
                  <a:off x="7165904" y="2513802"/>
                  <a:ext cx="1442880" cy="18550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6" name="Ink 145">
                  <a:extLst>
                    <a:ext uri="{FF2B5EF4-FFF2-40B4-BE49-F238E27FC236}">
                      <a16:creationId xmlns:a16="http://schemas.microsoft.com/office/drawing/2014/main" id="{7716B41B-9410-40E4-42D0-C2DD290C8678}"/>
                    </a:ext>
                  </a:extLst>
                </p14:cNvPr>
                <p14:cNvContentPartPr/>
                <p14:nvPr/>
              </p14:nvContentPartPr>
              <p14:xfrm>
                <a:off x="7318904" y="2398602"/>
                <a:ext cx="196200" cy="290880"/>
              </p14:xfrm>
            </p:contentPart>
          </mc:Choice>
          <mc:Fallback>
            <p:pic>
              <p:nvPicPr>
                <p:cNvPr id="146" name="Ink 145">
                  <a:extLst>
                    <a:ext uri="{FF2B5EF4-FFF2-40B4-BE49-F238E27FC236}">
                      <a16:creationId xmlns:a16="http://schemas.microsoft.com/office/drawing/2014/main" id="{7716B41B-9410-40E4-42D0-C2DD290C8678}"/>
                    </a:ext>
                  </a:extLst>
                </p:cNvPr>
                <p:cNvPicPr/>
                <p:nvPr/>
              </p:nvPicPr>
              <p:blipFill>
                <a:blip r:embed="rId243"/>
                <a:stretch>
                  <a:fillRect/>
                </a:stretch>
              </p:blipFill>
              <p:spPr>
                <a:xfrm>
                  <a:off x="7309904" y="2389962"/>
                  <a:ext cx="21384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8" name="Ink 147">
                  <a:extLst>
                    <a:ext uri="{FF2B5EF4-FFF2-40B4-BE49-F238E27FC236}">
                      <a16:creationId xmlns:a16="http://schemas.microsoft.com/office/drawing/2014/main" id="{9F30C973-8AF7-53FD-5E70-3661C061D266}"/>
                    </a:ext>
                  </a:extLst>
                </p14:cNvPr>
                <p14:cNvContentPartPr/>
                <p14:nvPr/>
              </p14:nvContentPartPr>
              <p14:xfrm>
                <a:off x="5700344" y="5863962"/>
                <a:ext cx="1004040" cy="45360"/>
              </p14:xfrm>
            </p:contentPart>
          </mc:Choice>
          <mc:Fallback>
            <p:pic>
              <p:nvPicPr>
                <p:cNvPr id="148" name="Ink 147">
                  <a:extLst>
                    <a:ext uri="{FF2B5EF4-FFF2-40B4-BE49-F238E27FC236}">
                      <a16:creationId xmlns:a16="http://schemas.microsoft.com/office/drawing/2014/main" id="{9F30C973-8AF7-53FD-5E70-3661C061D266}"/>
                    </a:ext>
                  </a:extLst>
                </p:cNvPr>
                <p:cNvPicPr/>
                <p:nvPr/>
              </p:nvPicPr>
              <p:blipFill>
                <a:blip r:embed="rId245"/>
                <a:stretch>
                  <a:fillRect/>
                </a:stretch>
              </p:blipFill>
              <p:spPr>
                <a:xfrm>
                  <a:off x="5691344" y="5854962"/>
                  <a:ext cx="102168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9" name="Ink 148">
                  <a:extLst>
                    <a:ext uri="{FF2B5EF4-FFF2-40B4-BE49-F238E27FC236}">
                      <a16:creationId xmlns:a16="http://schemas.microsoft.com/office/drawing/2014/main" id="{C3A38128-6B72-BB59-D7AB-02F3E9B6A306}"/>
                    </a:ext>
                  </a:extLst>
                </p14:cNvPr>
                <p14:cNvContentPartPr/>
                <p14:nvPr/>
              </p14:nvContentPartPr>
              <p14:xfrm>
                <a:off x="4898624" y="2734122"/>
                <a:ext cx="998640" cy="3039840"/>
              </p14:xfrm>
            </p:contentPart>
          </mc:Choice>
          <mc:Fallback>
            <p:pic>
              <p:nvPicPr>
                <p:cNvPr id="149" name="Ink 148">
                  <a:extLst>
                    <a:ext uri="{FF2B5EF4-FFF2-40B4-BE49-F238E27FC236}">
                      <a16:creationId xmlns:a16="http://schemas.microsoft.com/office/drawing/2014/main" id="{C3A38128-6B72-BB59-D7AB-02F3E9B6A306}"/>
                    </a:ext>
                  </a:extLst>
                </p:cNvPr>
                <p:cNvPicPr/>
                <p:nvPr/>
              </p:nvPicPr>
              <p:blipFill>
                <a:blip r:embed="rId247"/>
                <a:stretch>
                  <a:fillRect/>
                </a:stretch>
              </p:blipFill>
              <p:spPr>
                <a:xfrm>
                  <a:off x="4889624" y="2725482"/>
                  <a:ext cx="1016280" cy="305748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0" name="Ink 149">
                  <a:extLst>
                    <a:ext uri="{FF2B5EF4-FFF2-40B4-BE49-F238E27FC236}">
                      <a16:creationId xmlns:a16="http://schemas.microsoft.com/office/drawing/2014/main" id="{8C313A6C-4473-498B-F14E-B06D05C7263F}"/>
                    </a:ext>
                  </a:extLst>
                </p14:cNvPr>
                <p14:cNvContentPartPr/>
                <p14:nvPr/>
              </p14:nvContentPartPr>
              <p14:xfrm>
                <a:off x="5663984" y="5658042"/>
                <a:ext cx="186840" cy="213840"/>
              </p14:xfrm>
            </p:contentPart>
          </mc:Choice>
          <mc:Fallback>
            <p:pic>
              <p:nvPicPr>
                <p:cNvPr id="150" name="Ink 149">
                  <a:extLst>
                    <a:ext uri="{FF2B5EF4-FFF2-40B4-BE49-F238E27FC236}">
                      <a16:creationId xmlns:a16="http://schemas.microsoft.com/office/drawing/2014/main" id="{8C313A6C-4473-498B-F14E-B06D05C7263F}"/>
                    </a:ext>
                  </a:extLst>
                </p:cNvPr>
                <p:cNvPicPr/>
                <p:nvPr/>
              </p:nvPicPr>
              <p:blipFill>
                <a:blip r:embed="rId249"/>
                <a:stretch>
                  <a:fillRect/>
                </a:stretch>
              </p:blipFill>
              <p:spPr>
                <a:xfrm>
                  <a:off x="5655344" y="5649042"/>
                  <a:ext cx="2044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1" name="Ink 150">
                  <a:extLst>
                    <a:ext uri="{FF2B5EF4-FFF2-40B4-BE49-F238E27FC236}">
                      <a16:creationId xmlns:a16="http://schemas.microsoft.com/office/drawing/2014/main" id="{D0585EFF-27EA-6402-C209-44CCE2C0278A}"/>
                    </a:ext>
                  </a:extLst>
                </p14:cNvPr>
                <p14:cNvContentPartPr/>
                <p14:nvPr/>
              </p14:nvContentPartPr>
              <p14:xfrm>
                <a:off x="6552824" y="5537802"/>
                <a:ext cx="2165400" cy="820800"/>
              </p14:xfrm>
            </p:contentPart>
          </mc:Choice>
          <mc:Fallback>
            <p:pic>
              <p:nvPicPr>
                <p:cNvPr id="151" name="Ink 150">
                  <a:extLst>
                    <a:ext uri="{FF2B5EF4-FFF2-40B4-BE49-F238E27FC236}">
                      <a16:creationId xmlns:a16="http://schemas.microsoft.com/office/drawing/2014/main" id="{D0585EFF-27EA-6402-C209-44CCE2C0278A}"/>
                    </a:ext>
                  </a:extLst>
                </p:cNvPr>
                <p:cNvPicPr/>
                <p:nvPr/>
              </p:nvPicPr>
              <p:blipFill>
                <a:blip r:embed="rId251"/>
                <a:stretch>
                  <a:fillRect/>
                </a:stretch>
              </p:blipFill>
              <p:spPr>
                <a:xfrm>
                  <a:off x="6544184" y="5529162"/>
                  <a:ext cx="2183040" cy="8384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2" name="Ink 151">
                  <a:extLst>
                    <a:ext uri="{FF2B5EF4-FFF2-40B4-BE49-F238E27FC236}">
                      <a16:creationId xmlns:a16="http://schemas.microsoft.com/office/drawing/2014/main" id="{21264B13-F1C7-36DB-0EB3-CEE16AA0D539}"/>
                    </a:ext>
                  </a:extLst>
                </p14:cNvPr>
                <p14:cNvContentPartPr/>
                <p14:nvPr/>
              </p14:nvContentPartPr>
              <p14:xfrm>
                <a:off x="8597624" y="6314322"/>
                <a:ext cx="205920" cy="72000"/>
              </p14:xfrm>
            </p:contentPart>
          </mc:Choice>
          <mc:Fallback>
            <p:pic>
              <p:nvPicPr>
                <p:cNvPr id="152" name="Ink 151">
                  <a:extLst>
                    <a:ext uri="{FF2B5EF4-FFF2-40B4-BE49-F238E27FC236}">
                      <a16:creationId xmlns:a16="http://schemas.microsoft.com/office/drawing/2014/main" id="{21264B13-F1C7-36DB-0EB3-CEE16AA0D539}"/>
                    </a:ext>
                  </a:extLst>
                </p:cNvPr>
                <p:cNvPicPr/>
                <p:nvPr/>
              </p:nvPicPr>
              <p:blipFill>
                <a:blip r:embed="rId253"/>
                <a:stretch>
                  <a:fillRect/>
                </a:stretch>
              </p:blipFill>
              <p:spPr>
                <a:xfrm>
                  <a:off x="8588984" y="6305682"/>
                  <a:ext cx="22356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3" name="Ink 152">
                  <a:extLst>
                    <a:ext uri="{FF2B5EF4-FFF2-40B4-BE49-F238E27FC236}">
                      <a16:creationId xmlns:a16="http://schemas.microsoft.com/office/drawing/2014/main" id="{0E6D53F6-1532-64C2-FD9F-C6D7676E5EE3}"/>
                    </a:ext>
                  </a:extLst>
                </p14:cNvPr>
                <p14:cNvContentPartPr/>
                <p14:nvPr/>
              </p14:nvContentPartPr>
              <p14:xfrm>
                <a:off x="8612024" y="6354642"/>
                <a:ext cx="610920" cy="165240"/>
              </p14:xfrm>
            </p:contentPart>
          </mc:Choice>
          <mc:Fallback>
            <p:pic>
              <p:nvPicPr>
                <p:cNvPr id="153" name="Ink 152">
                  <a:extLst>
                    <a:ext uri="{FF2B5EF4-FFF2-40B4-BE49-F238E27FC236}">
                      <a16:creationId xmlns:a16="http://schemas.microsoft.com/office/drawing/2014/main" id="{0E6D53F6-1532-64C2-FD9F-C6D7676E5EE3}"/>
                    </a:ext>
                  </a:extLst>
                </p:cNvPr>
                <p:cNvPicPr/>
                <p:nvPr/>
              </p:nvPicPr>
              <p:blipFill>
                <a:blip r:embed="rId255"/>
                <a:stretch>
                  <a:fillRect/>
                </a:stretch>
              </p:blipFill>
              <p:spPr>
                <a:xfrm>
                  <a:off x="8603384" y="6346002"/>
                  <a:ext cx="62856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4" name="Ink 153">
                  <a:extLst>
                    <a:ext uri="{FF2B5EF4-FFF2-40B4-BE49-F238E27FC236}">
                      <a16:creationId xmlns:a16="http://schemas.microsoft.com/office/drawing/2014/main" id="{4DD329A1-3EE8-8726-CCC6-67028D55E1CC}"/>
                    </a:ext>
                  </a:extLst>
                </p14:cNvPr>
                <p14:cNvContentPartPr/>
                <p14:nvPr/>
              </p14:nvContentPartPr>
              <p14:xfrm>
                <a:off x="8574584" y="6453642"/>
                <a:ext cx="533880" cy="354600"/>
              </p14:xfrm>
            </p:contentPart>
          </mc:Choice>
          <mc:Fallback>
            <p:pic>
              <p:nvPicPr>
                <p:cNvPr id="154" name="Ink 153">
                  <a:extLst>
                    <a:ext uri="{FF2B5EF4-FFF2-40B4-BE49-F238E27FC236}">
                      <a16:creationId xmlns:a16="http://schemas.microsoft.com/office/drawing/2014/main" id="{4DD329A1-3EE8-8726-CCC6-67028D55E1CC}"/>
                    </a:ext>
                  </a:extLst>
                </p:cNvPr>
                <p:cNvPicPr/>
                <p:nvPr/>
              </p:nvPicPr>
              <p:blipFill>
                <a:blip r:embed="rId257"/>
                <a:stretch>
                  <a:fillRect/>
                </a:stretch>
              </p:blipFill>
              <p:spPr>
                <a:xfrm>
                  <a:off x="8565584" y="6444642"/>
                  <a:ext cx="55152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6" name="Ink 155">
                  <a:extLst>
                    <a:ext uri="{FF2B5EF4-FFF2-40B4-BE49-F238E27FC236}">
                      <a16:creationId xmlns:a16="http://schemas.microsoft.com/office/drawing/2014/main" id="{D8D2659B-5EF5-C8C2-6CB0-C4A8F4C6A2B5}"/>
                    </a:ext>
                  </a:extLst>
                </p14:cNvPr>
                <p14:cNvContentPartPr/>
                <p14:nvPr/>
              </p14:nvContentPartPr>
              <p14:xfrm>
                <a:off x="6210464" y="3867402"/>
                <a:ext cx="850320" cy="55800"/>
              </p14:xfrm>
            </p:contentPart>
          </mc:Choice>
          <mc:Fallback>
            <p:pic>
              <p:nvPicPr>
                <p:cNvPr id="156" name="Ink 155">
                  <a:extLst>
                    <a:ext uri="{FF2B5EF4-FFF2-40B4-BE49-F238E27FC236}">
                      <a16:creationId xmlns:a16="http://schemas.microsoft.com/office/drawing/2014/main" id="{D8D2659B-5EF5-C8C2-6CB0-C4A8F4C6A2B5}"/>
                    </a:ext>
                  </a:extLst>
                </p:cNvPr>
                <p:cNvPicPr/>
                <p:nvPr/>
              </p:nvPicPr>
              <p:blipFill>
                <a:blip r:embed="rId259"/>
                <a:stretch>
                  <a:fillRect/>
                </a:stretch>
              </p:blipFill>
              <p:spPr>
                <a:xfrm>
                  <a:off x="6201824" y="3858402"/>
                  <a:ext cx="8679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7" name="Ink 156">
                  <a:extLst>
                    <a:ext uri="{FF2B5EF4-FFF2-40B4-BE49-F238E27FC236}">
                      <a16:creationId xmlns:a16="http://schemas.microsoft.com/office/drawing/2014/main" id="{DA8A089D-834E-85B6-8B5C-3B1A9D6075D8}"/>
                    </a:ext>
                  </a:extLst>
                </p14:cNvPr>
                <p14:cNvContentPartPr/>
                <p14:nvPr/>
              </p14:nvContentPartPr>
              <p14:xfrm>
                <a:off x="6201104" y="4043442"/>
                <a:ext cx="801360" cy="81360"/>
              </p14:xfrm>
            </p:contentPart>
          </mc:Choice>
          <mc:Fallback>
            <p:pic>
              <p:nvPicPr>
                <p:cNvPr id="157" name="Ink 156">
                  <a:extLst>
                    <a:ext uri="{FF2B5EF4-FFF2-40B4-BE49-F238E27FC236}">
                      <a16:creationId xmlns:a16="http://schemas.microsoft.com/office/drawing/2014/main" id="{DA8A089D-834E-85B6-8B5C-3B1A9D6075D8}"/>
                    </a:ext>
                  </a:extLst>
                </p:cNvPr>
                <p:cNvPicPr/>
                <p:nvPr/>
              </p:nvPicPr>
              <p:blipFill>
                <a:blip r:embed="rId261"/>
                <a:stretch>
                  <a:fillRect/>
                </a:stretch>
              </p:blipFill>
              <p:spPr>
                <a:xfrm>
                  <a:off x="6192464" y="4034442"/>
                  <a:ext cx="81900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9" name="Ink 158">
                  <a:extLst>
                    <a:ext uri="{FF2B5EF4-FFF2-40B4-BE49-F238E27FC236}">
                      <a16:creationId xmlns:a16="http://schemas.microsoft.com/office/drawing/2014/main" id="{7A81B0FD-DA0C-20E5-B5D5-0021EE99E8FD}"/>
                    </a:ext>
                  </a:extLst>
                </p14:cNvPr>
                <p14:cNvContentPartPr/>
                <p14:nvPr/>
              </p14:nvContentPartPr>
              <p14:xfrm>
                <a:off x="11300504" y="3630522"/>
                <a:ext cx="370800" cy="34200"/>
              </p14:xfrm>
            </p:contentPart>
          </mc:Choice>
          <mc:Fallback>
            <p:pic>
              <p:nvPicPr>
                <p:cNvPr id="159" name="Ink 158">
                  <a:extLst>
                    <a:ext uri="{FF2B5EF4-FFF2-40B4-BE49-F238E27FC236}">
                      <a16:creationId xmlns:a16="http://schemas.microsoft.com/office/drawing/2014/main" id="{7A81B0FD-DA0C-20E5-B5D5-0021EE99E8FD}"/>
                    </a:ext>
                  </a:extLst>
                </p:cNvPr>
                <p:cNvPicPr/>
                <p:nvPr/>
              </p:nvPicPr>
              <p:blipFill>
                <a:blip r:embed="rId263"/>
                <a:stretch>
                  <a:fillRect/>
                </a:stretch>
              </p:blipFill>
              <p:spPr>
                <a:xfrm>
                  <a:off x="11291864" y="3621522"/>
                  <a:ext cx="3884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0" name="Ink 159">
                  <a:extLst>
                    <a:ext uri="{FF2B5EF4-FFF2-40B4-BE49-F238E27FC236}">
                      <a16:creationId xmlns:a16="http://schemas.microsoft.com/office/drawing/2014/main" id="{ABB7E3E3-1049-4795-B667-8949C24A3C00}"/>
                    </a:ext>
                  </a:extLst>
                </p14:cNvPr>
                <p14:cNvContentPartPr/>
                <p14:nvPr/>
              </p14:nvContentPartPr>
              <p14:xfrm>
                <a:off x="11604344" y="3577602"/>
                <a:ext cx="101520" cy="121680"/>
              </p14:xfrm>
            </p:contentPart>
          </mc:Choice>
          <mc:Fallback>
            <p:pic>
              <p:nvPicPr>
                <p:cNvPr id="160" name="Ink 159">
                  <a:extLst>
                    <a:ext uri="{FF2B5EF4-FFF2-40B4-BE49-F238E27FC236}">
                      <a16:creationId xmlns:a16="http://schemas.microsoft.com/office/drawing/2014/main" id="{ABB7E3E3-1049-4795-B667-8949C24A3C00}"/>
                    </a:ext>
                  </a:extLst>
                </p:cNvPr>
                <p:cNvPicPr/>
                <p:nvPr/>
              </p:nvPicPr>
              <p:blipFill>
                <a:blip r:embed="rId265"/>
                <a:stretch>
                  <a:fillRect/>
                </a:stretch>
              </p:blipFill>
              <p:spPr>
                <a:xfrm>
                  <a:off x="11595704" y="3568962"/>
                  <a:ext cx="1191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1" name="Ink 160">
                  <a:extLst>
                    <a:ext uri="{FF2B5EF4-FFF2-40B4-BE49-F238E27FC236}">
                      <a16:creationId xmlns:a16="http://schemas.microsoft.com/office/drawing/2014/main" id="{7547FBD6-70EA-A340-E621-A37E2ADB0208}"/>
                    </a:ext>
                  </a:extLst>
                </p14:cNvPr>
                <p14:cNvContentPartPr/>
                <p14:nvPr/>
              </p14:nvContentPartPr>
              <p14:xfrm>
                <a:off x="11813144" y="3478242"/>
                <a:ext cx="231480" cy="95040"/>
              </p14:xfrm>
            </p:contentPart>
          </mc:Choice>
          <mc:Fallback>
            <p:pic>
              <p:nvPicPr>
                <p:cNvPr id="161" name="Ink 160">
                  <a:extLst>
                    <a:ext uri="{FF2B5EF4-FFF2-40B4-BE49-F238E27FC236}">
                      <a16:creationId xmlns:a16="http://schemas.microsoft.com/office/drawing/2014/main" id="{7547FBD6-70EA-A340-E621-A37E2ADB0208}"/>
                    </a:ext>
                  </a:extLst>
                </p:cNvPr>
                <p:cNvPicPr/>
                <p:nvPr/>
              </p:nvPicPr>
              <p:blipFill>
                <a:blip r:embed="rId267"/>
                <a:stretch>
                  <a:fillRect/>
                </a:stretch>
              </p:blipFill>
              <p:spPr>
                <a:xfrm>
                  <a:off x="11804144" y="3469242"/>
                  <a:ext cx="2491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2" name="Ink 161">
                  <a:extLst>
                    <a:ext uri="{FF2B5EF4-FFF2-40B4-BE49-F238E27FC236}">
                      <a16:creationId xmlns:a16="http://schemas.microsoft.com/office/drawing/2014/main" id="{61DF782F-0B26-DC96-DA55-774F3D1EEBFE}"/>
                    </a:ext>
                  </a:extLst>
                </p14:cNvPr>
                <p14:cNvContentPartPr/>
                <p14:nvPr/>
              </p14:nvContentPartPr>
              <p14:xfrm>
                <a:off x="11807384" y="3498402"/>
                <a:ext cx="225000" cy="296640"/>
              </p14:xfrm>
            </p:contentPart>
          </mc:Choice>
          <mc:Fallback>
            <p:pic>
              <p:nvPicPr>
                <p:cNvPr id="162" name="Ink 161">
                  <a:extLst>
                    <a:ext uri="{FF2B5EF4-FFF2-40B4-BE49-F238E27FC236}">
                      <a16:creationId xmlns:a16="http://schemas.microsoft.com/office/drawing/2014/main" id="{61DF782F-0B26-DC96-DA55-774F3D1EEBFE}"/>
                    </a:ext>
                  </a:extLst>
                </p:cNvPr>
                <p:cNvPicPr/>
                <p:nvPr/>
              </p:nvPicPr>
              <p:blipFill>
                <a:blip r:embed="rId269"/>
                <a:stretch>
                  <a:fillRect/>
                </a:stretch>
              </p:blipFill>
              <p:spPr>
                <a:xfrm>
                  <a:off x="11798744" y="3489402"/>
                  <a:ext cx="24264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3" name="Ink 162">
                  <a:extLst>
                    <a:ext uri="{FF2B5EF4-FFF2-40B4-BE49-F238E27FC236}">
                      <a16:creationId xmlns:a16="http://schemas.microsoft.com/office/drawing/2014/main" id="{C0329A76-52D5-701A-FA42-7494972C75F5}"/>
                    </a:ext>
                  </a:extLst>
                </p14:cNvPr>
                <p14:cNvContentPartPr/>
                <p14:nvPr/>
              </p14:nvContentPartPr>
              <p14:xfrm>
                <a:off x="12025904" y="3522162"/>
                <a:ext cx="20520" cy="228240"/>
              </p14:xfrm>
            </p:contentPart>
          </mc:Choice>
          <mc:Fallback>
            <p:pic>
              <p:nvPicPr>
                <p:cNvPr id="163" name="Ink 162">
                  <a:extLst>
                    <a:ext uri="{FF2B5EF4-FFF2-40B4-BE49-F238E27FC236}">
                      <a16:creationId xmlns:a16="http://schemas.microsoft.com/office/drawing/2014/main" id="{C0329A76-52D5-701A-FA42-7494972C75F5}"/>
                    </a:ext>
                  </a:extLst>
                </p:cNvPr>
                <p:cNvPicPr/>
                <p:nvPr/>
              </p:nvPicPr>
              <p:blipFill>
                <a:blip r:embed="rId271"/>
                <a:stretch>
                  <a:fillRect/>
                </a:stretch>
              </p:blipFill>
              <p:spPr>
                <a:xfrm>
                  <a:off x="12016904" y="3513162"/>
                  <a:ext cx="3816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5" name="Ink 164">
                  <a:extLst>
                    <a:ext uri="{FF2B5EF4-FFF2-40B4-BE49-F238E27FC236}">
                      <a16:creationId xmlns:a16="http://schemas.microsoft.com/office/drawing/2014/main" id="{6504170B-CCF9-34D1-20B8-61CE9C013BF2}"/>
                    </a:ext>
                  </a:extLst>
                </p14:cNvPr>
                <p14:cNvContentPartPr/>
                <p14:nvPr/>
              </p14:nvContentPartPr>
              <p14:xfrm>
                <a:off x="982544" y="1616682"/>
                <a:ext cx="244800" cy="455760"/>
              </p14:xfrm>
            </p:contentPart>
          </mc:Choice>
          <mc:Fallback>
            <p:pic>
              <p:nvPicPr>
                <p:cNvPr id="165" name="Ink 164">
                  <a:extLst>
                    <a:ext uri="{FF2B5EF4-FFF2-40B4-BE49-F238E27FC236}">
                      <a16:creationId xmlns:a16="http://schemas.microsoft.com/office/drawing/2014/main" id="{6504170B-CCF9-34D1-20B8-61CE9C013BF2}"/>
                    </a:ext>
                  </a:extLst>
                </p:cNvPr>
                <p:cNvPicPr/>
                <p:nvPr/>
              </p:nvPicPr>
              <p:blipFill>
                <a:blip r:embed="rId273"/>
                <a:stretch>
                  <a:fillRect/>
                </a:stretch>
              </p:blipFill>
              <p:spPr>
                <a:xfrm>
                  <a:off x="973544" y="1607682"/>
                  <a:ext cx="262440" cy="4734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6" name="Ink 165">
                  <a:extLst>
                    <a:ext uri="{FF2B5EF4-FFF2-40B4-BE49-F238E27FC236}">
                      <a16:creationId xmlns:a16="http://schemas.microsoft.com/office/drawing/2014/main" id="{77BCEBAF-8AFC-C35A-1A51-53216F83444E}"/>
                    </a:ext>
                  </a:extLst>
                </p14:cNvPr>
                <p14:cNvContentPartPr/>
                <p14:nvPr/>
              </p14:nvContentPartPr>
              <p14:xfrm>
                <a:off x="1271984" y="1753482"/>
                <a:ext cx="178560" cy="279720"/>
              </p14:xfrm>
            </p:contentPart>
          </mc:Choice>
          <mc:Fallback>
            <p:pic>
              <p:nvPicPr>
                <p:cNvPr id="166" name="Ink 165">
                  <a:extLst>
                    <a:ext uri="{FF2B5EF4-FFF2-40B4-BE49-F238E27FC236}">
                      <a16:creationId xmlns:a16="http://schemas.microsoft.com/office/drawing/2014/main" id="{77BCEBAF-8AFC-C35A-1A51-53216F83444E}"/>
                    </a:ext>
                  </a:extLst>
                </p:cNvPr>
                <p:cNvPicPr/>
                <p:nvPr/>
              </p:nvPicPr>
              <p:blipFill>
                <a:blip r:embed="rId275"/>
                <a:stretch>
                  <a:fillRect/>
                </a:stretch>
              </p:blipFill>
              <p:spPr>
                <a:xfrm>
                  <a:off x="1262984" y="1744482"/>
                  <a:ext cx="19620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F182913E-65B4-D480-B4C3-2F83DDFBFD3D}"/>
                    </a:ext>
                  </a:extLst>
                </p14:cNvPr>
                <p14:cNvContentPartPr/>
                <p14:nvPr/>
              </p14:nvContentPartPr>
              <p14:xfrm>
                <a:off x="1335704" y="1681842"/>
                <a:ext cx="366480" cy="375480"/>
              </p14:xfrm>
            </p:contentPart>
          </mc:Choice>
          <mc:Fallback>
            <p:pic>
              <p:nvPicPr>
                <p:cNvPr id="167" name="Ink 166">
                  <a:extLst>
                    <a:ext uri="{FF2B5EF4-FFF2-40B4-BE49-F238E27FC236}">
                      <a16:creationId xmlns:a16="http://schemas.microsoft.com/office/drawing/2014/main" id="{F182913E-65B4-D480-B4C3-2F83DDFBFD3D}"/>
                    </a:ext>
                  </a:extLst>
                </p:cNvPr>
                <p:cNvPicPr/>
                <p:nvPr/>
              </p:nvPicPr>
              <p:blipFill>
                <a:blip r:embed="rId277"/>
                <a:stretch>
                  <a:fillRect/>
                </a:stretch>
              </p:blipFill>
              <p:spPr>
                <a:xfrm>
                  <a:off x="1327064" y="1672842"/>
                  <a:ext cx="384120" cy="3931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FCBD8273-D56D-1D03-F148-405ADA2CAE78}"/>
                    </a:ext>
                  </a:extLst>
                </p14:cNvPr>
                <p14:cNvContentPartPr/>
                <p14:nvPr/>
              </p14:nvContentPartPr>
              <p14:xfrm>
                <a:off x="1901984" y="1679322"/>
                <a:ext cx="239760" cy="307440"/>
              </p14:xfrm>
            </p:contentPart>
          </mc:Choice>
          <mc:Fallback>
            <p:pic>
              <p:nvPicPr>
                <p:cNvPr id="168" name="Ink 167">
                  <a:extLst>
                    <a:ext uri="{FF2B5EF4-FFF2-40B4-BE49-F238E27FC236}">
                      <a16:creationId xmlns:a16="http://schemas.microsoft.com/office/drawing/2014/main" id="{FCBD8273-D56D-1D03-F148-405ADA2CAE78}"/>
                    </a:ext>
                  </a:extLst>
                </p:cNvPr>
                <p:cNvPicPr/>
                <p:nvPr/>
              </p:nvPicPr>
              <p:blipFill>
                <a:blip r:embed="rId279"/>
                <a:stretch>
                  <a:fillRect/>
                </a:stretch>
              </p:blipFill>
              <p:spPr>
                <a:xfrm>
                  <a:off x="1893344" y="1670322"/>
                  <a:ext cx="25740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61C36EC5-865F-AB69-E446-1261873BAF34}"/>
                    </a:ext>
                  </a:extLst>
                </p14:cNvPr>
                <p14:cNvContentPartPr/>
                <p14:nvPr/>
              </p14:nvContentPartPr>
              <p14:xfrm>
                <a:off x="2193224" y="1718922"/>
                <a:ext cx="218160" cy="239760"/>
              </p14:xfrm>
            </p:contentPart>
          </mc:Choice>
          <mc:Fallback>
            <p:pic>
              <p:nvPicPr>
                <p:cNvPr id="169" name="Ink 168">
                  <a:extLst>
                    <a:ext uri="{FF2B5EF4-FFF2-40B4-BE49-F238E27FC236}">
                      <a16:creationId xmlns:a16="http://schemas.microsoft.com/office/drawing/2014/main" id="{61C36EC5-865F-AB69-E446-1261873BAF34}"/>
                    </a:ext>
                  </a:extLst>
                </p:cNvPr>
                <p:cNvPicPr/>
                <p:nvPr/>
              </p:nvPicPr>
              <p:blipFill>
                <a:blip r:embed="rId281"/>
                <a:stretch>
                  <a:fillRect/>
                </a:stretch>
              </p:blipFill>
              <p:spPr>
                <a:xfrm>
                  <a:off x="2184224" y="1709922"/>
                  <a:ext cx="23580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0" name="Ink 169">
                  <a:extLst>
                    <a:ext uri="{FF2B5EF4-FFF2-40B4-BE49-F238E27FC236}">
                      <a16:creationId xmlns:a16="http://schemas.microsoft.com/office/drawing/2014/main" id="{A8C4075E-11CF-5EBA-03FF-19D81D43A976}"/>
                    </a:ext>
                  </a:extLst>
                </p14:cNvPr>
                <p14:cNvContentPartPr/>
                <p14:nvPr/>
              </p14:nvContentPartPr>
              <p14:xfrm>
                <a:off x="1052744" y="2602722"/>
                <a:ext cx="245880" cy="262080"/>
              </p14:xfrm>
            </p:contentPart>
          </mc:Choice>
          <mc:Fallback>
            <p:pic>
              <p:nvPicPr>
                <p:cNvPr id="170" name="Ink 169">
                  <a:extLst>
                    <a:ext uri="{FF2B5EF4-FFF2-40B4-BE49-F238E27FC236}">
                      <a16:creationId xmlns:a16="http://schemas.microsoft.com/office/drawing/2014/main" id="{A8C4075E-11CF-5EBA-03FF-19D81D43A976}"/>
                    </a:ext>
                  </a:extLst>
                </p:cNvPr>
                <p:cNvPicPr/>
                <p:nvPr/>
              </p:nvPicPr>
              <p:blipFill>
                <a:blip r:embed="rId283"/>
                <a:stretch>
                  <a:fillRect/>
                </a:stretch>
              </p:blipFill>
              <p:spPr>
                <a:xfrm>
                  <a:off x="1044104" y="2593722"/>
                  <a:ext cx="2635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1" name="Ink 170">
                  <a:extLst>
                    <a:ext uri="{FF2B5EF4-FFF2-40B4-BE49-F238E27FC236}">
                      <a16:creationId xmlns:a16="http://schemas.microsoft.com/office/drawing/2014/main" id="{57DCEDE0-2910-8C7B-4556-32347AFD296E}"/>
                    </a:ext>
                  </a:extLst>
                </p14:cNvPr>
                <p14:cNvContentPartPr/>
                <p14:nvPr/>
              </p14:nvContentPartPr>
              <p14:xfrm>
                <a:off x="1360184" y="2660682"/>
                <a:ext cx="250560" cy="145800"/>
              </p14:xfrm>
            </p:contentPart>
          </mc:Choice>
          <mc:Fallback>
            <p:pic>
              <p:nvPicPr>
                <p:cNvPr id="171" name="Ink 170">
                  <a:extLst>
                    <a:ext uri="{FF2B5EF4-FFF2-40B4-BE49-F238E27FC236}">
                      <a16:creationId xmlns:a16="http://schemas.microsoft.com/office/drawing/2014/main" id="{57DCEDE0-2910-8C7B-4556-32347AFD296E}"/>
                    </a:ext>
                  </a:extLst>
                </p:cNvPr>
                <p:cNvPicPr/>
                <p:nvPr/>
              </p:nvPicPr>
              <p:blipFill>
                <a:blip r:embed="rId285"/>
                <a:stretch>
                  <a:fillRect/>
                </a:stretch>
              </p:blipFill>
              <p:spPr>
                <a:xfrm>
                  <a:off x="1351544" y="2652042"/>
                  <a:ext cx="2682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2" name="Ink 171">
                  <a:extLst>
                    <a:ext uri="{FF2B5EF4-FFF2-40B4-BE49-F238E27FC236}">
                      <a16:creationId xmlns:a16="http://schemas.microsoft.com/office/drawing/2014/main" id="{69947742-1B64-7A7F-FD94-79803D762F3E}"/>
                    </a:ext>
                  </a:extLst>
                </p14:cNvPr>
                <p14:cNvContentPartPr/>
                <p14:nvPr/>
              </p14:nvContentPartPr>
              <p14:xfrm>
                <a:off x="1689224" y="2608842"/>
                <a:ext cx="608400" cy="320400"/>
              </p14:xfrm>
            </p:contentPart>
          </mc:Choice>
          <mc:Fallback>
            <p:pic>
              <p:nvPicPr>
                <p:cNvPr id="172" name="Ink 171">
                  <a:extLst>
                    <a:ext uri="{FF2B5EF4-FFF2-40B4-BE49-F238E27FC236}">
                      <a16:creationId xmlns:a16="http://schemas.microsoft.com/office/drawing/2014/main" id="{69947742-1B64-7A7F-FD94-79803D762F3E}"/>
                    </a:ext>
                  </a:extLst>
                </p:cNvPr>
                <p:cNvPicPr/>
                <p:nvPr/>
              </p:nvPicPr>
              <p:blipFill>
                <a:blip r:embed="rId287"/>
                <a:stretch>
                  <a:fillRect/>
                </a:stretch>
              </p:blipFill>
              <p:spPr>
                <a:xfrm>
                  <a:off x="1680584" y="2600202"/>
                  <a:ext cx="62604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3" name="Ink 172">
                  <a:extLst>
                    <a:ext uri="{FF2B5EF4-FFF2-40B4-BE49-F238E27FC236}">
                      <a16:creationId xmlns:a16="http://schemas.microsoft.com/office/drawing/2014/main" id="{51D6F28B-BF3F-9C7D-C11A-19D1B2836DFC}"/>
                    </a:ext>
                  </a:extLst>
                </p14:cNvPr>
                <p14:cNvContentPartPr/>
                <p14:nvPr/>
              </p14:nvContentPartPr>
              <p14:xfrm>
                <a:off x="2345504" y="2513082"/>
                <a:ext cx="255600" cy="290880"/>
              </p14:xfrm>
            </p:contentPart>
          </mc:Choice>
          <mc:Fallback>
            <p:pic>
              <p:nvPicPr>
                <p:cNvPr id="173" name="Ink 172">
                  <a:extLst>
                    <a:ext uri="{FF2B5EF4-FFF2-40B4-BE49-F238E27FC236}">
                      <a16:creationId xmlns:a16="http://schemas.microsoft.com/office/drawing/2014/main" id="{51D6F28B-BF3F-9C7D-C11A-19D1B2836DFC}"/>
                    </a:ext>
                  </a:extLst>
                </p:cNvPr>
                <p:cNvPicPr/>
                <p:nvPr/>
              </p:nvPicPr>
              <p:blipFill>
                <a:blip r:embed="rId289"/>
                <a:stretch>
                  <a:fillRect/>
                </a:stretch>
              </p:blipFill>
              <p:spPr>
                <a:xfrm>
                  <a:off x="2336864" y="2504082"/>
                  <a:ext cx="27324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6" name="Ink 175">
                  <a:extLst>
                    <a:ext uri="{FF2B5EF4-FFF2-40B4-BE49-F238E27FC236}">
                      <a16:creationId xmlns:a16="http://schemas.microsoft.com/office/drawing/2014/main" id="{1B827908-5301-5BF5-AEF3-DC09D3628A28}"/>
                    </a:ext>
                  </a:extLst>
                </p14:cNvPr>
                <p14:cNvContentPartPr/>
                <p14:nvPr/>
              </p14:nvContentPartPr>
              <p14:xfrm>
                <a:off x="1522904" y="3351162"/>
                <a:ext cx="3643560" cy="993960"/>
              </p14:xfrm>
            </p:contentPart>
          </mc:Choice>
          <mc:Fallback>
            <p:pic>
              <p:nvPicPr>
                <p:cNvPr id="176" name="Ink 175">
                  <a:extLst>
                    <a:ext uri="{FF2B5EF4-FFF2-40B4-BE49-F238E27FC236}">
                      <a16:creationId xmlns:a16="http://schemas.microsoft.com/office/drawing/2014/main" id="{1B827908-5301-5BF5-AEF3-DC09D3628A28}"/>
                    </a:ext>
                  </a:extLst>
                </p:cNvPr>
                <p:cNvPicPr/>
                <p:nvPr/>
              </p:nvPicPr>
              <p:blipFill>
                <a:blip r:embed="rId291"/>
                <a:stretch>
                  <a:fillRect/>
                </a:stretch>
              </p:blipFill>
              <p:spPr>
                <a:xfrm>
                  <a:off x="1513904" y="3342162"/>
                  <a:ext cx="3661200" cy="101160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7" name="Ink 176">
                  <a:extLst>
                    <a:ext uri="{FF2B5EF4-FFF2-40B4-BE49-F238E27FC236}">
                      <a16:creationId xmlns:a16="http://schemas.microsoft.com/office/drawing/2014/main" id="{FBB1B511-6107-08FE-CB07-CD7974D2E0A9}"/>
                    </a:ext>
                  </a:extLst>
                </p14:cNvPr>
                <p14:cNvContentPartPr/>
                <p14:nvPr/>
              </p14:nvContentPartPr>
              <p14:xfrm>
                <a:off x="5095184" y="3252882"/>
                <a:ext cx="152640" cy="331200"/>
              </p14:xfrm>
            </p:contentPart>
          </mc:Choice>
          <mc:Fallback>
            <p:pic>
              <p:nvPicPr>
                <p:cNvPr id="177" name="Ink 176">
                  <a:extLst>
                    <a:ext uri="{FF2B5EF4-FFF2-40B4-BE49-F238E27FC236}">
                      <a16:creationId xmlns:a16="http://schemas.microsoft.com/office/drawing/2014/main" id="{FBB1B511-6107-08FE-CB07-CD7974D2E0A9}"/>
                    </a:ext>
                  </a:extLst>
                </p:cNvPr>
                <p:cNvPicPr/>
                <p:nvPr/>
              </p:nvPicPr>
              <p:blipFill>
                <a:blip r:embed="rId293"/>
                <a:stretch>
                  <a:fillRect/>
                </a:stretch>
              </p:blipFill>
              <p:spPr>
                <a:xfrm>
                  <a:off x="5086544" y="3243882"/>
                  <a:ext cx="17028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9" name="Ink 178">
                  <a:extLst>
                    <a:ext uri="{FF2B5EF4-FFF2-40B4-BE49-F238E27FC236}">
                      <a16:creationId xmlns:a16="http://schemas.microsoft.com/office/drawing/2014/main" id="{8A6FC7E7-CB10-ED54-4FEB-2315364BE94D}"/>
                    </a:ext>
                  </a:extLst>
                </p14:cNvPr>
                <p14:cNvContentPartPr/>
                <p14:nvPr/>
              </p14:nvContentPartPr>
              <p14:xfrm>
                <a:off x="6375344" y="3039762"/>
                <a:ext cx="114480" cy="266040"/>
              </p14:xfrm>
            </p:contentPart>
          </mc:Choice>
          <mc:Fallback>
            <p:pic>
              <p:nvPicPr>
                <p:cNvPr id="179" name="Ink 178">
                  <a:extLst>
                    <a:ext uri="{FF2B5EF4-FFF2-40B4-BE49-F238E27FC236}">
                      <a16:creationId xmlns:a16="http://schemas.microsoft.com/office/drawing/2014/main" id="{8A6FC7E7-CB10-ED54-4FEB-2315364BE94D}"/>
                    </a:ext>
                  </a:extLst>
                </p:cNvPr>
                <p:cNvPicPr/>
                <p:nvPr/>
              </p:nvPicPr>
              <p:blipFill>
                <a:blip r:embed="rId295"/>
                <a:stretch>
                  <a:fillRect/>
                </a:stretch>
              </p:blipFill>
              <p:spPr>
                <a:xfrm>
                  <a:off x="6366704" y="3030762"/>
                  <a:ext cx="13212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0" name="Ink 179">
                  <a:extLst>
                    <a:ext uri="{FF2B5EF4-FFF2-40B4-BE49-F238E27FC236}">
                      <a16:creationId xmlns:a16="http://schemas.microsoft.com/office/drawing/2014/main" id="{05310B8C-E96F-1666-BBA4-DA9380CD45F9}"/>
                    </a:ext>
                  </a:extLst>
                </p14:cNvPr>
                <p14:cNvContentPartPr/>
                <p14:nvPr/>
              </p14:nvContentPartPr>
              <p14:xfrm>
                <a:off x="6526544" y="3082962"/>
                <a:ext cx="120240" cy="245160"/>
              </p14:xfrm>
            </p:contentPart>
          </mc:Choice>
          <mc:Fallback>
            <p:pic>
              <p:nvPicPr>
                <p:cNvPr id="180" name="Ink 179">
                  <a:extLst>
                    <a:ext uri="{FF2B5EF4-FFF2-40B4-BE49-F238E27FC236}">
                      <a16:creationId xmlns:a16="http://schemas.microsoft.com/office/drawing/2014/main" id="{05310B8C-E96F-1666-BBA4-DA9380CD45F9}"/>
                    </a:ext>
                  </a:extLst>
                </p:cNvPr>
                <p:cNvPicPr/>
                <p:nvPr/>
              </p:nvPicPr>
              <p:blipFill>
                <a:blip r:embed="rId297"/>
                <a:stretch>
                  <a:fillRect/>
                </a:stretch>
              </p:blipFill>
              <p:spPr>
                <a:xfrm>
                  <a:off x="6517904" y="3073962"/>
                  <a:ext cx="13788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1" name="Ink 180">
                  <a:extLst>
                    <a:ext uri="{FF2B5EF4-FFF2-40B4-BE49-F238E27FC236}">
                      <a16:creationId xmlns:a16="http://schemas.microsoft.com/office/drawing/2014/main" id="{19B9DBE5-4373-F274-475B-41BBEE1678B2}"/>
                    </a:ext>
                  </a:extLst>
                </p14:cNvPr>
                <p14:cNvContentPartPr/>
                <p14:nvPr/>
              </p14:nvContentPartPr>
              <p14:xfrm>
                <a:off x="6692144" y="3140922"/>
                <a:ext cx="234720" cy="123120"/>
              </p14:xfrm>
            </p:contentPart>
          </mc:Choice>
          <mc:Fallback>
            <p:pic>
              <p:nvPicPr>
                <p:cNvPr id="181" name="Ink 180">
                  <a:extLst>
                    <a:ext uri="{FF2B5EF4-FFF2-40B4-BE49-F238E27FC236}">
                      <a16:creationId xmlns:a16="http://schemas.microsoft.com/office/drawing/2014/main" id="{19B9DBE5-4373-F274-475B-41BBEE1678B2}"/>
                    </a:ext>
                  </a:extLst>
                </p:cNvPr>
                <p:cNvPicPr/>
                <p:nvPr/>
              </p:nvPicPr>
              <p:blipFill>
                <a:blip r:embed="rId299"/>
                <a:stretch>
                  <a:fillRect/>
                </a:stretch>
              </p:blipFill>
              <p:spPr>
                <a:xfrm>
                  <a:off x="6683144" y="3131922"/>
                  <a:ext cx="2523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2" name="Ink 181">
                  <a:extLst>
                    <a:ext uri="{FF2B5EF4-FFF2-40B4-BE49-F238E27FC236}">
                      <a16:creationId xmlns:a16="http://schemas.microsoft.com/office/drawing/2014/main" id="{7ADEAC20-1C55-3BC5-6DED-810519FD284E}"/>
                    </a:ext>
                  </a:extLst>
                </p14:cNvPr>
                <p14:cNvContentPartPr/>
                <p14:nvPr/>
              </p14:nvContentPartPr>
              <p14:xfrm>
                <a:off x="7012904" y="3111042"/>
                <a:ext cx="114840" cy="129240"/>
              </p14:xfrm>
            </p:contentPart>
          </mc:Choice>
          <mc:Fallback>
            <p:pic>
              <p:nvPicPr>
                <p:cNvPr id="182" name="Ink 181">
                  <a:extLst>
                    <a:ext uri="{FF2B5EF4-FFF2-40B4-BE49-F238E27FC236}">
                      <a16:creationId xmlns:a16="http://schemas.microsoft.com/office/drawing/2014/main" id="{7ADEAC20-1C55-3BC5-6DED-810519FD284E}"/>
                    </a:ext>
                  </a:extLst>
                </p:cNvPr>
                <p:cNvPicPr/>
                <p:nvPr/>
              </p:nvPicPr>
              <p:blipFill>
                <a:blip r:embed="rId301"/>
                <a:stretch>
                  <a:fillRect/>
                </a:stretch>
              </p:blipFill>
              <p:spPr>
                <a:xfrm>
                  <a:off x="7004264" y="3102402"/>
                  <a:ext cx="13248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3" name="Ink 182">
                  <a:extLst>
                    <a:ext uri="{FF2B5EF4-FFF2-40B4-BE49-F238E27FC236}">
                      <a16:creationId xmlns:a16="http://schemas.microsoft.com/office/drawing/2014/main" id="{44C38D04-C120-B009-D1AE-4DEC42A4DABD}"/>
                    </a:ext>
                  </a:extLst>
                </p14:cNvPr>
                <p14:cNvContentPartPr/>
                <p14:nvPr/>
              </p14:nvContentPartPr>
              <p14:xfrm>
                <a:off x="7191464" y="3010602"/>
                <a:ext cx="77040" cy="271080"/>
              </p14:xfrm>
            </p:contentPart>
          </mc:Choice>
          <mc:Fallback>
            <p:pic>
              <p:nvPicPr>
                <p:cNvPr id="183" name="Ink 182">
                  <a:extLst>
                    <a:ext uri="{FF2B5EF4-FFF2-40B4-BE49-F238E27FC236}">
                      <a16:creationId xmlns:a16="http://schemas.microsoft.com/office/drawing/2014/main" id="{44C38D04-C120-B009-D1AE-4DEC42A4DABD}"/>
                    </a:ext>
                  </a:extLst>
                </p:cNvPr>
                <p:cNvPicPr/>
                <p:nvPr/>
              </p:nvPicPr>
              <p:blipFill>
                <a:blip r:embed="rId303"/>
                <a:stretch>
                  <a:fillRect/>
                </a:stretch>
              </p:blipFill>
              <p:spPr>
                <a:xfrm>
                  <a:off x="7182464" y="3001602"/>
                  <a:ext cx="9468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4" name="Ink 183">
                  <a:extLst>
                    <a:ext uri="{FF2B5EF4-FFF2-40B4-BE49-F238E27FC236}">
                      <a16:creationId xmlns:a16="http://schemas.microsoft.com/office/drawing/2014/main" id="{C1F5B220-9A54-EC2A-B2A9-122B36AC01E6}"/>
                    </a:ext>
                  </a:extLst>
                </p14:cNvPr>
                <p14:cNvContentPartPr/>
                <p14:nvPr/>
              </p14:nvContentPartPr>
              <p14:xfrm>
                <a:off x="7361384" y="2992962"/>
                <a:ext cx="51480" cy="218160"/>
              </p14:xfrm>
            </p:contentPart>
          </mc:Choice>
          <mc:Fallback>
            <p:pic>
              <p:nvPicPr>
                <p:cNvPr id="184" name="Ink 183">
                  <a:extLst>
                    <a:ext uri="{FF2B5EF4-FFF2-40B4-BE49-F238E27FC236}">
                      <a16:creationId xmlns:a16="http://schemas.microsoft.com/office/drawing/2014/main" id="{C1F5B220-9A54-EC2A-B2A9-122B36AC01E6}"/>
                    </a:ext>
                  </a:extLst>
                </p:cNvPr>
                <p:cNvPicPr/>
                <p:nvPr/>
              </p:nvPicPr>
              <p:blipFill>
                <a:blip r:embed="rId305"/>
                <a:stretch>
                  <a:fillRect/>
                </a:stretch>
              </p:blipFill>
              <p:spPr>
                <a:xfrm>
                  <a:off x="7352384" y="2984322"/>
                  <a:ext cx="6912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5" name="Ink 184">
                  <a:extLst>
                    <a:ext uri="{FF2B5EF4-FFF2-40B4-BE49-F238E27FC236}">
                      <a16:creationId xmlns:a16="http://schemas.microsoft.com/office/drawing/2014/main" id="{0EF57376-14D2-6A17-FAE1-41EE2ACF77B0}"/>
                    </a:ext>
                  </a:extLst>
                </p14:cNvPr>
                <p14:cNvContentPartPr/>
                <p14:nvPr/>
              </p14:nvContentPartPr>
              <p14:xfrm>
                <a:off x="7371104" y="3089802"/>
                <a:ext cx="206280" cy="135360"/>
              </p14:xfrm>
            </p:contentPart>
          </mc:Choice>
          <mc:Fallback>
            <p:pic>
              <p:nvPicPr>
                <p:cNvPr id="185" name="Ink 184">
                  <a:extLst>
                    <a:ext uri="{FF2B5EF4-FFF2-40B4-BE49-F238E27FC236}">
                      <a16:creationId xmlns:a16="http://schemas.microsoft.com/office/drawing/2014/main" id="{0EF57376-14D2-6A17-FAE1-41EE2ACF77B0}"/>
                    </a:ext>
                  </a:extLst>
                </p:cNvPr>
                <p:cNvPicPr/>
                <p:nvPr/>
              </p:nvPicPr>
              <p:blipFill>
                <a:blip r:embed="rId307"/>
                <a:stretch>
                  <a:fillRect/>
                </a:stretch>
              </p:blipFill>
              <p:spPr>
                <a:xfrm>
                  <a:off x="7362104" y="3081162"/>
                  <a:ext cx="2239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6" name="Ink 185">
                  <a:extLst>
                    <a:ext uri="{FF2B5EF4-FFF2-40B4-BE49-F238E27FC236}">
                      <a16:creationId xmlns:a16="http://schemas.microsoft.com/office/drawing/2014/main" id="{126E483F-9E1C-2C40-79D5-C7339EEA74F6}"/>
                    </a:ext>
                  </a:extLst>
                </p14:cNvPr>
                <p14:cNvContentPartPr/>
                <p14:nvPr/>
              </p14:nvContentPartPr>
              <p14:xfrm>
                <a:off x="7585664" y="2896842"/>
                <a:ext cx="532440" cy="331200"/>
              </p14:xfrm>
            </p:contentPart>
          </mc:Choice>
          <mc:Fallback>
            <p:pic>
              <p:nvPicPr>
                <p:cNvPr id="186" name="Ink 185">
                  <a:extLst>
                    <a:ext uri="{FF2B5EF4-FFF2-40B4-BE49-F238E27FC236}">
                      <a16:creationId xmlns:a16="http://schemas.microsoft.com/office/drawing/2014/main" id="{126E483F-9E1C-2C40-79D5-C7339EEA74F6}"/>
                    </a:ext>
                  </a:extLst>
                </p:cNvPr>
                <p:cNvPicPr/>
                <p:nvPr/>
              </p:nvPicPr>
              <p:blipFill>
                <a:blip r:embed="rId309"/>
                <a:stretch>
                  <a:fillRect/>
                </a:stretch>
              </p:blipFill>
              <p:spPr>
                <a:xfrm>
                  <a:off x="7577024" y="2887842"/>
                  <a:ext cx="55008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7" name="Ink 186">
                  <a:extLst>
                    <a:ext uri="{FF2B5EF4-FFF2-40B4-BE49-F238E27FC236}">
                      <a16:creationId xmlns:a16="http://schemas.microsoft.com/office/drawing/2014/main" id="{A0DF4D7D-EAD0-66BA-F8DB-0091F282739A}"/>
                    </a:ext>
                  </a:extLst>
                </p14:cNvPr>
                <p14:cNvContentPartPr/>
                <p14:nvPr/>
              </p14:nvContentPartPr>
              <p14:xfrm>
                <a:off x="8156624" y="3220122"/>
                <a:ext cx="77400" cy="19440"/>
              </p14:xfrm>
            </p:contentPart>
          </mc:Choice>
          <mc:Fallback>
            <p:pic>
              <p:nvPicPr>
                <p:cNvPr id="187" name="Ink 186">
                  <a:extLst>
                    <a:ext uri="{FF2B5EF4-FFF2-40B4-BE49-F238E27FC236}">
                      <a16:creationId xmlns:a16="http://schemas.microsoft.com/office/drawing/2014/main" id="{A0DF4D7D-EAD0-66BA-F8DB-0091F282739A}"/>
                    </a:ext>
                  </a:extLst>
                </p:cNvPr>
                <p:cNvPicPr/>
                <p:nvPr/>
              </p:nvPicPr>
              <p:blipFill>
                <a:blip r:embed="rId311"/>
                <a:stretch>
                  <a:fillRect/>
                </a:stretch>
              </p:blipFill>
              <p:spPr>
                <a:xfrm>
                  <a:off x="8147984" y="3211482"/>
                  <a:ext cx="950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8" name="Ink 187">
                  <a:extLst>
                    <a:ext uri="{FF2B5EF4-FFF2-40B4-BE49-F238E27FC236}">
                      <a16:creationId xmlns:a16="http://schemas.microsoft.com/office/drawing/2014/main" id="{1E3AB79F-3C34-C30C-29E3-1E27DD2AC66E}"/>
                    </a:ext>
                  </a:extLst>
                </p14:cNvPr>
                <p14:cNvContentPartPr/>
                <p14:nvPr/>
              </p14:nvContentPartPr>
              <p14:xfrm>
                <a:off x="8428064" y="3032562"/>
                <a:ext cx="8280" cy="15840"/>
              </p14:xfrm>
            </p:contentPart>
          </mc:Choice>
          <mc:Fallback>
            <p:pic>
              <p:nvPicPr>
                <p:cNvPr id="188" name="Ink 187">
                  <a:extLst>
                    <a:ext uri="{FF2B5EF4-FFF2-40B4-BE49-F238E27FC236}">
                      <a16:creationId xmlns:a16="http://schemas.microsoft.com/office/drawing/2014/main" id="{1E3AB79F-3C34-C30C-29E3-1E27DD2AC66E}"/>
                    </a:ext>
                  </a:extLst>
                </p:cNvPr>
                <p:cNvPicPr/>
                <p:nvPr/>
              </p:nvPicPr>
              <p:blipFill>
                <a:blip r:embed="rId313"/>
                <a:stretch>
                  <a:fillRect/>
                </a:stretch>
              </p:blipFill>
              <p:spPr>
                <a:xfrm>
                  <a:off x="8419424" y="3023562"/>
                  <a:ext cx="259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0" name="Ink 189">
                  <a:extLst>
                    <a:ext uri="{FF2B5EF4-FFF2-40B4-BE49-F238E27FC236}">
                      <a16:creationId xmlns:a16="http://schemas.microsoft.com/office/drawing/2014/main" id="{F12CEB06-DA84-2AB1-32C2-F10CE8100600}"/>
                    </a:ext>
                  </a:extLst>
                </p14:cNvPr>
                <p14:cNvContentPartPr/>
                <p14:nvPr/>
              </p14:nvContentPartPr>
              <p14:xfrm>
                <a:off x="8375504" y="2871282"/>
                <a:ext cx="132480" cy="394200"/>
              </p14:xfrm>
            </p:contentPart>
          </mc:Choice>
          <mc:Fallback>
            <p:pic>
              <p:nvPicPr>
                <p:cNvPr id="190" name="Ink 189">
                  <a:extLst>
                    <a:ext uri="{FF2B5EF4-FFF2-40B4-BE49-F238E27FC236}">
                      <a16:creationId xmlns:a16="http://schemas.microsoft.com/office/drawing/2014/main" id="{F12CEB06-DA84-2AB1-32C2-F10CE8100600}"/>
                    </a:ext>
                  </a:extLst>
                </p:cNvPr>
                <p:cNvPicPr/>
                <p:nvPr/>
              </p:nvPicPr>
              <p:blipFill>
                <a:blip r:embed="rId315"/>
                <a:stretch>
                  <a:fillRect/>
                </a:stretch>
              </p:blipFill>
              <p:spPr>
                <a:xfrm>
                  <a:off x="8366504" y="2862282"/>
                  <a:ext cx="150120" cy="4118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1" name="Ink 190">
                  <a:extLst>
                    <a:ext uri="{FF2B5EF4-FFF2-40B4-BE49-F238E27FC236}">
                      <a16:creationId xmlns:a16="http://schemas.microsoft.com/office/drawing/2014/main" id="{9AE3A7C2-A9B6-C912-7D67-A4ECF2FD3B92}"/>
                    </a:ext>
                  </a:extLst>
                </p14:cNvPr>
                <p14:cNvContentPartPr/>
                <p14:nvPr/>
              </p14:nvContentPartPr>
              <p14:xfrm>
                <a:off x="8573864" y="3041562"/>
                <a:ext cx="177480" cy="275760"/>
              </p14:xfrm>
            </p:contentPart>
          </mc:Choice>
          <mc:Fallback>
            <p:pic>
              <p:nvPicPr>
                <p:cNvPr id="191" name="Ink 190">
                  <a:extLst>
                    <a:ext uri="{FF2B5EF4-FFF2-40B4-BE49-F238E27FC236}">
                      <a16:creationId xmlns:a16="http://schemas.microsoft.com/office/drawing/2014/main" id="{9AE3A7C2-A9B6-C912-7D67-A4ECF2FD3B92}"/>
                    </a:ext>
                  </a:extLst>
                </p:cNvPr>
                <p:cNvPicPr/>
                <p:nvPr/>
              </p:nvPicPr>
              <p:blipFill>
                <a:blip r:embed="rId317"/>
                <a:stretch>
                  <a:fillRect/>
                </a:stretch>
              </p:blipFill>
              <p:spPr>
                <a:xfrm>
                  <a:off x="8565224" y="3032562"/>
                  <a:ext cx="19512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2" name="Ink 191">
                  <a:extLst>
                    <a:ext uri="{FF2B5EF4-FFF2-40B4-BE49-F238E27FC236}">
                      <a16:creationId xmlns:a16="http://schemas.microsoft.com/office/drawing/2014/main" id="{2125AF86-B969-A0CB-7FA6-265437F86B6A}"/>
                    </a:ext>
                  </a:extLst>
                </p14:cNvPr>
                <p14:cNvContentPartPr/>
                <p14:nvPr/>
              </p14:nvContentPartPr>
              <p14:xfrm>
                <a:off x="8793464" y="3014202"/>
                <a:ext cx="85680" cy="107640"/>
              </p14:xfrm>
            </p:contentPart>
          </mc:Choice>
          <mc:Fallback>
            <p:pic>
              <p:nvPicPr>
                <p:cNvPr id="192" name="Ink 191">
                  <a:extLst>
                    <a:ext uri="{FF2B5EF4-FFF2-40B4-BE49-F238E27FC236}">
                      <a16:creationId xmlns:a16="http://schemas.microsoft.com/office/drawing/2014/main" id="{2125AF86-B969-A0CB-7FA6-265437F86B6A}"/>
                    </a:ext>
                  </a:extLst>
                </p:cNvPr>
                <p:cNvPicPr/>
                <p:nvPr/>
              </p:nvPicPr>
              <p:blipFill>
                <a:blip r:embed="rId319"/>
                <a:stretch>
                  <a:fillRect/>
                </a:stretch>
              </p:blipFill>
              <p:spPr>
                <a:xfrm>
                  <a:off x="8784464" y="3005202"/>
                  <a:ext cx="1033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3" name="Ink 192">
                  <a:extLst>
                    <a:ext uri="{FF2B5EF4-FFF2-40B4-BE49-F238E27FC236}">
                      <a16:creationId xmlns:a16="http://schemas.microsoft.com/office/drawing/2014/main" id="{6F42C5F4-BE02-3102-5868-D304CE769A4D}"/>
                    </a:ext>
                  </a:extLst>
                </p14:cNvPr>
                <p14:cNvContentPartPr/>
                <p14:nvPr/>
              </p14:nvContentPartPr>
              <p14:xfrm>
                <a:off x="8925224" y="3048042"/>
                <a:ext cx="123480" cy="223200"/>
              </p14:xfrm>
            </p:contentPart>
          </mc:Choice>
          <mc:Fallback>
            <p:pic>
              <p:nvPicPr>
                <p:cNvPr id="193" name="Ink 192">
                  <a:extLst>
                    <a:ext uri="{FF2B5EF4-FFF2-40B4-BE49-F238E27FC236}">
                      <a16:creationId xmlns:a16="http://schemas.microsoft.com/office/drawing/2014/main" id="{6F42C5F4-BE02-3102-5868-D304CE769A4D}"/>
                    </a:ext>
                  </a:extLst>
                </p:cNvPr>
                <p:cNvPicPr/>
                <p:nvPr/>
              </p:nvPicPr>
              <p:blipFill>
                <a:blip r:embed="rId321"/>
                <a:stretch>
                  <a:fillRect/>
                </a:stretch>
              </p:blipFill>
              <p:spPr>
                <a:xfrm>
                  <a:off x="8916224" y="3039402"/>
                  <a:ext cx="14112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4" name="Ink 193">
                  <a:extLst>
                    <a:ext uri="{FF2B5EF4-FFF2-40B4-BE49-F238E27FC236}">
                      <a16:creationId xmlns:a16="http://schemas.microsoft.com/office/drawing/2014/main" id="{2EE5FA43-6D31-0669-E272-ECB6D4127865}"/>
                    </a:ext>
                  </a:extLst>
                </p14:cNvPr>
                <p14:cNvContentPartPr/>
                <p14:nvPr/>
              </p14:nvContentPartPr>
              <p14:xfrm>
                <a:off x="7498544" y="3234882"/>
                <a:ext cx="1468440" cy="156600"/>
              </p14:xfrm>
            </p:contentPart>
          </mc:Choice>
          <mc:Fallback>
            <p:pic>
              <p:nvPicPr>
                <p:cNvPr id="194" name="Ink 193">
                  <a:extLst>
                    <a:ext uri="{FF2B5EF4-FFF2-40B4-BE49-F238E27FC236}">
                      <a16:creationId xmlns:a16="http://schemas.microsoft.com/office/drawing/2014/main" id="{2EE5FA43-6D31-0669-E272-ECB6D4127865}"/>
                    </a:ext>
                  </a:extLst>
                </p:cNvPr>
                <p:cNvPicPr/>
                <p:nvPr/>
              </p:nvPicPr>
              <p:blipFill>
                <a:blip r:embed="rId323"/>
                <a:stretch>
                  <a:fillRect/>
                </a:stretch>
              </p:blipFill>
              <p:spPr>
                <a:xfrm>
                  <a:off x="7489904" y="3226242"/>
                  <a:ext cx="148608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6" name="Ink 195">
                  <a:extLst>
                    <a:ext uri="{FF2B5EF4-FFF2-40B4-BE49-F238E27FC236}">
                      <a16:creationId xmlns:a16="http://schemas.microsoft.com/office/drawing/2014/main" id="{EE14F450-8046-D196-D6D5-00166864A3FB}"/>
                    </a:ext>
                  </a:extLst>
                </p14:cNvPr>
                <p14:cNvContentPartPr/>
                <p14:nvPr/>
              </p14:nvContentPartPr>
              <p14:xfrm>
                <a:off x="6313424" y="3409122"/>
                <a:ext cx="2030040" cy="48600"/>
              </p14:xfrm>
            </p:contentPart>
          </mc:Choice>
          <mc:Fallback>
            <p:pic>
              <p:nvPicPr>
                <p:cNvPr id="196" name="Ink 195">
                  <a:extLst>
                    <a:ext uri="{FF2B5EF4-FFF2-40B4-BE49-F238E27FC236}">
                      <a16:creationId xmlns:a16="http://schemas.microsoft.com/office/drawing/2014/main" id="{EE14F450-8046-D196-D6D5-00166864A3FB}"/>
                    </a:ext>
                  </a:extLst>
                </p:cNvPr>
                <p:cNvPicPr/>
                <p:nvPr/>
              </p:nvPicPr>
              <p:blipFill>
                <a:blip r:embed="rId325"/>
                <a:stretch>
                  <a:fillRect/>
                </a:stretch>
              </p:blipFill>
              <p:spPr>
                <a:xfrm>
                  <a:off x="6304424" y="3400122"/>
                  <a:ext cx="2047680" cy="66240"/>
                </a:xfrm>
                <a:prstGeom prst="rect">
                  <a:avLst/>
                </a:prstGeom>
              </p:spPr>
            </p:pic>
          </mc:Fallback>
        </mc:AlternateContent>
      </p:grpSp>
    </p:spTree>
    <p:extLst>
      <p:ext uri="{BB962C8B-B14F-4D97-AF65-F5344CB8AC3E}">
        <p14:creationId xmlns:p14="http://schemas.microsoft.com/office/powerpoint/2010/main" val="289561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614D3-556A-C42F-E2F2-6360F861D99D}"/>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80" name="Ink 79">
                <a:extLst>
                  <a:ext uri="{FF2B5EF4-FFF2-40B4-BE49-F238E27FC236}">
                    <a16:creationId xmlns:a16="http://schemas.microsoft.com/office/drawing/2014/main" id="{CCF05877-982F-8097-C738-942DF2CE3265}"/>
                  </a:ext>
                </a:extLst>
              </p14:cNvPr>
              <p14:cNvContentPartPr/>
              <p14:nvPr/>
            </p14:nvContentPartPr>
            <p14:xfrm>
              <a:off x="1026464" y="2132562"/>
              <a:ext cx="140040" cy="222480"/>
            </p14:xfrm>
          </p:contentPart>
        </mc:Choice>
        <mc:Fallback>
          <p:pic>
            <p:nvPicPr>
              <p:cNvPr id="80" name="Ink 79">
                <a:extLst>
                  <a:ext uri="{FF2B5EF4-FFF2-40B4-BE49-F238E27FC236}">
                    <a16:creationId xmlns:a16="http://schemas.microsoft.com/office/drawing/2014/main" id="{CCF05877-982F-8097-C738-942DF2CE3265}"/>
                  </a:ext>
                </a:extLst>
              </p:cNvPr>
              <p:cNvPicPr/>
              <p:nvPr/>
            </p:nvPicPr>
            <p:blipFill>
              <a:blip r:embed="rId3"/>
              <a:stretch>
                <a:fillRect/>
              </a:stretch>
            </p:blipFill>
            <p:spPr>
              <a:xfrm>
                <a:off x="1017464" y="2123562"/>
                <a:ext cx="157680" cy="240120"/>
              </a:xfrm>
              <a:prstGeom prst="rect">
                <a:avLst/>
              </a:prstGeom>
            </p:spPr>
          </p:pic>
        </mc:Fallback>
      </mc:AlternateContent>
      <p:grpSp>
        <p:nvGrpSpPr>
          <p:cNvPr id="104" name="Group 103">
            <a:extLst>
              <a:ext uri="{FF2B5EF4-FFF2-40B4-BE49-F238E27FC236}">
                <a16:creationId xmlns:a16="http://schemas.microsoft.com/office/drawing/2014/main" id="{D641E586-23D6-5A6F-393F-9A45D2CC8790}"/>
              </a:ext>
            </a:extLst>
          </p:cNvPr>
          <p:cNvGrpSpPr/>
          <p:nvPr/>
        </p:nvGrpSpPr>
        <p:grpSpPr>
          <a:xfrm>
            <a:off x="537584" y="719202"/>
            <a:ext cx="10933200" cy="3498840"/>
            <a:chOff x="537584" y="719202"/>
            <a:chExt cx="10933200" cy="349884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C53CCF7-80E0-EE5C-4140-EC94DA1FD439}"/>
                    </a:ext>
                  </a:extLst>
                </p14:cNvPr>
                <p14:cNvContentPartPr/>
                <p14:nvPr/>
              </p14:nvContentPartPr>
              <p14:xfrm>
                <a:off x="3836264" y="1082442"/>
                <a:ext cx="47160" cy="241560"/>
              </p14:xfrm>
            </p:contentPart>
          </mc:Choice>
          <mc:Fallback>
            <p:pic>
              <p:nvPicPr>
                <p:cNvPr id="2" name="Ink 1">
                  <a:extLst>
                    <a:ext uri="{FF2B5EF4-FFF2-40B4-BE49-F238E27FC236}">
                      <a16:creationId xmlns:a16="http://schemas.microsoft.com/office/drawing/2014/main" id="{CC53CCF7-80E0-EE5C-4140-EC94DA1FD439}"/>
                    </a:ext>
                  </a:extLst>
                </p:cNvPr>
                <p:cNvPicPr/>
                <p:nvPr/>
              </p:nvPicPr>
              <p:blipFill>
                <a:blip r:embed="rId5"/>
                <a:stretch>
                  <a:fillRect/>
                </a:stretch>
              </p:blipFill>
              <p:spPr>
                <a:xfrm>
                  <a:off x="3827264" y="1073802"/>
                  <a:ext cx="6480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17579470-0899-5146-DBF0-61D16E8CEA6F}"/>
                    </a:ext>
                  </a:extLst>
                </p14:cNvPr>
                <p14:cNvContentPartPr/>
                <p14:nvPr/>
              </p14:nvContentPartPr>
              <p14:xfrm>
                <a:off x="3763544" y="1255962"/>
                <a:ext cx="204120" cy="75960"/>
              </p14:xfrm>
            </p:contentPart>
          </mc:Choice>
          <mc:Fallback>
            <p:pic>
              <p:nvPicPr>
                <p:cNvPr id="3" name="Ink 2">
                  <a:extLst>
                    <a:ext uri="{FF2B5EF4-FFF2-40B4-BE49-F238E27FC236}">
                      <a16:creationId xmlns:a16="http://schemas.microsoft.com/office/drawing/2014/main" id="{17579470-0899-5146-DBF0-61D16E8CEA6F}"/>
                    </a:ext>
                  </a:extLst>
                </p:cNvPr>
                <p:cNvPicPr/>
                <p:nvPr/>
              </p:nvPicPr>
              <p:blipFill>
                <a:blip r:embed="rId7"/>
                <a:stretch>
                  <a:fillRect/>
                </a:stretch>
              </p:blipFill>
              <p:spPr>
                <a:xfrm>
                  <a:off x="3754904" y="1247322"/>
                  <a:ext cx="22176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94A2D1D0-E3C8-6E47-EA94-72771E43B2D0}"/>
                    </a:ext>
                  </a:extLst>
                </p14:cNvPr>
                <p14:cNvContentPartPr/>
                <p14:nvPr/>
              </p14:nvContentPartPr>
              <p14:xfrm>
                <a:off x="3833744" y="994962"/>
                <a:ext cx="120600" cy="78480"/>
              </p14:xfrm>
            </p:contentPart>
          </mc:Choice>
          <mc:Fallback>
            <p:pic>
              <p:nvPicPr>
                <p:cNvPr id="4" name="Ink 3">
                  <a:extLst>
                    <a:ext uri="{FF2B5EF4-FFF2-40B4-BE49-F238E27FC236}">
                      <a16:creationId xmlns:a16="http://schemas.microsoft.com/office/drawing/2014/main" id="{94A2D1D0-E3C8-6E47-EA94-72771E43B2D0}"/>
                    </a:ext>
                  </a:extLst>
                </p:cNvPr>
                <p:cNvPicPr/>
                <p:nvPr/>
              </p:nvPicPr>
              <p:blipFill>
                <a:blip r:embed="rId9"/>
                <a:stretch>
                  <a:fillRect/>
                </a:stretch>
              </p:blipFill>
              <p:spPr>
                <a:xfrm>
                  <a:off x="3825104" y="986322"/>
                  <a:ext cx="1382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689CD136-CA25-3329-556A-0E5FE3BA7842}"/>
                    </a:ext>
                  </a:extLst>
                </p14:cNvPr>
                <p14:cNvContentPartPr/>
                <p14:nvPr/>
              </p14:nvContentPartPr>
              <p14:xfrm>
                <a:off x="4043624" y="1079922"/>
                <a:ext cx="18360" cy="306360"/>
              </p14:xfrm>
            </p:contentPart>
          </mc:Choice>
          <mc:Fallback>
            <p:pic>
              <p:nvPicPr>
                <p:cNvPr id="5" name="Ink 4">
                  <a:extLst>
                    <a:ext uri="{FF2B5EF4-FFF2-40B4-BE49-F238E27FC236}">
                      <a16:creationId xmlns:a16="http://schemas.microsoft.com/office/drawing/2014/main" id="{689CD136-CA25-3329-556A-0E5FE3BA7842}"/>
                    </a:ext>
                  </a:extLst>
                </p:cNvPr>
                <p:cNvPicPr/>
                <p:nvPr/>
              </p:nvPicPr>
              <p:blipFill>
                <a:blip r:embed="rId11"/>
                <a:stretch>
                  <a:fillRect/>
                </a:stretch>
              </p:blipFill>
              <p:spPr>
                <a:xfrm>
                  <a:off x="4034984" y="1070922"/>
                  <a:ext cx="3600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1DBAEA1B-9C78-B2F2-4CD7-5168E0E54539}"/>
                    </a:ext>
                  </a:extLst>
                </p14:cNvPr>
                <p14:cNvContentPartPr/>
                <p14:nvPr/>
              </p14:nvContentPartPr>
              <p14:xfrm>
                <a:off x="4190504" y="1211322"/>
                <a:ext cx="161640" cy="148680"/>
              </p14:xfrm>
            </p:contentPart>
          </mc:Choice>
          <mc:Fallback>
            <p:pic>
              <p:nvPicPr>
                <p:cNvPr id="6" name="Ink 5">
                  <a:extLst>
                    <a:ext uri="{FF2B5EF4-FFF2-40B4-BE49-F238E27FC236}">
                      <a16:creationId xmlns:a16="http://schemas.microsoft.com/office/drawing/2014/main" id="{1DBAEA1B-9C78-B2F2-4CD7-5168E0E54539}"/>
                    </a:ext>
                  </a:extLst>
                </p:cNvPr>
                <p:cNvPicPr/>
                <p:nvPr/>
              </p:nvPicPr>
              <p:blipFill>
                <a:blip r:embed="rId13"/>
                <a:stretch>
                  <a:fillRect/>
                </a:stretch>
              </p:blipFill>
              <p:spPr>
                <a:xfrm>
                  <a:off x="4181504" y="1202322"/>
                  <a:ext cx="1792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82345151-BBB3-441B-8854-AF50F33ED4C3}"/>
                    </a:ext>
                  </a:extLst>
                </p14:cNvPr>
                <p14:cNvContentPartPr/>
                <p14:nvPr/>
              </p14:nvContentPartPr>
              <p14:xfrm>
                <a:off x="7694384" y="893082"/>
                <a:ext cx="184320" cy="168120"/>
              </p14:xfrm>
            </p:contentPart>
          </mc:Choice>
          <mc:Fallback>
            <p:pic>
              <p:nvPicPr>
                <p:cNvPr id="8" name="Ink 7">
                  <a:extLst>
                    <a:ext uri="{FF2B5EF4-FFF2-40B4-BE49-F238E27FC236}">
                      <a16:creationId xmlns:a16="http://schemas.microsoft.com/office/drawing/2014/main" id="{82345151-BBB3-441B-8854-AF50F33ED4C3}"/>
                    </a:ext>
                  </a:extLst>
                </p:cNvPr>
                <p:cNvPicPr/>
                <p:nvPr/>
              </p:nvPicPr>
              <p:blipFill>
                <a:blip r:embed="rId15"/>
                <a:stretch>
                  <a:fillRect/>
                </a:stretch>
              </p:blipFill>
              <p:spPr>
                <a:xfrm>
                  <a:off x="7685384" y="884442"/>
                  <a:ext cx="20196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12861DCA-C3DE-CD4A-0A3E-BE5CBCF8AF74}"/>
                    </a:ext>
                  </a:extLst>
                </p14:cNvPr>
                <p14:cNvContentPartPr/>
                <p14:nvPr/>
              </p14:nvContentPartPr>
              <p14:xfrm>
                <a:off x="7962584" y="928002"/>
                <a:ext cx="70920" cy="244800"/>
              </p14:xfrm>
            </p:contentPart>
          </mc:Choice>
          <mc:Fallback>
            <p:pic>
              <p:nvPicPr>
                <p:cNvPr id="9" name="Ink 8">
                  <a:extLst>
                    <a:ext uri="{FF2B5EF4-FFF2-40B4-BE49-F238E27FC236}">
                      <a16:creationId xmlns:a16="http://schemas.microsoft.com/office/drawing/2014/main" id="{12861DCA-C3DE-CD4A-0A3E-BE5CBCF8AF74}"/>
                    </a:ext>
                  </a:extLst>
                </p:cNvPr>
                <p:cNvPicPr/>
                <p:nvPr/>
              </p:nvPicPr>
              <p:blipFill>
                <a:blip r:embed="rId17"/>
                <a:stretch>
                  <a:fillRect/>
                </a:stretch>
              </p:blipFill>
              <p:spPr>
                <a:xfrm>
                  <a:off x="7953944" y="919002"/>
                  <a:ext cx="8856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D459A358-F01B-13B6-C263-22FEAED903F6}"/>
                    </a:ext>
                  </a:extLst>
                </p14:cNvPr>
                <p14:cNvContentPartPr/>
                <p14:nvPr/>
              </p14:nvContentPartPr>
              <p14:xfrm>
                <a:off x="8116664" y="994242"/>
                <a:ext cx="102960" cy="290160"/>
              </p14:xfrm>
            </p:contentPart>
          </mc:Choice>
          <mc:Fallback>
            <p:pic>
              <p:nvPicPr>
                <p:cNvPr id="10" name="Ink 9">
                  <a:extLst>
                    <a:ext uri="{FF2B5EF4-FFF2-40B4-BE49-F238E27FC236}">
                      <a16:creationId xmlns:a16="http://schemas.microsoft.com/office/drawing/2014/main" id="{D459A358-F01B-13B6-C263-22FEAED903F6}"/>
                    </a:ext>
                  </a:extLst>
                </p:cNvPr>
                <p:cNvPicPr/>
                <p:nvPr/>
              </p:nvPicPr>
              <p:blipFill>
                <a:blip r:embed="rId19"/>
                <a:stretch>
                  <a:fillRect/>
                </a:stretch>
              </p:blipFill>
              <p:spPr>
                <a:xfrm>
                  <a:off x="8108024" y="985602"/>
                  <a:ext cx="12060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A7EB7B26-084A-D969-DF39-429AE252FAB4}"/>
                    </a:ext>
                  </a:extLst>
                </p14:cNvPr>
                <p14:cNvContentPartPr/>
                <p14:nvPr/>
              </p14:nvContentPartPr>
              <p14:xfrm>
                <a:off x="5411984" y="800562"/>
                <a:ext cx="230040" cy="328680"/>
              </p14:xfrm>
            </p:contentPart>
          </mc:Choice>
          <mc:Fallback>
            <p:pic>
              <p:nvPicPr>
                <p:cNvPr id="12" name="Ink 11">
                  <a:extLst>
                    <a:ext uri="{FF2B5EF4-FFF2-40B4-BE49-F238E27FC236}">
                      <a16:creationId xmlns:a16="http://schemas.microsoft.com/office/drawing/2014/main" id="{A7EB7B26-084A-D969-DF39-429AE252FAB4}"/>
                    </a:ext>
                  </a:extLst>
                </p:cNvPr>
                <p:cNvPicPr/>
                <p:nvPr/>
              </p:nvPicPr>
              <p:blipFill>
                <a:blip r:embed="rId21"/>
                <a:stretch>
                  <a:fillRect/>
                </a:stretch>
              </p:blipFill>
              <p:spPr>
                <a:xfrm>
                  <a:off x="5402984" y="791922"/>
                  <a:ext cx="247680" cy="346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87E5B6C8-C589-A81B-1F43-87A49AE8BC05}"/>
                    </a:ext>
                  </a:extLst>
                </p14:cNvPr>
                <p14:cNvContentPartPr/>
                <p14:nvPr/>
              </p14:nvContentPartPr>
              <p14:xfrm>
                <a:off x="5645624" y="947802"/>
                <a:ext cx="178560" cy="120240"/>
              </p14:xfrm>
            </p:contentPart>
          </mc:Choice>
          <mc:Fallback>
            <p:pic>
              <p:nvPicPr>
                <p:cNvPr id="13" name="Ink 12">
                  <a:extLst>
                    <a:ext uri="{FF2B5EF4-FFF2-40B4-BE49-F238E27FC236}">
                      <a16:creationId xmlns:a16="http://schemas.microsoft.com/office/drawing/2014/main" id="{87E5B6C8-C589-A81B-1F43-87A49AE8BC05}"/>
                    </a:ext>
                  </a:extLst>
                </p:cNvPr>
                <p:cNvPicPr/>
                <p:nvPr/>
              </p:nvPicPr>
              <p:blipFill>
                <a:blip r:embed="rId23"/>
                <a:stretch>
                  <a:fillRect/>
                </a:stretch>
              </p:blipFill>
              <p:spPr>
                <a:xfrm>
                  <a:off x="5636624" y="939162"/>
                  <a:ext cx="1962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F3B423EC-CB7D-5379-BA31-A749F38123D6}"/>
                    </a:ext>
                  </a:extLst>
                </p14:cNvPr>
                <p14:cNvContentPartPr/>
                <p14:nvPr/>
              </p14:nvContentPartPr>
              <p14:xfrm>
                <a:off x="5923904" y="943842"/>
                <a:ext cx="110520" cy="221040"/>
              </p14:xfrm>
            </p:contentPart>
          </mc:Choice>
          <mc:Fallback>
            <p:pic>
              <p:nvPicPr>
                <p:cNvPr id="14" name="Ink 13">
                  <a:extLst>
                    <a:ext uri="{FF2B5EF4-FFF2-40B4-BE49-F238E27FC236}">
                      <a16:creationId xmlns:a16="http://schemas.microsoft.com/office/drawing/2014/main" id="{F3B423EC-CB7D-5379-BA31-A749F38123D6}"/>
                    </a:ext>
                  </a:extLst>
                </p:cNvPr>
                <p:cNvPicPr/>
                <p:nvPr/>
              </p:nvPicPr>
              <p:blipFill>
                <a:blip r:embed="rId25"/>
                <a:stretch>
                  <a:fillRect/>
                </a:stretch>
              </p:blipFill>
              <p:spPr>
                <a:xfrm>
                  <a:off x="5914904" y="935202"/>
                  <a:ext cx="1281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4419C63C-5DCE-3AC7-AFF9-11E7B9CE2152}"/>
                    </a:ext>
                  </a:extLst>
                </p14:cNvPr>
                <p14:cNvContentPartPr/>
                <p14:nvPr/>
              </p14:nvContentPartPr>
              <p14:xfrm>
                <a:off x="6115784" y="901362"/>
                <a:ext cx="457560" cy="172080"/>
              </p14:xfrm>
            </p:contentPart>
          </mc:Choice>
          <mc:Fallback>
            <p:pic>
              <p:nvPicPr>
                <p:cNvPr id="16" name="Ink 15">
                  <a:extLst>
                    <a:ext uri="{FF2B5EF4-FFF2-40B4-BE49-F238E27FC236}">
                      <a16:creationId xmlns:a16="http://schemas.microsoft.com/office/drawing/2014/main" id="{4419C63C-5DCE-3AC7-AFF9-11E7B9CE2152}"/>
                    </a:ext>
                  </a:extLst>
                </p:cNvPr>
                <p:cNvPicPr/>
                <p:nvPr/>
              </p:nvPicPr>
              <p:blipFill>
                <a:blip r:embed="rId27"/>
                <a:stretch>
                  <a:fillRect/>
                </a:stretch>
              </p:blipFill>
              <p:spPr>
                <a:xfrm>
                  <a:off x="6106784" y="892362"/>
                  <a:ext cx="47520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B27D960B-E2F5-158E-DECE-C6AE8D73B77F}"/>
                    </a:ext>
                  </a:extLst>
                </p14:cNvPr>
                <p14:cNvContentPartPr/>
                <p14:nvPr/>
              </p14:nvContentPartPr>
              <p14:xfrm>
                <a:off x="6599624" y="800562"/>
                <a:ext cx="47520" cy="252000"/>
              </p14:xfrm>
            </p:contentPart>
          </mc:Choice>
          <mc:Fallback>
            <p:pic>
              <p:nvPicPr>
                <p:cNvPr id="17" name="Ink 16">
                  <a:extLst>
                    <a:ext uri="{FF2B5EF4-FFF2-40B4-BE49-F238E27FC236}">
                      <a16:creationId xmlns:a16="http://schemas.microsoft.com/office/drawing/2014/main" id="{B27D960B-E2F5-158E-DECE-C6AE8D73B77F}"/>
                    </a:ext>
                  </a:extLst>
                </p:cNvPr>
                <p:cNvPicPr/>
                <p:nvPr/>
              </p:nvPicPr>
              <p:blipFill>
                <a:blip r:embed="rId29"/>
                <a:stretch>
                  <a:fillRect/>
                </a:stretch>
              </p:blipFill>
              <p:spPr>
                <a:xfrm>
                  <a:off x="6590624" y="791922"/>
                  <a:ext cx="651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01CF08A2-B9A4-57E2-ED03-98BFEADD23DB}"/>
                    </a:ext>
                  </a:extLst>
                </p14:cNvPr>
                <p14:cNvContentPartPr/>
                <p14:nvPr/>
              </p14:nvContentPartPr>
              <p14:xfrm>
                <a:off x="6659024" y="719202"/>
                <a:ext cx="515880" cy="341280"/>
              </p14:xfrm>
            </p:contentPart>
          </mc:Choice>
          <mc:Fallback>
            <p:pic>
              <p:nvPicPr>
                <p:cNvPr id="18" name="Ink 17">
                  <a:extLst>
                    <a:ext uri="{FF2B5EF4-FFF2-40B4-BE49-F238E27FC236}">
                      <a16:creationId xmlns:a16="http://schemas.microsoft.com/office/drawing/2014/main" id="{01CF08A2-B9A4-57E2-ED03-98BFEADD23DB}"/>
                    </a:ext>
                  </a:extLst>
                </p:cNvPr>
                <p:cNvPicPr/>
                <p:nvPr/>
              </p:nvPicPr>
              <p:blipFill>
                <a:blip r:embed="rId31"/>
                <a:stretch>
                  <a:fillRect/>
                </a:stretch>
              </p:blipFill>
              <p:spPr>
                <a:xfrm>
                  <a:off x="6650384" y="710562"/>
                  <a:ext cx="53352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0F39B8E4-F14D-652D-E48B-AB8DD179C824}"/>
                    </a:ext>
                  </a:extLst>
                </p14:cNvPr>
                <p14:cNvContentPartPr/>
                <p14:nvPr/>
              </p14:nvContentPartPr>
              <p14:xfrm>
                <a:off x="3332984" y="1574562"/>
                <a:ext cx="87840" cy="227880"/>
              </p14:xfrm>
            </p:contentPart>
          </mc:Choice>
          <mc:Fallback>
            <p:pic>
              <p:nvPicPr>
                <p:cNvPr id="20" name="Ink 19">
                  <a:extLst>
                    <a:ext uri="{FF2B5EF4-FFF2-40B4-BE49-F238E27FC236}">
                      <a16:creationId xmlns:a16="http://schemas.microsoft.com/office/drawing/2014/main" id="{0F39B8E4-F14D-652D-E48B-AB8DD179C824}"/>
                    </a:ext>
                  </a:extLst>
                </p:cNvPr>
                <p:cNvPicPr/>
                <p:nvPr/>
              </p:nvPicPr>
              <p:blipFill>
                <a:blip r:embed="rId33"/>
                <a:stretch>
                  <a:fillRect/>
                </a:stretch>
              </p:blipFill>
              <p:spPr>
                <a:xfrm>
                  <a:off x="3323984" y="1565562"/>
                  <a:ext cx="10548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66A3F857-AE14-272E-5FF0-DB070F7E95B7}"/>
                    </a:ext>
                  </a:extLst>
                </p14:cNvPr>
                <p14:cNvContentPartPr/>
                <p14:nvPr/>
              </p14:nvContentPartPr>
              <p14:xfrm>
                <a:off x="3428384" y="1679322"/>
                <a:ext cx="97920" cy="102960"/>
              </p14:xfrm>
            </p:contentPart>
          </mc:Choice>
          <mc:Fallback>
            <p:pic>
              <p:nvPicPr>
                <p:cNvPr id="21" name="Ink 20">
                  <a:extLst>
                    <a:ext uri="{FF2B5EF4-FFF2-40B4-BE49-F238E27FC236}">
                      <a16:creationId xmlns:a16="http://schemas.microsoft.com/office/drawing/2014/main" id="{66A3F857-AE14-272E-5FF0-DB070F7E95B7}"/>
                    </a:ext>
                  </a:extLst>
                </p:cNvPr>
                <p:cNvPicPr/>
                <p:nvPr/>
              </p:nvPicPr>
              <p:blipFill>
                <a:blip r:embed="rId35"/>
                <a:stretch>
                  <a:fillRect/>
                </a:stretch>
              </p:blipFill>
              <p:spPr>
                <a:xfrm>
                  <a:off x="3419744" y="1670322"/>
                  <a:ext cx="1155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442D2E5D-9353-315C-54FE-37C165E1BC62}"/>
                    </a:ext>
                  </a:extLst>
                </p14:cNvPr>
                <p14:cNvContentPartPr/>
                <p14:nvPr/>
              </p14:nvContentPartPr>
              <p14:xfrm>
                <a:off x="3551504" y="1648362"/>
                <a:ext cx="292320" cy="297000"/>
              </p14:xfrm>
            </p:contentPart>
          </mc:Choice>
          <mc:Fallback>
            <p:pic>
              <p:nvPicPr>
                <p:cNvPr id="22" name="Ink 21">
                  <a:extLst>
                    <a:ext uri="{FF2B5EF4-FFF2-40B4-BE49-F238E27FC236}">
                      <a16:creationId xmlns:a16="http://schemas.microsoft.com/office/drawing/2014/main" id="{442D2E5D-9353-315C-54FE-37C165E1BC62}"/>
                    </a:ext>
                  </a:extLst>
                </p:cNvPr>
                <p:cNvPicPr/>
                <p:nvPr/>
              </p:nvPicPr>
              <p:blipFill>
                <a:blip r:embed="rId37"/>
                <a:stretch>
                  <a:fillRect/>
                </a:stretch>
              </p:blipFill>
              <p:spPr>
                <a:xfrm>
                  <a:off x="3542864" y="1639722"/>
                  <a:ext cx="30996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99F1DAA2-9B93-2DBA-7BC3-678CE628467A}"/>
                    </a:ext>
                  </a:extLst>
                </p14:cNvPr>
                <p14:cNvContentPartPr/>
                <p14:nvPr/>
              </p14:nvContentPartPr>
              <p14:xfrm>
                <a:off x="3906464" y="1639362"/>
                <a:ext cx="70200" cy="131760"/>
              </p14:xfrm>
            </p:contentPart>
          </mc:Choice>
          <mc:Fallback>
            <p:pic>
              <p:nvPicPr>
                <p:cNvPr id="23" name="Ink 22">
                  <a:extLst>
                    <a:ext uri="{FF2B5EF4-FFF2-40B4-BE49-F238E27FC236}">
                      <a16:creationId xmlns:a16="http://schemas.microsoft.com/office/drawing/2014/main" id="{99F1DAA2-9B93-2DBA-7BC3-678CE628467A}"/>
                    </a:ext>
                  </a:extLst>
                </p:cNvPr>
                <p:cNvPicPr/>
                <p:nvPr/>
              </p:nvPicPr>
              <p:blipFill>
                <a:blip r:embed="rId39"/>
                <a:stretch>
                  <a:fillRect/>
                </a:stretch>
              </p:blipFill>
              <p:spPr>
                <a:xfrm>
                  <a:off x="3897464" y="1630362"/>
                  <a:ext cx="878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8098FD86-40EF-1C0C-B1F2-F13F28AFFF53}"/>
                    </a:ext>
                  </a:extLst>
                </p14:cNvPr>
                <p14:cNvContentPartPr/>
                <p14:nvPr/>
              </p14:nvContentPartPr>
              <p14:xfrm>
                <a:off x="4181864" y="1698402"/>
                <a:ext cx="28440" cy="11520"/>
              </p14:xfrm>
            </p:contentPart>
          </mc:Choice>
          <mc:Fallback>
            <p:pic>
              <p:nvPicPr>
                <p:cNvPr id="24" name="Ink 23">
                  <a:extLst>
                    <a:ext uri="{FF2B5EF4-FFF2-40B4-BE49-F238E27FC236}">
                      <a16:creationId xmlns:a16="http://schemas.microsoft.com/office/drawing/2014/main" id="{8098FD86-40EF-1C0C-B1F2-F13F28AFFF53}"/>
                    </a:ext>
                  </a:extLst>
                </p:cNvPr>
                <p:cNvPicPr/>
                <p:nvPr/>
              </p:nvPicPr>
              <p:blipFill>
                <a:blip r:embed="rId41"/>
                <a:stretch>
                  <a:fillRect/>
                </a:stretch>
              </p:blipFill>
              <p:spPr>
                <a:xfrm>
                  <a:off x="4173224" y="1689402"/>
                  <a:ext cx="460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A9C91399-AA16-50A6-351A-3224028A3DDB}"/>
                    </a:ext>
                  </a:extLst>
                </p14:cNvPr>
                <p14:cNvContentPartPr/>
                <p14:nvPr/>
              </p14:nvContentPartPr>
              <p14:xfrm>
                <a:off x="4333064" y="1516962"/>
                <a:ext cx="163440" cy="276120"/>
              </p14:xfrm>
            </p:contentPart>
          </mc:Choice>
          <mc:Fallback>
            <p:pic>
              <p:nvPicPr>
                <p:cNvPr id="25" name="Ink 24">
                  <a:extLst>
                    <a:ext uri="{FF2B5EF4-FFF2-40B4-BE49-F238E27FC236}">
                      <a16:creationId xmlns:a16="http://schemas.microsoft.com/office/drawing/2014/main" id="{A9C91399-AA16-50A6-351A-3224028A3DDB}"/>
                    </a:ext>
                  </a:extLst>
                </p:cNvPr>
                <p:cNvPicPr/>
                <p:nvPr/>
              </p:nvPicPr>
              <p:blipFill>
                <a:blip r:embed="rId43"/>
                <a:stretch>
                  <a:fillRect/>
                </a:stretch>
              </p:blipFill>
              <p:spPr>
                <a:xfrm>
                  <a:off x="4324424" y="1507962"/>
                  <a:ext cx="18108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DB6017F8-E854-CE73-AD9C-5DC274DC98BD}"/>
                    </a:ext>
                  </a:extLst>
                </p14:cNvPr>
                <p14:cNvContentPartPr/>
                <p14:nvPr/>
              </p14:nvContentPartPr>
              <p14:xfrm>
                <a:off x="4565264" y="1735842"/>
                <a:ext cx="22680" cy="51120"/>
              </p14:xfrm>
            </p:contentPart>
          </mc:Choice>
          <mc:Fallback>
            <p:pic>
              <p:nvPicPr>
                <p:cNvPr id="26" name="Ink 25">
                  <a:extLst>
                    <a:ext uri="{FF2B5EF4-FFF2-40B4-BE49-F238E27FC236}">
                      <a16:creationId xmlns:a16="http://schemas.microsoft.com/office/drawing/2014/main" id="{DB6017F8-E854-CE73-AD9C-5DC274DC98BD}"/>
                    </a:ext>
                  </a:extLst>
                </p:cNvPr>
                <p:cNvPicPr/>
                <p:nvPr/>
              </p:nvPicPr>
              <p:blipFill>
                <a:blip r:embed="rId45"/>
                <a:stretch>
                  <a:fillRect/>
                </a:stretch>
              </p:blipFill>
              <p:spPr>
                <a:xfrm>
                  <a:off x="4556624" y="1726842"/>
                  <a:ext cx="403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4F638DAB-21ED-00C0-0599-3BEE20EFDD07}"/>
                    </a:ext>
                  </a:extLst>
                </p14:cNvPr>
                <p14:cNvContentPartPr/>
                <p14:nvPr/>
              </p14:nvContentPartPr>
              <p14:xfrm>
                <a:off x="4684424" y="1612362"/>
                <a:ext cx="11880" cy="152640"/>
              </p14:xfrm>
            </p:contentPart>
          </mc:Choice>
          <mc:Fallback>
            <p:pic>
              <p:nvPicPr>
                <p:cNvPr id="27" name="Ink 26">
                  <a:extLst>
                    <a:ext uri="{FF2B5EF4-FFF2-40B4-BE49-F238E27FC236}">
                      <a16:creationId xmlns:a16="http://schemas.microsoft.com/office/drawing/2014/main" id="{4F638DAB-21ED-00C0-0599-3BEE20EFDD07}"/>
                    </a:ext>
                  </a:extLst>
                </p:cNvPr>
                <p:cNvPicPr/>
                <p:nvPr/>
              </p:nvPicPr>
              <p:blipFill>
                <a:blip r:embed="rId47"/>
                <a:stretch>
                  <a:fillRect/>
                </a:stretch>
              </p:blipFill>
              <p:spPr>
                <a:xfrm>
                  <a:off x="4675784" y="1603722"/>
                  <a:ext cx="295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4E7FBE92-7D11-A880-4F99-8A3D6FF86357}"/>
                    </a:ext>
                  </a:extLst>
                </p14:cNvPr>
                <p14:cNvContentPartPr/>
                <p14:nvPr/>
              </p14:nvContentPartPr>
              <p14:xfrm>
                <a:off x="4650944" y="1550442"/>
                <a:ext cx="161640" cy="268560"/>
              </p14:xfrm>
            </p:contentPart>
          </mc:Choice>
          <mc:Fallback>
            <p:pic>
              <p:nvPicPr>
                <p:cNvPr id="28" name="Ink 27">
                  <a:extLst>
                    <a:ext uri="{FF2B5EF4-FFF2-40B4-BE49-F238E27FC236}">
                      <a16:creationId xmlns:a16="http://schemas.microsoft.com/office/drawing/2014/main" id="{4E7FBE92-7D11-A880-4F99-8A3D6FF86357}"/>
                    </a:ext>
                  </a:extLst>
                </p:cNvPr>
                <p:cNvPicPr/>
                <p:nvPr/>
              </p:nvPicPr>
              <p:blipFill>
                <a:blip r:embed="rId49"/>
                <a:stretch>
                  <a:fillRect/>
                </a:stretch>
              </p:blipFill>
              <p:spPr>
                <a:xfrm>
                  <a:off x="4642304" y="1541442"/>
                  <a:ext cx="17928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D241A18A-ED87-7205-610C-07C1A9128AFD}"/>
                    </a:ext>
                  </a:extLst>
                </p14:cNvPr>
                <p14:cNvContentPartPr/>
                <p14:nvPr/>
              </p14:nvContentPartPr>
              <p14:xfrm>
                <a:off x="3511184" y="2194482"/>
                <a:ext cx="117720" cy="171720"/>
              </p14:xfrm>
            </p:contentPart>
          </mc:Choice>
          <mc:Fallback>
            <p:pic>
              <p:nvPicPr>
                <p:cNvPr id="31" name="Ink 30">
                  <a:extLst>
                    <a:ext uri="{FF2B5EF4-FFF2-40B4-BE49-F238E27FC236}">
                      <a16:creationId xmlns:a16="http://schemas.microsoft.com/office/drawing/2014/main" id="{D241A18A-ED87-7205-610C-07C1A9128AFD}"/>
                    </a:ext>
                  </a:extLst>
                </p:cNvPr>
                <p:cNvPicPr/>
                <p:nvPr/>
              </p:nvPicPr>
              <p:blipFill>
                <a:blip r:embed="rId51"/>
                <a:stretch>
                  <a:fillRect/>
                </a:stretch>
              </p:blipFill>
              <p:spPr>
                <a:xfrm>
                  <a:off x="3502544" y="2185842"/>
                  <a:ext cx="1353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8908822F-4547-EAD1-ABAE-6D7324606E8D}"/>
                    </a:ext>
                  </a:extLst>
                </p14:cNvPr>
                <p14:cNvContentPartPr/>
                <p14:nvPr/>
              </p14:nvContentPartPr>
              <p14:xfrm>
                <a:off x="3667784" y="2198802"/>
                <a:ext cx="132120" cy="125280"/>
              </p14:xfrm>
            </p:contentPart>
          </mc:Choice>
          <mc:Fallback>
            <p:pic>
              <p:nvPicPr>
                <p:cNvPr id="32" name="Ink 31">
                  <a:extLst>
                    <a:ext uri="{FF2B5EF4-FFF2-40B4-BE49-F238E27FC236}">
                      <a16:creationId xmlns:a16="http://schemas.microsoft.com/office/drawing/2014/main" id="{8908822F-4547-EAD1-ABAE-6D7324606E8D}"/>
                    </a:ext>
                  </a:extLst>
                </p:cNvPr>
                <p:cNvPicPr/>
                <p:nvPr/>
              </p:nvPicPr>
              <p:blipFill>
                <a:blip r:embed="rId53"/>
                <a:stretch>
                  <a:fillRect/>
                </a:stretch>
              </p:blipFill>
              <p:spPr>
                <a:xfrm>
                  <a:off x="3659144" y="2190162"/>
                  <a:ext cx="1497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EC19E1A7-8F6C-DC03-966D-C899DFCB42CB}"/>
                    </a:ext>
                  </a:extLst>
                </p14:cNvPr>
                <p14:cNvContentPartPr/>
                <p14:nvPr/>
              </p14:nvContentPartPr>
              <p14:xfrm>
                <a:off x="3829784" y="2073522"/>
                <a:ext cx="25200" cy="218880"/>
              </p14:xfrm>
            </p:contentPart>
          </mc:Choice>
          <mc:Fallback>
            <p:pic>
              <p:nvPicPr>
                <p:cNvPr id="33" name="Ink 32">
                  <a:extLst>
                    <a:ext uri="{FF2B5EF4-FFF2-40B4-BE49-F238E27FC236}">
                      <a16:creationId xmlns:a16="http://schemas.microsoft.com/office/drawing/2014/main" id="{EC19E1A7-8F6C-DC03-966D-C899DFCB42CB}"/>
                    </a:ext>
                  </a:extLst>
                </p:cNvPr>
                <p:cNvPicPr/>
                <p:nvPr/>
              </p:nvPicPr>
              <p:blipFill>
                <a:blip r:embed="rId55"/>
                <a:stretch>
                  <a:fillRect/>
                </a:stretch>
              </p:blipFill>
              <p:spPr>
                <a:xfrm>
                  <a:off x="3821144" y="2064522"/>
                  <a:ext cx="428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3179884A-2C41-69A3-1C96-02D948DDF2DB}"/>
                    </a:ext>
                  </a:extLst>
                </p14:cNvPr>
                <p14:cNvContentPartPr/>
                <p14:nvPr/>
              </p14:nvContentPartPr>
              <p14:xfrm>
                <a:off x="3820784" y="2181162"/>
                <a:ext cx="135000" cy="116280"/>
              </p14:xfrm>
            </p:contentPart>
          </mc:Choice>
          <mc:Fallback>
            <p:pic>
              <p:nvPicPr>
                <p:cNvPr id="34" name="Ink 33">
                  <a:extLst>
                    <a:ext uri="{FF2B5EF4-FFF2-40B4-BE49-F238E27FC236}">
                      <a16:creationId xmlns:a16="http://schemas.microsoft.com/office/drawing/2014/main" id="{3179884A-2C41-69A3-1C96-02D948DDF2DB}"/>
                    </a:ext>
                  </a:extLst>
                </p:cNvPr>
                <p:cNvPicPr/>
                <p:nvPr/>
              </p:nvPicPr>
              <p:blipFill>
                <a:blip r:embed="rId57"/>
                <a:stretch>
                  <a:fillRect/>
                </a:stretch>
              </p:blipFill>
              <p:spPr>
                <a:xfrm>
                  <a:off x="3811784" y="2172522"/>
                  <a:ext cx="1526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0A13F9E2-17EB-966F-96B2-A57A4F05BC29}"/>
                    </a:ext>
                  </a:extLst>
                </p14:cNvPr>
                <p14:cNvContentPartPr/>
                <p14:nvPr/>
              </p14:nvContentPartPr>
              <p14:xfrm>
                <a:off x="3955424" y="2043282"/>
                <a:ext cx="6840" cy="64080"/>
              </p14:xfrm>
            </p:contentPart>
          </mc:Choice>
          <mc:Fallback>
            <p:pic>
              <p:nvPicPr>
                <p:cNvPr id="35" name="Ink 34">
                  <a:extLst>
                    <a:ext uri="{FF2B5EF4-FFF2-40B4-BE49-F238E27FC236}">
                      <a16:creationId xmlns:a16="http://schemas.microsoft.com/office/drawing/2014/main" id="{0A13F9E2-17EB-966F-96B2-A57A4F05BC29}"/>
                    </a:ext>
                  </a:extLst>
                </p:cNvPr>
                <p:cNvPicPr/>
                <p:nvPr/>
              </p:nvPicPr>
              <p:blipFill>
                <a:blip r:embed="rId59"/>
                <a:stretch>
                  <a:fillRect/>
                </a:stretch>
              </p:blipFill>
              <p:spPr>
                <a:xfrm>
                  <a:off x="3946784" y="2034282"/>
                  <a:ext cx="244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9D2F8C68-DEBB-1E09-81D3-A0A661A27EAB}"/>
                    </a:ext>
                  </a:extLst>
                </p14:cNvPr>
                <p14:cNvContentPartPr/>
                <p14:nvPr/>
              </p14:nvContentPartPr>
              <p14:xfrm>
                <a:off x="4032104" y="2098722"/>
                <a:ext cx="63000" cy="149760"/>
              </p14:xfrm>
            </p:contentPart>
          </mc:Choice>
          <mc:Fallback>
            <p:pic>
              <p:nvPicPr>
                <p:cNvPr id="36" name="Ink 35">
                  <a:extLst>
                    <a:ext uri="{FF2B5EF4-FFF2-40B4-BE49-F238E27FC236}">
                      <a16:creationId xmlns:a16="http://schemas.microsoft.com/office/drawing/2014/main" id="{9D2F8C68-DEBB-1E09-81D3-A0A661A27EAB}"/>
                    </a:ext>
                  </a:extLst>
                </p:cNvPr>
                <p:cNvPicPr/>
                <p:nvPr/>
              </p:nvPicPr>
              <p:blipFill>
                <a:blip r:embed="rId61"/>
                <a:stretch>
                  <a:fillRect/>
                </a:stretch>
              </p:blipFill>
              <p:spPr>
                <a:xfrm>
                  <a:off x="4023104" y="2090082"/>
                  <a:ext cx="806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DCC497FA-123A-CC16-08B6-690CF20FACB5}"/>
                    </a:ext>
                  </a:extLst>
                </p14:cNvPr>
                <p14:cNvContentPartPr/>
                <p14:nvPr/>
              </p14:nvContentPartPr>
              <p14:xfrm>
                <a:off x="4032104" y="2145162"/>
                <a:ext cx="192960" cy="122760"/>
              </p14:xfrm>
            </p:contentPart>
          </mc:Choice>
          <mc:Fallback>
            <p:pic>
              <p:nvPicPr>
                <p:cNvPr id="37" name="Ink 36">
                  <a:extLst>
                    <a:ext uri="{FF2B5EF4-FFF2-40B4-BE49-F238E27FC236}">
                      <a16:creationId xmlns:a16="http://schemas.microsoft.com/office/drawing/2014/main" id="{DCC497FA-123A-CC16-08B6-690CF20FACB5}"/>
                    </a:ext>
                  </a:extLst>
                </p:cNvPr>
                <p:cNvPicPr/>
                <p:nvPr/>
              </p:nvPicPr>
              <p:blipFill>
                <a:blip r:embed="rId63"/>
                <a:stretch>
                  <a:fillRect/>
                </a:stretch>
              </p:blipFill>
              <p:spPr>
                <a:xfrm>
                  <a:off x="4023464" y="2136162"/>
                  <a:ext cx="2106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4E9EB3CB-2453-BB29-C6C8-01F4656F1919}"/>
                    </a:ext>
                  </a:extLst>
                </p14:cNvPr>
                <p14:cNvContentPartPr/>
                <p14:nvPr/>
              </p14:nvContentPartPr>
              <p14:xfrm>
                <a:off x="4194104" y="2032482"/>
                <a:ext cx="12240" cy="56160"/>
              </p14:xfrm>
            </p:contentPart>
          </mc:Choice>
          <mc:Fallback>
            <p:pic>
              <p:nvPicPr>
                <p:cNvPr id="38" name="Ink 37">
                  <a:extLst>
                    <a:ext uri="{FF2B5EF4-FFF2-40B4-BE49-F238E27FC236}">
                      <a16:creationId xmlns:a16="http://schemas.microsoft.com/office/drawing/2014/main" id="{4E9EB3CB-2453-BB29-C6C8-01F4656F1919}"/>
                    </a:ext>
                  </a:extLst>
                </p:cNvPr>
                <p:cNvPicPr/>
                <p:nvPr/>
              </p:nvPicPr>
              <p:blipFill>
                <a:blip r:embed="rId65"/>
                <a:stretch>
                  <a:fillRect/>
                </a:stretch>
              </p:blipFill>
              <p:spPr>
                <a:xfrm>
                  <a:off x="4185464" y="2023842"/>
                  <a:ext cx="298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60045A48-68EC-A8B6-75B3-0D1518641E39}"/>
                    </a:ext>
                  </a:extLst>
                </p14:cNvPr>
                <p14:cNvContentPartPr/>
                <p14:nvPr/>
              </p14:nvContentPartPr>
              <p14:xfrm>
                <a:off x="4286624" y="2119962"/>
                <a:ext cx="105480" cy="173880"/>
              </p14:xfrm>
            </p:contentPart>
          </mc:Choice>
          <mc:Fallback>
            <p:pic>
              <p:nvPicPr>
                <p:cNvPr id="39" name="Ink 38">
                  <a:extLst>
                    <a:ext uri="{FF2B5EF4-FFF2-40B4-BE49-F238E27FC236}">
                      <a16:creationId xmlns:a16="http://schemas.microsoft.com/office/drawing/2014/main" id="{60045A48-68EC-A8B6-75B3-0D1518641E39}"/>
                    </a:ext>
                  </a:extLst>
                </p:cNvPr>
                <p:cNvPicPr/>
                <p:nvPr/>
              </p:nvPicPr>
              <p:blipFill>
                <a:blip r:embed="rId67"/>
                <a:stretch>
                  <a:fillRect/>
                </a:stretch>
              </p:blipFill>
              <p:spPr>
                <a:xfrm>
                  <a:off x="4277624" y="2110962"/>
                  <a:ext cx="1231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10BA155A-6EC9-C842-36C3-79D2164BE25A}"/>
                    </a:ext>
                  </a:extLst>
                </p14:cNvPr>
                <p14:cNvContentPartPr/>
                <p14:nvPr/>
              </p14:nvContentPartPr>
              <p14:xfrm>
                <a:off x="4504424" y="2193042"/>
                <a:ext cx="1440" cy="360"/>
              </p14:xfrm>
            </p:contentPart>
          </mc:Choice>
          <mc:Fallback>
            <p:pic>
              <p:nvPicPr>
                <p:cNvPr id="40" name="Ink 39">
                  <a:extLst>
                    <a:ext uri="{FF2B5EF4-FFF2-40B4-BE49-F238E27FC236}">
                      <a16:creationId xmlns:a16="http://schemas.microsoft.com/office/drawing/2014/main" id="{10BA155A-6EC9-C842-36C3-79D2164BE25A}"/>
                    </a:ext>
                  </a:extLst>
                </p:cNvPr>
                <p:cNvPicPr/>
                <p:nvPr/>
              </p:nvPicPr>
              <p:blipFill>
                <a:blip r:embed="rId69"/>
                <a:stretch>
                  <a:fillRect/>
                </a:stretch>
              </p:blipFill>
              <p:spPr>
                <a:xfrm>
                  <a:off x="4495784" y="2184042"/>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CA1BD799-5D75-7FBA-39B4-676D8623AFC2}"/>
                    </a:ext>
                  </a:extLst>
                </p14:cNvPr>
                <p14:cNvContentPartPr/>
                <p14:nvPr/>
              </p14:nvContentPartPr>
              <p14:xfrm>
                <a:off x="4491464" y="2168922"/>
                <a:ext cx="101880" cy="31320"/>
              </p14:xfrm>
            </p:contentPart>
          </mc:Choice>
          <mc:Fallback>
            <p:pic>
              <p:nvPicPr>
                <p:cNvPr id="41" name="Ink 40">
                  <a:extLst>
                    <a:ext uri="{FF2B5EF4-FFF2-40B4-BE49-F238E27FC236}">
                      <a16:creationId xmlns:a16="http://schemas.microsoft.com/office/drawing/2014/main" id="{CA1BD799-5D75-7FBA-39B4-676D8623AFC2}"/>
                    </a:ext>
                  </a:extLst>
                </p:cNvPr>
                <p:cNvPicPr/>
                <p:nvPr/>
              </p:nvPicPr>
              <p:blipFill>
                <a:blip r:embed="rId71"/>
                <a:stretch>
                  <a:fillRect/>
                </a:stretch>
              </p:blipFill>
              <p:spPr>
                <a:xfrm>
                  <a:off x="4482464" y="2160282"/>
                  <a:ext cx="1195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D966CBB2-ED13-E83C-3172-F8BB09904721}"/>
                    </a:ext>
                  </a:extLst>
                </p14:cNvPr>
                <p14:cNvContentPartPr/>
                <p14:nvPr/>
              </p14:nvContentPartPr>
              <p14:xfrm>
                <a:off x="4618904" y="2028522"/>
                <a:ext cx="203400" cy="187200"/>
              </p14:xfrm>
            </p:contentPart>
          </mc:Choice>
          <mc:Fallback>
            <p:pic>
              <p:nvPicPr>
                <p:cNvPr id="42" name="Ink 41">
                  <a:extLst>
                    <a:ext uri="{FF2B5EF4-FFF2-40B4-BE49-F238E27FC236}">
                      <a16:creationId xmlns:a16="http://schemas.microsoft.com/office/drawing/2014/main" id="{D966CBB2-ED13-E83C-3172-F8BB09904721}"/>
                    </a:ext>
                  </a:extLst>
                </p:cNvPr>
                <p:cNvPicPr/>
                <p:nvPr/>
              </p:nvPicPr>
              <p:blipFill>
                <a:blip r:embed="rId73"/>
                <a:stretch>
                  <a:fillRect/>
                </a:stretch>
              </p:blipFill>
              <p:spPr>
                <a:xfrm>
                  <a:off x="4609904" y="2019522"/>
                  <a:ext cx="22104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432BAC20-5528-CDC1-F3B8-95EC845987EF}"/>
                    </a:ext>
                  </a:extLst>
                </p14:cNvPr>
                <p14:cNvContentPartPr/>
                <p14:nvPr/>
              </p14:nvContentPartPr>
              <p14:xfrm>
                <a:off x="4942904" y="2179722"/>
                <a:ext cx="14040" cy="81720"/>
              </p14:xfrm>
            </p:contentPart>
          </mc:Choice>
          <mc:Fallback>
            <p:pic>
              <p:nvPicPr>
                <p:cNvPr id="43" name="Ink 42">
                  <a:extLst>
                    <a:ext uri="{FF2B5EF4-FFF2-40B4-BE49-F238E27FC236}">
                      <a16:creationId xmlns:a16="http://schemas.microsoft.com/office/drawing/2014/main" id="{432BAC20-5528-CDC1-F3B8-95EC845987EF}"/>
                    </a:ext>
                  </a:extLst>
                </p:cNvPr>
                <p:cNvPicPr/>
                <p:nvPr/>
              </p:nvPicPr>
              <p:blipFill>
                <a:blip r:embed="rId75"/>
                <a:stretch>
                  <a:fillRect/>
                </a:stretch>
              </p:blipFill>
              <p:spPr>
                <a:xfrm>
                  <a:off x="4933904" y="2171082"/>
                  <a:ext cx="3168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BCE5CBCA-DB93-CCF2-D671-C001CADEB673}"/>
                    </a:ext>
                  </a:extLst>
                </p14:cNvPr>
                <p14:cNvContentPartPr/>
                <p14:nvPr/>
              </p14:nvContentPartPr>
              <p14:xfrm>
                <a:off x="4988264" y="2033202"/>
                <a:ext cx="176040" cy="179640"/>
              </p14:xfrm>
            </p:contentPart>
          </mc:Choice>
          <mc:Fallback>
            <p:pic>
              <p:nvPicPr>
                <p:cNvPr id="44" name="Ink 43">
                  <a:extLst>
                    <a:ext uri="{FF2B5EF4-FFF2-40B4-BE49-F238E27FC236}">
                      <a16:creationId xmlns:a16="http://schemas.microsoft.com/office/drawing/2014/main" id="{BCE5CBCA-DB93-CCF2-D671-C001CADEB673}"/>
                    </a:ext>
                  </a:extLst>
                </p:cNvPr>
                <p:cNvPicPr/>
                <p:nvPr/>
              </p:nvPicPr>
              <p:blipFill>
                <a:blip r:embed="rId77"/>
                <a:stretch>
                  <a:fillRect/>
                </a:stretch>
              </p:blipFill>
              <p:spPr>
                <a:xfrm>
                  <a:off x="4979264" y="2024202"/>
                  <a:ext cx="1936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21AF0DA5-5541-8653-2FDC-1CA94B4CBFD4}"/>
                    </a:ext>
                  </a:extLst>
                </p14:cNvPr>
                <p14:cNvContentPartPr/>
                <p14:nvPr/>
              </p14:nvContentPartPr>
              <p14:xfrm>
                <a:off x="3865424" y="2370882"/>
                <a:ext cx="702000" cy="113760"/>
              </p14:xfrm>
            </p:contentPart>
          </mc:Choice>
          <mc:Fallback>
            <p:pic>
              <p:nvPicPr>
                <p:cNvPr id="46" name="Ink 45">
                  <a:extLst>
                    <a:ext uri="{FF2B5EF4-FFF2-40B4-BE49-F238E27FC236}">
                      <a16:creationId xmlns:a16="http://schemas.microsoft.com/office/drawing/2014/main" id="{21AF0DA5-5541-8653-2FDC-1CA94B4CBFD4}"/>
                    </a:ext>
                  </a:extLst>
                </p:cNvPr>
                <p:cNvPicPr/>
                <p:nvPr/>
              </p:nvPicPr>
              <p:blipFill>
                <a:blip r:embed="rId79"/>
                <a:stretch>
                  <a:fillRect/>
                </a:stretch>
              </p:blipFill>
              <p:spPr>
                <a:xfrm>
                  <a:off x="3856784" y="2362242"/>
                  <a:ext cx="71964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B1D67448-D673-2F75-A4B4-1533705D7408}"/>
                    </a:ext>
                  </a:extLst>
                </p14:cNvPr>
                <p14:cNvContentPartPr/>
                <p14:nvPr/>
              </p14:nvContentPartPr>
              <p14:xfrm>
                <a:off x="3551504" y="1876962"/>
                <a:ext cx="570960" cy="88560"/>
              </p14:xfrm>
            </p:contentPart>
          </mc:Choice>
          <mc:Fallback>
            <p:pic>
              <p:nvPicPr>
                <p:cNvPr id="47" name="Ink 46">
                  <a:extLst>
                    <a:ext uri="{FF2B5EF4-FFF2-40B4-BE49-F238E27FC236}">
                      <a16:creationId xmlns:a16="http://schemas.microsoft.com/office/drawing/2014/main" id="{B1D67448-D673-2F75-A4B4-1533705D7408}"/>
                    </a:ext>
                  </a:extLst>
                </p:cNvPr>
                <p:cNvPicPr/>
                <p:nvPr/>
              </p:nvPicPr>
              <p:blipFill>
                <a:blip r:embed="rId81"/>
                <a:stretch>
                  <a:fillRect/>
                </a:stretch>
              </p:blipFill>
              <p:spPr>
                <a:xfrm>
                  <a:off x="3542504" y="1867962"/>
                  <a:ext cx="5886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E0CAEFEB-6D74-8A47-53F3-3D0D4EFBD6B2}"/>
                    </a:ext>
                  </a:extLst>
                </p14:cNvPr>
                <p14:cNvContentPartPr/>
                <p14:nvPr/>
              </p14:nvContentPartPr>
              <p14:xfrm>
                <a:off x="7943504" y="1367202"/>
                <a:ext cx="99360" cy="522720"/>
              </p14:xfrm>
            </p:contentPart>
          </mc:Choice>
          <mc:Fallback>
            <p:pic>
              <p:nvPicPr>
                <p:cNvPr id="49" name="Ink 48">
                  <a:extLst>
                    <a:ext uri="{FF2B5EF4-FFF2-40B4-BE49-F238E27FC236}">
                      <a16:creationId xmlns:a16="http://schemas.microsoft.com/office/drawing/2014/main" id="{E0CAEFEB-6D74-8A47-53F3-3D0D4EFBD6B2}"/>
                    </a:ext>
                  </a:extLst>
                </p:cNvPr>
                <p:cNvPicPr/>
                <p:nvPr/>
              </p:nvPicPr>
              <p:blipFill>
                <a:blip r:embed="rId83"/>
                <a:stretch>
                  <a:fillRect/>
                </a:stretch>
              </p:blipFill>
              <p:spPr>
                <a:xfrm>
                  <a:off x="7934864" y="1358562"/>
                  <a:ext cx="117000" cy="540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45483DBE-1DE8-FBE8-36E1-4010FC4A0F78}"/>
                    </a:ext>
                  </a:extLst>
                </p14:cNvPr>
                <p14:cNvContentPartPr/>
                <p14:nvPr/>
              </p14:nvContentPartPr>
              <p14:xfrm>
                <a:off x="7891304" y="1603002"/>
                <a:ext cx="423000" cy="147960"/>
              </p14:xfrm>
            </p:contentPart>
          </mc:Choice>
          <mc:Fallback>
            <p:pic>
              <p:nvPicPr>
                <p:cNvPr id="50" name="Ink 49">
                  <a:extLst>
                    <a:ext uri="{FF2B5EF4-FFF2-40B4-BE49-F238E27FC236}">
                      <a16:creationId xmlns:a16="http://schemas.microsoft.com/office/drawing/2014/main" id="{45483DBE-1DE8-FBE8-36E1-4010FC4A0F78}"/>
                    </a:ext>
                  </a:extLst>
                </p:cNvPr>
                <p:cNvPicPr/>
                <p:nvPr/>
              </p:nvPicPr>
              <p:blipFill>
                <a:blip r:embed="rId85"/>
                <a:stretch>
                  <a:fillRect/>
                </a:stretch>
              </p:blipFill>
              <p:spPr>
                <a:xfrm>
                  <a:off x="7882664" y="1594362"/>
                  <a:ext cx="4406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C7C53D29-A25D-8821-3CFA-90CA95F07C5C}"/>
                    </a:ext>
                  </a:extLst>
                </p14:cNvPr>
                <p14:cNvContentPartPr/>
                <p14:nvPr/>
              </p14:nvContentPartPr>
              <p14:xfrm>
                <a:off x="8268584" y="1539642"/>
                <a:ext cx="54000" cy="29160"/>
              </p14:xfrm>
            </p:contentPart>
          </mc:Choice>
          <mc:Fallback>
            <p:pic>
              <p:nvPicPr>
                <p:cNvPr id="51" name="Ink 50">
                  <a:extLst>
                    <a:ext uri="{FF2B5EF4-FFF2-40B4-BE49-F238E27FC236}">
                      <a16:creationId xmlns:a16="http://schemas.microsoft.com/office/drawing/2014/main" id="{C7C53D29-A25D-8821-3CFA-90CA95F07C5C}"/>
                    </a:ext>
                  </a:extLst>
                </p:cNvPr>
                <p:cNvPicPr/>
                <p:nvPr/>
              </p:nvPicPr>
              <p:blipFill>
                <a:blip r:embed="rId87"/>
                <a:stretch>
                  <a:fillRect/>
                </a:stretch>
              </p:blipFill>
              <p:spPr>
                <a:xfrm>
                  <a:off x="8259944" y="1530642"/>
                  <a:ext cx="716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163AC2A0-598F-B5A7-BD99-2F00F49228FC}"/>
                    </a:ext>
                  </a:extLst>
                </p14:cNvPr>
                <p14:cNvContentPartPr/>
                <p14:nvPr/>
              </p14:nvContentPartPr>
              <p14:xfrm>
                <a:off x="8362184" y="1536042"/>
                <a:ext cx="24840" cy="192960"/>
              </p14:xfrm>
            </p:contentPart>
          </mc:Choice>
          <mc:Fallback>
            <p:pic>
              <p:nvPicPr>
                <p:cNvPr id="52" name="Ink 51">
                  <a:extLst>
                    <a:ext uri="{FF2B5EF4-FFF2-40B4-BE49-F238E27FC236}">
                      <a16:creationId xmlns:a16="http://schemas.microsoft.com/office/drawing/2014/main" id="{163AC2A0-598F-B5A7-BD99-2F00F49228FC}"/>
                    </a:ext>
                  </a:extLst>
                </p:cNvPr>
                <p:cNvPicPr/>
                <p:nvPr/>
              </p:nvPicPr>
              <p:blipFill>
                <a:blip r:embed="rId89"/>
                <a:stretch>
                  <a:fillRect/>
                </a:stretch>
              </p:blipFill>
              <p:spPr>
                <a:xfrm>
                  <a:off x="8353184" y="1527042"/>
                  <a:ext cx="424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738DA046-52C7-81D1-5BF1-670DB429F115}"/>
                    </a:ext>
                  </a:extLst>
                </p14:cNvPr>
                <p14:cNvContentPartPr/>
                <p14:nvPr/>
              </p14:nvContentPartPr>
              <p14:xfrm>
                <a:off x="8454704" y="1590042"/>
                <a:ext cx="140040" cy="106200"/>
              </p14:xfrm>
            </p:contentPart>
          </mc:Choice>
          <mc:Fallback>
            <p:pic>
              <p:nvPicPr>
                <p:cNvPr id="53" name="Ink 52">
                  <a:extLst>
                    <a:ext uri="{FF2B5EF4-FFF2-40B4-BE49-F238E27FC236}">
                      <a16:creationId xmlns:a16="http://schemas.microsoft.com/office/drawing/2014/main" id="{738DA046-52C7-81D1-5BF1-670DB429F115}"/>
                    </a:ext>
                  </a:extLst>
                </p:cNvPr>
                <p:cNvPicPr/>
                <p:nvPr/>
              </p:nvPicPr>
              <p:blipFill>
                <a:blip r:embed="rId91"/>
                <a:stretch>
                  <a:fillRect/>
                </a:stretch>
              </p:blipFill>
              <p:spPr>
                <a:xfrm>
                  <a:off x="8445704" y="1581402"/>
                  <a:ext cx="15768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A68B87A9-1026-E21F-8B2F-0493142A7008}"/>
                    </a:ext>
                  </a:extLst>
                </p14:cNvPr>
                <p14:cNvContentPartPr/>
                <p14:nvPr/>
              </p14:nvContentPartPr>
              <p14:xfrm>
                <a:off x="8691944" y="1466922"/>
                <a:ext cx="143280" cy="235800"/>
              </p14:xfrm>
            </p:contentPart>
          </mc:Choice>
          <mc:Fallback>
            <p:pic>
              <p:nvPicPr>
                <p:cNvPr id="54" name="Ink 53">
                  <a:extLst>
                    <a:ext uri="{FF2B5EF4-FFF2-40B4-BE49-F238E27FC236}">
                      <a16:creationId xmlns:a16="http://schemas.microsoft.com/office/drawing/2014/main" id="{A68B87A9-1026-E21F-8B2F-0493142A7008}"/>
                    </a:ext>
                  </a:extLst>
                </p:cNvPr>
                <p:cNvPicPr/>
                <p:nvPr/>
              </p:nvPicPr>
              <p:blipFill>
                <a:blip r:embed="rId93"/>
                <a:stretch>
                  <a:fillRect/>
                </a:stretch>
              </p:blipFill>
              <p:spPr>
                <a:xfrm>
                  <a:off x="8683304" y="1458282"/>
                  <a:ext cx="1609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3F4DE177-654A-C6B1-0C9B-A65B92B6D90A}"/>
                    </a:ext>
                  </a:extLst>
                </p14:cNvPr>
                <p14:cNvContentPartPr/>
                <p14:nvPr/>
              </p14:nvContentPartPr>
              <p14:xfrm>
                <a:off x="8224304" y="1823322"/>
                <a:ext cx="247680" cy="373320"/>
              </p14:xfrm>
            </p:contentPart>
          </mc:Choice>
          <mc:Fallback>
            <p:pic>
              <p:nvPicPr>
                <p:cNvPr id="55" name="Ink 54">
                  <a:extLst>
                    <a:ext uri="{FF2B5EF4-FFF2-40B4-BE49-F238E27FC236}">
                      <a16:creationId xmlns:a16="http://schemas.microsoft.com/office/drawing/2014/main" id="{3F4DE177-654A-C6B1-0C9B-A65B92B6D90A}"/>
                    </a:ext>
                  </a:extLst>
                </p:cNvPr>
                <p:cNvPicPr/>
                <p:nvPr/>
              </p:nvPicPr>
              <p:blipFill>
                <a:blip r:embed="rId95"/>
                <a:stretch>
                  <a:fillRect/>
                </a:stretch>
              </p:blipFill>
              <p:spPr>
                <a:xfrm>
                  <a:off x="8215664" y="1814322"/>
                  <a:ext cx="26532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B472CE09-E5CB-AD2A-EE58-92CAC650120F}"/>
                    </a:ext>
                  </a:extLst>
                </p14:cNvPr>
                <p14:cNvContentPartPr/>
                <p14:nvPr/>
              </p14:nvContentPartPr>
              <p14:xfrm>
                <a:off x="8491424" y="1975242"/>
                <a:ext cx="130320" cy="186480"/>
              </p14:xfrm>
            </p:contentPart>
          </mc:Choice>
          <mc:Fallback>
            <p:pic>
              <p:nvPicPr>
                <p:cNvPr id="56" name="Ink 55">
                  <a:extLst>
                    <a:ext uri="{FF2B5EF4-FFF2-40B4-BE49-F238E27FC236}">
                      <a16:creationId xmlns:a16="http://schemas.microsoft.com/office/drawing/2014/main" id="{B472CE09-E5CB-AD2A-EE58-92CAC650120F}"/>
                    </a:ext>
                  </a:extLst>
                </p:cNvPr>
                <p:cNvPicPr/>
                <p:nvPr/>
              </p:nvPicPr>
              <p:blipFill>
                <a:blip r:embed="rId97"/>
                <a:stretch>
                  <a:fillRect/>
                </a:stretch>
              </p:blipFill>
              <p:spPr>
                <a:xfrm>
                  <a:off x="8482424" y="1966602"/>
                  <a:ext cx="14796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18E076C3-95C7-4FAD-7568-071D33541D9F}"/>
                    </a:ext>
                  </a:extLst>
                </p14:cNvPr>
                <p14:cNvContentPartPr/>
                <p14:nvPr/>
              </p14:nvContentPartPr>
              <p14:xfrm>
                <a:off x="8699504" y="2013402"/>
                <a:ext cx="66600" cy="237960"/>
              </p14:xfrm>
            </p:contentPart>
          </mc:Choice>
          <mc:Fallback>
            <p:pic>
              <p:nvPicPr>
                <p:cNvPr id="57" name="Ink 56">
                  <a:extLst>
                    <a:ext uri="{FF2B5EF4-FFF2-40B4-BE49-F238E27FC236}">
                      <a16:creationId xmlns:a16="http://schemas.microsoft.com/office/drawing/2014/main" id="{18E076C3-95C7-4FAD-7568-071D33541D9F}"/>
                    </a:ext>
                  </a:extLst>
                </p:cNvPr>
                <p:cNvPicPr/>
                <p:nvPr/>
              </p:nvPicPr>
              <p:blipFill>
                <a:blip r:embed="rId99"/>
                <a:stretch>
                  <a:fillRect/>
                </a:stretch>
              </p:blipFill>
              <p:spPr>
                <a:xfrm>
                  <a:off x="8690864" y="2004402"/>
                  <a:ext cx="8424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7678D9BD-A75D-AA64-DE99-04AC8EF1B931}"/>
                    </a:ext>
                  </a:extLst>
                </p14:cNvPr>
                <p14:cNvContentPartPr/>
                <p14:nvPr/>
              </p14:nvContentPartPr>
              <p14:xfrm>
                <a:off x="8844584" y="2025282"/>
                <a:ext cx="92880" cy="102240"/>
              </p14:xfrm>
            </p:contentPart>
          </mc:Choice>
          <mc:Fallback>
            <p:pic>
              <p:nvPicPr>
                <p:cNvPr id="58" name="Ink 57">
                  <a:extLst>
                    <a:ext uri="{FF2B5EF4-FFF2-40B4-BE49-F238E27FC236}">
                      <a16:creationId xmlns:a16="http://schemas.microsoft.com/office/drawing/2014/main" id="{7678D9BD-A75D-AA64-DE99-04AC8EF1B931}"/>
                    </a:ext>
                  </a:extLst>
                </p:cNvPr>
                <p:cNvPicPr/>
                <p:nvPr/>
              </p:nvPicPr>
              <p:blipFill>
                <a:blip r:embed="rId101"/>
                <a:stretch>
                  <a:fillRect/>
                </a:stretch>
              </p:blipFill>
              <p:spPr>
                <a:xfrm>
                  <a:off x="8835584" y="2016642"/>
                  <a:ext cx="1105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FB34C186-6467-418D-7B40-6314CC07D133}"/>
                    </a:ext>
                  </a:extLst>
                </p14:cNvPr>
                <p14:cNvContentPartPr/>
                <p14:nvPr/>
              </p14:nvContentPartPr>
              <p14:xfrm>
                <a:off x="8971304" y="2009442"/>
                <a:ext cx="81360" cy="103680"/>
              </p14:xfrm>
            </p:contentPart>
          </mc:Choice>
          <mc:Fallback>
            <p:pic>
              <p:nvPicPr>
                <p:cNvPr id="59" name="Ink 58">
                  <a:extLst>
                    <a:ext uri="{FF2B5EF4-FFF2-40B4-BE49-F238E27FC236}">
                      <a16:creationId xmlns:a16="http://schemas.microsoft.com/office/drawing/2014/main" id="{FB34C186-6467-418D-7B40-6314CC07D133}"/>
                    </a:ext>
                  </a:extLst>
                </p:cNvPr>
                <p:cNvPicPr/>
                <p:nvPr/>
              </p:nvPicPr>
              <p:blipFill>
                <a:blip r:embed="rId103"/>
                <a:stretch>
                  <a:fillRect/>
                </a:stretch>
              </p:blipFill>
              <p:spPr>
                <a:xfrm>
                  <a:off x="8962664" y="2000802"/>
                  <a:ext cx="9900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C4D1D0A3-A51A-49C0-9F82-C49911F4805C}"/>
                    </a:ext>
                  </a:extLst>
                </p14:cNvPr>
                <p14:cNvContentPartPr/>
                <p14:nvPr/>
              </p14:nvContentPartPr>
              <p14:xfrm>
                <a:off x="9011264" y="1923762"/>
                <a:ext cx="146520" cy="155880"/>
              </p14:xfrm>
            </p:contentPart>
          </mc:Choice>
          <mc:Fallback>
            <p:pic>
              <p:nvPicPr>
                <p:cNvPr id="60" name="Ink 59">
                  <a:extLst>
                    <a:ext uri="{FF2B5EF4-FFF2-40B4-BE49-F238E27FC236}">
                      <a16:creationId xmlns:a16="http://schemas.microsoft.com/office/drawing/2014/main" id="{C4D1D0A3-A51A-49C0-9F82-C49911F4805C}"/>
                    </a:ext>
                  </a:extLst>
                </p:cNvPr>
                <p:cNvPicPr/>
                <p:nvPr/>
              </p:nvPicPr>
              <p:blipFill>
                <a:blip r:embed="rId105"/>
                <a:stretch>
                  <a:fillRect/>
                </a:stretch>
              </p:blipFill>
              <p:spPr>
                <a:xfrm>
                  <a:off x="9002264" y="1915122"/>
                  <a:ext cx="1641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1" name="Ink 60">
                  <a:extLst>
                    <a:ext uri="{FF2B5EF4-FFF2-40B4-BE49-F238E27FC236}">
                      <a16:creationId xmlns:a16="http://schemas.microsoft.com/office/drawing/2014/main" id="{E11C7EA6-6BBD-4DF6-E766-494C981D1B39}"/>
                    </a:ext>
                  </a:extLst>
                </p14:cNvPr>
                <p14:cNvContentPartPr/>
                <p14:nvPr/>
              </p14:nvContentPartPr>
              <p14:xfrm>
                <a:off x="9136904" y="1984242"/>
                <a:ext cx="221040" cy="123480"/>
              </p14:xfrm>
            </p:contentPart>
          </mc:Choice>
          <mc:Fallback>
            <p:pic>
              <p:nvPicPr>
                <p:cNvPr id="61" name="Ink 60">
                  <a:extLst>
                    <a:ext uri="{FF2B5EF4-FFF2-40B4-BE49-F238E27FC236}">
                      <a16:creationId xmlns:a16="http://schemas.microsoft.com/office/drawing/2014/main" id="{E11C7EA6-6BBD-4DF6-E766-494C981D1B39}"/>
                    </a:ext>
                  </a:extLst>
                </p:cNvPr>
                <p:cNvPicPr/>
                <p:nvPr/>
              </p:nvPicPr>
              <p:blipFill>
                <a:blip r:embed="rId107"/>
                <a:stretch>
                  <a:fillRect/>
                </a:stretch>
              </p:blipFill>
              <p:spPr>
                <a:xfrm>
                  <a:off x="9128264" y="1975242"/>
                  <a:ext cx="2386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2" name="Ink 61">
                  <a:extLst>
                    <a:ext uri="{FF2B5EF4-FFF2-40B4-BE49-F238E27FC236}">
                      <a16:creationId xmlns:a16="http://schemas.microsoft.com/office/drawing/2014/main" id="{D04D12AA-12B2-1F28-7D03-33F818E8A371}"/>
                    </a:ext>
                  </a:extLst>
                </p14:cNvPr>
                <p14:cNvContentPartPr/>
                <p14:nvPr/>
              </p14:nvContentPartPr>
              <p14:xfrm>
                <a:off x="9467744" y="1782282"/>
                <a:ext cx="133920" cy="397440"/>
              </p14:xfrm>
            </p:contentPart>
          </mc:Choice>
          <mc:Fallback>
            <p:pic>
              <p:nvPicPr>
                <p:cNvPr id="62" name="Ink 61">
                  <a:extLst>
                    <a:ext uri="{FF2B5EF4-FFF2-40B4-BE49-F238E27FC236}">
                      <a16:creationId xmlns:a16="http://schemas.microsoft.com/office/drawing/2014/main" id="{D04D12AA-12B2-1F28-7D03-33F818E8A371}"/>
                    </a:ext>
                  </a:extLst>
                </p:cNvPr>
                <p:cNvPicPr/>
                <p:nvPr/>
              </p:nvPicPr>
              <p:blipFill>
                <a:blip r:embed="rId109"/>
                <a:stretch>
                  <a:fillRect/>
                </a:stretch>
              </p:blipFill>
              <p:spPr>
                <a:xfrm>
                  <a:off x="9458744" y="1773642"/>
                  <a:ext cx="15156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3" name="Ink 62">
                  <a:extLst>
                    <a:ext uri="{FF2B5EF4-FFF2-40B4-BE49-F238E27FC236}">
                      <a16:creationId xmlns:a16="http://schemas.microsoft.com/office/drawing/2014/main" id="{56EAD7A2-8DDE-BCBC-9782-DB9B30D6F79F}"/>
                    </a:ext>
                  </a:extLst>
                </p14:cNvPr>
                <p14:cNvContentPartPr/>
                <p14:nvPr/>
              </p14:nvContentPartPr>
              <p14:xfrm>
                <a:off x="7903904" y="2268642"/>
                <a:ext cx="2138760" cy="31680"/>
              </p14:xfrm>
            </p:contentPart>
          </mc:Choice>
          <mc:Fallback>
            <p:pic>
              <p:nvPicPr>
                <p:cNvPr id="63" name="Ink 62">
                  <a:extLst>
                    <a:ext uri="{FF2B5EF4-FFF2-40B4-BE49-F238E27FC236}">
                      <a16:creationId xmlns:a16="http://schemas.microsoft.com/office/drawing/2014/main" id="{56EAD7A2-8DDE-BCBC-9782-DB9B30D6F79F}"/>
                    </a:ext>
                  </a:extLst>
                </p:cNvPr>
                <p:cNvPicPr/>
                <p:nvPr/>
              </p:nvPicPr>
              <p:blipFill>
                <a:blip r:embed="rId111"/>
                <a:stretch>
                  <a:fillRect/>
                </a:stretch>
              </p:blipFill>
              <p:spPr>
                <a:xfrm>
                  <a:off x="7894904" y="2259642"/>
                  <a:ext cx="215640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5" name="Ink 64">
                  <a:extLst>
                    <a:ext uri="{FF2B5EF4-FFF2-40B4-BE49-F238E27FC236}">
                      <a16:creationId xmlns:a16="http://schemas.microsoft.com/office/drawing/2014/main" id="{3306C4EE-B589-4F11-C528-FF21C4B98093}"/>
                    </a:ext>
                  </a:extLst>
                </p14:cNvPr>
                <p14:cNvContentPartPr/>
                <p14:nvPr/>
              </p14:nvContentPartPr>
              <p14:xfrm>
                <a:off x="7598984" y="1371162"/>
                <a:ext cx="280440" cy="963360"/>
              </p14:xfrm>
            </p:contentPart>
          </mc:Choice>
          <mc:Fallback>
            <p:pic>
              <p:nvPicPr>
                <p:cNvPr id="65" name="Ink 64">
                  <a:extLst>
                    <a:ext uri="{FF2B5EF4-FFF2-40B4-BE49-F238E27FC236}">
                      <a16:creationId xmlns:a16="http://schemas.microsoft.com/office/drawing/2014/main" id="{3306C4EE-B589-4F11-C528-FF21C4B98093}"/>
                    </a:ext>
                  </a:extLst>
                </p:cNvPr>
                <p:cNvPicPr/>
                <p:nvPr/>
              </p:nvPicPr>
              <p:blipFill>
                <a:blip r:embed="rId113"/>
                <a:stretch>
                  <a:fillRect/>
                </a:stretch>
              </p:blipFill>
              <p:spPr>
                <a:xfrm>
                  <a:off x="7589984" y="1362162"/>
                  <a:ext cx="298080" cy="981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Ink 65">
                  <a:extLst>
                    <a:ext uri="{FF2B5EF4-FFF2-40B4-BE49-F238E27FC236}">
                      <a16:creationId xmlns:a16="http://schemas.microsoft.com/office/drawing/2014/main" id="{00277EE4-5DAA-53CA-DD30-58166CBAA4E8}"/>
                    </a:ext>
                  </a:extLst>
                </p14:cNvPr>
                <p14:cNvContentPartPr/>
                <p14:nvPr/>
              </p14:nvContentPartPr>
              <p14:xfrm>
                <a:off x="9226904" y="1322562"/>
                <a:ext cx="464040" cy="858960"/>
              </p14:xfrm>
            </p:contentPart>
          </mc:Choice>
          <mc:Fallback>
            <p:pic>
              <p:nvPicPr>
                <p:cNvPr id="66" name="Ink 65">
                  <a:extLst>
                    <a:ext uri="{FF2B5EF4-FFF2-40B4-BE49-F238E27FC236}">
                      <a16:creationId xmlns:a16="http://schemas.microsoft.com/office/drawing/2014/main" id="{00277EE4-5DAA-53CA-DD30-58166CBAA4E8}"/>
                    </a:ext>
                  </a:extLst>
                </p:cNvPr>
                <p:cNvPicPr/>
                <p:nvPr/>
              </p:nvPicPr>
              <p:blipFill>
                <a:blip r:embed="rId115"/>
                <a:stretch>
                  <a:fillRect/>
                </a:stretch>
              </p:blipFill>
              <p:spPr>
                <a:xfrm>
                  <a:off x="9218264" y="1313562"/>
                  <a:ext cx="481680" cy="8766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8" name="Ink 67">
                  <a:extLst>
                    <a:ext uri="{FF2B5EF4-FFF2-40B4-BE49-F238E27FC236}">
                      <a16:creationId xmlns:a16="http://schemas.microsoft.com/office/drawing/2014/main" id="{5F7D12B5-C1ED-576B-F02B-039CE28AE710}"/>
                    </a:ext>
                  </a:extLst>
                </p14:cNvPr>
                <p14:cNvContentPartPr/>
                <p14:nvPr/>
              </p14:nvContentPartPr>
              <p14:xfrm>
                <a:off x="1089104" y="3073962"/>
                <a:ext cx="387360" cy="258480"/>
              </p14:xfrm>
            </p:contentPart>
          </mc:Choice>
          <mc:Fallback>
            <p:pic>
              <p:nvPicPr>
                <p:cNvPr id="68" name="Ink 67">
                  <a:extLst>
                    <a:ext uri="{FF2B5EF4-FFF2-40B4-BE49-F238E27FC236}">
                      <a16:creationId xmlns:a16="http://schemas.microsoft.com/office/drawing/2014/main" id="{5F7D12B5-C1ED-576B-F02B-039CE28AE710}"/>
                    </a:ext>
                  </a:extLst>
                </p:cNvPr>
                <p:cNvPicPr/>
                <p:nvPr/>
              </p:nvPicPr>
              <p:blipFill>
                <a:blip r:embed="rId117"/>
                <a:stretch>
                  <a:fillRect/>
                </a:stretch>
              </p:blipFill>
              <p:spPr>
                <a:xfrm>
                  <a:off x="1080464" y="3065322"/>
                  <a:ext cx="40500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9" name="Ink 68">
                  <a:extLst>
                    <a:ext uri="{FF2B5EF4-FFF2-40B4-BE49-F238E27FC236}">
                      <a16:creationId xmlns:a16="http://schemas.microsoft.com/office/drawing/2014/main" id="{8CC2DF2B-19CD-48C5-A845-23A309C63FF6}"/>
                    </a:ext>
                  </a:extLst>
                </p14:cNvPr>
                <p14:cNvContentPartPr/>
                <p14:nvPr/>
              </p14:nvContentPartPr>
              <p14:xfrm>
                <a:off x="1550624" y="3102042"/>
                <a:ext cx="147240" cy="198360"/>
              </p14:xfrm>
            </p:contentPart>
          </mc:Choice>
          <mc:Fallback>
            <p:pic>
              <p:nvPicPr>
                <p:cNvPr id="69" name="Ink 68">
                  <a:extLst>
                    <a:ext uri="{FF2B5EF4-FFF2-40B4-BE49-F238E27FC236}">
                      <a16:creationId xmlns:a16="http://schemas.microsoft.com/office/drawing/2014/main" id="{8CC2DF2B-19CD-48C5-A845-23A309C63FF6}"/>
                    </a:ext>
                  </a:extLst>
                </p:cNvPr>
                <p:cNvPicPr/>
                <p:nvPr/>
              </p:nvPicPr>
              <p:blipFill>
                <a:blip r:embed="rId119"/>
                <a:stretch>
                  <a:fillRect/>
                </a:stretch>
              </p:blipFill>
              <p:spPr>
                <a:xfrm>
                  <a:off x="1541624" y="3093042"/>
                  <a:ext cx="1648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0" name="Ink 69">
                  <a:extLst>
                    <a:ext uri="{FF2B5EF4-FFF2-40B4-BE49-F238E27FC236}">
                      <a16:creationId xmlns:a16="http://schemas.microsoft.com/office/drawing/2014/main" id="{B806C6DF-96BB-5B7D-44F2-2A6357F1583B}"/>
                    </a:ext>
                  </a:extLst>
                </p14:cNvPr>
                <p14:cNvContentPartPr/>
                <p14:nvPr/>
              </p14:nvContentPartPr>
              <p14:xfrm>
                <a:off x="1748984" y="3112482"/>
                <a:ext cx="145080" cy="361080"/>
              </p14:xfrm>
            </p:contentPart>
          </mc:Choice>
          <mc:Fallback>
            <p:pic>
              <p:nvPicPr>
                <p:cNvPr id="70" name="Ink 69">
                  <a:extLst>
                    <a:ext uri="{FF2B5EF4-FFF2-40B4-BE49-F238E27FC236}">
                      <a16:creationId xmlns:a16="http://schemas.microsoft.com/office/drawing/2014/main" id="{B806C6DF-96BB-5B7D-44F2-2A6357F1583B}"/>
                    </a:ext>
                  </a:extLst>
                </p:cNvPr>
                <p:cNvPicPr/>
                <p:nvPr/>
              </p:nvPicPr>
              <p:blipFill>
                <a:blip r:embed="rId121"/>
                <a:stretch>
                  <a:fillRect/>
                </a:stretch>
              </p:blipFill>
              <p:spPr>
                <a:xfrm>
                  <a:off x="1740344" y="3103842"/>
                  <a:ext cx="16272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1" name="Ink 70">
                  <a:extLst>
                    <a:ext uri="{FF2B5EF4-FFF2-40B4-BE49-F238E27FC236}">
                      <a16:creationId xmlns:a16="http://schemas.microsoft.com/office/drawing/2014/main" id="{6CF25369-9E8C-24A7-5444-7C9C4F118056}"/>
                    </a:ext>
                  </a:extLst>
                </p14:cNvPr>
                <p14:cNvContentPartPr/>
                <p14:nvPr/>
              </p14:nvContentPartPr>
              <p14:xfrm>
                <a:off x="1988744" y="3261882"/>
                <a:ext cx="177120" cy="23760"/>
              </p14:xfrm>
            </p:contentPart>
          </mc:Choice>
          <mc:Fallback>
            <p:pic>
              <p:nvPicPr>
                <p:cNvPr id="71" name="Ink 70">
                  <a:extLst>
                    <a:ext uri="{FF2B5EF4-FFF2-40B4-BE49-F238E27FC236}">
                      <a16:creationId xmlns:a16="http://schemas.microsoft.com/office/drawing/2014/main" id="{6CF25369-9E8C-24A7-5444-7C9C4F118056}"/>
                    </a:ext>
                  </a:extLst>
                </p:cNvPr>
                <p:cNvPicPr/>
                <p:nvPr/>
              </p:nvPicPr>
              <p:blipFill>
                <a:blip r:embed="rId123"/>
                <a:stretch>
                  <a:fillRect/>
                </a:stretch>
              </p:blipFill>
              <p:spPr>
                <a:xfrm>
                  <a:off x="1980104" y="3252882"/>
                  <a:ext cx="1947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491FE25F-CF8A-24BF-36C9-2B13DC67F3F0}"/>
                    </a:ext>
                  </a:extLst>
                </p14:cNvPr>
                <p14:cNvContentPartPr/>
                <p14:nvPr/>
              </p14:nvContentPartPr>
              <p14:xfrm>
                <a:off x="2354144" y="3035442"/>
                <a:ext cx="325440" cy="198000"/>
              </p14:xfrm>
            </p:contentPart>
          </mc:Choice>
          <mc:Fallback>
            <p:pic>
              <p:nvPicPr>
                <p:cNvPr id="73" name="Ink 72">
                  <a:extLst>
                    <a:ext uri="{FF2B5EF4-FFF2-40B4-BE49-F238E27FC236}">
                      <a16:creationId xmlns:a16="http://schemas.microsoft.com/office/drawing/2014/main" id="{491FE25F-CF8A-24BF-36C9-2B13DC67F3F0}"/>
                    </a:ext>
                  </a:extLst>
                </p:cNvPr>
                <p:cNvPicPr/>
                <p:nvPr/>
              </p:nvPicPr>
              <p:blipFill>
                <a:blip r:embed="rId125"/>
                <a:stretch>
                  <a:fillRect/>
                </a:stretch>
              </p:blipFill>
              <p:spPr>
                <a:xfrm>
                  <a:off x="2345144" y="3026442"/>
                  <a:ext cx="3430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662E2C92-09D7-9323-594B-5F2252FC3E95}"/>
                    </a:ext>
                  </a:extLst>
                </p14:cNvPr>
                <p14:cNvContentPartPr/>
                <p14:nvPr/>
              </p14:nvContentPartPr>
              <p14:xfrm>
                <a:off x="2723144" y="3010242"/>
                <a:ext cx="744480" cy="344880"/>
              </p14:xfrm>
            </p:contentPart>
          </mc:Choice>
          <mc:Fallback>
            <p:pic>
              <p:nvPicPr>
                <p:cNvPr id="74" name="Ink 73">
                  <a:extLst>
                    <a:ext uri="{FF2B5EF4-FFF2-40B4-BE49-F238E27FC236}">
                      <a16:creationId xmlns:a16="http://schemas.microsoft.com/office/drawing/2014/main" id="{662E2C92-09D7-9323-594B-5F2252FC3E95}"/>
                    </a:ext>
                  </a:extLst>
                </p:cNvPr>
                <p:cNvPicPr/>
                <p:nvPr/>
              </p:nvPicPr>
              <p:blipFill>
                <a:blip r:embed="rId127"/>
                <a:stretch>
                  <a:fillRect/>
                </a:stretch>
              </p:blipFill>
              <p:spPr>
                <a:xfrm>
                  <a:off x="2714144" y="3001242"/>
                  <a:ext cx="76212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5" name="Ink 74">
                  <a:extLst>
                    <a:ext uri="{FF2B5EF4-FFF2-40B4-BE49-F238E27FC236}">
                      <a16:creationId xmlns:a16="http://schemas.microsoft.com/office/drawing/2014/main" id="{485702DB-814A-028A-F171-F89E1D3412FE}"/>
                    </a:ext>
                  </a:extLst>
                </p14:cNvPr>
                <p14:cNvContentPartPr/>
                <p14:nvPr/>
              </p14:nvContentPartPr>
              <p14:xfrm>
                <a:off x="3552944" y="2962002"/>
                <a:ext cx="109800" cy="166680"/>
              </p14:xfrm>
            </p:contentPart>
          </mc:Choice>
          <mc:Fallback>
            <p:pic>
              <p:nvPicPr>
                <p:cNvPr id="75" name="Ink 74">
                  <a:extLst>
                    <a:ext uri="{FF2B5EF4-FFF2-40B4-BE49-F238E27FC236}">
                      <a16:creationId xmlns:a16="http://schemas.microsoft.com/office/drawing/2014/main" id="{485702DB-814A-028A-F171-F89E1D3412FE}"/>
                    </a:ext>
                  </a:extLst>
                </p:cNvPr>
                <p:cNvPicPr/>
                <p:nvPr/>
              </p:nvPicPr>
              <p:blipFill>
                <a:blip r:embed="rId129"/>
                <a:stretch>
                  <a:fillRect/>
                </a:stretch>
              </p:blipFill>
              <p:spPr>
                <a:xfrm>
                  <a:off x="3543944" y="2953362"/>
                  <a:ext cx="1274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6" name="Ink 75">
                  <a:extLst>
                    <a:ext uri="{FF2B5EF4-FFF2-40B4-BE49-F238E27FC236}">
                      <a16:creationId xmlns:a16="http://schemas.microsoft.com/office/drawing/2014/main" id="{52AFC1AB-1A85-59F8-FBDF-5DFA8AD1F4EB}"/>
                    </a:ext>
                  </a:extLst>
                </p14:cNvPr>
                <p14:cNvContentPartPr/>
                <p14:nvPr/>
              </p14:nvContentPartPr>
              <p14:xfrm>
                <a:off x="3744464" y="2953362"/>
                <a:ext cx="93600" cy="234360"/>
              </p14:xfrm>
            </p:contentPart>
          </mc:Choice>
          <mc:Fallback>
            <p:pic>
              <p:nvPicPr>
                <p:cNvPr id="76" name="Ink 75">
                  <a:extLst>
                    <a:ext uri="{FF2B5EF4-FFF2-40B4-BE49-F238E27FC236}">
                      <a16:creationId xmlns:a16="http://schemas.microsoft.com/office/drawing/2014/main" id="{52AFC1AB-1A85-59F8-FBDF-5DFA8AD1F4EB}"/>
                    </a:ext>
                  </a:extLst>
                </p:cNvPr>
                <p:cNvPicPr/>
                <p:nvPr/>
              </p:nvPicPr>
              <p:blipFill>
                <a:blip r:embed="rId131"/>
                <a:stretch>
                  <a:fillRect/>
                </a:stretch>
              </p:blipFill>
              <p:spPr>
                <a:xfrm>
                  <a:off x="3735824" y="2944722"/>
                  <a:ext cx="1112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9AB0A27F-9F8F-4C51-C6E6-BAEA60ADB0AD}"/>
                    </a:ext>
                  </a:extLst>
                </p14:cNvPr>
                <p14:cNvContentPartPr/>
                <p14:nvPr/>
              </p14:nvContentPartPr>
              <p14:xfrm>
                <a:off x="3935624" y="3111402"/>
                <a:ext cx="21600" cy="2880"/>
              </p14:xfrm>
            </p:contentPart>
          </mc:Choice>
          <mc:Fallback>
            <p:pic>
              <p:nvPicPr>
                <p:cNvPr id="77" name="Ink 76">
                  <a:extLst>
                    <a:ext uri="{FF2B5EF4-FFF2-40B4-BE49-F238E27FC236}">
                      <a16:creationId xmlns:a16="http://schemas.microsoft.com/office/drawing/2014/main" id="{9AB0A27F-9F8F-4C51-C6E6-BAEA60ADB0AD}"/>
                    </a:ext>
                  </a:extLst>
                </p:cNvPr>
                <p:cNvPicPr/>
                <p:nvPr/>
              </p:nvPicPr>
              <p:blipFill>
                <a:blip r:embed="rId133"/>
                <a:stretch>
                  <a:fillRect/>
                </a:stretch>
              </p:blipFill>
              <p:spPr>
                <a:xfrm>
                  <a:off x="3926984" y="3102402"/>
                  <a:ext cx="392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F2E58950-AB6F-F916-59A8-E25CB601F283}"/>
                    </a:ext>
                  </a:extLst>
                </p14:cNvPr>
                <p14:cNvContentPartPr/>
                <p14:nvPr/>
              </p14:nvContentPartPr>
              <p14:xfrm>
                <a:off x="814784" y="1888842"/>
                <a:ext cx="130320" cy="508320"/>
              </p14:xfrm>
            </p:contentPart>
          </mc:Choice>
          <mc:Fallback>
            <p:pic>
              <p:nvPicPr>
                <p:cNvPr id="81" name="Ink 80">
                  <a:extLst>
                    <a:ext uri="{FF2B5EF4-FFF2-40B4-BE49-F238E27FC236}">
                      <a16:creationId xmlns:a16="http://schemas.microsoft.com/office/drawing/2014/main" id="{F2E58950-AB6F-F916-59A8-E25CB601F283}"/>
                    </a:ext>
                  </a:extLst>
                </p:cNvPr>
                <p:cNvPicPr/>
                <p:nvPr/>
              </p:nvPicPr>
              <p:blipFill>
                <a:blip r:embed="rId135"/>
                <a:stretch>
                  <a:fillRect/>
                </a:stretch>
              </p:blipFill>
              <p:spPr>
                <a:xfrm>
                  <a:off x="806144" y="1879842"/>
                  <a:ext cx="147960" cy="5259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3D7265D5-10CB-5873-E9B7-AF50585BF1CA}"/>
                    </a:ext>
                  </a:extLst>
                </p14:cNvPr>
                <p14:cNvContentPartPr/>
                <p14:nvPr/>
              </p14:nvContentPartPr>
              <p14:xfrm>
                <a:off x="1006304" y="2166762"/>
                <a:ext cx="239040" cy="304200"/>
              </p14:xfrm>
            </p:contentPart>
          </mc:Choice>
          <mc:Fallback>
            <p:pic>
              <p:nvPicPr>
                <p:cNvPr id="82" name="Ink 81">
                  <a:extLst>
                    <a:ext uri="{FF2B5EF4-FFF2-40B4-BE49-F238E27FC236}">
                      <a16:creationId xmlns:a16="http://schemas.microsoft.com/office/drawing/2014/main" id="{3D7265D5-10CB-5873-E9B7-AF50585BF1CA}"/>
                    </a:ext>
                  </a:extLst>
                </p:cNvPr>
                <p:cNvPicPr/>
                <p:nvPr/>
              </p:nvPicPr>
              <p:blipFill>
                <a:blip r:embed="rId137"/>
                <a:stretch>
                  <a:fillRect/>
                </a:stretch>
              </p:blipFill>
              <p:spPr>
                <a:xfrm>
                  <a:off x="997664" y="2157762"/>
                  <a:ext cx="25668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848B907E-B938-ED26-5E3F-349FCA7B1A4D}"/>
                    </a:ext>
                  </a:extLst>
                </p14:cNvPr>
                <p14:cNvContentPartPr/>
                <p14:nvPr/>
              </p14:nvContentPartPr>
              <p14:xfrm>
                <a:off x="1279904" y="2194842"/>
                <a:ext cx="217800" cy="424440"/>
              </p14:xfrm>
            </p:contentPart>
          </mc:Choice>
          <mc:Fallback>
            <p:pic>
              <p:nvPicPr>
                <p:cNvPr id="83" name="Ink 82">
                  <a:extLst>
                    <a:ext uri="{FF2B5EF4-FFF2-40B4-BE49-F238E27FC236}">
                      <a16:creationId xmlns:a16="http://schemas.microsoft.com/office/drawing/2014/main" id="{848B907E-B938-ED26-5E3F-349FCA7B1A4D}"/>
                    </a:ext>
                  </a:extLst>
                </p:cNvPr>
                <p:cNvPicPr/>
                <p:nvPr/>
              </p:nvPicPr>
              <p:blipFill>
                <a:blip r:embed="rId139"/>
                <a:stretch>
                  <a:fillRect/>
                </a:stretch>
              </p:blipFill>
              <p:spPr>
                <a:xfrm>
                  <a:off x="1270904" y="2186202"/>
                  <a:ext cx="235440" cy="442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4" name="Ink 83">
                  <a:extLst>
                    <a:ext uri="{FF2B5EF4-FFF2-40B4-BE49-F238E27FC236}">
                      <a16:creationId xmlns:a16="http://schemas.microsoft.com/office/drawing/2014/main" id="{24E61BCD-BC75-D824-CB8E-665158ACC0A1}"/>
                    </a:ext>
                  </a:extLst>
                </p14:cNvPr>
                <p14:cNvContentPartPr/>
                <p14:nvPr/>
              </p14:nvContentPartPr>
              <p14:xfrm>
                <a:off x="1524344" y="2172522"/>
                <a:ext cx="150480" cy="141480"/>
              </p14:xfrm>
            </p:contentPart>
          </mc:Choice>
          <mc:Fallback>
            <p:pic>
              <p:nvPicPr>
                <p:cNvPr id="84" name="Ink 83">
                  <a:extLst>
                    <a:ext uri="{FF2B5EF4-FFF2-40B4-BE49-F238E27FC236}">
                      <a16:creationId xmlns:a16="http://schemas.microsoft.com/office/drawing/2014/main" id="{24E61BCD-BC75-D824-CB8E-665158ACC0A1}"/>
                    </a:ext>
                  </a:extLst>
                </p:cNvPr>
                <p:cNvPicPr/>
                <p:nvPr/>
              </p:nvPicPr>
              <p:blipFill>
                <a:blip r:embed="rId141"/>
                <a:stretch>
                  <a:fillRect/>
                </a:stretch>
              </p:blipFill>
              <p:spPr>
                <a:xfrm>
                  <a:off x="1515704" y="2163882"/>
                  <a:ext cx="16812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5" name="Ink 84">
                  <a:extLst>
                    <a:ext uri="{FF2B5EF4-FFF2-40B4-BE49-F238E27FC236}">
                      <a16:creationId xmlns:a16="http://schemas.microsoft.com/office/drawing/2014/main" id="{F8ABD7A6-51E7-EAB9-D4CF-F9007E64CD22}"/>
                    </a:ext>
                  </a:extLst>
                </p14:cNvPr>
                <p14:cNvContentPartPr/>
                <p14:nvPr/>
              </p14:nvContentPartPr>
              <p14:xfrm>
                <a:off x="1789304" y="2146602"/>
                <a:ext cx="277920" cy="309960"/>
              </p14:xfrm>
            </p:contentPart>
          </mc:Choice>
          <mc:Fallback>
            <p:pic>
              <p:nvPicPr>
                <p:cNvPr id="85" name="Ink 84">
                  <a:extLst>
                    <a:ext uri="{FF2B5EF4-FFF2-40B4-BE49-F238E27FC236}">
                      <a16:creationId xmlns:a16="http://schemas.microsoft.com/office/drawing/2014/main" id="{F8ABD7A6-51E7-EAB9-D4CF-F9007E64CD22}"/>
                    </a:ext>
                  </a:extLst>
                </p:cNvPr>
                <p:cNvPicPr/>
                <p:nvPr/>
              </p:nvPicPr>
              <p:blipFill>
                <a:blip r:embed="rId143"/>
                <a:stretch>
                  <a:fillRect/>
                </a:stretch>
              </p:blipFill>
              <p:spPr>
                <a:xfrm>
                  <a:off x="1780664" y="2137602"/>
                  <a:ext cx="29556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6" name="Ink 85">
                  <a:extLst>
                    <a:ext uri="{FF2B5EF4-FFF2-40B4-BE49-F238E27FC236}">
                      <a16:creationId xmlns:a16="http://schemas.microsoft.com/office/drawing/2014/main" id="{E899AD77-AC62-913D-9100-E4A5450DDCC8}"/>
                    </a:ext>
                  </a:extLst>
                </p14:cNvPr>
                <p14:cNvContentPartPr/>
                <p14:nvPr/>
              </p14:nvContentPartPr>
              <p14:xfrm>
                <a:off x="2225984" y="2162082"/>
                <a:ext cx="191160" cy="31320"/>
              </p14:xfrm>
            </p:contentPart>
          </mc:Choice>
          <mc:Fallback>
            <p:pic>
              <p:nvPicPr>
                <p:cNvPr id="86" name="Ink 85">
                  <a:extLst>
                    <a:ext uri="{FF2B5EF4-FFF2-40B4-BE49-F238E27FC236}">
                      <a16:creationId xmlns:a16="http://schemas.microsoft.com/office/drawing/2014/main" id="{E899AD77-AC62-913D-9100-E4A5450DDCC8}"/>
                    </a:ext>
                  </a:extLst>
                </p:cNvPr>
                <p:cNvPicPr/>
                <p:nvPr/>
              </p:nvPicPr>
              <p:blipFill>
                <a:blip r:embed="rId145"/>
                <a:stretch>
                  <a:fillRect/>
                </a:stretch>
              </p:blipFill>
              <p:spPr>
                <a:xfrm>
                  <a:off x="2217344" y="2153082"/>
                  <a:ext cx="2088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7" name="Ink 86">
                  <a:extLst>
                    <a:ext uri="{FF2B5EF4-FFF2-40B4-BE49-F238E27FC236}">
                      <a16:creationId xmlns:a16="http://schemas.microsoft.com/office/drawing/2014/main" id="{A1940FC7-E500-9BCE-534E-9E2BBBD753D9}"/>
                    </a:ext>
                  </a:extLst>
                </p14:cNvPr>
                <p14:cNvContentPartPr/>
                <p14:nvPr/>
              </p14:nvContentPartPr>
              <p14:xfrm>
                <a:off x="2298344" y="2068842"/>
                <a:ext cx="141840" cy="156240"/>
              </p14:xfrm>
            </p:contentPart>
          </mc:Choice>
          <mc:Fallback>
            <p:pic>
              <p:nvPicPr>
                <p:cNvPr id="87" name="Ink 86">
                  <a:extLst>
                    <a:ext uri="{FF2B5EF4-FFF2-40B4-BE49-F238E27FC236}">
                      <a16:creationId xmlns:a16="http://schemas.microsoft.com/office/drawing/2014/main" id="{A1940FC7-E500-9BCE-534E-9E2BBBD753D9}"/>
                    </a:ext>
                  </a:extLst>
                </p:cNvPr>
                <p:cNvPicPr/>
                <p:nvPr/>
              </p:nvPicPr>
              <p:blipFill>
                <a:blip r:embed="rId147"/>
                <a:stretch>
                  <a:fillRect/>
                </a:stretch>
              </p:blipFill>
              <p:spPr>
                <a:xfrm>
                  <a:off x="2289704" y="2060202"/>
                  <a:ext cx="1594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8" name="Ink 87">
                  <a:extLst>
                    <a:ext uri="{FF2B5EF4-FFF2-40B4-BE49-F238E27FC236}">
                      <a16:creationId xmlns:a16="http://schemas.microsoft.com/office/drawing/2014/main" id="{4FCBE44C-A6E3-E168-50F4-B3CFE7ECEA1B}"/>
                    </a:ext>
                  </a:extLst>
                </p14:cNvPr>
                <p14:cNvContentPartPr/>
                <p14:nvPr/>
              </p14:nvContentPartPr>
              <p14:xfrm>
                <a:off x="2537384" y="1952562"/>
                <a:ext cx="180360" cy="252000"/>
              </p14:xfrm>
            </p:contentPart>
          </mc:Choice>
          <mc:Fallback>
            <p:pic>
              <p:nvPicPr>
                <p:cNvPr id="88" name="Ink 87">
                  <a:extLst>
                    <a:ext uri="{FF2B5EF4-FFF2-40B4-BE49-F238E27FC236}">
                      <a16:creationId xmlns:a16="http://schemas.microsoft.com/office/drawing/2014/main" id="{4FCBE44C-A6E3-E168-50F4-B3CFE7ECEA1B}"/>
                    </a:ext>
                  </a:extLst>
                </p:cNvPr>
                <p:cNvPicPr/>
                <p:nvPr/>
              </p:nvPicPr>
              <p:blipFill>
                <a:blip r:embed="rId149"/>
                <a:stretch>
                  <a:fillRect/>
                </a:stretch>
              </p:blipFill>
              <p:spPr>
                <a:xfrm>
                  <a:off x="2528384" y="1943922"/>
                  <a:ext cx="19800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9" name="Ink 88">
                  <a:extLst>
                    <a:ext uri="{FF2B5EF4-FFF2-40B4-BE49-F238E27FC236}">
                      <a16:creationId xmlns:a16="http://schemas.microsoft.com/office/drawing/2014/main" id="{EE8A26A9-C485-5ADB-66E0-642551E33F90}"/>
                    </a:ext>
                  </a:extLst>
                </p14:cNvPr>
                <p14:cNvContentPartPr/>
                <p14:nvPr/>
              </p14:nvContentPartPr>
              <p14:xfrm>
                <a:off x="2749424" y="2002242"/>
                <a:ext cx="125640" cy="180720"/>
              </p14:xfrm>
            </p:contentPart>
          </mc:Choice>
          <mc:Fallback>
            <p:pic>
              <p:nvPicPr>
                <p:cNvPr id="89" name="Ink 88">
                  <a:extLst>
                    <a:ext uri="{FF2B5EF4-FFF2-40B4-BE49-F238E27FC236}">
                      <a16:creationId xmlns:a16="http://schemas.microsoft.com/office/drawing/2014/main" id="{EE8A26A9-C485-5ADB-66E0-642551E33F90}"/>
                    </a:ext>
                  </a:extLst>
                </p:cNvPr>
                <p:cNvPicPr/>
                <p:nvPr/>
              </p:nvPicPr>
              <p:blipFill>
                <a:blip r:embed="rId151"/>
                <a:stretch>
                  <a:fillRect/>
                </a:stretch>
              </p:blipFill>
              <p:spPr>
                <a:xfrm>
                  <a:off x="2740424" y="1993602"/>
                  <a:ext cx="14328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0" name="Ink 89">
                  <a:extLst>
                    <a:ext uri="{FF2B5EF4-FFF2-40B4-BE49-F238E27FC236}">
                      <a16:creationId xmlns:a16="http://schemas.microsoft.com/office/drawing/2014/main" id="{32B64236-31DE-FB20-736A-844F39674013}"/>
                    </a:ext>
                  </a:extLst>
                </p14:cNvPr>
                <p14:cNvContentPartPr/>
                <p14:nvPr/>
              </p14:nvContentPartPr>
              <p14:xfrm>
                <a:off x="2742944" y="1974882"/>
                <a:ext cx="252360" cy="214560"/>
              </p14:xfrm>
            </p:contentPart>
          </mc:Choice>
          <mc:Fallback>
            <p:pic>
              <p:nvPicPr>
                <p:cNvPr id="90" name="Ink 89">
                  <a:extLst>
                    <a:ext uri="{FF2B5EF4-FFF2-40B4-BE49-F238E27FC236}">
                      <a16:creationId xmlns:a16="http://schemas.microsoft.com/office/drawing/2014/main" id="{32B64236-31DE-FB20-736A-844F39674013}"/>
                    </a:ext>
                  </a:extLst>
                </p:cNvPr>
                <p:cNvPicPr/>
                <p:nvPr/>
              </p:nvPicPr>
              <p:blipFill>
                <a:blip r:embed="rId153"/>
                <a:stretch>
                  <a:fillRect/>
                </a:stretch>
              </p:blipFill>
              <p:spPr>
                <a:xfrm>
                  <a:off x="2734304" y="1965882"/>
                  <a:ext cx="27000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1" name="Ink 90">
                  <a:extLst>
                    <a:ext uri="{FF2B5EF4-FFF2-40B4-BE49-F238E27FC236}">
                      <a16:creationId xmlns:a16="http://schemas.microsoft.com/office/drawing/2014/main" id="{55C56A1C-5496-DA1A-F43F-D22126915883}"/>
                    </a:ext>
                  </a:extLst>
                </p14:cNvPr>
                <p14:cNvContentPartPr/>
                <p14:nvPr/>
              </p14:nvContentPartPr>
              <p14:xfrm>
                <a:off x="3034544" y="2014122"/>
                <a:ext cx="64440" cy="186840"/>
              </p14:xfrm>
            </p:contentPart>
          </mc:Choice>
          <mc:Fallback>
            <p:pic>
              <p:nvPicPr>
                <p:cNvPr id="91" name="Ink 90">
                  <a:extLst>
                    <a:ext uri="{FF2B5EF4-FFF2-40B4-BE49-F238E27FC236}">
                      <a16:creationId xmlns:a16="http://schemas.microsoft.com/office/drawing/2014/main" id="{55C56A1C-5496-DA1A-F43F-D22126915883}"/>
                    </a:ext>
                  </a:extLst>
                </p:cNvPr>
                <p:cNvPicPr/>
                <p:nvPr/>
              </p:nvPicPr>
              <p:blipFill>
                <a:blip r:embed="rId155"/>
                <a:stretch>
                  <a:fillRect/>
                </a:stretch>
              </p:blipFill>
              <p:spPr>
                <a:xfrm>
                  <a:off x="3025904" y="2005122"/>
                  <a:ext cx="820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2" name="Ink 91">
                  <a:extLst>
                    <a:ext uri="{FF2B5EF4-FFF2-40B4-BE49-F238E27FC236}">
                      <a16:creationId xmlns:a16="http://schemas.microsoft.com/office/drawing/2014/main" id="{AB99C223-F66A-730B-43CF-4F1DF9ED024F}"/>
                    </a:ext>
                  </a:extLst>
                </p14:cNvPr>
                <p14:cNvContentPartPr/>
                <p14:nvPr/>
              </p14:nvContentPartPr>
              <p14:xfrm>
                <a:off x="2372864" y="2360802"/>
                <a:ext cx="280080" cy="541440"/>
              </p14:xfrm>
            </p:contentPart>
          </mc:Choice>
          <mc:Fallback>
            <p:pic>
              <p:nvPicPr>
                <p:cNvPr id="92" name="Ink 91">
                  <a:extLst>
                    <a:ext uri="{FF2B5EF4-FFF2-40B4-BE49-F238E27FC236}">
                      <a16:creationId xmlns:a16="http://schemas.microsoft.com/office/drawing/2014/main" id="{AB99C223-F66A-730B-43CF-4F1DF9ED024F}"/>
                    </a:ext>
                  </a:extLst>
                </p:cNvPr>
                <p:cNvPicPr/>
                <p:nvPr/>
              </p:nvPicPr>
              <p:blipFill>
                <a:blip r:embed="rId157"/>
                <a:stretch>
                  <a:fillRect/>
                </a:stretch>
              </p:blipFill>
              <p:spPr>
                <a:xfrm>
                  <a:off x="2363864" y="2351802"/>
                  <a:ext cx="297720" cy="5590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3" name="Ink 92">
                  <a:extLst>
                    <a:ext uri="{FF2B5EF4-FFF2-40B4-BE49-F238E27FC236}">
                      <a16:creationId xmlns:a16="http://schemas.microsoft.com/office/drawing/2014/main" id="{A2D5D31A-20CC-F800-65AF-9225D2D4DA9D}"/>
                    </a:ext>
                  </a:extLst>
                </p14:cNvPr>
                <p14:cNvContentPartPr/>
                <p14:nvPr/>
              </p14:nvContentPartPr>
              <p14:xfrm>
                <a:off x="2550704" y="2821602"/>
                <a:ext cx="165960" cy="73440"/>
              </p14:xfrm>
            </p:contentPart>
          </mc:Choice>
          <mc:Fallback>
            <p:pic>
              <p:nvPicPr>
                <p:cNvPr id="93" name="Ink 92">
                  <a:extLst>
                    <a:ext uri="{FF2B5EF4-FFF2-40B4-BE49-F238E27FC236}">
                      <a16:creationId xmlns:a16="http://schemas.microsoft.com/office/drawing/2014/main" id="{A2D5D31A-20CC-F800-65AF-9225D2D4DA9D}"/>
                    </a:ext>
                  </a:extLst>
                </p:cNvPr>
                <p:cNvPicPr/>
                <p:nvPr/>
              </p:nvPicPr>
              <p:blipFill>
                <a:blip r:embed="rId159"/>
                <a:stretch>
                  <a:fillRect/>
                </a:stretch>
              </p:blipFill>
              <p:spPr>
                <a:xfrm>
                  <a:off x="2541704" y="2812962"/>
                  <a:ext cx="1836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6" name="Ink 95">
                  <a:extLst>
                    <a:ext uri="{FF2B5EF4-FFF2-40B4-BE49-F238E27FC236}">
                      <a16:creationId xmlns:a16="http://schemas.microsoft.com/office/drawing/2014/main" id="{D7D8A043-990F-468E-B937-136F799F3F2E}"/>
                    </a:ext>
                  </a:extLst>
                </p14:cNvPr>
                <p14:cNvContentPartPr/>
                <p14:nvPr/>
              </p14:nvContentPartPr>
              <p14:xfrm>
                <a:off x="2723144" y="2634042"/>
                <a:ext cx="5153040" cy="1584000"/>
              </p14:xfrm>
            </p:contentPart>
          </mc:Choice>
          <mc:Fallback>
            <p:pic>
              <p:nvPicPr>
                <p:cNvPr id="96" name="Ink 95">
                  <a:extLst>
                    <a:ext uri="{FF2B5EF4-FFF2-40B4-BE49-F238E27FC236}">
                      <a16:creationId xmlns:a16="http://schemas.microsoft.com/office/drawing/2014/main" id="{D7D8A043-990F-468E-B937-136F799F3F2E}"/>
                    </a:ext>
                  </a:extLst>
                </p:cNvPr>
                <p:cNvPicPr/>
                <p:nvPr/>
              </p:nvPicPr>
              <p:blipFill>
                <a:blip r:embed="rId161"/>
                <a:stretch>
                  <a:fillRect/>
                </a:stretch>
              </p:blipFill>
              <p:spPr>
                <a:xfrm>
                  <a:off x="2714144" y="2625402"/>
                  <a:ext cx="5170680" cy="16016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7" name="Ink 96">
                  <a:extLst>
                    <a:ext uri="{FF2B5EF4-FFF2-40B4-BE49-F238E27FC236}">
                      <a16:creationId xmlns:a16="http://schemas.microsoft.com/office/drawing/2014/main" id="{E951C19B-FBA4-2BB1-DF7D-17E05CF4EA93}"/>
                    </a:ext>
                  </a:extLst>
                </p14:cNvPr>
                <p14:cNvContentPartPr/>
                <p14:nvPr/>
              </p14:nvContentPartPr>
              <p14:xfrm>
                <a:off x="7677464" y="2549802"/>
                <a:ext cx="80640" cy="178200"/>
              </p14:xfrm>
            </p:contentPart>
          </mc:Choice>
          <mc:Fallback>
            <p:pic>
              <p:nvPicPr>
                <p:cNvPr id="97" name="Ink 96">
                  <a:extLst>
                    <a:ext uri="{FF2B5EF4-FFF2-40B4-BE49-F238E27FC236}">
                      <a16:creationId xmlns:a16="http://schemas.microsoft.com/office/drawing/2014/main" id="{E951C19B-FBA4-2BB1-DF7D-17E05CF4EA93}"/>
                    </a:ext>
                  </a:extLst>
                </p:cNvPr>
                <p:cNvPicPr/>
                <p:nvPr/>
              </p:nvPicPr>
              <p:blipFill>
                <a:blip r:embed="rId163"/>
                <a:stretch>
                  <a:fillRect/>
                </a:stretch>
              </p:blipFill>
              <p:spPr>
                <a:xfrm>
                  <a:off x="7668824" y="2540802"/>
                  <a:ext cx="9828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8" name="Ink 97">
                  <a:extLst>
                    <a:ext uri="{FF2B5EF4-FFF2-40B4-BE49-F238E27FC236}">
                      <a16:creationId xmlns:a16="http://schemas.microsoft.com/office/drawing/2014/main" id="{2A7B2F2C-CBB6-AE0A-0228-A44CDD0747CB}"/>
                    </a:ext>
                  </a:extLst>
                </p14:cNvPr>
                <p14:cNvContentPartPr/>
                <p14:nvPr/>
              </p14:nvContentPartPr>
              <p14:xfrm>
                <a:off x="7827944" y="2520642"/>
                <a:ext cx="204120" cy="271080"/>
              </p14:xfrm>
            </p:contentPart>
          </mc:Choice>
          <mc:Fallback>
            <p:pic>
              <p:nvPicPr>
                <p:cNvPr id="98" name="Ink 97">
                  <a:extLst>
                    <a:ext uri="{FF2B5EF4-FFF2-40B4-BE49-F238E27FC236}">
                      <a16:creationId xmlns:a16="http://schemas.microsoft.com/office/drawing/2014/main" id="{2A7B2F2C-CBB6-AE0A-0228-A44CDD0747CB}"/>
                    </a:ext>
                  </a:extLst>
                </p:cNvPr>
                <p:cNvPicPr/>
                <p:nvPr/>
              </p:nvPicPr>
              <p:blipFill>
                <a:blip r:embed="rId165"/>
                <a:stretch>
                  <a:fillRect/>
                </a:stretch>
              </p:blipFill>
              <p:spPr>
                <a:xfrm>
                  <a:off x="7819304" y="2512002"/>
                  <a:ext cx="2217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35BCA6FF-4268-A431-5EF1-D88705075D3E}"/>
                    </a:ext>
                  </a:extLst>
                </p14:cNvPr>
                <p14:cNvContentPartPr/>
                <p14:nvPr/>
              </p14:nvContentPartPr>
              <p14:xfrm>
                <a:off x="9799664" y="1673562"/>
                <a:ext cx="1542960" cy="909360"/>
              </p14:xfrm>
            </p:contentPart>
          </mc:Choice>
          <mc:Fallback>
            <p:pic>
              <p:nvPicPr>
                <p:cNvPr id="100" name="Ink 99">
                  <a:extLst>
                    <a:ext uri="{FF2B5EF4-FFF2-40B4-BE49-F238E27FC236}">
                      <a16:creationId xmlns:a16="http://schemas.microsoft.com/office/drawing/2014/main" id="{35BCA6FF-4268-A431-5EF1-D88705075D3E}"/>
                    </a:ext>
                  </a:extLst>
                </p:cNvPr>
                <p:cNvPicPr/>
                <p:nvPr/>
              </p:nvPicPr>
              <p:blipFill>
                <a:blip r:embed="rId167"/>
                <a:stretch>
                  <a:fillRect/>
                </a:stretch>
              </p:blipFill>
              <p:spPr>
                <a:xfrm>
                  <a:off x="9791024" y="1664562"/>
                  <a:ext cx="1560600" cy="927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3D6060AE-EB02-612E-DFB1-2BBF45718D75}"/>
                    </a:ext>
                  </a:extLst>
                </p14:cNvPr>
                <p14:cNvContentPartPr/>
                <p14:nvPr/>
              </p14:nvContentPartPr>
              <p14:xfrm>
                <a:off x="11184944" y="2537922"/>
                <a:ext cx="285840" cy="112680"/>
              </p14:xfrm>
            </p:contentPart>
          </mc:Choice>
          <mc:Fallback>
            <p:pic>
              <p:nvPicPr>
                <p:cNvPr id="101" name="Ink 100">
                  <a:extLst>
                    <a:ext uri="{FF2B5EF4-FFF2-40B4-BE49-F238E27FC236}">
                      <a16:creationId xmlns:a16="http://schemas.microsoft.com/office/drawing/2014/main" id="{3D6060AE-EB02-612E-DFB1-2BBF45718D75}"/>
                    </a:ext>
                  </a:extLst>
                </p:cNvPr>
                <p:cNvPicPr/>
                <p:nvPr/>
              </p:nvPicPr>
              <p:blipFill>
                <a:blip r:embed="rId169"/>
                <a:stretch>
                  <a:fillRect/>
                </a:stretch>
              </p:blipFill>
              <p:spPr>
                <a:xfrm>
                  <a:off x="11175944" y="2528922"/>
                  <a:ext cx="30348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3" name="Ink 102">
                  <a:extLst>
                    <a:ext uri="{FF2B5EF4-FFF2-40B4-BE49-F238E27FC236}">
                      <a16:creationId xmlns:a16="http://schemas.microsoft.com/office/drawing/2014/main" id="{E304F381-A46C-E4C6-DF60-22612C01DC36}"/>
                    </a:ext>
                  </a:extLst>
                </p14:cNvPr>
                <p14:cNvContentPartPr/>
                <p14:nvPr/>
              </p14:nvContentPartPr>
              <p14:xfrm>
                <a:off x="537584" y="1704882"/>
                <a:ext cx="466200" cy="1950480"/>
              </p14:xfrm>
            </p:contentPart>
          </mc:Choice>
          <mc:Fallback>
            <p:pic>
              <p:nvPicPr>
                <p:cNvPr id="103" name="Ink 102">
                  <a:extLst>
                    <a:ext uri="{FF2B5EF4-FFF2-40B4-BE49-F238E27FC236}">
                      <a16:creationId xmlns:a16="http://schemas.microsoft.com/office/drawing/2014/main" id="{E304F381-A46C-E4C6-DF60-22612C01DC36}"/>
                    </a:ext>
                  </a:extLst>
                </p:cNvPr>
                <p:cNvPicPr/>
                <p:nvPr/>
              </p:nvPicPr>
              <p:blipFill>
                <a:blip r:embed="rId171"/>
                <a:stretch>
                  <a:fillRect/>
                </a:stretch>
              </p:blipFill>
              <p:spPr>
                <a:xfrm>
                  <a:off x="528584" y="1695882"/>
                  <a:ext cx="483840" cy="1968120"/>
                </a:xfrm>
                <a:prstGeom prst="rect">
                  <a:avLst/>
                </a:prstGeom>
              </p:spPr>
            </p:pic>
          </mc:Fallback>
        </mc:AlternateContent>
      </p:grpSp>
    </p:spTree>
    <p:extLst>
      <p:ext uri="{BB962C8B-B14F-4D97-AF65-F5344CB8AC3E}">
        <p14:creationId xmlns:p14="http://schemas.microsoft.com/office/powerpoint/2010/main" val="414030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7" name="Google Shape;1887;p106"/>
          <p:cNvSpPr txBox="1"/>
          <p:nvPr/>
        </p:nvSpPr>
        <p:spPr>
          <a:xfrm>
            <a:off x="224979" y="788088"/>
            <a:ext cx="11806237" cy="15696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Starring SAP ABAP on Cloud release 2208 SAP started direct support for attachments (PDF, Excel, Images, TXT, Word) including binary files. We must need to create a database table with </a:t>
            </a: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atleast</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following columns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Attachment (Data type: RAWSTRING length 0)</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Mimetype</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(Document type,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Filename (Document Name,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888" name="Google Shape;1888;p10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Attachments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91" name="Google Shape;1891;p106"/>
          <p:cNvSpPr/>
          <p:nvPr/>
        </p:nvSpPr>
        <p:spPr>
          <a:xfrm>
            <a:off x="1773932" y="2852936"/>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2" name="Google Shape;1892;p106"/>
          <p:cNvSpPr/>
          <p:nvPr/>
        </p:nvSpPr>
        <p:spPr>
          <a:xfrm>
            <a:off x="7894612" y="2832711"/>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Attachments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93" name="Google Shape;1893;p106"/>
          <p:cNvCxnSpPr>
            <a:stCxn id="1891" idx="3"/>
            <a:endCxn id="1892" idx="1"/>
          </p:cNvCxnSpPr>
          <p:nvPr/>
        </p:nvCxnSpPr>
        <p:spPr>
          <a:xfrm rot="10800000" flipH="1">
            <a:off x="4222204" y="3692499"/>
            <a:ext cx="3672300" cy="20100"/>
          </a:xfrm>
          <a:prstGeom prst="straightConnector1">
            <a:avLst/>
          </a:prstGeom>
          <a:noFill/>
          <a:ln w="9525" cap="flat" cmpd="sng">
            <a:solidFill>
              <a:schemeClr val="accent1"/>
            </a:solidFill>
            <a:prstDash val="solid"/>
            <a:miter lim="800000"/>
            <a:headEnd type="none" w="sm" len="sm"/>
            <a:tailEnd type="none" w="sm" len="sm"/>
          </a:ln>
        </p:spPr>
      </p:cxnSp>
      <p:sp>
        <p:nvSpPr>
          <p:cNvPr id="1894" name="Google Shape;1894;p106"/>
          <p:cNvSpPr txBox="1"/>
          <p:nvPr/>
        </p:nvSpPr>
        <p:spPr>
          <a:xfrm>
            <a:off x="4366220" y="3140968"/>
            <a:ext cx="3456384"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433835"/>
                </a:solidFill>
                <a:effectLst/>
                <a:uLnTx/>
                <a:uFillTx/>
                <a:latin typeface="Calibri"/>
                <a:ea typeface="Calibri"/>
                <a:cs typeface="Calibri"/>
                <a:sym typeface="Calibri"/>
              </a:rPr>
              <a:t>1		        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8" name="Ink 27">
                <a:extLst>
                  <a:ext uri="{FF2B5EF4-FFF2-40B4-BE49-F238E27FC236}">
                    <a16:creationId xmlns:a16="http://schemas.microsoft.com/office/drawing/2014/main" id="{02C887CB-F4C9-F65E-DD03-560E87EF90E2}"/>
                  </a:ext>
                </a:extLst>
              </p14:cNvPr>
              <p14:cNvContentPartPr/>
              <p14:nvPr/>
            </p14:nvContentPartPr>
            <p14:xfrm>
              <a:off x="3816824" y="755922"/>
              <a:ext cx="83520" cy="59760"/>
            </p14:xfrm>
          </p:contentPart>
        </mc:Choice>
        <mc:Fallback>
          <p:pic>
            <p:nvPicPr>
              <p:cNvPr id="28" name="Ink 27">
                <a:extLst>
                  <a:ext uri="{FF2B5EF4-FFF2-40B4-BE49-F238E27FC236}">
                    <a16:creationId xmlns:a16="http://schemas.microsoft.com/office/drawing/2014/main" id="{02C887CB-F4C9-F65E-DD03-560E87EF90E2}"/>
                  </a:ext>
                </a:extLst>
              </p:cNvPr>
              <p:cNvPicPr/>
              <p:nvPr/>
            </p:nvPicPr>
            <p:blipFill>
              <a:blip r:embed="rId3"/>
              <a:stretch>
                <a:fillRect/>
              </a:stretch>
            </p:blipFill>
            <p:spPr>
              <a:xfrm>
                <a:off x="3807824" y="747282"/>
                <a:ext cx="101160" cy="77400"/>
              </a:xfrm>
              <a:prstGeom prst="rect">
                <a:avLst/>
              </a:prstGeom>
            </p:spPr>
          </p:pic>
        </mc:Fallback>
      </mc:AlternateContent>
      <p:grpSp>
        <p:nvGrpSpPr>
          <p:cNvPr id="125" name="Group 124">
            <a:extLst>
              <a:ext uri="{FF2B5EF4-FFF2-40B4-BE49-F238E27FC236}">
                <a16:creationId xmlns:a16="http://schemas.microsoft.com/office/drawing/2014/main" id="{1A5C859B-8A8E-B16A-CA30-963471609471}"/>
              </a:ext>
            </a:extLst>
          </p:cNvPr>
          <p:cNvGrpSpPr/>
          <p:nvPr/>
        </p:nvGrpSpPr>
        <p:grpSpPr>
          <a:xfrm>
            <a:off x="784904" y="84882"/>
            <a:ext cx="11056680" cy="3295080"/>
            <a:chOff x="784904" y="84882"/>
            <a:chExt cx="11056680" cy="329508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33BA97F-9487-F9AA-9AE1-65BA0F438EC8}"/>
                    </a:ext>
                  </a:extLst>
                </p14:cNvPr>
                <p14:cNvContentPartPr/>
                <p14:nvPr/>
              </p14:nvContentPartPr>
              <p14:xfrm>
                <a:off x="806864" y="523722"/>
                <a:ext cx="3350160" cy="1953720"/>
              </p14:xfrm>
            </p:contentPart>
          </mc:Choice>
          <mc:Fallback>
            <p:pic>
              <p:nvPicPr>
                <p:cNvPr id="4" name="Ink 3">
                  <a:extLst>
                    <a:ext uri="{FF2B5EF4-FFF2-40B4-BE49-F238E27FC236}">
                      <a16:creationId xmlns:a16="http://schemas.microsoft.com/office/drawing/2014/main" id="{433BA97F-9487-F9AA-9AE1-65BA0F438EC8}"/>
                    </a:ext>
                  </a:extLst>
                </p:cNvPr>
                <p:cNvPicPr/>
                <p:nvPr/>
              </p:nvPicPr>
              <p:blipFill>
                <a:blip r:embed="rId5"/>
                <a:stretch>
                  <a:fillRect/>
                </a:stretch>
              </p:blipFill>
              <p:spPr>
                <a:xfrm>
                  <a:off x="797864" y="515082"/>
                  <a:ext cx="3367800" cy="1971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CC235A3-49BB-A502-2289-6DEFC8065567}"/>
                    </a:ext>
                  </a:extLst>
                </p14:cNvPr>
                <p14:cNvContentPartPr/>
                <p14:nvPr/>
              </p14:nvContentPartPr>
              <p14:xfrm>
                <a:off x="1781744" y="615882"/>
                <a:ext cx="46440" cy="1942560"/>
              </p14:xfrm>
            </p:contentPart>
          </mc:Choice>
          <mc:Fallback>
            <p:pic>
              <p:nvPicPr>
                <p:cNvPr id="5" name="Ink 4">
                  <a:extLst>
                    <a:ext uri="{FF2B5EF4-FFF2-40B4-BE49-F238E27FC236}">
                      <a16:creationId xmlns:a16="http://schemas.microsoft.com/office/drawing/2014/main" id="{2CC235A3-49BB-A502-2289-6DEFC8065567}"/>
                    </a:ext>
                  </a:extLst>
                </p:cNvPr>
                <p:cNvPicPr/>
                <p:nvPr/>
              </p:nvPicPr>
              <p:blipFill>
                <a:blip r:embed="rId7"/>
                <a:stretch>
                  <a:fillRect/>
                </a:stretch>
              </p:blipFill>
              <p:spPr>
                <a:xfrm>
                  <a:off x="1772744" y="607242"/>
                  <a:ext cx="64080" cy="1960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E8D2085B-C878-9D51-F9E7-A74BD2987513}"/>
                    </a:ext>
                  </a:extLst>
                </p14:cNvPr>
                <p14:cNvContentPartPr/>
                <p14:nvPr/>
              </p14:nvContentPartPr>
              <p14:xfrm>
                <a:off x="893984" y="926562"/>
                <a:ext cx="3311640" cy="74160"/>
              </p14:xfrm>
            </p:contentPart>
          </mc:Choice>
          <mc:Fallback>
            <p:pic>
              <p:nvPicPr>
                <p:cNvPr id="6" name="Ink 5">
                  <a:extLst>
                    <a:ext uri="{FF2B5EF4-FFF2-40B4-BE49-F238E27FC236}">
                      <a16:creationId xmlns:a16="http://schemas.microsoft.com/office/drawing/2014/main" id="{E8D2085B-C878-9D51-F9E7-A74BD2987513}"/>
                    </a:ext>
                  </a:extLst>
                </p:cNvPr>
                <p:cNvPicPr/>
                <p:nvPr/>
              </p:nvPicPr>
              <p:blipFill>
                <a:blip r:embed="rId9"/>
                <a:stretch>
                  <a:fillRect/>
                </a:stretch>
              </p:blipFill>
              <p:spPr>
                <a:xfrm>
                  <a:off x="885344" y="917562"/>
                  <a:ext cx="33292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9E2FBEF-D24A-7D24-AC7A-A1D7F896A739}"/>
                    </a:ext>
                  </a:extLst>
                </p14:cNvPr>
                <p14:cNvContentPartPr/>
                <p14:nvPr/>
              </p14:nvContentPartPr>
              <p14:xfrm>
                <a:off x="884624" y="1456482"/>
                <a:ext cx="3336840" cy="34920"/>
              </p14:xfrm>
            </p:contentPart>
          </mc:Choice>
          <mc:Fallback>
            <p:pic>
              <p:nvPicPr>
                <p:cNvPr id="7" name="Ink 6">
                  <a:extLst>
                    <a:ext uri="{FF2B5EF4-FFF2-40B4-BE49-F238E27FC236}">
                      <a16:creationId xmlns:a16="http://schemas.microsoft.com/office/drawing/2014/main" id="{19E2FBEF-D24A-7D24-AC7A-A1D7F896A739}"/>
                    </a:ext>
                  </a:extLst>
                </p:cNvPr>
                <p:cNvPicPr/>
                <p:nvPr/>
              </p:nvPicPr>
              <p:blipFill>
                <a:blip r:embed="rId11"/>
                <a:stretch>
                  <a:fillRect/>
                </a:stretch>
              </p:blipFill>
              <p:spPr>
                <a:xfrm>
                  <a:off x="875624" y="1447482"/>
                  <a:ext cx="335448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2FD3EE5F-EC58-9A25-EB8C-343D1027B187}"/>
                    </a:ext>
                  </a:extLst>
                </p14:cNvPr>
                <p14:cNvContentPartPr/>
                <p14:nvPr/>
              </p14:nvContentPartPr>
              <p14:xfrm>
                <a:off x="784904" y="1907562"/>
                <a:ext cx="3374640" cy="7560"/>
              </p14:xfrm>
            </p:contentPart>
          </mc:Choice>
          <mc:Fallback>
            <p:pic>
              <p:nvPicPr>
                <p:cNvPr id="9" name="Ink 8">
                  <a:extLst>
                    <a:ext uri="{FF2B5EF4-FFF2-40B4-BE49-F238E27FC236}">
                      <a16:creationId xmlns:a16="http://schemas.microsoft.com/office/drawing/2014/main" id="{2FD3EE5F-EC58-9A25-EB8C-343D1027B187}"/>
                    </a:ext>
                  </a:extLst>
                </p:cNvPr>
                <p:cNvPicPr/>
                <p:nvPr/>
              </p:nvPicPr>
              <p:blipFill>
                <a:blip r:embed="rId13"/>
                <a:stretch>
                  <a:fillRect/>
                </a:stretch>
              </p:blipFill>
              <p:spPr>
                <a:xfrm>
                  <a:off x="776264" y="1898922"/>
                  <a:ext cx="33922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9917D0A8-9E8E-3E57-F706-6C85D0D0879F}"/>
                    </a:ext>
                  </a:extLst>
                </p14:cNvPr>
                <p14:cNvContentPartPr/>
                <p14:nvPr/>
              </p14:nvContentPartPr>
              <p14:xfrm>
                <a:off x="862664" y="214122"/>
                <a:ext cx="266400" cy="57600"/>
              </p14:xfrm>
            </p:contentPart>
          </mc:Choice>
          <mc:Fallback>
            <p:pic>
              <p:nvPicPr>
                <p:cNvPr id="11" name="Ink 10">
                  <a:extLst>
                    <a:ext uri="{FF2B5EF4-FFF2-40B4-BE49-F238E27FC236}">
                      <a16:creationId xmlns:a16="http://schemas.microsoft.com/office/drawing/2014/main" id="{9917D0A8-9E8E-3E57-F706-6C85D0D0879F}"/>
                    </a:ext>
                  </a:extLst>
                </p:cNvPr>
                <p:cNvPicPr/>
                <p:nvPr/>
              </p:nvPicPr>
              <p:blipFill>
                <a:blip r:embed="rId15"/>
                <a:stretch>
                  <a:fillRect/>
                </a:stretch>
              </p:blipFill>
              <p:spPr>
                <a:xfrm>
                  <a:off x="853664" y="205122"/>
                  <a:ext cx="28404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FB12EE84-EF91-054D-3304-AB914099F9D7}"/>
                    </a:ext>
                  </a:extLst>
                </p14:cNvPr>
                <p14:cNvContentPartPr/>
                <p14:nvPr/>
              </p14:nvContentPartPr>
              <p14:xfrm>
                <a:off x="954464" y="231402"/>
                <a:ext cx="72720" cy="257040"/>
              </p14:xfrm>
            </p:contentPart>
          </mc:Choice>
          <mc:Fallback>
            <p:pic>
              <p:nvPicPr>
                <p:cNvPr id="12" name="Ink 11">
                  <a:extLst>
                    <a:ext uri="{FF2B5EF4-FFF2-40B4-BE49-F238E27FC236}">
                      <a16:creationId xmlns:a16="http://schemas.microsoft.com/office/drawing/2014/main" id="{FB12EE84-EF91-054D-3304-AB914099F9D7}"/>
                    </a:ext>
                  </a:extLst>
                </p:cNvPr>
                <p:cNvPicPr/>
                <p:nvPr/>
              </p:nvPicPr>
              <p:blipFill>
                <a:blip r:embed="rId17"/>
                <a:stretch>
                  <a:fillRect/>
                </a:stretch>
              </p:blipFill>
              <p:spPr>
                <a:xfrm>
                  <a:off x="945464" y="222762"/>
                  <a:ext cx="903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7317E62D-9581-0380-BF3E-5FA5D269018C}"/>
                    </a:ext>
                  </a:extLst>
                </p14:cNvPr>
                <p14:cNvContentPartPr/>
                <p14:nvPr/>
              </p14:nvContentPartPr>
              <p14:xfrm>
                <a:off x="1166144" y="357402"/>
                <a:ext cx="39240" cy="92160"/>
              </p14:xfrm>
            </p:contentPart>
          </mc:Choice>
          <mc:Fallback>
            <p:pic>
              <p:nvPicPr>
                <p:cNvPr id="13" name="Ink 12">
                  <a:extLst>
                    <a:ext uri="{FF2B5EF4-FFF2-40B4-BE49-F238E27FC236}">
                      <a16:creationId xmlns:a16="http://schemas.microsoft.com/office/drawing/2014/main" id="{7317E62D-9581-0380-BF3E-5FA5D269018C}"/>
                    </a:ext>
                  </a:extLst>
                </p:cNvPr>
                <p:cNvPicPr/>
                <p:nvPr/>
              </p:nvPicPr>
              <p:blipFill>
                <a:blip r:embed="rId19"/>
                <a:stretch>
                  <a:fillRect/>
                </a:stretch>
              </p:blipFill>
              <p:spPr>
                <a:xfrm>
                  <a:off x="1157144" y="348762"/>
                  <a:ext cx="5688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2AE2A43D-04CD-3CC8-1084-106A4F49CDA5}"/>
                    </a:ext>
                  </a:extLst>
                </p14:cNvPr>
                <p14:cNvContentPartPr/>
                <p14:nvPr/>
              </p14:nvContentPartPr>
              <p14:xfrm>
                <a:off x="1192424" y="269202"/>
                <a:ext cx="7200" cy="15480"/>
              </p14:xfrm>
            </p:contentPart>
          </mc:Choice>
          <mc:Fallback>
            <p:pic>
              <p:nvPicPr>
                <p:cNvPr id="14" name="Ink 13">
                  <a:extLst>
                    <a:ext uri="{FF2B5EF4-FFF2-40B4-BE49-F238E27FC236}">
                      <a16:creationId xmlns:a16="http://schemas.microsoft.com/office/drawing/2014/main" id="{2AE2A43D-04CD-3CC8-1084-106A4F49CDA5}"/>
                    </a:ext>
                  </a:extLst>
                </p:cNvPr>
                <p:cNvPicPr/>
                <p:nvPr/>
              </p:nvPicPr>
              <p:blipFill>
                <a:blip r:embed="rId21"/>
                <a:stretch>
                  <a:fillRect/>
                </a:stretch>
              </p:blipFill>
              <p:spPr>
                <a:xfrm>
                  <a:off x="1183424" y="260562"/>
                  <a:ext cx="2484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CB13F0EE-F423-F775-1EDC-C0BAF3DB371F}"/>
                    </a:ext>
                  </a:extLst>
                </p14:cNvPr>
                <p14:cNvContentPartPr/>
                <p14:nvPr/>
              </p14:nvContentPartPr>
              <p14:xfrm>
                <a:off x="1350464" y="233922"/>
                <a:ext cx="162360" cy="241920"/>
              </p14:xfrm>
            </p:contentPart>
          </mc:Choice>
          <mc:Fallback>
            <p:pic>
              <p:nvPicPr>
                <p:cNvPr id="15" name="Ink 14">
                  <a:extLst>
                    <a:ext uri="{FF2B5EF4-FFF2-40B4-BE49-F238E27FC236}">
                      <a16:creationId xmlns:a16="http://schemas.microsoft.com/office/drawing/2014/main" id="{CB13F0EE-F423-F775-1EDC-C0BAF3DB371F}"/>
                    </a:ext>
                  </a:extLst>
                </p:cNvPr>
                <p:cNvPicPr/>
                <p:nvPr/>
              </p:nvPicPr>
              <p:blipFill>
                <a:blip r:embed="rId23"/>
                <a:stretch>
                  <a:fillRect/>
                </a:stretch>
              </p:blipFill>
              <p:spPr>
                <a:xfrm>
                  <a:off x="1341824" y="225282"/>
                  <a:ext cx="1800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D5B689A7-D8B1-0642-703C-4FA73741A019}"/>
                    </a:ext>
                  </a:extLst>
                </p14:cNvPr>
                <p14:cNvContentPartPr/>
                <p14:nvPr/>
              </p14:nvContentPartPr>
              <p14:xfrm>
                <a:off x="1291784" y="682482"/>
                <a:ext cx="49680" cy="149040"/>
              </p14:xfrm>
            </p:contentPart>
          </mc:Choice>
          <mc:Fallback>
            <p:pic>
              <p:nvPicPr>
                <p:cNvPr id="16" name="Ink 15">
                  <a:extLst>
                    <a:ext uri="{FF2B5EF4-FFF2-40B4-BE49-F238E27FC236}">
                      <a16:creationId xmlns:a16="http://schemas.microsoft.com/office/drawing/2014/main" id="{D5B689A7-D8B1-0642-703C-4FA73741A019}"/>
                    </a:ext>
                  </a:extLst>
                </p:cNvPr>
                <p:cNvPicPr/>
                <p:nvPr/>
              </p:nvPicPr>
              <p:blipFill>
                <a:blip r:embed="rId25"/>
                <a:stretch>
                  <a:fillRect/>
                </a:stretch>
              </p:blipFill>
              <p:spPr>
                <a:xfrm>
                  <a:off x="1283144" y="673482"/>
                  <a:ext cx="6732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E9A600F7-7DD3-2CF1-5C8E-FE755C500730}"/>
                    </a:ext>
                  </a:extLst>
                </p14:cNvPr>
                <p14:cNvContentPartPr/>
                <p14:nvPr/>
              </p14:nvContentPartPr>
              <p14:xfrm>
                <a:off x="1247504" y="1111602"/>
                <a:ext cx="195120" cy="207720"/>
              </p14:xfrm>
            </p:contentPart>
          </mc:Choice>
          <mc:Fallback>
            <p:pic>
              <p:nvPicPr>
                <p:cNvPr id="17" name="Ink 16">
                  <a:extLst>
                    <a:ext uri="{FF2B5EF4-FFF2-40B4-BE49-F238E27FC236}">
                      <a16:creationId xmlns:a16="http://schemas.microsoft.com/office/drawing/2014/main" id="{E9A600F7-7DD3-2CF1-5C8E-FE755C500730}"/>
                    </a:ext>
                  </a:extLst>
                </p:cNvPr>
                <p:cNvPicPr/>
                <p:nvPr/>
              </p:nvPicPr>
              <p:blipFill>
                <a:blip r:embed="rId27"/>
                <a:stretch>
                  <a:fillRect/>
                </a:stretch>
              </p:blipFill>
              <p:spPr>
                <a:xfrm>
                  <a:off x="1238504" y="1102602"/>
                  <a:ext cx="2127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56885DE8-CB12-8C23-3761-AD5694ABCD00}"/>
                    </a:ext>
                  </a:extLst>
                </p14:cNvPr>
                <p14:cNvContentPartPr/>
                <p14:nvPr/>
              </p14:nvContentPartPr>
              <p14:xfrm>
                <a:off x="1184504" y="1643682"/>
                <a:ext cx="200880" cy="185040"/>
              </p14:xfrm>
            </p:contentPart>
          </mc:Choice>
          <mc:Fallback>
            <p:pic>
              <p:nvPicPr>
                <p:cNvPr id="18" name="Ink 17">
                  <a:extLst>
                    <a:ext uri="{FF2B5EF4-FFF2-40B4-BE49-F238E27FC236}">
                      <a16:creationId xmlns:a16="http://schemas.microsoft.com/office/drawing/2014/main" id="{56885DE8-CB12-8C23-3761-AD5694ABCD00}"/>
                    </a:ext>
                  </a:extLst>
                </p:cNvPr>
                <p:cNvPicPr/>
                <p:nvPr/>
              </p:nvPicPr>
              <p:blipFill>
                <a:blip r:embed="rId29"/>
                <a:stretch>
                  <a:fillRect/>
                </a:stretch>
              </p:blipFill>
              <p:spPr>
                <a:xfrm>
                  <a:off x="1175504" y="1634682"/>
                  <a:ext cx="2185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8C99EAFD-AB0A-515A-B1A4-48C908154C3B}"/>
                    </a:ext>
                  </a:extLst>
                </p14:cNvPr>
                <p14:cNvContentPartPr/>
                <p14:nvPr/>
              </p14:nvContentPartPr>
              <p14:xfrm>
                <a:off x="2160104" y="728562"/>
                <a:ext cx="13680" cy="131040"/>
              </p14:xfrm>
            </p:contentPart>
          </mc:Choice>
          <mc:Fallback>
            <p:pic>
              <p:nvPicPr>
                <p:cNvPr id="20" name="Ink 19">
                  <a:extLst>
                    <a:ext uri="{FF2B5EF4-FFF2-40B4-BE49-F238E27FC236}">
                      <a16:creationId xmlns:a16="http://schemas.microsoft.com/office/drawing/2014/main" id="{8C99EAFD-AB0A-515A-B1A4-48C908154C3B}"/>
                    </a:ext>
                  </a:extLst>
                </p:cNvPr>
                <p:cNvPicPr/>
                <p:nvPr/>
              </p:nvPicPr>
              <p:blipFill>
                <a:blip r:embed="rId31"/>
                <a:stretch>
                  <a:fillRect/>
                </a:stretch>
              </p:blipFill>
              <p:spPr>
                <a:xfrm>
                  <a:off x="2151104" y="719922"/>
                  <a:ext cx="313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C6E48803-A777-1FE4-9A9E-6384C65BCC52}"/>
                    </a:ext>
                  </a:extLst>
                </p14:cNvPr>
                <p14:cNvContentPartPr/>
                <p14:nvPr/>
              </p14:nvContentPartPr>
              <p14:xfrm>
                <a:off x="2158664" y="656922"/>
                <a:ext cx="139320" cy="204840"/>
              </p14:xfrm>
            </p:contentPart>
          </mc:Choice>
          <mc:Fallback>
            <p:pic>
              <p:nvPicPr>
                <p:cNvPr id="21" name="Ink 20">
                  <a:extLst>
                    <a:ext uri="{FF2B5EF4-FFF2-40B4-BE49-F238E27FC236}">
                      <a16:creationId xmlns:a16="http://schemas.microsoft.com/office/drawing/2014/main" id="{C6E48803-A777-1FE4-9A9E-6384C65BCC52}"/>
                    </a:ext>
                  </a:extLst>
                </p:cNvPr>
                <p:cNvPicPr/>
                <p:nvPr/>
              </p:nvPicPr>
              <p:blipFill>
                <a:blip r:embed="rId33"/>
                <a:stretch>
                  <a:fillRect/>
                </a:stretch>
              </p:blipFill>
              <p:spPr>
                <a:xfrm>
                  <a:off x="2150024" y="648282"/>
                  <a:ext cx="1569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04CD175F-809C-C5AC-A0FF-3A9DFA2378F7}"/>
                    </a:ext>
                  </a:extLst>
                </p14:cNvPr>
                <p14:cNvContentPartPr/>
                <p14:nvPr/>
              </p14:nvContentPartPr>
              <p14:xfrm>
                <a:off x="2312024" y="705882"/>
                <a:ext cx="178560" cy="137160"/>
              </p14:xfrm>
            </p:contentPart>
          </mc:Choice>
          <mc:Fallback>
            <p:pic>
              <p:nvPicPr>
                <p:cNvPr id="22" name="Ink 21">
                  <a:extLst>
                    <a:ext uri="{FF2B5EF4-FFF2-40B4-BE49-F238E27FC236}">
                      <a16:creationId xmlns:a16="http://schemas.microsoft.com/office/drawing/2014/main" id="{04CD175F-809C-C5AC-A0FF-3A9DFA2378F7}"/>
                    </a:ext>
                  </a:extLst>
                </p:cNvPr>
                <p:cNvPicPr/>
                <p:nvPr/>
              </p:nvPicPr>
              <p:blipFill>
                <a:blip r:embed="rId35"/>
                <a:stretch>
                  <a:fillRect/>
                </a:stretch>
              </p:blipFill>
              <p:spPr>
                <a:xfrm>
                  <a:off x="2303384" y="697242"/>
                  <a:ext cx="19620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C418AFFF-1631-1657-529E-C11731AD3C5C}"/>
                    </a:ext>
                  </a:extLst>
                </p14:cNvPr>
                <p14:cNvContentPartPr/>
                <p14:nvPr/>
              </p14:nvContentPartPr>
              <p14:xfrm>
                <a:off x="2543504" y="737922"/>
                <a:ext cx="353520" cy="259920"/>
              </p14:xfrm>
            </p:contentPart>
          </mc:Choice>
          <mc:Fallback>
            <p:pic>
              <p:nvPicPr>
                <p:cNvPr id="23" name="Ink 22">
                  <a:extLst>
                    <a:ext uri="{FF2B5EF4-FFF2-40B4-BE49-F238E27FC236}">
                      <a16:creationId xmlns:a16="http://schemas.microsoft.com/office/drawing/2014/main" id="{C418AFFF-1631-1657-529E-C11731AD3C5C}"/>
                    </a:ext>
                  </a:extLst>
                </p:cNvPr>
                <p:cNvPicPr/>
                <p:nvPr/>
              </p:nvPicPr>
              <p:blipFill>
                <a:blip r:embed="rId37"/>
                <a:stretch>
                  <a:fillRect/>
                </a:stretch>
              </p:blipFill>
              <p:spPr>
                <a:xfrm>
                  <a:off x="2534504" y="728922"/>
                  <a:ext cx="37116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9130A0A6-975D-802B-9CD1-4FFB22140B80}"/>
                    </a:ext>
                  </a:extLst>
                </p14:cNvPr>
                <p14:cNvContentPartPr/>
                <p14:nvPr/>
              </p14:nvContentPartPr>
              <p14:xfrm>
                <a:off x="2220944" y="1114482"/>
                <a:ext cx="580680" cy="252000"/>
              </p14:xfrm>
            </p:contentPart>
          </mc:Choice>
          <mc:Fallback>
            <p:pic>
              <p:nvPicPr>
                <p:cNvPr id="24" name="Ink 23">
                  <a:extLst>
                    <a:ext uri="{FF2B5EF4-FFF2-40B4-BE49-F238E27FC236}">
                      <a16:creationId xmlns:a16="http://schemas.microsoft.com/office/drawing/2014/main" id="{9130A0A6-975D-802B-9CD1-4FFB22140B80}"/>
                    </a:ext>
                  </a:extLst>
                </p:cNvPr>
                <p:cNvPicPr/>
                <p:nvPr/>
              </p:nvPicPr>
              <p:blipFill>
                <a:blip r:embed="rId39"/>
                <a:stretch>
                  <a:fillRect/>
                </a:stretch>
              </p:blipFill>
              <p:spPr>
                <a:xfrm>
                  <a:off x="2212304" y="1105482"/>
                  <a:ext cx="59832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FB68180E-3AC1-2A2F-4516-6854E33A68B1}"/>
                    </a:ext>
                  </a:extLst>
                </p14:cNvPr>
                <p14:cNvContentPartPr/>
                <p14:nvPr/>
              </p14:nvContentPartPr>
              <p14:xfrm>
                <a:off x="2816024" y="1264242"/>
                <a:ext cx="227520" cy="77760"/>
              </p14:xfrm>
            </p:contentPart>
          </mc:Choice>
          <mc:Fallback>
            <p:pic>
              <p:nvPicPr>
                <p:cNvPr id="25" name="Ink 24">
                  <a:extLst>
                    <a:ext uri="{FF2B5EF4-FFF2-40B4-BE49-F238E27FC236}">
                      <a16:creationId xmlns:a16="http://schemas.microsoft.com/office/drawing/2014/main" id="{FB68180E-3AC1-2A2F-4516-6854E33A68B1}"/>
                    </a:ext>
                  </a:extLst>
                </p:cNvPr>
                <p:cNvPicPr/>
                <p:nvPr/>
              </p:nvPicPr>
              <p:blipFill>
                <a:blip r:embed="rId41"/>
                <a:stretch>
                  <a:fillRect/>
                </a:stretch>
              </p:blipFill>
              <p:spPr>
                <a:xfrm>
                  <a:off x="2807024" y="1255242"/>
                  <a:ext cx="24516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D32AF2E1-264F-68CC-32A2-D77BA3822BCE}"/>
                    </a:ext>
                  </a:extLst>
                </p14:cNvPr>
                <p14:cNvContentPartPr/>
                <p14:nvPr/>
              </p14:nvContentPartPr>
              <p14:xfrm>
                <a:off x="2260544" y="1560162"/>
                <a:ext cx="607320" cy="207360"/>
              </p14:xfrm>
            </p:contentPart>
          </mc:Choice>
          <mc:Fallback>
            <p:pic>
              <p:nvPicPr>
                <p:cNvPr id="26" name="Ink 25">
                  <a:extLst>
                    <a:ext uri="{FF2B5EF4-FFF2-40B4-BE49-F238E27FC236}">
                      <a16:creationId xmlns:a16="http://schemas.microsoft.com/office/drawing/2014/main" id="{D32AF2E1-264F-68CC-32A2-D77BA3822BCE}"/>
                    </a:ext>
                  </a:extLst>
                </p:cNvPr>
                <p:cNvPicPr/>
                <p:nvPr/>
              </p:nvPicPr>
              <p:blipFill>
                <a:blip r:embed="rId43"/>
                <a:stretch>
                  <a:fillRect/>
                </a:stretch>
              </p:blipFill>
              <p:spPr>
                <a:xfrm>
                  <a:off x="2251904" y="1551162"/>
                  <a:ext cx="62496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78" name="Ink 77">
                  <a:extLst>
                    <a:ext uri="{FF2B5EF4-FFF2-40B4-BE49-F238E27FC236}">
                      <a16:creationId xmlns:a16="http://schemas.microsoft.com/office/drawing/2014/main" id="{72F99A40-7C51-1054-A734-1E3DDE688A76}"/>
                    </a:ext>
                  </a:extLst>
                </p14:cNvPr>
                <p14:cNvContentPartPr/>
                <p14:nvPr/>
              </p14:nvContentPartPr>
              <p14:xfrm>
                <a:off x="3871544" y="755202"/>
                <a:ext cx="1873800" cy="457920"/>
              </p14:xfrm>
            </p:contentPart>
          </mc:Choice>
          <mc:Fallback>
            <p:pic>
              <p:nvPicPr>
                <p:cNvPr id="78" name="Ink 77">
                  <a:extLst>
                    <a:ext uri="{FF2B5EF4-FFF2-40B4-BE49-F238E27FC236}">
                      <a16:creationId xmlns:a16="http://schemas.microsoft.com/office/drawing/2014/main" id="{72F99A40-7C51-1054-A734-1E3DDE688A76}"/>
                    </a:ext>
                  </a:extLst>
                </p:cNvPr>
                <p:cNvPicPr/>
                <p:nvPr/>
              </p:nvPicPr>
              <p:blipFill>
                <a:blip r:embed="rId45"/>
                <a:stretch>
                  <a:fillRect/>
                </a:stretch>
              </p:blipFill>
              <p:spPr>
                <a:xfrm>
                  <a:off x="3862904" y="746562"/>
                  <a:ext cx="189144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79" name="Ink 78">
                  <a:extLst>
                    <a:ext uri="{FF2B5EF4-FFF2-40B4-BE49-F238E27FC236}">
                      <a16:creationId xmlns:a16="http://schemas.microsoft.com/office/drawing/2014/main" id="{C7EBDD21-3271-5282-A553-DD4539058AD4}"/>
                    </a:ext>
                  </a:extLst>
                </p14:cNvPr>
                <p14:cNvContentPartPr/>
                <p14:nvPr/>
              </p14:nvContentPartPr>
              <p14:xfrm>
                <a:off x="5710784" y="1104402"/>
                <a:ext cx="70920" cy="141480"/>
              </p14:xfrm>
            </p:contentPart>
          </mc:Choice>
          <mc:Fallback>
            <p:pic>
              <p:nvPicPr>
                <p:cNvPr id="79" name="Ink 78">
                  <a:extLst>
                    <a:ext uri="{FF2B5EF4-FFF2-40B4-BE49-F238E27FC236}">
                      <a16:creationId xmlns:a16="http://schemas.microsoft.com/office/drawing/2014/main" id="{C7EBDD21-3271-5282-A553-DD4539058AD4}"/>
                    </a:ext>
                  </a:extLst>
                </p:cNvPr>
                <p:cNvPicPr/>
                <p:nvPr/>
              </p:nvPicPr>
              <p:blipFill>
                <a:blip r:embed="rId47"/>
                <a:stretch>
                  <a:fillRect/>
                </a:stretch>
              </p:blipFill>
              <p:spPr>
                <a:xfrm>
                  <a:off x="5702144" y="1095402"/>
                  <a:ext cx="8856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17E2BC1D-BB16-0047-0574-73AFB69C552F}"/>
                    </a:ext>
                  </a:extLst>
                </p14:cNvPr>
                <p14:cNvContentPartPr/>
                <p14:nvPr/>
              </p14:nvContentPartPr>
              <p14:xfrm>
                <a:off x="6181304" y="682482"/>
                <a:ext cx="5660280" cy="2151000"/>
              </p14:xfrm>
            </p:contentPart>
          </mc:Choice>
          <mc:Fallback>
            <p:pic>
              <p:nvPicPr>
                <p:cNvPr id="30" name="Ink 29">
                  <a:extLst>
                    <a:ext uri="{FF2B5EF4-FFF2-40B4-BE49-F238E27FC236}">
                      <a16:creationId xmlns:a16="http://schemas.microsoft.com/office/drawing/2014/main" id="{17E2BC1D-BB16-0047-0574-73AFB69C552F}"/>
                    </a:ext>
                  </a:extLst>
                </p:cNvPr>
                <p:cNvPicPr/>
                <p:nvPr/>
              </p:nvPicPr>
              <p:blipFill>
                <a:blip r:embed="rId49"/>
                <a:stretch>
                  <a:fillRect/>
                </a:stretch>
              </p:blipFill>
              <p:spPr>
                <a:xfrm>
                  <a:off x="6172304" y="673842"/>
                  <a:ext cx="5677920" cy="2168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2F30923F-F029-382D-BD8A-CECEE3F0849A}"/>
                    </a:ext>
                  </a:extLst>
                </p14:cNvPr>
                <p14:cNvContentPartPr/>
                <p14:nvPr/>
              </p14:nvContentPartPr>
              <p14:xfrm>
                <a:off x="7865384" y="253362"/>
                <a:ext cx="191520" cy="335880"/>
              </p14:xfrm>
            </p:contentPart>
          </mc:Choice>
          <mc:Fallback>
            <p:pic>
              <p:nvPicPr>
                <p:cNvPr id="32" name="Ink 31">
                  <a:extLst>
                    <a:ext uri="{FF2B5EF4-FFF2-40B4-BE49-F238E27FC236}">
                      <a16:creationId xmlns:a16="http://schemas.microsoft.com/office/drawing/2014/main" id="{2F30923F-F029-382D-BD8A-CECEE3F0849A}"/>
                    </a:ext>
                  </a:extLst>
                </p:cNvPr>
                <p:cNvPicPr/>
                <p:nvPr/>
              </p:nvPicPr>
              <p:blipFill>
                <a:blip r:embed="rId51"/>
                <a:stretch>
                  <a:fillRect/>
                </a:stretch>
              </p:blipFill>
              <p:spPr>
                <a:xfrm>
                  <a:off x="7856744" y="244722"/>
                  <a:ext cx="20916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94412A92-95FF-D3AC-027F-2E6AB9EDC934}"/>
                    </a:ext>
                  </a:extLst>
                </p14:cNvPr>
                <p14:cNvContentPartPr/>
                <p14:nvPr/>
              </p14:nvContentPartPr>
              <p14:xfrm>
                <a:off x="7924424" y="423642"/>
                <a:ext cx="97200" cy="6840"/>
              </p14:xfrm>
            </p:contentPart>
          </mc:Choice>
          <mc:Fallback>
            <p:pic>
              <p:nvPicPr>
                <p:cNvPr id="33" name="Ink 32">
                  <a:extLst>
                    <a:ext uri="{FF2B5EF4-FFF2-40B4-BE49-F238E27FC236}">
                      <a16:creationId xmlns:a16="http://schemas.microsoft.com/office/drawing/2014/main" id="{94412A92-95FF-D3AC-027F-2E6AB9EDC934}"/>
                    </a:ext>
                  </a:extLst>
                </p:cNvPr>
                <p:cNvPicPr/>
                <p:nvPr/>
              </p:nvPicPr>
              <p:blipFill>
                <a:blip r:embed="rId53"/>
                <a:stretch>
                  <a:fillRect/>
                </a:stretch>
              </p:blipFill>
              <p:spPr>
                <a:xfrm>
                  <a:off x="7915784" y="415002"/>
                  <a:ext cx="1148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5689FD80-64A4-E02B-9E9E-0D8F10FA1CD3}"/>
                    </a:ext>
                  </a:extLst>
                </p14:cNvPr>
                <p14:cNvContentPartPr/>
                <p14:nvPr/>
              </p14:nvContentPartPr>
              <p14:xfrm>
                <a:off x="8169224" y="322842"/>
                <a:ext cx="20880" cy="203760"/>
              </p14:xfrm>
            </p:contentPart>
          </mc:Choice>
          <mc:Fallback>
            <p:pic>
              <p:nvPicPr>
                <p:cNvPr id="34" name="Ink 33">
                  <a:extLst>
                    <a:ext uri="{FF2B5EF4-FFF2-40B4-BE49-F238E27FC236}">
                      <a16:creationId xmlns:a16="http://schemas.microsoft.com/office/drawing/2014/main" id="{5689FD80-64A4-E02B-9E9E-0D8F10FA1CD3}"/>
                    </a:ext>
                  </a:extLst>
                </p:cNvPr>
                <p:cNvPicPr/>
                <p:nvPr/>
              </p:nvPicPr>
              <p:blipFill>
                <a:blip r:embed="rId55"/>
                <a:stretch>
                  <a:fillRect/>
                </a:stretch>
              </p:blipFill>
              <p:spPr>
                <a:xfrm>
                  <a:off x="8160224" y="313842"/>
                  <a:ext cx="3852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17882146-9360-A561-E1A2-FE9A0723292B}"/>
                    </a:ext>
                  </a:extLst>
                </p14:cNvPr>
                <p14:cNvContentPartPr/>
                <p14:nvPr/>
              </p14:nvContentPartPr>
              <p14:xfrm>
                <a:off x="8289104" y="337602"/>
                <a:ext cx="7200" cy="205560"/>
              </p14:xfrm>
            </p:contentPart>
          </mc:Choice>
          <mc:Fallback>
            <p:pic>
              <p:nvPicPr>
                <p:cNvPr id="35" name="Ink 34">
                  <a:extLst>
                    <a:ext uri="{FF2B5EF4-FFF2-40B4-BE49-F238E27FC236}">
                      <a16:creationId xmlns:a16="http://schemas.microsoft.com/office/drawing/2014/main" id="{17882146-9360-A561-E1A2-FE9A0723292B}"/>
                    </a:ext>
                  </a:extLst>
                </p:cNvPr>
                <p:cNvPicPr/>
                <p:nvPr/>
              </p:nvPicPr>
              <p:blipFill>
                <a:blip r:embed="rId57"/>
                <a:stretch>
                  <a:fillRect/>
                </a:stretch>
              </p:blipFill>
              <p:spPr>
                <a:xfrm>
                  <a:off x="8280464" y="328602"/>
                  <a:ext cx="248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338B6727-D179-3AF8-6BC5-3485299AA0A2}"/>
                    </a:ext>
                  </a:extLst>
                </p14:cNvPr>
                <p14:cNvContentPartPr/>
                <p14:nvPr/>
              </p14:nvContentPartPr>
              <p14:xfrm>
                <a:off x="8189744" y="410322"/>
                <a:ext cx="397440" cy="167400"/>
              </p14:xfrm>
            </p:contentPart>
          </mc:Choice>
          <mc:Fallback>
            <p:pic>
              <p:nvPicPr>
                <p:cNvPr id="36" name="Ink 35">
                  <a:extLst>
                    <a:ext uri="{FF2B5EF4-FFF2-40B4-BE49-F238E27FC236}">
                      <a16:creationId xmlns:a16="http://schemas.microsoft.com/office/drawing/2014/main" id="{338B6727-D179-3AF8-6BC5-3485299AA0A2}"/>
                    </a:ext>
                  </a:extLst>
                </p:cNvPr>
                <p:cNvPicPr/>
                <p:nvPr/>
              </p:nvPicPr>
              <p:blipFill>
                <a:blip r:embed="rId59"/>
                <a:stretch>
                  <a:fillRect/>
                </a:stretch>
              </p:blipFill>
              <p:spPr>
                <a:xfrm>
                  <a:off x="8180744" y="401322"/>
                  <a:ext cx="4150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85933AE9-EEC5-A74B-DDBF-5F13B599B6CA}"/>
                    </a:ext>
                  </a:extLst>
                </p14:cNvPr>
                <p14:cNvContentPartPr/>
                <p14:nvPr/>
              </p14:nvContentPartPr>
              <p14:xfrm>
                <a:off x="8686184" y="336882"/>
                <a:ext cx="284040" cy="259560"/>
              </p14:xfrm>
            </p:contentPart>
          </mc:Choice>
          <mc:Fallback>
            <p:pic>
              <p:nvPicPr>
                <p:cNvPr id="37" name="Ink 36">
                  <a:extLst>
                    <a:ext uri="{FF2B5EF4-FFF2-40B4-BE49-F238E27FC236}">
                      <a16:creationId xmlns:a16="http://schemas.microsoft.com/office/drawing/2014/main" id="{85933AE9-EEC5-A74B-DDBF-5F13B599B6CA}"/>
                    </a:ext>
                  </a:extLst>
                </p:cNvPr>
                <p:cNvPicPr/>
                <p:nvPr/>
              </p:nvPicPr>
              <p:blipFill>
                <a:blip r:embed="rId61"/>
                <a:stretch>
                  <a:fillRect/>
                </a:stretch>
              </p:blipFill>
              <p:spPr>
                <a:xfrm>
                  <a:off x="8677544" y="327882"/>
                  <a:ext cx="30168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AC434B2E-8F8F-3C22-C514-8B14BB5BF6B0}"/>
                    </a:ext>
                  </a:extLst>
                </p14:cNvPr>
                <p14:cNvContentPartPr/>
                <p14:nvPr/>
              </p14:nvContentPartPr>
              <p14:xfrm>
                <a:off x="9043664" y="410682"/>
                <a:ext cx="332280" cy="190800"/>
              </p14:xfrm>
            </p:contentPart>
          </mc:Choice>
          <mc:Fallback>
            <p:pic>
              <p:nvPicPr>
                <p:cNvPr id="38" name="Ink 37">
                  <a:extLst>
                    <a:ext uri="{FF2B5EF4-FFF2-40B4-BE49-F238E27FC236}">
                      <a16:creationId xmlns:a16="http://schemas.microsoft.com/office/drawing/2014/main" id="{AC434B2E-8F8F-3C22-C514-8B14BB5BF6B0}"/>
                    </a:ext>
                  </a:extLst>
                </p:cNvPr>
                <p:cNvPicPr/>
                <p:nvPr/>
              </p:nvPicPr>
              <p:blipFill>
                <a:blip r:embed="rId63"/>
                <a:stretch>
                  <a:fillRect/>
                </a:stretch>
              </p:blipFill>
              <p:spPr>
                <a:xfrm>
                  <a:off x="9035024" y="402042"/>
                  <a:ext cx="34992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AD19BEF0-2F14-B04A-D77F-81070CCF0409}"/>
                    </a:ext>
                  </a:extLst>
                </p14:cNvPr>
                <p14:cNvContentPartPr/>
                <p14:nvPr/>
              </p14:nvContentPartPr>
              <p14:xfrm>
                <a:off x="9427424" y="292602"/>
                <a:ext cx="149040" cy="262800"/>
              </p14:xfrm>
            </p:contentPart>
          </mc:Choice>
          <mc:Fallback>
            <p:pic>
              <p:nvPicPr>
                <p:cNvPr id="39" name="Ink 38">
                  <a:extLst>
                    <a:ext uri="{FF2B5EF4-FFF2-40B4-BE49-F238E27FC236}">
                      <a16:creationId xmlns:a16="http://schemas.microsoft.com/office/drawing/2014/main" id="{AD19BEF0-2F14-B04A-D77F-81070CCF0409}"/>
                    </a:ext>
                  </a:extLst>
                </p:cNvPr>
                <p:cNvPicPr/>
                <p:nvPr/>
              </p:nvPicPr>
              <p:blipFill>
                <a:blip r:embed="rId65"/>
                <a:stretch>
                  <a:fillRect/>
                </a:stretch>
              </p:blipFill>
              <p:spPr>
                <a:xfrm>
                  <a:off x="9418424" y="283602"/>
                  <a:ext cx="1666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CFEDE661-9FF8-C600-81EA-FED51D2DC6FD}"/>
                    </a:ext>
                  </a:extLst>
                </p14:cNvPr>
                <p14:cNvContentPartPr/>
                <p14:nvPr/>
              </p14:nvContentPartPr>
              <p14:xfrm>
                <a:off x="9574304" y="409962"/>
                <a:ext cx="169560" cy="202680"/>
              </p14:xfrm>
            </p:contentPart>
          </mc:Choice>
          <mc:Fallback>
            <p:pic>
              <p:nvPicPr>
                <p:cNvPr id="40" name="Ink 39">
                  <a:extLst>
                    <a:ext uri="{FF2B5EF4-FFF2-40B4-BE49-F238E27FC236}">
                      <a16:creationId xmlns:a16="http://schemas.microsoft.com/office/drawing/2014/main" id="{CFEDE661-9FF8-C600-81EA-FED51D2DC6FD}"/>
                    </a:ext>
                  </a:extLst>
                </p:cNvPr>
                <p:cNvPicPr/>
                <p:nvPr/>
              </p:nvPicPr>
              <p:blipFill>
                <a:blip r:embed="rId67"/>
                <a:stretch>
                  <a:fillRect/>
                </a:stretch>
              </p:blipFill>
              <p:spPr>
                <a:xfrm>
                  <a:off x="9565664" y="401322"/>
                  <a:ext cx="18720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4A6DFD98-D1F5-F30A-B889-AB795BD8E99B}"/>
                    </a:ext>
                  </a:extLst>
                </p14:cNvPr>
                <p14:cNvContentPartPr/>
                <p14:nvPr/>
              </p14:nvContentPartPr>
              <p14:xfrm>
                <a:off x="7156184" y="795162"/>
                <a:ext cx="98640" cy="1974960"/>
              </p14:xfrm>
            </p:contentPart>
          </mc:Choice>
          <mc:Fallback>
            <p:pic>
              <p:nvPicPr>
                <p:cNvPr id="41" name="Ink 40">
                  <a:extLst>
                    <a:ext uri="{FF2B5EF4-FFF2-40B4-BE49-F238E27FC236}">
                      <a16:creationId xmlns:a16="http://schemas.microsoft.com/office/drawing/2014/main" id="{4A6DFD98-D1F5-F30A-B889-AB795BD8E99B}"/>
                    </a:ext>
                  </a:extLst>
                </p:cNvPr>
                <p:cNvPicPr/>
                <p:nvPr/>
              </p:nvPicPr>
              <p:blipFill>
                <a:blip r:embed="rId69"/>
                <a:stretch>
                  <a:fillRect/>
                </a:stretch>
              </p:blipFill>
              <p:spPr>
                <a:xfrm>
                  <a:off x="7147544" y="786162"/>
                  <a:ext cx="116280" cy="1992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FD5A9B50-75DC-8EA2-A7F5-8D64566AB83B}"/>
                    </a:ext>
                  </a:extLst>
                </p14:cNvPr>
                <p14:cNvContentPartPr/>
                <p14:nvPr/>
              </p14:nvContentPartPr>
              <p14:xfrm>
                <a:off x="8196584" y="926562"/>
                <a:ext cx="172440" cy="1897200"/>
              </p14:xfrm>
            </p:contentPart>
          </mc:Choice>
          <mc:Fallback>
            <p:pic>
              <p:nvPicPr>
                <p:cNvPr id="42" name="Ink 41">
                  <a:extLst>
                    <a:ext uri="{FF2B5EF4-FFF2-40B4-BE49-F238E27FC236}">
                      <a16:creationId xmlns:a16="http://schemas.microsoft.com/office/drawing/2014/main" id="{FD5A9B50-75DC-8EA2-A7F5-8D64566AB83B}"/>
                    </a:ext>
                  </a:extLst>
                </p:cNvPr>
                <p:cNvPicPr/>
                <p:nvPr/>
              </p:nvPicPr>
              <p:blipFill>
                <a:blip r:embed="rId71"/>
                <a:stretch>
                  <a:fillRect/>
                </a:stretch>
              </p:blipFill>
              <p:spPr>
                <a:xfrm>
                  <a:off x="8187584" y="917922"/>
                  <a:ext cx="190080" cy="19148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124E3D12-9947-4BD9-375D-DCE24E4D1F41}"/>
                    </a:ext>
                  </a:extLst>
                </p14:cNvPr>
                <p14:cNvContentPartPr/>
                <p14:nvPr/>
              </p14:nvContentPartPr>
              <p14:xfrm>
                <a:off x="9289544" y="982002"/>
                <a:ext cx="106920" cy="1899360"/>
              </p14:xfrm>
            </p:contentPart>
          </mc:Choice>
          <mc:Fallback>
            <p:pic>
              <p:nvPicPr>
                <p:cNvPr id="43" name="Ink 42">
                  <a:extLst>
                    <a:ext uri="{FF2B5EF4-FFF2-40B4-BE49-F238E27FC236}">
                      <a16:creationId xmlns:a16="http://schemas.microsoft.com/office/drawing/2014/main" id="{124E3D12-9947-4BD9-375D-DCE24E4D1F41}"/>
                    </a:ext>
                  </a:extLst>
                </p:cNvPr>
                <p:cNvPicPr/>
                <p:nvPr/>
              </p:nvPicPr>
              <p:blipFill>
                <a:blip r:embed="rId73"/>
                <a:stretch>
                  <a:fillRect/>
                </a:stretch>
              </p:blipFill>
              <p:spPr>
                <a:xfrm>
                  <a:off x="9280904" y="973362"/>
                  <a:ext cx="124560" cy="1917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0282F70A-BB97-0999-87DB-EA459CEC1401}"/>
                    </a:ext>
                  </a:extLst>
                </p14:cNvPr>
                <p14:cNvContentPartPr/>
                <p14:nvPr/>
              </p14:nvContentPartPr>
              <p14:xfrm>
                <a:off x="10462064" y="920442"/>
                <a:ext cx="120240" cy="1815840"/>
              </p14:xfrm>
            </p:contentPart>
          </mc:Choice>
          <mc:Fallback>
            <p:pic>
              <p:nvPicPr>
                <p:cNvPr id="44" name="Ink 43">
                  <a:extLst>
                    <a:ext uri="{FF2B5EF4-FFF2-40B4-BE49-F238E27FC236}">
                      <a16:creationId xmlns:a16="http://schemas.microsoft.com/office/drawing/2014/main" id="{0282F70A-BB97-0999-87DB-EA459CEC1401}"/>
                    </a:ext>
                  </a:extLst>
                </p:cNvPr>
                <p:cNvPicPr/>
                <p:nvPr/>
              </p:nvPicPr>
              <p:blipFill>
                <a:blip r:embed="rId75"/>
                <a:stretch>
                  <a:fillRect/>
                </a:stretch>
              </p:blipFill>
              <p:spPr>
                <a:xfrm>
                  <a:off x="10453424" y="911442"/>
                  <a:ext cx="137880" cy="1833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0F82B3C2-B892-BE93-C3C2-FFC76BB31A49}"/>
                    </a:ext>
                  </a:extLst>
                </p14:cNvPr>
                <p14:cNvContentPartPr/>
                <p14:nvPr/>
              </p14:nvContentPartPr>
              <p14:xfrm>
                <a:off x="6472184" y="1099362"/>
                <a:ext cx="5343480" cy="118080"/>
              </p14:xfrm>
            </p:contentPart>
          </mc:Choice>
          <mc:Fallback>
            <p:pic>
              <p:nvPicPr>
                <p:cNvPr id="45" name="Ink 44">
                  <a:extLst>
                    <a:ext uri="{FF2B5EF4-FFF2-40B4-BE49-F238E27FC236}">
                      <a16:creationId xmlns:a16="http://schemas.microsoft.com/office/drawing/2014/main" id="{0F82B3C2-B892-BE93-C3C2-FFC76BB31A49}"/>
                    </a:ext>
                  </a:extLst>
                </p:cNvPr>
                <p:cNvPicPr/>
                <p:nvPr/>
              </p:nvPicPr>
              <p:blipFill>
                <a:blip r:embed="rId77"/>
                <a:stretch>
                  <a:fillRect/>
                </a:stretch>
              </p:blipFill>
              <p:spPr>
                <a:xfrm>
                  <a:off x="6463544" y="1090362"/>
                  <a:ext cx="536112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0F968A2F-D1C9-9503-4801-4F26DE93F334}"/>
                    </a:ext>
                  </a:extLst>
                </p14:cNvPr>
                <p14:cNvContentPartPr/>
                <p14:nvPr/>
              </p14:nvContentPartPr>
              <p14:xfrm>
                <a:off x="6188504" y="1070562"/>
                <a:ext cx="530280" cy="2880"/>
              </p14:xfrm>
            </p:contentPart>
          </mc:Choice>
          <mc:Fallback>
            <p:pic>
              <p:nvPicPr>
                <p:cNvPr id="47" name="Ink 46">
                  <a:extLst>
                    <a:ext uri="{FF2B5EF4-FFF2-40B4-BE49-F238E27FC236}">
                      <a16:creationId xmlns:a16="http://schemas.microsoft.com/office/drawing/2014/main" id="{0F968A2F-D1C9-9503-4801-4F26DE93F334}"/>
                    </a:ext>
                  </a:extLst>
                </p:cNvPr>
                <p:cNvPicPr/>
                <p:nvPr/>
              </p:nvPicPr>
              <p:blipFill>
                <a:blip r:embed="rId79"/>
                <a:stretch>
                  <a:fillRect/>
                </a:stretch>
              </p:blipFill>
              <p:spPr>
                <a:xfrm>
                  <a:off x="6179864" y="1061922"/>
                  <a:ext cx="5479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63C957F0-84B9-AC19-2A47-CD922865A3F0}"/>
                    </a:ext>
                  </a:extLst>
                </p14:cNvPr>
                <p14:cNvContentPartPr/>
                <p14:nvPr/>
              </p14:nvContentPartPr>
              <p14:xfrm>
                <a:off x="6320264" y="782562"/>
                <a:ext cx="194760" cy="32400"/>
              </p14:xfrm>
            </p:contentPart>
          </mc:Choice>
          <mc:Fallback>
            <p:pic>
              <p:nvPicPr>
                <p:cNvPr id="48" name="Ink 47">
                  <a:extLst>
                    <a:ext uri="{FF2B5EF4-FFF2-40B4-BE49-F238E27FC236}">
                      <a16:creationId xmlns:a16="http://schemas.microsoft.com/office/drawing/2014/main" id="{63C957F0-84B9-AC19-2A47-CD922865A3F0}"/>
                    </a:ext>
                  </a:extLst>
                </p:cNvPr>
                <p:cNvPicPr/>
                <p:nvPr/>
              </p:nvPicPr>
              <p:blipFill>
                <a:blip r:embed="rId81"/>
                <a:stretch>
                  <a:fillRect/>
                </a:stretch>
              </p:blipFill>
              <p:spPr>
                <a:xfrm>
                  <a:off x="6311264" y="773922"/>
                  <a:ext cx="2124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FBA11B42-44CD-66C5-47CB-0D4664A3159C}"/>
                    </a:ext>
                  </a:extLst>
                </p14:cNvPr>
                <p14:cNvContentPartPr/>
                <p14:nvPr/>
              </p14:nvContentPartPr>
              <p14:xfrm>
                <a:off x="6403784" y="788322"/>
                <a:ext cx="54720" cy="178200"/>
              </p14:xfrm>
            </p:contentPart>
          </mc:Choice>
          <mc:Fallback>
            <p:pic>
              <p:nvPicPr>
                <p:cNvPr id="49" name="Ink 48">
                  <a:extLst>
                    <a:ext uri="{FF2B5EF4-FFF2-40B4-BE49-F238E27FC236}">
                      <a16:creationId xmlns:a16="http://schemas.microsoft.com/office/drawing/2014/main" id="{FBA11B42-44CD-66C5-47CB-0D4664A3159C}"/>
                    </a:ext>
                  </a:extLst>
                </p:cNvPr>
                <p:cNvPicPr/>
                <p:nvPr/>
              </p:nvPicPr>
              <p:blipFill>
                <a:blip r:embed="rId83"/>
                <a:stretch>
                  <a:fillRect/>
                </a:stretch>
              </p:blipFill>
              <p:spPr>
                <a:xfrm>
                  <a:off x="6394784" y="779682"/>
                  <a:ext cx="723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2099A66C-AFCB-CA16-7AA9-15A9C78AC794}"/>
                    </a:ext>
                  </a:extLst>
                </p14:cNvPr>
                <p14:cNvContentPartPr/>
                <p14:nvPr/>
              </p14:nvContentPartPr>
              <p14:xfrm>
                <a:off x="6539864" y="912522"/>
                <a:ext cx="29160" cy="81000"/>
              </p14:xfrm>
            </p:contentPart>
          </mc:Choice>
          <mc:Fallback>
            <p:pic>
              <p:nvPicPr>
                <p:cNvPr id="50" name="Ink 49">
                  <a:extLst>
                    <a:ext uri="{FF2B5EF4-FFF2-40B4-BE49-F238E27FC236}">
                      <a16:creationId xmlns:a16="http://schemas.microsoft.com/office/drawing/2014/main" id="{2099A66C-AFCB-CA16-7AA9-15A9C78AC794}"/>
                    </a:ext>
                  </a:extLst>
                </p:cNvPr>
                <p:cNvPicPr/>
                <p:nvPr/>
              </p:nvPicPr>
              <p:blipFill>
                <a:blip r:embed="rId85"/>
                <a:stretch>
                  <a:fillRect/>
                </a:stretch>
              </p:blipFill>
              <p:spPr>
                <a:xfrm>
                  <a:off x="6530864" y="903882"/>
                  <a:ext cx="468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D44A2AC2-DB04-530A-51BB-329EC0A14FCE}"/>
                    </a:ext>
                  </a:extLst>
                </p14:cNvPr>
                <p14:cNvContentPartPr/>
                <p14:nvPr/>
              </p14:nvContentPartPr>
              <p14:xfrm>
                <a:off x="6579464" y="838722"/>
                <a:ext cx="1440" cy="16200"/>
              </p14:xfrm>
            </p:contentPart>
          </mc:Choice>
          <mc:Fallback>
            <p:pic>
              <p:nvPicPr>
                <p:cNvPr id="51" name="Ink 50">
                  <a:extLst>
                    <a:ext uri="{FF2B5EF4-FFF2-40B4-BE49-F238E27FC236}">
                      <a16:creationId xmlns:a16="http://schemas.microsoft.com/office/drawing/2014/main" id="{D44A2AC2-DB04-530A-51BB-329EC0A14FCE}"/>
                    </a:ext>
                  </a:extLst>
                </p:cNvPr>
                <p:cNvPicPr/>
                <p:nvPr/>
              </p:nvPicPr>
              <p:blipFill>
                <a:blip r:embed="rId87"/>
                <a:stretch>
                  <a:fillRect/>
                </a:stretch>
              </p:blipFill>
              <p:spPr>
                <a:xfrm>
                  <a:off x="6570824" y="829722"/>
                  <a:ext cx="1908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2BEB620D-B77D-40F8-D377-282E1E5345C1}"/>
                    </a:ext>
                  </a:extLst>
                </p14:cNvPr>
                <p14:cNvContentPartPr/>
                <p14:nvPr/>
              </p14:nvContentPartPr>
              <p14:xfrm>
                <a:off x="6646424" y="805242"/>
                <a:ext cx="164520" cy="204120"/>
              </p14:xfrm>
            </p:contentPart>
          </mc:Choice>
          <mc:Fallback>
            <p:pic>
              <p:nvPicPr>
                <p:cNvPr id="52" name="Ink 51">
                  <a:extLst>
                    <a:ext uri="{FF2B5EF4-FFF2-40B4-BE49-F238E27FC236}">
                      <a16:creationId xmlns:a16="http://schemas.microsoft.com/office/drawing/2014/main" id="{2BEB620D-B77D-40F8-D377-282E1E5345C1}"/>
                    </a:ext>
                  </a:extLst>
                </p:cNvPr>
                <p:cNvPicPr/>
                <p:nvPr/>
              </p:nvPicPr>
              <p:blipFill>
                <a:blip r:embed="rId89"/>
                <a:stretch>
                  <a:fillRect/>
                </a:stretch>
              </p:blipFill>
              <p:spPr>
                <a:xfrm>
                  <a:off x="6637424" y="796242"/>
                  <a:ext cx="18216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A06BE89E-2533-B6C8-E7D1-1D215EFC1EF8}"/>
                    </a:ext>
                  </a:extLst>
                </p14:cNvPr>
                <p14:cNvContentPartPr/>
                <p14:nvPr/>
              </p14:nvContentPartPr>
              <p14:xfrm>
                <a:off x="7407824" y="958242"/>
                <a:ext cx="72000" cy="100800"/>
              </p14:xfrm>
            </p:contentPart>
          </mc:Choice>
          <mc:Fallback>
            <p:pic>
              <p:nvPicPr>
                <p:cNvPr id="53" name="Ink 52">
                  <a:extLst>
                    <a:ext uri="{FF2B5EF4-FFF2-40B4-BE49-F238E27FC236}">
                      <a16:creationId xmlns:a16="http://schemas.microsoft.com/office/drawing/2014/main" id="{A06BE89E-2533-B6C8-E7D1-1D215EFC1EF8}"/>
                    </a:ext>
                  </a:extLst>
                </p:cNvPr>
                <p:cNvPicPr/>
                <p:nvPr/>
              </p:nvPicPr>
              <p:blipFill>
                <a:blip r:embed="rId91"/>
                <a:stretch>
                  <a:fillRect/>
                </a:stretch>
              </p:blipFill>
              <p:spPr>
                <a:xfrm>
                  <a:off x="7399184" y="949602"/>
                  <a:ext cx="896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6AF8FF95-1B24-9F88-D706-37D9301DC0B8}"/>
                    </a:ext>
                  </a:extLst>
                </p14:cNvPr>
                <p14:cNvContentPartPr/>
                <p14:nvPr/>
              </p14:nvContentPartPr>
              <p14:xfrm>
                <a:off x="7450664" y="878322"/>
                <a:ext cx="10800" cy="7200"/>
              </p14:xfrm>
            </p:contentPart>
          </mc:Choice>
          <mc:Fallback>
            <p:pic>
              <p:nvPicPr>
                <p:cNvPr id="54" name="Ink 53">
                  <a:extLst>
                    <a:ext uri="{FF2B5EF4-FFF2-40B4-BE49-F238E27FC236}">
                      <a16:creationId xmlns:a16="http://schemas.microsoft.com/office/drawing/2014/main" id="{6AF8FF95-1B24-9F88-D706-37D9301DC0B8}"/>
                    </a:ext>
                  </a:extLst>
                </p:cNvPr>
                <p:cNvPicPr/>
                <p:nvPr/>
              </p:nvPicPr>
              <p:blipFill>
                <a:blip r:embed="rId93"/>
                <a:stretch>
                  <a:fillRect/>
                </a:stretch>
              </p:blipFill>
              <p:spPr>
                <a:xfrm>
                  <a:off x="7441664" y="869322"/>
                  <a:ext cx="2844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04216BAB-0646-8232-67C1-1FFFBD3B7A97}"/>
                    </a:ext>
                  </a:extLst>
                </p14:cNvPr>
                <p14:cNvContentPartPr/>
                <p14:nvPr/>
              </p14:nvContentPartPr>
              <p14:xfrm>
                <a:off x="7540664" y="880482"/>
                <a:ext cx="173160" cy="183960"/>
              </p14:xfrm>
            </p:contentPart>
          </mc:Choice>
          <mc:Fallback>
            <p:pic>
              <p:nvPicPr>
                <p:cNvPr id="55" name="Ink 54">
                  <a:extLst>
                    <a:ext uri="{FF2B5EF4-FFF2-40B4-BE49-F238E27FC236}">
                      <a16:creationId xmlns:a16="http://schemas.microsoft.com/office/drawing/2014/main" id="{04216BAB-0646-8232-67C1-1FFFBD3B7A97}"/>
                    </a:ext>
                  </a:extLst>
                </p:cNvPr>
                <p:cNvPicPr/>
                <p:nvPr/>
              </p:nvPicPr>
              <p:blipFill>
                <a:blip r:embed="rId95"/>
                <a:stretch>
                  <a:fillRect/>
                </a:stretch>
              </p:blipFill>
              <p:spPr>
                <a:xfrm>
                  <a:off x="7532024" y="871482"/>
                  <a:ext cx="19080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749E7973-1790-2253-3581-42102D2E096E}"/>
                    </a:ext>
                  </a:extLst>
                </p14:cNvPr>
                <p14:cNvContentPartPr/>
                <p14:nvPr/>
              </p14:nvContentPartPr>
              <p14:xfrm>
                <a:off x="6118304" y="408882"/>
                <a:ext cx="1933920" cy="530640"/>
              </p14:xfrm>
            </p:contentPart>
          </mc:Choice>
          <mc:Fallback>
            <p:pic>
              <p:nvPicPr>
                <p:cNvPr id="56" name="Ink 55">
                  <a:extLst>
                    <a:ext uri="{FF2B5EF4-FFF2-40B4-BE49-F238E27FC236}">
                      <a16:creationId xmlns:a16="http://schemas.microsoft.com/office/drawing/2014/main" id="{749E7973-1790-2253-3581-42102D2E096E}"/>
                    </a:ext>
                  </a:extLst>
                </p:cNvPr>
                <p:cNvPicPr/>
                <p:nvPr/>
              </p:nvPicPr>
              <p:blipFill>
                <a:blip r:embed="rId97"/>
                <a:stretch>
                  <a:fillRect/>
                </a:stretch>
              </p:blipFill>
              <p:spPr>
                <a:xfrm>
                  <a:off x="6109664" y="400242"/>
                  <a:ext cx="1951560" cy="548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20E91435-D3C7-551D-25CD-C2384144F03B}"/>
                    </a:ext>
                  </a:extLst>
                </p14:cNvPr>
                <p14:cNvContentPartPr/>
                <p14:nvPr/>
              </p14:nvContentPartPr>
              <p14:xfrm>
                <a:off x="6786464" y="122322"/>
                <a:ext cx="57960" cy="203760"/>
              </p14:xfrm>
            </p:contentPart>
          </mc:Choice>
          <mc:Fallback>
            <p:pic>
              <p:nvPicPr>
                <p:cNvPr id="57" name="Ink 56">
                  <a:extLst>
                    <a:ext uri="{FF2B5EF4-FFF2-40B4-BE49-F238E27FC236}">
                      <a16:creationId xmlns:a16="http://schemas.microsoft.com/office/drawing/2014/main" id="{20E91435-D3C7-551D-25CD-C2384144F03B}"/>
                    </a:ext>
                  </a:extLst>
                </p:cNvPr>
                <p:cNvPicPr/>
                <p:nvPr/>
              </p:nvPicPr>
              <p:blipFill>
                <a:blip r:embed="rId99"/>
                <a:stretch>
                  <a:fillRect/>
                </a:stretch>
              </p:blipFill>
              <p:spPr>
                <a:xfrm>
                  <a:off x="6777464" y="113322"/>
                  <a:ext cx="756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6195071B-2B48-2AC7-5BD8-664D971749A1}"/>
                    </a:ext>
                  </a:extLst>
                </p14:cNvPr>
                <p14:cNvContentPartPr/>
                <p14:nvPr/>
              </p14:nvContentPartPr>
              <p14:xfrm>
                <a:off x="6830744" y="84882"/>
                <a:ext cx="113760" cy="149040"/>
              </p14:xfrm>
            </p:contentPart>
          </mc:Choice>
          <mc:Fallback>
            <p:pic>
              <p:nvPicPr>
                <p:cNvPr id="58" name="Ink 57">
                  <a:extLst>
                    <a:ext uri="{FF2B5EF4-FFF2-40B4-BE49-F238E27FC236}">
                      <a16:creationId xmlns:a16="http://schemas.microsoft.com/office/drawing/2014/main" id="{6195071B-2B48-2AC7-5BD8-664D971749A1}"/>
                    </a:ext>
                  </a:extLst>
                </p:cNvPr>
                <p:cNvPicPr/>
                <p:nvPr/>
              </p:nvPicPr>
              <p:blipFill>
                <a:blip r:embed="rId101"/>
                <a:stretch>
                  <a:fillRect/>
                </a:stretch>
              </p:blipFill>
              <p:spPr>
                <a:xfrm>
                  <a:off x="6821744" y="75882"/>
                  <a:ext cx="13140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CBF29F1E-E9A1-CB99-2BF7-01CC1EA9BF50}"/>
                    </a:ext>
                  </a:extLst>
                </p14:cNvPr>
                <p14:cNvContentPartPr/>
                <p14:nvPr/>
              </p14:nvContentPartPr>
              <p14:xfrm>
                <a:off x="6997064" y="188922"/>
                <a:ext cx="32400" cy="116640"/>
              </p14:xfrm>
            </p:contentPart>
          </mc:Choice>
          <mc:Fallback>
            <p:pic>
              <p:nvPicPr>
                <p:cNvPr id="59" name="Ink 58">
                  <a:extLst>
                    <a:ext uri="{FF2B5EF4-FFF2-40B4-BE49-F238E27FC236}">
                      <a16:creationId xmlns:a16="http://schemas.microsoft.com/office/drawing/2014/main" id="{CBF29F1E-E9A1-CB99-2BF7-01CC1EA9BF50}"/>
                    </a:ext>
                  </a:extLst>
                </p:cNvPr>
                <p:cNvPicPr/>
                <p:nvPr/>
              </p:nvPicPr>
              <p:blipFill>
                <a:blip r:embed="rId103"/>
                <a:stretch>
                  <a:fillRect/>
                </a:stretch>
              </p:blipFill>
              <p:spPr>
                <a:xfrm>
                  <a:off x="6988064" y="180282"/>
                  <a:ext cx="5004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5204ADB5-3113-6BD4-5C3F-D9FF9951E108}"/>
                    </a:ext>
                  </a:extLst>
                </p14:cNvPr>
                <p14:cNvContentPartPr/>
                <p14:nvPr/>
              </p14:nvContentPartPr>
              <p14:xfrm>
                <a:off x="7010384" y="203682"/>
                <a:ext cx="190440" cy="136800"/>
              </p14:xfrm>
            </p:contentPart>
          </mc:Choice>
          <mc:Fallback>
            <p:pic>
              <p:nvPicPr>
                <p:cNvPr id="60" name="Ink 59">
                  <a:extLst>
                    <a:ext uri="{FF2B5EF4-FFF2-40B4-BE49-F238E27FC236}">
                      <a16:creationId xmlns:a16="http://schemas.microsoft.com/office/drawing/2014/main" id="{5204ADB5-3113-6BD4-5C3F-D9FF9951E108}"/>
                    </a:ext>
                  </a:extLst>
                </p:cNvPr>
                <p:cNvPicPr/>
                <p:nvPr/>
              </p:nvPicPr>
              <p:blipFill>
                <a:blip r:embed="rId105"/>
                <a:stretch>
                  <a:fillRect/>
                </a:stretch>
              </p:blipFill>
              <p:spPr>
                <a:xfrm>
                  <a:off x="7001384" y="195042"/>
                  <a:ext cx="20808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2BC86EBE-B169-FD9B-4543-3934B964A887}"/>
                    </a:ext>
                  </a:extLst>
                </p14:cNvPr>
                <p14:cNvContentPartPr/>
                <p14:nvPr/>
              </p14:nvContentPartPr>
              <p14:xfrm>
                <a:off x="8401784" y="920082"/>
                <a:ext cx="497160" cy="224280"/>
              </p14:xfrm>
            </p:contentPart>
          </mc:Choice>
          <mc:Fallback>
            <p:pic>
              <p:nvPicPr>
                <p:cNvPr id="62" name="Ink 61">
                  <a:extLst>
                    <a:ext uri="{FF2B5EF4-FFF2-40B4-BE49-F238E27FC236}">
                      <a16:creationId xmlns:a16="http://schemas.microsoft.com/office/drawing/2014/main" id="{2BC86EBE-B169-FD9B-4543-3934B964A887}"/>
                    </a:ext>
                  </a:extLst>
                </p:cNvPr>
                <p:cNvPicPr/>
                <p:nvPr/>
              </p:nvPicPr>
              <p:blipFill>
                <a:blip r:embed="rId107"/>
                <a:stretch>
                  <a:fillRect/>
                </a:stretch>
              </p:blipFill>
              <p:spPr>
                <a:xfrm>
                  <a:off x="8393144" y="911442"/>
                  <a:ext cx="5148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F99CAC71-B1D2-BCAF-6096-A6520D526810}"/>
                    </a:ext>
                  </a:extLst>
                </p14:cNvPr>
                <p14:cNvContentPartPr/>
                <p14:nvPr/>
              </p14:nvContentPartPr>
              <p14:xfrm>
                <a:off x="8894624" y="1050042"/>
                <a:ext cx="52920" cy="36720"/>
              </p14:xfrm>
            </p:contentPart>
          </mc:Choice>
          <mc:Fallback>
            <p:pic>
              <p:nvPicPr>
                <p:cNvPr id="63" name="Ink 62">
                  <a:extLst>
                    <a:ext uri="{FF2B5EF4-FFF2-40B4-BE49-F238E27FC236}">
                      <a16:creationId xmlns:a16="http://schemas.microsoft.com/office/drawing/2014/main" id="{F99CAC71-B1D2-BCAF-6096-A6520D526810}"/>
                    </a:ext>
                  </a:extLst>
                </p:cNvPr>
                <p:cNvPicPr/>
                <p:nvPr/>
              </p:nvPicPr>
              <p:blipFill>
                <a:blip r:embed="rId109"/>
                <a:stretch>
                  <a:fillRect/>
                </a:stretch>
              </p:blipFill>
              <p:spPr>
                <a:xfrm>
                  <a:off x="8885624" y="1041402"/>
                  <a:ext cx="705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4" name="Ink 63">
                  <a:extLst>
                    <a:ext uri="{FF2B5EF4-FFF2-40B4-BE49-F238E27FC236}">
                      <a16:creationId xmlns:a16="http://schemas.microsoft.com/office/drawing/2014/main" id="{E64A5A36-81A0-3022-CC6E-B148A9187F9D}"/>
                    </a:ext>
                  </a:extLst>
                </p14:cNvPr>
                <p14:cNvContentPartPr/>
                <p14:nvPr/>
              </p14:nvContentPartPr>
              <p14:xfrm>
                <a:off x="9554864" y="1010082"/>
                <a:ext cx="53640" cy="162000"/>
              </p14:xfrm>
            </p:contentPart>
          </mc:Choice>
          <mc:Fallback>
            <p:pic>
              <p:nvPicPr>
                <p:cNvPr id="64" name="Ink 63">
                  <a:extLst>
                    <a:ext uri="{FF2B5EF4-FFF2-40B4-BE49-F238E27FC236}">
                      <a16:creationId xmlns:a16="http://schemas.microsoft.com/office/drawing/2014/main" id="{E64A5A36-81A0-3022-CC6E-B148A9187F9D}"/>
                    </a:ext>
                  </a:extLst>
                </p:cNvPr>
                <p:cNvPicPr/>
                <p:nvPr/>
              </p:nvPicPr>
              <p:blipFill>
                <a:blip r:embed="rId111"/>
                <a:stretch>
                  <a:fillRect/>
                </a:stretch>
              </p:blipFill>
              <p:spPr>
                <a:xfrm>
                  <a:off x="9545864" y="1001442"/>
                  <a:ext cx="7128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5" name="Ink 64">
                  <a:extLst>
                    <a:ext uri="{FF2B5EF4-FFF2-40B4-BE49-F238E27FC236}">
                      <a16:creationId xmlns:a16="http://schemas.microsoft.com/office/drawing/2014/main" id="{0763C03D-FA8A-C18D-284F-F2B012DA076C}"/>
                    </a:ext>
                  </a:extLst>
                </p14:cNvPr>
                <p14:cNvContentPartPr/>
                <p14:nvPr/>
              </p14:nvContentPartPr>
              <p14:xfrm>
                <a:off x="9599864" y="899202"/>
                <a:ext cx="142920" cy="284040"/>
              </p14:xfrm>
            </p:contentPart>
          </mc:Choice>
          <mc:Fallback>
            <p:pic>
              <p:nvPicPr>
                <p:cNvPr id="65" name="Ink 64">
                  <a:extLst>
                    <a:ext uri="{FF2B5EF4-FFF2-40B4-BE49-F238E27FC236}">
                      <a16:creationId xmlns:a16="http://schemas.microsoft.com/office/drawing/2014/main" id="{0763C03D-FA8A-C18D-284F-F2B012DA076C}"/>
                    </a:ext>
                  </a:extLst>
                </p:cNvPr>
                <p:cNvPicPr/>
                <p:nvPr/>
              </p:nvPicPr>
              <p:blipFill>
                <a:blip r:embed="rId113"/>
                <a:stretch>
                  <a:fillRect/>
                </a:stretch>
              </p:blipFill>
              <p:spPr>
                <a:xfrm>
                  <a:off x="9591224" y="890202"/>
                  <a:ext cx="16056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Ink 65">
                  <a:extLst>
                    <a:ext uri="{FF2B5EF4-FFF2-40B4-BE49-F238E27FC236}">
                      <a16:creationId xmlns:a16="http://schemas.microsoft.com/office/drawing/2014/main" id="{4E000E83-9F75-F436-3A5F-ACF6B008F34E}"/>
                    </a:ext>
                  </a:extLst>
                </p14:cNvPr>
                <p14:cNvContentPartPr/>
                <p14:nvPr/>
              </p14:nvContentPartPr>
              <p14:xfrm>
                <a:off x="9778424" y="988122"/>
                <a:ext cx="1800" cy="46080"/>
              </p14:xfrm>
            </p:contentPart>
          </mc:Choice>
          <mc:Fallback>
            <p:pic>
              <p:nvPicPr>
                <p:cNvPr id="66" name="Ink 65">
                  <a:extLst>
                    <a:ext uri="{FF2B5EF4-FFF2-40B4-BE49-F238E27FC236}">
                      <a16:creationId xmlns:a16="http://schemas.microsoft.com/office/drawing/2014/main" id="{4E000E83-9F75-F436-3A5F-ACF6B008F34E}"/>
                    </a:ext>
                  </a:extLst>
                </p:cNvPr>
                <p:cNvPicPr/>
                <p:nvPr/>
              </p:nvPicPr>
              <p:blipFill>
                <a:blip r:embed="rId115"/>
                <a:stretch>
                  <a:fillRect/>
                </a:stretch>
              </p:blipFill>
              <p:spPr>
                <a:xfrm>
                  <a:off x="9769424" y="979122"/>
                  <a:ext cx="194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7" name="Ink 66">
                  <a:extLst>
                    <a:ext uri="{FF2B5EF4-FFF2-40B4-BE49-F238E27FC236}">
                      <a16:creationId xmlns:a16="http://schemas.microsoft.com/office/drawing/2014/main" id="{A4B7B591-4F59-9AE7-6D20-1BE9A7714429}"/>
                    </a:ext>
                  </a:extLst>
                </p14:cNvPr>
                <p14:cNvContentPartPr/>
                <p14:nvPr/>
              </p14:nvContentPartPr>
              <p14:xfrm>
                <a:off x="9859424" y="1014762"/>
                <a:ext cx="36720" cy="147240"/>
              </p14:xfrm>
            </p:contentPart>
          </mc:Choice>
          <mc:Fallback>
            <p:pic>
              <p:nvPicPr>
                <p:cNvPr id="67" name="Ink 66">
                  <a:extLst>
                    <a:ext uri="{FF2B5EF4-FFF2-40B4-BE49-F238E27FC236}">
                      <a16:creationId xmlns:a16="http://schemas.microsoft.com/office/drawing/2014/main" id="{A4B7B591-4F59-9AE7-6D20-1BE9A7714429}"/>
                    </a:ext>
                  </a:extLst>
                </p:cNvPr>
                <p:cNvPicPr/>
                <p:nvPr/>
              </p:nvPicPr>
              <p:blipFill>
                <a:blip r:embed="rId117"/>
                <a:stretch>
                  <a:fillRect/>
                </a:stretch>
              </p:blipFill>
              <p:spPr>
                <a:xfrm>
                  <a:off x="9850784" y="1005762"/>
                  <a:ext cx="5436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8" name="Ink 67">
                  <a:extLst>
                    <a:ext uri="{FF2B5EF4-FFF2-40B4-BE49-F238E27FC236}">
                      <a16:creationId xmlns:a16="http://schemas.microsoft.com/office/drawing/2014/main" id="{2CBB356C-B711-AAC3-E7FE-CECDA35BE11B}"/>
                    </a:ext>
                  </a:extLst>
                </p14:cNvPr>
                <p14:cNvContentPartPr/>
                <p14:nvPr/>
              </p14:nvContentPartPr>
              <p14:xfrm>
                <a:off x="9919184" y="1039962"/>
                <a:ext cx="166680" cy="142920"/>
              </p14:xfrm>
            </p:contentPart>
          </mc:Choice>
          <mc:Fallback>
            <p:pic>
              <p:nvPicPr>
                <p:cNvPr id="68" name="Ink 67">
                  <a:extLst>
                    <a:ext uri="{FF2B5EF4-FFF2-40B4-BE49-F238E27FC236}">
                      <a16:creationId xmlns:a16="http://schemas.microsoft.com/office/drawing/2014/main" id="{2CBB356C-B711-AAC3-E7FE-CECDA35BE11B}"/>
                    </a:ext>
                  </a:extLst>
                </p:cNvPr>
                <p:cNvPicPr/>
                <p:nvPr/>
              </p:nvPicPr>
              <p:blipFill>
                <a:blip r:embed="rId119"/>
                <a:stretch>
                  <a:fillRect/>
                </a:stretch>
              </p:blipFill>
              <p:spPr>
                <a:xfrm>
                  <a:off x="9910544" y="1030962"/>
                  <a:ext cx="18432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9" name="Ink 68">
                  <a:extLst>
                    <a:ext uri="{FF2B5EF4-FFF2-40B4-BE49-F238E27FC236}">
                      <a16:creationId xmlns:a16="http://schemas.microsoft.com/office/drawing/2014/main" id="{7E5F8194-6BFF-789D-058A-F90FBF187758}"/>
                    </a:ext>
                  </a:extLst>
                </p14:cNvPr>
                <p14:cNvContentPartPr/>
                <p14:nvPr/>
              </p14:nvContentPartPr>
              <p14:xfrm>
                <a:off x="10143824" y="993162"/>
                <a:ext cx="21960" cy="182160"/>
              </p14:xfrm>
            </p:contentPart>
          </mc:Choice>
          <mc:Fallback>
            <p:pic>
              <p:nvPicPr>
                <p:cNvPr id="69" name="Ink 68">
                  <a:extLst>
                    <a:ext uri="{FF2B5EF4-FFF2-40B4-BE49-F238E27FC236}">
                      <a16:creationId xmlns:a16="http://schemas.microsoft.com/office/drawing/2014/main" id="{7E5F8194-6BFF-789D-058A-F90FBF187758}"/>
                    </a:ext>
                  </a:extLst>
                </p:cNvPr>
                <p:cNvPicPr/>
                <p:nvPr/>
              </p:nvPicPr>
              <p:blipFill>
                <a:blip r:embed="rId121"/>
                <a:stretch>
                  <a:fillRect/>
                </a:stretch>
              </p:blipFill>
              <p:spPr>
                <a:xfrm>
                  <a:off x="10135184" y="984522"/>
                  <a:ext cx="396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0" name="Ink 69">
                  <a:extLst>
                    <a:ext uri="{FF2B5EF4-FFF2-40B4-BE49-F238E27FC236}">
                      <a16:creationId xmlns:a16="http://schemas.microsoft.com/office/drawing/2014/main" id="{E68CBE0F-7014-5D11-4EBD-F0C9EC4D633E}"/>
                    </a:ext>
                  </a:extLst>
                </p14:cNvPr>
                <p14:cNvContentPartPr/>
                <p14:nvPr/>
              </p14:nvContentPartPr>
              <p14:xfrm>
                <a:off x="10131224" y="1073082"/>
                <a:ext cx="69480" cy="46800"/>
              </p14:xfrm>
            </p:contentPart>
          </mc:Choice>
          <mc:Fallback>
            <p:pic>
              <p:nvPicPr>
                <p:cNvPr id="70" name="Ink 69">
                  <a:extLst>
                    <a:ext uri="{FF2B5EF4-FFF2-40B4-BE49-F238E27FC236}">
                      <a16:creationId xmlns:a16="http://schemas.microsoft.com/office/drawing/2014/main" id="{E68CBE0F-7014-5D11-4EBD-F0C9EC4D633E}"/>
                    </a:ext>
                  </a:extLst>
                </p:cNvPr>
                <p:cNvPicPr/>
                <p:nvPr/>
              </p:nvPicPr>
              <p:blipFill>
                <a:blip r:embed="rId123"/>
                <a:stretch>
                  <a:fillRect/>
                </a:stretch>
              </p:blipFill>
              <p:spPr>
                <a:xfrm>
                  <a:off x="10122224" y="1064442"/>
                  <a:ext cx="8712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1" name="Ink 70">
                  <a:extLst>
                    <a:ext uri="{FF2B5EF4-FFF2-40B4-BE49-F238E27FC236}">
                      <a16:creationId xmlns:a16="http://schemas.microsoft.com/office/drawing/2014/main" id="{A1094E9C-6285-623B-91B8-A150817A7969}"/>
                    </a:ext>
                  </a:extLst>
                </p14:cNvPr>
                <p14:cNvContentPartPr/>
                <p14:nvPr/>
              </p14:nvContentPartPr>
              <p14:xfrm>
                <a:off x="10754024" y="873282"/>
                <a:ext cx="138960" cy="320760"/>
              </p14:xfrm>
            </p:contentPart>
          </mc:Choice>
          <mc:Fallback>
            <p:pic>
              <p:nvPicPr>
                <p:cNvPr id="71" name="Ink 70">
                  <a:extLst>
                    <a:ext uri="{FF2B5EF4-FFF2-40B4-BE49-F238E27FC236}">
                      <a16:creationId xmlns:a16="http://schemas.microsoft.com/office/drawing/2014/main" id="{A1094E9C-6285-623B-91B8-A150817A7969}"/>
                    </a:ext>
                  </a:extLst>
                </p:cNvPr>
                <p:cNvPicPr/>
                <p:nvPr/>
              </p:nvPicPr>
              <p:blipFill>
                <a:blip r:embed="rId125"/>
                <a:stretch>
                  <a:fillRect/>
                </a:stretch>
              </p:blipFill>
              <p:spPr>
                <a:xfrm>
                  <a:off x="10745024" y="864642"/>
                  <a:ext cx="15660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2" name="Ink 71">
                  <a:extLst>
                    <a:ext uri="{FF2B5EF4-FFF2-40B4-BE49-F238E27FC236}">
                      <a16:creationId xmlns:a16="http://schemas.microsoft.com/office/drawing/2014/main" id="{19847CE7-2203-E1BD-1B95-F84DA75A8F0A}"/>
                    </a:ext>
                  </a:extLst>
                </p14:cNvPr>
                <p14:cNvContentPartPr/>
                <p14:nvPr/>
              </p14:nvContentPartPr>
              <p14:xfrm>
                <a:off x="10725944" y="1065882"/>
                <a:ext cx="156600" cy="157680"/>
              </p14:xfrm>
            </p:contentPart>
          </mc:Choice>
          <mc:Fallback>
            <p:pic>
              <p:nvPicPr>
                <p:cNvPr id="72" name="Ink 71">
                  <a:extLst>
                    <a:ext uri="{FF2B5EF4-FFF2-40B4-BE49-F238E27FC236}">
                      <a16:creationId xmlns:a16="http://schemas.microsoft.com/office/drawing/2014/main" id="{19847CE7-2203-E1BD-1B95-F84DA75A8F0A}"/>
                    </a:ext>
                  </a:extLst>
                </p:cNvPr>
                <p:cNvPicPr/>
                <p:nvPr/>
              </p:nvPicPr>
              <p:blipFill>
                <a:blip r:embed="rId127"/>
                <a:stretch>
                  <a:fillRect/>
                </a:stretch>
              </p:blipFill>
              <p:spPr>
                <a:xfrm>
                  <a:off x="10716944" y="1056882"/>
                  <a:ext cx="17424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3" name="Ink 72">
                  <a:extLst>
                    <a:ext uri="{FF2B5EF4-FFF2-40B4-BE49-F238E27FC236}">
                      <a16:creationId xmlns:a16="http://schemas.microsoft.com/office/drawing/2014/main" id="{5EA545C4-EE24-A5B9-4883-3B3494FCF25B}"/>
                    </a:ext>
                  </a:extLst>
                </p14:cNvPr>
                <p14:cNvContentPartPr/>
                <p14:nvPr/>
              </p14:nvContentPartPr>
              <p14:xfrm>
                <a:off x="10899824" y="1026282"/>
                <a:ext cx="9720" cy="47160"/>
              </p14:xfrm>
            </p:contentPart>
          </mc:Choice>
          <mc:Fallback>
            <p:pic>
              <p:nvPicPr>
                <p:cNvPr id="73" name="Ink 72">
                  <a:extLst>
                    <a:ext uri="{FF2B5EF4-FFF2-40B4-BE49-F238E27FC236}">
                      <a16:creationId xmlns:a16="http://schemas.microsoft.com/office/drawing/2014/main" id="{5EA545C4-EE24-A5B9-4883-3B3494FCF25B}"/>
                    </a:ext>
                  </a:extLst>
                </p:cNvPr>
                <p:cNvPicPr/>
                <p:nvPr/>
              </p:nvPicPr>
              <p:blipFill>
                <a:blip r:embed="rId129"/>
                <a:stretch>
                  <a:fillRect/>
                </a:stretch>
              </p:blipFill>
              <p:spPr>
                <a:xfrm>
                  <a:off x="10890824" y="1017642"/>
                  <a:ext cx="273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4" name="Ink 73">
                  <a:extLst>
                    <a:ext uri="{FF2B5EF4-FFF2-40B4-BE49-F238E27FC236}">
                      <a16:creationId xmlns:a16="http://schemas.microsoft.com/office/drawing/2014/main" id="{A9593653-A607-DE98-A894-B94F198BC5DF}"/>
                    </a:ext>
                  </a:extLst>
                </p14:cNvPr>
                <p14:cNvContentPartPr/>
                <p14:nvPr/>
              </p14:nvContentPartPr>
              <p14:xfrm>
                <a:off x="10952744" y="1083522"/>
                <a:ext cx="146520" cy="106560"/>
              </p14:xfrm>
            </p:contentPart>
          </mc:Choice>
          <mc:Fallback>
            <p:pic>
              <p:nvPicPr>
                <p:cNvPr id="74" name="Ink 73">
                  <a:extLst>
                    <a:ext uri="{FF2B5EF4-FFF2-40B4-BE49-F238E27FC236}">
                      <a16:creationId xmlns:a16="http://schemas.microsoft.com/office/drawing/2014/main" id="{A9593653-A607-DE98-A894-B94F198BC5DF}"/>
                    </a:ext>
                  </a:extLst>
                </p:cNvPr>
                <p:cNvPicPr/>
                <p:nvPr/>
              </p:nvPicPr>
              <p:blipFill>
                <a:blip r:embed="rId131"/>
                <a:stretch>
                  <a:fillRect/>
                </a:stretch>
              </p:blipFill>
              <p:spPr>
                <a:xfrm>
                  <a:off x="10943744" y="1074882"/>
                  <a:ext cx="16416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5" name="Ink 74">
                  <a:extLst>
                    <a:ext uri="{FF2B5EF4-FFF2-40B4-BE49-F238E27FC236}">
                      <a16:creationId xmlns:a16="http://schemas.microsoft.com/office/drawing/2014/main" id="{63B128E9-9FEA-104F-C52C-0026CBE4DD76}"/>
                    </a:ext>
                  </a:extLst>
                </p14:cNvPr>
                <p14:cNvContentPartPr/>
                <p14:nvPr/>
              </p14:nvContentPartPr>
              <p14:xfrm>
                <a:off x="11157224" y="1060122"/>
                <a:ext cx="106560" cy="118080"/>
              </p14:xfrm>
            </p:contentPart>
          </mc:Choice>
          <mc:Fallback>
            <p:pic>
              <p:nvPicPr>
                <p:cNvPr id="75" name="Ink 74">
                  <a:extLst>
                    <a:ext uri="{FF2B5EF4-FFF2-40B4-BE49-F238E27FC236}">
                      <a16:creationId xmlns:a16="http://schemas.microsoft.com/office/drawing/2014/main" id="{63B128E9-9FEA-104F-C52C-0026CBE4DD76}"/>
                    </a:ext>
                  </a:extLst>
                </p:cNvPr>
                <p:cNvPicPr/>
                <p:nvPr/>
              </p:nvPicPr>
              <p:blipFill>
                <a:blip r:embed="rId133"/>
                <a:stretch>
                  <a:fillRect/>
                </a:stretch>
              </p:blipFill>
              <p:spPr>
                <a:xfrm>
                  <a:off x="11148224" y="1051122"/>
                  <a:ext cx="1242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6" name="Ink 75">
                  <a:extLst>
                    <a:ext uri="{FF2B5EF4-FFF2-40B4-BE49-F238E27FC236}">
                      <a16:creationId xmlns:a16="http://schemas.microsoft.com/office/drawing/2014/main" id="{6650ABD5-E19E-FDBB-38BA-103D37EDBAD6}"/>
                    </a:ext>
                  </a:extLst>
                </p14:cNvPr>
                <p14:cNvContentPartPr/>
                <p14:nvPr/>
              </p14:nvContentPartPr>
              <p14:xfrm>
                <a:off x="11303744" y="1094322"/>
                <a:ext cx="341280" cy="145080"/>
              </p14:xfrm>
            </p:contentPart>
          </mc:Choice>
          <mc:Fallback>
            <p:pic>
              <p:nvPicPr>
                <p:cNvPr id="76" name="Ink 75">
                  <a:extLst>
                    <a:ext uri="{FF2B5EF4-FFF2-40B4-BE49-F238E27FC236}">
                      <a16:creationId xmlns:a16="http://schemas.microsoft.com/office/drawing/2014/main" id="{6650ABD5-E19E-FDBB-38BA-103D37EDBAD6}"/>
                    </a:ext>
                  </a:extLst>
                </p:cNvPr>
                <p:cNvPicPr/>
                <p:nvPr/>
              </p:nvPicPr>
              <p:blipFill>
                <a:blip r:embed="rId135"/>
                <a:stretch>
                  <a:fillRect/>
                </a:stretch>
              </p:blipFill>
              <p:spPr>
                <a:xfrm>
                  <a:off x="11294744" y="1085682"/>
                  <a:ext cx="35892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0" name="Ink 79">
                  <a:extLst>
                    <a:ext uri="{FF2B5EF4-FFF2-40B4-BE49-F238E27FC236}">
                      <a16:creationId xmlns:a16="http://schemas.microsoft.com/office/drawing/2014/main" id="{3271015F-5879-3238-C628-F7A6617B8EA2}"/>
                    </a:ext>
                  </a:extLst>
                </p14:cNvPr>
                <p14:cNvContentPartPr/>
                <p14:nvPr/>
              </p14:nvContentPartPr>
              <p14:xfrm>
                <a:off x="6685664" y="1275762"/>
                <a:ext cx="20160" cy="147960"/>
              </p14:xfrm>
            </p:contentPart>
          </mc:Choice>
          <mc:Fallback>
            <p:pic>
              <p:nvPicPr>
                <p:cNvPr id="80" name="Ink 79">
                  <a:extLst>
                    <a:ext uri="{FF2B5EF4-FFF2-40B4-BE49-F238E27FC236}">
                      <a16:creationId xmlns:a16="http://schemas.microsoft.com/office/drawing/2014/main" id="{3271015F-5879-3238-C628-F7A6617B8EA2}"/>
                    </a:ext>
                  </a:extLst>
                </p:cNvPr>
                <p:cNvPicPr/>
                <p:nvPr/>
              </p:nvPicPr>
              <p:blipFill>
                <a:blip r:embed="rId137"/>
                <a:stretch>
                  <a:fillRect/>
                </a:stretch>
              </p:blipFill>
              <p:spPr>
                <a:xfrm>
                  <a:off x="6677024" y="1267122"/>
                  <a:ext cx="3780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1" name="Ink 80">
                  <a:extLst>
                    <a:ext uri="{FF2B5EF4-FFF2-40B4-BE49-F238E27FC236}">
                      <a16:creationId xmlns:a16="http://schemas.microsoft.com/office/drawing/2014/main" id="{16648A55-0E46-247E-4EF5-BC3F67F5F474}"/>
                    </a:ext>
                  </a:extLst>
                </p14:cNvPr>
                <p14:cNvContentPartPr/>
                <p14:nvPr/>
              </p14:nvContentPartPr>
              <p14:xfrm>
                <a:off x="6725264" y="1687962"/>
                <a:ext cx="22680" cy="110160"/>
              </p14:xfrm>
            </p:contentPart>
          </mc:Choice>
          <mc:Fallback>
            <p:pic>
              <p:nvPicPr>
                <p:cNvPr id="81" name="Ink 80">
                  <a:extLst>
                    <a:ext uri="{FF2B5EF4-FFF2-40B4-BE49-F238E27FC236}">
                      <a16:creationId xmlns:a16="http://schemas.microsoft.com/office/drawing/2014/main" id="{16648A55-0E46-247E-4EF5-BC3F67F5F474}"/>
                    </a:ext>
                  </a:extLst>
                </p:cNvPr>
                <p:cNvPicPr/>
                <p:nvPr/>
              </p:nvPicPr>
              <p:blipFill>
                <a:blip r:embed="rId139"/>
                <a:stretch>
                  <a:fillRect/>
                </a:stretch>
              </p:blipFill>
              <p:spPr>
                <a:xfrm>
                  <a:off x="6716624" y="1679322"/>
                  <a:ext cx="403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2" name="Ink 81">
                  <a:extLst>
                    <a:ext uri="{FF2B5EF4-FFF2-40B4-BE49-F238E27FC236}">
                      <a16:creationId xmlns:a16="http://schemas.microsoft.com/office/drawing/2014/main" id="{12211AB0-3E3E-1B1F-035C-E045894BD2A8}"/>
                    </a:ext>
                  </a:extLst>
                </p14:cNvPr>
                <p14:cNvContentPartPr/>
                <p14:nvPr/>
              </p14:nvContentPartPr>
              <p14:xfrm>
                <a:off x="6725264" y="2140122"/>
                <a:ext cx="14040" cy="140400"/>
              </p14:xfrm>
            </p:contentPart>
          </mc:Choice>
          <mc:Fallback>
            <p:pic>
              <p:nvPicPr>
                <p:cNvPr id="82" name="Ink 81">
                  <a:extLst>
                    <a:ext uri="{FF2B5EF4-FFF2-40B4-BE49-F238E27FC236}">
                      <a16:creationId xmlns:a16="http://schemas.microsoft.com/office/drawing/2014/main" id="{12211AB0-3E3E-1B1F-035C-E045894BD2A8}"/>
                    </a:ext>
                  </a:extLst>
                </p:cNvPr>
                <p:cNvPicPr/>
                <p:nvPr/>
              </p:nvPicPr>
              <p:blipFill>
                <a:blip r:embed="rId141"/>
                <a:stretch>
                  <a:fillRect/>
                </a:stretch>
              </p:blipFill>
              <p:spPr>
                <a:xfrm>
                  <a:off x="6716624" y="2131122"/>
                  <a:ext cx="316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E7083118-2F9E-CEAA-E340-891DEB5AAB94}"/>
                    </a:ext>
                  </a:extLst>
                </p14:cNvPr>
                <p14:cNvContentPartPr/>
                <p14:nvPr/>
              </p14:nvContentPartPr>
              <p14:xfrm>
                <a:off x="7434104" y="1273602"/>
                <a:ext cx="130680" cy="127080"/>
              </p14:xfrm>
            </p:contentPart>
          </mc:Choice>
          <mc:Fallback>
            <p:pic>
              <p:nvPicPr>
                <p:cNvPr id="84" name="Ink 83">
                  <a:extLst>
                    <a:ext uri="{FF2B5EF4-FFF2-40B4-BE49-F238E27FC236}">
                      <a16:creationId xmlns:a16="http://schemas.microsoft.com/office/drawing/2014/main" id="{E7083118-2F9E-CEAA-E340-891DEB5AAB94}"/>
                    </a:ext>
                  </a:extLst>
                </p:cNvPr>
                <p:cNvPicPr/>
                <p:nvPr/>
              </p:nvPicPr>
              <p:blipFill>
                <a:blip r:embed="rId143"/>
                <a:stretch>
                  <a:fillRect/>
                </a:stretch>
              </p:blipFill>
              <p:spPr>
                <a:xfrm>
                  <a:off x="7425104" y="1264962"/>
                  <a:ext cx="14832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504A7F3F-1792-1169-15A2-6C938164ADF6}"/>
                    </a:ext>
                  </a:extLst>
                </p14:cNvPr>
                <p14:cNvContentPartPr/>
                <p14:nvPr/>
              </p14:nvContentPartPr>
              <p14:xfrm>
                <a:off x="7605464" y="1264962"/>
                <a:ext cx="153720" cy="130320"/>
              </p14:xfrm>
            </p:contentPart>
          </mc:Choice>
          <mc:Fallback>
            <p:pic>
              <p:nvPicPr>
                <p:cNvPr id="85" name="Ink 84">
                  <a:extLst>
                    <a:ext uri="{FF2B5EF4-FFF2-40B4-BE49-F238E27FC236}">
                      <a16:creationId xmlns:a16="http://schemas.microsoft.com/office/drawing/2014/main" id="{504A7F3F-1792-1169-15A2-6C938164ADF6}"/>
                    </a:ext>
                  </a:extLst>
                </p:cNvPr>
                <p:cNvPicPr/>
                <p:nvPr/>
              </p:nvPicPr>
              <p:blipFill>
                <a:blip r:embed="rId145"/>
                <a:stretch>
                  <a:fillRect/>
                </a:stretch>
              </p:blipFill>
              <p:spPr>
                <a:xfrm>
                  <a:off x="7596464" y="1255962"/>
                  <a:ext cx="1713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6" name="Ink 85">
                  <a:extLst>
                    <a:ext uri="{FF2B5EF4-FFF2-40B4-BE49-F238E27FC236}">
                      <a16:creationId xmlns:a16="http://schemas.microsoft.com/office/drawing/2014/main" id="{CEE1F66D-5083-E12D-BE73-38231207919F}"/>
                    </a:ext>
                  </a:extLst>
                </p14:cNvPr>
                <p14:cNvContentPartPr/>
                <p14:nvPr/>
              </p14:nvContentPartPr>
              <p14:xfrm>
                <a:off x="7812824" y="1267482"/>
                <a:ext cx="117360" cy="135360"/>
              </p14:xfrm>
            </p:contentPart>
          </mc:Choice>
          <mc:Fallback>
            <p:pic>
              <p:nvPicPr>
                <p:cNvPr id="86" name="Ink 85">
                  <a:extLst>
                    <a:ext uri="{FF2B5EF4-FFF2-40B4-BE49-F238E27FC236}">
                      <a16:creationId xmlns:a16="http://schemas.microsoft.com/office/drawing/2014/main" id="{CEE1F66D-5083-E12D-BE73-38231207919F}"/>
                    </a:ext>
                  </a:extLst>
                </p:cNvPr>
                <p:cNvPicPr/>
                <p:nvPr/>
              </p:nvPicPr>
              <p:blipFill>
                <a:blip r:embed="rId147"/>
                <a:stretch>
                  <a:fillRect/>
                </a:stretch>
              </p:blipFill>
              <p:spPr>
                <a:xfrm>
                  <a:off x="7804184" y="1258482"/>
                  <a:ext cx="13500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7" name="Ink 86">
                  <a:extLst>
                    <a:ext uri="{FF2B5EF4-FFF2-40B4-BE49-F238E27FC236}">
                      <a16:creationId xmlns:a16="http://schemas.microsoft.com/office/drawing/2014/main" id="{DA9A0AE0-B2F9-F8FA-E0FC-CA9AFFA62A50}"/>
                    </a:ext>
                  </a:extLst>
                </p14:cNvPr>
                <p14:cNvContentPartPr/>
                <p14:nvPr/>
              </p14:nvContentPartPr>
              <p14:xfrm>
                <a:off x="7831544" y="1238322"/>
                <a:ext cx="144720" cy="47520"/>
              </p14:xfrm>
            </p:contentPart>
          </mc:Choice>
          <mc:Fallback>
            <p:pic>
              <p:nvPicPr>
                <p:cNvPr id="87" name="Ink 86">
                  <a:extLst>
                    <a:ext uri="{FF2B5EF4-FFF2-40B4-BE49-F238E27FC236}">
                      <a16:creationId xmlns:a16="http://schemas.microsoft.com/office/drawing/2014/main" id="{DA9A0AE0-B2F9-F8FA-E0FC-CA9AFFA62A50}"/>
                    </a:ext>
                  </a:extLst>
                </p:cNvPr>
                <p:cNvPicPr/>
                <p:nvPr/>
              </p:nvPicPr>
              <p:blipFill>
                <a:blip r:embed="rId149"/>
                <a:stretch>
                  <a:fillRect/>
                </a:stretch>
              </p:blipFill>
              <p:spPr>
                <a:xfrm>
                  <a:off x="7822904" y="1229322"/>
                  <a:ext cx="1623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9" name="Ink 88">
                  <a:extLst>
                    <a:ext uri="{FF2B5EF4-FFF2-40B4-BE49-F238E27FC236}">
                      <a16:creationId xmlns:a16="http://schemas.microsoft.com/office/drawing/2014/main" id="{9C7BF711-D824-7058-A3CD-605101183CDD}"/>
                    </a:ext>
                  </a:extLst>
                </p14:cNvPr>
                <p14:cNvContentPartPr/>
                <p14:nvPr/>
              </p14:nvContentPartPr>
              <p14:xfrm>
                <a:off x="7440584" y="1606602"/>
                <a:ext cx="152640" cy="195840"/>
              </p14:xfrm>
            </p:contentPart>
          </mc:Choice>
          <mc:Fallback>
            <p:pic>
              <p:nvPicPr>
                <p:cNvPr id="89" name="Ink 88">
                  <a:extLst>
                    <a:ext uri="{FF2B5EF4-FFF2-40B4-BE49-F238E27FC236}">
                      <a16:creationId xmlns:a16="http://schemas.microsoft.com/office/drawing/2014/main" id="{9C7BF711-D824-7058-A3CD-605101183CDD}"/>
                    </a:ext>
                  </a:extLst>
                </p:cNvPr>
                <p:cNvPicPr/>
                <p:nvPr/>
              </p:nvPicPr>
              <p:blipFill>
                <a:blip r:embed="rId151"/>
                <a:stretch>
                  <a:fillRect/>
                </a:stretch>
              </p:blipFill>
              <p:spPr>
                <a:xfrm>
                  <a:off x="7431584" y="1597602"/>
                  <a:ext cx="1702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0" name="Ink 89">
                  <a:extLst>
                    <a:ext uri="{FF2B5EF4-FFF2-40B4-BE49-F238E27FC236}">
                      <a16:creationId xmlns:a16="http://schemas.microsoft.com/office/drawing/2014/main" id="{1ED137AC-B3D2-1D5D-7FCB-B229C4D689F2}"/>
                    </a:ext>
                  </a:extLst>
                </p14:cNvPr>
                <p14:cNvContentPartPr/>
                <p14:nvPr/>
              </p14:nvContentPartPr>
              <p14:xfrm>
                <a:off x="7658744" y="1624602"/>
                <a:ext cx="154800" cy="165960"/>
              </p14:xfrm>
            </p:contentPart>
          </mc:Choice>
          <mc:Fallback>
            <p:pic>
              <p:nvPicPr>
                <p:cNvPr id="90" name="Ink 89">
                  <a:extLst>
                    <a:ext uri="{FF2B5EF4-FFF2-40B4-BE49-F238E27FC236}">
                      <a16:creationId xmlns:a16="http://schemas.microsoft.com/office/drawing/2014/main" id="{1ED137AC-B3D2-1D5D-7FCB-B229C4D689F2}"/>
                    </a:ext>
                  </a:extLst>
                </p:cNvPr>
                <p:cNvPicPr/>
                <p:nvPr/>
              </p:nvPicPr>
              <p:blipFill>
                <a:blip r:embed="rId153"/>
                <a:stretch>
                  <a:fillRect/>
                </a:stretch>
              </p:blipFill>
              <p:spPr>
                <a:xfrm>
                  <a:off x="7650104" y="1615962"/>
                  <a:ext cx="17244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1" name="Ink 90">
                  <a:extLst>
                    <a:ext uri="{FF2B5EF4-FFF2-40B4-BE49-F238E27FC236}">
                      <a16:creationId xmlns:a16="http://schemas.microsoft.com/office/drawing/2014/main" id="{8A2ED2A4-84C9-5AE3-D01C-B696E6528716}"/>
                    </a:ext>
                  </a:extLst>
                </p14:cNvPr>
                <p14:cNvContentPartPr/>
                <p14:nvPr/>
              </p14:nvContentPartPr>
              <p14:xfrm>
                <a:off x="7892024" y="1623522"/>
                <a:ext cx="103320" cy="226440"/>
              </p14:xfrm>
            </p:contentPart>
          </mc:Choice>
          <mc:Fallback>
            <p:pic>
              <p:nvPicPr>
                <p:cNvPr id="91" name="Ink 90">
                  <a:extLst>
                    <a:ext uri="{FF2B5EF4-FFF2-40B4-BE49-F238E27FC236}">
                      <a16:creationId xmlns:a16="http://schemas.microsoft.com/office/drawing/2014/main" id="{8A2ED2A4-84C9-5AE3-D01C-B696E6528716}"/>
                    </a:ext>
                  </a:extLst>
                </p:cNvPr>
                <p:cNvPicPr/>
                <p:nvPr/>
              </p:nvPicPr>
              <p:blipFill>
                <a:blip r:embed="rId155"/>
                <a:stretch>
                  <a:fillRect/>
                </a:stretch>
              </p:blipFill>
              <p:spPr>
                <a:xfrm>
                  <a:off x="7883384" y="1614522"/>
                  <a:ext cx="1209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2" name="Ink 91">
                  <a:extLst>
                    <a:ext uri="{FF2B5EF4-FFF2-40B4-BE49-F238E27FC236}">
                      <a16:creationId xmlns:a16="http://schemas.microsoft.com/office/drawing/2014/main" id="{934C20FF-CA73-CAE6-50FB-52F412EF2FC1}"/>
                    </a:ext>
                  </a:extLst>
                </p14:cNvPr>
                <p14:cNvContentPartPr/>
                <p14:nvPr/>
              </p14:nvContentPartPr>
              <p14:xfrm>
                <a:off x="7419344" y="2068842"/>
                <a:ext cx="152280" cy="177840"/>
              </p14:xfrm>
            </p:contentPart>
          </mc:Choice>
          <mc:Fallback>
            <p:pic>
              <p:nvPicPr>
                <p:cNvPr id="92" name="Ink 91">
                  <a:extLst>
                    <a:ext uri="{FF2B5EF4-FFF2-40B4-BE49-F238E27FC236}">
                      <a16:creationId xmlns:a16="http://schemas.microsoft.com/office/drawing/2014/main" id="{934C20FF-CA73-CAE6-50FB-52F412EF2FC1}"/>
                    </a:ext>
                  </a:extLst>
                </p:cNvPr>
                <p:cNvPicPr/>
                <p:nvPr/>
              </p:nvPicPr>
              <p:blipFill>
                <a:blip r:embed="rId157"/>
                <a:stretch>
                  <a:fillRect/>
                </a:stretch>
              </p:blipFill>
              <p:spPr>
                <a:xfrm>
                  <a:off x="7410344" y="2060202"/>
                  <a:ext cx="16992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3" name="Ink 92">
                  <a:extLst>
                    <a:ext uri="{FF2B5EF4-FFF2-40B4-BE49-F238E27FC236}">
                      <a16:creationId xmlns:a16="http://schemas.microsoft.com/office/drawing/2014/main" id="{E429BAE2-8CC9-C69C-B3A1-DD53F07650D2}"/>
                    </a:ext>
                  </a:extLst>
                </p14:cNvPr>
                <p14:cNvContentPartPr/>
                <p14:nvPr/>
              </p14:nvContentPartPr>
              <p14:xfrm>
                <a:off x="7639664" y="2081802"/>
                <a:ext cx="94680" cy="157320"/>
              </p14:xfrm>
            </p:contentPart>
          </mc:Choice>
          <mc:Fallback>
            <p:pic>
              <p:nvPicPr>
                <p:cNvPr id="93" name="Ink 92">
                  <a:extLst>
                    <a:ext uri="{FF2B5EF4-FFF2-40B4-BE49-F238E27FC236}">
                      <a16:creationId xmlns:a16="http://schemas.microsoft.com/office/drawing/2014/main" id="{E429BAE2-8CC9-C69C-B3A1-DD53F07650D2}"/>
                    </a:ext>
                  </a:extLst>
                </p:cNvPr>
                <p:cNvPicPr/>
                <p:nvPr/>
              </p:nvPicPr>
              <p:blipFill>
                <a:blip r:embed="rId159"/>
                <a:stretch>
                  <a:fillRect/>
                </a:stretch>
              </p:blipFill>
              <p:spPr>
                <a:xfrm>
                  <a:off x="7630664" y="2073162"/>
                  <a:ext cx="11232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4" name="Ink 93">
                  <a:extLst>
                    <a:ext uri="{FF2B5EF4-FFF2-40B4-BE49-F238E27FC236}">
                      <a16:creationId xmlns:a16="http://schemas.microsoft.com/office/drawing/2014/main" id="{C6E7C39B-DEAB-4F13-6ECB-B09F919A98F9}"/>
                    </a:ext>
                  </a:extLst>
                </p14:cNvPr>
                <p14:cNvContentPartPr/>
                <p14:nvPr/>
              </p14:nvContentPartPr>
              <p14:xfrm>
                <a:off x="7831544" y="2078922"/>
                <a:ext cx="128160" cy="174960"/>
              </p14:xfrm>
            </p:contentPart>
          </mc:Choice>
          <mc:Fallback>
            <p:pic>
              <p:nvPicPr>
                <p:cNvPr id="94" name="Ink 93">
                  <a:extLst>
                    <a:ext uri="{FF2B5EF4-FFF2-40B4-BE49-F238E27FC236}">
                      <a16:creationId xmlns:a16="http://schemas.microsoft.com/office/drawing/2014/main" id="{C6E7C39B-DEAB-4F13-6ECB-B09F919A98F9}"/>
                    </a:ext>
                  </a:extLst>
                </p:cNvPr>
                <p:cNvPicPr/>
                <p:nvPr/>
              </p:nvPicPr>
              <p:blipFill>
                <a:blip r:embed="rId161"/>
                <a:stretch>
                  <a:fillRect/>
                </a:stretch>
              </p:blipFill>
              <p:spPr>
                <a:xfrm>
                  <a:off x="7822904" y="2070282"/>
                  <a:ext cx="1458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7" name="Ink 96">
                  <a:extLst>
                    <a:ext uri="{FF2B5EF4-FFF2-40B4-BE49-F238E27FC236}">
                      <a16:creationId xmlns:a16="http://schemas.microsoft.com/office/drawing/2014/main" id="{695F807C-FB43-18EF-E21A-1202221D46D2}"/>
                    </a:ext>
                  </a:extLst>
                </p14:cNvPr>
                <p14:cNvContentPartPr/>
                <p14:nvPr/>
              </p14:nvContentPartPr>
              <p14:xfrm>
                <a:off x="8023784" y="2078562"/>
                <a:ext cx="124560" cy="214920"/>
              </p14:xfrm>
            </p:contentPart>
          </mc:Choice>
          <mc:Fallback>
            <p:pic>
              <p:nvPicPr>
                <p:cNvPr id="97" name="Ink 96">
                  <a:extLst>
                    <a:ext uri="{FF2B5EF4-FFF2-40B4-BE49-F238E27FC236}">
                      <a16:creationId xmlns:a16="http://schemas.microsoft.com/office/drawing/2014/main" id="{695F807C-FB43-18EF-E21A-1202221D46D2}"/>
                    </a:ext>
                  </a:extLst>
                </p:cNvPr>
                <p:cNvPicPr/>
                <p:nvPr/>
              </p:nvPicPr>
              <p:blipFill>
                <a:blip r:embed="rId163"/>
                <a:stretch>
                  <a:fillRect/>
                </a:stretch>
              </p:blipFill>
              <p:spPr>
                <a:xfrm>
                  <a:off x="8015144" y="2069562"/>
                  <a:ext cx="14220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7F55F51F-1309-59F1-E333-9B6DC3F19583}"/>
                    </a:ext>
                  </a:extLst>
                </p14:cNvPr>
                <p14:cNvContentPartPr/>
                <p14:nvPr/>
              </p14:nvContentPartPr>
              <p14:xfrm>
                <a:off x="8455424" y="1276842"/>
                <a:ext cx="179640" cy="163440"/>
              </p14:xfrm>
            </p:contentPart>
          </mc:Choice>
          <mc:Fallback>
            <p:pic>
              <p:nvPicPr>
                <p:cNvPr id="99" name="Ink 98">
                  <a:extLst>
                    <a:ext uri="{FF2B5EF4-FFF2-40B4-BE49-F238E27FC236}">
                      <a16:creationId xmlns:a16="http://schemas.microsoft.com/office/drawing/2014/main" id="{7F55F51F-1309-59F1-E333-9B6DC3F19583}"/>
                    </a:ext>
                  </a:extLst>
                </p:cNvPr>
                <p:cNvPicPr/>
                <p:nvPr/>
              </p:nvPicPr>
              <p:blipFill>
                <a:blip r:embed="rId165"/>
                <a:stretch>
                  <a:fillRect/>
                </a:stretch>
              </p:blipFill>
              <p:spPr>
                <a:xfrm>
                  <a:off x="8446424" y="1268202"/>
                  <a:ext cx="19728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E0ECFAE2-D8EF-90B9-50EF-DE31945FB149}"/>
                    </a:ext>
                  </a:extLst>
                </p14:cNvPr>
                <p14:cNvContentPartPr/>
                <p14:nvPr/>
              </p14:nvContentPartPr>
              <p14:xfrm>
                <a:off x="8919104" y="1305282"/>
                <a:ext cx="111600" cy="118440"/>
              </p14:xfrm>
            </p:contentPart>
          </mc:Choice>
          <mc:Fallback>
            <p:pic>
              <p:nvPicPr>
                <p:cNvPr id="100" name="Ink 99">
                  <a:extLst>
                    <a:ext uri="{FF2B5EF4-FFF2-40B4-BE49-F238E27FC236}">
                      <a16:creationId xmlns:a16="http://schemas.microsoft.com/office/drawing/2014/main" id="{E0ECFAE2-D8EF-90B9-50EF-DE31945FB149}"/>
                    </a:ext>
                  </a:extLst>
                </p:cNvPr>
                <p:cNvPicPr/>
                <p:nvPr/>
              </p:nvPicPr>
              <p:blipFill>
                <a:blip r:embed="rId167"/>
                <a:stretch>
                  <a:fillRect/>
                </a:stretch>
              </p:blipFill>
              <p:spPr>
                <a:xfrm>
                  <a:off x="8910464" y="1296642"/>
                  <a:ext cx="1292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94C19DE9-2247-7989-8954-8BE60670FD30}"/>
                    </a:ext>
                  </a:extLst>
                </p14:cNvPr>
                <p14:cNvContentPartPr/>
                <p14:nvPr/>
              </p14:nvContentPartPr>
              <p14:xfrm>
                <a:off x="8468744" y="1684722"/>
                <a:ext cx="187560" cy="172440"/>
              </p14:xfrm>
            </p:contentPart>
          </mc:Choice>
          <mc:Fallback>
            <p:pic>
              <p:nvPicPr>
                <p:cNvPr id="101" name="Ink 100">
                  <a:extLst>
                    <a:ext uri="{FF2B5EF4-FFF2-40B4-BE49-F238E27FC236}">
                      <a16:creationId xmlns:a16="http://schemas.microsoft.com/office/drawing/2014/main" id="{94C19DE9-2247-7989-8954-8BE60670FD30}"/>
                    </a:ext>
                  </a:extLst>
                </p:cNvPr>
                <p:cNvPicPr/>
                <p:nvPr/>
              </p:nvPicPr>
              <p:blipFill>
                <a:blip r:embed="rId169"/>
                <a:stretch>
                  <a:fillRect/>
                </a:stretch>
              </p:blipFill>
              <p:spPr>
                <a:xfrm>
                  <a:off x="8460104" y="1676082"/>
                  <a:ext cx="20520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C258DE3D-2A2E-BD72-48C0-038E5CD50B21}"/>
                    </a:ext>
                  </a:extLst>
                </p14:cNvPr>
                <p14:cNvContentPartPr/>
                <p14:nvPr/>
              </p14:nvContentPartPr>
              <p14:xfrm>
                <a:off x="8942144" y="1664202"/>
                <a:ext cx="167760" cy="144720"/>
              </p14:xfrm>
            </p:contentPart>
          </mc:Choice>
          <mc:Fallback>
            <p:pic>
              <p:nvPicPr>
                <p:cNvPr id="102" name="Ink 101">
                  <a:extLst>
                    <a:ext uri="{FF2B5EF4-FFF2-40B4-BE49-F238E27FC236}">
                      <a16:creationId xmlns:a16="http://schemas.microsoft.com/office/drawing/2014/main" id="{C258DE3D-2A2E-BD72-48C0-038E5CD50B21}"/>
                    </a:ext>
                  </a:extLst>
                </p:cNvPr>
                <p:cNvPicPr/>
                <p:nvPr/>
              </p:nvPicPr>
              <p:blipFill>
                <a:blip r:embed="rId171"/>
                <a:stretch>
                  <a:fillRect/>
                </a:stretch>
              </p:blipFill>
              <p:spPr>
                <a:xfrm>
                  <a:off x="8933144" y="1655202"/>
                  <a:ext cx="18540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F0372723-3072-1173-DB55-955439907C68}"/>
                    </a:ext>
                  </a:extLst>
                </p14:cNvPr>
                <p14:cNvContentPartPr/>
                <p14:nvPr/>
              </p14:nvContentPartPr>
              <p14:xfrm>
                <a:off x="8580704" y="2076402"/>
                <a:ext cx="122040" cy="106920"/>
              </p14:xfrm>
            </p:contentPart>
          </mc:Choice>
          <mc:Fallback>
            <p:pic>
              <p:nvPicPr>
                <p:cNvPr id="103" name="Ink 102">
                  <a:extLst>
                    <a:ext uri="{FF2B5EF4-FFF2-40B4-BE49-F238E27FC236}">
                      <a16:creationId xmlns:a16="http://schemas.microsoft.com/office/drawing/2014/main" id="{F0372723-3072-1173-DB55-955439907C68}"/>
                    </a:ext>
                  </a:extLst>
                </p:cNvPr>
                <p:cNvPicPr/>
                <p:nvPr/>
              </p:nvPicPr>
              <p:blipFill>
                <a:blip r:embed="rId173"/>
                <a:stretch>
                  <a:fillRect/>
                </a:stretch>
              </p:blipFill>
              <p:spPr>
                <a:xfrm>
                  <a:off x="8572064" y="2067402"/>
                  <a:ext cx="1396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5C38F5C5-8426-5AC5-0C88-FE5FAF1D8DD4}"/>
                    </a:ext>
                  </a:extLst>
                </p14:cNvPr>
                <p14:cNvContentPartPr/>
                <p14:nvPr/>
              </p14:nvContentPartPr>
              <p14:xfrm>
                <a:off x="8984984" y="2046882"/>
                <a:ext cx="176040" cy="150480"/>
              </p14:xfrm>
            </p:contentPart>
          </mc:Choice>
          <mc:Fallback>
            <p:pic>
              <p:nvPicPr>
                <p:cNvPr id="104" name="Ink 103">
                  <a:extLst>
                    <a:ext uri="{FF2B5EF4-FFF2-40B4-BE49-F238E27FC236}">
                      <a16:creationId xmlns:a16="http://schemas.microsoft.com/office/drawing/2014/main" id="{5C38F5C5-8426-5AC5-0C88-FE5FAF1D8DD4}"/>
                    </a:ext>
                  </a:extLst>
                </p:cNvPr>
                <p:cNvPicPr/>
                <p:nvPr/>
              </p:nvPicPr>
              <p:blipFill>
                <a:blip r:embed="rId175"/>
                <a:stretch>
                  <a:fillRect/>
                </a:stretch>
              </p:blipFill>
              <p:spPr>
                <a:xfrm>
                  <a:off x="8975984" y="2038242"/>
                  <a:ext cx="19368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6" name="Ink 105">
                  <a:extLst>
                    <a:ext uri="{FF2B5EF4-FFF2-40B4-BE49-F238E27FC236}">
                      <a16:creationId xmlns:a16="http://schemas.microsoft.com/office/drawing/2014/main" id="{9094865D-1D23-5C00-C1B2-87FFE5934B7F}"/>
                    </a:ext>
                  </a:extLst>
                </p14:cNvPr>
                <p14:cNvContentPartPr/>
                <p14:nvPr/>
              </p14:nvContentPartPr>
              <p14:xfrm>
                <a:off x="9622904" y="1364682"/>
                <a:ext cx="78840" cy="223920"/>
              </p14:xfrm>
            </p:contentPart>
          </mc:Choice>
          <mc:Fallback>
            <p:pic>
              <p:nvPicPr>
                <p:cNvPr id="106" name="Ink 105">
                  <a:extLst>
                    <a:ext uri="{FF2B5EF4-FFF2-40B4-BE49-F238E27FC236}">
                      <a16:creationId xmlns:a16="http://schemas.microsoft.com/office/drawing/2014/main" id="{9094865D-1D23-5C00-C1B2-87FFE5934B7F}"/>
                    </a:ext>
                  </a:extLst>
                </p:cNvPr>
                <p:cNvPicPr/>
                <p:nvPr/>
              </p:nvPicPr>
              <p:blipFill>
                <a:blip r:embed="rId177"/>
                <a:stretch>
                  <a:fillRect/>
                </a:stretch>
              </p:blipFill>
              <p:spPr>
                <a:xfrm>
                  <a:off x="9613904" y="1356042"/>
                  <a:ext cx="964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7" name="Ink 106">
                  <a:extLst>
                    <a:ext uri="{FF2B5EF4-FFF2-40B4-BE49-F238E27FC236}">
                      <a16:creationId xmlns:a16="http://schemas.microsoft.com/office/drawing/2014/main" id="{844056DC-C8C8-D812-BC3E-B963B952CC38}"/>
                    </a:ext>
                  </a:extLst>
                </p14:cNvPr>
                <p14:cNvContentPartPr/>
                <p14:nvPr/>
              </p14:nvContentPartPr>
              <p14:xfrm>
                <a:off x="9720464" y="1388442"/>
                <a:ext cx="186840" cy="150840"/>
              </p14:xfrm>
            </p:contentPart>
          </mc:Choice>
          <mc:Fallback>
            <p:pic>
              <p:nvPicPr>
                <p:cNvPr id="107" name="Ink 106">
                  <a:extLst>
                    <a:ext uri="{FF2B5EF4-FFF2-40B4-BE49-F238E27FC236}">
                      <a16:creationId xmlns:a16="http://schemas.microsoft.com/office/drawing/2014/main" id="{844056DC-C8C8-D812-BC3E-B963B952CC38}"/>
                    </a:ext>
                  </a:extLst>
                </p:cNvPr>
                <p:cNvPicPr/>
                <p:nvPr/>
              </p:nvPicPr>
              <p:blipFill>
                <a:blip r:embed="rId179"/>
                <a:stretch>
                  <a:fillRect/>
                </a:stretch>
              </p:blipFill>
              <p:spPr>
                <a:xfrm>
                  <a:off x="9711464" y="1379802"/>
                  <a:ext cx="2044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8" name="Ink 107">
                  <a:extLst>
                    <a:ext uri="{FF2B5EF4-FFF2-40B4-BE49-F238E27FC236}">
                      <a16:creationId xmlns:a16="http://schemas.microsoft.com/office/drawing/2014/main" id="{E3A35FBF-3511-9D81-5BEA-5C3DDC05AEE5}"/>
                    </a:ext>
                  </a:extLst>
                </p14:cNvPr>
                <p14:cNvContentPartPr/>
                <p14:nvPr/>
              </p14:nvContentPartPr>
              <p14:xfrm>
                <a:off x="9990824" y="1360362"/>
                <a:ext cx="41040" cy="168840"/>
              </p14:xfrm>
            </p:contentPart>
          </mc:Choice>
          <mc:Fallback>
            <p:pic>
              <p:nvPicPr>
                <p:cNvPr id="108" name="Ink 107">
                  <a:extLst>
                    <a:ext uri="{FF2B5EF4-FFF2-40B4-BE49-F238E27FC236}">
                      <a16:creationId xmlns:a16="http://schemas.microsoft.com/office/drawing/2014/main" id="{E3A35FBF-3511-9D81-5BEA-5C3DDC05AEE5}"/>
                    </a:ext>
                  </a:extLst>
                </p:cNvPr>
                <p:cNvPicPr/>
                <p:nvPr/>
              </p:nvPicPr>
              <p:blipFill>
                <a:blip r:embed="rId181"/>
                <a:stretch>
                  <a:fillRect/>
                </a:stretch>
              </p:blipFill>
              <p:spPr>
                <a:xfrm>
                  <a:off x="9982184" y="1351362"/>
                  <a:ext cx="586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9" name="Ink 108">
                  <a:extLst>
                    <a:ext uri="{FF2B5EF4-FFF2-40B4-BE49-F238E27FC236}">
                      <a16:creationId xmlns:a16="http://schemas.microsoft.com/office/drawing/2014/main" id="{B4A0936F-D6D8-EB60-92AF-1F828C311006}"/>
                    </a:ext>
                  </a:extLst>
                </p14:cNvPr>
                <p14:cNvContentPartPr/>
                <p14:nvPr/>
              </p14:nvContentPartPr>
              <p14:xfrm>
                <a:off x="9912344" y="1443162"/>
                <a:ext cx="84240" cy="28080"/>
              </p14:xfrm>
            </p:contentPart>
          </mc:Choice>
          <mc:Fallback>
            <p:pic>
              <p:nvPicPr>
                <p:cNvPr id="109" name="Ink 108">
                  <a:extLst>
                    <a:ext uri="{FF2B5EF4-FFF2-40B4-BE49-F238E27FC236}">
                      <a16:creationId xmlns:a16="http://schemas.microsoft.com/office/drawing/2014/main" id="{B4A0936F-D6D8-EB60-92AF-1F828C311006}"/>
                    </a:ext>
                  </a:extLst>
                </p:cNvPr>
                <p:cNvPicPr/>
                <p:nvPr/>
              </p:nvPicPr>
              <p:blipFill>
                <a:blip r:embed="rId183"/>
                <a:stretch>
                  <a:fillRect/>
                </a:stretch>
              </p:blipFill>
              <p:spPr>
                <a:xfrm>
                  <a:off x="9903704" y="1434522"/>
                  <a:ext cx="1018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0" name="Ink 109">
                  <a:extLst>
                    <a:ext uri="{FF2B5EF4-FFF2-40B4-BE49-F238E27FC236}">
                      <a16:creationId xmlns:a16="http://schemas.microsoft.com/office/drawing/2014/main" id="{7737C7DC-DAC6-544C-B39D-35E566B4E6C9}"/>
                    </a:ext>
                  </a:extLst>
                </p14:cNvPr>
                <p14:cNvContentPartPr/>
                <p14:nvPr/>
              </p14:nvContentPartPr>
              <p14:xfrm>
                <a:off x="9614264" y="1702722"/>
                <a:ext cx="32760" cy="137880"/>
              </p14:xfrm>
            </p:contentPart>
          </mc:Choice>
          <mc:Fallback>
            <p:pic>
              <p:nvPicPr>
                <p:cNvPr id="110" name="Ink 109">
                  <a:extLst>
                    <a:ext uri="{FF2B5EF4-FFF2-40B4-BE49-F238E27FC236}">
                      <a16:creationId xmlns:a16="http://schemas.microsoft.com/office/drawing/2014/main" id="{7737C7DC-DAC6-544C-B39D-35E566B4E6C9}"/>
                    </a:ext>
                  </a:extLst>
                </p:cNvPr>
                <p:cNvPicPr/>
                <p:nvPr/>
              </p:nvPicPr>
              <p:blipFill>
                <a:blip r:embed="rId185"/>
                <a:stretch>
                  <a:fillRect/>
                </a:stretch>
              </p:blipFill>
              <p:spPr>
                <a:xfrm>
                  <a:off x="9605264" y="1693722"/>
                  <a:ext cx="5040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1" name="Ink 110">
                  <a:extLst>
                    <a:ext uri="{FF2B5EF4-FFF2-40B4-BE49-F238E27FC236}">
                      <a16:creationId xmlns:a16="http://schemas.microsoft.com/office/drawing/2014/main" id="{67D2C6AF-F6E4-C972-11BA-F74D1D5B0773}"/>
                    </a:ext>
                  </a:extLst>
                </p14:cNvPr>
                <p14:cNvContentPartPr/>
                <p14:nvPr/>
              </p14:nvContentPartPr>
              <p14:xfrm>
                <a:off x="9653864" y="1641162"/>
                <a:ext cx="3960" cy="15840"/>
              </p14:xfrm>
            </p:contentPart>
          </mc:Choice>
          <mc:Fallback>
            <p:pic>
              <p:nvPicPr>
                <p:cNvPr id="111" name="Ink 110">
                  <a:extLst>
                    <a:ext uri="{FF2B5EF4-FFF2-40B4-BE49-F238E27FC236}">
                      <a16:creationId xmlns:a16="http://schemas.microsoft.com/office/drawing/2014/main" id="{67D2C6AF-F6E4-C972-11BA-F74D1D5B0773}"/>
                    </a:ext>
                  </a:extLst>
                </p:cNvPr>
                <p:cNvPicPr/>
                <p:nvPr/>
              </p:nvPicPr>
              <p:blipFill>
                <a:blip r:embed="rId187"/>
                <a:stretch>
                  <a:fillRect/>
                </a:stretch>
              </p:blipFill>
              <p:spPr>
                <a:xfrm>
                  <a:off x="9645224" y="1632162"/>
                  <a:ext cx="216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2" name="Ink 111">
                  <a:extLst>
                    <a:ext uri="{FF2B5EF4-FFF2-40B4-BE49-F238E27FC236}">
                      <a16:creationId xmlns:a16="http://schemas.microsoft.com/office/drawing/2014/main" id="{92CBE1E1-0E67-5701-10F1-02071D8C4F09}"/>
                    </a:ext>
                  </a:extLst>
                </p14:cNvPr>
                <p14:cNvContentPartPr/>
                <p14:nvPr/>
              </p14:nvContentPartPr>
              <p14:xfrm>
                <a:off x="9733784" y="1670682"/>
                <a:ext cx="343440" cy="233280"/>
              </p14:xfrm>
            </p:contentPart>
          </mc:Choice>
          <mc:Fallback>
            <p:pic>
              <p:nvPicPr>
                <p:cNvPr id="112" name="Ink 111">
                  <a:extLst>
                    <a:ext uri="{FF2B5EF4-FFF2-40B4-BE49-F238E27FC236}">
                      <a16:creationId xmlns:a16="http://schemas.microsoft.com/office/drawing/2014/main" id="{92CBE1E1-0E67-5701-10F1-02071D8C4F09}"/>
                    </a:ext>
                  </a:extLst>
                </p:cNvPr>
                <p:cNvPicPr/>
                <p:nvPr/>
              </p:nvPicPr>
              <p:blipFill>
                <a:blip r:embed="rId189"/>
                <a:stretch>
                  <a:fillRect/>
                </a:stretch>
              </p:blipFill>
              <p:spPr>
                <a:xfrm>
                  <a:off x="9724784" y="1662042"/>
                  <a:ext cx="36108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3" name="Ink 112">
                  <a:extLst>
                    <a:ext uri="{FF2B5EF4-FFF2-40B4-BE49-F238E27FC236}">
                      <a16:creationId xmlns:a16="http://schemas.microsoft.com/office/drawing/2014/main" id="{9D3A1039-FC97-BBF6-1FF7-27A6BB4B5C84}"/>
                    </a:ext>
                  </a:extLst>
                </p14:cNvPr>
                <p14:cNvContentPartPr/>
                <p14:nvPr/>
              </p14:nvContentPartPr>
              <p14:xfrm>
                <a:off x="9693104" y="1843122"/>
                <a:ext cx="751680" cy="317160"/>
              </p14:xfrm>
            </p:contentPart>
          </mc:Choice>
          <mc:Fallback>
            <p:pic>
              <p:nvPicPr>
                <p:cNvPr id="113" name="Ink 112">
                  <a:extLst>
                    <a:ext uri="{FF2B5EF4-FFF2-40B4-BE49-F238E27FC236}">
                      <a16:creationId xmlns:a16="http://schemas.microsoft.com/office/drawing/2014/main" id="{9D3A1039-FC97-BBF6-1FF7-27A6BB4B5C84}"/>
                    </a:ext>
                  </a:extLst>
                </p:cNvPr>
                <p:cNvPicPr/>
                <p:nvPr/>
              </p:nvPicPr>
              <p:blipFill>
                <a:blip r:embed="rId191"/>
                <a:stretch>
                  <a:fillRect/>
                </a:stretch>
              </p:blipFill>
              <p:spPr>
                <a:xfrm>
                  <a:off x="9684464" y="1834122"/>
                  <a:ext cx="76932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4" name="Ink 113">
                  <a:extLst>
                    <a:ext uri="{FF2B5EF4-FFF2-40B4-BE49-F238E27FC236}">
                      <a16:creationId xmlns:a16="http://schemas.microsoft.com/office/drawing/2014/main" id="{4B66149D-2715-8A62-E3DF-54C18497E8A7}"/>
                    </a:ext>
                  </a:extLst>
                </p14:cNvPr>
                <p14:cNvContentPartPr/>
                <p14:nvPr/>
              </p14:nvContentPartPr>
              <p14:xfrm>
                <a:off x="10878944" y="1330842"/>
                <a:ext cx="100440" cy="282240"/>
              </p14:xfrm>
            </p:contentPart>
          </mc:Choice>
          <mc:Fallback>
            <p:pic>
              <p:nvPicPr>
                <p:cNvPr id="114" name="Ink 113">
                  <a:extLst>
                    <a:ext uri="{FF2B5EF4-FFF2-40B4-BE49-F238E27FC236}">
                      <a16:creationId xmlns:a16="http://schemas.microsoft.com/office/drawing/2014/main" id="{4B66149D-2715-8A62-E3DF-54C18497E8A7}"/>
                    </a:ext>
                  </a:extLst>
                </p:cNvPr>
                <p:cNvPicPr/>
                <p:nvPr/>
              </p:nvPicPr>
              <p:blipFill>
                <a:blip r:embed="rId193"/>
                <a:stretch>
                  <a:fillRect/>
                </a:stretch>
              </p:blipFill>
              <p:spPr>
                <a:xfrm>
                  <a:off x="10870304" y="1322202"/>
                  <a:ext cx="11808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5" name="Ink 114">
                  <a:extLst>
                    <a:ext uri="{FF2B5EF4-FFF2-40B4-BE49-F238E27FC236}">
                      <a16:creationId xmlns:a16="http://schemas.microsoft.com/office/drawing/2014/main" id="{B5E37DBD-ECC9-338D-9D88-E0451D351B2C}"/>
                    </a:ext>
                  </a:extLst>
                </p14:cNvPr>
                <p14:cNvContentPartPr/>
                <p14:nvPr/>
              </p14:nvContentPartPr>
              <p14:xfrm>
                <a:off x="11024744" y="1432722"/>
                <a:ext cx="409320" cy="93600"/>
              </p14:xfrm>
            </p:contentPart>
          </mc:Choice>
          <mc:Fallback>
            <p:pic>
              <p:nvPicPr>
                <p:cNvPr id="115" name="Ink 114">
                  <a:extLst>
                    <a:ext uri="{FF2B5EF4-FFF2-40B4-BE49-F238E27FC236}">
                      <a16:creationId xmlns:a16="http://schemas.microsoft.com/office/drawing/2014/main" id="{B5E37DBD-ECC9-338D-9D88-E0451D351B2C}"/>
                    </a:ext>
                  </a:extLst>
                </p:cNvPr>
                <p:cNvPicPr/>
                <p:nvPr/>
              </p:nvPicPr>
              <p:blipFill>
                <a:blip r:embed="rId195"/>
                <a:stretch>
                  <a:fillRect/>
                </a:stretch>
              </p:blipFill>
              <p:spPr>
                <a:xfrm>
                  <a:off x="11015744" y="1424082"/>
                  <a:ext cx="42696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6" name="Ink 115">
                  <a:extLst>
                    <a:ext uri="{FF2B5EF4-FFF2-40B4-BE49-F238E27FC236}">
                      <a16:creationId xmlns:a16="http://schemas.microsoft.com/office/drawing/2014/main" id="{F3CC7A03-B6F9-03A5-F3FE-556D571AD619}"/>
                    </a:ext>
                  </a:extLst>
                </p14:cNvPr>
                <p14:cNvContentPartPr/>
                <p14:nvPr/>
              </p14:nvContentPartPr>
              <p14:xfrm>
                <a:off x="11615144" y="1411122"/>
                <a:ext cx="98280" cy="7560"/>
              </p14:xfrm>
            </p:contentPart>
          </mc:Choice>
          <mc:Fallback>
            <p:pic>
              <p:nvPicPr>
                <p:cNvPr id="116" name="Ink 115">
                  <a:extLst>
                    <a:ext uri="{FF2B5EF4-FFF2-40B4-BE49-F238E27FC236}">
                      <a16:creationId xmlns:a16="http://schemas.microsoft.com/office/drawing/2014/main" id="{F3CC7A03-B6F9-03A5-F3FE-556D571AD619}"/>
                    </a:ext>
                  </a:extLst>
                </p:cNvPr>
                <p:cNvPicPr/>
                <p:nvPr/>
              </p:nvPicPr>
              <p:blipFill>
                <a:blip r:embed="rId197"/>
                <a:stretch>
                  <a:fillRect/>
                </a:stretch>
              </p:blipFill>
              <p:spPr>
                <a:xfrm>
                  <a:off x="11606504" y="1402482"/>
                  <a:ext cx="1159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7" name="Ink 116">
                  <a:extLst>
                    <a:ext uri="{FF2B5EF4-FFF2-40B4-BE49-F238E27FC236}">
                      <a16:creationId xmlns:a16="http://schemas.microsoft.com/office/drawing/2014/main" id="{3EE13917-E5F4-9700-FAA0-FA830ED499DF}"/>
                    </a:ext>
                  </a:extLst>
                </p14:cNvPr>
                <p14:cNvContentPartPr/>
                <p14:nvPr/>
              </p14:nvContentPartPr>
              <p14:xfrm>
                <a:off x="10674104" y="1457202"/>
                <a:ext cx="148680" cy="7200"/>
              </p14:xfrm>
            </p:contentPart>
          </mc:Choice>
          <mc:Fallback>
            <p:pic>
              <p:nvPicPr>
                <p:cNvPr id="117" name="Ink 116">
                  <a:extLst>
                    <a:ext uri="{FF2B5EF4-FFF2-40B4-BE49-F238E27FC236}">
                      <a16:creationId xmlns:a16="http://schemas.microsoft.com/office/drawing/2014/main" id="{3EE13917-E5F4-9700-FAA0-FA830ED499DF}"/>
                    </a:ext>
                  </a:extLst>
                </p:cNvPr>
                <p:cNvPicPr/>
                <p:nvPr/>
              </p:nvPicPr>
              <p:blipFill>
                <a:blip r:embed="rId199"/>
                <a:stretch>
                  <a:fillRect/>
                </a:stretch>
              </p:blipFill>
              <p:spPr>
                <a:xfrm>
                  <a:off x="10665464" y="1448562"/>
                  <a:ext cx="1663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9" name="Ink 118">
                  <a:extLst>
                    <a:ext uri="{FF2B5EF4-FFF2-40B4-BE49-F238E27FC236}">
                      <a16:creationId xmlns:a16="http://schemas.microsoft.com/office/drawing/2014/main" id="{1B4D33D8-5E2F-AEAB-B18E-FDFADEEA6B30}"/>
                    </a:ext>
                  </a:extLst>
                </p14:cNvPr>
                <p14:cNvContentPartPr/>
                <p14:nvPr/>
              </p14:nvContentPartPr>
              <p14:xfrm>
                <a:off x="10692824" y="1717122"/>
                <a:ext cx="252720" cy="9000"/>
              </p14:xfrm>
            </p:contentPart>
          </mc:Choice>
          <mc:Fallback>
            <p:pic>
              <p:nvPicPr>
                <p:cNvPr id="119" name="Ink 118">
                  <a:extLst>
                    <a:ext uri="{FF2B5EF4-FFF2-40B4-BE49-F238E27FC236}">
                      <a16:creationId xmlns:a16="http://schemas.microsoft.com/office/drawing/2014/main" id="{1B4D33D8-5E2F-AEAB-B18E-FDFADEEA6B30}"/>
                    </a:ext>
                  </a:extLst>
                </p:cNvPr>
                <p:cNvPicPr/>
                <p:nvPr/>
              </p:nvPicPr>
              <p:blipFill>
                <a:blip r:embed="rId201"/>
                <a:stretch>
                  <a:fillRect/>
                </a:stretch>
              </p:blipFill>
              <p:spPr>
                <a:xfrm>
                  <a:off x="10683824" y="1708482"/>
                  <a:ext cx="2703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0" name="Ink 119">
                  <a:extLst>
                    <a:ext uri="{FF2B5EF4-FFF2-40B4-BE49-F238E27FC236}">
                      <a16:creationId xmlns:a16="http://schemas.microsoft.com/office/drawing/2014/main" id="{8DBE0EB8-E65F-7276-D78F-C4E33125D1EE}"/>
                    </a:ext>
                  </a:extLst>
                </p14:cNvPr>
                <p14:cNvContentPartPr/>
                <p14:nvPr/>
              </p14:nvContentPartPr>
              <p14:xfrm>
                <a:off x="11106104" y="1735842"/>
                <a:ext cx="188640" cy="360"/>
              </p14:xfrm>
            </p:contentPart>
          </mc:Choice>
          <mc:Fallback>
            <p:pic>
              <p:nvPicPr>
                <p:cNvPr id="120" name="Ink 119">
                  <a:extLst>
                    <a:ext uri="{FF2B5EF4-FFF2-40B4-BE49-F238E27FC236}">
                      <a16:creationId xmlns:a16="http://schemas.microsoft.com/office/drawing/2014/main" id="{8DBE0EB8-E65F-7276-D78F-C4E33125D1EE}"/>
                    </a:ext>
                  </a:extLst>
                </p:cNvPr>
                <p:cNvPicPr/>
                <p:nvPr/>
              </p:nvPicPr>
              <p:blipFill>
                <a:blip r:embed="rId203"/>
                <a:stretch>
                  <a:fillRect/>
                </a:stretch>
              </p:blipFill>
              <p:spPr>
                <a:xfrm>
                  <a:off x="11097464" y="1726842"/>
                  <a:ext cx="2062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2" name="Ink 121">
                  <a:extLst>
                    <a:ext uri="{FF2B5EF4-FFF2-40B4-BE49-F238E27FC236}">
                      <a16:creationId xmlns:a16="http://schemas.microsoft.com/office/drawing/2014/main" id="{A2FCA60B-34BC-8BA8-0898-A337BEB8DBE2}"/>
                    </a:ext>
                  </a:extLst>
                </p14:cNvPr>
                <p14:cNvContentPartPr/>
                <p14:nvPr/>
              </p14:nvContentPartPr>
              <p14:xfrm>
                <a:off x="10773824" y="1994322"/>
                <a:ext cx="264960" cy="7560"/>
              </p14:xfrm>
            </p:contentPart>
          </mc:Choice>
          <mc:Fallback>
            <p:pic>
              <p:nvPicPr>
                <p:cNvPr id="122" name="Ink 121">
                  <a:extLst>
                    <a:ext uri="{FF2B5EF4-FFF2-40B4-BE49-F238E27FC236}">
                      <a16:creationId xmlns:a16="http://schemas.microsoft.com/office/drawing/2014/main" id="{A2FCA60B-34BC-8BA8-0898-A337BEB8DBE2}"/>
                    </a:ext>
                  </a:extLst>
                </p:cNvPr>
                <p:cNvPicPr/>
                <p:nvPr/>
              </p:nvPicPr>
              <p:blipFill>
                <a:blip r:embed="rId205"/>
                <a:stretch>
                  <a:fillRect/>
                </a:stretch>
              </p:blipFill>
              <p:spPr>
                <a:xfrm>
                  <a:off x="10764824" y="1985322"/>
                  <a:ext cx="2826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3" name="Ink 122">
                  <a:extLst>
                    <a:ext uri="{FF2B5EF4-FFF2-40B4-BE49-F238E27FC236}">
                      <a16:creationId xmlns:a16="http://schemas.microsoft.com/office/drawing/2014/main" id="{2CE6138F-6F27-D8A0-38A9-590375E97FB9}"/>
                    </a:ext>
                  </a:extLst>
                </p14:cNvPr>
                <p14:cNvContentPartPr/>
                <p14:nvPr/>
              </p14:nvContentPartPr>
              <p14:xfrm>
                <a:off x="11237864" y="2014122"/>
                <a:ext cx="144360" cy="360"/>
              </p14:xfrm>
            </p:contentPart>
          </mc:Choice>
          <mc:Fallback>
            <p:pic>
              <p:nvPicPr>
                <p:cNvPr id="123" name="Ink 122">
                  <a:extLst>
                    <a:ext uri="{FF2B5EF4-FFF2-40B4-BE49-F238E27FC236}">
                      <a16:creationId xmlns:a16="http://schemas.microsoft.com/office/drawing/2014/main" id="{2CE6138F-6F27-D8A0-38A9-590375E97FB9}"/>
                    </a:ext>
                  </a:extLst>
                </p:cNvPr>
                <p:cNvPicPr/>
                <p:nvPr/>
              </p:nvPicPr>
              <p:blipFill>
                <a:blip r:embed="rId207"/>
                <a:stretch>
                  <a:fillRect/>
                </a:stretch>
              </p:blipFill>
              <p:spPr>
                <a:xfrm>
                  <a:off x="11228864" y="2005122"/>
                  <a:ext cx="162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4" name="Ink 123">
                  <a:extLst>
                    <a:ext uri="{FF2B5EF4-FFF2-40B4-BE49-F238E27FC236}">
                      <a16:creationId xmlns:a16="http://schemas.microsoft.com/office/drawing/2014/main" id="{D5D20298-A993-E0AE-E439-47689126E3B2}"/>
                    </a:ext>
                  </a:extLst>
                </p14:cNvPr>
                <p14:cNvContentPartPr/>
                <p14:nvPr/>
              </p14:nvContentPartPr>
              <p14:xfrm>
                <a:off x="5818064" y="568722"/>
                <a:ext cx="2624040" cy="2811240"/>
              </p14:xfrm>
            </p:contentPart>
          </mc:Choice>
          <mc:Fallback>
            <p:pic>
              <p:nvPicPr>
                <p:cNvPr id="124" name="Ink 123">
                  <a:extLst>
                    <a:ext uri="{FF2B5EF4-FFF2-40B4-BE49-F238E27FC236}">
                      <a16:creationId xmlns:a16="http://schemas.microsoft.com/office/drawing/2014/main" id="{D5D20298-A993-E0AE-E439-47689126E3B2}"/>
                    </a:ext>
                  </a:extLst>
                </p:cNvPr>
                <p:cNvPicPr/>
                <p:nvPr/>
              </p:nvPicPr>
              <p:blipFill>
                <a:blip r:embed="rId209"/>
                <a:stretch>
                  <a:fillRect/>
                </a:stretch>
              </p:blipFill>
              <p:spPr>
                <a:xfrm>
                  <a:off x="5809064" y="560082"/>
                  <a:ext cx="2641680" cy="2828880"/>
                </a:xfrm>
                <a:prstGeom prst="rect">
                  <a:avLst/>
                </a:prstGeom>
              </p:spPr>
            </p:pic>
          </mc:Fallback>
        </mc:AlternateContent>
      </p:grpSp>
    </p:spTree>
    <p:extLst>
      <p:ext uri="{BB962C8B-B14F-4D97-AF65-F5344CB8AC3E}">
        <p14:creationId xmlns:p14="http://schemas.microsoft.com/office/powerpoint/2010/main" val="2590210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sp>
        <p:nvSpPr>
          <p:cNvPr id="1900" name="Google Shape;1900;p107"/>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new attachment table according to need and design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Interface Entity for the attachment table and mark our attachment field with special attachment annotation, So the RAP framework can treat it as an attachment accordingly.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annotations for admin fields, and user labels.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composition of our attachment table with travel entity like we had the composition of booking with travel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projection view for attachment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Relationship between Travel processor view with attachment processor view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Enhance the BDEF with attachment like booking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Also expose the attachment functionality with draft to processor in behavior projection for processor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Expose the entity of attachment processor in service definition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Republish the OData V4 binding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the metadata extension for attachment scenario and link a new facet in travel for attachment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Testing</a:t>
            </a:r>
            <a:endParaRPr kumimoji="0" sz="18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901" name="Google Shape;1901;p10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Steps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Custom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433835"/>
                </a:solidFill>
                <a:effectLst/>
                <a:uLnTx/>
                <a:uFillTx/>
                <a:latin typeface="-apple-system"/>
                <a:cs typeface="Arial"/>
                <a:sym typeface="Arial"/>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433835"/>
              </a:solidFill>
              <a:effectLst/>
              <a:uLnTx/>
              <a:uFillTx/>
              <a:latin typeface="-apple-system"/>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Creating the Service Consumption Model</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Defining the Custom CDS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Create a class that implements the query for the custom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Integrate the custom entity in MDE</a:t>
            </a:r>
            <a:br>
              <a:rPr kumimoji="0" lang="en-US" sz="2000" b="0" i="0" u="none" strike="noStrike" kern="0" cap="none" spc="0" normalizeH="0" baseline="0" noProof="0" dirty="0">
                <a:ln>
                  <a:noFill/>
                </a:ln>
                <a:solidFill>
                  <a:srgbClr val="433835"/>
                </a:solidFill>
                <a:effectLst/>
                <a:uLnTx/>
                <a:uFillTx/>
                <a:latin typeface="-apple-system"/>
                <a:cs typeface="Arial"/>
                <a:sym typeface="Arial"/>
              </a:rPr>
            </a:br>
            <a:endParaRPr kumimoji="0" sz="1200" b="0" i="0" u="none" strike="noStrike" kern="0" cap="none" spc="0" normalizeH="0" baseline="0" noProof="0" dirty="0">
              <a:ln>
                <a:noFill/>
              </a:ln>
              <a:solidFill>
                <a:srgbClr val="433835"/>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Custom Entity</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04101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7" name="Google Shape;1927;p110"/>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928" name="Google Shape;1928;p110"/>
          <p:cNvSpPr txBox="1"/>
          <p:nvPr/>
        </p:nvSpPr>
        <p:spPr>
          <a:xfrm>
            <a:off x="191294" y="895"/>
            <a:ext cx="11231710" cy="120007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From classic ABAP extensions to ABAP Cloud development</a:t>
            </a:r>
            <a:endParaRPr kumimoji="0" sz="1400" b="0" i="0" u="none" strike="noStrike" kern="0" cap="none" spc="0" normalizeH="0" baseline="0" noProof="0" dirty="0">
              <a:ln>
                <a:noFill/>
              </a:ln>
              <a:solidFill>
                <a:srgbClr val="FFC000"/>
              </a:solidFill>
              <a:effectLst/>
              <a:uLnTx/>
              <a:uFillTx/>
              <a:latin typeface="Cooper Black" panose="0208090404030B020404" pitchFamily="18" charset="0"/>
              <a:cs typeface="Arial"/>
              <a:sym typeface="Arial"/>
            </a:endParaRPr>
          </a:p>
        </p:txBody>
      </p:sp>
      <p:pic>
        <p:nvPicPr>
          <p:cNvPr id="1931" name="Google Shape;1931;p110"/>
          <p:cNvPicPr preferRelativeResize="0"/>
          <p:nvPr/>
        </p:nvPicPr>
        <p:blipFill rotWithShape="1">
          <a:blip r:embed="rId3">
            <a:alphaModFix/>
          </a:blip>
          <a:srcRect/>
          <a:stretch/>
        </p:blipFill>
        <p:spPr>
          <a:xfrm>
            <a:off x="333772" y="1412776"/>
            <a:ext cx="7772400" cy="3971925"/>
          </a:xfrm>
          <a:prstGeom prst="rect">
            <a:avLst/>
          </a:prstGeom>
          <a:noFill/>
          <a:ln>
            <a:noFill/>
          </a:ln>
        </p:spPr>
      </p:pic>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1" name="Google Shape;1941;p112"/>
          <p:cNvSpPr txBox="1"/>
          <p:nvPr/>
        </p:nvSpPr>
        <p:spPr>
          <a:xfrm>
            <a:off x="191294" y="1279407"/>
            <a:ext cx="11806237" cy="1754326"/>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APIs (local or remote) released by SAP to access SAP functionality and SAP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extension points released by SAP to extend SAP objects. Modifications to SAP standard objects are not supported (applies to S/4HANA Cloud system)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of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(ABAP development tools) on eclipse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Steampunk (RAP – Restful Application Programming model) to build Fiori Applications and services. SAP technologies like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and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webdynpro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are not released for cloud development.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42" name="Google Shape;1942;p112"/>
          <p:cNvSpPr txBox="1"/>
          <p:nvPr/>
        </p:nvSpPr>
        <p:spPr>
          <a:xfrm>
            <a:off x="191294" y="219259"/>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ABAP Cloud Development Means: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50" name="Google Shape;1950;p11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SAP BTP to develop side by side extensions, full stack SAP applications in BTP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In-app Developer extensibility with released objects in S/4HANA (all editions) with RAP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you using RAP and enhancing your Standard SAP Applications delivered by SAP in S/4HANA system, the recommended approach is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Every Customer using S/4HANA can decide whether they want to use new approach (embedded Steampunk) or classic extension approach (BADI)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This can be done by switching a setting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1" name="Google Shape;1951;p11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Embedded Steampunk</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29</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4089</TotalTime>
  <Words>1177</Words>
  <Application>Microsoft Office PowerPoint</Application>
  <PresentationFormat>Custom</PresentationFormat>
  <Paragraphs>128</Paragraphs>
  <Slides>18</Slides>
  <Notes>13</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vt:i4>
      </vt:variant>
    </vt:vector>
  </HeadingPairs>
  <TitlesOfParts>
    <vt:vector size="34" baseType="lpstr">
      <vt:lpstr>Arial Black</vt:lpstr>
      <vt:lpstr>Corben</vt:lpstr>
      <vt:lpstr>Segoe UI</vt:lpstr>
      <vt:lpstr>72 Condensed</vt:lpstr>
      <vt:lpstr>Open Sans</vt:lpstr>
      <vt:lpstr>Segoe UI Light</vt:lpstr>
      <vt:lpstr>Quattrocento Sans</vt:lpstr>
      <vt:lpstr>Cambria</vt:lpstr>
      <vt:lpstr>-apple-system</vt:lpstr>
      <vt:lpstr>Calibri</vt:lpstr>
      <vt:lpstr>Arial</vt:lpstr>
      <vt:lpstr>Cooper Black</vt:lpstr>
      <vt:lpstr>Office Theme</vt:lpstr>
      <vt:lpstr>2_Office Theme</vt:lpstr>
      <vt:lpstr>3_Office Theme</vt:lpstr>
      <vt:lpstr>1_Office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138</cp:revision>
  <dcterms:created xsi:type="dcterms:W3CDTF">2023-10-03T21:33:12Z</dcterms:created>
  <dcterms:modified xsi:type="dcterms:W3CDTF">2026-02-27T07:59:08Z</dcterms:modified>
</cp:coreProperties>
</file>