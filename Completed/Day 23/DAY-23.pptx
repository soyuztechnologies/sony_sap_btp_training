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9.xml" ContentType="application/vnd.openxmlformats-officedocument.presentationml.notesSlide+xml"/>
  <Override PartName="/ppt/ink/ink12.xml" ContentType="application/inkml+xml"/>
  <Override PartName="/ppt/ink/ink1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25"/>
  </p:notesMasterIdLst>
  <p:sldIdLst>
    <p:sldId id="256" r:id="rId5"/>
    <p:sldId id="402" r:id="rId6"/>
    <p:sldId id="276" r:id="rId7"/>
    <p:sldId id="314" r:id="rId8"/>
    <p:sldId id="1187" r:id="rId9"/>
    <p:sldId id="1188" r:id="rId10"/>
    <p:sldId id="1189" r:id="rId11"/>
    <p:sldId id="1186" r:id="rId12"/>
    <p:sldId id="1178" r:id="rId13"/>
    <p:sldId id="1179" r:id="rId14"/>
    <p:sldId id="1180" r:id="rId15"/>
    <p:sldId id="1181" r:id="rId16"/>
    <p:sldId id="1182" r:id="rId17"/>
    <p:sldId id="1184" r:id="rId18"/>
    <p:sldId id="1185" r:id="rId19"/>
    <p:sldId id="1208" r:id="rId20"/>
    <p:sldId id="1209" r:id="rId21"/>
    <p:sldId id="1215" r:id="rId22"/>
    <p:sldId id="419" r:id="rId23"/>
    <p:sldId id="409" r:id="rId24"/>
  </p:sldIdLst>
  <p:sldSz cx="12188825" cy="6858000"/>
  <p:notesSz cx="6858000" cy="9144000"/>
  <p:embeddedFontLst>
    <p:embeddedFont>
      <p:font typeface="72 Monospace" panose="020B0509030603020204" pitchFamily="49" charset="0"/>
      <p:regular r:id="rId26"/>
      <p:bold r:id="rId27"/>
    </p:embeddedFont>
    <p:embeddedFont>
      <p:font typeface="Arial Black" panose="020B0A04020102020204" pitchFamily="34" charset="0"/>
      <p:regular r:id="rId28"/>
      <p:bold r:id="rId29"/>
    </p:embeddedFont>
    <p:embeddedFont>
      <p:font typeface="Cambria" panose="02040503050406030204" pitchFamily="18" charset="0"/>
      <p:regular r:id="rId30"/>
      <p:bold r:id="rId31"/>
      <p:italic r:id="rId32"/>
      <p:boldItalic r:id="rId33"/>
    </p:embeddedFont>
    <p:embeddedFont>
      <p:font typeface="Consolas" panose="020B0609020204030204" pitchFamily="49" charset="0"/>
      <p:regular r:id="rId34"/>
      <p:bold r:id="rId35"/>
      <p:italic r:id="rId36"/>
      <p:boldItalic r:id="rId37"/>
    </p:embeddedFont>
    <p:embeddedFont>
      <p:font typeface="Cooper Black" panose="0208090404030B020404" pitchFamily="18" charset="0"/>
      <p:regular r:id="rId38"/>
    </p:embeddedFont>
    <p:embeddedFont>
      <p:font typeface="Corben" panose="020B0604020202020204" charset="0"/>
      <p:bold r:id="rId39"/>
    </p:embeddedFont>
    <p:embeddedFont>
      <p:font typeface="Open Sans" panose="020B0606030504020204" pitchFamily="34" charset="0"/>
      <p:regular r:id="rId40"/>
      <p:bold r:id="rId41"/>
      <p:italic r:id="rId42"/>
      <p:boldItalic r:id="rId43"/>
    </p:embeddedFont>
    <p:embeddedFont>
      <p:font typeface="Quattrocento Sans" panose="020B0502050000020003" pitchFamily="34" charset="0"/>
      <p:regular r:id="rId44"/>
      <p:bold r:id="rId45"/>
      <p:italic r:id="rId46"/>
      <p:boldItalic r:id="rId47"/>
    </p:embeddedFont>
    <p:embeddedFont>
      <p:font typeface="Segoe UI" panose="020B0502040204020203" pitchFamily="34" charset="0"/>
      <p:regular r:id="rId48"/>
      <p:bold r:id="rId49"/>
      <p:italic r:id="rId50"/>
      <p:boldItalic r:id="rId51"/>
    </p:embeddedFont>
    <p:embeddedFont>
      <p:font typeface="Segoe UI Black" panose="020B0A02040204020203" pitchFamily="34" charset="0"/>
      <p:bold r:id="rId52"/>
      <p:boldItalic r:id="rId53"/>
    </p:embeddedFont>
    <p:embeddedFont>
      <p:font typeface="Segoe UI Light" panose="020B0502040204020203" pitchFamily="34" charset="0"/>
      <p:regular r:id="rId54"/>
      <p: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7.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0" Type="http://schemas.openxmlformats.org/officeDocument/2006/relationships/font" Target="fonts/font25.fntdata"/><Relationship Id="rId55" Type="http://schemas.openxmlformats.org/officeDocument/2006/relationships/font" Target="fonts/font30.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4.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3" Type="http://schemas.openxmlformats.org/officeDocument/2006/relationships/font" Target="fonts/font28.fntdata"/><Relationship Id="rId5" Type="http://schemas.openxmlformats.org/officeDocument/2006/relationships/slide" Target="slides/slide1.xml"/><Relationship Id="rId203" Type="http://customschemas.google.com/relationships/presentationmetadata" Target="metadata"/><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20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26.fntdata"/><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6.xml"/><Relationship Id="rId41" Type="http://schemas.openxmlformats.org/officeDocument/2006/relationships/font" Target="fonts/font16.fntdata"/><Relationship Id="rId54" Type="http://schemas.openxmlformats.org/officeDocument/2006/relationships/font" Target="fonts/font29.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font" Target="fonts/font24.fntdata"/><Relationship Id="rId10" Type="http://schemas.openxmlformats.org/officeDocument/2006/relationships/slide" Target="slides/slide6.xml"/><Relationship Id="rId31" Type="http://schemas.openxmlformats.org/officeDocument/2006/relationships/font" Target="fonts/font6.fntdata"/><Relationship Id="rId44" Type="http://schemas.openxmlformats.org/officeDocument/2006/relationships/font" Target="fonts/font19.fntdata"/><Relationship Id="rId52" Type="http://schemas.openxmlformats.org/officeDocument/2006/relationships/font" Target="fonts/font27.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9T06:16:09.268"/>
    </inkml:context>
    <inkml:brush xml:id="br0">
      <inkml:brushProperty name="width" value="0.05292" units="cm"/>
      <inkml:brushProperty name="height" value="0.05292" units="cm"/>
    </inkml:brush>
  </inkml:definitions>
  <inkml:trace contextRef="#ctx0" brushRef="#br0">19005 11942 0,'0'0'0,"-13"0"15,0-13 1,13-14 15,0 41 0,-40 78 1,27-65-32,0 12 15,-53 94 1,52-80-16,-65 132 31,79-172-15,13-53-1,1 1 1,105-186 0,-40 66-1,40-53 1,66 67 15,-172 185-15,14 171-1,-27-145 1,-27 199 0,14-212-16,0 26 15</inkml:trace>
  <inkml:trace contextRef="#ctx0" brushRef="#br0" timeOffset="165.42">19071 12008 0,'0'0'0,"-52"0"16,38 13-1,67 14 1,146-54 15</inkml:trace>
  <inkml:trace contextRef="#ctx0" brushRef="#br0" timeOffset="347.36">19534 11770 0,'0'0'15,"-26"-26"1,13 26-16,-1 92 31,1 1-15,13 39-1,-13 53 17</inkml:trace>
  <inkml:trace contextRef="#ctx0" brushRef="#br0" timeOffset="532.11">19680 11757 0,'0'0'0,"26"26"32,-26 14-17,-39 119 1,25-106 0,-12 66-1</inkml:trace>
  <inkml:trace contextRef="#ctx0" brushRef="#br0" timeOffset="1056.24">20725 11889 0,'0'0'0,"-14"-26"32,1 13-32,-40 26 31,-26 132 0,92-26 0,119-119 1,-26-119-1,-145-13 0,12 119-31,-52 13 16</inkml:trace>
  <inkml:trace contextRef="#ctx0" brushRef="#br0" timeOffset="1500.12">21069 11876 0,'-40'13'31,"40"0"-31,-13 67 32,13-54-32,13 54 15,-13 131 17,0-105-1,-13-265 0,26-52 0,27-1 1,-14 212-17,93 66 16,-106-26-15,-92 52 15,39-78-31,14-1 0</inkml:trace>
  <inkml:trace contextRef="#ctx0" brushRef="#br0" timeOffset="1841.08">21571 11876 0,'40'-26'32,"-80"52"-32,80-66 0,-40 27 0,0 0 0,-13-14 31,-67 27 0,67 80-15,66 26 15,-27-93-15,1 40 15,-27-40-31,-80 13 15,41-12 1,-14-14-16</inkml:trace>
  <inkml:trace contextRef="#ctx0" brushRef="#br0" timeOffset="2437.23">22709 11823 0,'0'0'0,"13"0"15,0-26 1,-13-1 0,0 14-1,-40-27 1,14 40-1,-67 40 1,67-14 0,-67 93-1,80-92-15,0 39 32,39-53-17,40-26 1,-13-27-1,0-26 1,-40 53 0,-13 0-16,14 0 15,-14 65 1,26 54 15,1-79-15,-14-14-16</inkml:trace>
  <inkml:trace contextRef="#ctx0" brushRef="#br0" timeOffset="2735.25">22960 11823 0,'0'0'0,"-27"-66"15,27 53-15,27 26 31,52 132 1,-79-118-17,0 26 1,-26-80 15,26 14-15,0-13-16,53-67 15,66 1 17,-66 92-17</inkml:trace>
  <inkml:trace contextRef="#ctx0" brushRef="#br0" timeOffset="3087.46">23396 11836 0,'0'0'0,"-26"14"32,39-14-1,0 13-15,27 0-1,53-39 16,-80 12-31,0-65 32,-119 13-1,14 132 0,118 93 0,-13-133-31,80 1 16</inkml:trace>
  <inkml:trace contextRef="#ctx0" brushRef="#br0" timeOffset="3861.22">24230 11704 0,'39'-79'31,"-78"158"-31,91-277 32,-52 185-32,-79 39 31,-106 186 0,172-54 0,132-131 1,-93-41-32,80-105 31,-53-66 0,-53 251 0,40 80 1,-14-93-32</inkml:trace>
  <inkml:trace contextRef="#ctx0" brushRef="#br0" timeOffset="4169.78">24547 11598 0,'0'0'0,"-40"-26"32,93 79-1,40 66 0,-80-93-31,0 40 31,-26-52-31,-40-14 32,27-186-1,171 67 0,-79 106-31</inkml:trace>
  <inkml:trace contextRef="#ctx0" brushRef="#br0" timeOffset="4470.13">24904 11638 0,'-26'0'0,"52"0"0,-92-13 31,53 0-31,66-1 31,52 94 1,-52 12-1,-79-79-15,13-26-1,-1-93 1,28 80-1,78-80 17,-52 93-32</inkml:trace>
  <inkml:trace contextRef="#ctx0" brushRef="#br0" timeOffset="5401.69">25460 11691 0,'0'0'0,"0"-53"47,0-40-32,-14 80 1,-25 53 0,-14 66 15,53-80-16,13 27 1,13-53 0,54-26-1,-67 12 1,40-52 0,-40 53-1,-13-13-15,0-27 16,-26 92 15,12-12-15,28 92-1,-14-93 1,66 14 0,-40-40-1,80-53 1,-80 40-1,94-80 17,-120 80-32,-14 0 31,14 26-31,-13 27 16,79-27 15,-39-13-16,92-66 1,-93-14 15,-66 147 1,1 290-1,39-265-16,0 226 1,-13-266 0,-40 1-1,39-79 1,-38-212 0,52 185-1,79-93 1,-39 133-1,118 13 1,-39 0 15</inkml:trace>
  <inkml:trace contextRef="#ctx0" brushRef="#br0" timeOffset="7170.83">26809 11598 0,'0'-39'31,"-40"39"1,-26 158-1,105 1 0,-12-133-31,105-12 31,-13-173 1,-198-26-1,-40 158 0,106 54-31</inkml:trace>
  <inkml:trace contextRef="#ctx0" brushRef="#br0" timeOffset="7633.93">27324 11678 0,'-13'-14'15,"26"28"-15,-66-67 31,67 159 1,52 145-1,-66-198-31,26 119 31,-79-186 0,14-171 1,118-106-1,-53 252-31,80-54 31,-13 159 0,-146 53 1,-93-53-1,120-66-31</inkml:trace>
  <inkml:trace contextRef="#ctx0" brushRef="#br0" timeOffset="7986.49">27748 11731 0,'0'0'16,"13"0"-16,-53 0 31,27 0-15,53 26 15,92-13 0,-66-79 0,-66 53-31,-79-66 32,-67 65-1,133 28-31,0 12 15,-1 80 1,54-40 0,-13-40-16,-1-12 0</inkml:trace>
  <inkml:trace contextRef="#ctx0" brushRef="#br0" timeOffset="8273.87">28065 11638 0,'0'0'0,"-13"-26"16,13 12-16,26 1 31,-13 26-31,14 14 16,105 131 15,-145-105 0,-40-119 1,79-79-1,80 79-15</inkml:trace>
  <inkml:trace contextRef="#ctx0" brushRef="#br0" timeOffset="8880.12">28660 11664 0,'0'-39'32,"-13"26"-32,13-1 15,-79-39 16,39 67-15,-79 158 15,145-67 1,107-118-1,-28-93 0,-91 53-15,-41 67 15,14 25-15,13-12-16,40 92 31,118-106 0,1-158 0,-172-133 1,-106 79-1,53 318 0,145 212 0,-26-212-15</inkml:trace>
  <inkml:trace contextRef="#ctx0" brushRef="#br0" timeOffset="9198.69">28753 11731 0,'-14'-14'0,"28"28"0,-28-41 15,41 14 1,132 13 15,-106 0-31,132 0 31,-146-40 1,-39 27-32,-26-13 31,39 78 0,0 107 0,1-146-31</inkml:trace>
  <inkml:trace contextRef="#ctx0" brushRef="#br0" timeOffset="9350.03">29242 11453 0,'0'0'31,"-26"-80"-31,12 54 32,14 39-32</inkml:trace>
  <inkml:trace contextRef="#ctx0" brushRef="#br0" timeOffset="10370.83">29480 11678 0,'-26'-14'32,"-1"-12"-1,14 92 0,13 0-15,79 40 15,-13-93-15,-13-92 15,-92-93 0,-41 79 0,54 93-31,-1 67 32,27-54-32,67 40 31,65-53-15,-53-53 15,-39 26 16,-40 41-47,13 52 31,0-53-31,14 40 16,-27-40-1,53-26 16,13-53 1,13 26-17,1 106 17,-67-53-17,40 53 1,-40-52-1,40-1 1,-40-26 0,53-80 15,-53 53-31,1-65 16,-14 78-1,-53 1 1,39 39-1,-12 66 1,39-52 0,40 79 15,-40-93-31,27 13 16,-93-13 15,40 1-16,-119 25 1,52-25 0</inkml:trace>
  <inkml:trace contextRef="#ctx0" brushRef="#br0" timeOffset="17283.32">12551 10157 0,'0'-992'0,"0"1971"16,-13-979 46,-40 13-30,27 0-32,-40 27 15,-146 145 16,27 53 1,158-198-32,14 26 15,40 13 17,-14-79-32,0 0 0</inkml:trace>
  <inkml:trace contextRef="#ctx0" brushRef="#br0" timeOffset="17590.78">11863 10620 0,'-26'-14'31,"52"28"-31,-52-14 31,26 13-31,26 106 32,14-40-1,40-92 0,-1-40 0,-39 13-15</inkml:trace>
  <inkml:trace contextRef="#ctx0" brushRef="#br0" timeOffset="18389.63">12922 9734 0,'39'-53'32,"-78"106"-32,131-146 31,-92 80-31,-40-14 31,14 27-31,-27-13 16,-92 53 15,118-27-31,1 40 31,39 53 0,0-80-31,40 133 32,-53 0-1,-40-14 0,27-52 0,26-80-31,67 0 32,105-39-1,-145-1-31,-1 14 0</inkml:trace>
  <inkml:trace contextRef="#ctx0" brushRef="#br0" timeOffset="18947.21">13345 9813 0,'0'0'0,"0"-13"15,13 13 17,-13 13-17,0 66 1,0-52 0,0 118-1,0-105 1,26 39-1</inkml:trace>
  <inkml:trace contextRef="#ctx0" brushRef="#br0" timeOffset="19297.32">13622 9866 0,'0'0'0,"-13"-40"15,-40 80 17,53-27-17,-13 14-15,0 65 16,66 1 15,-40-80-31,80-13 31,-80-13-15,0-1-16,27-52 16,-80-66 15,27 119-31,-14 13 16,-39-13-1,53 26-15</inkml:trace>
  <inkml:trace contextRef="#ctx0" brushRef="#br0" timeOffset="19701.66">13913 9958 0,'0'-26'16,"0"52"-16,0-65 16,0 26-16,0-27 15,53 0 17,-39 40-17,38 40 1,-65 92 15,-93-26 0,67-80-15,78-26 15,-25 0-31,91-26 31,-78 26-31,-14 0 16</inkml:trace>
  <inkml:trace contextRef="#ctx0" brushRef="#br0" timeOffset="19900.16">14271 10077 0,'13'-13'31,"-13"40"1,0 52-1,0-66-31,0 40 16</inkml:trace>
  <inkml:trace contextRef="#ctx0" brushRef="#br0" timeOffset="20126.54">14548 9787 0,'0'-40'31,"0"80"-31,0-67 0,0 106 31,0-52-31,0 92 31,0-66-31</inkml:trace>
  <inkml:trace contextRef="#ctx0" brushRef="#br0" timeOffset="20484.07">14826 9839 0,'0'-66'31,"0"132"-31,-53-92 31,27 158 0,92-13 1,-53-106-32,80-13 31,-1-92 0,-92 52-31,-26-79 31,-80 66 1,79 67-32,14-14 0,0 13 0</inkml:trace>
  <inkml:trace contextRef="#ctx0" brushRef="#br0" timeOffset="20939.93">15183 9813 0,'0'0'31,"13"-26"-31,-13-1 32,14 80-1,-1 40 0,26-27 0,-12-13 1,-67-1-1,-52-65 0,92-119 0,119-80 1,-93 173-32,93-67 31,-79 93-31</inkml:trace>
  <inkml:trace contextRef="#ctx0" brushRef="#br0" timeOffset="21166.14">15593 9998 0,'0'0'0,"13"13"31,-13 14 0,0 65 1,-26-12-17</inkml:trace>
  <inkml:trace contextRef="#ctx0" brushRef="#br0" timeOffset="21450.8">16016 9787 0,'-13'-14'32,"13"41"-1,-13 131 0,0-52 0,13-79-31</inkml:trace>
  <inkml:trace contextRef="#ctx0" brushRef="#br0" timeOffset="21779.77">16268 9879 0,'0'0'0,"0"-26"16,0-1-16,0 1 0,-27-14 31,1 93 0,13 92 1,13-118-32,39 26 31,54-80 0,-54-105 0,-91 79 1,25 53-32</inkml:trace>
  <inkml:trace contextRef="#ctx0" brushRef="#br0" timeOffset="22983.79">16731 9879 0,'-14'-26'0,"28"52"0,-41-132 31,14 93-31,13-13 31,53 12 1,-40 28-32,40 25 15,-40-25 1,0 25-1,-26-26 1,-53 40 15,53-53-31,-27 27 16,40-1 15,0 1 16,13-27-16,1 0-31,-1 0 16,-13-14 93,-13 14-15,13-13-63,-27 13 1,14 0-1,0 0 0,-1 13-15,1 1-1,0-1 1,13 0-16,-13 14 16,13-14-1,0 40 1,13-40-1,27 27 1,-1-27 15,-25-13-15,12 0 0,-13 0-1,40-27 1,-40 14-1,1 0-15,12-40 16,-13 27 0,-13 12-16,0-25 15,-79 12 17,52 14-32,14 13 15,-53 0 1,53 0 15</inkml:trace>
  <inkml:trace contextRef="#ctx0" brushRef="#br0" timeOffset="23392.89">16995 9668 0,'0'0'0,"-26"-53"31,65 53 0,67 105 0,-79-65-31,-14 211 32,-185-39-1,26-159-15</inkml:trace>
  <inkml:trace contextRef="#ctx0" brushRef="#br0" timeOffset="25840.85">16969 9628 0,'0'0'0,"13"0"47,27 0-16,-27 0-16,13-13 1,-13 52 15,-13-25-15,14 12-16,-14 53 16,0-39-1,13 92 1,-13-79-1,13 40 1,0-67 0,-13 1-16,0 65 15,0-79 1,14 54 0,-14-54-1,0 0 1,0 0-1,-27-13 64,14 0-64,-53 13 1,53-13-1,-14 0-15,-39 0 16,39 0-16</inkml:trace>
  <inkml:trace contextRef="#ctx0" brushRef="#br0" timeOffset="28568.94">5304 11902 0,'13'-26'46,"66"-27"-14,0 27-17,279-40 17,409 39-1,-582 14-31,688 13 15,-622 13 1,754 0 0,-754 1-1,768-1 1,-781 0 0,595 27-1,-661-27 1,436 40-1,-528-40 1,131 53 0,-171-53-1,79 80 1,-92-67 0,52 107-1,-53-94 1,14 186-1,-14-79 1,1 65 0,-14-145-1,0 0-15,53 93 16,-39-80 0,13 14-1</inkml:trace>
  <inkml:trace contextRef="#ctx0" brushRef="#br0" timeOffset="28924.17">12697 13198 0,'0'0'15,"-14"0"-15,1 0 16,26 14 15,14 12-15,26 14 0,13-14-1,53-12 1,-13-54 15,-93 13-15,13-52-1,-26 39 17,-13 93-17,-13 13 1</inkml:trace>
  <inkml:trace contextRef="#ctx0" brushRef="#br0" timeOffset="29675.49">13120 13608 0,'0'0'0,"0"-13"16,13-13-1,-66 13 17,14 13-32,-107 0 31,93 0-31,-106 39 31,133 27 0,66 67 1,-14 91-1,-39-78-16,0 26 17,52-93-1,186-92 0,-145-40-15</inkml:trace>
  <inkml:trace contextRef="#ctx0" brushRef="#br0" timeOffset="29903.74">13212 13833 0,'0'0'0,"-13"-26"31,13 39-31,0 53 31,13 66 0,14-13 1,-27-105-32,13-14 0</inkml:trace>
  <inkml:trace contextRef="#ctx0" brushRef="#br0" timeOffset="30213.99">13424 13979 0,'0'0'0,"13"-40"16,1 14-16,-14-54 31,-27 133 0,27-13-31,0 92 31,93-53-15,-67-79 0,93-92 15,-106-67 0,-118 119 0,12 107-15</inkml:trace>
  <inkml:trace contextRef="#ctx0" brushRef="#br0" timeOffset="30578.68">13900 13860 0,'-13'-66'16,"39"-1"15,1 54-15,65 40 0,-78-1-1,25 93 1,-39-92-1,-92 92 1,79-106 0,-27 13-1,132-52 17,-65 26-17,132-27 1,-120 27-1,1-13-15</inkml:trace>
  <inkml:trace contextRef="#ctx0" brushRef="#br0" timeOffset="30771.92">14614 13899 0,'-39'0'16,"39"14"-1,0 12 1,0-13 0,0 1-16,0 52 15,0-53 1,0 13-16,-27 27 16</inkml:trace>
  <inkml:trace contextRef="#ctx0" brushRef="#br0" timeOffset="31006.82">14866 13635 0,'0'0'0,"26"-53"15,-13 53 1,-13 40-1,0-14 1,-26 106 0,13-92-16,-1 79 31</inkml:trace>
  <inkml:trace contextRef="#ctx0" brushRef="#br0" timeOffset="31360.34">15130 13701 0,'0'0'0,"27"-93"15,-27 120 17,-14-14-17,14 93 1,0-80-1,27 54 1,-1-54 0,27-26-1,-26-13 1,-14 0-16,40-93 16,-53 79-1,-27-92 1,14 93-1,-66 13 1,66 26 0,-27 40-1</inkml:trace>
  <inkml:trace contextRef="#ctx0" brushRef="#br0" timeOffset="31766.91">15527 13608 0,'0'0'0,"0"-66"15,-13 53 1,13 0-16,0 66 31,0-27-15,-13 93-1,13-92 1,0-1-16,0 1 16,13-54 15,13 1-15,27-27-1,-13 26 1,13 67-1,-53-14 1,0 14-16,-14 53 16,1-54-16,-40 28 31</inkml:trace>
  <inkml:trace contextRef="#ctx0" brushRef="#br0" timeOffset="31931.14">15527 13569 0,'0'0'0,"40"-53"15,52 40 17,-65 13-17,79 0 1</inkml:trace>
  <inkml:trace contextRef="#ctx0" brushRef="#br0" timeOffset="32440.05">15950 13370 0,'0'0'0,"-53"-39"16,53 12 15,27 27-15,105 14 0,66 25 15,-171-39-31,-14 0 15,14 0 1,-54 27 15,14-14-15,-14 79 0,14 120 15,13-172-31,27 105 31,-27-118-15,0-1-16,13 40 15,-13-53 1,-53 14 15,0-27-15,-106 0-1</inkml:trace>
  <inkml:trace contextRef="#ctx0" brushRef="#br0" timeOffset="36873.73">5198 14124 0,'0'0'0,"-27"0"31,14 0-31,-13 13 31,184 27 1,464-27-1,264-39 0,-185-14 0,-238 53 1,-344 67-1,-106 78 0,-13-118-15,27 106-1,118 211 17,53 145-1,-184-449-31,12 13 16,27 106 15,-53-159 0,0-26 0</inkml:trace>
  <inkml:trace contextRef="#ctx0" brushRef="#br0" timeOffset="37577.35">9430 15420 0,'0'0'0,"0"-13"31,-79-13 1,52 26-32,-132 0 31,-26 26 0,132 14 0,67 65 1,-1-78-32,13 92 31,-39 79 0,13-171-31,-66 158 31,26-66 1,40-53-1,27-66-15,52 0-1,-39 0-15,105-26 31,-118 12-31,-14 1 0</inkml:trace>
  <inkml:trace contextRef="#ctx0" brushRef="#br0" timeOffset="39801.83">9615 15817 0,'0'-27'31,"0"1"1,0 105-1,-26 93 0,26-92-15</inkml:trace>
  <inkml:trace contextRef="#ctx0" brushRef="#br0" timeOffset="40162.85">9853 15923 0,'0'0'15,"13"-40"1,-26 27 15,-27 132 0,67 0 1,79-119-1,-14-93 0,-184-26 0,-14 133 1,93 25-17</inkml:trace>
  <inkml:trace contextRef="#ctx0" brushRef="#br0" timeOffset="40672.42">10488 15896 0,'0'0'0,"-26"-13"31,12 13-31,-78 40 32,52 66-1,159-67 0,40-52 0,-133-53 1,-171-40-1,118 80-31,-65-54 31,211 41 0,39 25 1,-131 28-32,-27 38 31,-66 28 0,53-67-31,13 0 0</inkml:trace>
  <inkml:trace contextRef="#ctx0" brushRef="#br0" timeOffset="41231.72">11070 15592 0,'0'0'16,"-27"-13"-16,1 13 0,-27-27 31,146 1 0,92 13 0,-106 26 1,-79 27-1,-13-27-31,-27 146 31,40-80-15,-13 93 15,26-53 0,-13-106-15,0 27 15,-13-40 16,-172 13-31</inkml:trace>
  <inkml:trace contextRef="#ctx0" brushRef="#br0" timeOffset="44140.06">5449 15354 0,'-40'-13'31,"40"92"16,0 278-16,40 238 0,13-92 1,-27-305-1,14-184 0,92-54 0,-66 40-15,-39 0-16,39 0 0</inkml:trace>
  <inkml:trace contextRef="#ctx0" brushRef="#br0" timeOffset="44982.6">6692 16729 0,'0'0'0,"13"-39"47,-145 26-32,79-1 1,-251 41 0,145 12 15,146-39-15,26 14-1,1-1 1,39 0 15,-14 14-15,-26 92 15,-39 132 0,13-185-31,0 40 16,-27 158 15,40-224-31,-13 119 31,52-146 1,133-106-1,-132 80-31,92-53 31,-105 53-31</inkml:trace>
  <inkml:trace contextRef="#ctx0" brushRef="#br0" timeOffset="45350.43">6745 17126 0,'0'0'16,"13"-13"-16,1-27 15,-14 40 17,0 27-17,-40 105 1,27-92-1,-1 118 1,14-144 0</inkml:trace>
  <inkml:trace contextRef="#ctx0" brushRef="#br0" timeOffset="45672.12">6785 17153 0,'13'-14'0,"-26"28"0,26-54 15,0 27 1,0 26-16,27 53 31,-27-39-15,1-1-16,52 40 16,-53-66-1,0 0-15,0 0 16,27-53-1,-40 27-15,27-146 32,-27 132-17,0-26 1,0 106 15,0-27-15</inkml:trace>
  <inkml:trace contextRef="#ctx0" brushRef="#br0" timeOffset="46036.98">7446 17060 0,'0'0'0,"27"-26"15,-80 12 16,26 14-15,-39 53 0,40 66 15,39-92-15,40 12-1,-27-39-15,67-52 31,-67 38-31,1-12 16,-14-67 0,-13 67-16,-93-54 31,80 80-15,-53 40-1</inkml:trace>
  <inkml:trace contextRef="#ctx0" brushRef="#br0" timeOffset="46401.87">7803 16941 0,'0'0'0,"-26"0"16,12 0-16,1 13 16,53-13 30,79-39-14,-26 25-1,-80 14-15</inkml:trace>
  <inkml:trace contextRef="#ctx0" brushRef="#br0" timeOffset="46566.32">7975 16901 0,'-13'0'0,"26"0"0,-53 14 31,14 52-15,0 106 15,52-40 0</inkml:trace>
  <inkml:trace contextRef="#ctx0" brushRef="#br0" timeOffset="47126.7">8359 16981 0,'0'0'31,"0"-27"-31,0 54 47,-40 158-16,14-66 0,12-106-31</inkml:trace>
  <inkml:trace contextRef="#ctx0" brushRef="#br0" timeOffset="47406.17">8412 17073 0,'0'0'0,"0"-39"16,0 25-1,13-78 17,0 65-32,53-26 15,-39 53 1,92 14 0,-80-1-16</inkml:trace>
  <inkml:trace contextRef="#ctx0" brushRef="#br0" timeOffset="47592.8">8398 17087 0,'0'0'0,"-13"26"16,0-13-16,26 0 31,14-13-31,118-39 15,-105 26 1,13-1-16</inkml:trace>
  <inkml:trace contextRef="#ctx0" brushRef="#br0" timeOffset="47938.63">8993 17020 0,'14'-13'16,"-28"26"-16,28-39 15,-28 13 1,1 13-1,0 0-15,-27 26 16,27-13 0,0 14-16,-14 39 15,27-26 1,0 13 0,14-40-1,25 0 1,-25-26-1,-1 13-15,40-40 16,-53 14 0,13-54-1,-26 41 1,-14-1 0,14 40-1,13 26 1,13-26-1</inkml:trace>
  <inkml:trace contextRef="#ctx0" brushRef="#br0" timeOffset="48276.45">9271 16994 0,'0'0'0,"0"-27"16,0 14-16,-13 26 31,0 1-15,-14 92-1,27-80 1,0-13-16,27 40 16,-14-40-1,53-13 1,-26-39-1,-1-27 1,-25-1 0,-14-38-1,0 91 1,-40 1 0</inkml:trace>
  <inkml:trace contextRef="#ctx0" brushRef="#br0" timeOffset="48501.92">9655 16941 0,'0'0'0,"13"0"15,-26 40 16,0-27-15,-1 13-16,-25 67 16,39-80-1,-27 27 1</inkml:trace>
  <inkml:trace contextRef="#ctx0" brushRef="#br0" timeOffset="48815.09">9615 17020 0,'0'0'0,"79"-92"16,-65-900 0,25 2023-1,1-911 17,-27-94-17,-13-13-15,27 14 16,26-93 15,-40 39-31,0-39 16,14-93 15,-41 146-15,1 13-16,-13 26 15,-14 67 16</inkml:trace>
  <inkml:trace contextRef="#ctx0" brushRef="#br0" timeOffset="49051.16">10104 16915 0,'14'-14'0,"-28"28"0,41-28 31,-27 28-31,0-1 16,-27 40 0,14-40-16,13 13 15,-13 54 1,13-67 0,0 0-16</inkml:trace>
  <inkml:trace contextRef="#ctx0" brushRef="#br0" timeOffset="49253.11">10091 16901 0,'0'0'15,"27"-39"1,-14 25-16,0 14 0,93 27 31,26 65 0,-198 14 1,-40-66-17,53-27-15,-52 14 16</inkml:trace>
  <inkml:trace contextRef="#ctx0" brushRef="#br0" timeOffset="49870.23">10594 16663 0,'-40'0'31,"80"0"-31,-67 0 16,41 0-16,25 0 15,133 0 17,-119 0-1,-40 14-15,-13 38 15,14 67 0,-14-66-15,13 27-1,0-54-15,-13 1 16,13 39 0,0-40-16,-13 1 15,14 39 16,-107-13 1,40-27-32,-225 27 15</inkml:trace>
  <inkml:trace contextRef="#ctx0" brushRef="#br0" timeOffset="73123.13">15977 15182 0,'0'53'31,"53"13"0,-40 66 1,-13-105-32,-27 105 31,93 14 0,120-133 0,-160-26-31</inkml:trace>
  <inkml:trace contextRef="#ctx0" brushRef="#br0" timeOffset="73276.36">16175 15129 0,'-40'-13'16,"80"26"-16,-106-39 0,39 26 0,-25 0 15,38 0 1,28 0 0</inkml:trace>
  <inkml:trace contextRef="#ctx0" brushRef="#br0" timeOffset="73503.6">16334 15169 0,'0'0'0,"-13"26"15,13-12 1,0-1-16,39 106 15,41 92 17,-67-171-17,0 39 1</inkml:trace>
  <inkml:trace contextRef="#ctx0" brushRef="#br0" timeOffset="74043.17">16373 15513 0,'0'0'0,"14"-13"16,144-1 15,-118 14-15,158-26-1,-158 26 1,39-40 0,-79 27-1,0-13-15,-52-27 16,-94 66 15,120 13-15,-40 80-1,66-66 1,13 52 0,0-78-1,13-1-15,41-13 16,-41 0 0,53-66-1,-52 39 1,-1-26-1,-13 53 1,1 27 0,-14-1-1,26 54 1,-13-80 0,14 13-16</inkml:trace>
  <inkml:trace contextRef="#ctx0" brushRef="#br0" timeOffset="74453.75">17022 15209 0,'0'0'16,"-27"-67"0,27 81-16,0-1 15,13 80 1,1-54-16,25 133 31,-39-145-15,13 25-1,-13-78 17,14 0-17,-1 12-15,13-25 16,-12 25-1,12 1-15,53 13 16,-13 53 0,1 40 15,-67-80-15,-14 0-16,-39 0 15,-105-79 16,145 40-15</inkml:trace>
  <inkml:trace contextRef="#ctx0" brushRef="#br0" timeOffset="74888.91">16082 15976 0,'0'0'16,"-79"26"-1,92-26 1,265-53 15,-172 40-31,608-40 31,-106 40 1,-436 0-1,-185 13-31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03:44:45.018"/>
    </inkml:context>
    <inkml:brush xml:id="br0">
      <inkml:brushProperty name="width" value="0.05" units="cm"/>
      <inkml:brushProperty name="height" value="0.0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04:07:20.646"/>
    </inkml:context>
    <inkml:brush xml:id="br0">
      <inkml:brushProperty name="width" value="0.05" units="cm"/>
      <inkml:brushProperty name="height" value="0.05" units="cm"/>
    </inkml:brush>
  </inkml:definitions>
  <inkml:trace contextRef="#ctx0" brushRef="#br0">0 0 24575,'1996'0'-2042,"-1919"0"-4107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04:07:20.986"/>
    </inkml:context>
    <inkml:brush xml:id="br0">
      <inkml:brushProperty name="width" value="0.05" units="cm"/>
      <inkml:brushProperty name="height" value="0.05" units="cm"/>
    </inkml:brush>
  </inkml:definitions>
  <inkml:trace contextRef="#ctx0" brushRef="#br0">0 22 24575,'22'0'0,"51"0"0,48 0 0,56 0 0,54 0 0,51 0-2443,34 0 2443,19 0-1868,-4 0 1868,-13 0 0,-37 0 0,-50 0-1023,-52-9 1023,-56-3-2857</inkml:trace>
</inkml:ink>
</file>

<file path=ppt/ink/ink6.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9T06:17:36.383"/>
    </inkml:context>
    <inkml:brush xml:id="br0">
      <inkml:brushProperty name="width" value="0.05292" units="cm"/>
      <inkml:brushProperty name="height" value="0.05292" units="cm"/>
    </inkml:brush>
  </inkml:definitions>
  <inkml:trace contextRef="#ctx0" brushRef="#br0">5991 4616 0,'13'0'46,"133"0"-46,396 0 32,-277 0-32,449 0 15,-502 0 1,92 0 0,-278 0 15</inkml:trace>
  <inkml:trace contextRef="#ctx0" brushRef="#br0" timeOffset="4990.92">10885 5277 0,'13'-13'31,"-26"-14"0,0 27 0,-1 14 1,-39 52-1,-13 13-16,-53 40 17,66-66-1,146-53-15,-53 0-1,39 0 1,93 13 15,-146-13-31,-12 0 0</inkml:trace>
  <inkml:trace contextRef="#ctx0" brushRef="#br0" timeOffset="5284.57">10660 5502 0,'0'0'0,"-13"0"31,185-53-15,238-26 15,-305 52-16,239-26 1,-291 40 0,66 0-1,-158 39 17</inkml:trace>
  <inkml:trace contextRef="#ctx0" brushRef="#br0" timeOffset="6743.27">12313 5105 0,'0'0'0,"13"0"16,-13-13-16,-13-14 31,-13 54 0,26-14-31,0 159 31,0-27 1,0-118-32</inkml:trace>
  <inkml:trace contextRef="#ctx0" brushRef="#br0" timeOffset="7072.68">12538 5158 0,'13'-13'0,"-26"26"0,26-53 31,-26 40-31,-13 66 32,26-52-32,0 78 15,0-79 1,39 40 15,27-92 0,-39 12-31,-1-105 32,-26 105-32,-66-39 31,26 80-31</inkml:trace>
  <inkml:trace contextRef="#ctx0" brushRef="#br0" timeOffset="7306.11">12935 5277 0,'0'13'16,"-13"27"15,-27 52 1,27-65-17</inkml:trace>
  <inkml:trace contextRef="#ctx0" brushRef="#br0" timeOffset="7690.62">13199 5145 0,'0'0'0,"0"-14"15,-13 14-15,-40 0 32,40 0-17,13 14-15,-13 25 16,13-12 0,13 39-1,0-53 1,27 0-1,-14-26 1,27-40 0,-40 27-1,-13-67 1,-39 54 0,-14-1-1,40 40-15</inkml:trace>
  <inkml:trace contextRef="#ctx0" brushRef="#br0" timeOffset="8072.36">13464 5118 0,'0'0'0,"-13"-26"16,-14 26 15,27 26-15,-13 14 0,39 79 15,-12-106-16,38 0 1,1-39 0,-26-93 15,-27 92-15,-40-52-1,27 79-15,0 0 16</inkml:trace>
  <inkml:trace contextRef="#ctx0" brushRef="#br0" timeOffset="8422.68">13887 5092 0,'0'0'0,"-26"-40"16,26 27-16,-53 13 31,39 26-15,-25 54-1,39-54 1,26 54-1,-13-67 1,67 0 0,-67-26-1,66-53 1,-65 39 0,-1 1-16,-13-54 15</inkml:trace>
  <inkml:trace contextRef="#ctx0" brushRef="#br0" timeOffset="8758.87">11943 5766 0,'0'0'0,"-53"13"15,0-26 1,397-79 15,-199 65-31,199-39 16,714-40 15,-873 93-31,344-27 31,-423 40-31</inkml:trace>
  <inkml:trace contextRef="#ctx0" brushRef="#br0" timeOffset="18308.11">11308 6626 0,'13'0'15,"14"-27"17,-14 27-1,-26 14-15,-27 25-1,27-25-15,-67 65 31,67-66-31,0 0 16,0 40 0,119-13 15,79-53 0,-159 13-31</inkml:trace>
  <inkml:trace contextRef="#ctx0" brushRef="#br0" timeOffset="18524.48">11427 6718 0,'0'0'0,"436"-39"31,120-14 1,-331 26-17,-146 1 1,-66 26-16</inkml:trace>
  <inkml:trace contextRef="#ctx0" brushRef="#br0" timeOffset="19160.33">10845 7552 0,'0'0'0,"-13"-14"16,0 14-16,-1 14 31,-38 65 1,-15 40-1,41-53 0,79-39 0,39-1-15,54-13 0</inkml:trace>
  <inkml:trace contextRef="#ctx0" brushRef="#br0" timeOffset="19478.65">10792 7710 0,'0'0'0,"238"-26"31,-145 26-31,-1 0 16,662-53 15,-185-13 1,-265 26-1,-264 27 0,-80 26-31</inkml:trace>
  <inkml:trace contextRef="#ctx0" brushRef="#br0" timeOffset="20389.39">13649 6890 0,'-40'-66'31,"80"132"-31,-67-251 16,54 172 0,39 13 15,-53 13-31,14 119 31,-27-92-31,-27 92 16,14-105-1,0-14-15,-27 14 16,40-147 15,13 68-15,80-160-1,-53 146 1,105-80 15,-118 120-31,105 92 16,-119 146 31,-53-54-16,27-131-31,0-14 31,106-211 1,92-1-1,-66 213 0,-119 12-31,13 146 16,-13-132-1,-27 65 1</inkml:trace>
  <inkml:trace contextRef="#ctx0" brushRef="#br0" timeOffset="21412.79">14786 6785 0,'0'0'0,"40"-14"16,53-78 15,-80 65-31,-26-78 31,-1 78-31,-78 27 32,-14 79-17,0 107 17,119-54-1,80-145 0,-67-14-31,107-118 31,-54 39 1,-66 106-32,-26 66 31,13-40-31,0 93 31,93-119 0,65-145 1,-25-53-1,-120 131-16,-132 94 17,26 79-1,212 13 0,0-40 0,-185-13 1,-40-39-1,159-93 0,172-106 0,40-53 1,-252 172-1,-159 132 0,67 54 0,145 12 1,-39-119-32,-41 67 31,-12-80-31</inkml:trace>
  <inkml:trace contextRef="#ctx0" brushRef="#br0" timeOffset="21685.35">13252 7433 0,'0'0'0,"27"0"15,356-80 1,-211 54 0,780-106 15,-674 105-31,661-26 16,-767 40-1,132 13 1</inkml:trace>
  <inkml:trace contextRef="#ctx0" brushRef="#br0" timeOffset="49934.03">11136 9720 0,'0'0'0,"0"-13"16,0 0 0,13 0-1,14 0 1,-14 26-1,0 13 1,-13 133 0,0 39-1,-13 93 17,13-211-17,0-14-15</inkml:trace>
  <inkml:trace contextRef="#ctx0" brushRef="#br0" timeOffset="50317.52">11043 9747 0,'0'0'0,"-13"-40"31,13 27-31,-13 13 16,-13 13 0,12 0-16,-65 93 31,66-79-15,-27 39-1,40-40 1</inkml:trace>
  <inkml:trace contextRef="#ctx0" brushRef="#br0" timeOffset="50526.18">11149 9588 0,'0'0'0,"14"13"15,12 27 1,93 145 15,-93-145-31,54 39 16,-1 1 0</inkml:trace>
  <inkml:trace contextRef="#ctx0" brushRef="#br0" timeOffset="52699.37">7975 10236 0,'0'-13'15,"0"26"-15,-26-39 32,12 39-1,-52 53 0,53-39-31,-66 52 31,26-26 1,92-40-1,94 13 0,-41-12-15,-65-14-16</inkml:trace>
  <inkml:trace contextRef="#ctx0" brushRef="#br0" timeOffset="52982.07">7883 10395 0,'0'0'0,"39"-27"31,1 27-31,224-26 32,186 0-1,-371 12-31,107 1 31,-147 0-15</inkml:trace>
  <inkml:trace contextRef="#ctx0" brushRef="#br0" timeOffset="53825.83">7816 11241 0,'0'0'0,"0"-13"16,14-27 0,-14-13 15,-14 80 0,-158 158 0,120-132-15,-15 53 15,279-93 1,92 13-1,-185-26-16</inkml:trace>
  <inkml:trace contextRef="#ctx0" brushRef="#br0" timeOffset="54076.13">7684 11413 0,'0'0'15,"66"-13"1,106 13 0,265-13 15,-14-1 0,-344 1-31</inkml:trace>
  <inkml:trace contextRef="#ctx0" brushRef="#br0" timeOffset="54629.62">10938 12233 0,'13'0'0,"-26"0"0,39 0 31,-13 0-31,-26 27 31,-66 78 0,52-78-31,-52 65 32,66-78-32,39 38 31,27-25-16,159 26 17,-67-27-17</inkml:trace>
  <inkml:trace contextRef="#ctx0" brushRef="#br0" timeOffset="54851.86">11070 12511 0,'185'-13'31,"-119"13"-31,-317 13 0,793-26 16,-423 13-1,-13 0-15,278 26 31,-332-26-31</inkml:trace>
  <inkml:trace contextRef="#ctx0" brushRef="#br0" timeOffset="57023.39">8729 13013 0,'-119'-26'16,"238"52"-16,-304-65 15,119 39-15,-212-40 16,-344 27 15,477 13-15,-477 13-1,464 0 1,-1-13-16,-476 40 16,490-27-1,-411 40 1,424-27 0,-331 80-1,384-79 1,-173 118-1,173-65 1,0 39 0,52-27-1,27 54 1,79 12 0,-39-118-1,225 145 1,-173-145-16,1-1 15,237 67 1,-224-66-16,582 79 31,-529-93-15,555 27 0,-529-39-1,622-1 1,-609-13-1,1 0-15,409-53 16,-410 40 0,-13-27-16,556-132 15,-569 119 1,410-225 0,-463 199-1,119-278 1,-238 251-1,-40 14-15,-251-173 16,146 173 0,-688-186-1,277 185 1,-65 54-16</inkml:trace>
  <inkml:trace contextRef="#ctx0" brushRef="#br0" timeOffset="57882.84">9906 13992 0,'0'0'0,"40"26"47,343 173-16,292 26 0,-556-186-31,238 67 31,-304-79-31,13-14 0</inkml:trace>
  <inkml:trace contextRef="#ctx0" brushRef="#br0" timeOffset="58305.21">12115 14309 0,'0'0'0,"-27"-13"16,-26-106 0,186 27 31,-94 92-47,147 13 31,-160 13-31,40 67 15,-66-54 1,-92 107 0,65-106-1,-92 118 1,106-39 15</inkml:trace>
  <inkml:trace contextRef="#ctx0" brushRef="#br0" timeOffset="58476.54">12313 14918 0,'0'0'0,"0"26"16,13-26 30,1-13-30,-1 13-16</inkml:trace>
  <inkml:trace contextRef="#ctx0" brushRef="#br0" timeOffset="58852.02">12882 14164 0,'0'0'0,"-66"-106"15,52 80 1,28-40-1,105 66 17,-93 26-17,1-13-15,26 80 16,-80 118 15,-26-92-15,14 67 15,39-147-31</inkml:trace>
  <inkml:trace contextRef="#ctx0" brushRef="#br0" timeOffset="58977.22">12935 14878 0,'0'0'0,"0"26"16,13-26 15</inkml:trace>
  <inkml:trace contextRef="#ctx0" brushRef="#br0" timeOffset="63450.9">18542 13079 0,'0'0'0,"14"0"31,65-26 1,-66 26-17,27 119 17,-159-40-1,0-92 0,106 0-31,13-14 16,26-39-1,80-26 17,-80 145-1,-26-14-16</inkml:trace>
  <inkml:trace contextRef="#ctx0" brushRef="#br0" timeOffset="63725.29">18900 13053 0,'0'0'0,"0"-13"16,-14 66 15,-65 158 0,-40 93 0,53-158-15</inkml:trace>
  <inkml:trace contextRef="#ctx0" brushRef="#br0" timeOffset="64098.07">19032 13423 0,'0'0'0,"13"14"63,13 52-32,-52 0 0,-53-79 0,52 13-31,1-67 32,26 54-32,53-53 31,0 53-16,-1 53 1</inkml:trace>
  <inkml:trace contextRef="#ctx0" brushRef="#br0" timeOffset="64492.52">19720 13304 0,'0'-26'15,"0"52"-15,-27-118 31,-92 52 1,-40 133-1,106 65 0,186-52 0,-94-93-31,173-13 32,-172-26-32</inkml:trace>
  <inkml:trace contextRef="#ctx0" brushRef="#br0" timeOffset="64720.99">19997 13185 0,'-26'0'31,"26"80"0,13-54-31,0 67 31,-13-27-15</inkml:trace>
  <inkml:trace contextRef="#ctx0" brushRef="#br0" timeOffset="64884.35">20037 13013 0,'0'0'0,"13"-53"32,-13 67-32,0-1 0,0 13 15</inkml:trace>
  <inkml:trace contextRef="#ctx0" brushRef="#br0" timeOffset="65405.44">20513 13357 0,'0'0'0,"-13"-79"32,-40 26-1,0 53-16,-26 40 17,39 52-1,93 1 0,79-80 0,0-132 1,-118-132-1,-80 118 0,52 200 0,80 144 1,1 14-1,-67-159-15</inkml:trace>
  <inkml:trace contextRef="#ctx0" brushRef="#br0" timeOffset="66179.67">17868 12894 0,'-40'14'31,"-66"210"1,67 186-1,52-330-31,252 211 31,-27-212-31</inkml:trace>
  <inkml:trace contextRef="#ctx0" brushRef="#br0" timeOffset="66761.74">21108 12868 0,'0'0'0,"-13"-13"16,92 52 15,-52-12-15,118 211-1,-118-159 1,-67 291 0,-13-290-16,-225 105 31</inkml:trace>
  <inkml:trace contextRef="#ctx0" brushRef="#br0" timeOffset="-103332.12">6150 14362 0,'93'0'109,"-14"0"-93,450 0-1,-291 0 1,556 0 0,-556 0-1,-14 0-15,200 0 16,-332 0-1,-39 0 1</inkml:trace>
  <inkml:trace contextRef="#ctx0" brushRef="#br0" timeOffset="-99539.7">6547 15619 0,'13'-14'32,"0"1"-1,14 0 0,-1 26 0,-13 14-15,-13 52 15,-105-39 0,-1-54 1,106-12-32,0 13 15,92-80 17,-65 93-32,-1 0 15,14 53 1,-40 40-1</inkml:trace>
  <inkml:trace contextRef="#ctx0" brushRef="#br0" timeOffset="-99298.06">6864 15552 0,'13'40'31,"-26"-80"-31,-27 159 31,14-79-31,-67 145 32,14 0-1,79-158-31,0-1 15</inkml:trace>
  <inkml:trace contextRef="#ctx0" brushRef="#br0" timeOffset="-98975.2">6917 15857 0,'27'0'31,"-54"0"-31,67 39 31,-27-25-31,0 52 31,-26-27 1,-27-65-1,40-67 0,27 54 0,-1 92-15</inkml:trace>
  <inkml:trace contextRef="#ctx0" brushRef="#br0" timeOffset="-98658.06">7367 15738 0,'0'-14'15,"0"28"-15,-66-67 31,39 39-31,-52 28 32,-14 131-1,120-13 0,118-92 0,-105-53-31,0 0 0</inkml:trace>
  <inkml:trace contextRef="#ctx0" brushRef="#br0" timeOffset="-98469.64">7486 15751 0,'0'0'0,"0"-40"31,-13 80 0,26 66 1,0-1-1,-13-91-31</inkml:trace>
  <inkml:trace contextRef="#ctx0" brushRef="#br0" timeOffset="-97775.37">7737 15711 0,'0'0'0,"40"-13"32,-27 13-1,-13-13 0,0-14 0,-27 27 1,14 0-17,-40 66 1,40-39-1,0-1-15,0 67 16,13-80-16,66 53 31,-40-66-15,54-66 0,-67 40-1,27-133 1,-40 119-16,-14-132 31,14 119-15,0 53-1,0 14 1,0 12-16,27 159 16,-1 27 15,-26-186-16,13 27 1</inkml:trace>
  <inkml:trace contextRef="#ctx0" brushRef="#br0" timeOffset="-97542.43">7525 15552 0,'-13'-13'0,"26"26"0,-52-39 16,52 39 31,0 0-32</inkml:trace>
  <inkml:trace contextRef="#ctx0" brushRef="#br0" timeOffset="-96617.66">8980 15566 0,'0'0'32,"-66"-27"-32,106 1 31,238-1 0,-212 27-15,145-26-1</inkml:trace>
  <inkml:trace contextRef="#ctx0" brushRef="#br0" timeOffset="-96424.04">9086 15513 0,'0'0'32,"0"0"-32,93 53 31,-80-27-31,40 120 31,-40 12-15</inkml:trace>
  <inkml:trace contextRef="#ctx0" brushRef="#br0" timeOffset="-96095.81">9298 15751 0,'26'-119'31,"-52"238"-31,131-238 31,-12 251 0,-14-39 1,-79-80-17,-39-79 16,12-67 1,93 81-1,-39 52-31</inkml:trace>
  <inkml:trace contextRef="#ctx0" brushRef="#br0" timeOffset="-95689.43">9800 15711 0,'0'0'0,"-13"-66"31,-53 0 0,0 132 0,66-40-31,-27 93 32,27-92-32,27 39 15,-14-66 1,40-26 0,-40 12-1,40-105 1,-53 93-1,40-53 1,-14 171 15,-26-65-15,27 78 0,-14-91-1,-13-1-15</inkml:trace>
  <inkml:trace contextRef="#ctx0" brushRef="#br0" timeOffset="-95405.09">9933 15685 0,'0'0'0,"-14"-27"15,1-26 1,53 106 15,-1 13-15,-25-39-1,25 39 1,-25-66 0,12 0-1,-13-93 17,0 40-17,1-13 1,12 66 15</inkml:trace>
  <inkml:trace contextRef="#ctx0" brushRef="#br0" timeOffset="-94845.2">10329 15685 0,'0'0'0,"-13"-14"31,13 1-31,27 26 47,25 1-16,-38-14-31,12-27 31,-79-52 1,40 66-17,-66 13 1,12 119 15,134 13 0,91-92 1,-39-133-1,-119 53-31,0-105 31,0 105-31,-13 14 16,0-27-1,0 53-15,-1 26 32,14 40-1,0-52-31</inkml:trace>
  <inkml:trace contextRef="#ctx0" brushRef="#br0" timeOffset="-94345.35">10660 15394 0,'0'-27'31,"-13"93"0,13 120 1,39-28-1,-12-131-31</inkml:trace>
  <inkml:trace contextRef="#ctx0" brushRef="#br0" timeOffset="-93641.74">10938 15539 0,'-14'-26'31,"28"52"-31,-41-39 31,40 26-15,1 0 31,-1-13-16,-13-13-31,-13 0 47,-1 13-47,-25 40 16,26-14-1,-14 53 1,27-52 0,40 13-1,-27-27 1,93-53-1,-80 27-15,40-93 32,-66 66-17,14-105 1,-28 132 0,1 79-1,13-26 1,0 12-16,13 120 15,-13-66 1,0-26 0</inkml:trace>
  <inkml:trace contextRef="#ctx0" brushRef="#br0" timeOffset="-92314.16">6573 16253 0,'0'0'0,"-185"14"16,145-14-16,-39 26 31,198-991 0,503 1943 0,-133-1004-15,503-27 0,-609 40-16,1496-80 31,-1549 80-15,636-53-1,-808 53 1,133-1-1,-304 14 1,-66 14 0,39-14-16,-53 26 31,67-26-15,26-13-1,13-53 16,-13 52-15,-39-105 0,-14-145 15,39 145-15,14-79-1,0 118 1,-13 67-16,13-27 31,0 27 0,-13 13 1,-53-13-1,39 13-16,-25 0-15,-173 0 16,119 0-16,-555 13 31,449-13-15,-13 13-16,-806 40 16,-226 27 15,1032-67-16,-502 0 1,198-53 15,476 40-15,0-13-16,0 0 16,40 13 15,13 13-31,13 14 31,-13 39 0,0-53-15,-13 40 15,0-40-31,-1 27 16,14-14-16,-13 1 15,-13 92 1,-14 145 15,27-92-15,132 26 15,13-171-31</inkml:trace>
  <inkml:trace contextRef="#ctx0" brushRef="#br0" timeOffset="-89953.91">12604 15526 0,'0'0'0,"13"-40"31,-13 27-16,40 13 17,-27 66-1,0 27 0,-13-67-31,0-13 16,14 14-1,25-54 17,-25 14-17,12-13-15,67-80 16,131-119 15,-131 159-15,13-13-1,-80 65-15,14 1 32,-53 26 15</inkml:trace>
</inkml:ink>
</file>

<file path=ppt/ink/ink7.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9T06:18:58.114"/>
    </inkml:context>
    <inkml:brush xml:id="br0">
      <inkml:brushProperty name="width" value="0.05292" units="cm"/>
      <inkml:brushProperty name="height" value="0.05292" units="cm"/>
    </inkml:brush>
  </inkml:definitions>
  <inkml:trace contextRef="#ctx0" brushRef="#br0">20764 3016 0,'0'0'0,"-39"13"15,-14 0 17,66-13-1,13 0-16,94 13 1,-54-13 0,13 0-16,252 13 15,277 14 17,-555-27-17,26 0 1,-118 0 15,12 0-15</inkml:trace>
  <inkml:trace contextRef="#ctx0" brushRef="#br0" timeOffset="742.54">24190 3095 0,'0'0'0,"-27"0"32,14 0-32,0-13 31,132 13 0,-66 0-15,264 0-1,80-14 17,-304 1-17,-40 0 1,-80 13 15</inkml:trace>
  <inkml:trace contextRef="#ctx0" brushRef="#br0" timeOffset="1193.71">26346 3095 0,'0'0'0,"-53"0"16,185 0 15,-79 13-15,13-13-16,185 27 16,-158-27-1,-14 13-15,146 0 16,-93-13-1,-105 0 1,-14-13 0,-39 0 15</inkml:trace>
  <inkml:trace contextRef="#ctx0" brushRef="#br0" timeOffset="1435.63">28462 3174 0,'0'0'0,"106"-26"15,158 13 17,27 39-1,-251-26-31,-1 0 16,14 0-16</inkml:trace>
  <inkml:trace contextRef="#ctx0" brushRef="#br0" timeOffset="10090.98">4894 3981 0,'0'13'31,"0"-26"-31,79-13 31,212-14 0,-132 27-15,-67 13-16,67-14 16,132 28 15,-265-14-31,14 13 31</inkml:trace>
  <inkml:trace contextRef="#ctx0" brushRef="#br0" timeOffset="10877.92">8927 3915 0,'-26'0'31,"39"0"0,133-27 0,422 1 1,-92 13-1,-290 13 0,-200 0-15</inkml:trace>
  <inkml:trace contextRef="#ctx0" brushRef="#br0" timeOffset="11370.24">12128 3875 0,'0'0'0,"-13"-13"31,26 13-31,80 0 31,-54 0-31,279-13 16,-160 13 15,226 0 0,-331 0-31,13 0 31,-53 0-31</inkml:trace>
  <inkml:trace contextRef="#ctx0" brushRef="#br0" timeOffset="11952.89">16612 3835 0,'0'0'0,"119"0"31,224 14 0,-171-1-15,-79-13-16,343 13 31,-158-13 1,-199-13-1</inkml:trace>
  <inkml:trace contextRef="#ctx0" brushRef="#br0" timeOffset="13236.33">21492 3201 0,'0'0'0,"0"-40"31,0 27-31,-27-27 32,-26 14-1,40 12-31,-119 1 31,53 13-15,-120 40 15,1 132 0,105 53 0,93-133-15,0-52-16,80 119 31,-41-133-31,213 106 32,91-105-1,-276-40-31,-1-1 0,92-65 31,-25-133 0,-160-79-15,1 252 0,-159-107 15,-14 120 0,173 39-31</inkml:trace>
  <inkml:trace contextRef="#ctx0" brushRef="#br0" timeOffset="13765.82">22563 3690 0,'0'-13'31,"0"26"-31,27-13 16,-14 0-16,26 40 31,-39-1-16,-66 1 17,-40-40-1,80-26-15,79-67 15,53 27 0,-67 92 0</inkml:trace>
  <inkml:trace contextRef="#ctx0" brushRef="#br0" timeOffset="14041.06">22973 3611 0,'-26'39'31,"-54"94"0,1 25 0,66-131-31,-14 52 16</inkml:trace>
  <inkml:trace contextRef="#ctx0" brushRef="#br0" timeOffset="14374.92">23026 3849 0,'53'-14'32,"-106"28"-32,146 12 15,-93-13 1,-14 54-1,14-54 1,-66 13 15,53-26-31,-27-39 32,40 25-32,40-39 31,66 14 0,-93 39-31,0 13 0,-13 0 0</inkml:trace>
  <inkml:trace contextRef="#ctx0" brushRef="#br0" timeOffset="16836.59">23357 3677 0,'0'0'0,"-14"-27"16,1 1-1,26 13 16,-13 105 1,-13-65-17,0 131 1,0-118-16,13 0 16,26 66-1,40-80 1</inkml:trace>
  <inkml:trace contextRef="#ctx0" brushRef="#br0" timeOffset="17417.77">23290 3875 0,'0'0'0,"-26"-13"31,39 13-31,133-13 31,131-1 0,-144 1 1,-146-13-1,-1 26-31,1-13 15,-53-14 1,26 14 0,-26 66 15,66-27-31,-13 80 31,105-13 0,-65-93-31,-14 0 16,67-53 15,-67 40-31,13-80 32,-13 40-1,-13 146 0,27-1 0,-14-79-31</inkml:trace>
  <inkml:trace contextRef="#ctx0" brushRef="#br0" timeOffset="17868.06">24097 3809 0,'-39'0'32,"78"0"-32,-92 0 31,67 0 0,-1 0-31,0 13 63,0 0-48,14 54 1,-14 12 15,-26-66-15,-14 14-1,14-27 1,13-53 0,13 40-1,0-14-15,54-79 16,-1 40 15</inkml:trace>
  <inkml:trace contextRef="#ctx0" brushRef="#br0" timeOffset="18435.75">24547 3888 0,'0'14'0,"0"-41"16,0 40-16,-40-79 15,-26 40 17,53 39-17,-14 0-15,-12 40 16,26-40-1,13 67 1,13-67 0,53 13-1,-53-26-15,40-26 32,-40-14-17,0-26 1,-26 79 15,13 14-15,0-1-16,0 93 15,0-66-15,27 159 32,-27-186-17,-40 27 1,14-53-1,-41-66 1,54 26 0,40-105-1,-1 118 1,67-78 0,-67 91-16</inkml:trace>
  <inkml:trace contextRef="#ctx0" brushRef="#br0" timeOffset="18872.79">24759 3902 0,'0'-992'0,"-27"1970"16,14-964 15,26-14-16,53 13 1,-26 0 0,52-26-1,-78 13 1,-1-40 0,-26 40-1,-67-53 1,41 53-1,-54-13 1,67 39 0,12 41-1,14-41 1,0 1-16,67 52 16,-41-66-1,106 0 1,-105-13-1,79-79 1,-93 53-16</inkml:trace>
  <inkml:trace contextRef="#ctx0" brushRef="#br0" timeOffset="19044.38">25010 3597 0,'0'0'0,"-13"119"31,13-79-31,39 132 32,-25-145-17,-14 12-15,26 27 16,-26-39 0</inkml:trace>
  <inkml:trace contextRef="#ctx0" brushRef="#br0" timeOffset="19185.37">25023 3915 0,'0'0'0,"27"-53"16,-14 40-16,93 13 31,-54 0-15,-38 0-16</inkml:trace>
  <inkml:trace contextRef="#ctx0" brushRef="#br0" timeOffset="19829.06">26200 3822 0,'0'0'0,"-26"-53"31,26 40-31,26 0 32,-26 26-17,0 0-15,0 1 0,0 52 16,-13-40 0,0 1-16,-1-14 0,1 0 15,-13 0-15,-1-13 16,-65 0-1,79-13 1,-1 0-16,1 0 0,66-106 31,66 66 1,-79 66-17,-27 0-15</inkml:trace>
  <inkml:trace contextRef="#ctx0" brushRef="#br0" timeOffset="20080.32">26438 3703 0,'0'0'0,"13"-39"31,-79 171 1,0 13-17,13 67 17,53-186-32</inkml:trace>
  <inkml:trace contextRef="#ctx0" brushRef="#br0" timeOffset="20387.73">26504 3915 0,'0'0'0,"27"0"16,-14 0-16,13 66 31,-12 0 0,-54-53 0,27-13-31,-14-53 32,120-66-1,-40 119 0</inkml:trace>
  <inkml:trace contextRef="#ctx0" brushRef="#br0" timeOffset="21503.4">27060 3809 0,'-27'-40'31,"-39"27"0,-53 26 1,40 67-1,79-54-31,53 67 31,39-54-15,-65-25-16,79-1 31,-93-13-31,-40-13 31,-145-14 1,133 40-17,12 27 1,107 26 15,65-39-15</inkml:trace>
  <inkml:trace contextRef="#ctx0" brushRef="#br0" timeOffset="22838.97">27113 3955 0,'0'0'15,"-27"-14"-15,14-52 32,106 66-1,-67 13-31,93 67 31,-132 12 0,-66-65 1,52-40-17,40-27 1,93-92 15,-13 79 0,-40 66 1,-27 40-1,-13-40-31,14 0 16,-14 1-1,40 12 1,-53-13-1,26 27 17,-79-27-1,27-13-31,-14-13 31,40 0-31,40-53 31,-14 52-31,1-12 0,52-27 32,67 13-17,-80 80 17,-40-27-1,-26-26 0,-39 0 0,25 13-15,-39 26 0,40 40 15,93-26 0,-54-40-15,40 0-1,-53-13 1,1-27 0,-28 40-1,-39-66 1,40 53-1,-13-27 1,79 40 15,-27 0-15,67 0 0,-67 0-1,40 13 1,-39 0-1,-1 54 1,-26-54-16,-13 79 31,0-78-15,-27-1 0,27-13-1,-14-40 1,27 14-1,40-54 1,-13 54 0,78-40-1,-91 53 1,38 26 0,-52 0-1,-13 0-15</inkml:trace>
  <inkml:trace contextRef="#ctx0" brushRef="#br0" timeOffset="23481.79">29388 3769 0,'0'0'0,"0"-13"16,0 0-1,13 13 1,66 13 0,-66 0-1,1 40 1,-28-26-1,-91-1 1,52-26 0,-53-26-1,79 12 1,41-52 0,12 53-1,67-40 1,-67 53-1,14 0-15</inkml:trace>
  <inkml:trace contextRef="#ctx0" brushRef="#br0" timeOffset="23685.43">29573 3743 0,'0'0'15,"13"-40"1,0 40 0,-26 27-1,-53 171 17,53-158-32</inkml:trace>
  <inkml:trace contextRef="#ctx0" brushRef="#br0" timeOffset="24015.51">29718 3994 0,'0'0'0,"27"-13"15,-54 53 16,27-27-15,-39 27 0,12-40-1,14 0 1,0-40 0,13 27-1,39-40 1,-12 40-16,26-1 31,-40 28-15,0 12-1</inkml:trace>
  <inkml:trace contextRef="#ctx0" brushRef="#br0" timeOffset="24280.98">29956 3849 0,'0'0'15,"0"-40"1,13 66 15,-13-12-15,14 92 15,-1-80-31,0 53 16,-13-65-1,13-1 1</inkml:trace>
  <inkml:trace contextRef="#ctx0" brushRef="#br0" timeOffset="24434.59">29996 3955 0,'0'0'16,"0"-27"-16,0-13 0,0-65 15,13 65 1,40-53 0,-40 93-1,67 27 1,-67-14 0,27 27-16</inkml:trace>
  <inkml:trace contextRef="#ctx0" brushRef="#br0" timeOffset="24568.98">30049 3915 0,'0'0'0,"-40"0"32,120-13-17</inkml:trace>
  <inkml:trace contextRef="#ctx0" brushRef="#br0" timeOffset="24981.78">30287 3862 0,'0'0'0,"0"-13"15,-27-1 17,14 94 14,0 26-30,0-80 0,13 1-1,0-67 32,26-92-16,-26 92-31,53-79 32,-40 106-32,40 13 15,-40 13 1,40 106 0,-39-79-1,12 79 1,-26-93-1</inkml:trace>
  <inkml:trace contextRef="#ctx0" brushRef="#br0" timeOffset="25155.31">30274 3888 0,'0'0'0,"0"-13"15,26 13 1,67 13 0,-54-13-1,41 0-15</inkml:trace>
  <inkml:trace contextRef="#ctx0" brushRef="#br0" timeOffset="25371.3">30591 3677 0,'0'0'0,"-13"0"16,53 92 15,-27-65-15,0 12-16,27 94 15,-40-80 1</inkml:trace>
  <inkml:trace contextRef="#ctx0" brushRef="#br0" timeOffset="25642.17">30763 3703 0,'0'0'0,"0"13"15,0 1 1,26 65 0,-12-39-16,39 79 31,-40-106-16,66 40 1,-39-53 0,79 13-1</inkml:trace>
  <inkml:trace contextRef="#ctx0" brushRef="#br0" timeOffset="26249.1">27562 4642 0,'0'0'0,"0"-26"15,27-54 1,-14 67 0,80 13-1,-67 13 1,27 80-1,-53-67 1,-53 67 0,0-80-1,-66-13 1,106-26 0,-13-54-1,39 54 1,26-1006-1,80 1985 1,-105-940 0</inkml:trace>
  <inkml:trace contextRef="#ctx0" brushRef="#br0" timeOffset="26457.33">27906 4563 0,'0'0'0,"27"-13"16,-27 66-1,-80 224 17,67-224-17,13-13-15</inkml:trace>
  <inkml:trace contextRef="#ctx0" brushRef="#br0" timeOffset="26746.41">28065 4867 0,'0'0'0,"13"0"15,27 40 1,-40 52 15,-13-79-31,-27 14 31,27-27-15,-27-66 0,67-40 15,-14 93-16,53 0 1,-53 13-16</inkml:trace>
  <inkml:trace contextRef="#ctx0" brushRef="#br0" timeOffset="27042.58">28501 4761 0,'0'-26'0,"0"52"0,0-65 15,0 12-15,-92-26 32,65 66-17,1 1-15,-53 52 16,92 119 15,13-159-15,107 40-1,-54-66 1,-39 0-16</inkml:trace>
  <inkml:trace contextRef="#ctx0" brushRef="#br0" timeOffset="27231.1">28673 4722 0,'-13'-14'16,"0"1"-1,13 26 1,26 67 0,1-27-1,-14 13 1,0-40-1,-13-13-15</inkml:trace>
  <inkml:trace contextRef="#ctx0" brushRef="#br0" timeOffset="27380.97">28700 4457 0,'0'0'0,"-13"0"15,13 13 1</inkml:trace>
  <inkml:trace contextRef="#ctx0" brushRef="#br0" timeOffset="27808.2">28978 4880 0,'0'0'0,"26"-26"16,-26 13 0,-13-54-1,-67 15 17,54 52-17,-67 52 1,80 54 15,172-40 0,-133-66-15,80-66 0,-40-132 15,-66 158-16,0-79 1,-13 225 15,13 0-15,79 132 0</inkml:trace>
  <inkml:trace contextRef="#ctx0" brushRef="#br0" timeOffset="28385.83">30221 4576 0,'13'-13'15,"-26"26"-15,92-53 32,-52 80-1,-54 13-16,-79 0 17,53-53-17,27-13-15,-14-53 32,106-14-1,27 67 0,-80 26-31</inkml:trace>
  <inkml:trace contextRef="#ctx0" brushRef="#br0" timeOffset="28566.06">30472 4589 0,'0'0'0,"13"-66"31,-39 119 1,26-13-32,-53 92 15</inkml:trace>
  <inkml:trace contextRef="#ctx0" brushRef="#br0" timeOffset="28924.62">30591 4801 0,'40'-13'31,"-80"26"-31,93 53 32,-53-40-32,-13 41 31,-67-28 0,54-52-31,13 0 0,0 0 16,-14-93 15,159 13 0,-26 146 1,-93-40-32</inkml:trace>
  <inkml:trace contextRef="#ctx0" brushRef="#br0" timeOffset="29189.11">30763 4510 0,'0'0'0,"13"-53"31,0 146-15,1-54-1,-1 133 1,0-119 0,-13 26-1</inkml:trace>
  <inkml:trace contextRef="#ctx0" brushRef="#br0" timeOffset="29484.57">30975 4603 0,'0'0'0,"-14"13"15,1 0 1,-66 66-1,52-65 1,-12 38 0,39-38-16,13 12 31,0-26-15,67 53-1,-41-27 1,1 27-1,-27-53 1</inkml:trace>
  <inkml:trace contextRef="#ctx0" brushRef="#br0" timeOffset="30329.96">31041 4722 0,'0'0'0,"0"-14"15,0 1-15,0 0 16,0 26 0,0 0-16,0 40 15,13-26 1,27 12 0,-27-39-1,53-39 1,-53 25-1,14-78 1,-27 65 0,-40-12-1,0 39 1,-26 66 0,53-40-1,13 14-15,26 53 16,14-27-1,53 0 1,-27-53 0,53-39-1,-79-41 1,-27-118 15,-26 172-15,-14-27-1,14 54 1,0 65 0,13-53-1,0 1-15,26 26 16,-13-53 0,1 13-16,25-13 15,-12-26 1,-1-27-1,-13-53 17,-13 225-1,14 198 0,-1-105 0,-26-212-15,-27-53 0,66-264 15,1 264-15,132-53-1,-93 119 1</inkml:trace>
  <inkml:trace contextRef="#ctx0" brushRef="#br0" timeOffset="36780.11">2817 4880 0,'0'0'0,"0"-13"16,0 0 0,-26 26 15,-1 0-16,-65 53 1,52-52 0,-79 52-1,92-40 1,-52 14 0,79-27-1,53 13 1,66 1 15,-93-14-15,93 14-1,-105-14 1</inkml:trace>
  <inkml:trace contextRef="#ctx0" brushRef="#br0" timeOffset="36995.76">2579 5092 0,'0'0'0,"-13"-27"15,13 14-15,53-27 16,-14 14 0,266-40-1,-200 53 1,1-1-16,172-25 15,-212 39 1,-13-13-16,0-1 0</inkml:trace>
  <inkml:trace contextRef="#ctx0" brushRef="#br0" timeOffset="44215.74">3267 6110 0,'0'0'0,"26"0"16,173 13-1,-120-13 1,14-13-16,224-13 16,-198 26-1,357-40 1,-291 40 0,0-13-1,-158 13 1,-1 0-16,-12-13 0</inkml:trace>
  <inkml:trace contextRef="#ctx0" brushRef="#br0" timeOffset="45652.64">7301 6070 0,'0'0'0,"13"-13"16,66 13-1,384-26 17,185 26-1,-119-13 0,-344 13 0,-171 0-31</inkml:trace>
  <inkml:trace contextRef="#ctx0" brushRef="#br0" timeOffset="46474.56">11030 6070 0,'133'0'31,"-266"0"-31,742 0 31,-477 0-31,410-13 32,-105-13-1,-318 13-16</inkml:trace>
  <inkml:trace contextRef="#ctx0" brushRef="#br0" timeOffset="47357.3">14522 5978 0,'66'0'32,"-26"0"-32,237 0 31,-184 0-31,383 13 31,172-13 0,-357 0 1,-185 0-1,-80 0 0,-26 13 0,40-13 1,-13 0-32,65 0 31,-26 0 0,-79-13 0,0 13-31</inkml:trace>
  <inkml:trace contextRef="#ctx0" brushRef="#br0" timeOffset="48981.88">19627 6203 0,'0'0'0,"-40"-14"32,54-12-1,224 13 0,251 26 0,-92 0 1,-291-13-17,-80 0 16</inkml:trace>
  <inkml:trace contextRef="#ctx0" brushRef="#br0" timeOffset="49574.92">22788 6137 0,'40'0'32,"211"0"-1,265-14 0,-199-12 0,-264 13 1,-79-1-17,-1 14 1</inkml:trace>
  <inkml:trace contextRef="#ctx0" brushRef="#br0" timeOffset="68296.73">6573 6904 0,'13'0'31,"80"-14"0,39 1 0,265-13 1,-13 12-1,-186 1 0,-172 13-31,-12 0 16,-1 0 15,-26 0-31</inkml:trace>
  <inkml:trace contextRef="#ctx0" brushRef="#br0" timeOffset="68904.34">10422 6904 0,'13'-14'31,"0"14"-31,67 0 31,184 0 1,14 0-1,-66 0 0,-186 0-31,40-13 31,-53 13-31</inkml:trace>
  <inkml:trace contextRef="#ctx0" brushRef="#br0" timeOffset="70503.39">14231 6890 0,'13'0'47,"0"0"-32,1 0-15,38 0 16,-12 0-16,-13 0 15,184 27 1,-158-27 0,159 0-1,-133 0 1,0 0 15,-92 0 16</inkml:trace>
  <inkml:trace contextRef="#ctx0" brushRef="#br0" timeOffset="72252.58">19005 6996 0,'-26'0'31,"13"0"1,66-13-1,198 13 0,-172 0-31,278 0 31,119-53 1,-396 53-32,198-40 15,-226 40 1,54 0 15</inkml:trace>
  <inkml:trace contextRef="#ctx0" brushRef="#br0" timeOffset="76739.13">25870 6851 0,'0'0'0,"-67"-14"32,67 28-1,186-1 0,290 0 0,-159-13-15,-158-13 0,26 0 15,-198 13-16,-40 0 1</inkml:trace>
  <inkml:trace contextRef="#ctx0" brushRef="#br0" timeOffset="77627.52">28766 7023 0,'0'0'0,"-13"0"16,13-14-16,66 1 31,-13 13-31,251 0 31,384 40 1,-583-40-32,226 13 31,-199-13 0,-132-26-15</inkml:trace>
  <inkml:trace contextRef="#ctx0" brushRef="#br0" timeOffset="80451.06">5568 7340 0,'26'0'63,"-12"0"-48,65-13 1,-52 0-1,105-1 1,-106 14 0,14-13-16,39 13 15,-66 0-15,40 0 32,-39 0-17,-14 13 1,-40 1 15,13-1 0,14-13 16</inkml:trace>
  <inkml:trace contextRef="#ctx0" brushRef="#br0" timeOffset="80997.57">6719 7591 0,'-14'0'47</inkml:trace>
  <inkml:trace contextRef="#ctx0" brushRef="#br0" timeOffset="82076.11">6851 7631 0,'-40'13'31,"80"-26"-31,-40 26 47,291-26-16,238 0 1,119 13-1,-79-14 0,-133 14 0,-185 0 1,-184 0-17,-41 0 1,-13-13 78</inkml:trace>
  <inkml:trace contextRef="#ctx0" brushRef="#br0" timeOffset="83905.75">11017 7697 0,'26'-13'15,"-12"13"1,78-13 0,-65 13-1,145-14 1,-106 14-1,436 0 1,-369 0 0,382 27-1,-382-27 1,263 13 0,-329-13-1,131 0 1,-158 0-1,-27 0-15,13 0 16,-26-13 31</inkml:trace>
  <inkml:trace contextRef="#ctx0" brushRef="#br0" timeOffset="84584.44">15937 7618 0,'53'0'15,"-13"0"1,198-14 0,-159 1-16,410 0 31,-52 0 0,-371 13-15,119 0-1,-158 0 1,12 0 0,-52 0 15</inkml:trace>
  <inkml:trace contextRef="#ctx0" brushRef="#br0" timeOffset="86122.11">19151 7737 0,'0'0'0,"13"-13"32,0 13-17,146-27 1,225 27 15,-292 0-15,212 13-1,-145-13 1,-133 0 0,14 14-1,-53-14 1,-27 13 15,27-13-31</inkml:trace>
  <inkml:trace contextRef="#ctx0" brushRef="#br0" timeOffset="87201.82">21796 7737 0,'0'0'31,"384"0"-31,211 13 31,-476-13-31,0 0 16,211 13 0,-224-13-16,212 13 31,-239 1 0,-79-1-15</inkml:trace>
  <inkml:trace contextRef="#ctx0" brushRef="#br0" timeOffset="87884.77">26121 7684 0,'0'0'16,"238"0"-1,-146 0-15,292 0 32,26 13-1,-185 0 0,-212-13-31,0 0 16</inkml:trace>
  <inkml:trace contextRef="#ctx0" brushRef="#br0" timeOffset="88809.23">28964 7671 0,'14'0'32,"184"-14"-1,265 14 0,106 0 0,-477 0-31,133 0 32,-212 0-32,-39 0 0</inkml:trace>
  <inkml:trace contextRef="#ctx0" brushRef="#br0" timeOffset="90504.54">952 8411 0,'0'0'0,"-13"0"16,26 0 15,186-13 1,-160 0-32,14 0 15,159-14 1,26 1 15,-172 26-15</inkml:trace>
  <inkml:trace contextRef="#ctx0" brushRef="#br0" timeOffset="101491.22">5793 8398 0,'0'0'0,"-13"-26"16,13-1 0,13 1 15,172 12 0,278 1 0,-344 13-31,397-40 32,-186 1-1,-224 26 0,-119 13 0,-13 0-15</inkml:trace>
  <inkml:trace contextRef="#ctx0" brushRef="#br0" timeOffset="102619.77">11440 8292 0,'13'0'63,"27"27"-32,13-27 0,0 0 1,26 13-1,14 13 0,26-12-15,0-1-1,-53-13-15,344 13 32,-53-13-1,-211-26 0,-133 26-15,-26-14 15,-1 14-31</inkml:trace>
  <inkml:trace contextRef="#ctx0" brushRef="#br0" timeOffset="107135.46">19521 8345 0,'0'0'0,"-26"0"16,12 0-16,1-13 31,26 13 0,1 0-15,184 40-1,-105-40-15,356 13 32,-316 0-17,343-26 1,-397 0-1,0 13-15,80-27 16,-159 14 0</inkml:trace>
  <inkml:trace contextRef="#ctx0" brushRef="#br0" timeOffset="112653.77">23727 8464 0,'-66'-13'32,"158"-14"-1,332 1 0,-305 26-31,410 0 31,13 0-15,-463 0 0,80-26 15,-185-1 0,-27 14 0</inkml:trace>
  <inkml:trace contextRef="#ctx0" brushRef="#br0" timeOffset="113222.85">27615 8385 0,'-13'-13'32,"26"26"-32,120-26 31,-81 26-31,28-13 0,224 13 31,318-26 0,-186-93 1,-423 66-17,-79 40 16</inkml:trace>
  <inkml:trace contextRef="#ctx0" brushRef="#br0" timeOffset="146782.4">15051 4563 0,'-27'-13'16,"54"26"-16,-67-40 31,67 41 16,12 25-16,-12 14 0,-107 27 1,-65-54-1,92-79 0,53 27-31,119-107 31,-13 67 1,-80 132-1</inkml:trace>
  <inkml:trace contextRef="#ctx0" brushRef="#br0" timeOffset="147050.01">15289 4444 0,'13'-13'16,"-26"26"-16,39 40 31,-39-27-31,-40 133 31,27-67-15,-1-52-16,-39 106 31,40-94-15</inkml:trace>
  <inkml:trace contextRef="#ctx0" brushRef="#br0" timeOffset="147381.13">15368 4761 0,'0'0'0,"27"0"16,-1 66 15,-13 14 0,-39-14 0,0-93 1,52-78-1,40 25 0,-39 80-15</inkml:trace>
  <inkml:trace contextRef="#ctx0" brushRef="#br0" timeOffset="147715.82">15977 4523 0,'-27'-13'15,"54"26"-15,-107-26 16,14 26-1,40 0-15,-67 67 32,67 65-1,26-118-31,119 92 31,66-93 0</inkml:trace>
  <inkml:trace contextRef="#ctx0" brushRef="#br0" timeOffset="147967.72">16202 4550 0,'0'0'0,"26"105"31,-13-65-31,-13-13 16,27 144 15,-27-131-31</inkml:trace>
  <inkml:trace contextRef="#ctx0" brushRef="#br0" timeOffset="148248">16625 4629 0,'-40'0'31,"27"0"-31,66 0 0,-119 26 32,119 67-1,-14 52 0,-39-118-31</inkml:trace>
  <inkml:trace contextRef="#ctx0" brushRef="#br0" timeOffset="148551.09">16519 4563 0,'0'0'0,"0"-40"31,106 14 0,92 65 0,-171-12-31,25 105 16,-52-92 0,-158 132-1,105-146 1,-132 1 0</inkml:trace>
  <inkml:trace contextRef="#ctx0" brushRef="#br0" timeOffset="148917.85">14707 5171 0,'0'0'0,"-26"27"15,52-27-15,278 0 47,0-14-47,-118 1 16,25 13-16,-12 0 0,25-13 15,-12 13-15,-14 0 0,-12-13 16,-15 13-16,-25 0 16,251-14-1,-371 14 1,-39-13-16</inkml:trace>
  <inkml:trace contextRef="#ctx0" brushRef="#br0" timeOffset="157340.72">3703 9244 0,'0'0'16,"-13"0"-16,-13-13 15,12 13 1,14-13 0,27 0 15,-1 13-15,1 0-16,105 0 15,-66-14 1,384 1-1,-358 13 1,265-26 0,-277 26-1,131-13 1,-184-1 0,-1 14-16,1 0 15,-14 0 1</inkml:trace>
  <inkml:trace contextRef="#ctx0" brushRef="#br0" timeOffset="157953.64">7433 9165 0,'0'0'0,"26"0"47,93 13-32,0-13 1,344-26 15,-397 13-15,120-1-1,-120-12 17,-53 26-17</inkml:trace>
  <inkml:trace contextRef="#ctx0" brushRef="#br0" timeOffset="158823.49">11414 9218 0,'-13'13'32,"26"-26"-32,53 26 31,-13-13-31,317 0 16,278-26 30,-516 26-46,397-14 32,-264-12-1,-239 26-31,1 0 31</inkml:trace>
  <inkml:trace contextRef="#ctx0" brushRef="#br0" timeOffset="159970.92">15448 9258 0,'26'0'31,"212"-14"0,-39 14-15,197 0-1,-263 14-15,-1-14 16,0 0-16,80 0 16,-120 0-16,-12 0 15,105 0 1,-146 0 15,-52-14 0</inkml:trace>
  <inkml:trace contextRef="#ctx0" brushRef="#br0" timeOffset="162465.76">20328 9191 0,'53'0'32,"-27"0"-17,398 0 17,-279 0-32,530 0 15,92 0 16,-648 0-15,172-26 0,-252 26-1,-12-1005 1,-93 1997 15,52-979-15,1-13-16</inkml:trace>
  <inkml:trace contextRef="#ctx0" brushRef="#br0" timeOffset="163172.76">24441 9191 0,'0'0'0,"-26"0"15,39 0 1,225 0 15,-145 0-31,502 14 32,476 12-1,-926-26-16,252 13 1,-238-13 15,-159-13-15</inkml:trace>
  <inkml:trace contextRef="#ctx0" brushRef="#br0" timeOffset="163827.79">28620 9231 0,'0'0'0,"14"-13"15,105 0 1,-53 13-1,26-14-15,279 1 16,-94 13 0,120-13-1,-291 13 1,-13 0-16,145-26 16,-225 26-1,13-14 1</inkml:trace>
  <inkml:trace contextRef="#ctx0" brushRef="#br0" timeOffset="165567.34">1984 9958 0,'0'0'31,"-13"14"-31,39-14 31,-13 0-31,199-14 31,661-12 1,132-14-1,-185 14 0,-688 26-31,212-13 31,-172-1 1,-172 28-17</inkml:trace>
  <inkml:trace contextRef="#ctx0" brushRef="#br0" timeOffset="170330.07">8927 9985 0,'27'13'32,"-14"-13"-17,27 0 16,198-13 1,225-14-1,92-12 0,-449 39-31,211-13 31,-131-1 1</inkml:trace>
  <inkml:trace contextRef="#ctx0" brushRef="#br0" timeOffset="171254.94">12525 10077 0,'0'14'32,"0"-28"-32,66 28 31,-40-28-31,199 1 31,317-13 0,-198 26 1,-172-13-1,-145 13 0,-41 26 0,-12-26-15,13 0 0,26 0 46,13 0-31,-12-13-15,12 0 0</inkml:trace>
  <inkml:trace contextRef="#ctx0" brushRef="#br0" timeOffset="171829.76">16096 10011 0,'0'0'0,"66"0"15,-40 0-15,331 0 32,-251 0-17,370 0 1,-370 0-1,278 0 1,-305-13 0,80 13-1,-133 0 1,-13 0 0,-39 0 15</inkml:trace>
  <inkml:trace contextRef="#ctx0" brushRef="#br0" timeOffset="173231.23">20090 10011 0,'53'0'32,"-106"0"-32,450-13 31,-278 13-31,436 27 31,14-1 0,-490-26-31,-26 0 16,-13 0-16,39-13 31,-119 13 0,27 0-15</inkml:trace>
  <inkml:trace contextRef="#ctx0" brushRef="#br0" timeOffset="173990.9">23357 9906 0,'0'0'0,"-27"0"32,93 0-17,-26 13 1,251 0 15,-172 0-31,516 0 31,436 14 1,-529-27-1,-409 0-15,-173-13 15,-13 13 0</inkml:trace>
  <inkml:trace contextRef="#ctx0" brushRef="#br0" timeOffset="174611.17">28832 9826 0,'-13'-13'31,"26"26"-31,27-52 31,-1 25-31,398 1 31,449 53 1,-688-40-32,490 13 31,-304-66-16,-384 40 1</inkml:trace>
  <inkml:trace contextRef="#ctx0" brushRef="#br0" timeOffset="176130.49">886 10686 0,'0'13'15,"40"-13"16,13 13-15,132-26 0,317-40 15,-277 40-15,53-14-1,-66 1 16,-226 26 1</inkml:trace>
  <inkml:trace contextRef="#ctx0" brushRef="#br0" timeOffset="178557.89">4312 10778 0,'0'0'31,"13"0"0,106 0 0,0 0-15,370-13 15,305 0 1,-54 0-1,-237-14 0,-331 27 0,-159 0 1,0 0-17,1 0 1,65-13 15,-26 13-31,264-26 31,133-1-15,13 1 15,-384 26-15,159 0-1,-185 0 1,79 13 15,-105-13-31,65 26 16,-78-26 0,91 0-1,-91 0 1,52-13-1,0 0 17,-53 13-17,14-13 1,-14 13 0,0 0-16,14 0 15,-14 13 1,40-13-1,0 13 17,-40-13-32,0 0 31,-26 0 219,0 0-219,-1 0 63,1 0-63,0 0 79,0 0 61,-1 0-155,1 0 0,13 13-1,-13-13 1</inkml:trace>
  <inkml:trace contextRef="#ctx0" brushRef="#br0" timeOffset="179481.1">10792 10765 0,'0'0'0,"13"0"32,146 0-1,-93 0-31,14 0 16,184 0-1,-158 0-15,330 13 31,-237-13-15,39 0 0,-40 0 15,-185 0-31,1 0 16</inkml:trace>
  <inkml:trace contextRef="#ctx0" brushRef="#br0" timeOffset="180387.73">14297 10725 0,'0'0'0,"-13"0"16,-14 0 0,93 0 30,-26 0-46,436 14 16,199-14 31,-133-14-16,-463 14-31,107-26 31,-160 26-31,-13 0 32,-26 13-32</inkml:trace>
  <inkml:trace contextRef="#ctx0" brushRef="#br0" timeOffset="181104.38">18423 10752 0,'0'0'0,"40"0"16,0 0-1,304-27 1,-239 27 0,319-26-1,-266 26 1,-25-13 0,-107 13-1,-13 0-15,1 0 16,-1 0-1</inkml:trace>
  <inkml:trace contextRef="#ctx0" brushRef="#br0" timeOffset="181619.5">21531 10845 0,'53'0'15,"-106"0"-15,146 0 16,145 0 0,-145 13-1,251-13 1,-53 13 15,-265-13-31,0 0 31,-26-13-15</inkml:trace>
  <inkml:trace contextRef="#ctx0" brushRef="#br0" timeOffset="182059.46">25460 10897 0,'0'0'0,"251"0"15,-185 0-15,40 0 16,0 0-1,-67-13 17,-26 13 15</inkml:trace>
  <inkml:trace contextRef="#ctx0" brushRef="#br0" timeOffset="182359.22">27576 10911 0,'0'0'0,"251"26"31,-145-13-15,79-13 15</inkml:trace>
  <inkml:trace contextRef="#ctx0" brushRef="#br0" timeOffset="189983.06">17286 4761 0,'0'0'0,"13"-13"16,0 13-16,14-26 15,-14 12 1,40-39 0,-26 40-16,118-53 31,-92 53-16,26 0-15,173-1 16,-160 1 0,-13 13-16,133 13 15,-119 1 1,12 12 0,-78 1 15,-27-14-16</inkml:trace>
  <inkml:trace contextRef="#ctx0" brushRef="#br0" timeOffset="190272.83">18463 4364 0,'0'0'0,"0"-13"31,13 13-31,40 27 32,13 39-1,-66-40-31,0-13 15,-26 67 1,-80 12 15</inkml:trace>
  <inkml:trace contextRef="#ctx0" brushRef="#br0" timeOffset="190863.62">18701 4470 0,'13'0'15,"-26"0"-15,26 13 32,1 80-1,-14 26 0,0-92-15,-14 12 15,-25-92 0,25 14-15,28-54-1,65-52 17,80 105-1,-106 159 0,-146-13 0,-92 0 1,185-93-1,145-13 0,-105 0-31,79 26 31,-79 1-15</inkml:trace>
  <inkml:trace contextRef="#ctx0" brushRef="#br0" timeOffset="191301.02">19124 4523 0,'0'0'0,"14"-40"16,-1 107 15,0 78 0,-13-118-31,0-14 16,0 26-1,13-91 17,-13 25-17,0 1-15,40-173 32,26 120-1,-53 119-16,14 92 1,-14 66 15,-13-92 1</inkml:trace>
  <inkml:trace contextRef="#ctx0" brushRef="#br0" timeOffset="191885.57">19138 4603 0,'53'0'32,"-106"0"-32,238 26 31,-93-26 0,-65-53 0,-27 40-31,0-40 32,0 93-1,0 158 0,0-79 0,0-119 1,13-132-1,27-133 0,-1 173 0,14 171 1,-13 53-1,-66-79 0,12-40-31,-25-26 16</inkml:trace>
  <inkml:trace contextRef="#ctx0" brushRef="#br0" timeOffset="197152.6">18701 4774 0,'0'-13'32,"13"0"-1,-13 0 0,0 79 32,14 26-32,-14-52 0,13-27 0,-13-26 16,0 0-47</inkml:trace>
  <inkml:trace contextRef="#ctx0" brushRef="#br0" timeOffset="-208212.25">19058 4973 0,'0'0'0,"-13"-13"16,13 26 62,-13 26-47,-14 41 0,-26-27-15,14-27 0,12 1-16,-171 52 31,145-66-15,0-13-16,-119 27 15,119-27 1,-158 0-1,-1-27 17,186 14-32,-54-13 31,41-14 0,25 40-31,14-13 16,-13 13 15</inkml:trace>
  <inkml:trace contextRef="#ctx0" brushRef="#br0" timeOffset="-207851.32">17855 5118 0,'-14'0'62,"1"0"-46,-40 27 0,27-14-1,-53 27 1,52-40 0,14 13-16,-14 0 15,27 0 1,27 1-1,-14-1-15,14 0 16,25 66 15</inkml:trace>
  <inkml:trace contextRef="#ctx0" brushRef="#br0" timeOffset="-147878.27">7393 12762 0,'0'-13'31,"0"26"47,27-13-47,211 0 0,132-13 1,-291 0-32,265 13 31,-159-14 0,-145 14 0</inkml:trace>
  <inkml:trace contextRef="#ctx0" brushRef="#br0" timeOffset="-147262.95">10329 12802 0,'0'13'31,"119"-13"0,252 13 1,105-13-1,-397 0-31,186 0 31,-226 0 0,-25 0 32,-1 0-32</inkml:trace>
  <inkml:trace contextRef="#ctx0" brushRef="#br0" timeOffset="-144803.77">16426 12921 0,'0'0'0,"-13"0"0,0 0 31,26 0 32,0 0-48,14 0-15,132 0 16,-80 0-16,27-992 16,727 1971 15,-688-979-31,-12 0 16,224-14-1,-251 14-15,211-13 31,-291 13-15,-12 0-16,-1 0 16,-26 0 15,-1 0 0</inkml:trace>
  <inkml:trace contextRef="#ctx0" brushRef="#br0" timeOffset="-143918.99">20354 12960 0,'0'0'31,"-13"0"-31,26 0 32,159 14-1,66-1-15,291 13 15,-145 1 0,-252-27 0</inkml:trace>
  <inkml:trace contextRef="#ctx0" brushRef="#br0" timeOffset="-143436.06">23251 12960 0,'79'-13'31,"-158"26"-31,476-26 31,-318 13-31,225 0 31,-79 0 1,-199 0-32,-65 0 47,12 0-47</inkml:trace>
  <inkml:trace contextRef="#ctx0" brushRef="#br0" timeOffset="-140656.58">26504 13027 0,'0'0'0,"-53"0"31,40-14-31,0 14 16,66 0 15,-27 0-15,239 0-1,-146 0 1,489 0-1,-277 14 1,92 12 0,-211-26-1,-67 13 1,-13-13 0,-118 0-16,-1 0 31</inkml:trace>
  <inkml:trace contextRef="#ctx0" brushRef="#br0" timeOffset="-140219.95">29877 13000 0,'0'0'0,"26"0"16,239 0 15,-80 0-16,119 0 1,106 0 15,-383 0-31</inkml:trace>
  <inkml:trace contextRef="#ctx0" brushRef="#br0" timeOffset="-138920.12">2328 13833 0,'-13'13'31,"26"-26"-31,13 26 31,120-39 1,224-14-1,-13 14 0,-172 13 0,-158-1 1</inkml:trace>
  <inkml:trace contextRef="#ctx0" brushRef="#br0" timeOffset="-138358.11">4867 13833 0,'0'0'16,"40"0"15,-14 0-31,106-26 16,-92 26 0,145-13 15,53-1 0,-145 1-15</inkml:trace>
  <inkml:trace contextRef="#ctx0" brushRef="#br0" timeOffset="-137579.11">7539 13767 0,'26'0'32,"133"0"-1,-106 0-31,13-13 16,119 13-1,-106 0-15,54-13 16,197-1 15,-197 1-15,-41 13 15,-79 0-31</inkml:trace>
  <inkml:trace contextRef="#ctx0" brushRef="#br0" timeOffset="-136914.89">10184 13727 0,'0'0'0,"66"0"16,-40 0-16,14 0 16,106 14-1,-80-14-15,13 0 16,278 0 0,119 0 15,-92 0 0,-173 0 0,-131 0 1,-67 0-32</inkml:trace>
  <inkml:trace contextRef="#ctx0" brushRef="#br0" timeOffset="-136476.14">13768 13807 0,'145'13'32,"-290"-26"-32,634 26 31,-396 0-31,-1-13 16,490 0 15,-185 0 0,-119 0 0,-238 0-31</inkml:trace>
  <inkml:trace contextRef="#ctx0" brushRef="#br0" timeOffset="-136126.78">17233 13846 0,'318'0'31,"-252"0"-31,-450 0 0,1059-13 31,-596 13-31,133 0 31,-93 13-15</inkml:trace>
  <inkml:trace contextRef="#ctx0" brushRef="#br0" timeOffset="-133045.58">20024 13846 0,'0'0'0,"0"14"78,106-1-47,-40 0-31,357 14 31,-278-27-31,-12 0 16,263 26 0,-277-26-16,278 0 31,-357 0-15,26-13-1,-53 13 1</inkml:trace>
  <inkml:trace contextRef="#ctx0" brushRef="#br0" timeOffset="-132493">23555 13846 0,'0'0'16,"-26"0"0,92 0 15,53 0-16,225 0 17,66 0-1,-119 14 0,-239-14-15,-38 0-16,12 0 15</inkml:trace>
  <inkml:trace contextRef="#ctx0" brushRef="#br0" timeOffset="-131545.45">27219 13886 0,'-14'0'31,"147"-26"0,316 26-15,-330 0-1,331 0 17,-344 0-32,211 0 15,-277 0 1,52 0 0</inkml:trace>
  <inkml:trace contextRef="#ctx0" brushRef="#br0" timeOffset="-131123.6">30274 13833 0,'53'-26'15,"211"26"17,-185 0-17,331 13 1,-317-13 0,291 0-1,-318 0 1,0 0-16,79 0 15,-105 0 1,-14 0 0</inkml:trace>
  <inkml:trace contextRef="#ctx0" brushRef="#br0" timeOffset="-129006.8">4325 14614 0,'0'0'0,"-27"13"31,41-13-31,-1 0 0,79 0 31,464-53 0,-14 13 1,-198 14-1,-251 26-16,-67 0 1</inkml:trace>
  <inkml:trace contextRef="#ctx0" brushRef="#br0" timeOffset="-128394.25">8240 14600 0,'26'0'16,"-52"0"-16,277 0 31,-172 0-31,14 0 0,224 0 31,371-39 0,-291 12 1,-212 14-1,-145 0-16</inkml:trace>
  <inkml:trace contextRef="#ctx0" brushRef="#br0" timeOffset="-121922.16">12750 14137 0,'0'0'0,"13"0"32,13 67-1,-26 65-15,-13 198 15,-13 305 0,39-265 0,66-211-15,159-185 31,-158 12-47,356-65 15,-304 66 1,530-40 15,409 27 1,-317 12-1,-291 1-16,-410 0 1,13-14 0,-66 14-1,-40-53 1,14 40 0,12 12-16,-12-65 15,13 39-15,13-224 31,13 198-15,-13-199 0,0 199-1,0-132 1,-13 158 0,-27-79-1,40 93 1,-66-27-1,39 40 1,1-1-16,-120-12 16,80 26-1,-291-40 1,238 27 0,-502-27-1,449 40 1,-622-39-1,596 39 1,-556-27 0,595 27-16,-357-13 31,358 13-15,-14 0-1,158 0 1,1 13-1,53 14 17,-14-1-1,-12-13-15,-14 1-16,13-1 15</inkml:trace>
  <inkml:trace contextRef="#ctx0" brushRef="#br0" timeOffset="-121180.1">12988 14323 0,'-53'-14'32,"106"28"-32,-133-14 15,67 13-15,-13 53 16,26 26 15,79-52 0,0-53 1,-39-93-1,-106 0 0</inkml:trace>
  <inkml:trace contextRef="#ctx0" brushRef="#br0" timeOffset="-120655.85">13001 14706 0,'-13'0'0,"26"0"0,-40 0 47,14 40-16,13-1 1,27-12-1,-14-27-31,27-13 31,-27-1-31,0-38 31,-26 38-31,-53-39 32,-27 106-1,80-26-31</inkml:trace>
  <inkml:trace contextRef="#ctx0" brushRef="#br0" timeOffset="-120176.27">12961 15076 0,'0'0'0,"-13"-26"32,0 26-17,-14 40 16,27-27-15,-13 53 15,79-13 1,14-80-17,-54-92 16,-39 93-15,-27-53 0,14 79-1,-40 26 1,52-13 0,14 0-16</inkml:trace>
  <inkml:trace contextRef="#ctx0" brushRef="#br0" timeOffset="-119765.45">12935 15473 0,'0'-13'0,"0"26"15,-27-26 1,14 26 31,13 0-31,0 40-1,13-40 1,-13 1-16,27 12 15,-14-26 1,53-26 0,-53 12-16,40-78 31,-53 52-15,-13-13-1,0 53 1,-14 0-16,-39 27 15,53-14 1</inkml:trace>
  <inkml:trace contextRef="#ctx0" brushRef="#br0" timeOffset="-119056.71">12908 15050 0,'0'0'0,"14"0"47,12 53-16,-13 0 0,0-53-15,27-14-1,13-25 1,92-93 15,14 39 1,-106 67-17</inkml:trace>
  <inkml:trace contextRef="#ctx0" brushRef="#br0" timeOffset="-118137.58">17286 14759 0,'0'0'0,"26"0"47,14-53-16,-13 13-15,-27 27-1,-53 26 1,39 1 0,-65 52-1,66-40 1,0 54 0,26-67-1,93 13 16,0-105-15,-93 52 0,13-52-1,-26 53 1,-13 26 0,13 13-1,-13 66 1,13-52-1,13 26 1</inkml:trace>
  <inkml:trace contextRef="#ctx0" brushRef="#br0" timeOffset="-117731.24">17590 14759 0,'0'-26'0,"0"52"0,0-66 0,-13 27 16,13 13-1,0 13 1,0 67 0,0-54-1,0 53 1,0-52 0,0-1-1,-13-105 16,13 53-15,0-93 15,0 92-31,39-39 16,-25 66 0,52 26-1,-53-12 1,-13 52-1,0-53 1,-53 40 0,40-53-1,0 0-15</inkml:trace>
  <inkml:trace contextRef="#ctx0" brushRef="#br0" timeOffset="-117264.02">17802 14772 0,'0'0'0,"13"-13"16,-13 26 15,-13 40 0,13-26-15,0 39-1,0-53 1,0 13 0,0-92 15,13 40-15,-13-1-16,0-65 15,13 65 1,-13-12-16,27-27 15,-1 52 1,14 14 0,-14 27-1,14 39 1,-80 0 15,-39-40 0,66-26-31</inkml:trace>
  <inkml:trace contextRef="#ctx0" brushRef="#br0" timeOffset="-116925.92">18080 14666 0,'0'0'0,"13"-13"16,0 13 15,0 27-15,0-14-16,14 66 31,-14-52-15,-13-14-16,-13 0 31,13-79 0,0 53-31,40-40 32,-1 26-17</inkml:trace>
  <inkml:trace contextRef="#ctx0" brushRef="#br0" timeOffset="-116584.2">18304 14706 0,'0'0'0,"-13"0"31,0 27 0,0 39 1,13-53-32,26 13 31,14-26 0,-14-79 0,-39 0 1,-13 65-17,-1 14 1,14 14-16</inkml:trace>
  <inkml:trace contextRef="#ctx0" brushRef="#br0" timeOffset="-116229.81">18450 14706 0,'0'0'0,"0"13"47,0 40-16,13-40-31,0 27 31,14-27 1,-14-52-17,13-54 16,-12 53 1</inkml:trace>
  <inkml:trace contextRef="#ctx0" brushRef="#br0" timeOffset="-115841.34">18661 14746 0,'0'0'0,"14"0"62,25 13-31,-25-13-31,25-13 32,-39 0-32,14 13 15,-67-53 17,0 39-17,-40 67 16,146 53 1,106-53-1</inkml:trace>
  <inkml:trace contextRef="#ctx0" brushRef="#br0" timeOffset="-115390.34">16982 15090 0,'0'0'0,"0"-27"31,132 27 0,27 0-15,727 53 15,-132-53 0,-503-26 0,-264 26-31</inkml:trace>
  <inkml:trace contextRef="#ctx0" brushRef="#br0" timeOffset="-114078.54">13345 15116 0,'-13'0'16,"52"0"31,-26 0-47,80 0 15,39-13 32,-105 13-47</inkml:trace>
  <inkml:trace contextRef="#ctx0" brushRef="#br0" timeOffset="-113843.99">14562 15063 0,'0'0'0,"66"0"31,-27 13-31,173 1 31,-146-14-31,199 0 31,-146-14-31</inkml:trace>
  <inkml:trace contextRef="#ctx0" brushRef="#br0" timeOffset="-112408.87">20434 14812 0,'0'0'16,"0"-13"-1,0-1-15,13-12 32,0 26-1,-13 13-31,0 14 31,-13-14-31,0 0 16,-67-13 15,54-40 0,52 1-15,41-1 15,-54 93-15</inkml:trace>
  <inkml:trace contextRef="#ctx0" brushRef="#br0" timeOffset="-112164.03">20606 14799 0,'0'0'0,"13"0"15,13 26 17,-52 53-1,13-52-31,-27 105 31,27-92-15</inkml:trace>
  <inkml:trace contextRef="#ctx0" brushRef="#br0" timeOffset="-111873.36">20738 14997 0,'0'0'0,"13"-13"16,27 13-1,-67 53 32,14-27-16,13-52 1,27-27-17,-14 53 1,0 0 15,0 0-31</inkml:trace>
  <inkml:trace contextRef="#ctx0" brushRef="#br0" timeOffset="-111610.18">21029 14772 0,'0'0'0,"0"-13"16,0 0-16,-27 0 31,14 92 1,13-53-32,0 159 31,27-26 0,12-159-15</inkml:trace>
  <inkml:trace contextRef="#ctx0" brushRef="#br0" timeOffset="-111453.09">21042 14957 0,'-40'-53'31,"80"106"-31,-53-119 32,26 66-32,93 0 31,-80 0-31,1 0 0</inkml:trace>
  <inkml:trace contextRef="#ctx0" brushRef="#br0" timeOffset="-111232.45">21201 14759 0,'-13'-13'16,"39"79"15,-26-40-15,13 107-1,-13-107 1,0 67 0,0-80-1</inkml:trace>
  <inkml:trace contextRef="#ctx0" brushRef="#br0" timeOffset="-110952.95">21399 14918 0,'0'0'0,"27"-14"16,-41 28 15,1-1-15,-13 0 0,13 0-1,13 1 1,13 12 15,13 0-15,27 41-1,-40-54 1,14-13-16</inkml:trace>
  <inkml:trace contextRef="#ctx0" brushRef="#br0" timeOffset="-110187.47">21624 14997 0,'-26'-26'31,"52"52"-31,-39-52 47,66 39-16,-14-13 1,-39-27-17,-39-39 17,-27 66-1,52 27-16,14 39 1,40 40 15,92-80 1,-105-26-32,79-66 31,-80-40 0,-66 93 0,27 66 1,79 0-1,14-27 0,-41-105-15,-39-1 15,0 213 16,14 144-16,-28-105 0,-65-185-15,66 0 0,-27-27-16</inkml:trace>
  <inkml:trace contextRef="#ctx0" brushRef="#br0" timeOffset="-109826.5">20103 15275 0,'0'0'16,"-145"13"-16,78-13 31,583 26 1,450 14-1,-768-27-31,424-13 31,-384-13-15,-212 0-16,-26-14 31,-79 27-31</inkml:trace>
  <inkml:trace contextRef="#ctx0" brushRef="#br0" timeOffset="-101296.6">1362 16121 0,'0'0'0,"-26"0"31,79 0-15,39 0 0,490-40 15,-198 40 0,-358 0-31</inkml:trace>
  <inkml:trace contextRef="#ctx0" brushRef="#br0" timeOffset="-100344.34">2486 16769 0,'67'0'16,"-41"0"-1,0 0-15,133 0 16,-93 0-16,424-13 31,-385 13-15,266-13 0,-305 13-1,146-14 1,-186 14-1,0 0 17</inkml:trace>
  <inkml:trace contextRef="#ctx0" brushRef="#br0" timeOffset="-99751.2">5409 16835 0,'0'0'0,"14"0"16,78 13 15,14 1-15,211-14 0,-224 0-1,238 0 1,-265 0-1,-13 0-15,52 0 16,-91 0-16</inkml:trace>
  <inkml:trace contextRef="#ctx0" brushRef="#br0" timeOffset="-98530.35">8345 16981 0,'0'0'0,"14"26"16,-14-39-16,39-27 31,-12 27-15,-14 13-16,93-26 15,-80 26 1,27 0-16</inkml:trace>
  <inkml:trace contextRef="#ctx0" brushRef="#br0" timeOffset="-98239.71">9628 17060 0,'0'0'0,"93"-13"15,-53 13 1,198-13-1,-159 13 1,252 0 0</inkml:trace>
  <inkml:trace contextRef="#ctx0" brushRef="#br0" timeOffset="-96763.9">13001 16875 0,'0'0'0,"13"0"31,133 0 0,277 26 1,344 14-1,-198-40 0,-305 0 0,-251 0-31</inkml:trace>
  <inkml:trace contextRef="#ctx0" brushRef="#br0" timeOffset="-95326.68">18291 16915 0,'0'0'0,"93"-27"31,383 1 16,-185 26-31,-146 0-16,173-14 15,343 14 17,-555 14-32,119-14 31,-186 13-31</inkml:trace>
  <inkml:trace contextRef="#ctx0" brushRef="#br0" timeOffset="-94878.33">22775 16875 0,'0'0'0,"0"0"16,13 0-1,159 0 1,-93 13-16,331 14 31,-278-14-15,-13 0-16,371 13 16,-93-12 15,-358-14-16,41-14 1</inkml:trace>
  <inkml:trace contextRef="#ctx0" brushRef="#br0" timeOffset="-93884.21">28158 17166 0,'0'0'0,"52"0"15,-25-13 1,475-40 0,-303 40-16,819-14 31,-846 27-16,278 13 1</inkml:trace>
  <inkml:trace contextRef="#ctx0" brushRef="#br0" timeOffset="-92336.1">2050 17708 0,'0'0'0,"13"13"16,186 1 15,369-14 0,-197-14-15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3-02T01:49:50.897"/>
    </inkml:context>
    <inkml:brush xml:id="br0">
      <inkml:brushProperty name="width" value="0.05" units="cm"/>
      <inkml:brushProperty name="height" value="0.05" units="cm"/>
      <inkml:brushProperty name="color" value="#F6630D"/>
    </inkml:brush>
  </inkml:definitions>
  <inkml:trace contextRef="#ctx0" brushRef="#br0">112 4 4192 0 0,'4'-3'2787'0'0,"-11"6"-2817"0"0,-19 13 93 0 0,20-12 281 0 0,4-4-335 0 0,1 0 0 0 0,-1 1 0 0 0,1-1 0 0 0,-1 1-1 0 0,1-1 1 0 0,-1 1 0 0 0,1 0 0 0 0,-1-1 0 0 0,1 1 0 0 0,0 0 0 0 0,-1 0 0 0 0,-1 2 0 0 0,0-1 9 0 0,-2 0 51 0 0,2 1-9 0 0,-4 4-49 0 0,0 0 0 0 0,0 0 0 0 0,1 1 0 0 0,-10 14 0 0 0,14-19 1010 0 0,17-6-837 0 0,4-4-54 0 0,-15 6 340 0 0,-1-1-511 0 0,11-6-13 0 0</inkml:trace>
</inkml:ink>
</file>

<file path=ppt/ink/ink9.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9T07:01:33.285"/>
    </inkml:context>
    <inkml:brush xml:id="br0">
      <inkml:brushProperty name="width" value="0.05292" units="cm"/>
      <inkml:brushProperty name="height" value="0.05292" units="cm"/>
    </inkml:brush>
  </inkml:definitions>
  <inkml:trace contextRef="#ctx0" brushRef="#br0">6520 15738 0,'-13'-53'16,"13"0"15,-13 13 1,-27 14-1,-39 39-16,-159 93 17,-80 145-1,93 119 0,212-290-31,0 92 16,159 158 15,250-184 0,-290-146-31,304-53 32,106-251-1,-291-80 0,-225 53 0,-13 265-31,-27 0 16,-119-119 0,-211 0 15,290 172-31,-316 66 31,144 66 0</inkml:trace>
  <inkml:trace contextRef="#ctx0" brushRef="#br0" timeOffset="678.13">6190 16002 0,'0'0'0,"13"-26"31,-13-1 1,-27 27-1,-78 13 0,-41 14 0,133-14-31,-14-13 16,-25 66 15,78-13 0,40 40 1,-13 39-1,0-53 0,0-65-15,39-67-1</inkml:trace>
  <inkml:trace contextRef="#ctx0" brushRef="#br0" timeOffset="918.09">6044 16227 0,'0'0'31,"-66"13"-31,119-39 32,-27 26-32,120-40 15,-120 27 1,80 0 0,-93 13-1</inkml:trace>
  <inkml:trace contextRef="#ctx0" brushRef="#br0" timeOffset="3342.63">15421 16240 0,'0'0'0,"-13"-13"16,-119-27-1,92 40 1,-185 13 0,159 1-1,-265 131 1,239-92 0,-252 238-1,265-198-15,12-14 16,-52 172-1,93-171-15,26-1 16,119 199 0,384-67 15,-345-198-15,517-39-1,171-252 16,-700 199-31,237-291 32,-303 105-17,-94 186-15,-263-199 32,12 185-17,-198-12 1,-370 105 15,740 26-15,-12 27-16</inkml:trace>
  <inkml:trace contextRef="#ctx0" brushRef="#br0" timeOffset="3746.56">14601 16901 0,'0'0'0,"0"-13"16,13 13 0,-13 53 15,0-27-16,0 94 1,0-54 0,14 53-1,-14-106 1,0 13-16</inkml:trace>
  <inkml:trace contextRef="#ctx0" brushRef="#br0" timeOffset="4483.72">14905 16901 0,'14'-13'16,"-28"26"-16,41-39 0,-27 13 31,-27 105 0,14-65-15,13 79-1,0-14 17,0-79-17,13-92 16,-13 39-15,14 1-16,12-80 16,80-53 15,-80 172-15,14 66-1,-14 79 16,-26-118-15,27 65 0,-14-52 15,27-119 0,52-107 0,-78 160-31,-1 0 16,53-27 0,-40 119 15,-12-40-15,-14 1-16,13 52 15,13 40 16,-12-79-15,12-40 15,-13-13-31</inkml:trace>
  <inkml:trace contextRef="#ctx0" brushRef="#br0" timeOffset="5966.89">25301 14865 0,'-106'-27'31,"-53"14"-16,-237 26 17,-147 199-1,424-146-31,-317 265 31,13 224 0,515-79 1,543-145-1,410-225 0,357-358 0,-1191 173-31,-12-14 16,449-343 15,-582 357-31,-106-305 32,-714-145-1,-211 410 0,171 251-15</inkml:trace>
  <inkml:trace contextRef="#ctx0" brushRef="#br0" timeOffset="6825.62">24005 15910 0,'-27'-14'31,"54"28"-31,-54 38 32,14-25-32,-13 105 31,-14 14-15,40-133-1,-13 0 16,79-198 1,53-119-1,0 79 0,-79 198-15,-14 146 15,-13 93 0,14-53 1,-14-146-32,27-39 31,65-173 0,41-12-15,-67 250 15,-79-12-15,-13 171-1,13-158 1,0 118 15,0-131-31,0-14 0</inkml:trace>
  <inkml:trace contextRef="#ctx0" brushRef="#br0" timeOffset="7285.11">25050 15949 0,'0'0'0,"79"-39"16,-53 25 0,14-78-1,-80 12 17,27 80-17,-119 53 16,105-26-31,1-1 0,-53 106 16,105-26 31,67-93-16,-67-26-31,67-66 31,-80 52-31,53-65 16,-53 132 15,-13-27-15,0 79 0,0-65-1,27 26 1</inkml:trace>
  <inkml:trace contextRef="#ctx0" brushRef="#br0" timeOffset="7597.84">25393 15870 0,'0'0'0,"0"-80"16,0 67 15,0 119 0,0-79-15,0 78-1,0-78 1,0-14 0,27-106 15,-14 54-16,0 12-15,53-92 16,-26 106 15</inkml:trace>
  <inkml:trace contextRef="#ctx0" brushRef="#br0" timeOffset="7938.81">25790 15804 0,'0'0'0,"27"-14"16,39-38-1,-40 25 1,14 14 0,-27-14-1,-26 41 1,-106 39-1,53 26 17,132-13-1,-40-53-15,67 67-1,-93-67 1,-185 53-1,-14-53 1</inkml:trace>
  <inkml:trace contextRef="#ctx0" brushRef="#br0" timeOffset="11029.76">6176 15526 0,'-13'0'15,"0"0"16</inkml:trace>
  <inkml:trace contextRef="#ctx0" brushRef="#br0" timeOffset="13764.48">6124 15579 0,'13'0'47,"0"0"-16,-26 0 94,-14 0-94,14 0-15,0 0 0,-14 0-1,1 0 1,-1 13 0,14-13-1,-53 27 1,53-14-1,-40 13 1,-13 1 15,66-14-15,-40 27 0,40-27-1,-53 26 1,40-25-1,0-1-15,-14 27 16,14-27 0,0 0-16,-14 27 15,14-27 1,-26 40 0,39-40-1,-40 53 1,40-53-1,-27 40 1,27-39 0,-13 52-1,-13 39 17,26-78-17,-13-14-15,-1 53 16,1 40 15,13-93-15,0 40-1,27-13 17,-27-27-17,0 0-15,13 14 16,26 26 15,-25-40-31,-14 0 16,39 27-1,14 13 17,-40-53-17,-13 13-15,40 13 16,13 14 15,-13-27-15,92 27 15,13-14 0,14-12 0,-132-14-31,12 0 16,186-27 15,-40 1 1,-39-1-1,-67 1-16,53-27 17,-92 26-17,66-25 17,-14-1-1,-12-40 0,12-13 0,-39-26 1,-26-27-1,-14 14 0,-13 39 0,0 27 1,-13-1-1,0-12 0,-14 39 0,-13 0 1,-12 0-1,-41 27 0,80 12-31,-67 1 31,-12-13 1,12-1-1,-25 27 0,-41 0 0,-39 0 1,119 0-17,-66 0 16,105 0-31,-79 14 32,1-1-1,12 13 0,-13-13 0,93 1-31,-40-14 32</inkml:trace>
  <inkml:trace contextRef="#ctx0" brushRef="#br0" timeOffset="14266.43">6282 15275 0,'0'-13'31,"0"26"0,-13 53 0,-27 53 1,40-40-1</inkml:trace>
  <inkml:trace contextRef="#ctx0" brushRef="#br0" timeOffset="14516.6">6322 15314 0,'0'0'0,"-13"-13"31,26 26 0,13 67 1,-12-67-32,25 66 31,-12-65 0</inkml:trace>
  <inkml:trace contextRef="#ctx0" brushRef="#br0" timeOffset="14702.5">6322 15486 0,'0'0'0,"0"14"31,26-14 0,1 0-15</inkml:trace>
  <inkml:trace contextRef="#ctx0" brushRef="#br0" timeOffset="20169.3">6295 15381 0,'-13'-14'63,"0"1"-32,-27-13 0,1 26 0,25 0-31,-52 13 16,53-13 0,-40 26-1,40-26 1,-53 14 15,-14 12 0,54-13-31,-40 14 32,39-14-32,-25 27 31,25-27-31,-13 26 15,27-25 1,0 12-16,-27 27 16,27-27-1,-27 41 1,27-54 0,-27 66-1,1 14 16,39-67-15,-40 54 0,40-54-1,-13 40 1,0-26 0,13 52-1,0-78 1,0 91-1,0-78 1,-14 65 0,14-65-1,0 65 1,0-65 0,0 39-1,0-40 1,27 41-1,-27-54-15,40 53 32,-27-40-17,26 40 1,-12-39 0,-14-14-16,53 27 31,-39-27-31,-14 0 15,40 14 1,-27-27-16,80 39 31,-53-25-15,-27-1-16,1-13 16,26 13-1,53 0 1,-27-13-1,-13 0 1,-39 0-16,12 0 16,120-13-1,-119 13 1,105-13 0,-105 0-1,66-1 1,-93 14-1,79-26 1,-65 26 0,79-40-1,-14-13 17,-52 27-17,0-27 1,-1 0-1,14-79 17,13 26-1,-52 80-31,-14-979 16,26 1904-1,-26-912 1,26-106-1,1 0 17,-27 13-1,0 0 0,0 66-15,-13 14-16,-1-80 31,1 80-15,-40-54 15,0 1 0,0 13 0,-13 13 1,-13 0-1,0 0 0,-14 27 0,-39-14 1,79 27-17,-106 0 17,14-1-1,12 14 0,28-13 0,-1 13 1,79 0-32,-78 0 15,65 0 1,-13 13-1,-92 1 1,131-1 0,-52 13 15,53-13-31,-14 14 16,-39 26 15,53-40-31,-40 66 31,-26 14 0,13 26 1,26-53-17,0 53 16,14 40 1,52-27-1,41 14 0,12-14 0,-13-26 1,-40-80-32,1 14 15,92 39 17,-79-53-17,-14-12-15,106 52 31,-13-13 1,-13-14-1,13-12 0,-92-14-31,105-13 31,93 13 1,-27-26-1,-13-13 0,-158 26-31,92-27 31,26-26 1,-26-13-1,-39-13 0,-27-1 0,-14-39 1,-39 93-32,27-119 31,-27-67 0,-14 53 0,-12 27 1,13 13-1,0 106-31,-14-53 31,14 39-31,-66-65 31,52 65-15,-66-52 15,-52 26 1,119 40-17,-67-40 16,0 13 1,-39 27-1,106 13-31,-107 0 31,107 0-31,-106 0 31,-80 26 1,40 1-1,13 12 0,133-25-31,0-1 0,-1-13 16,1 13-16,-1 0 15,1-13-15,13 14 0,-1-1 16,-65 26 15,26 28 1,40-54-32,-53 40 31,66-40-31,-53 27 31,-27 39 0,28 0-15,12-13 31,27 27-16,13-67-31,13 67 31,-13-53-31,13 92 32,14-39-1,-27-80-31,26 53 15,-26-53 1,26 53 0,-26-53-1,27 54 17,-27-54-32,26 53 31,-12-53-31,-14 0 0,26 27 15,-26-27 1,26 27 15,-12-40-31,12 40 16,-13-27 0,14 26-1,-14-25 1,13 12-1,-12-13 1,12 27 0,14-13 15,-27-27-15,40 26-1,-27-26 1,27 13-1,-39-13 1,38 13 0,-38-13-1,25 14 1,1-14 15,-27 0-15,14 13-1,12 0 17,-25-13-17,25 0 1,-25 13 0,-1-13-16,40 0 15,-40 0 1,40 0-1,-40 0 1,53 0 0,-53 0-1,1 0-15,38 0 16,-38 0 0,78-26-1,-65 26 1,92-13-1,-93 13 1,159-14 0,40-12 15,-185 26-15,172-26-1,-146 12 1,185-12-1,-172 26 1,1-13-16,250-1 16,-171 14-1,740-39 1,-264 25 0,846 1-1,-1097 13 1,357 0-16</inkml:trace>
  <inkml:trace contextRef="#ctx0" brushRef="#br0" timeOffset="22187.9">12340 16981 0,'26'0'31,"-13"0"-16,40 0 17,40 0-1,26 0 0,39 0 0,14 0 1,-66 0-1,-93 0-31,27 0 31,26 0 0,-39 0-15,92 0 15,-40 13 1,0 0-1,-39-13 0,-27 0 47,1 0-47,12-13 1,14 0-1,-27-1 0,-13 1 0</inkml:trace>
  <inkml:trace contextRef="#ctx0" brushRef="#br0" timeOffset="22607.97">13530 16862 0,'0'0'0,"-27"0"31,14 0 1,13 26-1,53 1 0,66-1 0,-53-13 1,-66 14-1,-39-1-16,-14 1 1,-66 39 15</inkml:trace>
  <inkml:trace contextRef="#ctx0" brushRef="#br0" timeOffset="28236.84">13834 17087 0,'0'0'0,"0"-14"15,-26 1 1,26 26 109,0 1-109,-14-1-1,14 0 1,-13 0 15,13 0-15,-13-13-1,26-26 32,0 13-47</inkml:trace>
  <inkml:trace contextRef="#ctx0" brushRef="#br0" timeOffset="34491.35">13821 17007 0,'-13'0'15,"13"13"32,-27 14-16,27-14-15,-26 27 0,13 26 15,13-53-31,13 53 31,13 14 0,-13-54-31,-13-13 16,14 53 0,-14-13 15,0-40-15,26 40-1,1-13 1,-27-27-1,52 27 1,-12-27 0,0 0-1,39 27 17,-39-27-17,39 14 16,-66-27-15,14 13-16,26 0 16,53 14 15,-93-27-15,66 13-1,14 0 16,-67 0-15,-13-13-16,67 0 16,39 14 15,-93-14-31,27 0 16,79 13 15,14-26 0,-1-1 0,-65 1-15,26 0 15,13 0 0,53-14 1,26 1-1,-66-14 0,-26-26 0,13-27 1,13 27-1,-119 53-31,93-40 31,-13-39 0,13-14 1,-67 40-17,1-27 17,-40 14-1,13-27 0,14 27 0,-27 12 1,0 15-1,0-28 0,-27 1 0,-26 0 1,-26 12-1,13 1 0,-27 0 0,14 26 1,-40-12-1,0 38 0,-27 1 0,-78-13 1,78 12-1,53 1 0,27 13 0,40 0-31,-53 0 32,65 0-32,-91 0 31,-81 0 0,41 13 0,13 14 1,-1-1-1,-12 14 0,118-27-31,-39 27 16,-26 0-1,-41 26 17,14 13-1,14 0-16,91-65 1,-52 52 0,40-53-1,-40 66 1,52-65 0,-38 65-1,38-66 1,-39 80 15,14-14-15,26-66-1,-14 67 1,14-1 31,13-66-47,13 67 31,27-1-15,13 13 15,-40-78-15,40 52-1,-40-53 1,53 27-1,-53-27 1,53 27 0,-52-27-1,-1 0-15,0-13 0,0 13 16,54 27 0,-54-40-16,66 40 31,-52-40-16,-1 13-15,53 13 16,40 14 15,-92-40-15,92 26 0,-93-26-1,107 14 1,-94-1-1,107 0 1,-120-13 0,159 13-1,-13 1 17,-145-14-17,118 0 1,-118 0-1,105 0 1,-92 0 0,79-14-1,-80 14 1,-12-13-16,65 0 16,-65 13-1,-1-13-15,107-14 16,-107 14-1,106-27 1,-105 27 0,105-40-1,-106 40 1,67-53 0,-80 53-1,14-14-15,12-26 16,-12 14-1,39-41 1,-53 67 0,40-80-1,-40 80 1,0-13-16,14-40 16,-14 39-1,27-65 1,-27 65-1,14-52 1,-27 66 0,0-1-16,0-39 15,0 27 1,-14-40 0,1 39-1,-13-52 1,26 53-1,-27-27 1,14 40-16,-14-40 31,-12 26-15,26 14-16,-67-40 31,54 40-15,13 0-16,-106-54 15,92 54 1,-92-40 0,-26 0 15,105 40-15,-79-13-1,79 13 1,14 13-16,-67-14 15,67 14 1,-120-13 0,120 13-1,-93-13 1,92 13 0,-79 0-1,93 0 1,-53 13-1,53-13 1,-93 13 0,40 1-1,-93-1 1,120 0 0,-133 0-1,92 0 1,41 1-1,-147 25 1,147-39 0,-80 40-1,92-40 1,-65 53 0,78-40-1,-65 53 1,53-39-1,-54 39 1,67-40 0,0-12-16,-40 38 15,-26 28 17,65-54-32,-25 14 15,-27 66 16,52-93-15,-25 66 0,25-66-16,-12 80 31,13-80-15,0 67-1,13 25 16,0-91-15,26 65 0,14 0 15,-27-52-15,27-1-1,79 40 16,-93-52-31,53 25 32,14 27-1,-14-39-15,67 13 15,-1 12 0,14-25 0,39-1 1,-39-12-1,-132-14-16,105 0 1,40-27 15,0-13 1,0 14-1,-133 26-31,94-26 31,78-14 0,-52-26 1,-40-14-1,-106 67-31,80-40 31,-67 40-31,-13 0 16,80-40-1,-40 26 1,26-39 15,-13-13 0,53-40 1,-39 26-1,-54 14 0,-26 26-15,-26-66 15,-14-13 0,0 26 1,40 80-32,-13 12 15,-27-52 1,-26 0 15,-26 0 0,-1 13 1,-52-13-1,39 40 0,-92 12 0,158 1-31,-92 0 32,-27 13-1,0 13 0,119-13-31,14 0 16,-80 0-1,53 0 1,-79 0 15,106 0-31,-133 0 31,0 13 1,27 1-1,0 12 0,13 27 0,-14 0 1,28-27-1,25 14 0,54-40-31,-40 53 31,39-53-31,-52 53 32,39 0-1,0 0 0,27-14 0,0 1 1,0 13-1,13-40-31,0 66 31,-13-13 0,-1-26 1,14-27-1,0 1-31</inkml:trace>
  <inkml:trace contextRef="#ctx0" brushRef="#br0" timeOffset="37553.3">14707 17814 0,'0'0'0,"79"0"31,-39 0-31,79 13 31,132-13 1,212-53-1,-344 40-31,450-119 31,542-93 0,40 13 1,211 27-1,-264 66-16</inkml:trace>
  <inkml:trace contextRef="#ctx0" brushRef="#br0" timeOffset="39068.03">21002 16901 0,'0'0'0,"119"-26"16,-92 13 0,79-14-1,-80 27 1,1 0-16,-1-13 0,1 13 16,-1-13-16,53 0 15,-39 13 1,79-27-1,-92 14 1,12 13-16</inkml:trace>
  <inkml:trace contextRef="#ctx0" brushRef="#br0" timeOffset="39534.29">21770 16743 0,'0'0'0,"79"-14"15,-53 14 1,93-13 0,-92 13-1,13-13-15,52 0 16,-52 13-16,145-27 31,-145 27-15,105-13-1,-105 13 1,118 0 0,-118 0-1,132 0 1,-145 0-1,12 0-15,54 0 16,-54 0 0,-12 0-16,52 0 15,27 0 17,-93 0-17,14 0 1</inkml:trace>
  <inkml:trace contextRef="#ctx0" brushRef="#br0" timeOffset="40091.6">23092 16531 0,'0'0'0,"13"13"16,14-13-16,26 14 16,52 12-1,-78-13-15,105 14 31,-119-14-31,27 0 32,-40 0-1,-66 27 0,-13 13 0,-1 0 1,54-53-32</inkml:trace>
  <inkml:trace contextRef="#ctx0" brushRef="#br0" timeOffset="44920.29">23489 16769 0,'66'53'31,"27"0"0,-1-27 0,14 14 1,-80-40-32,1 13 0,39 0 31,132 14 0,-118-14-15,145 0 15,-186 1-31,199-1 31,0 0 0,14-13 1,-107 0-17,67 0 17,-80-13-17,80 0 16,-14-14 1,-92 14-1,13-14 0,-93 27-31,120-39 31,-1-14 1,-26-26-1,-26-27 0,-67 93-31,67-93 31,39-53 1,-13 14-1,-26 26 0,13 13 0,-67 40-15,1-27 15,-40 40-15,0 40-16,13-40 16,-13-53 15,0 80-31,0-67 31,-79-13 0,-14 27 1,-52-27-1,105 80-31,-79-40 31,-79-14 0,13 41 1,-40-1-1,13-13 0,14 13 0,158 40-31,-119 0 32,-105-26-1,224 13-31,-119 0 15,-65-1 32,65 14-31,-92 14 0,26 12 30,13 14-14,-13 13-1,186-40-31,-107 26 16,106-25-1,-92 65 1,0 14 31,105-67-47,-65 40 15,79-53 1,-40 40 0,40-39-1,-27 52 1,27-40-1,-27 53 1,27-52 0,-27 65-1,27-78 1,0 52 0,13 53 15,-14-106-16,14 80 1,14-67 0,-14-13-16,39 67 15,14-14 17,0 40-1,-53-80-16,66 40 1,-53-39 0,54 26-1,-54-40 1,79 40 0,-65-40-1,118 53 1,-118-40-1,79 27 1,26-13 15,-106-27-15,133 14 0,-119-27-1,132 39 1,-133-39-1,14 14-15,106 12 16,26 0 15,-132-12-15,119-1 0,-119 0-1,105 14 1,-118-27-1,0 0-15,119 26 16,79-26 15,-185-13-15,185-27 0,-186 27-1,147-40 1,-146 40-1,119-40 17,-14-26-17,-131 52 1,79-79 0,39-52 15,-132 131-16,54-105 1,12-14 15,-13-25 1,-79-1-1,13 132-16,-53-79 1,40 92 0,-27-78-1,27 78 1,-67-105 0,-65 26 15,118 80-16,-131-40 1,-41 13 15,160 39-15,-160-25 0,146 39-1,-158-40 1,145 27-1,13 13-15,-106-27 16,106 14 0,-172-13-1,172 13 1,-145-1 0,145 14-1,-185-13 1,185 13-1,-172 0 1,172 0 0,-145 0-1,92 13 1,-79 1 0,145-1-1,-92 13 1,106-26-1,-107 40 1,107-27 0,-120 40-1,107-40-15,-1 14 16,-79-1 0,79-13-16,-132 67 31,146-54-16,-80 67 1,93-67 0,-13-13-16,-14 67 15,27-67 1,-1 13-16,-25 54 16,39-54-16,-14 1 15,-25 65 1,-1 27 15,27-92-15,-14 65-1,27-65 1,-13 52 0,13-52-1,13 25 1,40 1-1,-26-26-15,52 52 32,-66-66-17,80 80 1,-53-67 0,39 41-1,-53-41 1,54 27-1,-27-27 1,-27-12 0,106 52-1,-52-40 1,26 1 0,-27-1-1,80 14 1,-106-27-1,132 40 1,-132-40 0,185 27-1,-119-14 1,39-13 0,186 27 15,-79-14 0,-212-26-15,132 0-1,-145 0 1,12 0-16,147-26 16,-159 13-1,131-27 1,-131 14-1</inkml:trace>
  <inkml:trace contextRef="#ctx0" brushRef="#br0" timeOffset="46439.92">25552 17007 0,'0'-13'15,"40"-14"17,-27 14-1,0-26 0,-13 25-31,13 1 16,-13-53-1,0-66 17,0-14-1,0 80 0,0 53 0,0 26 16,0 0-15</inkml:trace>
  <inkml:trace contextRef="#ctx0" brushRef="#br0" timeOffset="46764.42">25552 16452 0,'0'0'0,"0"-13"32,0 26 14,-26 26-14,-1-12-1,14-14 0</inkml:trace>
  <inkml:trace contextRef="#ctx0" brushRef="#br0" timeOffset="47034.65">25565 16399 0,'0'0'0,"14"-13"31,-1 39 0,26 14 0,-25-27-31,-1 0 16,13 14 0,-12-27-16</inkml:trace>
  <inkml:trace contextRef="#ctx0" brushRef="#br0" timeOffset="48199.85">25803 16293 0,'14'0'47,"12"0"-16,-13 0-15,14 0-1,-14 0 16,-26 0 16,-14 0-15,14 13-32,0 0 31,0 14 0,13-1 0,-14-12 1</inkml:trace>
  <inkml:trace contextRef="#ctx0" brushRef="#br0" timeOffset="48465.46">25870 16280 0,'0'0'0,"0"-13"15,13 13 17,-13 13-17,26 13 1,-13-13 0,27 14-1,-27-14 1,1 14-1</inkml:trace>
  <inkml:trace contextRef="#ctx0" brushRef="#br0" timeOffset="48936.35">25764 16267 0,'0'0'0,"13"-14"31,0 14-15,40-13-1,-40 13 1,67-13-1,-67 13 1,13 0 0,-65 13 15,25-13-15,1 13-16,-66 1 15,13-1 16</inkml:trace>
  <inkml:trace contextRef="#ctx0" brushRef="#br0" timeOffset="54205.31">7076 14653 0,'0'-13'16,"0"-27"-1,0 27-15,0 0 16,0-27 0,-27 53 15,14-13-16,-79 67 1,-41 38 15,107-52-15,79 53 15,-27-93-15,120-26-1,-80-13 1,13-41 0</inkml:trace>
  <inkml:trace contextRef="#ctx0" brushRef="#br0" timeOffset="54481.29">7234 14587 0,'0'0'0,"14"-13"16,-14 0 15,0 26-15,-14 66 15,-12 53 0,26-65 1,40-67-17</inkml:trace>
  <inkml:trace contextRef="#ctx0" brushRef="#br0" timeOffset="55293.38">16466 15460 0,'0'0'0,"0"-27"16,-26-12 15,-93 39 0,79 13-15,-92 93 0,65 39 15,187-52 0,-81-93-31,14 0 16,40-13-16</inkml:trace>
  <inkml:trace contextRef="#ctx0" brushRef="#br0" timeOffset="55659.75">16519 15513 0,'-13'-13'0,"26"26"0,-26-53 31,26 40-16,80-13 1,39 39 15,-145 40-15,-54 1 0,1-28-1,-53 14 16,119-40-15,66-13 0,225-26 15,-251 26-15,13-13-16</inkml:trace>
  <inkml:trace contextRef="#ctx0" brushRef="#br0" timeOffset="56434.34">25618 14349 0,'13'-79'31,"-26"158"-31,26-198 31,-39 119-31,-67 66 31,1 106 1,184-53-1,80-92-16</inkml:trace>
  <inkml:trace contextRef="#ctx0" brushRef="#br0" timeOffset="56969.28">25949 14389 0,'0'-14'16,"0"28"-16,-13-67 15,13 40-15,66-14 32,53 1-1,-106 26-15,0 26-1,-13 1 1,-66 25 15,13-25 0,53-1 1,80-12-1,-1 25 0,-66 14 0,-158-26 1,39-41-1,79-12 0,27 13-31</inkml:trace>
  <inkml:trace contextRef="#ctx0" brushRef="#br0" timeOffset="60108.26">6917 16981 0,'53'-14'31,"-106"28"-31,172-41 32,-106 27-32,1 0 15,-14 13 63,0-26 32</inkml:trace>
  <inkml:trace contextRef="#ctx0" brushRef="#br0" timeOffset="61872.54">13570 16809 0,'0'0'0,"13"0"47,106 0-16,-93 0-16,120 0 1,-27 0 15,-106 0-15</inkml:trace>
  <inkml:trace contextRef="#ctx0" brushRef="#br0" timeOffset="62654.87">16810 17100 0,'0'13'31,"53"0"0,-40-13-31,199-26 32</inkml:trace>
  <inkml:trace contextRef="#ctx0" brushRef="#br0" timeOffset="63790.3">23238 16399 0,'-93'13'16,"186"-26"-16,-41 79 31,15-53-31,263-13 31,-52 0-15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1T05:57:29.702"/>
    </inkml:context>
    <inkml:brush xml:id="br0">
      <inkml:brushProperty name="width" value="0.1" units="cm"/>
      <inkml:brushProperty name="height" value="0.1" units="cm"/>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9T07:30:49.370"/>
    </inkml:context>
    <inkml:brush xml:id="br0">
      <inkml:brushProperty name="width" value="0.05292" units="cm"/>
      <inkml:brushProperty name="height" value="0.05292" units="cm"/>
    </inkml:brush>
  </inkml:definitions>
  <inkml:trace contextRef="#ctx0" brushRef="#br0">17603 6890 0,'27'0'31,"-14"0"1,0 0-1,1 0 0,-14 27 0,0-14-31,13 13 32,-13 14-1,13-40 0,0-13-15,0 13 15,-26 26 0,13-12-15,-26-14-1,13 0 1,13-14 0</inkml:trace>
  <inkml:trace contextRef="#ctx0" brushRef="#br0" timeOffset="809.62">15196 7604 0,'0'0'0,"14"-66"16,-67 13 15,39 40-15,1 13-16,-53 13 15,40 1 1,-67 91 0,80-78-1,13 105 1,26-105-16,146 26 31,-119-53-15,146-106-1,-160 66 1,27-185 0,-66 172-1,-13 14-15,-106-54 16,66 93 0,-158 93-1</inkml:trace>
  <inkml:trace contextRef="#ctx0" brushRef="#br0" timeOffset="1212.04">15130 7856 0,'0'0'0,"0"-13"16,0 79 31,0 53-32,13 0 1,-13 13 0,0 119-1,0-198 1,-13 40-1</inkml:trace>
  <inkml:trace contextRef="#ctx0" brushRef="#br0" timeOffset="1776.7">11427 8477 0,'0'0'0,"-145"27"16,92-1 15,145-13-15,794-52 15,596-27 0,-266 26-15,1152-26 15,-27-14 1,-609-12-1,-1097 26-16,-172-14 17,-556 54-1</inkml:trace>
  <inkml:trace contextRef="#ctx0" brushRef="#br0" timeOffset="2462.03">10462 8861 0,'0'0'0,"-119"0"15,-27 39 17,67 94-1,79-94-31,105 67 31,94-79-15,-133-27-16</inkml:trace>
  <inkml:trace contextRef="#ctx0" brushRef="#br0" timeOffset="2633.28">10911 8940 0,'0'0'0,"0"-26"31,-13 26-31,0 66 31,13-53-31,0 93 32,26-14-17</inkml:trace>
  <inkml:trace contextRef="#ctx0" brushRef="#br0" timeOffset="3400.82">22127 8398 0,'0'0'0,"66"-66"16,-66 53-1,-53-14 1,26 27 0,-118 53-1,105-13 1,-52 158-1,224-13 17,-66-172-17,146 1 1</inkml:trace>
  <inkml:trace contextRef="#ctx0" brushRef="#br0" timeOffset="3712.22">22550 8491 0,'0'0'0,"-80"-53"16,94 26 15,-1 27-15,106 13-1,-79 1 1,92 39-1,-119-40 1,0 40 0,-26-40-1,-40 53 1,53-53 0,132 53-1,-79-52-15,14-1 16,-1-13-16</inkml:trace>
  <inkml:trace contextRef="#ctx0" brushRef="#br0" timeOffset="4860.77">10845 9615 0,'0'0'15,"0"-14"-15,-13-25 32,13 171-1,0 278 0,-13-317-31</inkml:trace>
  <inkml:trace contextRef="#ctx0" brushRef="#br0" timeOffset="5256.86">9496 11281 0,'0'-53'32,"0"106"-32,13-66 31,1 171 0,-14-118-15,0 13-16</inkml:trace>
  <inkml:trace contextRef="#ctx0" brushRef="#br0" timeOffset="5410.72">9523 10950 0,'0'0'0,"0"-39"16,0-1-16,13 0 31</inkml:trace>
  <inkml:trace contextRef="#ctx0" brushRef="#br0" timeOffset="5786.12">9721 11228 0,'0'13'0,"0"-26"0,0 79 31,0-53-31,0 93 31,0 26 1,0-145-1,0-225 0,-13-119 0,39 212 1,-13 145-32,53 92 31,-52-65-31</inkml:trace>
  <inkml:trace contextRef="#ctx0" brushRef="#br0" timeOffset="5938.78">9668 11294 0,'-40'-13'31,"80"26"-31,-14-53 32,120 27-17</inkml:trace>
  <inkml:trace contextRef="#ctx0" brushRef="#br0" timeOffset="6310.76">10343 11202 0,'-53'-40'31,"106"80"-31,-120-93 16,54 53-16,13 53 31,0-1-15,13 94 15,67-106 0,-54-54-31,67-105 31,-27-66 1,-93 159-17</inkml:trace>
  <inkml:trace contextRef="#ctx0" brushRef="#br0" timeOffset="6659.82">10819 11228 0,'0'-40'31,"0"80"-31,-40-172 31,-53 119 0,40 118 1,53-78-32,53 92 31,-13-53 0,-146-26 0,27-80-15</inkml:trace>
  <inkml:trace contextRef="#ctx0" brushRef="#br0" timeOffset="6994.48">10911 11241 0,'13'13'31,"-26"-26"-31,26 40 32,-13-14-32,27-13 15,-1 0 1,40-40-1,-52 14 1,12-54 0,-39 67-1,-66-13 1,65 26 0,-91 132-1,91-106 1,41 93-1,-1-105 1,54 25 0</inkml:trace>
  <inkml:trace contextRef="#ctx0" brushRef="#br0" timeOffset="7288.98">11176 11281 0,'0'0'15,"0"-27"-15,0 1 0,0 13 16,-27-40-1,80 119 32,-26-53-47,12 93 32,-78-53-1,-14-80-16,40-118 17,132 39-1,-93 93-31</inkml:trace>
  <inkml:trace contextRef="#ctx0" brushRef="#br0" timeOffset="7727.79">11758 11215 0,'0'0'0,"-40"0"32,27 0-17,13 106 1,13 52 31,-13-52-16,-13-198 0,0-160 0,13 186-31,26-119 32,53 172-1,-52 39-31,26 120 31,-159-14 0,79-119-31,-12 0 16</inkml:trace>
  <inkml:trace contextRef="#ctx0" brushRef="#br0" timeOffset="8193.23">12075 11162 0,'27'-27'31,"-54"54"-31,54-93 31,-27 53-31,-14-27 32,-39 93-1,-13 92 0,80-65 0,78-120 1,-13-66-1,-65 80-31,-1-1 31,-13 107 0,40 12 1,-27-92-32</inkml:trace>
  <inkml:trace contextRef="#ctx0" brushRef="#br0" timeOffset="9030.24">12459 11135 0,'0'0'0,"0"-39"16,13-41 15,-13 67-31,0 0 0,-40 39 31,-26 93-15,53 0 15,66-52 0,-14-67 1,-25-27-1,-14 14 0,0 0 0,13-14 1,-13 1 61,0 13-61,13-1 93,0 1-94,1-13-16,-1-1 1,0 14 0,0 0-1,-26 52 32,13-25-31,-13 65-1,13-66 1,0 40 0,0-40-1,13 1-15</inkml:trace>
  <inkml:trace contextRef="#ctx0" brushRef="#br0" timeOffset="9523.04">12578 11016 0,'0'0'0,"-53"-26"15,40 26 1,-67 13-1,14 67 17,66-41-17,53 14 1,-40-26 0,14-14-16,78 53 15,-91-53 1,-1 14-16,-26-1 15,-53-13 1,39-13 0,-65-13-1,92-13 1</inkml:trace>
  <inkml:trace contextRef="#ctx0" brushRef="#br0" timeOffset="9794.27">12723 11016 0,'0'0'0,"40"-26"16,-106 26 15,26 26-15,27-12-1,13 65 1,13-53-1,53 93 1,-53-92 0,-13 65-1,-26-78-15,-53 25 16,-27-12 0</inkml:trace>
  <inkml:trace contextRef="#ctx0" brushRef="#br0" timeOffset="10271.24">9443 12127 0,'0'0'16,"-13"-13"-16,13-40 15,0 40 1,13 26-1,-13 40 1,13 66 0,-13-66-1,0 0-15,14 39 16</inkml:trace>
  <inkml:trace contextRef="#ctx0" brushRef="#br0" timeOffset="10979.79">9337 12405 0,'0'0'0,"-13"-145"15,13 118 1,79-13 0,-39 40-16,119 80 31,-133-54-16,14 14-15,13 52 16,-53-52 0,0-27-16,-53 27 15,-26-53 1,52-133 15,40 107-15,14 12-16,52-12 15,106 78 17,-171-26-17,52 1 1,-66-41 15,0 14-15,0 0-16,-13-27 15,-14 40 17,14 13-17,-14 80 1,27-80 0,14 53-1,39-66 16,-40-13-15,53-53 0,-40 26-1,-26 14 1,0 92 15,0-53-15,14 66-1,25-52 1</inkml:trace>
  <inkml:trace contextRef="#ctx0" brushRef="#br0" timeOffset="11279.97">10250 12260 0,'0'-14'0,"0"28"0,0-54 15,0 0 1,0 80 15,13-27-31,-13 14 16,27 52-1,-14-53-15,-13 1 16,40-1 0,-27-26-16,0-13 15,27-66 1,-1-54 15,-39 120-15,0 0-16,0 0 15,14 39 1</inkml:trace>
  <inkml:trace contextRef="#ctx0" brushRef="#br0" timeOffset="11832.29">10620 12273 0,'-13'0'31,"0"0"-15,52 0 31,41-13-16,-54-1-15,-12-12-1,-81-14 17,28 40-17,25 13-15,-65 80 31,106 39 1,145-119-1,-106-52-15,26-67-1,-39-119 16,-53 185-31,-66-52 32,26 211-1,40 93 0,40-93-15</inkml:trace>
  <inkml:trace contextRef="#ctx0" brushRef="#br0" timeOffset="12047.75">11189 12299 0,'0'0'0,"-26"0"31,39 0-15,53-13-1,-13 13 1,39 0 0</inkml:trace>
  <inkml:trace contextRef="#ctx0" brushRef="#br0" timeOffset="12298.88">11665 12127 0,'-40'-13'31,"80"26"-31,-93-13 32,53 14-32,27 78 31,-1 1-15</inkml:trace>
  <inkml:trace contextRef="#ctx0" brushRef="#br0" timeOffset="12454.06">11718 11942 0,'0'0'0,"-13"-40"31,13 80-15</inkml:trace>
  <inkml:trace contextRef="#ctx0" brushRef="#br0" timeOffset="12898">12009 12180 0,'13'0'0,"-26"0"15,39 0-15,-26-13 16,-26-40 15,13 40-31,-67 26 31,67 0-31,-27 67 32,67-1-1,105-79 0,-13-106 0,-119-53 1,-13 133-32,-27-14 31,40 173 0,53 105 0,-40-199-31</inkml:trace>
  <inkml:trace contextRef="#ctx0" brushRef="#br0" timeOffset="13392.68">12895 11955 0,'0'0'0,"-13"-66"31,0 66-31,13 40 16,0-27-1,0 146 1,0-119 0,13 118-1</inkml:trace>
  <inkml:trace contextRef="#ctx0" brushRef="#br0" timeOffset="13805.02">12816 12180 0,'0'0'0,"-14"-26"0,-38-1 16,38 14-1,41 13 1,26 0 0,158 27-1,-158-27 1,119-27-1,-159 14 1,1-27 0,-28 27-1,-65 0 1,66 26 0,0 0-16,-14 53 15,27-39 1,53 39-1,0-53 1,66-53 0,-106 27-1,0-66 1,-26 66 0,-106 13-1</inkml:trace>
  <inkml:trace contextRef="#ctx0" brushRef="#br0" timeOffset="14267.06">11321 12921 0,'0'0'15,"0"-13"-15,-13-14 16,13 80 15,13-27-15,-13 14-16,13 53 15,93 26 17,-79-119-32,79-80 31,-27-92 0,-79 146-15,-40-53-1,27 79-15</inkml:trace>
  <inkml:trace contextRef="#ctx0" brushRef="#br0" timeOffset="14579.95">12035 12908 0,'0'0'16,"27"-14"-16,-1-52 31,-39 53-15,-13 13-16,-27 0 15,-53 119 16,172 0 1,53-40-1,-198-26 0,-159-26-15</inkml:trace>
  <inkml:trace contextRef="#ctx0" brushRef="#br0" timeOffset="15041.4">11374 13741 0,'-40'-53'31,"80"106"-31,-80-67 31,54 345 1,-41 105-1,14-356-31,0 26 16</inkml:trace>
  <inkml:trace contextRef="#ctx0" brushRef="#br0" timeOffset="15383.45">11123 14600 0,'-27'0'31,"54"80"0,-1-27-15,-12-27-16,65 27 31,0-106 1,-66 27-32,67-93 31,-41 66-16,-78 132 17,-54 14-17</inkml:trace>
  <inkml:trace contextRef="#ctx0" brushRef="#br0" timeOffset="19676.99">10713 15394 0,'0'0'0,"-13"-13"15,13-1-15,0 28 31,0 197 1,-40 27-1,0-132 0</inkml:trace>
  <inkml:trace contextRef="#ctx0" brushRef="#br0" timeOffset="20130.62">10673 15394 0,'0'0'16,"0"-53"-16,27 53 31,-27 13-31,66 93 31,53 53 0,-40-93-15,14-40 15,-27-79 0,-66-92 1,0 105-32,-40-145 31,27 145 0,13 159 0,0 40 1,13-133-32,-13-12 0</inkml:trace>
  <inkml:trace contextRef="#ctx0" brushRef="#br0" timeOffset="20505.59">11295 15486 0,'0'0'0,"13"-39"31,-13 25-31,-13 14 32,-14 80-1,27-54-31,0 27 15,40 40 17,66-107-1,-14-91 0,-158-41 0,-66 159 1,106 1-32</inkml:trace>
  <inkml:trace contextRef="#ctx0" brushRef="#br0" timeOffset="20924.07">11665 15301 0,'0'0'0,"13"-53"15,-13 40-15,0 0 16,14 0-1,-1 26-15,40 132 32,-40 186-1,-185-106-15</inkml:trace>
  <inkml:trace contextRef="#ctx0" brushRef="#br0" timeOffset="21275.05">10131 15314 0,'0'0'0,"-40"14"31,40 12-31,-13 133 31,79 171 1,119-197-1</inkml:trace>
  <inkml:trace contextRef="#ctx0" brushRef="#br0" timeOffset="25136.63">22563 9231 0,'0'27'62,"0"-1"-46,0 80 0,13 158 15,-13-158-16,14 53 1,-1-120 15</inkml:trace>
  <inkml:trace contextRef="#ctx0" brushRef="#br0" timeOffset="29162.49">21227 10937 0,'0'0'0,"27"13"16,-1-26 15,-26 0-15,0-27-1,-13 40 1,-40-13 0,13 39-1,-39 41 1,53-28 0,12-12-16,-25 52 15,52-26 1,0-40-1,106-53 1,-92 14-16,12 0 16,27-67-1,-26 53-15,13-118 16,-40 105 0,-13 13-16,0-53 15,-39 173 16,25-41-31,1 14 16,0 159 0,92-53 15</inkml:trace>
  <inkml:trace contextRef="#ctx0" brushRef="#br0" timeOffset="29497.71">21651 10871 0,'0'0'16,"-14"0"-1,1 0 1,-13 40 0,26 52 15,0-52-16,26 13 1,80-66 15,-27-120 1,-118 1-1,-14 119-16,-53 92 17</inkml:trace>
  <inkml:trace contextRef="#ctx0" brushRef="#br0" timeOffset="30194.09">22100 10911 0,'0'0'0,"-39"-14"15,25 14-15,-12 0 32,26 14-17,0-1-15,53 13 31,-14-26-15,54-26 0,-40-40 15,-53 39-15,-53-12-1,-92 65 16,105 40-15,80 66 15,145-79 1,26-158-1,-92-41 0,-105 93-15,-94 66 15,67 67 0,119 52 0,0-26 1,-159-93-1,-27-26-15,54-14-16</inkml:trace>
  <inkml:trace contextRef="#ctx0" brushRef="#br0" timeOffset="30636.98">23343 10845 0,'-26'-40'31,"26"27"-31,26 66 0,-52-120 31,66 120 1,-1 80-1,-39-81 0,0-91 0,14 26-31,65-120 32,66 27-1,-92 212 0,-26 27 0,-14-107-31</inkml:trace>
  <inkml:trace contextRef="#ctx0" brushRef="#br0" timeOffset="30993">24018 10778 0,'-27'-26'31,"54"52"-31,-93-26 32,53 14-32,-1 65 31,80 14 0,27-120 0,-53-92 1,-120 66-1,14 106 0,66-40-31</inkml:trace>
  <inkml:trace contextRef="#ctx0" brushRef="#br0" timeOffset="31214.13">24362 10633 0,'0'0'0,"26"-119"31,-26 106-31,13 13 31,-13 224 1,27-12-1,-1-133-16</inkml:trace>
  <inkml:trace contextRef="#ctx0" brushRef="#br0" timeOffset="31411.97">24309 10778 0,'13'-39'31,"0"39"-31,-39 39 0,158-78 31,-92 52-31,-1 0 0,107 27 31</inkml:trace>
  <inkml:trace contextRef="#ctx0" brushRef="#br0" timeOffset="31928.13">22351 11691 0,'0'0'0,"14"-13"16,-1-40-1,-13 40 1,0 26-1,0 13 1,0 133 0,0-93-1,0 0-15,26 133 16,-12-133 0,-1 79-16</inkml:trace>
  <inkml:trace contextRef="#ctx0" brushRef="#br0" timeOffset="32510.33">22074 12987 0,'0'0'0,"26"-40"15,27-52 17,-53 78-17,-40-25 1,14 39 0,-93 39-1,79-25 1,14 12-16,-54 40 15,80-39 1,40 65 0,26-52-1,106 26 1,-145-53 0,12 27-1,-52-27 1,-146-13-1,106 0 1,-132-26 0,159-14-1</inkml:trace>
  <inkml:trace contextRef="#ctx0" brushRef="#br0" timeOffset="32732.4">22325 12947 0,'0'0'0,"0"-13"16,0 39 15,0-12-15,0 12-16,0 53 15,0 93 16,0-158-31</inkml:trace>
  <inkml:trace contextRef="#ctx0" brushRef="#br0" timeOffset="33069.66">22338 13106 0,'0'-66'15,"0"132"-15,13-225 31,1 159-31,12 66 32,80 80-1,-93-120-31,14-13 16,39 14-1,-53-27-15,27-79 31,-67-107 1,1 107-1,13 145 0,13-39-31,13-1 0</inkml:trace>
  <inkml:trace contextRef="#ctx0" brushRef="#br0" timeOffset="33583.44">22854 12960 0,'0'-13'0,"0"26"0,-26-65 31,39 118 0,0 119 0,0-132 1,-13-133-1,27-105 0,52 40 0,-52 132-31,92 79 32,-146 66-1,-132-53 0,80-39 0,145 13 1,133 66-1,-147-93-31</inkml:trace>
  <inkml:trace contextRef="#ctx0" brushRef="#br0" timeOffset="33913.93">23423 12987 0,'-27'-53'31,"54"106"-31,-93-53 31,39 159 0,27-107-15,13-25-16,54 13 31,52-159 0,-119-14-15,-14 107 0,-158-1-1,133 41 1,-27-1 0</inkml:trace>
  <inkml:trace contextRef="#ctx0" brushRef="#br0" timeOffset="36430.26">24018 13000 0,'0'-26'31,"106"-80"0,-53 66-31,396-211 31,940-252 1,-397 279-1,-701 144-15</inkml:trace>
  <inkml:trace contextRef="#ctx0" brushRef="#br0" timeOffset="37317.01">23912 13000 0,'0'0'0,"-40"0"15,40 13-15,0 1 16,80 12 0,-27-26-1,26 13-15,477 14 16,554-1 15,-898-26-15,436 27-1,-542-27 1,92 13 0,-184-13-1,-1 13-15,-40-13 16,14 0 0</inkml:trace>
  <inkml:trace contextRef="#ctx0" brushRef="#br0" timeOffset="39975.87">23978 13000 0,'0'13'125,"0"1"-109,-13 12 31,-13-13-16,52-26 31,14-13-30,-54 39-1,14 0-16,-13 0-15</inkml:trace>
  <inkml:trace contextRef="#ctx0" brushRef="#br0" timeOffset="40602.26">22656 13727 0,'0'0'0,"0"-39"15,-14-14 17,1 132-1,13-26-15,13 265-1,-13-226 1,14 1-16,-14 145 15,13-132 1</inkml:trace>
  <inkml:trace contextRef="#ctx0" brushRef="#br0" timeOffset="41115.06">22153 15129 0,'0'0'0,"27"-53"15,-27 27 1,0-80 0,-14 93-1,-65-40 1,39 53-16,-26 26 16,26 1-1,-65 65 1,105-65-1,0-1-15,66 67 16,-40-67 0,27 1-16,132 52 15,-158-66 1,-1 40 0,-39-39-1,-159 12 1,119-26-1,13-13-15,-52-40 16,79 26-16</inkml:trace>
  <inkml:trace contextRef="#ctx0" brushRef="#br0" timeOffset="41438.79">22219 15116 0,'0'0'0,"27"0"16,-14 0-16,0 0 0,0 0 15,-13 13 1,0 0 0,0 1-16,27 65 31,-14-52-31,53 39 31,-13-53-31,-27-13 0,80-79 31,-106 52-15,14-105 0,-28 105-1,-12-26 1,13 53 0,13 53-1</inkml:trace>
  <inkml:trace contextRef="#ctx0" brushRef="#br0" timeOffset="41676.78">22788 15142 0,'0'0'15,"26"0"-15,14-39 16,-40 26 0,-13-40-1,0 53 1,-67 39-1,54-12 1,-40 132 0,158-40 15,-39-119-15,40 0-16</inkml:trace>
  <inkml:trace contextRef="#ctx0" brushRef="#br0" timeOffset="42007.12">23132 15129 0,'0'0'0,"-13"-13"16,-40-40-1,39 53 1,-12 13 0,26 1-1,-26 65 1,26-66-1,-14 14-15,14 26 16,14-40 0,-1 0-16,40 13 15,39-26 17,-79-13-17,80-53 1,-80 40-1,27-67 1,-67 93 15</inkml:trace>
  <inkml:trace contextRef="#ctx0" brushRef="#br0" timeOffset="42854.31">23423 15116 0,'-13'0'32,"13"-13"-1,13 0-16,0-1 1,0-12 15,-52-1 1,12 27-17,-52 67 1,65-41-1,-25 106 1,39-105 0,92 52-1,-65-79 1,118-40 0,-118 27-1,52-93 1,-79 80-16,0-53 31,0 65-15,13 14-1,1 27 1,25 52 0,-39-66-1,0 54 1,-13-54-1,-13-13 1,65-66 15,-12 13-15,65-66 0,-65 105-1,12-52 1,-65 66 15,13 0-15,0 66-1,26-39 1,0-1-16,40 80 16,-27-79-1,-12-1-15,-1 53 16,-40-65-1,-92-1 1</inkml:trace>
  <inkml:trace contextRef="#ctx0" brushRef="#br0" timeOffset="43477.88">22180 16200 0,'0'0'16,"0"-13"-16,0-26 15,0 12 17,0 40-17,0 93 1,0 132 15,0-145-15,39-1 15</inkml:trace>
  <inkml:trace contextRef="#ctx0" brushRef="#br0" timeOffset="43755.7">22391 16187 0,'0'0'16,"13"-53"-1,-13 40-15,0 26 32,0 1-32,0 118 31,0-53-15,0-26-16,0 26 15,40 54 16,66-120 1,-80-26-32</inkml:trace>
  <inkml:trace contextRef="#ctx0" brushRef="#br0" timeOffset="43913.9">22510 16452 0,'0'0'0,"-132"-13"31,119 13-31,26 0 32,172-14-1,-132 14-31,-13 0 0</inkml:trace>
  <inkml:trace contextRef="#ctx0" brushRef="#br0" timeOffset="44082.54">22880 16637 0,'0'0'15,"-13"26"1,66-12 15,79-67-15</inkml:trace>
  <inkml:trace contextRef="#ctx0" brushRef="#br0" timeOffset="44710.71">23317 16386 0,'0'0'0,"-13"-27"32,13 67-1,26 66 0,-13-53-15,14 26 15,-27-119 0,26-118 1,-12 105-32,25-93 31,-12 146 0,-14 27-31,27 118 31,-14-52 1,-26-80-32,13-26 31,67-106 0,-67 92-31,13 1 0,27-14 31,0 133 1,-53 26-1,13-106-31</inkml:trace>
  <inkml:trace contextRef="#ctx0" brushRef="#br0" timeOffset="45108.42">24097 16372 0,'27'-79'31,"-54"158"-31,-12-224 31,25 145-31,-12 13 16,-80 119 15,93-105-31,26 52 31,53-66 0,14-79 1,-14-26-1,-40 118 0,14 133 0,0-106-15</inkml:trace>
  <inkml:trace contextRef="#ctx0" brushRef="#br0" timeOffset="45505.69">24335 16399 0,'0'-53'31,"0"106"-31,0-93 31,0 53-31,0 27 0,0 0 16,14 145 15,-1-93 0,-13-144 0,-27-186 1,54 66-1,52 172 0,-39 119-15,-93-27 15,-13-79-15</inkml:trace>
  <inkml:trace contextRef="#ctx0" brushRef="#br0" timeOffset="45975.44">24759 16280 0,'0'0'16,"-40"13"-1,13 66 17,14-52-17,26 132 1,-13-133-1,27 80 1,-27-93 0,0-13-1,0-13 1,-13-119 0,-1 92-1,14-159 1,14 160-1,52-27 1,-53 66 0,66 92-1,-92 54 17,-79-67-1,78-79-16,1-13-15</inkml:trace>
  <inkml:trace contextRef="#ctx0" brushRef="#br0" timeOffset="46365.91">25076 16267 0,'0'0'15,"13"0"-15,-26 26 16,0-26-1,0 13 1,65 0 31,-25-13-47,65-26 16,-78 13-1,-14-40 16,-80-13 1,54 66-32,-53 66 15,65-40 1,-12 120 0,26-120-1,119 54 1,-79-80-1</inkml:trace>
  <inkml:trace contextRef="#ctx0" brushRef="#br0" timeOffset="46730.42">25460 16280 0,'0'0'0,"0"-53"16,-14 53-1,-25 0 1,25 13-16,14 40 31,0-27-15,27 80-1,-14-79 1,53-14 0,40-145 15,-93 92-16,27-158 1,-27 158 0,-13 0-16,0-39 15,-13 66 1,-14 92 0,14 0-1,40 186 1,-14-199-1,53 119 1</inkml:trace>
  <inkml:trace contextRef="#ctx0" brushRef="#br0" timeOffset="47275.69">21875 17311 0,'0'0'0,"-26"0"16,79-13-16,410-40 31,-278 40-15,13 0-16,596-14 15,-490 14 1,1204-27-1,-1257 40 1,476-26 0,-634 26-1,-27-13 1</inkml:trace>
  <inkml:trace contextRef="#ctx0" brushRef="#br0" timeOffset="48272.2">20050 16624 0,'13'0'16,"54"-27"15,-67 14-15,13 0-1,13 66 17,27 92-1,26-79 0,67-158 0,26-54-15,264-158 15,-250 211-31</inkml:trace>
  <inkml:trace contextRef="#ctx0" brushRef="#br0" timeOffset="63873.08">27708 11440 0,'0'0'0,"13"0"16,-13-14 0,-26 1 30,-14 26-30,40-965 15,0 1957-15,79-939 0,-52-52-1,-1-1-15,54 13 16,-54-26-1,0 14-15,14-14 16,-27 0 0,-39 0 15,-14 13-15,1 40-1,25-40 1,1 13-16,-40 27 15,53-40 1,-26 40 0</inkml:trace>
  <inkml:trace contextRef="#ctx0" brushRef="#br0" timeOffset="64458.95">28224 11545 0,'0'-26'31,"26"13"-15,-13-27-1,-13-26 17,-13 53-32,-66 13 31,39 26-16,-26 40 1,40-13 0,26 13-1,119-26 17,-93-53-32,53-40 31,-39 0-16,-27 40 1,-13-14 0,-13 120 15,0-67-15,13 107-1,13-81 1,13-25-1</inkml:trace>
  <inkml:trace contextRef="#ctx0" brushRef="#br0" timeOffset="64837.79">28660 11493 0,'-13'13'15,"-14"-13"17,27 13-32,-13-13 15,0 26 1,0 14 0,13 26-1,0-53-15,53 54 31,-14-67-15,27-27 0,-26-79 15,-40 80-15,-66-27-1,53 53-15,-53 13 31</inkml:trace>
  <inkml:trace contextRef="#ctx0" brushRef="#br0" timeOffset="65168.87">29057 11506 0,'0'-40'31,"0"80"-31,0-67 31,0 120 1,0-53-17,-13-40-15,-40-14 31,26-12-15,14-1-16,40-1070 31,52 2075 1</inkml:trace>
  <inkml:trace contextRef="#ctx0" brushRef="#br0" timeOffset="65411.99">29321 11466 0,'0'0'15,"14"-13"1,-14 26-16,-14 0 15,-52 146 17,13-14-1,53-131-31</inkml:trace>
  <inkml:trace contextRef="#ctx0" brushRef="#br0" timeOffset="65725.95">29599 11625 0,'0'13'32,"0"-26"-32,0 39 15,-13-13-15,-14 27 16,-25 13 15,-1-66 0,13-80 1,93 27-1,0 119 0</inkml:trace>
  <inkml:trace contextRef="#ctx0" brushRef="#br0" timeOffset="72755.99">27377 13027 0,'0'0'0,"0"-14"16,13-12 15,-13 39 0,-66 185 0,0-39 1,53-119-32</inkml:trace>
  <inkml:trace contextRef="#ctx0" brushRef="#br0" timeOffset="73119.59">27324 13066 0,'14'-53'32,"-28"106"-32,41-106 31,-27 67-31,39 105 31,67 39 0,13-144 1,-39-160-1,-80-79 0,-93 225 0,40 119 1,53-92-32</inkml:trace>
  <inkml:trace contextRef="#ctx0" brushRef="#br0" timeOffset="73458.6">27880 13146 0,'26'-14'15,"-52"28"-15,52-67 32,-65 106-1,25-40-31,-25 66 16,39-66-1,0 1-15,66 25 16,53-52 15,-93-93 0,-26 80-15,-53-27 0,40 53-1,-40 40 1,53-27-1</inkml:trace>
  <inkml:trace contextRef="#ctx0" brushRef="#br0" timeOffset="74023.23">28382 13198 0,'-39'-66'31,"39"53"-31,39 92 0,-78-158 31,52 92-31,13 67 32,-12-54-32,12 80 31,-26-93 0,-26-105 0,118-54 1,-65 120-32,65 26 15,-79 13 1,-13 106 15,-39-40-15,65-105 15,-13 13-15,80-80-1,-67 80 1,67-14-1,-80 27 1,14 66 0,-27-39-1,0 26 1</inkml:trace>
  <inkml:trace contextRef="#ctx0" brushRef="#br0" timeOffset="74372.3">29202 13106 0,'0'0'0,"-66"0"16,-40 66 15,93-53-15,13 53-1,93-13 17,-67-53-17,54-39 1,-67 25 0,0-12-16,-13-53 15,-13 65 1,-67-39-1,54 53 1,-14 27 0</inkml:trace>
  <inkml:trace contextRef="#ctx0" brushRef="#br0" timeOffset="74696.02">29388 13172 0,'0'-26'0,"0"52"0,0-66 16,0 27-16,0-27 15,26 93 17,-26-39-17,26 91 1,-12-78-1,-14-14 1,-14-53 15,54-79 1,13 66-17,-13 40 1</inkml:trace>
  <inkml:trace contextRef="#ctx0" brushRef="#br0" timeOffset="75103.44">29679 13185 0,'-14'0'15,"-12"0"1,39 27 31,53 12-16,-53-39-31,54 0 31,-54-13-31,26-66 31,-25 66-31,-67-80 32,-79 133-1,92 145 0,66-159-31,80 54 31,-27-94-15</inkml:trace>
  <inkml:trace contextRef="#ctx0" brushRef="#br0" timeOffset="79774.55">28859 11744 0,'13'0'16,"53"0"15,-53 13-31,27-13 31,-14 0-15</inkml:trace>
  <inkml:trace contextRef="#ctx0" brushRef="#br0" timeOffset="80398.78">30115 11532 0,'0'0'0,"-13"13"31,39-13 16,225-13-16,-26 0 1,-211 13-1</inkml:trace>
  <inkml:trace contextRef="#ctx0" brushRef="#br0" timeOffset="81380.5">31557 11426 0,'-27'-39'31,"27"25"-31,-26-12 31,26 39 0,0 120 1,-14 12-1,14-105-15,27-14 15,-14-26-31,14-13 15,25-53 1,81-66 15,-67 118 1,-40 120-1,80 26 0,13-158 0,-79-27-15,-27 13-16,27-145 31,-80 106 0,-13 132 1,53-40-32</inkml:trace>
  <inkml:trace contextRef="#ctx0" brushRef="#br0" timeOffset="81714.25">31147 11162 0,'0'0'0,"-40"-13"32,40 52 15,13-25-47,0 105 31,1-93-31,-14 14 0,13-14 15</inkml:trace>
  <inkml:trace contextRef="#ctx0" brushRef="#br0" timeOffset="82004.08">32377 11175 0,'-14'-13'16,"14"0"0,14 13-1,-1 53 16,-13-40-15,-13 66 0</inkml:trace>
  <inkml:trace contextRef="#ctx0" brushRef="#br0" timeOffset="88850.72">30168 13225 0,'0'0'0,"-13"0"16,-27-13 0,53 13-1,40 0 1,13 0 0,40 0-1,-27 0 1,-65 0-1</inkml:trace>
  <inkml:trace contextRef="#ctx0" brushRef="#br0" timeOffset="89785.6">31266 13000 0,'13'-26'31,"0"12"-16,-13 1-15,13-13 16,-92-1 15,52 27-31,-12 14 16,-120 38 0,67 41 15,105-80-16,0 0-15,66 27 16,106-13 15,-185-14 1,-198 40-1,172-40-31,-27 13 15,40 14 1,145 26 15,66-66-15</inkml:trace>
  <inkml:trace contextRef="#ctx0" brushRef="#br0" timeOffset="89977.74">31319 13198 0,'-27'-26'0,"54"52"0,-107-92 31,80 53-31,66 79 32,14 53-1,-67-92-31,27-1 31</inkml:trace>
  <inkml:trace contextRef="#ctx0" brushRef="#br0" timeOffset="90150.93">31438 13132 0,'0'0'0,"0"-13"15,-80 53 16,1 26-15,39 40 15,67-80-15</inkml:trace>
  <inkml:trace contextRef="#ctx0" brushRef="#br0" timeOffset="90537.09">31583 13000 0,'40'-79'31,"-80"158"-31,53-92 32,-13 53-32,-26 105 31,26-39 0,13-106 0,40-80 1,-40 67-32,67-66 31,-28 105 0,-25 93 0,52-52-15</inkml:trace>
  <inkml:trace contextRef="#ctx0" brushRef="#br0" timeOffset="90928.57">32112 13212 0,'0'0'0,"53"-80"32,-53 67-32,-13-13 31,0 26-31,-54 13 16,54 0-1,-27 53 1,27-53-1,53 40 1,39-39 15,-52-28-15,12-52 0,-25 40-1,-1-54 1,-13 67-1,0 26 1,0 14 0,-13 39-1,13-53 1,39 27 0</inkml:trace>
  <inkml:trace contextRef="#ctx0" brushRef="#br0" timeOffset="91312.04">32429 13040 0,'0'0'0,"-26"-13"31,26 39 0,0-13-15,-13 93 0,13-80-1,0 1-15,13 26 16,0-53 0,14-13-1,-14-1 1,40-65-1,-40 53 1,0-54 0,-13 67-1,-26-13 1,13 26 0</inkml:trace>
  <inkml:trace contextRef="#ctx0" brushRef="#br0" timeOffset="91685.66">32892 13079 0,'-26'-13'16,"13"0"0,-1 13-16,-38-26 15,-15 39 17,54 0-17,26 40 1,1-27-16,52 67 31,-27-53-15,-52-14-1,-79-13 17,65-13-32,14 0 15</inkml:trace>
  <inkml:trace contextRef="#ctx0" brushRef="#br0" timeOffset="92029.66">32998 13119 0,'0'0'0,"27"13"16,-54 14 15,54-14 0,-14-13-15,13 0-16,27-13 16,13-53 15,-66 39-15,0 14-16,-53-27 15,-66 54 16,93 12-31,-1 0 16,1 93 0,26-66-1,66 0 1</inkml:trace>
  <inkml:trace contextRef="#ctx0" brushRef="#br0" timeOffset="92349.67">33276 13079 0,'0'0'0,"0"-13"0,0 0 15,0 53 17,0-27-17,0 0-15,0 40 16,0-40-1,0 0-15,-13 14 16,13-67 15,13-13-15,53-66 0,-40 93-1,14 26 1,-40 13-1,-13 14-15</inkml:trace>
  <inkml:trace contextRef="#ctx0" brushRef="#br0" timeOffset="93600.7">28845 13873 0,'0'0'0,"14"-40"31,-28 53 0,-25 133 0,52 13 1,53-93-1,-13-146 0,-13-118 0,-80 66 1,-145 119-1,-27 118 0,146 173 0,92-159-15,41 132 15,-67-211-31,-14 66 31,1-106-31</inkml:trace>
  <inkml:trace contextRef="#ctx0" brushRef="#br0" timeOffset="94302.22">28581 14349 0,'-40'-13'16,"80"26"-16,-120-53 31,94 40-31,131 27 32,159-27-1,-251-13-31,106-14 31,-199-39 0,-132 92 1,80 67-1,92-67-31,39 41 31,133-54 0,-92-93 1,-80 1-1,-27 66 0,40 92 0,-13-66-31,80 14 32,-54-27-32,80-27 31,-93 14-31,1-13 0,12-40 31,-26 39-15,-26 120 15,26-80-15,13 27-1</inkml:trace>
  <inkml:trace contextRef="#ctx0" brushRef="#br0" timeOffset="94474.28">29559 13992 0,'0'0'0,"-13"-26"16,0 26-16,-40 0 15,40 13 1,13 40-1</inkml:trace>
  <inkml:trace contextRef="#ctx0" brushRef="#br0" timeOffset="94677.77">29665 14032 0,'0'0'0,"-26"13"15,26 0 1,0 93 0,13-66-1,0 92 1,-13-79 0</inkml:trace>
  <inkml:trace contextRef="#ctx0" brushRef="#br0" timeOffset="95417.02">29837 14230 0,'0'0'0,"13"0"16,-13 26 15,0-12-15,53-1006-1,-26 1984 1,79-1019 0,-80 14-1,-13 0-15,-13-67 32,-26 67-17,-93 13 1,53 53-1,39-26 1,27 65 0,53-52-1,-26-14-15,197 14 32,-52-53-17,0-80 16,-158 67-15,-14 12-16,-40-52 16,-106 66 15,133 0-15,0 40-1,53-14 16,-14-26-15,0 0-16,54-26 16,-54 13-16,67-106 31,-93 39-15,0-52-1,-79 92 16,52 252 1,80 53-1,0-199-15</inkml:trace>
  <inkml:trace contextRef="#ctx0" brushRef="#br0" timeOffset="95718.75">30935 14362 0,'26'13'31,"-52"-26"-31,52 53 16,-39-27-16,0 14 15,-13 52 1,12 0-1</inkml:trace>
  <inkml:trace contextRef="#ctx0" brushRef="#br0" timeOffset="96506.75">31424 14151 0,'0'0'32,"-13"-27"-32,13 1 31,27 92 0,-1 66 0,-26-53 1,0-92-17,26-93 16,67-79 1,13 119-1,-93 172 0,-26-80-31,13 54 31,0-54 1,13-39-32,66-66 31,54-14 0,-94 120-15,-25 92 15,-1-14 0</inkml:trace>
  <inkml:trace contextRef="#ctx0" brushRef="#br0" timeOffset="97407.72">32258 14164 0,'0'0'16,"-53"0"15,39 0-31,1 0 0,0 13 16,106-13 31,-80 0-47,79-26 15,-92 12 1,14 1-16,-14-66 31,-14 52-31,-65 14 16,-27 106 31,93-54-47,0 80 31,26-92-31,93 26 16,-80-53-1,106-53 1,-92 26 0,26-118-1,-53 105 1,1 14-16,-1-27 15,-13 106 17,13-27-17,14 80 1,-27-79 0,-27 52-1,14-66 1,-40 0-1,40-13 1,26-13 0,0 0-16,133-106 31,-120 92-15,93-52-1,-92 66 1,-27-14-1,-14 27 1,-52-13 0,53 13-1,0 0-15,-14 27 16,27-14 0,27 93-1,-14-80-15,27 67 31,-40-67-15,-13-13 0,-54-26-1,28-40 1</inkml:trace>
  <inkml:trace contextRef="#ctx0" brushRef="#br0" timeOffset="98215.68">33011 14098 0,'0'0'0,"27"0"16,-1 0-16,27-27 15,-53-12 1,0 25 0,-39-25-1,-1 52 1,-26 106 15,66-106-15,26 53-1,14-66 1,79-39 15,-106 12-15,-26 14 15,0 26-31,-1 27 16,-25 158-1,39 80 17,13-238-17,-13-14-15,-13-13 16,-14-52-1,1-67 1,26 53 0,0 0-16,53-159 15,92 93 17,-105 119-17,52 0 1,-65 14 15,-14-14-15,0 0 15,40-40 0,-13-53 0,-27 27-15,-39 53 0,-54 40-1,-12 171 17,145-13-1,66-172-16</inkml:trace>
  <inkml:trace contextRef="#ctx0" brushRef="#br0" timeOffset="99463.57">30049 10673 0,'0'0'0,"-40"0"16,106-40 15,40 13 1,-53 67-17,-27 106 16,-26-41 1,0-144-1,53-120 0,0 80-15,-13 39-16,79-39 31,-93 211 0,-26 27 1,14-133-1,-1-39-31,40-67 31,-27 41-31,67-67 31,-27 146 1,-79 26-17,-1 26 1,28-39-1</inkml:trace>
  <inkml:trace contextRef="#ctx0" brushRef="#br0" timeOffset="100914.51">30988 10659 0,'0'-53'31,"0"106"-31,0-79 31,13 79 1,53-40-1,-13-66 0,-66-39 0,0 78-31,-53 28 32,52 25-17,1-12-15,13 26 16,27 66 15,131-133 0,-25-105 1,-107 0-1,-66 106 0,67 92 0,-14-52-31,27 79 32,-54 0-1,14-146 0,119-92 0,-92 105-31,79-65 32,-120-900-1,-78 2036 0,105-1004 0,53 26 1,-79 14-1,13-80 0,13 0-31,159-93 31,13-13 1,-158 40-1,-120 53 0,67 26-31,-27 40 31,26 53 1,80-80-1,-39-26-31,91-39 31,-52-41 0,-40 54 1,-39 92-1,52-26 0,107-27 0,-107-13-31,54-53 32,-54 0-1,-26 79 0,0 1-31,13 158 31,-26-39 1,-53-146-1,53-67-15</inkml:trace>
  <inkml:trace contextRef="#ctx0" brushRef="#br0" timeOffset="101226.93">32429 10712 0,'14'0'0,"-28"0"0,41 0 16,-1 0 46,54-39-31,-67 25-31,27-39 32,-93-13-1,-53 106 0,93 79 0,66-53-15</inkml:trace>
  <inkml:trace contextRef="#ctx0" brushRef="#br0" timeOffset="101342.15">32826 10725 0,'27'-13'0,"-54"26"0,67-52 15,-67 65 16</inkml:trace>
  <inkml:trace contextRef="#ctx0" brushRef="#br0" timeOffset="109601.24">1772 9787 0,'0'0'0,"-13"-14"16,0 14-1,26 40 17,-26-14-17,0-12-15,-1-1 16,-39 119-1,27-92 1,-14 119 0,40-133-16,53 40 31,-26-66-15,105-145-1,-92 92 1,39-238-1,-66 211 1,-39-158 0,26 199-1,-40 25 1,40 41-16,-13 211 31,13-172-15,0 66-1,13 27 1</inkml:trace>
  <inkml:trace contextRef="#ctx0" brushRef="#br0" timeOffset="109960.39">2195 9945 0,'0'0'0,"-13"13"31,0-13-15,13 14-16,40-14 31,-27 0-15,53-53-1,-39 40 1,-14-67-1,-40 41 1,-79-1 0,1 199 15,91-120-15,14 160-1,14-160 1,78 27-1</inkml:trace>
  <inkml:trace contextRef="#ctx0" brushRef="#br0" timeOffset="110248.66">2817 9853 0,'-13'0'15,"-14"-14"1,1-12 0,-40-14-1,39 40 1,-39 53 0,27 27-1,25-41-15,1 146 31,26-158-15,106-14 0</inkml:trace>
  <inkml:trace contextRef="#ctx0" brushRef="#br0" timeOffset="110475.83">3042 9496 0,'0'0'15,"-27"-106"1,14 106-16,-26 53 31,25-27-15,14 14-16,-13 132 16,79 211 15,-39-343-16,-1-14-15</inkml:trace>
  <inkml:trace contextRef="#ctx0" brushRef="#br0" timeOffset="110877.09">3412 9919 0,'0'0'0,"13"-40"15,-39-66 17,26 93-17,-26 0-15,-27 13 16,0 40 0,-27 92-1,80-93 1,14 54-1,91-93 17,-78 0-17,39-79 1,-53-1 15,0 107 0,40 52 1</inkml:trace>
  <inkml:trace contextRef="#ctx0" brushRef="#br0" timeOffset="111179.42">3743 9654 0,'0'0'0,"0"-26"16,13 26-16,27 92 31,-14-25-15,-13 25-1,-13-65 1,0-14-16,-26 13 15,0-39 1,12-53 0,14 0-1,53-93 1,53 66 15</inkml:trace>
  <inkml:trace contextRef="#ctx0" brushRef="#br0" timeOffset="111554.2">4100 9681 0,'-13'26'16,"13"-13"-16,13-52 0,-26 105 31,26-66-31,0 13 15,0-13-15,14 13 16,65-52 15,-78 25-31,12-12 16,1-53 0,-107-14 15,-52 172 0,119-39-31,-14 145 31,133-13 1,-93-159-32,14 1 0</inkml:trace>
  <inkml:trace contextRef="#ctx0" brushRef="#br0" timeOffset="111890.15">3055 10673 0,'0'0'0,"13"-80"16,-13 54-16,14 13 31,25 211 0,1 119 0</inkml:trace>
  <inkml:trace contextRef="#ctx0" brushRef="#br0" timeOffset="112498.84">2804 11929 0,'0'0'31,"0"-79"-31,-53 12 15,-106 15 17,-13 157-1,146-65-31,-27 145 31,172-53 0,-53-132-15,106-145 15,-132-1 1,-40 186-1,-14 132 0,67-79-15</inkml:trace>
  <inkml:trace contextRef="#ctx0" brushRef="#br0" timeOffset="112744.11">3121 11889 0,'0'0'15,"-13"-66"1,-80 66 15,27 106 1,93 26-1,118-92 0,-39-93-15</inkml:trace>
  <inkml:trace contextRef="#ctx0" brushRef="#br0" timeOffset="112940.78">3346 11704 0,'0'-185'31,"-13"172"-31,26 211 0,-26-370 31,26 212-31,0 171 31,1 1 1,-14-186-32,0-12 0</inkml:trace>
  <inkml:trace contextRef="#ctx0" brushRef="#br0" timeOffset="113201.19">3333 11850 0,'0'0'0,"13"-992"47,119 1944-16,1-992 0,-94 14 0,-39 79 1,0-40-32,-13 40 15,0 53 1</inkml:trace>
  <inkml:trace contextRef="#ctx0" brushRef="#br0" timeOffset="113369.59">3769 11493 0,'14'-67'31,"-28"134"-31,1-81 16,0 41 0</inkml:trace>
  <inkml:trace contextRef="#ctx0" brushRef="#br0" timeOffset="113698.63">3902 11770 0,'0'13'31,"26"54"1,-26-41-17,13 40 1,-13-53-1,27 1 17,-27-28-32,13 1 0,40-1098 15,13 1958 17,-66-874-17,26 14 1</inkml:trace>
  <inkml:trace contextRef="#ctx0" brushRef="#br0" timeOffset="114332.92">4431 11783 0,'0'0'0,"13"-26"15,-53-93 16,27 106-15,-40-14 0,27 54-1,-27 65 1,53-65 0,0 52-1,92-52 16,-65-41-15,52-39 0,-66 40-1,14-26 1,-27 25 0,0 54-1,26 66 16,-13-93-15,54 27 0,65-146 15,-106 79-15,40-184-1,-66-93 16,-53 251-15,27 92 0,0 292 15,39-265-15,26 106-1,-25-145 1,-14-1-16</inkml:trace>
  <inkml:trace contextRef="#ctx0" brushRef="#br0" timeOffset="114650.12">4774 11678 0,'0'0'32,"0"-27"-32,27 40 15,26 1 1,-27-14-1,14 0-15,66-14 16,52-91 15,-144 78-15,-28-65 0,-118 78 15,106 54-16,-67 132 1,93-66 0,93 79-1,-67-145-15</inkml:trace>
  <inkml:trace contextRef="#ctx0" brushRef="#br0" timeOffset="114990.56">3677 12379 0,'0'0'0,"13"-40"16,0 146 15,27 224 0,-27-264-15,0 133 0</inkml:trace>
  <inkml:trace contextRef="#ctx0" brushRef="#br0" timeOffset="115392.53">3492 13608 0,'0'0'0,"-106"-92"31,-66 158 0,66 172 0,106-185-31,0-13 16,79 92 0,54-119-1</inkml:trace>
  <inkml:trace contextRef="#ctx0" brushRef="#br0" timeOffset="116117.16">3849 13675 0,'-14'-27'16,"28"54"-16,-54-67 0,27 40 16,-67 13-1,28 27 1,65 92 15,106-26 0,26-159 1,-92-93-1,-132 27 0,13 119 0,185 14 1,79-41-1,-171 14-31,-1 0 16,0-14-1,-26 14 1,-39 26 15,26 1-31,-1 12 16,-25 53-1,39 40 17,119-119-1,-14-145 0,-65-93 0,-53 172-15,-14 13 15,27 79-31,0 173 31,14-94-15,-1-65-16,27 39 16</inkml:trace>
  <inkml:trace contextRef="#ctx0" brushRef="#br0" timeOffset="116477.33">4722 13556 0,'0'0'31,"0"-40"-31,13 66 31,40-26 1,79-39-1,-119-27 0,-145 26 0,-27 132 1,172 107-1,1-160-31,158 80 31</inkml:trace>
  <inkml:trace contextRef="#ctx0" brushRef="#br0" timeOffset="116850.28">4206 14442 0,'-13'0'31,"26"0"-31,-13 198 16,0-132-1,26 291 16,-13-264-31,1-14 0</inkml:trace>
  <inkml:trace contextRef="#ctx0" brushRef="#br0" timeOffset="117198.76">3716 16068 0,'-13'0'16,"26"0"-1,120-13 1,-80 0 0,185-40-1,-212 40 1</inkml:trace>
  <inkml:trace contextRef="#ctx0" brushRef="#br0" timeOffset="117336.59">4034 15976 0,'0'0'16,"-159"53"-1,133-27-15,-1 133 32,40-106-17,27 132 1,-27-146-1</inkml:trace>
  <inkml:trace contextRef="#ctx0" brushRef="#br0" timeOffset="117726.7">4206 16280 0,'0'0'0,"13"-27"15,-26 27 17,39 0-1,-13 0-31,1 0 16,39-26-1,-14 13 1,-12-53-1,-27 39 1,-53-26 0,-53 80 15,53 65-15,53 93 15,13-158-16,53-14-15</inkml:trace>
  <inkml:trace contextRef="#ctx0" brushRef="#br0" timeOffset="117989.61">4695 16042 0,'0'-27'15,"0"-26"1,-13 40-16,-14 13 15,1 53 17,66 79-1,65-13 0,-78-105-31,-54 25 31,1-26-31,-40-13 16,-13-13-16</inkml:trace>
  <inkml:trace contextRef="#ctx0" brushRef="#br0" timeOffset="118217.88">4801 15857 0,'132'-14'31,"-264"28"-31,304 39 31,-172-27-31,0 106 32,13 119-1,0-184-16</inkml:trace>
  <inkml:trace contextRef="#ctx0" brushRef="#br0" timeOffset="118360.57">4960 16108 0,'0'0'0,"0"-40"15,79 1 16,66 12-15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1T06:04:36.903"/>
    </inkml:context>
    <inkml:brush xml:id="br0">
      <inkml:brushProperty name="width" value="0.1" units="cm"/>
      <inkml:brushProperty name="height" value="0.1" units="cm"/>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9T06:54:39.619"/>
    </inkml:context>
    <inkml:brush xml:id="br0">
      <inkml:brushProperty name="width" value="0.05" units="cm"/>
      <inkml:brushProperty name="height" value="0.05" units="cm"/>
    </inkml:brush>
  </inkml:definitions>
  <inkml:trace contextRef="#ctx0" brushRef="#br0">206 874 24575,'160'-8'0,"-13"-1"0,1169 8 0,-639 3 0,1914-2 0,-2555-2 0,0-2 0,36-7 0,5-2 0,31 1 0,122 2 0,-181 11 0,78-2 0,-124 1 0,0 0 0,0 0 0,0 0 0,0-1 0,0 0 0,0 1 0,-1-1 0,1 0 0,0 0 0,0 0 0,0-1 0,-1 1 0,1-1 0,-1 1 0,1-1 0,-1 0 0,0 0 0,1 0 0,-1 0 0,3-4 0,-3 1 0,0 0 0,0 0 0,0 1 0,0-1 0,-1 0 0,0-1 0,0 1 0,0 0 0,0 0 0,-1 0 0,0-6 0,-1-40 0,-1 1 0,-3-1 0,-2 1 0,-22-80 0,-64-170 0,92 295 0,-1-1 0,0 0 0,0 1 0,0-1 0,-1 1 0,0 0 0,0 0 0,-4-6 0,5 9 0,-1 0 0,0-1 0,1 1 0,-1 0 0,0 1 0,0-1 0,0 0 0,0 1 0,0 0 0,0-1 0,0 1 0,-1 1 0,1-1 0,0 0 0,-7 0 0,-194-1 0,121 4 0,-2515 3 0,1483-7 0,-315 2 0,1422 0 0,-1 1 0,1 0 0,-1 0 0,1 0 0,0 1 0,0 0 0,0 1 0,0 0 0,0 0 0,0 1 0,1 0 0,-1 0 0,1 0 0,0 1 0,1 1 0,-1-1 0,1 1 0,0 0 0,0 0 0,1 1 0,0-1 0,0 1 0,0 0 0,1 1 0,0-1 0,1 1 0,0 0 0,0 0 0,0 0 0,-1 9 0,-3 26 0,-3 75 0,8-81 0,-1 0 0,-1 0 0,-14 49 0,13-67 86,0-1-1,1 1 0,-3 27 1,6-41-176,1 0 0,0 0 0,0 0 0,1 0 0,0 0 1,-1-1-1,1 1 0,1 0 0,-1 0 0,1-1 1,0 1-1,0-1 0,0 0 0,0 1 0,1-1 0,0 0 1,0 0-1,6 6 0,4 1-6736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8" name="Google Shape;1518;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29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7" name="Google Shape;1527;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7950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4"/>
        <p:cNvGrpSpPr/>
        <p:nvPr/>
      </p:nvGrpSpPr>
      <p:grpSpPr>
        <a:xfrm>
          <a:off x="0" y="0"/>
          <a:ext cx="0" cy="0"/>
          <a:chOff x="0" y="0"/>
          <a:chExt cx="0" cy="0"/>
        </a:xfrm>
      </p:grpSpPr>
      <p:sp>
        <p:nvSpPr>
          <p:cNvPr id="1535" name="Google Shape;1535;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6" name="Google Shape;1536;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7758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9" name="Google Shape;1509;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55803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85593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6" name="Google Shape;165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167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7"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2/19/2026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6" r:id="rId2"/>
    <p:sldLayoutId id="2147483737" r:id="rId3"/>
    <p:sldLayoutId id="2147483738" r:id="rId4"/>
    <p:sldLayoutId id="2147483739" r:id="rId5"/>
    <p:sldLayoutId id="214748374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8.xml"/><Relationship Id="rId5" Type="http://schemas.openxmlformats.org/officeDocument/2006/relationships/image" Target="../media/image7.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8.xml"/><Relationship Id="rId6" Type="http://schemas.openxmlformats.org/officeDocument/2006/relationships/customXml" Target="../ink/ink4.xm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customXml" Target="../ink/ink6.xml"/><Relationship Id="rId4" Type="http://schemas.openxmlformats.org/officeDocument/2006/relationships/customXml" Target="../ink/ink3.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8.xml"/><Relationship Id="rId5" Type="http://schemas.openxmlformats.org/officeDocument/2006/relationships/image" Target="../media/image12.png"/><Relationship Id="rId4" Type="http://schemas.openxmlformats.org/officeDocument/2006/relationships/customXml" Target="../ink/ink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8.xml"/><Relationship Id="rId6" Type="http://schemas.openxmlformats.org/officeDocument/2006/relationships/customXml" Target="../ink/ink9.xml"/><Relationship Id="rId5" Type="http://schemas.openxmlformats.org/officeDocument/2006/relationships/image" Target="../media/image5454.png"/><Relationship Id="rId4" Type="http://schemas.openxmlformats.org/officeDocument/2006/relationships/customXml" Target="../ink/ink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3.png"/><Relationship Id="rId1" Type="http://schemas.openxmlformats.org/officeDocument/2006/relationships/slideLayout" Target="../slideLayouts/slideLayout38.xml"/><Relationship Id="rId6" Type="http://schemas.openxmlformats.org/officeDocument/2006/relationships/image" Target="../media/image15.png"/><Relationship Id="rId5" Type="http://schemas.openxmlformats.org/officeDocument/2006/relationships/customXml" Target="../ink/ink11.xml"/><Relationship Id="rId4" Type="http://schemas.openxmlformats.org/officeDocument/2006/relationships/image" Target="../media/image227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3.png"/><Relationship Id="rId1" Type="http://schemas.openxmlformats.org/officeDocument/2006/relationships/slideLayout" Target="../slideLayouts/slideLayout38.xml"/><Relationship Id="rId4" Type="http://schemas.openxmlformats.org/officeDocument/2006/relationships/image" Target="../media/image2270.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38.xml"/><Relationship Id="rId5" Type="http://schemas.openxmlformats.org/officeDocument/2006/relationships/image" Target="../media/image243.png"/><Relationship Id="rId4" Type="http://schemas.openxmlformats.org/officeDocument/2006/relationships/customXml" Target="../ink/ink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tiff"/><Relationship Id="rId2" Type="http://schemas.openxmlformats.org/officeDocument/2006/relationships/notesSlide" Target="../notesSlides/notesSlide11.xml"/><Relationship Id="rId1" Type="http://schemas.openxmlformats.org/officeDocument/2006/relationships/slideLayout" Target="../slideLayouts/slideLayout37.xml"/><Relationship Id="rId6" Type="http://schemas.openxmlformats.org/officeDocument/2006/relationships/image" Target="../media/image20.tiff"/><Relationship Id="rId5" Type="http://schemas.openxmlformats.org/officeDocument/2006/relationships/image" Target="../media/image19.tiff"/><Relationship Id="rId4" Type="http://schemas.openxmlformats.org/officeDocument/2006/relationships/image" Target="../media/image18.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DAY-23</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Fix the Composition issue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Behavior Definition with CURD</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EML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Class Pool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Processor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update, delete, copy travel</a:t>
            </a:r>
            <a:endParaRPr dirty="0"/>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17" name="Google Shape;1332;p59" descr="A green circle with a white tick in it&#10;&#10;Description automatically generated">
            <a:extLst>
              <a:ext uri="{FF2B5EF4-FFF2-40B4-BE49-F238E27FC236}">
                <a16:creationId xmlns:a16="http://schemas.microsoft.com/office/drawing/2014/main" id="{9456DD62-E612-424E-A9E7-4EDE8D9FC8EA}"/>
              </a:ext>
            </a:extLst>
          </p:cNvPr>
          <p:cNvPicPr preferRelativeResize="0"/>
          <p:nvPr/>
        </p:nvPicPr>
        <p:blipFill rotWithShape="1">
          <a:blip r:embed="rId3">
            <a:alphaModFix/>
          </a:blip>
          <a:srcRect/>
          <a:stretch/>
        </p:blipFill>
        <p:spPr>
          <a:xfrm>
            <a:off x="4167932" y="3297563"/>
            <a:ext cx="457206" cy="457206"/>
          </a:xfrm>
          <a:prstGeom prst="rect">
            <a:avLst/>
          </a:prstGeom>
          <a:noFill/>
          <a:ln>
            <a:noFill/>
          </a:ln>
        </p:spPr>
      </p:pic>
      <p:pic>
        <p:nvPicPr>
          <p:cNvPr id="18" name="Google Shape;1332;p59" descr="A green circle with a white tick in it&#10;&#10;Description automatically generated">
            <a:extLst>
              <a:ext uri="{FF2B5EF4-FFF2-40B4-BE49-F238E27FC236}">
                <a16:creationId xmlns:a16="http://schemas.microsoft.com/office/drawing/2014/main" id="{0E781AA4-F586-5949-45AC-04FBD96A68CE}"/>
              </a:ext>
            </a:extLst>
          </p:cNvPr>
          <p:cNvPicPr preferRelativeResize="0"/>
          <p:nvPr/>
        </p:nvPicPr>
        <p:blipFill rotWithShape="1">
          <a:blip r:embed="rId3">
            <a:alphaModFix/>
          </a:blip>
          <a:srcRect/>
          <a:stretch/>
        </p:blipFill>
        <p:spPr>
          <a:xfrm>
            <a:off x="185083" y="3394090"/>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1" name="Google Shape;1521;p74"/>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EML is part of ABAP language that access to RAP BO. Because the consumption of business object via odata protocol requires a Fiori UI or Web API, the EML enables a type-safe access to business object directly. EML interacts with the business object entities (single entity – travel) to perform all the entity operations.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EML can be used to provide behaviour for business object. For example, we can implement an action that first triggers a create and then a update using the EML. It is one of the best way to consume our RAP framework and Business object using plain ABAP code w/o creating any special API or service.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cases: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Consumption of RAP functionality in Plain ABAP</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Testing purpose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Build special business logic</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Generate test data</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For integration with classic code</a:t>
            </a:r>
            <a:endParaRPr sz="1800">
              <a:solidFill>
                <a:schemeClr val="dk1"/>
              </a:solidFill>
              <a:latin typeface="Calibri"/>
              <a:ea typeface="Calibri"/>
              <a:cs typeface="Calibri"/>
              <a:sym typeface="Calibri"/>
            </a:endParaRPr>
          </a:p>
        </p:txBody>
      </p:sp>
      <p:sp>
        <p:nvSpPr>
          <p:cNvPr id="1522" name="Google Shape;1522;p7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EML – Entity Manipulation Language</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493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31" name="Google Shape;1531;p7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Syntax for EML</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487" name="Google Shape;1530;p75"/>
          <p:cNvSpPr txBox="1"/>
          <p:nvPr/>
        </p:nvSpPr>
        <p:spPr>
          <a:xfrm>
            <a:off x="224979" y="788088"/>
            <a:ext cx="11806237"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Read operation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Read from Root entity and by the key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Read the root entity with its composition child (travel and booking together)</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 read operation always either returns a RESULT 🡺 capture in a internal table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OR returns an error table called as FAILED 🡺 capture in a internal table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AND returns an table of messages as REPORTED 🡺 capture in a internal table (other messages)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If we use second option we can specify the associated entity using \_</a:t>
            </a:r>
            <a:r>
              <a:rPr lang="en-US" sz="1800" dirty="0" err="1">
                <a:solidFill>
                  <a:schemeClr val="dk1"/>
                </a:solidFill>
                <a:latin typeface="Calibri"/>
                <a:ea typeface="Calibri"/>
                <a:cs typeface="Calibri"/>
                <a:sym typeface="Calibri"/>
              </a:rPr>
              <a:t>AssociationName</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READ ENTITIES OF </a:t>
            </a:r>
            <a:r>
              <a:rPr lang="en-US" sz="1800" b="1" dirty="0" err="1">
                <a:solidFill>
                  <a:schemeClr val="dk1"/>
                </a:solidFill>
                <a:latin typeface="Calibri"/>
                <a:ea typeface="Calibri"/>
                <a:cs typeface="Calibri"/>
                <a:sym typeface="Calibri"/>
              </a:rPr>
              <a:t>RootEntityName</a:t>
            </a: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ENTITY </a:t>
            </a:r>
            <a:r>
              <a:rPr lang="en-US" sz="1800" b="1" dirty="0" err="1">
                <a:solidFill>
                  <a:schemeClr val="dk1"/>
                </a:solidFill>
                <a:latin typeface="Calibri"/>
                <a:ea typeface="Calibri"/>
                <a:cs typeface="Calibri"/>
                <a:sym typeface="Calibri"/>
              </a:rPr>
              <a:t>EntityAlias</a:t>
            </a:r>
            <a:r>
              <a:rPr lang="en-US" sz="1800" b="1" dirty="0">
                <a:solidFill>
                  <a:schemeClr val="dk1"/>
                </a:solidFill>
                <a:latin typeface="Calibri"/>
                <a:ea typeface="Calibri"/>
                <a:cs typeface="Calibri"/>
                <a:sym typeface="Calibri"/>
              </a:rPr>
              <a:t> </a:t>
            </a:r>
            <a:r>
              <a:rPr lang="en-US" sz="1800" dirty="0">
                <a:solidFill>
                  <a:schemeClr val="dk1"/>
                </a:solidFill>
                <a:latin typeface="Calibri"/>
                <a:ea typeface="Calibri"/>
                <a:cs typeface="Calibri"/>
                <a:sym typeface="Calibri"/>
              </a:rPr>
              <a:t>FROM keys ---(primary key value)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RESULT </a:t>
            </a:r>
            <a:r>
              <a:rPr lang="en-US" sz="1800" dirty="0" err="1">
                <a:solidFill>
                  <a:schemeClr val="dk1"/>
                </a:solidFill>
                <a:latin typeface="Calibri"/>
                <a:ea typeface="Calibri"/>
                <a:cs typeface="Calibri"/>
                <a:sym typeface="Calibri"/>
              </a:rPr>
              <a:t>lt_result</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BY </a:t>
            </a:r>
            <a:r>
              <a:rPr lang="en-US" sz="1800" b="1" dirty="0">
                <a:solidFill>
                  <a:schemeClr val="dk1"/>
                </a:solidFill>
                <a:latin typeface="Calibri"/>
                <a:ea typeface="Calibri"/>
                <a:cs typeface="Calibri"/>
                <a:sym typeface="Calibri"/>
              </a:rPr>
              <a:t>\_Composition </a:t>
            </a:r>
            <a:r>
              <a:rPr lang="en-US" sz="1800" dirty="0">
                <a:solidFill>
                  <a:schemeClr val="dk1"/>
                </a:solidFill>
                <a:latin typeface="Calibri"/>
                <a:ea typeface="Calibri"/>
                <a:cs typeface="Calibri"/>
                <a:sym typeface="Calibri"/>
              </a:rPr>
              <a:t>FROM </a:t>
            </a:r>
            <a:r>
              <a:rPr lang="en-US" sz="1800" dirty="0" err="1">
                <a:solidFill>
                  <a:schemeClr val="dk1"/>
                </a:solidFill>
                <a:latin typeface="Calibri"/>
                <a:ea typeface="Calibri"/>
                <a:cs typeface="Calibri"/>
                <a:sym typeface="Calibri"/>
              </a:rPr>
              <a:t>child_keys</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RESULT </a:t>
            </a:r>
            <a:r>
              <a:rPr lang="en-US" sz="1800" dirty="0" err="1">
                <a:solidFill>
                  <a:schemeClr val="dk1"/>
                </a:solidFill>
                <a:latin typeface="Calibri"/>
                <a:ea typeface="Calibri"/>
                <a:cs typeface="Calibri"/>
                <a:sym typeface="Calibri"/>
              </a:rPr>
              <a:t>lt_result_child</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FAILED </a:t>
            </a:r>
            <a:r>
              <a:rPr lang="en-US" sz="1800" dirty="0" err="1">
                <a:solidFill>
                  <a:schemeClr val="dk1"/>
                </a:solidFill>
                <a:latin typeface="Calibri"/>
                <a:ea typeface="Calibri"/>
                <a:cs typeface="Calibri"/>
                <a:sym typeface="Calibri"/>
              </a:rPr>
              <a:t>lt_failed</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REPORTED </a:t>
            </a:r>
            <a:r>
              <a:rPr lang="en-US" sz="1800" dirty="0" err="1">
                <a:solidFill>
                  <a:schemeClr val="dk1"/>
                </a:solidFill>
                <a:latin typeface="Calibri"/>
                <a:ea typeface="Calibri"/>
                <a:cs typeface="Calibri"/>
                <a:sym typeface="Calibri"/>
              </a:rPr>
              <a:t>lt_reported</a:t>
            </a:r>
            <a:r>
              <a:rPr lang="en-US"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mc:AlternateContent xmlns:mc="http://schemas.openxmlformats.org/markup-compatibility/2006">
        <mc:Choice xmlns:p14="http://schemas.microsoft.com/office/powerpoint/2010/main" Requires="p14">
          <p:contentPart p14:bwMode="auto" r:id="rId4">
            <p14:nvContentPartPr>
              <p14:cNvPr id="1488" name="Ink 1487">
                <a:extLst>
                  <a:ext uri="{FF2B5EF4-FFF2-40B4-BE49-F238E27FC236}">
                    <a16:creationId xmlns:a16="http://schemas.microsoft.com/office/drawing/2014/main" id="{446DE1A4-C8FA-D025-9600-F970C508AE1B}"/>
                  </a:ext>
                </a:extLst>
              </p14:cNvPr>
              <p14:cNvContentPartPr/>
              <p14:nvPr/>
            </p14:nvContentPartPr>
            <p14:xfrm>
              <a:off x="1847520" y="3299400"/>
              <a:ext cx="9079920" cy="3114000"/>
            </p14:xfrm>
          </p:contentPart>
        </mc:Choice>
        <mc:Fallback>
          <p:pic>
            <p:nvPicPr>
              <p:cNvPr id="1488" name="Ink 1487">
                <a:extLst>
                  <a:ext uri="{FF2B5EF4-FFF2-40B4-BE49-F238E27FC236}">
                    <a16:creationId xmlns:a16="http://schemas.microsoft.com/office/drawing/2014/main" id="{446DE1A4-C8FA-D025-9600-F970C508AE1B}"/>
                  </a:ext>
                </a:extLst>
              </p:cNvPr>
              <p:cNvPicPr/>
              <p:nvPr/>
            </p:nvPicPr>
            <p:blipFill>
              <a:blip r:embed="rId5"/>
              <a:stretch>
                <a:fillRect/>
              </a:stretch>
            </p:blipFill>
            <p:spPr>
              <a:xfrm>
                <a:off x="1838160" y="3290040"/>
                <a:ext cx="9098640" cy="3132720"/>
              </a:xfrm>
              <a:prstGeom prst="rect">
                <a:avLst/>
              </a:prstGeom>
            </p:spPr>
          </p:pic>
        </mc:Fallback>
      </mc:AlternateContent>
    </p:spTree>
    <p:extLst>
      <p:ext uri="{BB962C8B-B14F-4D97-AF65-F5344CB8AC3E}">
        <p14:creationId xmlns:p14="http://schemas.microsoft.com/office/powerpoint/2010/main" val="157581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7"/>
        <p:cNvGrpSpPr/>
        <p:nvPr/>
      </p:nvGrpSpPr>
      <p:grpSpPr>
        <a:xfrm>
          <a:off x="0" y="0"/>
          <a:ext cx="0" cy="0"/>
          <a:chOff x="0" y="0"/>
          <a:chExt cx="0" cy="0"/>
        </a:xfrm>
      </p:grpSpPr>
      <p:sp>
        <p:nvSpPr>
          <p:cNvPr id="1539" name="Google Shape;1539;p76"/>
          <p:cNvSpPr txBox="1"/>
          <p:nvPr/>
        </p:nvSpPr>
        <p:spPr>
          <a:xfrm>
            <a:off x="224979" y="836712"/>
            <a:ext cx="11806237" cy="44012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MODIFY ENTITY OF </a:t>
            </a:r>
            <a:r>
              <a:rPr lang="en-US" sz="2800" b="1">
                <a:solidFill>
                  <a:schemeClr val="dk1"/>
                </a:solidFill>
                <a:latin typeface="Calibri"/>
                <a:ea typeface="Calibri"/>
                <a:cs typeface="Calibri"/>
                <a:sym typeface="Calibri"/>
              </a:rPr>
              <a:t>EntityName</a:t>
            </a:r>
            <a:r>
              <a:rPr lang="en-US" sz="2800">
                <a:solidFill>
                  <a:schemeClr val="dk1"/>
                </a:solidFill>
                <a:latin typeface="Calibri"/>
                <a:ea typeface="Calibri"/>
                <a:cs typeface="Calibri"/>
                <a:sym typeface="Calibri"/>
              </a:rPr>
              <a:t> AS alias_name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ENTITY </a:t>
            </a:r>
            <a:r>
              <a:rPr lang="en-US" sz="2800" b="1">
                <a:solidFill>
                  <a:schemeClr val="dk1"/>
                </a:solidFill>
                <a:latin typeface="Calibri"/>
                <a:ea typeface="Calibri"/>
                <a:cs typeface="Calibri"/>
                <a:sym typeface="Calibri"/>
              </a:rPr>
              <a:t>EntityName</a:t>
            </a:r>
            <a:endParaRPr sz="2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CREATE FROM lt_create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UPDATE FROM lt_update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DELETE FROM lt_delete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CREATE BY </a:t>
            </a:r>
            <a:r>
              <a:rPr lang="en-US" sz="2800" b="1">
                <a:solidFill>
                  <a:schemeClr val="dk1"/>
                </a:solidFill>
                <a:latin typeface="Calibri"/>
                <a:ea typeface="Calibri"/>
                <a:cs typeface="Calibri"/>
                <a:sym typeface="Calibri"/>
              </a:rPr>
              <a:t>\_AssociationName</a:t>
            </a:r>
            <a:r>
              <a:rPr lang="en-US" sz="2800">
                <a:solidFill>
                  <a:schemeClr val="dk1"/>
                </a:solidFill>
                <a:latin typeface="Calibri"/>
                <a:ea typeface="Calibri"/>
                <a:cs typeface="Calibri"/>
                <a:sym typeface="Calibri"/>
              </a:rPr>
              <a:t> FROM lt_instance_cba</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RESULT lt_result</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FAILED lt_failed</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REPORTED lt_messages</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MAPPED lt_mapped. </a:t>
            </a:r>
            <a:endParaRPr/>
          </a:p>
        </p:txBody>
      </p:sp>
      <p:sp>
        <p:nvSpPr>
          <p:cNvPr id="1540" name="Google Shape;1540;p7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Update and Delete operations</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79728A5-7E81-629E-961B-772F95B6886B}"/>
                  </a:ext>
                </a:extLst>
              </p14:cNvPr>
              <p14:cNvContentPartPr/>
              <p14:nvPr/>
            </p14:nvContentPartPr>
            <p14:xfrm>
              <a:off x="3352784" y="6181842"/>
              <a:ext cx="360" cy="360"/>
            </p14:xfrm>
          </p:contentPart>
        </mc:Choice>
        <mc:Fallback>
          <p:pic>
            <p:nvPicPr>
              <p:cNvPr id="2" name="Ink 1">
                <a:extLst>
                  <a:ext uri="{FF2B5EF4-FFF2-40B4-BE49-F238E27FC236}">
                    <a16:creationId xmlns:a16="http://schemas.microsoft.com/office/drawing/2014/main" id="{D79728A5-7E81-629E-961B-772F95B6886B}"/>
                  </a:ext>
                </a:extLst>
              </p:cNvPr>
              <p:cNvPicPr/>
              <p:nvPr/>
            </p:nvPicPr>
            <p:blipFill>
              <a:blip r:embed="rId5"/>
              <a:stretch>
                <a:fillRect/>
              </a:stretch>
            </p:blipFill>
            <p:spPr>
              <a:xfrm>
                <a:off x="3343784" y="6173202"/>
                <a:ext cx="18000" cy="18000"/>
              </a:xfrm>
              <a:prstGeom prst="rect">
                <a:avLst/>
              </a:prstGeom>
            </p:spPr>
          </p:pic>
        </mc:Fallback>
      </mc:AlternateContent>
      <p:grpSp>
        <p:nvGrpSpPr>
          <p:cNvPr id="5" name="Group 4">
            <a:extLst>
              <a:ext uri="{FF2B5EF4-FFF2-40B4-BE49-F238E27FC236}">
                <a16:creationId xmlns:a16="http://schemas.microsoft.com/office/drawing/2014/main" id="{DFA5D5B7-D507-477F-B401-FC04FAD26453}"/>
              </a:ext>
            </a:extLst>
          </p:cNvPr>
          <p:cNvGrpSpPr/>
          <p:nvPr/>
        </p:nvGrpSpPr>
        <p:grpSpPr>
          <a:xfrm>
            <a:off x="2107184" y="1297362"/>
            <a:ext cx="2598120" cy="8280"/>
            <a:chOff x="2107184" y="1297362"/>
            <a:chExt cx="2598120" cy="8280"/>
          </a:xfrm>
        </p:grpSpPr>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DBD0C3E9-D004-D0E7-A1E8-8AED260BB80C}"/>
                    </a:ext>
                  </a:extLst>
                </p14:cNvPr>
                <p14:cNvContentPartPr/>
                <p14:nvPr/>
              </p14:nvContentPartPr>
              <p14:xfrm>
                <a:off x="2107184" y="1305282"/>
                <a:ext cx="746640" cy="360"/>
              </p14:xfrm>
            </p:contentPart>
          </mc:Choice>
          <mc:Fallback>
            <p:pic>
              <p:nvPicPr>
                <p:cNvPr id="3" name="Ink 2">
                  <a:extLst>
                    <a:ext uri="{FF2B5EF4-FFF2-40B4-BE49-F238E27FC236}">
                      <a16:creationId xmlns:a16="http://schemas.microsoft.com/office/drawing/2014/main" id="{DBD0C3E9-D004-D0E7-A1E8-8AED260BB80C}"/>
                    </a:ext>
                  </a:extLst>
                </p:cNvPr>
                <p:cNvPicPr/>
                <p:nvPr/>
              </p:nvPicPr>
              <p:blipFill>
                <a:blip r:embed="rId7"/>
                <a:stretch>
                  <a:fillRect/>
                </a:stretch>
              </p:blipFill>
              <p:spPr>
                <a:xfrm>
                  <a:off x="2098184" y="1296282"/>
                  <a:ext cx="7642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F071CF6D-4278-CB40-8B47-DFEB74987993}"/>
                    </a:ext>
                  </a:extLst>
                </p14:cNvPr>
                <p14:cNvContentPartPr/>
                <p14:nvPr/>
              </p14:nvContentPartPr>
              <p14:xfrm>
                <a:off x="3617744" y="1297362"/>
                <a:ext cx="1087560" cy="8280"/>
              </p14:xfrm>
            </p:contentPart>
          </mc:Choice>
          <mc:Fallback>
            <p:pic>
              <p:nvPicPr>
                <p:cNvPr id="4" name="Ink 3">
                  <a:extLst>
                    <a:ext uri="{FF2B5EF4-FFF2-40B4-BE49-F238E27FC236}">
                      <a16:creationId xmlns:a16="http://schemas.microsoft.com/office/drawing/2014/main" id="{F071CF6D-4278-CB40-8B47-DFEB74987993}"/>
                    </a:ext>
                  </a:extLst>
                </p:cNvPr>
                <p:cNvPicPr/>
                <p:nvPr/>
              </p:nvPicPr>
              <p:blipFill>
                <a:blip r:embed="rId9"/>
                <a:stretch>
                  <a:fillRect/>
                </a:stretch>
              </p:blipFill>
              <p:spPr>
                <a:xfrm>
                  <a:off x="3608744" y="1288722"/>
                  <a:ext cx="1105200" cy="25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3CD6787D-89C2-7FAD-4FA4-F8483F83BD5B}"/>
                  </a:ext>
                </a:extLst>
              </p14:cNvPr>
              <p14:cNvContentPartPr/>
              <p14:nvPr/>
            </p14:nvContentPartPr>
            <p14:xfrm>
              <a:off x="1456920" y="1661760"/>
              <a:ext cx="6237720" cy="4208760"/>
            </p14:xfrm>
          </p:contentPart>
        </mc:Choice>
        <mc:Fallback>
          <p:pic>
            <p:nvPicPr>
              <p:cNvPr id="6" name="Ink 5">
                <a:extLst>
                  <a:ext uri="{FF2B5EF4-FFF2-40B4-BE49-F238E27FC236}">
                    <a16:creationId xmlns:a16="http://schemas.microsoft.com/office/drawing/2014/main" id="{3CD6787D-89C2-7FAD-4FA4-F8483F83BD5B}"/>
                  </a:ext>
                </a:extLst>
              </p:cNvPr>
              <p:cNvPicPr/>
              <p:nvPr/>
            </p:nvPicPr>
            <p:blipFill>
              <a:blip r:embed="rId11"/>
              <a:stretch>
                <a:fillRect/>
              </a:stretch>
            </p:blipFill>
            <p:spPr>
              <a:xfrm>
                <a:off x="1447560" y="1652400"/>
                <a:ext cx="6256440" cy="4227480"/>
              </a:xfrm>
              <a:prstGeom prst="rect">
                <a:avLst/>
              </a:prstGeom>
            </p:spPr>
          </p:pic>
        </mc:Fallback>
      </mc:AlternateContent>
    </p:spTree>
    <p:extLst>
      <p:ext uri="{BB962C8B-B14F-4D97-AF65-F5344CB8AC3E}">
        <p14:creationId xmlns:p14="http://schemas.microsoft.com/office/powerpoint/2010/main" val="988514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sp>
        <p:nvSpPr>
          <p:cNvPr id="1512" name="Google Shape;1512;p73"/>
          <p:cNvSpPr txBox="1"/>
          <p:nvPr/>
        </p:nvSpPr>
        <p:spPr>
          <a:xfrm>
            <a:off x="224979" y="788088"/>
            <a:ext cx="11806237"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will contain multiple framework generated values when data comes to us in our ABAP code or when we process the BO instance. All the framework generated parameters starts with %</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%CID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During create mode the primary key of BO instance is not generated, until the save sequence is execute (like late numbering) like in our case the travel id is created after all the validations are passed. We have %CID also known as content id and is used in the OData request to bind the result operation to a name so that it can be referenced in another operation later. I sent a call from my laptop, one of the browser session, so if there is a issue, I only should get the error on my screen.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It is like a temporary primary key which is given by the RAP framework kept in the transaction buffer to track the user session or our BO instance. Later on once the actual key is generated, the %CID will act like a foreign key to associate with session and will sent back to RAP by us to inform RAP that which session does this operation belongs to.</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a:t>
            </a:r>
            <a:r>
              <a:rPr lang="en-US" sz="1800" b="1" dirty="0" err="1">
                <a:solidFill>
                  <a:schemeClr val="dk1"/>
                </a:solidFill>
                <a:latin typeface="Calibri"/>
                <a:ea typeface="Calibri"/>
                <a:cs typeface="Calibri"/>
                <a:sym typeface="Calibri"/>
              </a:rPr>
              <a:t>tkey</a:t>
            </a: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When we apply operations on our table like a action. We also receive a table key in our code, and based on that we will reply the RAP that a particular operation on the table was completed. If something goes wrong we will also inform the error to the RAP framework using this table key.</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%key</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a single operation like Edit, Delete inside the object page, we will also receive the key of the object which we are editing or deleting.</a:t>
            </a:r>
            <a:endParaRPr sz="1800" dirty="0">
              <a:solidFill>
                <a:schemeClr val="dk1"/>
              </a:solidFill>
              <a:latin typeface="Calibri"/>
              <a:ea typeface="Calibri"/>
              <a:cs typeface="Calibri"/>
              <a:sym typeface="Calibri"/>
            </a:endParaRPr>
          </a:p>
        </p:txBody>
      </p:sp>
      <p:sp>
        <p:nvSpPr>
          <p:cNvPr id="1513" name="Google Shape;1513;p7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b="1" dirty="0">
                <a:solidFill>
                  <a:srgbClr val="FFC000"/>
                </a:solidFill>
                <a:latin typeface="Cooper Black" panose="0208090404030B020404" pitchFamily="18" charset="0"/>
                <a:ea typeface="Corben"/>
                <a:cs typeface="Corben"/>
                <a:sym typeface="Corben"/>
              </a:rPr>
              <a:t>Framework Generated IDs</a:t>
            </a:r>
            <a:endParaRPr sz="3599" b="1"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2118B2C-193A-5635-DE45-AF96FBF1DB98}"/>
                  </a:ext>
                </a:extLst>
              </p14:cNvPr>
              <p14:cNvContentPartPr/>
              <p14:nvPr/>
            </p14:nvContentPartPr>
            <p14:xfrm>
              <a:off x="318960" y="1047600"/>
              <a:ext cx="11165400" cy="5337360"/>
            </p14:xfrm>
          </p:contentPart>
        </mc:Choice>
        <mc:Fallback>
          <p:pic>
            <p:nvPicPr>
              <p:cNvPr id="2" name="Ink 1">
                <a:extLst>
                  <a:ext uri="{FF2B5EF4-FFF2-40B4-BE49-F238E27FC236}">
                    <a16:creationId xmlns:a16="http://schemas.microsoft.com/office/drawing/2014/main" id="{B2118B2C-193A-5635-DE45-AF96FBF1DB98}"/>
                  </a:ext>
                </a:extLst>
              </p:cNvPr>
              <p:cNvPicPr/>
              <p:nvPr/>
            </p:nvPicPr>
            <p:blipFill>
              <a:blip r:embed="rId5"/>
              <a:stretch>
                <a:fillRect/>
              </a:stretch>
            </p:blipFill>
            <p:spPr>
              <a:xfrm>
                <a:off x="309600" y="1038240"/>
                <a:ext cx="11184120" cy="53560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9</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247317"/>
          </a:xfrm>
          <a:prstGeom prst="rect">
            <a:avLst/>
          </a:prstGeom>
          <a:noFill/>
        </p:spPr>
        <p:txBody>
          <a:bodyPr wrap="square" rtlCol="0">
            <a:spAutoFit/>
          </a:bodyPr>
          <a:lstStyle/>
          <a:p>
            <a:r>
              <a:rPr lang="en-IN" sz="1800" dirty="0"/>
              <a:t>Local types for global classes are the bunch of data types and classes with a single global class. It can be defined to ensure better structure of implementation of global class.</a:t>
            </a:r>
          </a:p>
          <a:p>
            <a:endParaRPr lang="en-IN" sz="1800" dirty="0"/>
          </a:p>
          <a:p>
            <a:r>
              <a:rPr lang="en-IN" sz="1800" dirty="0"/>
              <a:t>Imagine we are developing an application which requires </a:t>
            </a:r>
            <a:r>
              <a:rPr lang="en-IN" sz="1800" b="1" u="sng" dirty="0"/>
              <a:t>so many classes</a:t>
            </a:r>
            <a:r>
              <a:rPr lang="en-IN" sz="1800" dirty="0"/>
              <a:t>, each class will have a </a:t>
            </a:r>
            <a:r>
              <a:rPr lang="en-IN" sz="1800" b="1" u="sng" dirty="0"/>
              <a:t>few methods </a:t>
            </a:r>
            <a:r>
              <a:rPr lang="en-IN" sz="1800" dirty="0"/>
              <a:t>only.</a:t>
            </a:r>
          </a:p>
          <a:p>
            <a:pPr marL="342900" indent="-342900">
              <a:buAutoNum type="arabicPeriod"/>
            </a:pPr>
            <a:r>
              <a:rPr lang="en-IN" sz="1800" dirty="0"/>
              <a:t>More number of classes in our application will cause excessive modularization and confusion among our developers.</a:t>
            </a:r>
          </a:p>
          <a:p>
            <a:pPr marL="342900" indent="-342900">
              <a:buAutoNum type="arabicPeriod"/>
            </a:pPr>
            <a:r>
              <a:rPr lang="en-IN" sz="1800" dirty="0"/>
              <a:t>More number of global classes, will increase the chance of code being exposed to other programs which we want to keep as private.</a:t>
            </a:r>
          </a:p>
          <a:p>
            <a:pPr marL="342900" indent="-342900">
              <a:buAutoNum type="arabicPeriod"/>
            </a:pPr>
            <a:r>
              <a:rPr lang="en-IN" sz="1800" dirty="0"/>
              <a:t>We need a mechanism which is a good trade-off between modularization, reuse and maintenance w/o exposing too much functionality to the caller of our application code. We should never have too many objects, especially when each class have just a few methods.</a:t>
            </a:r>
          </a:p>
          <a:p>
            <a:pPr marL="342900" indent="-342900">
              <a:buAutoNum type="arabicPeriod"/>
            </a:pPr>
            <a:r>
              <a:rPr lang="en-IN" sz="1800" dirty="0"/>
              <a:t>At times, we need to add only a few functions inside a class but likewise we need so many </a:t>
            </a:r>
            <a:r>
              <a:rPr lang="en-IN" sz="1800" dirty="0" err="1"/>
              <a:t>many</a:t>
            </a:r>
            <a:r>
              <a:rPr lang="en-IN" sz="1800" dirty="0"/>
              <a:t> classes, managing these classes and their lifecycle including transport will be a big task inviting maintenance also for future and making over all design very complex.</a:t>
            </a: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Class Pool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16D8CB3F-55FF-B1A6-7CFB-380A183760D8}"/>
                  </a:ext>
                </a:extLst>
              </p14:cNvPr>
              <p14:cNvContentPartPr/>
              <p14:nvPr/>
            </p14:nvContentPartPr>
            <p14:xfrm>
              <a:off x="2815320" y="3944640"/>
              <a:ext cx="42120" cy="34200"/>
            </p14:xfrm>
          </p:contentPart>
        </mc:Choice>
        <mc:Fallback xmlns="">
          <p:pic>
            <p:nvPicPr>
              <p:cNvPr id="18" name="Ink 17">
                <a:extLst>
                  <a:ext uri="{FF2B5EF4-FFF2-40B4-BE49-F238E27FC236}">
                    <a16:creationId xmlns:a16="http://schemas.microsoft.com/office/drawing/2014/main" id="{16D8CB3F-55FF-B1A6-7CFB-380A183760D8}"/>
                  </a:ext>
                </a:extLst>
              </p:cNvPr>
              <p:cNvPicPr/>
              <p:nvPr/>
            </p:nvPicPr>
            <p:blipFill>
              <a:blip r:embed="rId5"/>
              <a:stretch>
                <a:fillRect/>
              </a:stretch>
            </p:blipFill>
            <p:spPr>
              <a:xfrm>
                <a:off x="2806320" y="3936000"/>
                <a:ext cx="597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94407D6-9A37-20B0-29E6-6FA443E66ED4}"/>
                  </a:ext>
                </a:extLst>
              </p14:cNvPr>
              <p14:cNvContentPartPr/>
              <p14:nvPr/>
            </p14:nvContentPartPr>
            <p14:xfrm>
              <a:off x="1875960" y="5122800"/>
              <a:ext cx="8042040" cy="1309680"/>
            </p14:xfrm>
          </p:contentPart>
        </mc:Choice>
        <mc:Fallback>
          <p:pic>
            <p:nvPicPr>
              <p:cNvPr id="6" name="Ink 5">
                <a:extLst>
                  <a:ext uri="{FF2B5EF4-FFF2-40B4-BE49-F238E27FC236}">
                    <a16:creationId xmlns:a16="http://schemas.microsoft.com/office/drawing/2014/main" id="{994407D6-9A37-20B0-29E6-6FA443E66ED4}"/>
                  </a:ext>
                </a:extLst>
              </p:cNvPr>
              <p:cNvPicPr/>
              <p:nvPr/>
            </p:nvPicPr>
            <p:blipFill>
              <a:blip r:embed="rId7"/>
              <a:stretch>
                <a:fillRect/>
              </a:stretch>
            </p:blipFill>
            <p:spPr>
              <a:xfrm>
                <a:off x="1866600" y="5113440"/>
                <a:ext cx="8060760" cy="1328400"/>
              </a:xfrm>
              <a:prstGeom prst="rect">
                <a:avLst/>
              </a:prstGeom>
            </p:spPr>
          </p:pic>
        </mc:Fallback>
      </mc:AlternateContent>
    </p:spTree>
    <p:extLst>
      <p:ext uri="{BB962C8B-B14F-4D97-AF65-F5344CB8AC3E}">
        <p14:creationId xmlns:p14="http://schemas.microsoft.com/office/powerpoint/2010/main" val="631823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10</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transaction behavior of a BO in the context of RAP is implemented in one or more than one global class.</a:t>
            </a:r>
          </a:p>
          <a:p>
            <a:pPr marL="285750" indent="-285750">
              <a:buFont typeface="Arial" panose="020B0604020202020204" pitchFamily="34" charset="0"/>
              <a:buChar char="•"/>
            </a:pPr>
            <a:r>
              <a:rPr lang="en-US" sz="1600" dirty="0"/>
              <a:t>These special classes are dedicated only to implementing the business object behavior and called as behavior pool.</a:t>
            </a:r>
          </a:p>
          <a:p>
            <a:pPr marL="285750" indent="-285750">
              <a:buFont typeface="Arial" panose="020B0604020202020204" pitchFamily="34" charset="0"/>
              <a:buChar char="•"/>
            </a:pPr>
            <a:r>
              <a:rPr lang="en-US" sz="1600" dirty="0"/>
              <a:t>You can assign any number of behavior pool to behavior definition (a 1:n relationship)</a:t>
            </a:r>
          </a:p>
          <a:p>
            <a:pPr marL="285750" indent="-285750">
              <a:buFont typeface="Arial" panose="020B0604020202020204" pitchFamily="34" charset="0"/>
              <a:buChar char="•"/>
            </a:pPr>
            <a:r>
              <a:rPr lang="en-US" sz="1600" dirty="0"/>
              <a:t>Within a single global class, we can define multiple local classes that can handle the business object behavior.</a:t>
            </a:r>
          </a:p>
          <a:p>
            <a:pPr marL="285750" indent="-285750">
              <a:buFont typeface="Arial" panose="020B0604020202020204" pitchFamily="34" charset="0"/>
              <a:buChar char="•"/>
            </a:pPr>
            <a:r>
              <a:rPr lang="en-US" sz="1600" dirty="0"/>
              <a:t>The global class is just like a container and basically empty while the actual behavior logic is written inside the class pool.</a:t>
            </a:r>
          </a:p>
          <a:p>
            <a:pPr marL="285750" indent="-285750">
              <a:buFont typeface="Arial" panose="020B0604020202020204" pitchFamily="34" charset="0"/>
              <a:buChar char="•"/>
            </a:pPr>
            <a:r>
              <a:rPr lang="en-US" sz="1600" dirty="0"/>
              <a:t>We can assign any number of behavior pool to behavior definition (1:n). This allows us to distribute our implementation across multiple units. This is called </a:t>
            </a:r>
            <a:r>
              <a:rPr lang="en-US" sz="1600" b="1" dirty="0"/>
              <a:t>contribution design pattern.</a:t>
            </a:r>
            <a:r>
              <a:rPr lang="en-US" sz="1600" dirty="0"/>
              <a:t> Which allow team to work in parallel on multiple tasks.</a:t>
            </a:r>
          </a:p>
          <a:p>
            <a:pPr marL="285750" indent="-285750">
              <a:buFont typeface="Arial" panose="020B0604020202020204" pitchFamily="34" charset="0"/>
              <a:buChar char="•"/>
            </a:pPr>
            <a:r>
              <a:rPr lang="en-US" sz="1600" dirty="0"/>
              <a:t>A behavior implementation class always inherits from </a:t>
            </a:r>
            <a:r>
              <a:rPr lang="en-US" sz="1600" b="1" dirty="0" err="1"/>
              <a:t>cl_abap_behavior_handler</a:t>
            </a:r>
            <a:r>
              <a:rPr lang="en-US" sz="1600" b="1" dirty="0"/>
              <a:t> </a:t>
            </a:r>
            <a:r>
              <a:rPr lang="en-US" sz="1600" dirty="0"/>
              <a:t>class.</a:t>
            </a:r>
          </a:p>
          <a:p>
            <a:endParaRPr lang="en-IN" sz="16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Behavior Pool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EA130312-D3D9-6A47-4758-EEF1BED72D9C}"/>
              </a:ext>
            </a:extLst>
          </p:cNvPr>
          <p:cNvSpPr/>
          <p:nvPr/>
        </p:nvSpPr>
        <p:spPr>
          <a:xfrm>
            <a:off x="2061964" y="3356992"/>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Travel</a:t>
            </a:r>
          </a:p>
          <a:p>
            <a:pPr algn="ctr"/>
            <a:r>
              <a:rPr lang="en-IN" sz="1600" dirty="0"/>
              <a:t>(root)</a:t>
            </a:r>
          </a:p>
        </p:txBody>
      </p:sp>
      <p:sp>
        <p:nvSpPr>
          <p:cNvPr id="7" name="Rectangle 6">
            <a:extLst>
              <a:ext uri="{FF2B5EF4-FFF2-40B4-BE49-F238E27FC236}">
                <a16:creationId xmlns:a16="http://schemas.microsoft.com/office/drawing/2014/main" id="{27635E8E-2BC8-1BF5-92C5-FA68A6295A2E}"/>
              </a:ext>
            </a:extLst>
          </p:cNvPr>
          <p:cNvSpPr/>
          <p:nvPr/>
        </p:nvSpPr>
        <p:spPr>
          <a:xfrm>
            <a:off x="2039198" y="4608191"/>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Booking</a:t>
            </a:r>
          </a:p>
        </p:txBody>
      </p:sp>
      <p:sp>
        <p:nvSpPr>
          <p:cNvPr id="8" name="Rectangle 7">
            <a:extLst>
              <a:ext uri="{FF2B5EF4-FFF2-40B4-BE49-F238E27FC236}">
                <a16:creationId xmlns:a16="http://schemas.microsoft.com/office/drawing/2014/main" id="{9BC4B80E-AF86-72D5-20CE-90A8CD02BC76}"/>
              </a:ext>
            </a:extLst>
          </p:cNvPr>
          <p:cNvSpPr/>
          <p:nvPr/>
        </p:nvSpPr>
        <p:spPr>
          <a:xfrm>
            <a:off x="2052346" y="5842971"/>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Booking </a:t>
            </a:r>
            <a:r>
              <a:rPr lang="en-IN" sz="1600" dirty="0" err="1"/>
              <a:t>Suppl</a:t>
            </a:r>
            <a:endParaRPr lang="en-IN" sz="1600" dirty="0"/>
          </a:p>
        </p:txBody>
      </p:sp>
      <p:sp>
        <p:nvSpPr>
          <p:cNvPr id="9" name="Rectangle 8">
            <a:extLst>
              <a:ext uri="{FF2B5EF4-FFF2-40B4-BE49-F238E27FC236}">
                <a16:creationId xmlns:a16="http://schemas.microsoft.com/office/drawing/2014/main" id="{A389BD4B-BFA4-2F57-4B2B-780CA5FAFDFC}"/>
              </a:ext>
            </a:extLst>
          </p:cNvPr>
          <p:cNvSpPr/>
          <p:nvPr/>
        </p:nvSpPr>
        <p:spPr>
          <a:xfrm>
            <a:off x="5302324" y="3429000"/>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sp>
        <p:nvSpPr>
          <p:cNvPr id="10" name="Rectangle 9">
            <a:extLst>
              <a:ext uri="{FF2B5EF4-FFF2-40B4-BE49-F238E27FC236}">
                <a16:creationId xmlns:a16="http://schemas.microsoft.com/office/drawing/2014/main" id="{DA7ED10D-FD44-9DB7-0789-2A46D480C312}"/>
              </a:ext>
            </a:extLst>
          </p:cNvPr>
          <p:cNvSpPr/>
          <p:nvPr/>
        </p:nvSpPr>
        <p:spPr>
          <a:xfrm>
            <a:off x="5302324" y="4680199"/>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sp>
        <p:nvSpPr>
          <p:cNvPr id="11" name="Rectangle 10">
            <a:extLst>
              <a:ext uri="{FF2B5EF4-FFF2-40B4-BE49-F238E27FC236}">
                <a16:creationId xmlns:a16="http://schemas.microsoft.com/office/drawing/2014/main" id="{8E0D5D67-F1A9-48F6-5DD1-06123EF778F9}"/>
              </a:ext>
            </a:extLst>
          </p:cNvPr>
          <p:cNvSpPr/>
          <p:nvPr/>
        </p:nvSpPr>
        <p:spPr>
          <a:xfrm>
            <a:off x="5302324" y="5942445"/>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cxnSp>
        <p:nvCxnSpPr>
          <p:cNvPr id="13" name="Straight Arrow Connector 12">
            <a:extLst>
              <a:ext uri="{FF2B5EF4-FFF2-40B4-BE49-F238E27FC236}">
                <a16:creationId xmlns:a16="http://schemas.microsoft.com/office/drawing/2014/main" id="{CC6CC2BA-2AED-DFB9-B610-F0372C470F78}"/>
              </a:ext>
            </a:extLst>
          </p:cNvPr>
          <p:cNvCxnSpPr>
            <a:cxnSpLocks/>
          </p:cNvCxnSpPr>
          <p:nvPr/>
        </p:nvCxnSpPr>
        <p:spPr>
          <a:xfrm>
            <a:off x="3502124" y="3716488"/>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BB30F208-DFB1-6C3C-D4F2-959A85B8C9C2}"/>
              </a:ext>
            </a:extLst>
          </p:cNvPr>
          <p:cNvCxnSpPr>
            <a:cxnSpLocks/>
          </p:cNvCxnSpPr>
          <p:nvPr/>
        </p:nvCxnSpPr>
        <p:spPr>
          <a:xfrm>
            <a:off x="3479358" y="4932227"/>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BFA11392-17DB-0B42-38A3-A7EEF4B93825}"/>
              </a:ext>
            </a:extLst>
          </p:cNvPr>
          <p:cNvCxnSpPr>
            <a:cxnSpLocks/>
          </p:cNvCxnSpPr>
          <p:nvPr/>
        </p:nvCxnSpPr>
        <p:spPr>
          <a:xfrm>
            <a:off x="3504093" y="6189193"/>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BCFC91A0-B637-49C1-64FA-9DAD1EE20937}"/>
              </a:ext>
            </a:extLst>
          </p:cNvPr>
          <p:cNvSpPr/>
          <p:nvPr/>
        </p:nvSpPr>
        <p:spPr>
          <a:xfrm>
            <a:off x="9711849" y="4441904"/>
            <a:ext cx="1976364" cy="9361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Helper classes</a:t>
            </a:r>
          </a:p>
        </p:txBody>
      </p:sp>
    </p:spTree>
    <p:extLst>
      <p:ext uri="{BB962C8B-B14F-4D97-AF65-F5344CB8AC3E}">
        <p14:creationId xmlns:p14="http://schemas.microsoft.com/office/powerpoint/2010/main" val="3044454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11</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5909310"/>
          </a:xfrm>
          <a:prstGeom prst="rect">
            <a:avLst/>
          </a:prstGeom>
          <a:noFill/>
        </p:spPr>
        <p:txBody>
          <a:bodyPr wrap="square" rtlCol="0">
            <a:spAutoFit/>
          </a:bodyPr>
          <a:lstStyle/>
          <a:p>
            <a:r>
              <a:rPr lang="en-US" sz="1800" dirty="0"/>
              <a:t>When implementing a BO contract, we can make use of implicit parameters. These parameters do not have FIX data type, instead they are assigned by the compiler with the type derived from BDEF.</a:t>
            </a:r>
          </a:p>
          <a:p>
            <a:r>
              <a:rPr lang="en-US" sz="1800" dirty="0"/>
              <a:t>The implicit parameters can be declared explicitly as CHANGING parameters in the method signature of the class using generic type</a:t>
            </a:r>
          </a:p>
          <a:p>
            <a:r>
              <a:rPr lang="en-US" sz="1800" dirty="0"/>
              <a:t>DATA: </a:t>
            </a:r>
            <a:r>
              <a:rPr lang="en-US" sz="1800" dirty="0" err="1"/>
              <a:t>lt_imp_param</a:t>
            </a:r>
            <a:r>
              <a:rPr lang="en-US" sz="1800" dirty="0"/>
              <a:t> FOR &lt;OPERATION&gt; entity.</a:t>
            </a:r>
          </a:p>
          <a:p>
            <a:r>
              <a:rPr lang="en-US" sz="1800" dirty="0"/>
              <a:t>Data : </a:t>
            </a:r>
            <a:r>
              <a:rPr lang="en-IN" sz="1800" dirty="0" err="1">
                <a:solidFill>
                  <a:srgbClr val="000000"/>
                </a:solidFill>
                <a:effectLst/>
                <a:latin typeface="Consolas" panose="020B0609020204030204" pitchFamily="49" charset="0"/>
              </a:rPr>
              <a:t>lt_mapped</a:t>
            </a:r>
            <a:r>
              <a:rPr lang="en-US" sz="1800" dirty="0">
                <a:solidFill>
                  <a:srgbClr val="000000"/>
                </a:solidFill>
                <a:effectLst/>
                <a:latin typeface="Consolas" panose="020B0609020204030204" pitchFamily="49" charset="0"/>
              </a:rPr>
              <a:t> FOR CREATE BO-Travel.</a:t>
            </a:r>
            <a:endParaRPr lang="en-IN" sz="1800" dirty="0">
              <a:solidFill>
                <a:srgbClr val="000000"/>
              </a:solidFill>
              <a:effectLst/>
              <a:latin typeface="Consolas" panose="020B0609020204030204" pitchFamily="49" charset="0"/>
            </a:endParaRPr>
          </a:p>
          <a:p>
            <a:r>
              <a:rPr lang="en-IN" sz="1800" b="1" dirty="0">
                <a:solidFill>
                  <a:srgbClr val="000000"/>
                </a:solidFill>
                <a:latin typeface="Consolas" panose="020B0609020204030204" pitchFamily="49" charset="0"/>
              </a:rPr>
              <a:t>FAILED</a:t>
            </a:r>
          </a:p>
          <a:p>
            <a:r>
              <a:rPr lang="en-IN" sz="1800" dirty="0">
                <a:solidFill>
                  <a:srgbClr val="000000"/>
                </a:solidFill>
                <a:latin typeface="Consolas" panose="020B0609020204030204" pitchFamily="49" charset="0"/>
              </a:rPr>
              <a:t>This is an exporting parameter which is defined as nested table contains one table for each entity. The failed table includes the information for identifying the data set where the error occurred. It has %CID, the ID of the BO instance, %FAIL which has the reason of failure. </a:t>
            </a:r>
            <a:r>
              <a:rPr lang="en-IN" sz="1800" dirty="0" err="1">
                <a:solidFill>
                  <a:srgbClr val="000000"/>
                </a:solidFill>
                <a:latin typeface="Consolas" panose="020B0609020204030204" pitchFamily="49" charset="0"/>
              </a:rPr>
              <a:t>If_abap_behv</a:t>
            </a:r>
            <a:r>
              <a:rPr lang="en-IN" sz="1800" dirty="0">
                <a:solidFill>
                  <a:srgbClr val="000000"/>
                </a:solidFill>
                <a:latin typeface="Consolas" panose="020B0609020204030204" pitchFamily="49" charset="0"/>
              </a:rPr>
              <a:t>=&gt;</a:t>
            </a:r>
            <a:r>
              <a:rPr lang="en-IN" sz="1800" dirty="0" err="1">
                <a:solidFill>
                  <a:srgbClr val="000000"/>
                </a:solidFill>
                <a:latin typeface="Consolas" panose="020B0609020204030204" pitchFamily="49" charset="0"/>
              </a:rPr>
              <a:t>t_failinfo</a:t>
            </a:r>
            <a:endParaRPr lang="en-IN" sz="1800" dirty="0">
              <a:solidFill>
                <a:srgbClr val="000000"/>
              </a:solidFill>
              <a:latin typeface="Consolas" panose="020B0609020204030204" pitchFamily="49" charset="0"/>
            </a:endParaRPr>
          </a:p>
          <a:p>
            <a:r>
              <a:rPr lang="en-IN" sz="1800" b="1" dirty="0">
                <a:solidFill>
                  <a:srgbClr val="000000"/>
                </a:solidFill>
                <a:effectLst/>
                <a:latin typeface="Consolas" panose="020B0609020204030204" pitchFamily="49" charset="0"/>
              </a:rPr>
              <a:t>REPORTED – </a:t>
            </a:r>
          </a:p>
          <a:p>
            <a:r>
              <a:rPr lang="en-IN" sz="1800" dirty="0">
                <a:solidFill>
                  <a:srgbClr val="000000"/>
                </a:solidFill>
                <a:latin typeface="Consolas" panose="020B0609020204030204" pitchFamily="49" charset="0"/>
              </a:rPr>
              <a:t>This is an exporting parameter which is defined as nested table contains one table for each entity.it includes the instance specific messages. </a:t>
            </a:r>
          </a:p>
          <a:p>
            <a:r>
              <a:rPr lang="en-IN" sz="1800" dirty="0">
                <a:solidFill>
                  <a:srgbClr val="000000"/>
                </a:solidFill>
                <a:effectLst/>
                <a:latin typeface="Consolas" panose="020B0609020204030204" pitchFamily="49" charset="0"/>
              </a:rPr>
              <a:t>%CID</a:t>
            </a:r>
            <a:r>
              <a:rPr lang="en-IN" sz="1800" dirty="0">
                <a:solidFill>
                  <a:srgbClr val="000000"/>
                </a:solidFill>
                <a:latin typeface="Consolas" panose="020B0609020204030204" pitchFamily="49" charset="0"/>
              </a:rPr>
              <a:t>, ID of the relevant BO, %MSG with the message interface, %ELEMENT </a:t>
            </a:r>
            <a:endParaRPr lang="en-IN" sz="1800" dirty="0">
              <a:solidFill>
                <a:srgbClr val="000000"/>
              </a:solidFill>
              <a:effectLst/>
              <a:latin typeface="Consolas" panose="020B0609020204030204" pitchFamily="49" charset="0"/>
            </a:endParaRPr>
          </a:p>
          <a:p>
            <a:r>
              <a:rPr lang="en-IN" sz="1800" b="1" dirty="0">
                <a:solidFill>
                  <a:srgbClr val="000000"/>
                </a:solidFill>
                <a:latin typeface="Consolas" panose="020B0609020204030204" pitchFamily="49" charset="0"/>
              </a:rPr>
              <a:t>MAPPED – Only during Create/Update operation</a:t>
            </a:r>
          </a:p>
          <a:p>
            <a:r>
              <a:rPr lang="en-IN" sz="1800" dirty="0">
                <a:solidFill>
                  <a:srgbClr val="000000"/>
                </a:solidFill>
                <a:latin typeface="Consolas" panose="020B0609020204030204" pitchFamily="49" charset="0"/>
              </a:rPr>
              <a:t>This is an exporting parameter which is defined as nested table contains one table for each entity. The mapped parameter provide the consumer with ID mapping information. They include information about key values were created by the application for given content id. The BO runtime passes the created key values in any subsequent call in the sample request.</a:t>
            </a:r>
          </a:p>
          <a:p>
            <a:r>
              <a:rPr lang="en-IN" sz="1800" dirty="0">
                <a:solidFill>
                  <a:srgbClr val="000000"/>
                </a:solidFill>
                <a:effectLst/>
                <a:latin typeface="Consolas" panose="020B0609020204030204" pitchFamily="49" charset="0"/>
              </a:rPr>
              <a:t>%CID and %KEY</a:t>
            </a:r>
            <a:endParaRPr lang="en-US" sz="1800" dirty="0">
              <a:solidFill>
                <a:srgbClr val="000000"/>
              </a:solidFill>
              <a:effectLst/>
              <a:latin typeface="Consolas" panose="020B0609020204030204" pitchFamily="49"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Implicit Response Parameters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8130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12</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1754326"/>
          </a:xfrm>
          <a:prstGeom prst="rect">
            <a:avLst/>
          </a:prstGeom>
          <a:noFill/>
        </p:spPr>
        <p:txBody>
          <a:bodyPr wrap="square" rtlCol="0">
            <a:spAutoFit/>
          </a:bodyPr>
          <a:lstStyle/>
          <a:p>
            <a:r>
              <a:rPr lang="en-US" sz="1800" b="1" dirty="0"/>
              <a:t>Early numbering</a:t>
            </a:r>
          </a:p>
          <a:p>
            <a:pPr marL="285750" indent="-285750">
              <a:buFont typeface="Arial" panose="020B0604020202020204" pitchFamily="34" charset="0"/>
              <a:buChar char="•"/>
            </a:pPr>
            <a:r>
              <a:rPr lang="en-US" sz="1800" dirty="0"/>
              <a:t>It allows a managed numbering for </a:t>
            </a:r>
            <a:r>
              <a:rPr lang="en-US" sz="1800" dirty="0" err="1"/>
              <a:t>bo</a:t>
            </a:r>
            <a:r>
              <a:rPr lang="en-US" sz="1800" dirty="0"/>
              <a:t> instances during creation process. Like in ABAP we use sequence numbers (SNRO) to auto generate primary keys, here in RAP we can use early numbering. It can be handled for all the entities. For this we need to implement the logic in RAP BIMP.</a:t>
            </a:r>
          </a:p>
          <a:p>
            <a:pPr marL="285750" indent="-285750">
              <a:buFont typeface="Arial" panose="020B0604020202020204" pitchFamily="34" charset="0"/>
              <a:buChar char="•"/>
            </a:pPr>
            <a:r>
              <a:rPr lang="en-US" sz="1800" dirty="0"/>
              <a:t>Every assigned key must be unique, otherwise the instances will be rejected by the database which will result to dump. We will be reusing a SNRO sequence already created by SAP in the system.</a:t>
            </a:r>
            <a:endParaRPr lang="en-IN"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BO instance features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56339E5-7A33-A923-1F0F-1FBEB490FBDB}"/>
                  </a:ext>
                </a:extLst>
              </p14:cNvPr>
              <p14:cNvContentPartPr/>
              <p14:nvPr/>
            </p14:nvContentPartPr>
            <p14:xfrm>
              <a:off x="2098372" y="2049383"/>
              <a:ext cx="360" cy="360"/>
            </p14:xfrm>
          </p:contentPart>
        </mc:Choice>
        <mc:Fallback xmlns="">
          <p:pic>
            <p:nvPicPr>
              <p:cNvPr id="5" name="Ink 4">
                <a:extLst>
                  <a:ext uri="{FF2B5EF4-FFF2-40B4-BE49-F238E27FC236}">
                    <a16:creationId xmlns:a16="http://schemas.microsoft.com/office/drawing/2014/main" id="{956339E5-7A33-A923-1F0F-1FBEB490FBDB}"/>
                  </a:ext>
                </a:extLst>
              </p:cNvPr>
              <p:cNvPicPr/>
              <p:nvPr/>
            </p:nvPicPr>
            <p:blipFill>
              <a:blip r:embed="rId4"/>
              <a:stretch>
                <a:fillRect/>
              </a:stretch>
            </p:blipFill>
            <p:spPr>
              <a:xfrm>
                <a:off x="2080732" y="2031383"/>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F198228B-79E8-CD5F-5C72-00DDEFA93A8F}"/>
                  </a:ext>
                </a:extLst>
              </p14:cNvPr>
              <p14:cNvContentPartPr/>
              <p14:nvPr/>
            </p14:nvContentPartPr>
            <p14:xfrm>
              <a:off x="576000" y="2480400"/>
              <a:ext cx="11494080" cy="3751920"/>
            </p14:xfrm>
          </p:contentPart>
        </mc:Choice>
        <mc:Fallback>
          <p:pic>
            <p:nvPicPr>
              <p:cNvPr id="7" name="Ink 6">
                <a:extLst>
                  <a:ext uri="{FF2B5EF4-FFF2-40B4-BE49-F238E27FC236}">
                    <a16:creationId xmlns:a16="http://schemas.microsoft.com/office/drawing/2014/main" id="{F198228B-79E8-CD5F-5C72-00DDEFA93A8F}"/>
                  </a:ext>
                </a:extLst>
              </p:cNvPr>
              <p:cNvPicPr/>
              <p:nvPr/>
            </p:nvPicPr>
            <p:blipFill>
              <a:blip r:embed="rId6"/>
              <a:stretch>
                <a:fillRect/>
              </a:stretch>
            </p:blipFill>
            <p:spPr>
              <a:xfrm>
                <a:off x="566640" y="2471040"/>
                <a:ext cx="11512800" cy="3770640"/>
              </a:xfrm>
              <a:prstGeom prst="rect">
                <a:avLst/>
              </a:prstGeom>
            </p:spPr>
          </p:pic>
        </mc:Fallback>
      </mc:AlternateContent>
    </p:spTree>
    <p:extLst>
      <p:ext uri="{BB962C8B-B14F-4D97-AF65-F5344CB8AC3E}">
        <p14:creationId xmlns:p14="http://schemas.microsoft.com/office/powerpoint/2010/main" val="1666362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13</a:t>
            </a:fld>
            <a:endParaRPr lang="en-US" sz="1333" dirty="0">
              <a:latin typeface="Segoe UI Black" panose="020B0A02040204020203" pitchFamily="34" charset="0"/>
              <a:ea typeface="Segoe UI Black" panose="020B0A02040204020203" pitchFamily="34"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Sequence of calls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Smiley Face 4">
            <a:extLst>
              <a:ext uri="{FF2B5EF4-FFF2-40B4-BE49-F238E27FC236}">
                <a16:creationId xmlns:a16="http://schemas.microsoft.com/office/drawing/2014/main" id="{397C1A14-8545-15D4-A4BE-883A4A247DF4}"/>
              </a:ext>
            </a:extLst>
          </p:cNvPr>
          <p:cNvSpPr/>
          <p:nvPr/>
        </p:nvSpPr>
        <p:spPr>
          <a:xfrm>
            <a:off x="333772" y="620688"/>
            <a:ext cx="432049" cy="43204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39F3C4B-CCF8-C0B5-DB02-9D9A5CE7C4C7}"/>
              </a:ext>
            </a:extLst>
          </p:cNvPr>
          <p:cNvCxnSpPr>
            <a:stCxn id="5" idx="4"/>
          </p:cNvCxnSpPr>
          <p:nvPr/>
        </p:nvCxnSpPr>
        <p:spPr>
          <a:xfrm flipH="1">
            <a:off x="549796" y="10527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9BDCE121-3119-56ED-A335-B960F01B5B4D}"/>
              </a:ext>
            </a:extLst>
          </p:cNvPr>
          <p:cNvSpPr/>
          <p:nvPr/>
        </p:nvSpPr>
        <p:spPr>
          <a:xfrm>
            <a:off x="1485900" y="62068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Fiori app</a:t>
            </a:r>
          </a:p>
        </p:txBody>
      </p:sp>
      <p:cxnSp>
        <p:nvCxnSpPr>
          <p:cNvPr id="9" name="Straight Connector 8">
            <a:extLst>
              <a:ext uri="{FF2B5EF4-FFF2-40B4-BE49-F238E27FC236}">
                <a16:creationId xmlns:a16="http://schemas.microsoft.com/office/drawing/2014/main" id="{2BEE97BF-4614-BD76-12F5-DD97C3F87440}"/>
              </a:ext>
            </a:extLst>
          </p:cNvPr>
          <p:cNvCxnSpPr/>
          <p:nvPr/>
        </p:nvCxnSpPr>
        <p:spPr>
          <a:xfrm flipH="1">
            <a:off x="2241984" y="103157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BE766A60-0B77-9765-9547-75DA3C9E35D8}"/>
              </a:ext>
            </a:extLst>
          </p:cNvPr>
          <p:cNvSpPr/>
          <p:nvPr/>
        </p:nvSpPr>
        <p:spPr>
          <a:xfrm>
            <a:off x="3646140" y="61754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OData</a:t>
            </a:r>
          </a:p>
        </p:txBody>
      </p:sp>
      <p:cxnSp>
        <p:nvCxnSpPr>
          <p:cNvPr id="11" name="Straight Connector 10">
            <a:extLst>
              <a:ext uri="{FF2B5EF4-FFF2-40B4-BE49-F238E27FC236}">
                <a16:creationId xmlns:a16="http://schemas.microsoft.com/office/drawing/2014/main" id="{5CC8DF21-EA0F-9512-CEF2-B1ECA3B42F08}"/>
              </a:ext>
            </a:extLst>
          </p:cNvPr>
          <p:cNvCxnSpPr/>
          <p:nvPr/>
        </p:nvCxnSpPr>
        <p:spPr>
          <a:xfrm flipH="1">
            <a:off x="4402224" y="10284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BD51BE1F-ACBE-B1AD-32FF-87583ACDEE22}"/>
              </a:ext>
            </a:extLst>
          </p:cNvPr>
          <p:cNvSpPr/>
          <p:nvPr/>
        </p:nvSpPr>
        <p:spPr>
          <a:xfrm>
            <a:off x="6038971" y="61495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RAP</a:t>
            </a:r>
          </a:p>
        </p:txBody>
      </p:sp>
      <p:cxnSp>
        <p:nvCxnSpPr>
          <p:cNvPr id="13" name="Straight Connector 12">
            <a:extLst>
              <a:ext uri="{FF2B5EF4-FFF2-40B4-BE49-F238E27FC236}">
                <a16:creationId xmlns:a16="http://schemas.microsoft.com/office/drawing/2014/main" id="{18729125-FE73-9F26-4CBC-38C2E30231B4}"/>
              </a:ext>
            </a:extLst>
          </p:cNvPr>
          <p:cNvCxnSpPr/>
          <p:nvPr/>
        </p:nvCxnSpPr>
        <p:spPr>
          <a:xfrm flipH="1">
            <a:off x="6795055" y="102584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7B78569-0C1B-210A-D929-CD73423A176B}"/>
              </a:ext>
            </a:extLst>
          </p:cNvPr>
          <p:cNvSpPr/>
          <p:nvPr/>
        </p:nvSpPr>
        <p:spPr>
          <a:xfrm>
            <a:off x="10378888" y="63611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HANADB</a:t>
            </a:r>
          </a:p>
        </p:txBody>
      </p:sp>
      <p:cxnSp>
        <p:nvCxnSpPr>
          <p:cNvPr id="15" name="Straight Connector 14">
            <a:extLst>
              <a:ext uri="{FF2B5EF4-FFF2-40B4-BE49-F238E27FC236}">
                <a16:creationId xmlns:a16="http://schemas.microsoft.com/office/drawing/2014/main" id="{8EB3ACAC-1578-5827-40B1-A7819B4B37D8}"/>
              </a:ext>
            </a:extLst>
          </p:cNvPr>
          <p:cNvCxnSpPr/>
          <p:nvPr/>
        </p:nvCxnSpPr>
        <p:spPr>
          <a:xfrm flipH="1">
            <a:off x="11134972" y="104700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4388A78-D9C3-6072-DA2E-C462DCA5E7A9}"/>
              </a:ext>
            </a:extLst>
          </p:cNvPr>
          <p:cNvCxnSpPr/>
          <p:nvPr/>
        </p:nvCxnSpPr>
        <p:spPr>
          <a:xfrm>
            <a:off x="549796" y="1340768"/>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8B3EDD-CC43-3268-28A6-756C333A62DE}"/>
              </a:ext>
            </a:extLst>
          </p:cNvPr>
          <p:cNvCxnSpPr>
            <a:cxnSpLocks/>
          </p:cNvCxnSpPr>
          <p:nvPr/>
        </p:nvCxnSpPr>
        <p:spPr>
          <a:xfrm>
            <a:off x="2277988" y="1556792"/>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1A387C-3FD3-BAC8-A05C-510332A11559}"/>
              </a:ext>
            </a:extLst>
          </p:cNvPr>
          <p:cNvCxnSpPr>
            <a:cxnSpLocks/>
            <a:endCxn id="27" idx="0"/>
          </p:cNvCxnSpPr>
          <p:nvPr/>
        </p:nvCxnSpPr>
        <p:spPr>
          <a:xfrm flipV="1">
            <a:off x="4402224" y="1823664"/>
            <a:ext cx="2369972" cy="21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24CEBFA-7D66-E94D-D40A-63258B060367}"/>
              </a:ext>
            </a:extLst>
          </p:cNvPr>
          <p:cNvCxnSpPr>
            <a:cxnSpLocks/>
            <a:endCxn id="24" idx="0"/>
          </p:cNvCxnSpPr>
          <p:nvPr/>
        </p:nvCxnSpPr>
        <p:spPr>
          <a:xfrm flipV="1">
            <a:off x="6814492" y="2330347"/>
            <a:ext cx="4309049" cy="18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7F6AAB8-91A8-D9A9-2E76-87F7A9BBECAA}"/>
              </a:ext>
            </a:extLst>
          </p:cNvPr>
          <p:cNvSpPr/>
          <p:nvPr/>
        </p:nvSpPr>
        <p:spPr>
          <a:xfrm>
            <a:off x="11100681" y="2330347"/>
            <a:ext cx="45719" cy="27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092014B3-4B0B-2CF8-1AB7-DB3DB9197B27}"/>
              </a:ext>
            </a:extLst>
          </p:cNvPr>
          <p:cNvCxnSpPr>
            <a:cxnSpLocks/>
            <a:stCxn id="24" idx="2"/>
            <a:endCxn id="27" idx="2"/>
          </p:cNvCxnSpPr>
          <p:nvPr/>
        </p:nvCxnSpPr>
        <p:spPr>
          <a:xfrm flipH="1" flipV="1">
            <a:off x="6772196" y="2600327"/>
            <a:ext cx="4351345"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EB172FB-168C-E9B2-8D4F-1E62E12E083D}"/>
              </a:ext>
            </a:extLst>
          </p:cNvPr>
          <p:cNvSpPr/>
          <p:nvPr/>
        </p:nvSpPr>
        <p:spPr>
          <a:xfrm>
            <a:off x="6749336" y="1823664"/>
            <a:ext cx="45719" cy="776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E22502EA-3465-5BBA-216F-3403C31FEB87}"/>
              </a:ext>
            </a:extLst>
          </p:cNvPr>
          <p:cNvCxnSpPr>
            <a:cxnSpLocks/>
            <a:stCxn id="27" idx="2"/>
          </p:cNvCxnSpPr>
          <p:nvPr/>
        </p:nvCxnSpPr>
        <p:spPr>
          <a:xfrm flipH="1">
            <a:off x="4447943" y="2600327"/>
            <a:ext cx="2324253"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7FA871-0F65-385D-2234-09E1A99F32E3}"/>
              </a:ext>
            </a:extLst>
          </p:cNvPr>
          <p:cNvCxnSpPr/>
          <p:nvPr/>
        </p:nvCxnSpPr>
        <p:spPr>
          <a:xfrm flipH="1">
            <a:off x="2277988" y="2924944"/>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4F9DC7-B795-4DA8-C1EB-5C6E338265E0}"/>
              </a:ext>
            </a:extLst>
          </p:cNvPr>
          <p:cNvCxnSpPr/>
          <p:nvPr/>
        </p:nvCxnSpPr>
        <p:spPr>
          <a:xfrm flipH="1">
            <a:off x="549796" y="3212976"/>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7295707-1C64-EFC0-49D4-938F2BA18F41}"/>
              </a:ext>
            </a:extLst>
          </p:cNvPr>
          <p:cNvSpPr/>
          <p:nvPr/>
        </p:nvSpPr>
        <p:spPr>
          <a:xfrm>
            <a:off x="4402224" y="1553654"/>
            <a:ext cx="45719" cy="129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EFCCC11-1FB8-B25F-1B53-A6D149BFC7BA}"/>
              </a:ext>
            </a:extLst>
          </p:cNvPr>
          <p:cNvSpPr/>
          <p:nvPr/>
        </p:nvSpPr>
        <p:spPr>
          <a:xfrm>
            <a:off x="2232269" y="1364624"/>
            <a:ext cx="45719" cy="1848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5524566F-6F2A-F095-3C3F-14536EC01361}"/>
              </a:ext>
            </a:extLst>
          </p:cNvPr>
          <p:cNvSpPr/>
          <p:nvPr/>
        </p:nvSpPr>
        <p:spPr>
          <a:xfrm>
            <a:off x="8248590" y="621743"/>
            <a:ext cx="1512168" cy="4320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BIMP</a:t>
            </a:r>
          </a:p>
        </p:txBody>
      </p:sp>
      <p:cxnSp>
        <p:nvCxnSpPr>
          <p:cNvPr id="41" name="Straight Connector 40">
            <a:extLst>
              <a:ext uri="{FF2B5EF4-FFF2-40B4-BE49-F238E27FC236}">
                <a16:creationId xmlns:a16="http://schemas.microsoft.com/office/drawing/2014/main" id="{36274AFA-4073-6370-09FC-0ADFF13210E0}"/>
              </a:ext>
            </a:extLst>
          </p:cNvPr>
          <p:cNvCxnSpPr/>
          <p:nvPr/>
        </p:nvCxnSpPr>
        <p:spPr>
          <a:xfrm flipH="1">
            <a:off x="9019763" y="1044269"/>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EE8236B2-722A-E639-A076-5E475FCD4754}"/>
              </a:ext>
            </a:extLst>
          </p:cNvPr>
          <p:cNvCxnSpPr>
            <a:cxnSpLocks/>
          </p:cNvCxnSpPr>
          <p:nvPr/>
        </p:nvCxnSpPr>
        <p:spPr>
          <a:xfrm flipV="1">
            <a:off x="6772195" y="1927172"/>
            <a:ext cx="2222764" cy="3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2423030E-0BC3-B0EB-9AF5-5B7317FC2842}"/>
              </a:ext>
            </a:extLst>
          </p:cNvPr>
          <p:cNvSpPr/>
          <p:nvPr/>
        </p:nvSpPr>
        <p:spPr>
          <a:xfrm>
            <a:off x="8994959" y="1902658"/>
            <a:ext cx="45719" cy="27699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FD4F023D-62A2-84DC-13E9-CCCB5798C126}"/>
              </a:ext>
            </a:extLst>
          </p:cNvPr>
          <p:cNvCxnSpPr>
            <a:cxnSpLocks/>
            <a:stCxn id="45" idx="2"/>
            <a:endCxn id="27" idx="3"/>
          </p:cNvCxnSpPr>
          <p:nvPr/>
        </p:nvCxnSpPr>
        <p:spPr>
          <a:xfrm flipH="1">
            <a:off x="6795055" y="2179653"/>
            <a:ext cx="2222764" cy="3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Multiplication Sign 50">
            <a:extLst>
              <a:ext uri="{FF2B5EF4-FFF2-40B4-BE49-F238E27FC236}">
                <a16:creationId xmlns:a16="http://schemas.microsoft.com/office/drawing/2014/main" id="{3954C2E5-2E6E-9944-4977-9EA616E9186C}"/>
              </a:ext>
            </a:extLst>
          </p:cNvPr>
          <p:cNvSpPr/>
          <p:nvPr/>
        </p:nvSpPr>
        <p:spPr>
          <a:xfrm>
            <a:off x="6605309" y="2078118"/>
            <a:ext cx="315572" cy="307725"/>
          </a:xfrm>
          <a:prstGeom prst="mathMultiply">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B741D58F-CF33-EF1D-4FA0-64B8701356A6}"/>
              </a:ext>
            </a:extLst>
          </p:cNvPr>
          <p:cNvSpPr txBox="1"/>
          <p:nvPr/>
        </p:nvSpPr>
        <p:spPr>
          <a:xfrm>
            <a:off x="8248590" y="1695744"/>
            <a:ext cx="1584175" cy="276999"/>
          </a:xfrm>
          <a:prstGeom prst="rect">
            <a:avLst/>
          </a:prstGeom>
          <a:noFill/>
        </p:spPr>
        <p:txBody>
          <a:bodyPr wrap="square" rtlCol="0">
            <a:spAutoFit/>
          </a:bodyPr>
          <a:lstStyle/>
          <a:p>
            <a:r>
              <a:rPr lang="en-IN" sz="1200" b="1" dirty="0"/>
              <a:t>entities</a:t>
            </a:r>
          </a:p>
        </p:txBody>
      </p:sp>
      <p:sp>
        <p:nvSpPr>
          <p:cNvPr id="55" name="TextBox 54">
            <a:extLst>
              <a:ext uri="{FF2B5EF4-FFF2-40B4-BE49-F238E27FC236}">
                <a16:creationId xmlns:a16="http://schemas.microsoft.com/office/drawing/2014/main" id="{C45C42B8-4DED-2C78-C934-FD2ABA6B6483}"/>
              </a:ext>
            </a:extLst>
          </p:cNvPr>
          <p:cNvSpPr txBox="1"/>
          <p:nvPr/>
        </p:nvSpPr>
        <p:spPr>
          <a:xfrm>
            <a:off x="8264034" y="2098994"/>
            <a:ext cx="1584175" cy="461665"/>
          </a:xfrm>
          <a:prstGeom prst="rect">
            <a:avLst/>
          </a:prstGeom>
          <a:noFill/>
        </p:spPr>
        <p:txBody>
          <a:bodyPr wrap="square" rtlCol="0">
            <a:spAutoFit/>
          </a:bodyPr>
          <a:lstStyle/>
          <a:p>
            <a:r>
              <a:rPr lang="en-IN" sz="1200" b="1" dirty="0"/>
              <a:t>FAILED, MAPPED, REPORTED</a:t>
            </a:r>
          </a:p>
        </p:txBody>
      </p:sp>
    </p:spTree>
    <p:extLst>
      <p:ext uri="{BB962C8B-B14F-4D97-AF65-F5344CB8AC3E}">
        <p14:creationId xmlns:p14="http://schemas.microsoft.com/office/powerpoint/2010/main" val="1220656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14</a:t>
            </a:fld>
            <a:endParaRPr lang="en-US" sz="1333" dirty="0">
              <a:latin typeface="Segoe UI Black" panose="020B0A02040204020203" pitchFamily="34" charset="0"/>
              <a:ea typeface="Segoe UI Black" panose="020B0A02040204020203" pitchFamily="34"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Sequence of calls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Smiley Face 4">
            <a:extLst>
              <a:ext uri="{FF2B5EF4-FFF2-40B4-BE49-F238E27FC236}">
                <a16:creationId xmlns:a16="http://schemas.microsoft.com/office/drawing/2014/main" id="{397C1A14-8545-15D4-A4BE-883A4A247DF4}"/>
              </a:ext>
            </a:extLst>
          </p:cNvPr>
          <p:cNvSpPr/>
          <p:nvPr/>
        </p:nvSpPr>
        <p:spPr>
          <a:xfrm>
            <a:off x="333772" y="620688"/>
            <a:ext cx="432049" cy="43204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39F3C4B-CCF8-C0B5-DB02-9D9A5CE7C4C7}"/>
              </a:ext>
            </a:extLst>
          </p:cNvPr>
          <p:cNvCxnSpPr>
            <a:stCxn id="5" idx="4"/>
          </p:cNvCxnSpPr>
          <p:nvPr/>
        </p:nvCxnSpPr>
        <p:spPr>
          <a:xfrm flipH="1">
            <a:off x="549796" y="10527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9BDCE121-3119-56ED-A335-B960F01B5B4D}"/>
              </a:ext>
            </a:extLst>
          </p:cNvPr>
          <p:cNvSpPr/>
          <p:nvPr/>
        </p:nvSpPr>
        <p:spPr>
          <a:xfrm>
            <a:off x="1485900" y="62068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Fiori app</a:t>
            </a:r>
          </a:p>
        </p:txBody>
      </p:sp>
      <p:cxnSp>
        <p:nvCxnSpPr>
          <p:cNvPr id="9" name="Straight Connector 8">
            <a:extLst>
              <a:ext uri="{FF2B5EF4-FFF2-40B4-BE49-F238E27FC236}">
                <a16:creationId xmlns:a16="http://schemas.microsoft.com/office/drawing/2014/main" id="{2BEE97BF-4614-BD76-12F5-DD97C3F87440}"/>
              </a:ext>
            </a:extLst>
          </p:cNvPr>
          <p:cNvCxnSpPr/>
          <p:nvPr/>
        </p:nvCxnSpPr>
        <p:spPr>
          <a:xfrm flipH="1">
            <a:off x="2241984" y="103157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BE766A60-0B77-9765-9547-75DA3C9E35D8}"/>
              </a:ext>
            </a:extLst>
          </p:cNvPr>
          <p:cNvSpPr/>
          <p:nvPr/>
        </p:nvSpPr>
        <p:spPr>
          <a:xfrm>
            <a:off x="3646140" y="61754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OData</a:t>
            </a:r>
          </a:p>
        </p:txBody>
      </p:sp>
      <p:cxnSp>
        <p:nvCxnSpPr>
          <p:cNvPr id="11" name="Straight Connector 10">
            <a:extLst>
              <a:ext uri="{FF2B5EF4-FFF2-40B4-BE49-F238E27FC236}">
                <a16:creationId xmlns:a16="http://schemas.microsoft.com/office/drawing/2014/main" id="{5CC8DF21-EA0F-9512-CEF2-B1ECA3B42F08}"/>
              </a:ext>
            </a:extLst>
          </p:cNvPr>
          <p:cNvCxnSpPr/>
          <p:nvPr/>
        </p:nvCxnSpPr>
        <p:spPr>
          <a:xfrm flipH="1">
            <a:off x="4402224" y="10284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BD51BE1F-ACBE-B1AD-32FF-87583ACDEE22}"/>
              </a:ext>
            </a:extLst>
          </p:cNvPr>
          <p:cNvSpPr/>
          <p:nvPr/>
        </p:nvSpPr>
        <p:spPr>
          <a:xfrm>
            <a:off x="6038971" y="61495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RAP</a:t>
            </a:r>
          </a:p>
        </p:txBody>
      </p:sp>
      <p:cxnSp>
        <p:nvCxnSpPr>
          <p:cNvPr id="13" name="Straight Connector 12">
            <a:extLst>
              <a:ext uri="{FF2B5EF4-FFF2-40B4-BE49-F238E27FC236}">
                <a16:creationId xmlns:a16="http://schemas.microsoft.com/office/drawing/2014/main" id="{18729125-FE73-9F26-4CBC-38C2E30231B4}"/>
              </a:ext>
            </a:extLst>
          </p:cNvPr>
          <p:cNvCxnSpPr/>
          <p:nvPr/>
        </p:nvCxnSpPr>
        <p:spPr>
          <a:xfrm flipH="1">
            <a:off x="6795055" y="102584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7B78569-0C1B-210A-D929-CD73423A176B}"/>
              </a:ext>
            </a:extLst>
          </p:cNvPr>
          <p:cNvSpPr/>
          <p:nvPr/>
        </p:nvSpPr>
        <p:spPr>
          <a:xfrm>
            <a:off x="10378888" y="63611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HANADB</a:t>
            </a:r>
          </a:p>
        </p:txBody>
      </p:sp>
      <p:cxnSp>
        <p:nvCxnSpPr>
          <p:cNvPr id="15" name="Straight Connector 14">
            <a:extLst>
              <a:ext uri="{FF2B5EF4-FFF2-40B4-BE49-F238E27FC236}">
                <a16:creationId xmlns:a16="http://schemas.microsoft.com/office/drawing/2014/main" id="{8EB3ACAC-1578-5827-40B1-A7819B4B37D8}"/>
              </a:ext>
            </a:extLst>
          </p:cNvPr>
          <p:cNvCxnSpPr/>
          <p:nvPr/>
        </p:nvCxnSpPr>
        <p:spPr>
          <a:xfrm flipH="1">
            <a:off x="11134972" y="104700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4388A78-D9C3-6072-DA2E-C462DCA5E7A9}"/>
              </a:ext>
            </a:extLst>
          </p:cNvPr>
          <p:cNvCxnSpPr/>
          <p:nvPr/>
        </p:nvCxnSpPr>
        <p:spPr>
          <a:xfrm>
            <a:off x="549796" y="1340768"/>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8B3EDD-CC43-3268-28A6-756C333A62DE}"/>
              </a:ext>
            </a:extLst>
          </p:cNvPr>
          <p:cNvCxnSpPr>
            <a:cxnSpLocks/>
          </p:cNvCxnSpPr>
          <p:nvPr/>
        </p:nvCxnSpPr>
        <p:spPr>
          <a:xfrm>
            <a:off x="2277988" y="1556792"/>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1A387C-3FD3-BAC8-A05C-510332A11559}"/>
              </a:ext>
            </a:extLst>
          </p:cNvPr>
          <p:cNvCxnSpPr>
            <a:cxnSpLocks/>
            <a:endCxn id="27" idx="0"/>
          </p:cNvCxnSpPr>
          <p:nvPr/>
        </p:nvCxnSpPr>
        <p:spPr>
          <a:xfrm flipV="1">
            <a:off x="4402224" y="1823664"/>
            <a:ext cx="2369972" cy="21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24CEBFA-7D66-E94D-D40A-63258B060367}"/>
              </a:ext>
            </a:extLst>
          </p:cNvPr>
          <p:cNvCxnSpPr>
            <a:cxnSpLocks/>
            <a:endCxn id="24" idx="0"/>
          </p:cNvCxnSpPr>
          <p:nvPr/>
        </p:nvCxnSpPr>
        <p:spPr>
          <a:xfrm flipV="1">
            <a:off x="6814492" y="2330347"/>
            <a:ext cx="4309049" cy="18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7F6AAB8-91A8-D9A9-2E76-87F7A9BBECAA}"/>
              </a:ext>
            </a:extLst>
          </p:cNvPr>
          <p:cNvSpPr/>
          <p:nvPr/>
        </p:nvSpPr>
        <p:spPr>
          <a:xfrm>
            <a:off x="11100681" y="2330347"/>
            <a:ext cx="45719" cy="27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092014B3-4B0B-2CF8-1AB7-DB3DB9197B27}"/>
              </a:ext>
            </a:extLst>
          </p:cNvPr>
          <p:cNvCxnSpPr>
            <a:cxnSpLocks/>
            <a:stCxn id="24" idx="2"/>
            <a:endCxn id="27" idx="2"/>
          </p:cNvCxnSpPr>
          <p:nvPr/>
        </p:nvCxnSpPr>
        <p:spPr>
          <a:xfrm flipH="1" flipV="1">
            <a:off x="6772196" y="2600327"/>
            <a:ext cx="4351345"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EB172FB-168C-E9B2-8D4F-1E62E12E083D}"/>
              </a:ext>
            </a:extLst>
          </p:cNvPr>
          <p:cNvSpPr/>
          <p:nvPr/>
        </p:nvSpPr>
        <p:spPr>
          <a:xfrm>
            <a:off x="6749336" y="1823664"/>
            <a:ext cx="45719" cy="776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E22502EA-3465-5BBA-216F-3403C31FEB87}"/>
              </a:ext>
            </a:extLst>
          </p:cNvPr>
          <p:cNvCxnSpPr>
            <a:cxnSpLocks/>
            <a:stCxn id="27" idx="2"/>
          </p:cNvCxnSpPr>
          <p:nvPr/>
        </p:nvCxnSpPr>
        <p:spPr>
          <a:xfrm flipH="1">
            <a:off x="4447943" y="2600327"/>
            <a:ext cx="2324253"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7FA871-0F65-385D-2234-09E1A99F32E3}"/>
              </a:ext>
            </a:extLst>
          </p:cNvPr>
          <p:cNvCxnSpPr/>
          <p:nvPr/>
        </p:nvCxnSpPr>
        <p:spPr>
          <a:xfrm flipH="1">
            <a:off x="2277988" y="2924944"/>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4F9DC7-B795-4DA8-C1EB-5C6E338265E0}"/>
              </a:ext>
            </a:extLst>
          </p:cNvPr>
          <p:cNvCxnSpPr/>
          <p:nvPr/>
        </p:nvCxnSpPr>
        <p:spPr>
          <a:xfrm flipH="1">
            <a:off x="549796" y="3212976"/>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7295707-1C64-EFC0-49D4-938F2BA18F41}"/>
              </a:ext>
            </a:extLst>
          </p:cNvPr>
          <p:cNvSpPr/>
          <p:nvPr/>
        </p:nvSpPr>
        <p:spPr>
          <a:xfrm>
            <a:off x="4402224" y="1553654"/>
            <a:ext cx="45719" cy="129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EFCCC11-1FB8-B25F-1B53-A6D149BFC7BA}"/>
              </a:ext>
            </a:extLst>
          </p:cNvPr>
          <p:cNvSpPr/>
          <p:nvPr/>
        </p:nvSpPr>
        <p:spPr>
          <a:xfrm>
            <a:off x="2232269" y="1364624"/>
            <a:ext cx="45719" cy="1848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5524566F-6F2A-F095-3C3F-14536EC01361}"/>
              </a:ext>
            </a:extLst>
          </p:cNvPr>
          <p:cNvSpPr/>
          <p:nvPr/>
        </p:nvSpPr>
        <p:spPr>
          <a:xfrm>
            <a:off x="8263679" y="633381"/>
            <a:ext cx="1512168" cy="4320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BIMP</a:t>
            </a:r>
          </a:p>
        </p:txBody>
      </p:sp>
      <p:cxnSp>
        <p:nvCxnSpPr>
          <p:cNvPr id="41" name="Straight Connector 40">
            <a:extLst>
              <a:ext uri="{FF2B5EF4-FFF2-40B4-BE49-F238E27FC236}">
                <a16:creationId xmlns:a16="http://schemas.microsoft.com/office/drawing/2014/main" id="{36274AFA-4073-6370-09FC-0ADFF13210E0}"/>
              </a:ext>
            </a:extLst>
          </p:cNvPr>
          <p:cNvCxnSpPr/>
          <p:nvPr/>
        </p:nvCxnSpPr>
        <p:spPr>
          <a:xfrm flipH="1">
            <a:off x="9019763" y="1044269"/>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EE8236B2-722A-E639-A076-5E475FCD4754}"/>
              </a:ext>
            </a:extLst>
          </p:cNvPr>
          <p:cNvCxnSpPr>
            <a:cxnSpLocks/>
          </p:cNvCxnSpPr>
          <p:nvPr/>
        </p:nvCxnSpPr>
        <p:spPr>
          <a:xfrm flipV="1">
            <a:off x="6772195" y="1927172"/>
            <a:ext cx="2222764" cy="3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2423030E-0BC3-B0EB-9AF5-5B7317FC2842}"/>
              </a:ext>
            </a:extLst>
          </p:cNvPr>
          <p:cNvSpPr/>
          <p:nvPr/>
        </p:nvSpPr>
        <p:spPr>
          <a:xfrm>
            <a:off x="8994959" y="1902658"/>
            <a:ext cx="45719" cy="27699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FD4F023D-62A2-84DC-13E9-CCCB5798C126}"/>
              </a:ext>
            </a:extLst>
          </p:cNvPr>
          <p:cNvCxnSpPr>
            <a:cxnSpLocks/>
            <a:stCxn id="45" idx="2"/>
            <a:endCxn id="27" idx="3"/>
          </p:cNvCxnSpPr>
          <p:nvPr/>
        </p:nvCxnSpPr>
        <p:spPr>
          <a:xfrm flipH="1">
            <a:off x="6795055" y="2179653"/>
            <a:ext cx="2222764" cy="3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Multiplication Sign 50">
            <a:extLst>
              <a:ext uri="{FF2B5EF4-FFF2-40B4-BE49-F238E27FC236}">
                <a16:creationId xmlns:a16="http://schemas.microsoft.com/office/drawing/2014/main" id="{3954C2E5-2E6E-9944-4977-9EA616E9186C}"/>
              </a:ext>
            </a:extLst>
          </p:cNvPr>
          <p:cNvSpPr/>
          <p:nvPr/>
        </p:nvSpPr>
        <p:spPr>
          <a:xfrm>
            <a:off x="6605309" y="2078118"/>
            <a:ext cx="315572" cy="307725"/>
          </a:xfrm>
          <a:prstGeom prst="mathMultiply">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B741D58F-CF33-EF1D-4FA0-64B8701356A6}"/>
              </a:ext>
            </a:extLst>
          </p:cNvPr>
          <p:cNvSpPr txBox="1"/>
          <p:nvPr/>
        </p:nvSpPr>
        <p:spPr>
          <a:xfrm>
            <a:off x="8248590" y="1695744"/>
            <a:ext cx="1584175" cy="276999"/>
          </a:xfrm>
          <a:prstGeom prst="rect">
            <a:avLst/>
          </a:prstGeom>
          <a:noFill/>
        </p:spPr>
        <p:txBody>
          <a:bodyPr wrap="square" rtlCol="0">
            <a:spAutoFit/>
          </a:bodyPr>
          <a:lstStyle/>
          <a:p>
            <a:r>
              <a:rPr lang="en-IN" sz="1200" b="1" dirty="0"/>
              <a:t>entities</a:t>
            </a:r>
          </a:p>
        </p:txBody>
      </p:sp>
      <p:sp>
        <p:nvSpPr>
          <p:cNvPr id="55" name="TextBox 54">
            <a:extLst>
              <a:ext uri="{FF2B5EF4-FFF2-40B4-BE49-F238E27FC236}">
                <a16:creationId xmlns:a16="http://schemas.microsoft.com/office/drawing/2014/main" id="{C45C42B8-4DED-2C78-C934-FD2ABA6B6483}"/>
              </a:ext>
            </a:extLst>
          </p:cNvPr>
          <p:cNvSpPr txBox="1"/>
          <p:nvPr/>
        </p:nvSpPr>
        <p:spPr>
          <a:xfrm>
            <a:off x="8264034" y="2098994"/>
            <a:ext cx="1584175" cy="461665"/>
          </a:xfrm>
          <a:prstGeom prst="rect">
            <a:avLst/>
          </a:prstGeom>
          <a:noFill/>
        </p:spPr>
        <p:txBody>
          <a:bodyPr wrap="square" rtlCol="0">
            <a:spAutoFit/>
          </a:bodyPr>
          <a:lstStyle/>
          <a:p>
            <a:r>
              <a:rPr lang="en-IN" sz="1200" b="1" dirty="0"/>
              <a:t>FAILED, MAPPED, REPORTED</a:t>
            </a:r>
          </a:p>
        </p:txBody>
      </p:sp>
    </p:spTree>
    <p:extLst>
      <p:ext uri="{BB962C8B-B14F-4D97-AF65-F5344CB8AC3E}">
        <p14:creationId xmlns:p14="http://schemas.microsoft.com/office/powerpoint/2010/main" val="3940626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15</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369332"/>
          </a:xfrm>
          <a:prstGeom prst="rect">
            <a:avLst/>
          </a:prstGeom>
          <a:noFill/>
        </p:spPr>
        <p:txBody>
          <a:bodyPr wrap="square" rtlCol="0">
            <a:spAutoFit/>
          </a:bodyPr>
          <a:lstStyle/>
          <a:p>
            <a:r>
              <a:rPr lang="en-US" sz="1800" dirty="0"/>
              <a:t>Assign the booking Supplement ID automatically during creation with </a:t>
            </a:r>
            <a:r>
              <a:rPr lang="en-US" sz="1800"/>
              <a:t>early numbering.</a:t>
            </a:r>
            <a:endParaRPr lang="en-IN"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Exercise</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45F1575-E708-EF6C-633A-2AD5D9EB5792}"/>
                  </a:ext>
                </a:extLst>
              </p14:cNvPr>
              <p14:cNvContentPartPr/>
              <p14:nvPr/>
            </p14:nvContentPartPr>
            <p14:xfrm>
              <a:off x="2418052" y="957143"/>
              <a:ext cx="360" cy="360"/>
            </p14:xfrm>
          </p:contentPart>
        </mc:Choice>
        <mc:Fallback xmlns="">
          <p:pic>
            <p:nvPicPr>
              <p:cNvPr id="5" name="Ink 4">
                <a:extLst>
                  <a:ext uri="{FF2B5EF4-FFF2-40B4-BE49-F238E27FC236}">
                    <a16:creationId xmlns:a16="http://schemas.microsoft.com/office/drawing/2014/main" id="{A45F1575-E708-EF6C-633A-2AD5D9EB5792}"/>
                  </a:ext>
                </a:extLst>
              </p:cNvPr>
              <p:cNvPicPr/>
              <p:nvPr/>
            </p:nvPicPr>
            <p:blipFill>
              <a:blip r:embed="rId4"/>
              <a:stretch>
                <a:fillRect/>
              </a:stretch>
            </p:blipFill>
            <p:spPr>
              <a:xfrm>
                <a:off x="2400052" y="939503"/>
                <a:ext cx="36000" cy="36000"/>
              </a:xfrm>
              <a:prstGeom prst="rect">
                <a:avLst/>
              </a:prstGeom>
            </p:spPr>
          </p:pic>
        </mc:Fallback>
      </mc:AlternateContent>
    </p:spTree>
    <p:extLst>
      <p:ext uri="{BB962C8B-B14F-4D97-AF65-F5344CB8AC3E}">
        <p14:creationId xmlns:p14="http://schemas.microsoft.com/office/powerpoint/2010/main" val="3202867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16</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031325"/>
          </a:xfrm>
          <a:prstGeom prst="rect">
            <a:avLst/>
          </a:prstGeom>
          <a:noFill/>
        </p:spPr>
        <p:txBody>
          <a:bodyPr wrap="square" rtlCol="0">
            <a:spAutoFit/>
          </a:bodyPr>
          <a:lstStyle/>
          <a:p>
            <a:r>
              <a:rPr lang="en-US" sz="1800" dirty="0"/>
              <a:t>As an application developer we want to determine which entities of our BO needs to allow create-, update-, delete- operations. Apart from that which properties of BO are allowed to be mandatory, read only, creatable, updatable. We can also control the availability of our data actions.</a:t>
            </a:r>
          </a:p>
          <a:p>
            <a:r>
              <a:rPr lang="en-US" sz="1800" dirty="0"/>
              <a:t>In RAP, feature controls are of 2 types:</a:t>
            </a:r>
          </a:p>
          <a:p>
            <a:pPr marL="342900" indent="-342900">
              <a:buAutoNum type="arabicPeriod"/>
            </a:pPr>
            <a:r>
              <a:rPr lang="en-US" sz="1800" dirty="0"/>
              <a:t>Static feature control – are specified at the level of behavior definition only. Statically declared and easy to implement.</a:t>
            </a:r>
          </a:p>
          <a:p>
            <a:pPr marL="342900" indent="-342900">
              <a:buAutoNum type="arabicPeriod"/>
            </a:pPr>
            <a:r>
              <a:rPr lang="en-US" sz="1800" dirty="0"/>
              <a:t>Dynamic feature control – complex to implement for more complex requirements. They require a mandatory implementation in BIMP class. We use keyword </a:t>
            </a:r>
            <a:r>
              <a:rPr lang="en-US" sz="1800" b="1" dirty="0" err="1"/>
              <a:t>features:instance</a:t>
            </a:r>
            <a:endParaRPr lang="en-IN" sz="1800" b="1"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Feature Control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197B89D-2325-12C8-E987-51633A1ECDD4}"/>
              </a:ext>
            </a:extLst>
          </p:cNvPr>
          <p:cNvPicPr>
            <a:picLocks noChangeAspect="1"/>
          </p:cNvPicPr>
          <p:nvPr/>
        </p:nvPicPr>
        <p:blipFill>
          <a:blip r:embed="rId3"/>
          <a:stretch>
            <a:fillRect/>
          </a:stretch>
        </p:blipFill>
        <p:spPr>
          <a:xfrm>
            <a:off x="1978950" y="3270974"/>
            <a:ext cx="7773521" cy="3089713"/>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824B257-FB7F-C6D7-B108-273EAB7C2E1B}"/>
                  </a:ext>
                </a:extLst>
              </p14:cNvPr>
              <p14:cNvContentPartPr/>
              <p14:nvPr/>
            </p14:nvContentPartPr>
            <p14:xfrm>
              <a:off x="5412172" y="2722943"/>
              <a:ext cx="2126520" cy="315000"/>
            </p14:xfrm>
          </p:contentPart>
        </mc:Choice>
        <mc:Fallback xmlns="">
          <p:pic>
            <p:nvPicPr>
              <p:cNvPr id="5" name="Ink 4">
                <a:extLst>
                  <a:ext uri="{FF2B5EF4-FFF2-40B4-BE49-F238E27FC236}">
                    <a16:creationId xmlns:a16="http://schemas.microsoft.com/office/drawing/2014/main" id="{6824B257-FB7F-C6D7-B108-273EAB7C2E1B}"/>
                  </a:ext>
                </a:extLst>
              </p:cNvPr>
              <p:cNvPicPr/>
              <p:nvPr/>
            </p:nvPicPr>
            <p:blipFill>
              <a:blip r:embed="rId5"/>
              <a:stretch>
                <a:fillRect/>
              </a:stretch>
            </p:blipFill>
            <p:spPr>
              <a:xfrm>
                <a:off x="5403172" y="2713943"/>
                <a:ext cx="2144160" cy="332640"/>
              </a:xfrm>
              <a:prstGeom prst="rect">
                <a:avLst/>
              </a:prstGeom>
            </p:spPr>
          </p:pic>
        </mc:Fallback>
      </mc:AlternateContent>
    </p:spTree>
    <p:extLst>
      <p:ext uri="{BB962C8B-B14F-4D97-AF65-F5344CB8AC3E}">
        <p14:creationId xmlns:p14="http://schemas.microsoft.com/office/powerpoint/2010/main" val="2437695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17</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524315"/>
          </a:xfrm>
          <a:prstGeom prst="rect">
            <a:avLst/>
          </a:prstGeom>
          <a:noFill/>
        </p:spPr>
        <p:txBody>
          <a:bodyPr wrap="square" rtlCol="0">
            <a:spAutoFit/>
          </a:bodyPr>
          <a:lstStyle/>
          <a:p>
            <a:r>
              <a:rPr lang="en-US" sz="1800" dirty="0"/>
              <a:t>In the context of RAP, an action is a non-standard operation that change the data of a BO instance or create new BO instances. They are self implemented operations. There are two main categories of data actions can be implemented in RAP:</a:t>
            </a:r>
          </a:p>
          <a:p>
            <a:endParaRPr lang="en-US" sz="1800" dirty="0"/>
          </a:p>
          <a:p>
            <a:r>
              <a:rPr lang="en-US" sz="1800" b="1" dirty="0"/>
              <a:t>Non factory action: </a:t>
            </a:r>
            <a:r>
              <a:rPr lang="en-US" sz="1800" dirty="0"/>
              <a:t>Defines a RAP action which offers the non-standard behavior and implement custom logic in handler with MODIFY clause. A non factory action can be of 2 sub types (</a:t>
            </a:r>
            <a:r>
              <a:rPr lang="en-US" sz="1800" b="1" dirty="0"/>
              <a:t>change a property of a record)</a:t>
            </a:r>
            <a:endParaRPr lang="en-US" sz="1800" dirty="0"/>
          </a:p>
          <a:p>
            <a:pPr marL="342900" indent="-342900">
              <a:buAutoNum type="alphaLcPeriod"/>
            </a:pPr>
            <a:r>
              <a:rPr lang="en-US" sz="1800" b="1" dirty="0"/>
              <a:t>Static – </a:t>
            </a:r>
            <a:r>
              <a:rPr lang="en-US" sz="1800" dirty="0"/>
              <a:t>they are not bound to any instance, they are generic and can be applied to all instances, like we want to change the booking fees for all travel request as fix price during promotion period.</a:t>
            </a:r>
          </a:p>
          <a:p>
            <a:pPr marL="342900" indent="-342900">
              <a:buAutoNum type="alphaLcPeriod"/>
            </a:pPr>
            <a:r>
              <a:rPr lang="en-US" sz="1800" b="1" dirty="0"/>
              <a:t>Instance – </a:t>
            </a:r>
            <a:r>
              <a:rPr lang="en-US" sz="1800" dirty="0"/>
              <a:t>An action that, by default relates to a BO RAP entity instance and changes the state of BO instance. E.g. like approve or reject a travel request where user choose a instance which they want to work with.</a:t>
            </a:r>
          </a:p>
          <a:p>
            <a:pPr marL="342900" indent="-342900">
              <a:buAutoNum type="alphaLcPeriod"/>
            </a:pPr>
            <a:endParaRPr lang="en-US" sz="1800" b="1" dirty="0"/>
          </a:p>
          <a:p>
            <a:r>
              <a:rPr lang="en-US" sz="1800" b="1" dirty="0"/>
              <a:t>Factory Action – </a:t>
            </a:r>
            <a:r>
              <a:rPr lang="en-US" sz="1800" dirty="0"/>
              <a:t>A factory action used to </a:t>
            </a:r>
            <a:r>
              <a:rPr lang="en-US" sz="1800" b="1" dirty="0"/>
              <a:t>create</a:t>
            </a:r>
            <a:r>
              <a:rPr lang="en-US" sz="1800" dirty="0"/>
              <a:t> new BO instances. A factory action can be instance-bound (default) or static.</a:t>
            </a:r>
            <a:endParaRPr lang="en-IN" sz="1800" dirty="0"/>
          </a:p>
          <a:p>
            <a:pPr marL="342900" indent="-342900">
              <a:buAutoNum type="alphaLcPeriod"/>
            </a:pPr>
            <a:r>
              <a:rPr lang="en-IN" sz="1800" dirty="0"/>
              <a:t>Instance – that copy specific values of an instance and create new instances based on copied data</a:t>
            </a:r>
          </a:p>
          <a:p>
            <a:pPr marL="342900" indent="-342900">
              <a:buAutoNum type="alphaLcPeriod"/>
            </a:pPr>
            <a:r>
              <a:rPr lang="en-IN" sz="1800" dirty="0"/>
              <a:t>Static – can be used to create instances with prefilled default values</a:t>
            </a:r>
          </a:p>
          <a:p>
            <a:endParaRPr lang="en-US"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Data Actions in RAP</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4402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sp>
        <p:nvSpPr>
          <p:cNvPr id="1659" name="Google Shape;1659;p85"/>
          <p:cNvSpPr txBox="1"/>
          <p:nvPr/>
        </p:nvSpPr>
        <p:spPr>
          <a:xfrm>
            <a:off x="224979" y="788088"/>
            <a:ext cx="11806237"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 determination modifies instance of business object based on trigger condition. Trigger condition can be modify operations such as create, update, and delete and modified field. There are 2 types of determination</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modify – will be triggered before save whenever trigger condition is met e.g. when I change booking fee</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save – will always trigger at the time of save</a:t>
            </a:r>
            <a:endParaRPr dirty="0"/>
          </a:p>
          <a:p>
            <a:pPr marL="285750" marR="0" lvl="0" indent="-1841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Add the code for defining the determination in behavior definition, we want to do it in reusable way</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Use quick fix to generate the code for determination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Define a structure where we can store all the booking fees and currency code</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Read all travel instances, subsequent bookings using EML</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Total all booking and supplement amounts which are in common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Delete the values w/o any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Loop at all amounts and compare with target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Perform currency conversion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Put back the total amount</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Return the total amount in </a:t>
            </a:r>
            <a:r>
              <a:rPr lang="en-US" sz="1600" b="1" i="0" u="none" strike="noStrike" cap="none" dirty="0">
                <a:solidFill>
                  <a:schemeClr val="dk1"/>
                </a:solidFill>
                <a:latin typeface="Calibri"/>
                <a:ea typeface="Calibri"/>
                <a:cs typeface="Calibri"/>
                <a:sym typeface="Calibri"/>
              </a:rPr>
              <a:t>mapped</a:t>
            </a:r>
            <a:r>
              <a:rPr lang="en-US" sz="1600" b="0" i="0" u="none" strike="noStrike" cap="none" dirty="0">
                <a:solidFill>
                  <a:schemeClr val="dk1"/>
                </a:solidFill>
                <a:latin typeface="Calibri"/>
                <a:ea typeface="Calibri"/>
                <a:cs typeface="Calibri"/>
                <a:sym typeface="Calibri"/>
              </a:rPr>
              <a:t> so the RAP will modify this data to DB</a:t>
            </a:r>
            <a:endParaRPr dirty="0"/>
          </a:p>
          <a:p>
            <a:pPr marL="952393" marR="0" lvl="1" indent="-241300" algn="l" rtl="0">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p:txBody>
      </p:sp>
      <p:sp>
        <p:nvSpPr>
          <p:cNvPr id="1660" name="Google Shape;1660;p8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Determination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37720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59">
                                            <p:txEl>
                                              <p:pRg st="0" end="0"/>
                                            </p:txEl>
                                          </p:spTgt>
                                        </p:tgtEl>
                                        <p:attrNameLst>
                                          <p:attrName>style.visibility</p:attrName>
                                        </p:attrNameLst>
                                      </p:cBhvr>
                                      <p:to>
                                        <p:strVal val="visible"/>
                                      </p:to>
                                    </p:set>
                                    <p:animEffect transition="in" filter="fade">
                                      <p:cBhvr>
                                        <p:cTn id="7" dur="1000"/>
                                        <p:tgtEl>
                                          <p:spTgt spid="1659">
                                            <p:txEl>
                                              <p:pRg st="0" end="0"/>
                                            </p:txEl>
                                          </p:spTgt>
                                        </p:tgtEl>
                                      </p:cBhvr>
                                    </p:animEffect>
                                    <p:anim calcmode="lin" valueType="num">
                                      <p:cBhvr>
                                        <p:cTn id="8" dur="1000" fill="hold"/>
                                        <p:tgtEl>
                                          <p:spTgt spid="16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59">
                                            <p:txEl>
                                              <p:pRg st="1" end="1"/>
                                            </p:txEl>
                                          </p:spTgt>
                                        </p:tgtEl>
                                        <p:attrNameLst>
                                          <p:attrName>style.visibility</p:attrName>
                                        </p:attrNameLst>
                                      </p:cBhvr>
                                      <p:to>
                                        <p:strVal val="visible"/>
                                      </p:to>
                                    </p:set>
                                    <p:animEffect transition="in" filter="fade">
                                      <p:cBhvr>
                                        <p:cTn id="12" dur="1000"/>
                                        <p:tgtEl>
                                          <p:spTgt spid="1659">
                                            <p:txEl>
                                              <p:pRg st="1" end="1"/>
                                            </p:txEl>
                                          </p:spTgt>
                                        </p:tgtEl>
                                      </p:cBhvr>
                                    </p:animEffect>
                                    <p:anim calcmode="lin" valueType="num">
                                      <p:cBhvr>
                                        <p:cTn id="13" dur="1000" fill="hold"/>
                                        <p:tgtEl>
                                          <p:spTgt spid="16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5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59">
                                            <p:txEl>
                                              <p:pRg st="2" end="2"/>
                                            </p:txEl>
                                          </p:spTgt>
                                        </p:tgtEl>
                                        <p:attrNameLst>
                                          <p:attrName>style.visibility</p:attrName>
                                        </p:attrNameLst>
                                      </p:cBhvr>
                                      <p:to>
                                        <p:strVal val="visible"/>
                                      </p:to>
                                    </p:set>
                                    <p:animEffect transition="in" filter="fade">
                                      <p:cBhvr>
                                        <p:cTn id="17" dur="1000"/>
                                        <p:tgtEl>
                                          <p:spTgt spid="1659">
                                            <p:txEl>
                                              <p:pRg st="2" end="2"/>
                                            </p:txEl>
                                          </p:spTgt>
                                        </p:tgtEl>
                                      </p:cBhvr>
                                    </p:animEffect>
                                    <p:anim calcmode="lin" valueType="num">
                                      <p:cBhvr>
                                        <p:cTn id="18" dur="1000" fill="hold"/>
                                        <p:tgtEl>
                                          <p:spTgt spid="165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65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59">
                                            <p:txEl>
                                              <p:pRg st="4" end="4"/>
                                            </p:txEl>
                                          </p:spTgt>
                                        </p:tgtEl>
                                        <p:attrNameLst>
                                          <p:attrName>style.visibility</p:attrName>
                                        </p:attrNameLst>
                                      </p:cBhvr>
                                      <p:to>
                                        <p:strVal val="visible"/>
                                      </p:to>
                                    </p:set>
                                    <p:animEffect transition="in" filter="fade">
                                      <p:cBhvr>
                                        <p:cTn id="24" dur="1000"/>
                                        <p:tgtEl>
                                          <p:spTgt spid="1659">
                                            <p:txEl>
                                              <p:pRg st="4" end="4"/>
                                            </p:txEl>
                                          </p:spTgt>
                                        </p:tgtEl>
                                      </p:cBhvr>
                                    </p:animEffect>
                                    <p:anim calcmode="lin" valueType="num">
                                      <p:cBhvr>
                                        <p:cTn id="25" dur="1000" fill="hold"/>
                                        <p:tgtEl>
                                          <p:spTgt spid="165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5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59">
                                            <p:txEl>
                                              <p:pRg st="5" end="5"/>
                                            </p:txEl>
                                          </p:spTgt>
                                        </p:tgtEl>
                                        <p:attrNameLst>
                                          <p:attrName>style.visibility</p:attrName>
                                        </p:attrNameLst>
                                      </p:cBhvr>
                                      <p:to>
                                        <p:strVal val="visible"/>
                                      </p:to>
                                    </p:set>
                                    <p:animEffect transition="in" filter="fade">
                                      <p:cBhvr>
                                        <p:cTn id="29" dur="1000"/>
                                        <p:tgtEl>
                                          <p:spTgt spid="1659">
                                            <p:txEl>
                                              <p:pRg st="5" end="5"/>
                                            </p:txEl>
                                          </p:spTgt>
                                        </p:tgtEl>
                                      </p:cBhvr>
                                    </p:animEffect>
                                    <p:anim calcmode="lin" valueType="num">
                                      <p:cBhvr>
                                        <p:cTn id="30" dur="1000" fill="hold"/>
                                        <p:tgtEl>
                                          <p:spTgt spid="165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659">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59">
                                            <p:txEl>
                                              <p:pRg st="6" end="6"/>
                                            </p:txEl>
                                          </p:spTgt>
                                        </p:tgtEl>
                                        <p:attrNameLst>
                                          <p:attrName>style.visibility</p:attrName>
                                        </p:attrNameLst>
                                      </p:cBhvr>
                                      <p:to>
                                        <p:strVal val="visible"/>
                                      </p:to>
                                    </p:set>
                                    <p:animEffect transition="in" filter="fade">
                                      <p:cBhvr>
                                        <p:cTn id="34" dur="1000"/>
                                        <p:tgtEl>
                                          <p:spTgt spid="1659">
                                            <p:txEl>
                                              <p:pRg st="6" end="6"/>
                                            </p:txEl>
                                          </p:spTgt>
                                        </p:tgtEl>
                                      </p:cBhvr>
                                    </p:animEffect>
                                    <p:anim calcmode="lin" valueType="num">
                                      <p:cBhvr>
                                        <p:cTn id="35" dur="1000" fill="hold"/>
                                        <p:tgtEl>
                                          <p:spTgt spid="1659">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659">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659">
                                            <p:txEl>
                                              <p:pRg st="7" end="7"/>
                                            </p:txEl>
                                          </p:spTgt>
                                        </p:tgtEl>
                                        <p:attrNameLst>
                                          <p:attrName>style.visibility</p:attrName>
                                        </p:attrNameLst>
                                      </p:cBhvr>
                                      <p:to>
                                        <p:strVal val="visible"/>
                                      </p:to>
                                    </p:set>
                                    <p:animEffect transition="in" filter="fade">
                                      <p:cBhvr>
                                        <p:cTn id="39" dur="1000"/>
                                        <p:tgtEl>
                                          <p:spTgt spid="1659">
                                            <p:txEl>
                                              <p:pRg st="7" end="7"/>
                                            </p:txEl>
                                          </p:spTgt>
                                        </p:tgtEl>
                                      </p:cBhvr>
                                    </p:animEffect>
                                    <p:anim calcmode="lin" valueType="num">
                                      <p:cBhvr>
                                        <p:cTn id="40" dur="1000" fill="hold"/>
                                        <p:tgtEl>
                                          <p:spTgt spid="1659">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659">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59">
                                            <p:txEl>
                                              <p:pRg st="8" end="8"/>
                                            </p:txEl>
                                          </p:spTgt>
                                        </p:tgtEl>
                                        <p:attrNameLst>
                                          <p:attrName>style.visibility</p:attrName>
                                        </p:attrNameLst>
                                      </p:cBhvr>
                                      <p:to>
                                        <p:strVal val="visible"/>
                                      </p:to>
                                    </p:set>
                                    <p:animEffect transition="in" filter="fade">
                                      <p:cBhvr>
                                        <p:cTn id="44" dur="1000"/>
                                        <p:tgtEl>
                                          <p:spTgt spid="1659">
                                            <p:txEl>
                                              <p:pRg st="8" end="8"/>
                                            </p:txEl>
                                          </p:spTgt>
                                        </p:tgtEl>
                                      </p:cBhvr>
                                    </p:animEffect>
                                    <p:anim calcmode="lin" valueType="num">
                                      <p:cBhvr>
                                        <p:cTn id="45" dur="1000" fill="hold"/>
                                        <p:tgtEl>
                                          <p:spTgt spid="1659">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659">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59">
                                            <p:txEl>
                                              <p:pRg st="9" end="9"/>
                                            </p:txEl>
                                          </p:spTgt>
                                        </p:tgtEl>
                                        <p:attrNameLst>
                                          <p:attrName>style.visibility</p:attrName>
                                        </p:attrNameLst>
                                      </p:cBhvr>
                                      <p:to>
                                        <p:strVal val="visible"/>
                                      </p:to>
                                    </p:set>
                                    <p:animEffect transition="in" filter="fade">
                                      <p:cBhvr>
                                        <p:cTn id="49" dur="1000"/>
                                        <p:tgtEl>
                                          <p:spTgt spid="1659">
                                            <p:txEl>
                                              <p:pRg st="9" end="9"/>
                                            </p:txEl>
                                          </p:spTgt>
                                        </p:tgtEl>
                                      </p:cBhvr>
                                    </p:animEffect>
                                    <p:anim calcmode="lin" valueType="num">
                                      <p:cBhvr>
                                        <p:cTn id="50" dur="1000" fill="hold"/>
                                        <p:tgtEl>
                                          <p:spTgt spid="1659">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659">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59">
                                            <p:txEl>
                                              <p:pRg st="10" end="10"/>
                                            </p:txEl>
                                          </p:spTgt>
                                        </p:tgtEl>
                                        <p:attrNameLst>
                                          <p:attrName>style.visibility</p:attrName>
                                        </p:attrNameLst>
                                      </p:cBhvr>
                                      <p:to>
                                        <p:strVal val="visible"/>
                                      </p:to>
                                    </p:set>
                                    <p:animEffect transition="in" filter="fade">
                                      <p:cBhvr>
                                        <p:cTn id="54" dur="1000"/>
                                        <p:tgtEl>
                                          <p:spTgt spid="1659">
                                            <p:txEl>
                                              <p:pRg st="10" end="10"/>
                                            </p:txEl>
                                          </p:spTgt>
                                        </p:tgtEl>
                                      </p:cBhvr>
                                    </p:animEffect>
                                    <p:anim calcmode="lin" valueType="num">
                                      <p:cBhvr>
                                        <p:cTn id="55" dur="1000" fill="hold"/>
                                        <p:tgtEl>
                                          <p:spTgt spid="1659">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1659">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659">
                                            <p:txEl>
                                              <p:pRg st="11" end="11"/>
                                            </p:txEl>
                                          </p:spTgt>
                                        </p:tgtEl>
                                        <p:attrNameLst>
                                          <p:attrName>style.visibility</p:attrName>
                                        </p:attrNameLst>
                                      </p:cBhvr>
                                      <p:to>
                                        <p:strVal val="visible"/>
                                      </p:to>
                                    </p:set>
                                    <p:animEffect transition="in" filter="fade">
                                      <p:cBhvr>
                                        <p:cTn id="59" dur="1000"/>
                                        <p:tgtEl>
                                          <p:spTgt spid="1659">
                                            <p:txEl>
                                              <p:pRg st="11" end="11"/>
                                            </p:txEl>
                                          </p:spTgt>
                                        </p:tgtEl>
                                      </p:cBhvr>
                                    </p:animEffect>
                                    <p:anim calcmode="lin" valueType="num">
                                      <p:cBhvr>
                                        <p:cTn id="60" dur="1000" fill="hold"/>
                                        <p:tgtEl>
                                          <p:spTgt spid="1659">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1659">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659">
                                            <p:txEl>
                                              <p:pRg st="12" end="12"/>
                                            </p:txEl>
                                          </p:spTgt>
                                        </p:tgtEl>
                                        <p:attrNameLst>
                                          <p:attrName>style.visibility</p:attrName>
                                        </p:attrNameLst>
                                      </p:cBhvr>
                                      <p:to>
                                        <p:strVal val="visible"/>
                                      </p:to>
                                    </p:set>
                                    <p:animEffect transition="in" filter="fade">
                                      <p:cBhvr>
                                        <p:cTn id="64" dur="1000"/>
                                        <p:tgtEl>
                                          <p:spTgt spid="1659">
                                            <p:txEl>
                                              <p:pRg st="12" end="12"/>
                                            </p:txEl>
                                          </p:spTgt>
                                        </p:tgtEl>
                                      </p:cBhvr>
                                    </p:animEffect>
                                    <p:anim calcmode="lin" valueType="num">
                                      <p:cBhvr>
                                        <p:cTn id="65" dur="1000" fill="hold"/>
                                        <p:tgtEl>
                                          <p:spTgt spid="1659">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659">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659">
                                            <p:txEl>
                                              <p:pRg st="13" end="13"/>
                                            </p:txEl>
                                          </p:spTgt>
                                        </p:tgtEl>
                                        <p:attrNameLst>
                                          <p:attrName>style.visibility</p:attrName>
                                        </p:attrNameLst>
                                      </p:cBhvr>
                                      <p:to>
                                        <p:strVal val="visible"/>
                                      </p:to>
                                    </p:set>
                                    <p:animEffect transition="in" filter="fade">
                                      <p:cBhvr>
                                        <p:cTn id="69" dur="1000"/>
                                        <p:tgtEl>
                                          <p:spTgt spid="1659">
                                            <p:txEl>
                                              <p:pRg st="13" end="13"/>
                                            </p:txEl>
                                          </p:spTgt>
                                        </p:tgtEl>
                                      </p:cBhvr>
                                    </p:animEffect>
                                    <p:anim calcmode="lin" valueType="num">
                                      <p:cBhvr>
                                        <p:cTn id="70" dur="1000" fill="hold"/>
                                        <p:tgtEl>
                                          <p:spTgt spid="1659">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1659">
                                            <p:txEl>
                                              <p:pRg st="13" end="1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659">
                                            <p:txEl>
                                              <p:pRg st="14" end="14"/>
                                            </p:txEl>
                                          </p:spTgt>
                                        </p:tgtEl>
                                        <p:attrNameLst>
                                          <p:attrName>style.visibility</p:attrName>
                                        </p:attrNameLst>
                                      </p:cBhvr>
                                      <p:to>
                                        <p:strVal val="visible"/>
                                      </p:to>
                                    </p:set>
                                    <p:animEffect transition="in" filter="fade">
                                      <p:cBhvr>
                                        <p:cTn id="74" dur="1000"/>
                                        <p:tgtEl>
                                          <p:spTgt spid="1659">
                                            <p:txEl>
                                              <p:pRg st="14" end="14"/>
                                            </p:txEl>
                                          </p:spTgt>
                                        </p:tgtEl>
                                      </p:cBhvr>
                                    </p:animEffect>
                                    <p:anim calcmode="lin" valueType="num">
                                      <p:cBhvr>
                                        <p:cTn id="75" dur="1000" fill="hold"/>
                                        <p:tgtEl>
                                          <p:spTgt spid="1659">
                                            <p:txEl>
                                              <p:pRg st="14" end="14"/>
                                            </p:txEl>
                                          </p:spTgt>
                                        </p:tgtEl>
                                        <p:attrNameLst>
                                          <p:attrName>ppt_x</p:attrName>
                                        </p:attrNameLst>
                                      </p:cBhvr>
                                      <p:tavLst>
                                        <p:tav tm="0">
                                          <p:val>
                                            <p:strVal val="#ppt_x"/>
                                          </p:val>
                                        </p:tav>
                                        <p:tav tm="100000">
                                          <p:val>
                                            <p:strVal val="#ppt_x"/>
                                          </p:val>
                                        </p:tav>
                                      </p:tavLst>
                                    </p:anim>
                                    <p:anim calcmode="lin" valueType="num">
                                      <p:cBhvr>
                                        <p:cTn id="76" dur="1000" fill="hold"/>
                                        <p:tgtEl>
                                          <p:spTgt spid="165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a:solidFill>
                  <a:srgbClr val="75C042"/>
                </a:solidFill>
                <a:latin typeface="Segoe UI" panose="020B0502040204020203" pitchFamily="34" charset="0"/>
                <a:ea typeface="Calibri Light" charset="0"/>
                <a:cs typeface="Segoe UI" panose="020B0502040204020203" pitchFamily="34" charset="0"/>
              </a:rPr>
              <a:t>23</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2142</TotalTime>
  <Words>2315</Words>
  <Application>Microsoft Office PowerPoint</Application>
  <PresentationFormat>Custom</PresentationFormat>
  <Paragraphs>232</Paragraphs>
  <Slides>20</Slides>
  <Notes>11</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20</vt:i4>
      </vt:variant>
    </vt:vector>
  </HeadingPairs>
  <TitlesOfParts>
    <vt:vector size="37" baseType="lpstr">
      <vt:lpstr>Quattrocento Sans</vt:lpstr>
      <vt:lpstr>Segoe UI Light</vt:lpstr>
      <vt:lpstr>Open Sans</vt:lpstr>
      <vt:lpstr>Arial</vt:lpstr>
      <vt:lpstr>72 Monospace</vt:lpstr>
      <vt:lpstr>Segoe UI</vt:lpstr>
      <vt:lpstr>Corben</vt:lpstr>
      <vt:lpstr>Segoe UI Black</vt:lpstr>
      <vt:lpstr>Cooper Black</vt:lpstr>
      <vt:lpstr>Calibri</vt:lpstr>
      <vt:lpstr>Arial Black</vt:lpstr>
      <vt:lpstr>Cambria</vt:lpstr>
      <vt:lpstr>Consolas</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89</cp:revision>
  <dcterms:created xsi:type="dcterms:W3CDTF">2023-10-03T21:33:12Z</dcterms:created>
  <dcterms:modified xsi:type="dcterms:W3CDTF">2026-02-19T08:24:33Z</dcterms:modified>
</cp:coreProperties>
</file>